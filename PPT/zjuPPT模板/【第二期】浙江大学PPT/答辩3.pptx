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xlsx" ContentType="application/vnd.openxmlformats-officedocument.spreadsheetml.sheet"/>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57" r:id="rId2"/>
  </p:sldMasterIdLst>
  <p:notesMasterIdLst>
    <p:notesMasterId r:id="rId36"/>
  </p:notesMasterIdLst>
  <p:sldIdLst>
    <p:sldId id="258" r:id="rId3"/>
    <p:sldId id="283" r:id="rId4"/>
    <p:sldId id="284" r:id="rId5"/>
    <p:sldId id="257" r:id="rId6"/>
    <p:sldId id="263" r:id="rId7"/>
    <p:sldId id="264" r:id="rId8"/>
    <p:sldId id="265" r:id="rId9"/>
    <p:sldId id="266" r:id="rId10"/>
    <p:sldId id="267" r:id="rId11"/>
    <p:sldId id="268" r:id="rId12"/>
    <p:sldId id="269" r:id="rId13"/>
    <p:sldId id="285" r:id="rId14"/>
    <p:sldId id="259" r:id="rId15"/>
    <p:sldId id="270" r:id="rId16"/>
    <p:sldId id="271" r:id="rId17"/>
    <p:sldId id="286" r:id="rId18"/>
    <p:sldId id="260" r:id="rId19"/>
    <p:sldId id="272" r:id="rId20"/>
    <p:sldId id="273" r:id="rId21"/>
    <p:sldId id="274" r:id="rId22"/>
    <p:sldId id="287" r:id="rId23"/>
    <p:sldId id="261" r:id="rId24"/>
    <p:sldId id="276" r:id="rId25"/>
    <p:sldId id="275" r:id="rId26"/>
    <p:sldId id="262" r:id="rId27"/>
    <p:sldId id="288" r:id="rId28"/>
    <p:sldId id="277" r:id="rId29"/>
    <p:sldId id="278" r:id="rId30"/>
    <p:sldId id="279" r:id="rId31"/>
    <p:sldId id="280" r:id="rId32"/>
    <p:sldId id="281" r:id="rId33"/>
    <p:sldId id="282" r:id="rId34"/>
    <p:sldId id="289" r:id="rId35"/>
  </p:sldIdLst>
  <p:sldSz cx="9144000" cy="5141913"/>
  <p:notesSz cx="6858000" cy="9144000"/>
  <p:custDataLst>
    <p:tags r:id="rId3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19">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7B0E8"/>
    <a:srgbClr val="F0F1F3"/>
    <a:srgbClr val="54667A"/>
    <a:srgbClr val="586B7F"/>
    <a:srgbClr val="62768C"/>
    <a:srgbClr val="35445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675" autoAdjust="0"/>
    <p:restoredTop sz="94660"/>
  </p:normalViewPr>
  <p:slideViewPr>
    <p:cSldViewPr showGuides="1">
      <p:cViewPr varScale="1">
        <p:scale>
          <a:sx n="201" d="100"/>
          <a:sy n="201" d="100"/>
        </p:scale>
        <p:origin x="120" y="200"/>
      </p:cViewPr>
      <p:guideLst>
        <p:guide orient="horz" pos="1619"/>
        <p:guide pos="288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viewProps" Target="viewProps.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tags" Target="tags/tag1.xml"/><Relationship Id="rId40"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___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___2.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02375350990401"/>
          <c:y val="6.4668740510313696E-2"/>
          <c:w val="0.72436366395993002"/>
          <c:h val="0.70075037958745301"/>
        </c:manualLayout>
      </c:layout>
      <c:barChart>
        <c:barDir val="bar"/>
        <c:grouping val="clustered"/>
        <c:varyColors val="0"/>
        <c:ser>
          <c:idx val="0"/>
          <c:order val="0"/>
          <c:tx>
            <c:strRef>
              <c:f>Sheet1!$B$1</c:f>
              <c:strCache>
                <c:ptCount val="1"/>
                <c:pt idx="0">
                  <c:v>系列 1</c:v>
                </c:pt>
              </c:strCache>
            </c:strRef>
          </c:tx>
          <c:spPr>
            <a:solidFill>
              <a:srgbClr val="37B0E8"/>
            </a:solidFill>
            <a:ln w="6350">
              <a:solidFill>
                <a:schemeClr val="bg1"/>
              </a:solidFill>
            </a:ln>
            <a:effectLst/>
          </c:spPr>
          <c:invertIfNegative val="0"/>
          <c:dPt>
            <c:idx val="0"/>
            <c:invertIfNegative val="0"/>
            <c:bubble3D val="0"/>
            <c:extLst xmlns:c16r2="http://schemas.microsoft.com/office/drawing/2015/06/chart">
              <c:ext xmlns:c16="http://schemas.microsoft.com/office/drawing/2014/chart" uri="{C3380CC4-5D6E-409C-BE32-E72D297353CC}">
                <c16:uniqueId val="{00000000-1136-4E6F-A12B-A92D52679D03}"/>
              </c:ext>
            </c:extLst>
          </c:dPt>
          <c:dPt>
            <c:idx val="1"/>
            <c:invertIfNegative val="0"/>
            <c:bubble3D val="0"/>
            <c:extLst xmlns:c16r2="http://schemas.microsoft.com/office/drawing/2015/06/chart">
              <c:ext xmlns:c16="http://schemas.microsoft.com/office/drawing/2014/chart" uri="{C3380CC4-5D6E-409C-BE32-E72D297353CC}">
                <c16:uniqueId val="{00000001-1136-4E6F-A12B-A92D52679D03}"/>
              </c:ext>
            </c:extLst>
          </c:dPt>
          <c:dPt>
            <c:idx val="2"/>
            <c:invertIfNegative val="0"/>
            <c:bubble3D val="0"/>
            <c:extLst xmlns:c16r2="http://schemas.microsoft.com/office/drawing/2015/06/chart">
              <c:ext xmlns:c16="http://schemas.microsoft.com/office/drawing/2014/chart" uri="{C3380CC4-5D6E-409C-BE32-E72D297353CC}">
                <c16:uniqueId val="{00000002-1136-4E6F-A12B-A92D52679D03}"/>
              </c:ext>
            </c:extLst>
          </c:dPt>
          <c:dPt>
            <c:idx val="3"/>
            <c:invertIfNegative val="0"/>
            <c:bubble3D val="0"/>
            <c:extLst xmlns:c16r2="http://schemas.microsoft.com/office/drawing/2015/06/chart">
              <c:ext xmlns:c16="http://schemas.microsoft.com/office/drawing/2014/chart" uri="{C3380CC4-5D6E-409C-BE32-E72D297353CC}">
                <c16:uniqueId val="{00000003-1136-4E6F-A12B-A92D52679D03}"/>
              </c:ext>
            </c:extLst>
          </c:dPt>
          <c:cat>
            <c:strRef>
              <c:f>Sheet1!$A$2:$A$5</c:f>
              <c:strCache>
                <c:ptCount val="4"/>
                <c:pt idx="0">
                  <c:v>类别 1</c:v>
                </c:pt>
                <c:pt idx="1">
                  <c:v>类别 2</c:v>
                </c:pt>
                <c:pt idx="2">
                  <c:v>类别 3</c:v>
                </c:pt>
                <c:pt idx="3">
                  <c:v>类别 4</c:v>
                </c:pt>
              </c:strCache>
            </c:strRef>
          </c:cat>
          <c:val>
            <c:numRef>
              <c:f>Sheet1!$B$2:$B$5</c:f>
              <c:numCache>
                <c:formatCode>General</c:formatCode>
                <c:ptCount val="4"/>
                <c:pt idx="0">
                  <c:v>4.3</c:v>
                </c:pt>
                <c:pt idx="1">
                  <c:v>2.5</c:v>
                </c:pt>
                <c:pt idx="2">
                  <c:v>3.5</c:v>
                </c:pt>
                <c:pt idx="3">
                  <c:v>4.5</c:v>
                </c:pt>
              </c:numCache>
            </c:numRef>
          </c:val>
          <c:extLst xmlns:c16r2="http://schemas.microsoft.com/office/drawing/2015/06/chart">
            <c:ext xmlns:c16="http://schemas.microsoft.com/office/drawing/2014/chart" uri="{C3380CC4-5D6E-409C-BE32-E72D297353CC}">
              <c16:uniqueId val="{00000004-1136-4E6F-A12B-A92D52679D03}"/>
            </c:ext>
          </c:extLst>
        </c:ser>
        <c:dLbls>
          <c:showLegendKey val="0"/>
          <c:showVal val="0"/>
          <c:showCatName val="0"/>
          <c:showSerName val="0"/>
          <c:showPercent val="0"/>
          <c:showBubbleSize val="0"/>
        </c:dLbls>
        <c:gapWidth val="150"/>
        <c:axId val="145005488"/>
        <c:axId val="144976112"/>
      </c:barChart>
      <c:catAx>
        <c:axId val="145005488"/>
        <c:scaling>
          <c:orientation val="minMax"/>
        </c:scaling>
        <c:delete val="0"/>
        <c:axPos val="l"/>
        <c:numFmt formatCode="General" sourceLinked="1"/>
        <c:majorTickMark val="out"/>
        <c:minorTickMark val="none"/>
        <c:tickLblPos val="nextTo"/>
        <c:spPr>
          <a:noFill/>
          <a:ln w="6350">
            <a:solidFill>
              <a:schemeClr val="bg1">
                <a:lumMod val="50000"/>
              </a:schemeClr>
            </a:solidFill>
          </a:ln>
          <a:effectLst/>
        </c:spPr>
        <c:txPr>
          <a:bodyPr rot="-60000000" spcFirstLastPara="0" vertOverflow="ellipsis" horzOverflow="overflow" vert="horz" wrap="square" anchor="ctr" anchorCtr="1"/>
          <a:lstStyle/>
          <a:p>
            <a:pPr>
              <a:defRPr sz="1000" b="0">
                <a:solidFill>
                  <a:schemeClr val="bg1">
                    <a:lumMod val="50000"/>
                  </a:schemeClr>
                </a:solidFill>
                <a:latin typeface="微软雅黑" pitchFamily="34" charset="-122"/>
                <a:ea typeface="微软雅黑" pitchFamily="34" charset="-122"/>
              </a:defRPr>
            </a:pPr>
            <a:endParaRPr lang="zh-CN"/>
          </a:p>
        </c:txPr>
        <c:crossAx val="144976112"/>
        <c:crosses val="autoZero"/>
        <c:auto val="1"/>
        <c:lblAlgn val="ctr"/>
        <c:lblOffset val="100"/>
        <c:tickMarkSkip val="1"/>
        <c:noMultiLvlLbl val="0"/>
      </c:catAx>
      <c:valAx>
        <c:axId val="144976112"/>
        <c:scaling>
          <c:orientation val="minMax"/>
        </c:scaling>
        <c:delete val="0"/>
        <c:axPos val="b"/>
        <c:majorGridlines>
          <c:spPr>
            <a:ln w="6350">
              <a:solidFill>
                <a:schemeClr val="bg1">
                  <a:lumMod val="50000"/>
                </a:schemeClr>
              </a:solidFill>
            </a:ln>
            <a:effectLst/>
          </c:spPr>
        </c:majorGridlines>
        <c:numFmt formatCode="General" sourceLinked="1"/>
        <c:majorTickMark val="out"/>
        <c:minorTickMark val="none"/>
        <c:tickLblPos val="nextTo"/>
        <c:spPr>
          <a:noFill/>
          <a:ln w="6350">
            <a:solidFill>
              <a:schemeClr val="bg1">
                <a:lumMod val="50000"/>
              </a:schemeClr>
            </a:solidFill>
          </a:ln>
          <a:effectLst/>
        </c:spPr>
        <c:txPr>
          <a:bodyPr rot="-60000000" spcFirstLastPara="0" vertOverflow="ellipsis" horzOverflow="overflow" vert="horz" wrap="square" anchor="ctr" anchorCtr="1"/>
          <a:lstStyle/>
          <a:p>
            <a:pPr>
              <a:defRPr sz="1000" b="0">
                <a:solidFill>
                  <a:schemeClr val="bg1">
                    <a:lumMod val="50000"/>
                  </a:schemeClr>
                </a:solidFill>
                <a:latin typeface="微软雅黑" pitchFamily="34" charset="-122"/>
                <a:ea typeface="微软雅黑" pitchFamily="34" charset="-122"/>
              </a:defRPr>
            </a:pPr>
            <a:endParaRPr lang="zh-CN"/>
          </a:p>
        </c:txPr>
        <c:crossAx val="145005488"/>
        <c:crosses val="autoZero"/>
        <c:crossBetween val="between"/>
      </c:valAx>
      <c:spPr>
        <a:noFill/>
        <a:ln>
          <a:noFill/>
        </a:ln>
        <a:effectLst/>
      </c:spPr>
    </c:plotArea>
    <c:plotVisOnly val="1"/>
    <c:dispBlanksAs val="gap"/>
    <c:showDLblsOverMax val="0"/>
  </c:chart>
  <c:spPr>
    <a:noFill/>
    <a:ln>
      <a:noFill/>
    </a:ln>
    <a:effectLst/>
  </c:spPr>
  <c:txPr>
    <a:bodyPr rot="0" spcFirstLastPara="0" vertOverflow="ellipsis" horzOverflow="overflow" vert="horz" wrap="square" anchor="ctr" anchorCtr="1"/>
    <a:lstStyle/>
    <a:p>
      <a:pPr>
        <a:defRPr lang="zh-CN" sz="1800"/>
      </a:pPr>
      <a:endParaRPr lang="zh-CN"/>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02375350990401"/>
          <c:y val="6.4668740510313696E-2"/>
          <c:w val="0.72436366395993002"/>
          <c:h val="0.70075037958745301"/>
        </c:manualLayout>
      </c:layout>
      <c:barChart>
        <c:barDir val="bar"/>
        <c:grouping val="clustered"/>
        <c:varyColors val="0"/>
        <c:ser>
          <c:idx val="0"/>
          <c:order val="0"/>
          <c:tx>
            <c:strRef>
              <c:f>Sheet1!$B$1</c:f>
              <c:strCache>
                <c:ptCount val="1"/>
                <c:pt idx="0">
                  <c:v>系列 1</c:v>
                </c:pt>
              </c:strCache>
            </c:strRef>
          </c:tx>
          <c:spPr>
            <a:solidFill>
              <a:schemeClr val="bg1"/>
            </a:solidFill>
            <a:ln w="6350">
              <a:solidFill>
                <a:schemeClr val="bg1">
                  <a:lumMod val="85000"/>
                </a:schemeClr>
              </a:solidFill>
            </a:ln>
            <a:effectLst/>
          </c:spPr>
          <c:invertIfNegative val="0"/>
          <c:dPt>
            <c:idx val="0"/>
            <c:invertIfNegative val="0"/>
            <c:bubble3D val="0"/>
            <c:extLst xmlns:c16r2="http://schemas.microsoft.com/office/drawing/2015/06/chart">
              <c:ext xmlns:c16="http://schemas.microsoft.com/office/drawing/2014/chart" uri="{C3380CC4-5D6E-409C-BE32-E72D297353CC}">
                <c16:uniqueId val="{00000000-3263-4CBA-A526-AC03B6E6A363}"/>
              </c:ext>
            </c:extLst>
          </c:dPt>
          <c:dPt>
            <c:idx val="1"/>
            <c:invertIfNegative val="0"/>
            <c:bubble3D val="0"/>
            <c:extLst xmlns:c16r2="http://schemas.microsoft.com/office/drawing/2015/06/chart">
              <c:ext xmlns:c16="http://schemas.microsoft.com/office/drawing/2014/chart" uri="{C3380CC4-5D6E-409C-BE32-E72D297353CC}">
                <c16:uniqueId val="{00000001-3263-4CBA-A526-AC03B6E6A363}"/>
              </c:ext>
            </c:extLst>
          </c:dPt>
          <c:dPt>
            <c:idx val="2"/>
            <c:invertIfNegative val="0"/>
            <c:bubble3D val="0"/>
            <c:extLst xmlns:c16r2="http://schemas.microsoft.com/office/drawing/2015/06/chart">
              <c:ext xmlns:c16="http://schemas.microsoft.com/office/drawing/2014/chart" uri="{C3380CC4-5D6E-409C-BE32-E72D297353CC}">
                <c16:uniqueId val="{00000002-3263-4CBA-A526-AC03B6E6A363}"/>
              </c:ext>
            </c:extLst>
          </c:dPt>
          <c:dPt>
            <c:idx val="3"/>
            <c:invertIfNegative val="0"/>
            <c:bubble3D val="0"/>
            <c:extLst xmlns:c16r2="http://schemas.microsoft.com/office/drawing/2015/06/chart">
              <c:ext xmlns:c16="http://schemas.microsoft.com/office/drawing/2014/chart" uri="{C3380CC4-5D6E-409C-BE32-E72D297353CC}">
                <c16:uniqueId val="{00000003-3263-4CBA-A526-AC03B6E6A363}"/>
              </c:ext>
            </c:extLst>
          </c:dPt>
          <c:cat>
            <c:strRef>
              <c:f>Sheet1!$A$2:$A$5</c:f>
              <c:strCache>
                <c:ptCount val="4"/>
                <c:pt idx="0">
                  <c:v>类别 1</c:v>
                </c:pt>
                <c:pt idx="1">
                  <c:v>类别 2</c:v>
                </c:pt>
                <c:pt idx="2">
                  <c:v>类别 3</c:v>
                </c:pt>
                <c:pt idx="3">
                  <c:v>类别 4</c:v>
                </c:pt>
              </c:strCache>
            </c:strRef>
          </c:cat>
          <c:val>
            <c:numRef>
              <c:f>Sheet1!$B$2:$B$5</c:f>
              <c:numCache>
                <c:formatCode>General</c:formatCode>
                <c:ptCount val="4"/>
                <c:pt idx="0">
                  <c:v>4.3</c:v>
                </c:pt>
                <c:pt idx="1">
                  <c:v>2.5</c:v>
                </c:pt>
                <c:pt idx="2">
                  <c:v>3.5</c:v>
                </c:pt>
                <c:pt idx="3">
                  <c:v>4.5</c:v>
                </c:pt>
              </c:numCache>
            </c:numRef>
          </c:val>
          <c:extLst xmlns:c16r2="http://schemas.microsoft.com/office/drawing/2015/06/chart">
            <c:ext xmlns:c16="http://schemas.microsoft.com/office/drawing/2014/chart" uri="{C3380CC4-5D6E-409C-BE32-E72D297353CC}">
              <c16:uniqueId val="{00000004-3263-4CBA-A526-AC03B6E6A363}"/>
            </c:ext>
          </c:extLst>
        </c:ser>
        <c:dLbls>
          <c:showLegendKey val="0"/>
          <c:showVal val="0"/>
          <c:showCatName val="0"/>
          <c:showSerName val="0"/>
          <c:showPercent val="0"/>
          <c:showBubbleSize val="0"/>
        </c:dLbls>
        <c:gapWidth val="150"/>
        <c:axId val="144998416"/>
        <c:axId val="145007120"/>
      </c:barChart>
      <c:catAx>
        <c:axId val="144998416"/>
        <c:scaling>
          <c:orientation val="minMax"/>
        </c:scaling>
        <c:delete val="0"/>
        <c:axPos val="l"/>
        <c:numFmt formatCode="General" sourceLinked="1"/>
        <c:majorTickMark val="out"/>
        <c:minorTickMark val="none"/>
        <c:tickLblPos val="nextTo"/>
        <c:spPr>
          <a:noFill/>
          <a:ln w="6350">
            <a:solidFill>
              <a:schemeClr val="bg1">
                <a:lumMod val="50000"/>
              </a:schemeClr>
            </a:solidFill>
          </a:ln>
          <a:effectLst/>
        </c:spPr>
        <c:txPr>
          <a:bodyPr rot="-60000000" spcFirstLastPara="0" vertOverflow="ellipsis" horzOverflow="overflow" vert="horz" wrap="square" anchor="ctr" anchorCtr="1"/>
          <a:lstStyle/>
          <a:p>
            <a:pPr>
              <a:defRPr sz="1000" b="0">
                <a:solidFill>
                  <a:schemeClr val="bg1">
                    <a:lumMod val="50000"/>
                  </a:schemeClr>
                </a:solidFill>
                <a:latin typeface="微软雅黑" pitchFamily="34" charset="-122"/>
                <a:ea typeface="微软雅黑" pitchFamily="34" charset="-122"/>
              </a:defRPr>
            </a:pPr>
            <a:endParaRPr lang="zh-CN"/>
          </a:p>
        </c:txPr>
        <c:crossAx val="145007120"/>
        <c:crosses val="autoZero"/>
        <c:auto val="1"/>
        <c:lblAlgn val="ctr"/>
        <c:lblOffset val="100"/>
        <c:tickMarkSkip val="1"/>
        <c:noMultiLvlLbl val="0"/>
      </c:catAx>
      <c:valAx>
        <c:axId val="145007120"/>
        <c:scaling>
          <c:orientation val="minMax"/>
        </c:scaling>
        <c:delete val="0"/>
        <c:axPos val="b"/>
        <c:majorGridlines>
          <c:spPr>
            <a:ln w="6350">
              <a:solidFill>
                <a:schemeClr val="bg1">
                  <a:lumMod val="50000"/>
                </a:schemeClr>
              </a:solidFill>
            </a:ln>
            <a:effectLst/>
          </c:spPr>
        </c:majorGridlines>
        <c:numFmt formatCode="General" sourceLinked="1"/>
        <c:majorTickMark val="out"/>
        <c:minorTickMark val="none"/>
        <c:tickLblPos val="nextTo"/>
        <c:spPr>
          <a:noFill/>
          <a:ln w="6350">
            <a:solidFill>
              <a:schemeClr val="bg1">
                <a:lumMod val="50000"/>
              </a:schemeClr>
            </a:solidFill>
          </a:ln>
          <a:effectLst/>
        </c:spPr>
        <c:txPr>
          <a:bodyPr rot="-60000000" spcFirstLastPara="0" vertOverflow="ellipsis" horzOverflow="overflow" vert="horz" wrap="square" anchor="ctr" anchorCtr="1"/>
          <a:lstStyle/>
          <a:p>
            <a:pPr>
              <a:defRPr sz="1000" b="0">
                <a:solidFill>
                  <a:schemeClr val="bg1">
                    <a:lumMod val="50000"/>
                  </a:schemeClr>
                </a:solidFill>
                <a:latin typeface="微软雅黑" pitchFamily="34" charset="-122"/>
                <a:ea typeface="微软雅黑" pitchFamily="34" charset="-122"/>
              </a:defRPr>
            </a:pPr>
            <a:endParaRPr lang="zh-CN"/>
          </a:p>
        </c:txPr>
        <c:crossAx val="144998416"/>
        <c:crosses val="autoZero"/>
        <c:crossBetween val="between"/>
      </c:valAx>
      <c:spPr>
        <a:noFill/>
        <a:ln>
          <a:noFill/>
        </a:ln>
        <a:effectLst/>
      </c:spPr>
    </c:plotArea>
    <c:plotVisOnly val="1"/>
    <c:dispBlanksAs val="gap"/>
    <c:showDLblsOverMax val="0"/>
  </c:chart>
  <c:spPr>
    <a:noFill/>
    <a:ln>
      <a:noFill/>
    </a:ln>
    <a:effectLst/>
  </c:spPr>
  <c:txPr>
    <a:bodyPr rot="0" spcFirstLastPara="0" vertOverflow="ellipsis" horzOverflow="overflow" vert="horz" wrap="square" anchor="ctr" anchorCtr="1"/>
    <a:lstStyle/>
    <a:p>
      <a:pPr>
        <a:defRPr lang="zh-CN" sz="1800"/>
      </a:pPr>
      <a:endParaRPr lang="zh-CN"/>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1D851A6-0E57-4F08-8F18-4063E67D8C77}" type="datetimeFigureOut">
              <a:rPr lang="zh-CN" altLang="en-US" smtClean="0"/>
              <a:t>2021/4/9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C0B2117-38C4-4C7F-A953-332D93835715}" type="slidenum">
              <a:rPr lang="zh-CN" altLang="en-US" smtClean="0"/>
              <a:t>‹#›</a:t>
            </a:fld>
            <a:endParaRPr lang="zh-CN" altLang="en-US"/>
          </a:p>
        </p:txBody>
      </p:sp>
    </p:spTree>
    <p:extLst>
      <p:ext uri="{BB962C8B-B14F-4D97-AF65-F5344CB8AC3E}">
        <p14:creationId xmlns:p14="http://schemas.microsoft.com/office/powerpoint/2010/main" val="38676018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C0B2117-38C4-4C7F-A953-332D93835715}" type="slidenum">
              <a:rPr lang="zh-CN" altLang="en-US" smtClean="0"/>
              <a:t>1</a:t>
            </a:fld>
            <a:endParaRPr lang="zh-CN" altLang="en-US"/>
          </a:p>
        </p:txBody>
      </p:sp>
    </p:spTree>
    <p:extLst>
      <p:ext uri="{BB962C8B-B14F-4D97-AF65-F5344CB8AC3E}">
        <p14:creationId xmlns:p14="http://schemas.microsoft.com/office/powerpoint/2010/main" val="21147514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www.1ppt.com/xiazai/"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7" name="矩形 6"/>
          <p:cNvSpPr/>
          <p:nvPr userDrawn="1"/>
        </p:nvSpPr>
        <p:spPr>
          <a:xfrm>
            <a:off x="0" y="0"/>
            <a:ext cx="9144000" cy="338708"/>
          </a:xfrm>
          <a:prstGeom prst="rect">
            <a:avLst/>
          </a:prstGeom>
          <a:solidFill>
            <a:srgbClr val="54667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userDrawn="1"/>
        </p:nvSpPr>
        <p:spPr>
          <a:xfrm>
            <a:off x="0" y="4515172"/>
            <a:ext cx="9144000" cy="626741"/>
          </a:xfrm>
          <a:prstGeom prst="rect">
            <a:avLst/>
          </a:prstGeom>
          <a:solidFill>
            <a:srgbClr val="54667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arn(outVertical)">
                                      <p:cBhvr>
                                        <p:cTn id="7" dur="500"/>
                                        <p:tgtEl>
                                          <p:spTgt spid="7"/>
                                        </p:tgtEl>
                                      </p:cBhvr>
                                    </p:animEffect>
                                  </p:childTnLst>
                                </p:cTn>
                              </p:par>
                              <p:par>
                                <p:cTn id="8" presetID="16" presetClass="entr" presetSubtype="37"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barn(outVertical)">
                                      <p:cBhvr>
                                        <p:cTn id="1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9" name="矩形 8"/>
          <p:cNvSpPr/>
          <p:nvPr userDrawn="1"/>
        </p:nvSpPr>
        <p:spPr>
          <a:xfrm>
            <a:off x="1" y="0"/>
            <a:ext cx="1279524" cy="5141913"/>
          </a:xfrm>
          <a:prstGeom prst="rect">
            <a:avLst/>
          </a:prstGeom>
          <a:solidFill>
            <a:srgbClr val="54667A">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 name="直接连接符 4"/>
          <p:cNvCxnSpPr/>
          <p:nvPr userDrawn="1"/>
        </p:nvCxnSpPr>
        <p:spPr>
          <a:xfrm>
            <a:off x="1279525" y="568056"/>
            <a:ext cx="7864475" cy="0"/>
          </a:xfrm>
          <a:prstGeom prst="line">
            <a:avLst/>
          </a:prstGeom>
          <a:ln w="6350">
            <a:solidFill>
              <a:srgbClr val="62768C"/>
            </a:solidFill>
          </a:ln>
        </p:spPr>
        <p:style>
          <a:lnRef idx="1">
            <a:schemeClr val="accent1"/>
          </a:lnRef>
          <a:fillRef idx="0">
            <a:schemeClr val="accent1"/>
          </a:fillRef>
          <a:effectRef idx="0">
            <a:schemeClr val="accent1"/>
          </a:effectRef>
          <a:fontRef idx="minor">
            <a:schemeClr val="tx1"/>
          </a:fontRef>
        </p:style>
      </p:cxnSp>
      <p:sp>
        <p:nvSpPr>
          <p:cNvPr id="6" name="矩形 5"/>
          <p:cNvSpPr/>
          <p:nvPr userDrawn="1"/>
        </p:nvSpPr>
        <p:spPr>
          <a:xfrm>
            <a:off x="0" y="-1"/>
            <a:ext cx="395536" cy="5141913"/>
          </a:xfrm>
          <a:prstGeom prst="rect">
            <a:avLst/>
          </a:prstGeom>
          <a:solidFill>
            <a:srgbClr val="54667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p>
            <a:r>
              <a:rPr lang="zh-CN" altLang="en-US" smtClean="0"/>
              <a:t>单击此处编辑母版标题样式</a:t>
            </a:r>
            <a:endParaRPr lang="zh-CN" altLang="en-US"/>
          </a:p>
        </p:txBody>
      </p:sp>
    </p:spTree>
    <p:extLst>
      <p:ext uri="{BB962C8B-B14F-4D97-AF65-F5344CB8AC3E}">
        <p14:creationId xmlns:p14="http://schemas.microsoft.com/office/powerpoint/2010/main" val="24790624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p>
            <a:r>
              <a:rPr lang="zh-CN" altLang="en-US" smtClean="0"/>
              <a:t>单击此处编辑母版标题样式</a:t>
            </a:r>
            <a:endParaRPr lang="zh-CN" altLang="en-US"/>
          </a:p>
        </p:txBody>
      </p:sp>
    </p:spTree>
    <p:extLst>
      <p:ext uri="{BB962C8B-B14F-4D97-AF65-F5344CB8AC3E}">
        <p14:creationId xmlns:p14="http://schemas.microsoft.com/office/powerpoint/2010/main" val="42196594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p>
            <a:r>
              <a:rPr lang="zh-CN" altLang="en-US" smtClean="0"/>
              <a:t>单击此处编辑母版标题样式</a:t>
            </a:r>
            <a:endParaRPr lang="zh-CN" altLang="en-US"/>
          </a:p>
        </p:txBody>
      </p:sp>
    </p:spTree>
    <p:extLst>
      <p:ext uri="{BB962C8B-B14F-4D97-AF65-F5344CB8AC3E}">
        <p14:creationId xmlns:p14="http://schemas.microsoft.com/office/powerpoint/2010/main" val="32857458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p>
            <a:r>
              <a:rPr lang="zh-CN" altLang="en-US" smtClean="0"/>
              <a:t>单击此处编辑母版标题样式</a:t>
            </a:r>
            <a:endParaRPr lang="zh-CN" altLang="en-US"/>
          </a:p>
        </p:txBody>
      </p:sp>
      <p:sp>
        <p:nvSpPr>
          <p:cNvPr id="4" name="TextBox 3"/>
          <p:cNvSpPr txBox="1"/>
          <p:nvPr userDrawn="1"/>
        </p:nvSpPr>
        <p:spPr>
          <a:xfrm>
            <a:off x="1907704" y="4900798"/>
            <a:ext cx="1224136" cy="118430"/>
          </a:xfrm>
          <a:prstGeom prst="rect">
            <a:avLst/>
          </a:prstGeom>
          <a:noFill/>
        </p:spPr>
        <p:txBody>
          <a:bodyPr wrap="square" rtlCol="0">
            <a:spAutoFit/>
          </a:bodyPr>
          <a:lstStyle/>
          <a:p>
            <a:pPr>
              <a:lnSpc>
                <a:spcPct val="200000"/>
              </a:lnSpc>
            </a:pPr>
            <a:r>
              <a:rPr lang="en-US" altLang="zh-CN" sz="100" dirty="0" smtClean="0">
                <a:solidFill>
                  <a:prstClr val="black"/>
                </a:solidFill>
                <a:latin typeface="微软雅黑" panose="020B0503020204020204" pitchFamily="34" charset="-122"/>
                <a:ea typeface="微软雅黑" panose="020B0503020204020204" pitchFamily="34" charset="-122"/>
                <a:hlinkClick r:id="rId2"/>
              </a:rPr>
              <a:t>PPT</a:t>
            </a:r>
            <a:r>
              <a:rPr lang="zh-CN" altLang="en-US" sz="100" dirty="0" smtClean="0">
                <a:solidFill>
                  <a:prstClr val="black"/>
                </a:solidFill>
                <a:latin typeface="微软雅黑" panose="020B0503020204020204" pitchFamily="34" charset="-122"/>
                <a:ea typeface="微软雅黑" panose="020B0503020204020204" pitchFamily="34" charset="-122"/>
                <a:hlinkClick r:id="rId2"/>
              </a:rPr>
              <a:t>下载</a:t>
            </a:r>
            <a:r>
              <a:rPr lang="zh-CN" altLang="en-US" sz="100" dirty="0" smtClean="0">
                <a:solidFill>
                  <a:prstClr val="black"/>
                </a:solidFill>
                <a:latin typeface="微软雅黑" panose="020B0503020204020204" pitchFamily="34" charset="-122"/>
                <a:ea typeface="微软雅黑" panose="020B0503020204020204" pitchFamily="34" charset="-122"/>
              </a:rPr>
              <a:t> </a:t>
            </a:r>
            <a:r>
              <a:rPr lang="en-US" altLang="zh-CN" sz="100" dirty="0">
                <a:solidFill>
                  <a:prstClr val="black"/>
                </a:solidFill>
                <a:latin typeface="微软雅黑" panose="020B0503020204020204" pitchFamily="34" charset="-122"/>
                <a:ea typeface="微软雅黑" panose="020B0503020204020204" pitchFamily="34" charset="-122"/>
              </a:rPr>
              <a:t>http://www.1ppt.com/xiazai/</a:t>
            </a:r>
            <a:endParaRPr lang="en-US" altLang="zh-CN" sz="100" dirty="0" smtClean="0">
              <a:solidFill>
                <a:prstClr val="black"/>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5931567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5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p>
            <a:r>
              <a:rPr lang="zh-CN" altLang="en-US" smtClean="0"/>
              <a:t>单击此处编辑母版标题样式</a:t>
            </a:r>
            <a:endParaRPr lang="zh-CN" altLang="en-US"/>
          </a:p>
        </p:txBody>
      </p:sp>
    </p:spTree>
    <p:extLst>
      <p:ext uri="{BB962C8B-B14F-4D97-AF65-F5344CB8AC3E}">
        <p14:creationId xmlns:p14="http://schemas.microsoft.com/office/powerpoint/2010/main" val="22514861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15"/>
            <a:ext cx="8229600" cy="856986"/>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199780"/>
            <a:ext cx="8229600" cy="3393425"/>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a:xfrm>
            <a:off x="457200" y="4765792"/>
            <a:ext cx="2133600" cy="273759"/>
          </a:xfrm>
          <a:prstGeom prst="rect">
            <a:avLst/>
          </a:prstGeom>
        </p:spPr>
        <p:txBody>
          <a:bodyPr/>
          <a:lstStyle/>
          <a:p>
            <a:fld id="{2E3AAC11-D570-4EA9-AFC0-30FB72BA45EB}" type="datetimeFigureOut">
              <a:rPr lang="zh-CN" altLang="en-US" smtClean="0">
                <a:solidFill>
                  <a:prstClr val="black"/>
                </a:solidFill>
              </a:rPr>
              <a:pPr/>
              <a:t>2021/4/9</a:t>
            </a:fld>
            <a:endParaRPr lang="zh-CN" altLang="en-US">
              <a:solidFill>
                <a:prstClr val="black"/>
              </a:solidFill>
            </a:endParaRPr>
          </a:p>
        </p:txBody>
      </p:sp>
      <p:sp>
        <p:nvSpPr>
          <p:cNvPr id="5" name="页脚占位符 4"/>
          <p:cNvSpPr>
            <a:spLocks noGrp="1"/>
          </p:cNvSpPr>
          <p:nvPr>
            <p:ph type="ftr" sz="quarter" idx="11"/>
          </p:nvPr>
        </p:nvSpPr>
        <p:spPr>
          <a:xfrm>
            <a:off x="3124200" y="4765792"/>
            <a:ext cx="2895600" cy="273759"/>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6553200" y="4765792"/>
            <a:ext cx="2133600" cy="273759"/>
          </a:xfrm>
          <a:prstGeom prst="rect">
            <a:avLst/>
          </a:prstGeom>
        </p:spPr>
        <p:txBody>
          <a:bodyPr/>
          <a:lstStyle/>
          <a:p>
            <a:fld id="{55ECCFAA-F4FB-487C-9F1E-C8836D0C3DC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38425132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5915"/>
            <a:ext cx="2057400" cy="4387290"/>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05915"/>
            <a:ext cx="6019800" cy="4387290"/>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a:xfrm>
            <a:off x="457200" y="4765792"/>
            <a:ext cx="2133600" cy="273759"/>
          </a:xfrm>
          <a:prstGeom prst="rect">
            <a:avLst/>
          </a:prstGeom>
        </p:spPr>
        <p:txBody>
          <a:bodyPr/>
          <a:lstStyle/>
          <a:p>
            <a:fld id="{2E3AAC11-D570-4EA9-AFC0-30FB72BA45EB}" type="datetimeFigureOut">
              <a:rPr lang="zh-CN" altLang="en-US" smtClean="0">
                <a:solidFill>
                  <a:prstClr val="black"/>
                </a:solidFill>
              </a:rPr>
              <a:pPr/>
              <a:t>2021/4/9</a:t>
            </a:fld>
            <a:endParaRPr lang="zh-CN" altLang="en-US">
              <a:solidFill>
                <a:prstClr val="black"/>
              </a:solidFill>
            </a:endParaRPr>
          </a:p>
        </p:txBody>
      </p:sp>
      <p:sp>
        <p:nvSpPr>
          <p:cNvPr id="5" name="页脚占位符 4"/>
          <p:cNvSpPr>
            <a:spLocks noGrp="1"/>
          </p:cNvSpPr>
          <p:nvPr>
            <p:ph type="ftr" sz="quarter" idx="11"/>
          </p:nvPr>
        </p:nvSpPr>
        <p:spPr>
          <a:xfrm>
            <a:off x="3124200" y="4765792"/>
            <a:ext cx="2895600" cy="273759"/>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6553200" y="4765792"/>
            <a:ext cx="2133600" cy="273759"/>
          </a:xfrm>
          <a:prstGeom prst="rect">
            <a:avLst/>
          </a:prstGeom>
        </p:spPr>
        <p:txBody>
          <a:bodyPr/>
          <a:lstStyle/>
          <a:p>
            <a:fld id="{55ECCFAA-F4FB-487C-9F1E-C8836D0C3DC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20777898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15261866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slideLayout" Target="../slideLayouts/slideLayout10.xml"/><Relationship Id="rId1" Type="http://schemas.openxmlformats.org/officeDocument/2006/relationships/slideLayout" Target="../slideLayouts/slideLayout9.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0F1F3"/>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92181801"/>
      </p:ext>
    </p:extLst>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jpg"/><Relationship Id="rId1" Type="http://schemas.openxmlformats.org/officeDocument/2006/relationships/slideLayout" Target="../slideLayouts/slideLayout2.xml"/><Relationship Id="rId5" Type="http://schemas.openxmlformats.org/officeDocument/2006/relationships/image" Target="../media/image10.jpg"/><Relationship Id="rId4" Type="http://schemas.openxmlformats.org/officeDocument/2006/relationships/image" Target="../media/image9.jpg"/></Relationships>
</file>

<file path=ppt/slides/_rels/slide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p:cNvCxnSpPr/>
          <p:nvPr/>
        </p:nvCxnSpPr>
        <p:spPr>
          <a:xfrm>
            <a:off x="7357887" y="-7620"/>
            <a:ext cx="0" cy="336328"/>
          </a:xfrm>
          <a:prstGeom prst="line">
            <a:avLst/>
          </a:prstGeom>
          <a:ln w="6350">
            <a:solidFill>
              <a:srgbClr val="62768C"/>
            </a:soli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p:nvCxnSpPr>
        <p:spPr>
          <a:xfrm>
            <a:off x="7767462" y="-7620"/>
            <a:ext cx="0" cy="336328"/>
          </a:xfrm>
          <a:prstGeom prst="line">
            <a:avLst/>
          </a:prstGeom>
          <a:ln w="6350">
            <a:solidFill>
              <a:srgbClr val="62768C"/>
            </a:solidFill>
          </a:ln>
        </p:spPr>
        <p:style>
          <a:lnRef idx="1">
            <a:schemeClr val="accent1"/>
          </a:lnRef>
          <a:fillRef idx="0">
            <a:schemeClr val="accent1"/>
          </a:fillRef>
          <a:effectRef idx="0">
            <a:schemeClr val="accent1"/>
          </a:effectRef>
          <a:fontRef idx="minor">
            <a:schemeClr val="tx1"/>
          </a:fontRef>
        </p:style>
      </p:cxnSp>
      <p:cxnSp>
        <p:nvCxnSpPr>
          <p:cNvPr id="4" name="直接连接符 3"/>
          <p:cNvCxnSpPr/>
          <p:nvPr/>
        </p:nvCxnSpPr>
        <p:spPr>
          <a:xfrm>
            <a:off x="8177037" y="-7620"/>
            <a:ext cx="0" cy="336328"/>
          </a:xfrm>
          <a:prstGeom prst="line">
            <a:avLst/>
          </a:prstGeom>
          <a:ln w="6350">
            <a:solidFill>
              <a:srgbClr val="62768C"/>
            </a:solidFill>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p:nvCxnSpPr>
        <p:spPr>
          <a:xfrm>
            <a:off x="8586612" y="-7620"/>
            <a:ext cx="0" cy="336328"/>
          </a:xfrm>
          <a:prstGeom prst="line">
            <a:avLst/>
          </a:prstGeom>
          <a:ln w="6350">
            <a:solidFill>
              <a:srgbClr val="62768C"/>
            </a:solidFill>
          </a:ln>
        </p:spPr>
        <p:style>
          <a:lnRef idx="1">
            <a:schemeClr val="accent1"/>
          </a:lnRef>
          <a:fillRef idx="0">
            <a:schemeClr val="accent1"/>
          </a:fillRef>
          <a:effectRef idx="0">
            <a:schemeClr val="accent1"/>
          </a:effectRef>
          <a:fontRef idx="minor">
            <a:schemeClr val="tx1"/>
          </a:fontRef>
        </p:style>
      </p:cxnSp>
      <p:sp>
        <p:nvSpPr>
          <p:cNvPr id="6" name="Freeform 9"/>
          <p:cNvSpPr>
            <a:spLocks noEditPoints="1"/>
          </p:cNvSpPr>
          <p:nvPr/>
        </p:nvSpPr>
        <p:spPr bwMode="auto">
          <a:xfrm>
            <a:off x="8675447" y="92075"/>
            <a:ext cx="231878" cy="151086"/>
          </a:xfrm>
          <a:custGeom>
            <a:avLst/>
            <a:gdLst>
              <a:gd name="T0" fmla="*/ 58 w 215"/>
              <a:gd name="T1" fmla="*/ 83 h 140"/>
              <a:gd name="T2" fmla="*/ 58 w 215"/>
              <a:gd name="T3" fmla="*/ 91 h 140"/>
              <a:gd name="T4" fmla="*/ 161 w 215"/>
              <a:gd name="T5" fmla="*/ 87 h 140"/>
              <a:gd name="T6" fmla="*/ 58 w 215"/>
              <a:gd name="T7" fmla="*/ 73 h 140"/>
              <a:gd name="T8" fmla="*/ 98 w 215"/>
              <a:gd name="T9" fmla="*/ 73 h 140"/>
              <a:gd name="T10" fmla="*/ 102 w 215"/>
              <a:gd name="T11" fmla="*/ 34 h 140"/>
              <a:gd name="T12" fmla="*/ 58 w 215"/>
              <a:gd name="T13" fmla="*/ 30 h 140"/>
              <a:gd name="T14" fmla="*/ 54 w 215"/>
              <a:gd name="T15" fmla="*/ 69 h 140"/>
              <a:gd name="T16" fmla="*/ 63 w 215"/>
              <a:gd name="T17" fmla="*/ 38 h 140"/>
              <a:gd name="T18" fmla="*/ 94 w 215"/>
              <a:gd name="T19" fmla="*/ 38 h 140"/>
              <a:gd name="T20" fmla="*/ 63 w 215"/>
              <a:gd name="T21" fmla="*/ 65 h 140"/>
              <a:gd name="T22" fmla="*/ 27 w 215"/>
              <a:gd name="T23" fmla="*/ 121 h 140"/>
              <a:gd name="T24" fmla="*/ 189 w 215"/>
              <a:gd name="T25" fmla="*/ 121 h 140"/>
              <a:gd name="T26" fmla="*/ 196 w 215"/>
              <a:gd name="T27" fmla="*/ 7 h 140"/>
              <a:gd name="T28" fmla="*/ 27 w 215"/>
              <a:gd name="T29" fmla="*/ 0 h 140"/>
              <a:gd name="T30" fmla="*/ 20 w 215"/>
              <a:gd name="T31" fmla="*/ 114 h 140"/>
              <a:gd name="T32" fmla="*/ 33 w 215"/>
              <a:gd name="T33" fmla="*/ 13 h 140"/>
              <a:gd name="T34" fmla="*/ 182 w 215"/>
              <a:gd name="T35" fmla="*/ 13 h 140"/>
              <a:gd name="T36" fmla="*/ 33 w 215"/>
              <a:gd name="T37" fmla="*/ 107 h 140"/>
              <a:gd name="T38" fmla="*/ 157 w 215"/>
              <a:gd name="T39" fmla="*/ 48 h 140"/>
              <a:gd name="T40" fmla="*/ 111 w 215"/>
              <a:gd name="T41" fmla="*/ 48 h 140"/>
              <a:gd name="T42" fmla="*/ 111 w 215"/>
              <a:gd name="T43" fmla="*/ 56 h 140"/>
              <a:gd name="T44" fmla="*/ 161 w 215"/>
              <a:gd name="T45" fmla="*/ 52 h 140"/>
              <a:gd name="T46" fmla="*/ 157 w 215"/>
              <a:gd name="T47" fmla="*/ 65 h 140"/>
              <a:gd name="T48" fmla="*/ 111 w 215"/>
              <a:gd name="T49" fmla="*/ 65 h 140"/>
              <a:gd name="T50" fmla="*/ 111 w 215"/>
              <a:gd name="T51" fmla="*/ 73 h 140"/>
              <a:gd name="T52" fmla="*/ 161 w 215"/>
              <a:gd name="T53" fmla="*/ 69 h 140"/>
              <a:gd name="T54" fmla="*/ 157 w 215"/>
              <a:gd name="T55" fmla="*/ 30 h 140"/>
              <a:gd name="T56" fmla="*/ 111 w 215"/>
              <a:gd name="T57" fmla="*/ 30 h 140"/>
              <a:gd name="T58" fmla="*/ 111 w 215"/>
              <a:gd name="T59" fmla="*/ 38 h 140"/>
              <a:gd name="T60" fmla="*/ 161 w 215"/>
              <a:gd name="T61" fmla="*/ 34 h 140"/>
              <a:gd name="T62" fmla="*/ 209 w 215"/>
              <a:gd name="T63" fmla="*/ 127 h 140"/>
              <a:gd name="T64" fmla="*/ 7 w 215"/>
              <a:gd name="T65" fmla="*/ 127 h 140"/>
              <a:gd name="T66" fmla="*/ 7 w 215"/>
              <a:gd name="T67" fmla="*/ 140 h 140"/>
              <a:gd name="T68" fmla="*/ 215 w 215"/>
              <a:gd name="T69" fmla="*/ 13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15" h="140">
                <a:moveTo>
                  <a:pt x="157" y="83"/>
                </a:moveTo>
                <a:cubicBezTo>
                  <a:pt x="58" y="83"/>
                  <a:pt x="58" y="83"/>
                  <a:pt x="58" y="83"/>
                </a:cubicBezTo>
                <a:cubicBezTo>
                  <a:pt x="56" y="83"/>
                  <a:pt x="54" y="84"/>
                  <a:pt x="54" y="87"/>
                </a:cubicBezTo>
                <a:cubicBezTo>
                  <a:pt x="54" y="89"/>
                  <a:pt x="56" y="91"/>
                  <a:pt x="58" y="91"/>
                </a:cubicBezTo>
                <a:cubicBezTo>
                  <a:pt x="157" y="91"/>
                  <a:pt x="157" y="91"/>
                  <a:pt x="157" y="91"/>
                </a:cubicBezTo>
                <a:cubicBezTo>
                  <a:pt x="159" y="91"/>
                  <a:pt x="161" y="89"/>
                  <a:pt x="161" y="87"/>
                </a:cubicBezTo>
                <a:cubicBezTo>
                  <a:pt x="161" y="84"/>
                  <a:pt x="159" y="83"/>
                  <a:pt x="157" y="83"/>
                </a:cubicBezTo>
                <a:close/>
                <a:moveTo>
                  <a:pt x="58" y="73"/>
                </a:moveTo>
                <a:cubicBezTo>
                  <a:pt x="58" y="73"/>
                  <a:pt x="58" y="73"/>
                  <a:pt x="58" y="73"/>
                </a:cubicBezTo>
                <a:cubicBezTo>
                  <a:pt x="98" y="73"/>
                  <a:pt x="98" y="73"/>
                  <a:pt x="98" y="73"/>
                </a:cubicBezTo>
                <a:cubicBezTo>
                  <a:pt x="100" y="73"/>
                  <a:pt x="102" y="71"/>
                  <a:pt x="102" y="69"/>
                </a:cubicBezTo>
                <a:cubicBezTo>
                  <a:pt x="102" y="34"/>
                  <a:pt x="102" y="34"/>
                  <a:pt x="102" y="34"/>
                </a:cubicBezTo>
                <a:cubicBezTo>
                  <a:pt x="102" y="32"/>
                  <a:pt x="100" y="30"/>
                  <a:pt x="98" y="30"/>
                </a:cubicBezTo>
                <a:cubicBezTo>
                  <a:pt x="58" y="30"/>
                  <a:pt x="58" y="30"/>
                  <a:pt x="58" y="30"/>
                </a:cubicBezTo>
                <a:cubicBezTo>
                  <a:pt x="56" y="30"/>
                  <a:pt x="54" y="32"/>
                  <a:pt x="54" y="34"/>
                </a:cubicBezTo>
                <a:cubicBezTo>
                  <a:pt x="54" y="69"/>
                  <a:pt x="54" y="69"/>
                  <a:pt x="54" y="69"/>
                </a:cubicBezTo>
                <a:cubicBezTo>
                  <a:pt x="54" y="71"/>
                  <a:pt x="56" y="73"/>
                  <a:pt x="58" y="73"/>
                </a:cubicBezTo>
                <a:close/>
                <a:moveTo>
                  <a:pt x="63" y="38"/>
                </a:moveTo>
                <a:cubicBezTo>
                  <a:pt x="63" y="38"/>
                  <a:pt x="63" y="38"/>
                  <a:pt x="63" y="38"/>
                </a:cubicBezTo>
                <a:cubicBezTo>
                  <a:pt x="94" y="38"/>
                  <a:pt x="94" y="38"/>
                  <a:pt x="94" y="38"/>
                </a:cubicBezTo>
                <a:cubicBezTo>
                  <a:pt x="94" y="65"/>
                  <a:pt x="94" y="65"/>
                  <a:pt x="94" y="65"/>
                </a:cubicBezTo>
                <a:cubicBezTo>
                  <a:pt x="63" y="65"/>
                  <a:pt x="63" y="65"/>
                  <a:pt x="63" y="65"/>
                </a:cubicBezTo>
                <a:cubicBezTo>
                  <a:pt x="63" y="38"/>
                  <a:pt x="63" y="38"/>
                  <a:pt x="63" y="38"/>
                </a:cubicBezTo>
                <a:close/>
                <a:moveTo>
                  <a:pt x="27" y="121"/>
                </a:moveTo>
                <a:cubicBezTo>
                  <a:pt x="27" y="121"/>
                  <a:pt x="27" y="121"/>
                  <a:pt x="27" y="121"/>
                </a:cubicBezTo>
                <a:cubicBezTo>
                  <a:pt x="189" y="121"/>
                  <a:pt x="189" y="121"/>
                  <a:pt x="189" y="121"/>
                </a:cubicBezTo>
                <a:cubicBezTo>
                  <a:pt x="193" y="121"/>
                  <a:pt x="196" y="118"/>
                  <a:pt x="196" y="114"/>
                </a:cubicBezTo>
                <a:cubicBezTo>
                  <a:pt x="196" y="7"/>
                  <a:pt x="196" y="7"/>
                  <a:pt x="196" y="7"/>
                </a:cubicBezTo>
                <a:cubicBezTo>
                  <a:pt x="196" y="3"/>
                  <a:pt x="193" y="0"/>
                  <a:pt x="189" y="0"/>
                </a:cubicBezTo>
                <a:cubicBezTo>
                  <a:pt x="27" y="0"/>
                  <a:pt x="27" y="0"/>
                  <a:pt x="27" y="0"/>
                </a:cubicBezTo>
                <a:cubicBezTo>
                  <a:pt x="23" y="0"/>
                  <a:pt x="20" y="3"/>
                  <a:pt x="20" y="7"/>
                </a:cubicBezTo>
                <a:cubicBezTo>
                  <a:pt x="20" y="114"/>
                  <a:pt x="20" y="114"/>
                  <a:pt x="20" y="114"/>
                </a:cubicBezTo>
                <a:cubicBezTo>
                  <a:pt x="20" y="118"/>
                  <a:pt x="23" y="121"/>
                  <a:pt x="27" y="121"/>
                </a:cubicBezTo>
                <a:close/>
                <a:moveTo>
                  <a:pt x="33" y="13"/>
                </a:moveTo>
                <a:cubicBezTo>
                  <a:pt x="33" y="13"/>
                  <a:pt x="33" y="13"/>
                  <a:pt x="33" y="13"/>
                </a:cubicBezTo>
                <a:cubicBezTo>
                  <a:pt x="182" y="13"/>
                  <a:pt x="182" y="13"/>
                  <a:pt x="182" y="13"/>
                </a:cubicBezTo>
                <a:cubicBezTo>
                  <a:pt x="182" y="107"/>
                  <a:pt x="182" y="107"/>
                  <a:pt x="182" y="107"/>
                </a:cubicBezTo>
                <a:cubicBezTo>
                  <a:pt x="33" y="107"/>
                  <a:pt x="33" y="107"/>
                  <a:pt x="33" y="107"/>
                </a:cubicBezTo>
                <a:cubicBezTo>
                  <a:pt x="33" y="13"/>
                  <a:pt x="33" y="13"/>
                  <a:pt x="33" y="13"/>
                </a:cubicBezTo>
                <a:close/>
                <a:moveTo>
                  <a:pt x="157" y="48"/>
                </a:moveTo>
                <a:cubicBezTo>
                  <a:pt x="157" y="48"/>
                  <a:pt x="157" y="48"/>
                  <a:pt x="157" y="48"/>
                </a:cubicBezTo>
                <a:cubicBezTo>
                  <a:pt x="111" y="48"/>
                  <a:pt x="111" y="48"/>
                  <a:pt x="111" y="48"/>
                </a:cubicBezTo>
                <a:cubicBezTo>
                  <a:pt x="108" y="48"/>
                  <a:pt x="107" y="49"/>
                  <a:pt x="107" y="52"/>
                </a:cubicBezTo>
                <a:cubicBezTo>
                  <a:pt x="107" y="54"/>
                  <a:pt x="108" y="56"/>
                  <a:pt x="111" y="56"/>
                </a:cubicBezTo>
                <a:cubicBezTo>
                  <a:pt x="157" y="56"/>
                  <a:pt x="157" y="56"/>
                  <a:pt x="157" y="56"/>
                </a:cubicBezTo>
                <a:cubicBezTo>
                  <a:pt x="159" y="56"/>
                  <a:pt x="161" y="54"/>
                  <a:pt x="161" y="52"/>
                </a:cubicBezTo>
                <a:cubicBezTo>
                  <a:pt x="161" y="49"/>
                  <a:pt x="159" y="48"/>
                  <a:pt x="157" y="48"/>
                </a:cubicBezTo>
                <a:close/>
                <a:moveTo>
                  <a:pt x="157" y="65"/>
                </a:moveTo>
                <a:cubicBezTo>
                  <a:pt x="157" y="65"/>
                  <a:pt x="157" y="65"/>
                  <a:pt x="157" y="65"/>
                </a:cubicBezTo>
                <a:cubicBezTo>
                  <a:pt x="111" y="65"/>
                  <a:pt x="111" y="65"/>
                  <a:pt x="111" y="65"/>
                </a:cubicBezTo>
                <a:cubicBezTo>
                  <a:pt x="108" y="65"/>
                  <a:pt x="107" y="67"/>
                  <a:pt x="107" y="69"/>
                </a:cubicBezTo>
                <a:cubicBezTo>
                  <a:pt x="107" y="71"/>
                  <a:pt x="108" y="73"/>
                  <a:pt x="111" y="73"/>
                </a:cubicBezTo>
                <a:cubicBezTo>
                  <a:pt x="157" y="73"/>
                  <a:pt x="157" y="73"/>
                  <a:pt x="157" y="73"/>
                </a:cubicBezTo>
                <a:cubicBezTo>
                  <a:pt x="159" y="73"/>
                  <a:pt x="161" y="71"/>
                  <a:pt x="161" y="69"/>
                </a:cubicBezTo>
                <a:cubicBezTo>
                  <a:pt x="161" y="67"/>
                  <a:pt x="159" y="65"/>
                  <a:pt x="157" y="65"/>
                </a:cubicBezTo>
                <a:close/>
                <a:moveTo>
                  <a:pt x="157" y="30"/>
                </a:moveTo>
                <a:cubicBezTo>
                  <a:pt x="157" y="30"/>
                  <a:pt x="157" y="30"/>
                  <a:pt x="157" y="30"/>
                </a:cubicBezTo>
                <a:cubicBezTo>
                  <a:pt x="111" y="30"/>
                  <a:pt x="111" y="30"/>
                  <a:pt x="111" y="30"/>
                </a:cubicBezTo>
                <a:cubicBezTo>
                  <a:pt x="108" y="30"/>
                  <a:pt x="107" y="32"/>
                  <a:pt x="107" y="34"/>
                </a:cubicBezTo>
                <a:cubicBezTo>
                  <a:pt x="107" y="37"/>
                  <a:pt x="108" y="38"/>
                  <a:pt x="111" y="38"/>
                </a:cubicBezTo>
                <a:cubicBezTo>
                  <a:pt x="157" y="38"/>
                  <a:pt x="157" y="38"/>
                  <a:pt x="157" y="38"/>
                </a:cubicBezTo>
                <a:cubicBezTo>
                  <a:pt x="159" y="38"/>
                  <a:pt x="161" y="37"/>
                  <a:pt x="161" y="34"/>
                </a:cubicBezTo>
                <a:cubicBezTo>
                  <a:pt x="161" y="32"/>
                  <a:pt x="159" y="30"/>
                  <a:pt x="157" y="30"/>
                </a:cubicBezTo>
                <a:close/>
                <a:moveTo>
                  <a:pt x="209" y="127"/>
                </a:moveTo>
                <a:cubicBezTo>
                  <a:pt x="209" y="127"/>
                  <a:pt x="209" y="127"/>
                  <a:pt x="209" y="127"/>
                </a:cubicBezTo>
                <a:cubicBezTo>
                  <a:pt x="7" y="127"/>
                  <a:pt x="7" y="127"/>
                  <a:pt x="7" y="127"/>
                </a:cubicBezTo>
                <a:cubicBezTo>
                  <a:pt x="3" y="127"/>
                  <a:pt x="0" y="130"/>
                  <a:pt x="0" y="134"/>
                </a:cubicBezTo>
                <a:cubicBezTo>
                  <a:pt x="0" y="137"/>
                  <a:pt x="3" y="140"/>
                  <a:pt x="7" y="140"/>
                </a:cubicBezTo>
                <a:cubicBezTo>
                  <a:pt x="209" y="140"/>
                  <a:pt x="209" y="140"/>
                  <a:pt x="209" y="140"/>
                </a:cubicBezTo>
                <a:cubicBezTo>
                  <a:pt x="212" y="140"/>
                  <a:pt x="215" y="137"/>
                  <a:pt x="215" y="134"/>
                </a:cubicBezTo>
                <a:cubicBezTo>
                  <a:pt x="215" y="130"/>
                  <a:pt x="212" y="127"/>
                  <a:pt x="209" y="127"/>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7" name="Freeform 10"/>
          <p:cNvSpPr>
            <a:spLocks noEditPoints="1"/>
          </p:cNvSpPr>
          <p:nvPr/>
        </p:nvSpPr>
        <p:spPr bwMode="auto">
          <a:xfrm>
            <a:off x="7475572" y="71798"/>
            <a:ext cx="174824" cy="175280"/>
          </a:xfrm>
          <a:custGeom>
            <a:avLst/>
            <a:gdLst>
              <a:gd name="T0" fmla="*/ 47 w 162"/>
              <a:gd name="T1" fmla="*/ 34 h 163"/>
              <a:gd name="T2" fmla="*/ 34 w 162"/>
              <a:gd name="T3" fmla="*/ 47 h 163"/>
              <a:gd name="T4" fmla="*/ 32 w 162"/>
              <a:gd name="T5" fmla="*/ 61 h 163"/>
              <a:gd name="T6" fmla="*/ 41 w 162"/>
              <a:gd name="T7" fmla="*/ 52 h 163"/>
              <a:gd name="T8" fmla="*/ 52 w 162"/>
              <a:gd name="T9" fmla="*/ 41 h 163"/>
              <a:gd name="T10" fmla="*/ 60 w 162"/>
              <a:gd name="T11" fmla="*/ 32 h 163"/>
              <a:gd name="T12" fmla="*/ 160 w 162"/>
              <a:gd name="T13" fmla="*/ 150 h 163"/>
              <a:gd name="T14" fmla="*/ 130 w 162"/>
              <a:gd name="T15" fmla="*/ 121 h 163"/>
              <a:gd name="T16" fmla="*/ 147 w 162"/>
              <a:gd name="T17" fmla="*/ 74 h 163"/>
              <a:gd name="T18" fmla="*/ 142 w 162"/>
              <a:gd name="T19" fmla="*/ 46 h 163"/>
              <a:gd name="T20" fmla="*/ 126 w 162"/>
              <a:gd name="T21" fmla="*/ 22 h 163"/>
              <a:gd name="T22" fmla="*/ 74 w 162"/>
              <a:gd name="T23" fmla="*/ 0 h 163"/>
              <a:gd name="T24" fmla="*/ 6 w 162"/>
              <a:gd name="T25" fmla="*/ 46 h 163"/>
              <a:gd name="T26" fmla="*/ 5 w 162"/>
              <a:gd name="T27" fmla="*/ 102 h 163"/>
              <a:gd name="T28" fmla="*/ 21 w 162"/>
              <a:gd name="T29" fmla="*/ 126 h 163"/>
              <a:gd name="T30" fmla="*/ 45 w 162"/>
              <a:gd name="T31" fmla="*/ 142 h 163"/>
              <a:gd name="T32" fmla="*/ 45 w 162"/>
              <a:gd name="T33" fmla="*/ 142 h 163"/>
              <a:gd name="T34" fmla="*/ 102 w 162"/>
              <a:gd name="T35" fmla="*/ 142 h 163"/>
              <a:gd name="T36" fmla="*/ 150 w 162"/>
              <a:gd name="T37" fmla="*/ 160 h 163"/>
              <a:gd name="T38" fmla="*/ 160 w 162"/>
              <a:gd name="T39" fmla="*/ 150 h 163"/>
              <a:gd name="T40" fmla="*/ 116 w 162"/>
              <a:gd name="T41" fmla="*/ 117 h 163"/>
              <a:gd name="T42" fmla="*/ 97 w 162"/>
              <a:gd name="T43" fmla="*/ 130 h 163"/>
              <a:gd name="T44" fmla="*/ 51 w 162"/>
              <a:gd name="T45" fmla="*/ 130 h 163"/>
              <a:gd name="T46" fmla="*/ 31 w 162"/>
              <a:gd name="T47" fmla="*/ 117 h 163"/>
              <a:gd name="T48" fmla="*/ 31 w 162"/>
              <a:gd name="T49" fmla="*/ 117 h 163"/>
              <a:gd name="T50" fmla="*/ 18 w 162"/>
              <a:gd name="T51" fmla="*/ 97 h 163"/>
              <a:gd name="T52" fmla="*/ 18 w 162"/>
              <a:gd name="T53" fmla="*/ 51 h 163"/>
              <a:gd name="T54" fmla="*/ 74 w 162"/>
              <a:gd name="T55" fmla="*/ 14 h 163"/>
              <a:gd name="T56" fmla="*/ 116 w 162"/>
              <a:gd name="T57" fmla="*/ 31 h 163"/>
              <a:gd name="T58" fmla="*/ 129 w 162"/>
              <a:gd name="T59" fmla="*/ 51 h 163"/>
              <a:gd name="T60" fmla="*/ 134 w 162"/>
              <a:gd name="T61" fmla="*/ 74 h 163"/>
              <a:gd name="T62" fmla="*/ 116 w 162"/>
              <a:gd name="T63" fmla="*/ 117 h 163"/>
              <a:gd name="T64" fmla="*/ 117 w 162"/>
              <a:gd name="T65" fmla="*/ 70 h 163"/>
              <a:gd name="T66" fmla="*/ 110 w 162"/>
              <a:gd name="T67" fmla="*/ 89 h 163"/>
              <a:gd name="T68" fmla="*/ 102 w 162"/>
              <a:gd name="T69" fmla="*/ 102 h 163"/>
              <a:gd name="T70" fmla="*/ 74 w 162"/>
              <a:gd name="T71" fmla="*/ 114 h 163"/>
              <a:gd name="T72" fmla="*/ 74 w 162"/>
              <a:gd name="T73" fmla="*/ 122 h 163"/>
              <a:gd name="T74" fmla="*/ 107 w 162"/>
              <a:gd name="T75" fmla="*/ 108 h 163"/>
              <a:gd name="T76" fmla="*/ 118 w 162"/>
              <a:gd name="T77" fmla="*/ 92 h 163"/>
              <a:gd name="T78" fmla="*/ 117 w 162"/>
              <a:gd name="T79" fmla="*/ 70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62" h="163">
                <a:moveTo>
                  <a:pt x="55" y="30"/>
                </a:moveTo>
                <a:cubicBezTo>
                  <a:pt x="52" y="31"/>
                  <a:pt x="50" y="33"/>
                  <a:pt x="47" y="34"/>
                </a:cubicBezTo>
                <a:cubicBezTo>
                  <a:pt x="44" y="36"/>
                  <a:pt x="42" y="38"/>
                  <a:pt x="40" y="40"/>
                </a:cubicBezTo>
                <a:cubicBezTo>
                  <a:pt x="38" y="42"/>
                  <a:pt x="36" y="45"/>
                  <a:pt x="34" y="47"/>
                </a:cubicBezTo>
                <a:cubicBezTo>
                  <a:pt x="32" y="50"/>
                  <a:pt x="31" y="53"/>
                  <a:pt x="30" y="55"/>
                </a:cubicBezTo>
                <a:cubicBezTo>
                  <a:pt x="29" y="57"/>
                  <a:pt x="30" y="60"/>
                  <a:pt x="32" y="61"/>
                </a:cubicBezTo>
                <a:cubicBezTo>
                  <a:pt x="34" y="62"/>
                  <a:pt x="36" y="61"/>
                  <a:pt x="37" y="59"/>
                </a:cubicBezTo>
                <a:cubicBezTo>
                  <a:pt x="38" y="56"/>
                  <a:pt x="39" y="54"/>
                  <a:pt x="41" y="52"/>
                </a:cubicBezTo>
                <a:cubicBezTo>
                  <a:pt x="42" y="50"/>
                  <a:pt x="44" y="48"/>
                  <a:pt x="46" y="46"/>
                </a:cubicBezTo>
                <a:cubicBezTo>
                  <a:pt x="48" y="44"/>
                  <a:pt x="49" y="43"/>
                  <a:pt x="52" y="41"/>
                </a:cubicBezTo>
                <a:cubicBezTo>
                  <a:pt x="54" y="40"/>
                  <a:pt x="56" y="38"/>
                  <a:pt x="58" y="37"/>
                </a:cubicBezTo>
                <a:cubicBezTo>
                  <a:pt x="60" y="37"/>
                  <a:pt x="61" y="34"/>
                  <a:pt x="60" y="32"/>
                </a:cubicBezTo>
                <a:cubicBezTo>
                  <a:pt x="59" y="30"/>
                  <a:pt x="57" y="29"/>
                  <a:pt x="55" y="30"/>
                </a:cubicBezTo>
                <a:close/>
                <a:moveTo>
                  <a:pt x="160" y="150"/>
                </a:moveTo>
                <a:cubicBezTo>
                  <a:pt x="160" y="150"/>
                  <a:pt x="160" y="150"/>
                  <a:pt x="160" y="150"/>
                </a:cubicBezTo>
                <a:cubicBezTo>
                  <a:pt x="130" y="121"/>
                  <a:pt x="130" y="121"/>
                  <a:pt x="130" y="121"/>
                </a:cubicBezTo>
                <a:cubicBezTo>
                  <a:pt x="135" y="115"/>
                  <a:pt x="139" y="109"/>
                  <a:pt x="142" y="102"/>
                </a:cubicBezTo>
                <a:cubicBezTo>
                  <a:pt x="145" y="93"/>
                  <a:pt x="147" y="84"/>
                  <a:pt x="147" y="74"/>
                </a:cubicBezTo>
                <a:cubicBezTo>
                  <a:pt x="147" y="64"/>
                  <a:pt x="145" y="55"/>
                  <a:pt x="142" y="46"/>
                </a:cubicBezTo>
                <a:cubicBezTo>
                  <a:pt x="142" y="46"/>
                  <a:pt x="142" y="46"/>
                  <a:pt x="142" y="46"/>
                </a:cubicBezTo>
                <a:cubicBezTo>
                  <a:pt x="138" y="37"/>
                  <a:pt x="133" y="29"/>
                  <a:pt x="126" y="22"/>
                </a:cubicBezTo>
                <a:cubicBezTo>
                  <a:pt x="126" y="22"/>
                  <a:pt x="126" y="22"/>
                  <a:pt x="126" y="22"/>
                </a:cubicBezTo>
                <a:cubicBezTo>
                  <a:pt x="119" y="15"/>
                  <a:pt x="111" y="10"/>
                  <a:pt x="102" y="6"/>
                </a:cubicBezTo>
                <a:cubicBezTo>
                  <a:pt x="93" y="2"/>
                  <a:pt x="84" y="0"/>
                  <a:pt x="74" y="0"/>
                </a:cubicBezTo>
                <a:cubicBezTo>
                  <a:pt x="53" y="0"/>
                  <a:pt x="35" y="8"/>
                  <a:pt x="21" y="22"/>
                </a:cubicBezTo>
                <a:cubicBezTo>
                  <a:pt x="15" y="29"/>
                  <a:pt x="9" y="37"/>
                  <a:pt x="6" y="46"/>
                </a:cubicBezTo>
                <a:cubicBezTo>
                  <a:pt x="2" y="55"/>
                  <a:pt x="0" y="64"/>
                  <a:pt x="0" y="74"/>
                </a:cubicBezTo>
                <a:cubicBezTo>
                  <a:pt x="0" y="84"/>
                  <a:pt x="2" y="93"/>
                  <a:pt x="5" y="102"/>
                </a:cubicBezTo>
                <a:cubicBezTo>
                  <a:pt x="6" y="102"/>
                  <a:pt x="6" y="102"/>
                  <a:pt x="6" y="102"/>
                </a:cubicBezTo>
                <a:cubicBezTo>
                  <a:pt x="9" y="111"/>
                  <a:pt x="15" y="119"/>
                  <a:pt x="21" y="126"/>
                </a:cubicBezTo>
                <a:cubicBezTo>
                  <a:pt x="22" y="126"/>
                  <a:pt x="22" y="126"/>
                  <a:pt x="22" y="126"/>
                </a:cubicBezTo>
                <a:cubicBezTo>
                  <a:pt x="28" y="133"/>
                  <a:pt x="36" y="138"/>
                  <a:pt x="45" y="142"/>
                </a:cubicBezTo>
                <a:cubicBezTo>
                  <a:pt x="45" y="142"/>
                  <a:pt x="45" y="142"/>
                  <a:pt x="45" y="142"/>
                </a:cubicBezTo>
                <a:cubicBezTo>
                  <a:pt x="45" y="142"/>
                  <a:pt x="45" y="142"/>
                  <a:pt x="45" y="142"/>
                </a:cubicBezTo>
                <a:cubicBezTo>
                  <a:pt x="54" y="146"/>
                  <a:pt x="64" y="148"/>
                  <a:pt x="74" y="148"/>
                </a:cubicBezTo>
                <a:cubicBezTo>
                  <a:pt x="84" y="148"/>
                  <a:pt x="93" y="146"/>
                  <a:pt x="102" y="142"/>
                </a:cubicBezTo>
                <a:cubicBezTo>
                  <a:pt x="109" y="139"/>
                  <a:pt x="115" y="135"/>
                  <a:pt x="121" y="131"/>
                </a:cubicBezTo>
                <a:cubicBezTo>
                  <a:pt x="150" y="160"/>
                  <a:pt x="150" y="160"/>
                  <a:pt x="150" y="160"/>
                </a:cubicBezTo>
                <a:cubicBezTo>
                  <a:pt x="153" y="163"/>
                  <a:pt x="157" y="163"/>
                  <a:pt x="160" y="160"/>
                </a:cubicBezTo>
                <a:cubicBezTo>
                  <a:pt x="162" y="157"/>
                  <a:pt x="162" y="153"/>
                  <a:pt x="160" y="150"/>
                </a:cubicBezTo>
                <a:close/>
                <a:moveTo>
                  <a:pt x="116" y="117"/>
                </a:moveTo>
                <a:cubicBezTo>
                  <a:pt x="116" y="117"/>
                  <a:pt x="116" y="117"/>
                  <a:pt x="116" y="117"/>
                </a:cubicBezTo>
                <a:cubicBezTo>
                  <a:pt x="116" y="117"/>
                  <a:pt x="116" y="117"/>
                  <a:pt x="116" y="117"/>
                </a:cubicBezTo>
                <a:cubicBezTo>
                  <a:pt x="111" y="122"/>
                  <a:pt x="104" y="127"/>
                  <a:pt x="97" y="130"/>
                </a:cubicBezTo>
                <a:cubicBezTo>
                  <a:pt x="90" y="133"/>
                  <a:pt x="82" y="134"/>
                  <a:pt x="74" y="134"/>
                </a:cubicBezTo>
                <a:cubicBezTo>
                  <a:pt x="65" y="134"/>
                  <a:pt x="58" y="133"/>
                  <a:pt x="51" y="130"/>
                </a:cubicBezTo>
                <a:cubicBezTo>
                  <a:pt x="51" y="130"/>
                  <a:pt x="51" y="130"/>
                  <a:pt x="51" y="130"/>
                </a:cubicBezTo>
                <a:cubicBezTo>
                  <a:pt x="43" y="127"/>
                  <a:pt x="37" y="122"/>
                  <a:pt x="31" y="117"/>
                </a:cubicBezTo>
                <a:cubicBezTo>
                  <a:pt x="31" y="117"/>
                  <a:pt x="31" y="117"/>
                  <a:pt x="31" y="117"/>
                </a:cubicBezTo>
                <a:cubicBezTo>
                  <a:pt x="31" y="117"/>
                  <a:pt x="31" y="117"/>
                  <a:pt x="31" y="117"/>
                </a:cubicBezTo>
                <a:cubicBezTo>
                  <a:pt x="26" y="111"/>
                  <a:pt x="21" y="104"/>
                  <a:pt x="18" y="97"/>
                </a:cubicBezTo>
                <a:cubicBezTo>
                  <a:pt x="18" y="97"/>
                  <a:pt x="18" y="97"/>
                  <a:pt x="18" y="97"/>
                </a:cubicBezTo>
                <a:cubicBezTo>
                  <a:pt x="15" y="90"/>
                  <a:pt x="13" y="82"/>
                  <a:pt x="13" y="74"/>
                </a:cubicBezTo>
                <a:cubicBezTo>
                  <a:pt x="13" y="66"/>
                  <a:pt x="15" y="58"/>
                  <a:pt x="18" y="51"/>
                </a:cubicBezTo>
                <a:cubicBezTo>
                  <a:pt x="21" y="44"/>
                  <a:pt x="26" y="37"/>
                  <a:pt x="31" y="31"/>
                </a:cubicBezTo>
                <a:cubicBezTo>
                  <a:pt x="42" y="21"/>
                  <a:pt x="57" y="14"/>
                  <a:pt x="74" y="14"/>
                </a:cubicBezTo>
                <a:cubicBezTo>
                  <a:pt x="82" y="14"/>
                  <a:pt x="90" y="15"/>
                  <a:pt x="97" y="18"/>
                </a:cubicBezTo>
                <a:cubicBezTo>
                  <a:pt x="104" y="21"/>
                  <a:pt x="111" y="26"/>
                  <a:pt x="116" y="31"/>
                </a:cubicBezTo>
                <a:cubicBezTo>
                  <a:pt x="117" y="32"/>
                  <a:pt x="117" y="32"/>
                  <a:pt x="117" y="32"/>
                </a:cubicBezTo>
                <a:cubicBezTo>
                  <a:pt x="122" y="37"/>
                  <a:pt x="126" y="44"/>
                  <a:pt x="129" y="51"/>
                </a:cubicBezTo>
                <a:cubicBezTo>
                  <a:pt x="129" y="51"/>
                  <a:pt x="129" y="51"/>
                  <a:pt x="129" y="51"/>
                </a:cubicBezTo>
                <a:cubicBezTo>
                  <a:pt x="132" y="58"/>
                  <a:pt x="134" y="66"/>
                  <a:pt x="134" y="74"/>
                </a:cubicBezTo>
                <a:cubicBezTo>
                  <a:pt x="134" y="82"/>
                  <a:pt x="132" y="90"/>
                  <a:pt x="129" y="97"/>
                </a:cubicBezTo>
                <a:cubicBezTo>
                  <a:pt x="126" y="104"/>
                  <a:pt x="122" y="111"/>
                  <a:pt x="116" y="117"/>
                </a:cubicBezTo>
                <a:close/>
                <a:moveTo>
                  <a:pt x="117" y="70"/>
                </a:moveTo>
                <a:cubicBezTo>
                  <a:pt x="117" y="70"/>
                  <a:pt x="117" y="70"/>
                  <a:pt x="117" y="70"/>
                </a:cubicBezTo>
                <a:cubicBezTo>
                  <a:pt x="115" y="70"/>
                  <a:pt x="113" y="72"/>
                  <a:pt x="113" y="74"/>
                </a:cubicBezTo>
                <a:cubicBezTo>
                  <a:pt x="113" y="79"/>
                  <a:pt x="112" y="84"/>
                  <a:pt x="110" y="89"/>
                </a:cubicBezTo>
                <a:cubicBezTo>
                  <a:pt x="110" y="89"/>
                  <a:pt x="110" y="89"/>
                  <a:pt x="110" y="89"/>
                </a:cubicBezTo>
                <a:cubicBezTo>
                  <a:pt x="108" y="94"/>
                  <a:pt x="105" y="98"/>
                  <a:pt x="102" y="102"/>
                </a:cubicBezTo>
                <a:cubicBezTo>
                  <a:pt x="98" y="106"/>
                  <a:pt x="94" y="109"/>
                  <a:pt x="89" y="111"/>
                </a:cubicBezTo>
                <a:cubicBezTo>
                  <a:pt x="84" y="113"/>
                  <a:pt x="79" y="114"/>
                  <a:pt x="74" y="114"/>
                </a:cubicBezTo>
                <a:cubicBezTo>
                  <a:pt x="71" y="114"/>
                  <a:pt x="70" y="115"/>
                  <a:pt x="70" y="118"/>
                </a:cubicBezTo>
                <a:cubicBezTo>
                  <a:pt x="70" y="120"/>
                  <a:pt x="71" y="122"/>
                  <a:pt x="74" y="122"/>
                </a:cubicBezTo>
                <a:cubicBezTo>
                  <a:pt x="80" y="122"/>
                  <a:pt x="86" y="120"/>
                  <a:pt x="92" y="118"/>
                </a:cubicBezTo>
                <a:cubicBezTo>
                  <a:pt x="98" y="116"/>
                  <a:pt x="103" y="112"/>
                  <a:pt x="107" y="108"/>
                </a:cubicBezTo>
                <a:cubicBezTo>
                  <a:pt x="112" y="103"/>
                  <a:pt x="115" y="98"/>
                  <a:pt x="118" y="92"/>
                </a:cubicBezTo>
                <a:cubicBezTo>
                  <a:pt x="118" y="92"/>
                  <a:pt x="118" y="92"/>
                  <a:pt x="118" y="92"/>
                </a:cubicBezTo>
                <a:cubicBezTo>
                  <a:pt x="120" y="86"/>
                  <a:pt x="121" y="80"/>
                  <a:pt x="121" y="74"/>
                </a:cubicBezTo>
                <a:cubicBezTo>
                  <a:pt x="121" y="72"/>
                  <a:pt x="120" y="70"/>
                  <a:pt x="117" y="70"/>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8" name="Freeform 11"/>
          <p:cNvSpPr>
            <a:spLocks noEditPoints="1"/>
          </p:cNvSpPr>
          <p:nvPr/>
        </p:nvSpPr>
        <p:spPr bwMode="auto">
          <a:xfrm>
            <a:off x="8307349" y="72219"/>
            <a:ext cx="150176" cy="190798"/>
          </a:xfrm>
          <a:custGeom>
            <a:avLst/>
            <a:gdLst>
              <a:gd name="T0" fmla="*/ 104 w 139"/>
              <a:gd name="T1" fmla="*/ 99 h 177"/>
              <a:gd name="T2" fmla="*/ 91 w 139"/>
              <a:gd name="T3" fmla="*/ 160 h 177"/>
              <a:gd name="T4" fmla="*/ 133 w 139"/>
              <a:gd name="T5" fmla="*/ 164 h 177"/>
              <a:gd name="T6" fmla="*/ 133 w 139"/>
              <a:gd name="T7" fmla="*/ 177 h 177"/>
              <a:gd name="T8" fmla="*/ 0 w 139"/>
              <a:gd name="T9" fmla="*/ 170 h 177"/>
              <a:gd name="T10" fmla="*/ 51 w 139"/>
              <a:gd name="T11" fmla="*/ 164 h 177"/>
              <a:gd name="T12" fmla="*/ 81 w 139"/>
              <a:gd name="T13" fmla="*/ 151 h 177"/>
              <a:gd name="T14" fmla="*/ 10 w 139"/>
              <a:gd name="T15" fmla="*/ 147 h 177"/>
              <a:gd name="T16" fmla="*/ 10 w 139"/>
              <a:gd name="T17" fmla="*/ 139 h 177"/>
              <a:gd name="T18" fmla="*/ 94 w 139"/>
              <a:gd name="T19" fmla="*/ 120 h 177"/>
              <a:gd name="T20" fmla="*/ 84 w 139"/>
              <a:gd name="T21" fmla="*/ 92 h 177"/>
              <a:gd name="T22" fmla="*/ 69 w 139"/>
              <a:gd name="T23" fmla="*/ 94 h 177"/>
              <a:gd name="T24" fmla="*/ 53 w 139"/>
              <a:gd name="T25" fmla="*/ 113 h 177"/>
              <a:gd name="T26" fmla="*/ 46 w 139"/>
              <a:gd name="T27" fmla="*/ 117 h 177"/>
              <a:gd name="T28" fmla="*/ 24 w 139"/>
              <a:gd name="T29" fmla="*/ 109 h 177"/>
              <a:gd name="T30" fmla="*/ 26 w 139"/>
              <a:gd name="T31" fmla="*/ 97 h 177"/>
              <a:gd name="T32" fmla="*/ 21 w 139"/>
              <a:gd name="T33" fmla="*/ 89 h 177"/>
              <a:gd name="T34" fmla="*/ 63 w 139"/>
              <a:gd name="T35" fmla="*/ 24 h 177"/>
              <a:gd name="T36" fmla="*/ 67 w 139"/>
              <a:gd name="T37" fmla="*/ 26 h 177"/>
              <a:gd name="T38" fmla="*/ 69 w 139"/>
              <a:gd name="T39" fmla="*/ 14 h 177"/>
              <a:gd name="T40" fmla="*/ 76 w 139"/>
              <a:gd name="T41" fmla="*/ 2 h 177"/>
              <a:gd name="T42" fmla="*/ 109 w 139"/>
              <a:gd name="T43" fmla="*/ 29 h 177"/>
              <a:gd name="T44" fmla="*/ 96 w 139"/>
              <a:gd name="T45" fmla="*/ 30 h 177"/>
              <a:gd name="T46" fmla="*/ 94 w 139"/>
              <a:gd name="T47" fmla="*/ 42 h 177"/>
              <a:gd name="T48" fmla="*/ 87 w 139"/>
              <a:gd name="T49" fmla="*/ 63 h 177"/>
              <a:gd name="T50" fmla="*/ 92 w 139"/>
              <a:gd name="T51" fmla="*/ 81 h 177"/>
              <a:gd name="T52" fmla="*/ 89 w 139"/>
              <a:gd name="T53" fmla="*/ 26 h 177"/>
              <a:gd name="T54" fmla="*/ 74 w 139"/>
              <a:gd name="T55" fmla="*/ 30 h 177"/>
              <a:gd name="T56" fmla="*/ 89 w 139"/>
              <a:gd name="T57" fmla="*/ 26 h 177"/>
              <a:gd name="T58" fmla="*/ 80 w 139"/>
              <a:gd name="T59" fmla="*/ 59 h 177"/>
              <a:gd name="T60" fmla="*/ 62 w 139"/>
              <a:gd name="T61" fmla="*/ 33 h 177"/>
              <a:gd name="T62" fmla="*/ 54 w 139"/>
              <a:gd name="T63" fmla="*/ 104 h 177"/>
              <a:gd name="T64" fmla="*/ 56 w 139"/>
              <a:gd name="T65" fmla="*/ 76 h 177"/>
              <a:gd name="T66" fmla="*/ 62 w 139"/>
              <a:gd name="T67" fmla="*/ 63 h 177"/>
              <a:gd name="T68" fmla="*/ 82 w 139"/>
              <a:gd name="T69" fmla="*/ 69 h 177"/>
              <a:gd name="T70" fmla="*/ 67 w 139"/>
              <a:gd name="T71" fmla="*/ 69 h 177"/>
              <a:gd name="T72" fmla="*/ 67 w 139"/>
              <a:gd name="T73" fmla="*/ 69 h 177"/>
              <a:gd name="T74" fmla="*/ 75 w 139"/>
              <a:gd name="T75" fmla="*/ 86 h 177"/>
              <a:gd name="T76" fmla="*/ 82 w 139"/>
              <a:gd name="T77" fmla="*/ 83 h 177"/>
              <a:gd name="T78" fmla="*/ 82 w 139"/>
              <a:gd name="T79" fmla="*/ 69 h 177"/>
              <a:gd name="T80" fmla="*/ 33 w 139"/>
              <a:gd name="T81" fmla="*/ 101 h 177"/>
              <a:gd name="T82" fmla="*/ 31 w 139"/>
              <a:gd name="T83" fmla="*/ 104 h 177"/>
              <a:gd name="T84" fmla="*/ 42 w 139"/>
              <a:gd name="T85" fmla="*/ 106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 h="177">
                <a:moveTo>
                  <a:pt x="92" y="81"/>
                </a:moveTo>
                <a:cubicBezTo>
                  <a:pt x="97" y="87"/>
                  <a:pt x="101" y="92"/>
                  <a:pt x="104" y="99"/>
                </a:cubicBezTo>
                <a:cubicBezTo>
                  <a:pt x="106" y="106"/>
                  <a:pt x="108" y="113"/>
                  <a:pt x="108" y="120"/>
                </a:cubicBezTo>
                <a:cubicBezTo>
                  <a:pt x="108" y="136"/>
                  <a:pt x="101" y="150"/>
                  <a:pt x="91" y="160"/>
                </a:cubicBezTo>
                <a:cubicBezTo>
                  <a:pt x="90" y="162"/>
                  <a:pt x="89" y="163"/>
                  <a:pt x="88" y="164"/>
                </a:cubicBezTo>
                <a:cubicBezTo>
                  <a:pt x="133" y="164"/>
                  <a:pt x="133" y="164"/>
                  <a:pt x="133" y="164"/>
                </a:cubicBezTo>
                <a:cubicBezTo>
                  <a:pt x="136" y="164"/>
                  <a:pt x="139" y="167"/>
                  <a:pt x="139" y="170"/>
                </a:cubicBezTo>
                <a:cubicBezTo>
                  <a:pt x="139" y="174"/>
                  <a:pt x="136" y="177"/>
                  <a:pt x="133" y="177"/>
                </a:cubicBezTo>
                <a:cubicBezTo>
                  <a:pt x="91" y="177"/>
                  <a:pt x="49" y="177"/>
                  <a:pt x="7" y="177"/>
                </a:cubicBezTo>
                <a:cubicBezTo>
                  <a:pt x="3" y="177"/>
                  <a:pt x="0" y="174"/>
                  <a:pt x="0" y="170"/>
                </a:cubicBezTo>
                <a:cubicBezTo>
                  <a:pt x="0" y="167"/>
                  <a:pt x="3" y="164"/>
                  <a:pt x="7" y="164"/>
                </a:cubicBezTo>
                <a:cubicBezTo>
                  <a:pt x="51" y="164"/>
                  <a:pt x="51" y="164"/>
                  <a:pt x="51" y="164"/>
                </a:cubicBezTo>
                <a:cubicBezTo>
                  <a:pt x="51" y="164"/>
                  <a:pt x="51" y="164"/>
                  <a:pt x="51" y="164"/>
                </a:cubicBezTo>
                <a:cubicBezTo>
                  <a:pt x="63" y="164"/>
                  <a:pt x="74" y="159"/>
                  <a:pt x="81" y="151"/>
                </a:cubicBezTo>
                <a:cubicBezTo>
                  <a:pt x="83" y="150"/>
                  <a:pt x="84" y="148"/>
                  <a:pt x="85" y="147"/>
                </a:cubicBezTo>
                <a:cubicBezTo>
                  <a:pt x="10" y="147"/>
                  <a:pt x="10" y="147"/>
                  <a:pt x="10" y="147"/>
                </a:cubicBezTo>
                <a:cubicBezTo>
                  <a:pt x="8" y="147"/>
                  <a:pt x="6" y="145"/>
                  <a:pt x="6" y="143"/>
                </a:cubicBezTo>
                <a:cubicBezTo>
                  <a:pt x="6" y="141"/>
                  <a:pt x="8" y="139"/>
                  <a:pt x="10" y="139"/>
                </a:cubicBezTo>
                <a:cubicBezTo>
                  <a:pt x="90" y="139"/>
                  <a:pt x="90" y="139"/>
                  <a:pt x="90" y="139"/>
                </a:cubicBezTo>
                <a:cubicBezTo>
                  <a:pt x="93" y="133"/>
                  <a:pt x="94" y="127"/>
                  <a:pt x="94" y="120"/>
                </a:cubicBezTo>
                <a:cubicBezTo>
                  <a:pt x="94" y="114"/>
                  <a:pt x="93" y="109"/>
                  <a:pt x="91" y="104"/>
                </a:cubicBezTo>
                <a:cubicBezTo>
                  <a:pt x="89" y="100"/>
                  <a:pt x="87" y="96"/>
                  <a:pt x="84" y="92"/>
                </a:cubicBezTo>
                <a:cubicBezTo>
                  <a:pt x="81" y="94"/>
                  <a:pt x="78" y="94"/>
                  <a:pt x="75" y="94"/>
                </a:cubicBezTo>
                <a:cubicBezTo>
                  <a:pt x="73" y="94"/>
                  <a:pt x="71" y="94"/>
                  <a:pt x="69" y="94"/>
                </a:cubicBezTo>
                <a:cubicBezTo>
                  <a:pt x="59" y="111"/>
                  <a:pt x="59" y="111"/>
                  <a:pt x="59" y="111"/>
                </a:cubicBezTo>
                <a:cubicBezTo>
                  <a:pt x="58" y="113"/>
                  <a:pt x="55" y="114"/>
                  <a:pt x="53" y="113"/>
                </a:cubicBezTo>
                <a:cubicBezTo>
                  <a:pt x="50" y="111"/>
                  <a:pt x="50" y="111"/>
                  <a:pt x="50" y="111"/>
                </a:cubicBezTo>
                <a:cubicBezTo>
                  <a:pt x="46" y="117"/>
                  <a:pt x="46" y="117"/>
                  <a:pt x="46" y="117"/>
                </a:cubicBezTo>
                <a:cubicBezTo>
                  <a:pt x="45" y="119"/>
                  <a:pt x="42" y="119"/>
                  <a:pt x="40" y="118"/>
                </a:cubicBezTo>
                <a:cubicBezTo>
                  <a:pt x="24" y="109"/>
                  <a:pt x="24" y="109"/>
                  <a:pt x="24" y="109"/>
                </a:cubicBezTo>
                <a:cubicBezTo>
                  <a:pt x="22" y="108"/>
                  <a:pt x="21" y="105"/>
                  <a:pt x="22" y="103"/>
                </a:cubicBezTo>
                <a:cubicBezTo>
                  <a:pt x="26" y="97"/>
                  <a:pt x="26" y="97"/>
                  <a:pt x="26" y="97"/>
                </a:cubicBezTo>
                <a:cubicBezTo>
                  <a:pt x="22" y="95"/>
                  <a:pt x="22" y="95"/>
                  <a:pt x="22" y="95"/>
                </a:cubicBezTo>
                <a:cubicBezTo>
                  <a:pt x="20" y="94"/>
                  <a:pt x="20" y="91"/>
                  <a:pt x="21" y="89"/>
                </a:cubicBezTo>
                <a:cubicBezTo>
                  <a:pt x="57" y="26"/>
                  <a:pt x="57" y="26"/>
                  <a:pt x="57" y="26"/>
                </a:cubicBezTo>
                <a:cubicBezTo>
                  <a:pt x="58" y="24"/>
                  <a:pt x="61" y="23"/>
                  <a:pt x="63" y="24"/>
                </a:cubicBezTo>
                <a:cubicBezTo>
                  <a:pt x="63" y="24"/>
                  <a:pt x="63" y="24"/>
                  <a:pt x="63" y="24"/>
                </a:cubicBezTo>
                <a:cubicBezTo>
                  <a:pt x="67" y="26"/>
                  <a:pt x="67" y="26"/>
                  <a:pt x="67" y="26"/>
                </a:cubicBezTo>
                <a:cubicBezTo>
                  <a:pt x="73" y="16"/>
                  <a:pt x="73" y="16"/>
                  <a:pt x="73" y="16"/>
                </a:cubicBezTo>
                <a:cubicBezTo>
                  <a:pt x="69" y="14"/>
                  <a:pt x="69" y="14"/>
                  <a:pt x="69" y="14"/>
                </a:cubicBezTo>
                <a:cubicBezTo>
                  <a:pt x="66" y="12"/>
                  <a:pt x="65" y="8"/>
                  <a:pt x="66" y="5"/>
                </a:cubicBezTo>
                <a:cubicBezTo>
                  <a:pt x="68" y="1"/>
                  <a:pt x="72" y="0"/>
                  <a:pt x="76" y="2"/>
                </a:cubicBezTo>
                <a:cubicBezTo>
                  <a:pt x="86" y="8"/>
                  <a:pt x="96" y="14"/>
                  <a:pt x="107" y="20"/>
                </a:cubicBezTo>
                <a:cubicBezTo>
                  <a:pt x="110" y="22"/>
                  <a:pt x="111" y="26"/>
                  <a:pt x="109" y="29"/>
                </a:cubicBezTo>
                <a:cubicBezTo>
                  <a:pt x="107" y="33"/>
                  <a:pt x="103" y="34"/>
                  <a:pt x="100" y="32"/>
                </a:cubicBezTo>
                <a:cubicBezTo>
                  <a:pt x="96" y="30"/>
                  <a:pt x="96" y="30"/>
                  <a:pt x="96" y="30"/>
                </a:cubicBezTo>
                <a:cubicBezTo>
                  <a:pt x="90" y="40"/>
                  <a:pt x="90" y="40"/>
                  <a:pt x="90" y="40"/>
                </a:cubicBezTo>
                <a:cubicBezTo>
                  <a:pt x="94" y="42"/>
                  <a:pt x="94" y="42"/>
                  <a:pt x="94" y="42"/>
                </a:cubicBezTo>
                <a:cubicBezTo>
                  <a:pt x="96" y="43"/>
                  <a:pt x="97" y="46"/>
                  <a:pt x="96" y="48"/>
                </a:cubicBezTo>
                <a:cubicBezTo>
                  <a:pt x="87" y="63"/>
                  <a:pt x="87" y="63"/>
                  <a:pt x="87" y="63"/>
                </a:cubicBezTo>
                <a:cubicBezTo>
                  <a:pt x="91" y="66"/>
                  <a:pt x="93" y="71"/>
                  <a:pt x="93" y="76"/>
                </a:cubicBezTo>
                <a:cubicBezTo>
                  <a:pt x="93" y="78"/>
                  <a:pt x="93" y="80"/>
                  <a:pt x="92" y="81"/>
                </a:cubicBezTo>
                <a:close/>
                <a:moveTo>
                  <a:pt x="89" y="26"/>
                </a:moveTo>
                <a:cubicBezTo>
                  <a:pt x="89" y="26"/>
                  <a:pt x="89" y="26"/>
                  <a:pt x="89" y="26"/>
                </a:cubicBezTo>
                <a:cubicBezTo>
                  <a:pt x="86" y="24"/>
                  <a:pt x="83" y="22"/>
                  <a:pt x="80" y="20"/>
                </a:cubicBezTo>
                <a:cubicBezTo>
                  <a:pt x="74" y="30"/>
                  <a:pt x="74" y="30"/>
                  <a:pt x="74" y="30"/>
                </a:cubicBezTo>
                <a:cubicBezTo>
                  <a:pt x="83" y="36"/>
                  <a:pt x="83" y="36"/>
                  <a:pt x="83" y="36"/>
                </a:cubicBezTo>
                <a:cubicBezTo>
                  <a:pt x="89" y="26"/>
                  <a:pt x="89" y="26"/>
                  <a:pt x="89" y="26"/>
                </a:cubicBezTo>
                <a:close/>
                <a:moveTo>
                  <a:pt x="80" y="59"/>
                </a:moveTo>
                <a:cubicBezTo>
                  <a:pt x="80" y="59"/>
                  <a:pt x="80" y="59"/>
                  <a:pt x="80" y="59"/>
                </a:cubicBezTo>
                <a:cubicBezTo>
                  <a:pt x="87" y="47"/>
                  <a:pt x="87" y="47"/>
                  <a:pt x="87" y="47"/>
                </a:cubicBezTo>
                <a:cubicBezTo>
                  <a:pt x="78" y="43"/>
                  <a:pt x="70" y="38"/>
                  <a:pt x="62" y="33"/>
                </a:cubicBezTo>
                <a:cubicBezTo>
                  <a:pt x="30" y="90"/>
                  <a:pt x="30" y="90"/>
                  <a:pt x="30" y="90"/>
                </a:cubicBezTo>
                <a:cubicBezTo>
                  <a:pt x="38" y="94"/>
                  <a:pt x="46" y="99"/>
                  <a:pt x="54" y="104"/>
                </a:cubicBezTo>
                <a:cubicBezTo>
                  <a:pt x="62" y="90"/>
                  <a:pt x="62" y="90"/>
                  <a:pt x="62" y="90"/>
                </a:cubicBezTo>
                <a:cubicBezTo>
                  <a:pt x="58" y="86"/>
                  <a:pt x="56" y="81"/>
                  <a:pt x="56" y="76"/>
                </a:cubicBezTo>
                <a:cubicBezTo>
                  <a:pt x="56" y="71"/>
                  <a:pt x="58" y="66"/>
                  <a:pt x="62" y="63"/>
                </a:cubicBezTo>
                <a:cubicBezTo>
                  <a:pt x="62" y="63"/>
                  <a:pt x="62" y="63"/>
                  <a:pt x="62" y="63"/>
                </a:cubicBezTo>
                <a:cubicBezTo>
                  <a:pt x="67" y="58"/>
                  <a:pt x="73" y="57"/>
                  <a:pt x="80" y="59"/>
                </a:cubicBezTo>
                <a:close/>
                <a:moveTo>
                  <a:pt x="82" y="69"/>
                </a:moveTo>
                <a:cubicBezTo>
                  <a:pt x="82" y="69"/>
                  <a:pt x="82" y="69"/>
                  <a:pt x="82" y="69"/>
                </a:cubicBezTo>
                <a:cubicBezTo>
                  <a:pt x="78" y="65"/>
                  <a:pt x="71" y="65"/>
                  <a:pt x="67" y="69"/>
                </a:cubicBezTo>
                <a:cubicBezTo>
                  <a:pt x="67" y="69"/>
                  <a:pt x="67" y="69"/>
                  <a:pt x="67" y="69"/>
                </a:cubicBezTo>
                <a:cubicBezTo>
                  <a:pt x="67" y="69"/>
                  <a:pt x="67" y="69"/>
                  <a:pt x="67" y="69"/>
                </a:cubicBezTo>
                <a:cubicBezTo>
                  <a:pt x="65" y="71"/>
                  <a:pt x="64" y="73"/>
                  <a:pt x="64" y="76"/>
                </a:cubicBezTo>
                <a:cubicBezTo>
                  <a:pt x="64" y="82"/>
                  <a:pt x="69" y="86"/>
                  <a:pt x="75" y="86"/>
                </a:cubicBezTo>
                <a:cubicBezTo>
                  <a:pt x="77" y="86"/>
                  <a:pt x="80" y="85"/>
                  <a:pt x="82" y="83"/>
                </a:cubicBezTo>
                <a:cubicBezTo>
                  <a:pt x="82" y="83"/>
                  <a:pt x="82" y="83"/>
                  <a:pt x="82" y="83"/>
                </a:cubicBezTo>
                <a:cubicBezTo>
                  <a:pt x="84" y="81"/>
                  <a:pt x="85" y="79"/>
                  <a:pt x="85" y="76"/>
                </a:cubicBezTo>
                <a:cubicBezTo>
                  <a:pt x="85" y="73"/>
                  <a:pt x="84" y="71"/>
                  <a:pt x="82" y="69"/>
                </a:cubicBezTo>
                <a:cubicBezTo>
                  <a:pt x="82" y="69"/>
                  <a:pt x="82" y="69"/>
                  <a:pt x="82" y="69"/>
                </a:cubicBezTo>
                <a:close/>
                <a:moveTo>
                  <a:pt x="33" y="101"/>
                </a:moveTo>
                <a:cubicBezTo>
                  <a:pt x="33" y="101"/>
                  <a:pt x="33" y="101"/>
                  <a:pt x="33" y="101"/>
                </a:cubicBezTo>
                <a:cubicBezTo>
                  <a:pt x="31" y="104"/>
                  <a:pt x="31" y="104"/>
                  <a:pt x="31" y="104"/>
                </a:cubicBezTo>
                <a:cubicBezTo>
                  <a:pt x="41" y="109"/>
                  <a:pt x="41" y="109"/>
                  <a:pt x="41" y="109"/>
                </a:cubicBezTo>
                <a:cubicBezTo>
                  <a:pt x="42" y="106"/>
                  <a:pt x="42" y="106"/>
                  <a:pt x="42" y="106"/>
                </a:cubicBezTo>
                <a:cubicBezTo>
                  <a:pt x="33" y="101"/>
                  <a:pt x="33" y="101"/>
                  <a:pt x="33" y="101"/>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9" name="Freeform 12"/>
          <p:cNvSpPr>
            <a:spLocks noEditPoints="1"/>
          </p:cNvSpPr>
          <p:nvPr/>
        </p:nvSpPr>
        <p:spPr bwMode="auto">
          <a:xfrm>
            <a:off x="7906118" y="72068"/>
            <a:ext cx="130548" cy="187604"/>
          </a:xfrm>
          <a:custGeom>
            <a:avLst/>
            <a:gdLst>
              <a:gd name="T0" fmla="*/ 3 w 121"/>
              <a:gd name="T1" fmla="*/ 119 h 174"/>
              <a:gd name="T2" fmla="*/ 23 w 121"/>
              <a:gd name="T3" fmla="*/ 115 h 174"/>
              <a:gd name="T4" fmla="*/ 38 w 121"/>
              <a:gd name="T5" fmla="*/ 74 h 174"/>
              <a:gd name="T6" fmla="*/ 38 w 121"/>
              <a:gd name="T7" fmla="*/ 74 h 174"/>
              <a:gd name="T8" fmla="*/ 38 w 121"/>
              <a:gd name="T9" fmla="*/ 29 h 174"/>
              <a:gd name="T10" fmla="*/ 54 w 121"/>
              <a:gd name="T11" fmla="*/ 21 h 174"/>
              <a:gd name="T12" fmla="*/ 60 w 121"/>
              <a:gd name="T13" fmla="*/ 0 h 174"/>
              <a:gd name="T14" fmla="*/ 67 w 121"/>
              <a:gd name="T15" fmla="*/ 21 h 174"/>
              <a:gd name="T16" fmla="*/ 92 w 121"/>
              <a:gd name="T17" fmla="*/ 51 h 174"/>
              <a:gd name="T18" fmla="*/ 82 w 121"/>
              <a:gd name="T19" fmla="*/ 74 h 174"/>
              <a:gd name="T20" fmla="*/ 98 w 121"/>
              <a:gd name="T21" fmla="*/ 115 h 174"/>
              <a:gd name="T22" fmla="*/ 117 w 121"/>
              <a:gd name="T23" fmla="*/ 119 h 174"/>
              <a:gd name="T24" fmla="*/ 102 w 121"/>
              <a:gd name="T25" fmla="*/ 124 h 174"/>
              <a:gd name="T26" fmla="*/ 116 w 121"/>
              <a:gd name="T27" fmla="*/ 159 h 174"/>
              <a:gd name="T28" fmla="*/ 120 w 121"/>
              <a:gd name="T29" fmla="*/ 168 h 174"/>
              <a:gd name="T30" fmla="*/ 113 w 121"/>
              <a:gd name="T31" fmla="*/ 171 h 174"/>
              <a:gd name="T32" fmla="*/ 108 w 121"/>
              <a:gd name="T33" fmla="*/ 162 h 174"/>
              <a:gd name="T34" fmla="*/ 87 w 121"/>
              <a:gd name="T35" fmla="*/ 124 h 174"/>
              <a:gd name="T36" fmla="*/ 67 w 121"/>
              <a:gd name="T37" fmla="*/ 129 h 174"/>
              <a:gd name="T38" fmla="*/ 54 w 121"/>
              <a:gd name="T39" fmla="*/ 129 h 174"/>
              <a:gd name="T40" fmla="*/ 34 w 121"/>
              <a:gd name="T41" fmla="*/ 124 h 174"/>
              <a:gd name="T42" fmla="*/ 13 w 121"/>
              <a:gd name="T43" fmla="*/ 162 h 174"/>
              <a:gd name="T44" fmla="*/ 8 w 121"/>
              <a:gd name="T45" fmla="*/ 171 h 174"/>
              <a:gd name="T46" fmla="*/ 1 w 121"/>
              <a:gd name="T47" fmla="*/ 168 h 174"/>
              <a:gd name="T48" fmla="*/ 5 w 121"/>
              <a:gd name="T49" fmla="*/ 159 h 174"/>
              <a:gd name="T50" fmla="*/ 19 w 121"/>
              <a:gd name="T51" fmla="*/ 124 h 174"/>
              <a:gd name="T52" fmla="*/ 54 w 121"/>
              <a:gd name="T53" fmla="*/ 115 h 174"/>
              <a:gd name="T54" fmla="*/ 54 w 121"/>
              <a:gd name="T55" fmla="*/ 110 h 174"/>
              <a:gd name="T56" fmla="*/ 67 w 121"/>
              <a:gd name="T57" fmla="*/ 110 h 174"/>
              <a:gd name="T58" fmla="*/ 83 w 121"/>
              <a:gd name="T59" fmla="*/ 115 h 174"/>
              <a:gd name="T60" fmla="*/ 54 w 121"/>
              <a:gd name="T61" fmla="*/ 82 h 174"/>
              <a:gd name="T62" fmla="*/ 54 w 121"/>
              <a:gd name="T63" fmla="*/ 115 h 174"/>
              <a:gd name="T64" fmla="*/ 73 w 121"/>
              <a:gd name="T65" fmla="*/ 39 h 174"/>
              <a:gd name="T66" fmla="*/ 48 w 121"/>
              <a:gd name="T67" fmla="*/ 39 h 174"/>
              <a:gd name="T68" fmla="*/ 48 w 121"/>
              <a:gd name="T69" fmla="*/ 64 h 174"/>
              <a:gd name="T70" fmla="*/ 68 w 121"/>
              <a:gd name="T71" fmla="*/ 68 h 174"/>
              <a:gd name="T72" fmla="*/ 73 w 121"/>
              <a:gd name="T73" fmla="*/ 64 h 174"/>
              <a:gd name="T74" fmla="*/ 73 w 121"/>
              <a:gd name="T75" fmla="*/ 39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1" h="174">
                <a:moveTo>
                  <a:pt x="8" y="124"/>
                </a:moveTo>
                <a:cubicBezTo>
                  <a:pt x="5" y="124"/>
                  <a:pt x="3" y="122"/>
                  <a:pt x="3" y="119"/>
                </a:cubicBezTo>
                <a:cubicBezTo>
                  <a:pt x="3" y="117"/>
                  <a:pt x="5" y="115"/>
                  <a:pt x="8" y="115"/>
                </a:cubicBezTo>
                <a:cubicBezTo>
                  <a:pt x="23" y="115"/>
                  <a:pt x="23" y="115"/>
                  <a:pt x="23" y="115"/>
                </a:cubicBezTo>
                <a:cubicBezTo>
                  <a:pt x="42" y="77"/>
                  <a:pt x="42" y="77"/>
                  <a:pt x="42" y="77"/>
                </a:cubicBezTo>
                <a:cubicBezTo>
                  <a:pt x="41" y="76"/>
                  <a:pt x="40" y="75"/>
                  <a:pt x="38" y="74"/>
                </a:cubicBezTo>
                <a:cubicBezTo>
                  <a:pt x="38" y="74"/>
                  <a:pt x="38" y="74"/>
                  <a:pt x="38" y="74"/>
                </a:cubicBezTo>
                <a:cubicBezTo>
                  <a:pt x="38" y="74"/>
                  <a:pt x="38" y="74"/>
                  <a:pt x="38" y="74"/>
                </a:cubicBezTo>
                <a:cubicBezTo>
                  <a:pt x="33" y="68"/>
                  <a:pt x="29" y="60"/>
                  <a:pt x="29" y="51"/>
                </a:cubicBezTo>
                <a:cubicBezTo>
                  <a:pt x="29" y="43"/>
                  <a:pt x="33" y="35"/>
                  <a:pt x="38" y="29"/>
                </a:cubicBezTo>
                <a:cubicBezTo>
                  <a:pt x="39" y="29"/>
                  <a:pt x="39" y="29"/>
                  <a:pt x="39" y="29"/>
                </a:cubicBezTo>
                <a:cubicBezTo>
                  <a:pt x="43" y="25"/>
                  <a:pt x="48" y="22"/>
                  <a:pt x="54" y="21"/>
                </a:cubicBezTo>
                <a:cubicBezTo>
                  <a:pt x="54" y="7"/>
                  <a:pt x="54" y="7"/>
                  <a:pt x="54" y="7"/>
                </a:cubicBezTo>
                <a:cubicBezTo>
                  <a:pt x="54" y="3"/>
                  <a:pt x="57" y="0"/>
                  <a:pt x="60" y="0"/>
                </a:cubicBezTo>
                <a:cubicBezTo>
                  <a:pt x="64" y="0"/>
                  <a:pt x="67" y="3"/>
                  <a:pt x="67" y="7"/>
                </a:cubicBezTo>
                <a:cubicBezTo>
                  <a:pt x="67" y="21"/>
                  <a:pt x="67" y="21"/>
                  <a:pt x="67" y="21"/>
                </a:cubicBezTo>
                <a:cubicBezTo>
                  <a:pt x="73" y="22"/>
                  <a:pt x="78" y="25"/>
                  <a:pt x="82" y="29"/>
                </a:cubicBezTo>
                <a:cubicBezTo>
                  <a:pt x="88" y="35"/>
                  <a:pt x="92" y="43"/>
                  <a:pt x="92" y="51"/>
                </a:cubicBezTo>
                <a:cubicBezTo>
                  <a:pt x="92" y="60"/>
                  <a:pt x="88" y="68"/>
                  <a:pt x="82" y="74"/>
                </a:cubicBezTo>
                <a:cubicBezTo>
                  <a:pt x="82" y="74"/>
                  <a:pt x="82" y="74"/>
                  <a:pt x="82" y="74"/>
                </a:cubicBezTo>
                <a:cubicBezTo>
                  <a:pt x="81" y="75"/>
                  <a:pt x="80" y="76"/>
                  <a:pt x="79" y="77"/>
                </a:cubicBezTo>
                <a:cubicBezTo>
                  <a:pt x="98" y="115"/>
                  <a:pt x="98" y="115"/>
                  <a:pt x="98" y="115"/>
                </a:cubicBezTo>
                <a:cubicBezTo>
                  <a:pt x="113" y="115"/>
                  <a:pt x="113" y="115"/>
                  <a:pt x="113" y="115"/>
                </a:cubicBezTo>
                <a:cubicBezTo>
                  <a:pt x="116" y="115"/>
                  <a:pt x="117" y="117"/>
                  <a:pt x="117" y="119"/>
                </a:cubicBezTo>
                <a:cubicBezTo>
                  <a:pt x="117" y="122"/>
                  <a:pt x="116" y="124"/>
                  <a:pt x="113" y="124"/>
                </a:cubicBezTo>
                <a:cubicBezTo>
                  <a:pt x="102" y="124"/>
                  <a:pt x="102" y="124"/>
                  <a:pt x="102" y="124"/>
                </a:cubicBezTo>
                <a:cubicBezTo>
                  <a:pt x="116" y="153"/>
                  <a:pt x="116" y="153"/>
                  <a:pt x="116" y="153"/>
                </a:cubicBezTo>
                <a:cubicBezTo>
                  <a:pt x="117" y="155"/>
                  <a:pt x="117" y="157"/>
                  <a:pt x="116" y="159"/>
                </a:cubicBezTo>
                <a:cubicBezTo>
                  <a:pt x="117" y="162"/>
                  <a:pt x="117" y="162"/>
                  <a:pt x="117" y="162"/>
                </a:cubicBezTo>
                <a:cubicBezTo>
                  <a:pt x="120" y="168"/>
                  <a:pt x="120" y="168"/>
                  <a:pt x="120" y="168"/>
                </a:cubicBezTo>
                <a:cubicBezTo>
                  <a:pt x="121" y="170"/>
                  <a:pt x="120" y="172"/>
                  <a:pt x="118" y="173"/>
                </a:cubicBezTo>
                <a:cubicBezTo>
                  <a:pt x="116" y="174"/>
                  <a:pt x="114" y="173"/>
                  <a:pt x="113" y="171"/>
                </a:cubicBezTo>
                <a:cubicBezTo>
                  <a:pt x="110" y="165"/>
                  <a:pt x="110" y="165"/>
                  <a:pt x="110" y="165"/>
                </a:cubicBezTo>
                <a:cubicBezTo>
                  <a:pt x="108" y="162"/>
                  <a:pt x="108" y="162"/>
                  <a:pt x="108" y="162"/>
                </a:cubicBezTo>
                <a:cubicBezTo>
                  <a:pt x="106" y="162"/>
                  <a:pt x="104" y="160"/>
                  <a:pt x="103" y="158"/>
                </a:cubicBezTo>
                <a:cubicBezTo>
                  <a:pt x="87" y="124"/>
                  <a:pt x="87" y="124"/>
                  <a:pt x="87" y="124"/>
                </a:cubicBezTo>
                <a:cubicBezTo>
                  <a:pt x="67" y="124"/>
                  <a:pt x="67" y="124"/>
                  <a:pt x="67" y="124"/>
                </a:cubicBezTo>
                <a:cubicBezTo>
                  <a:pt x="67" y="129"/>
                  <a:pt x="67" y="129"/>
                  <a:pt x="67" y="129"/>
                </a:cubicBezTo>
                <a:cubicBezTo>
                  <a:pt x="67" y="132"/>
                  <a:pt x="64" y="136"/>
                  <a:pt x="60" y="136"/>
                </a:cubicBezTo>
                <a:cubicBezTo>
                  <a:pt x="57" y="136"/>
                  <a:pt x="54" y="132"/>
                  <a:pt x="54" y="129"/>
                </a:cubicBezTo>
                <a:cubicBezTo>
                  <a:pt x="54" y="124"/>
                  <a:pt x="54" y="124"/>
                  <a:pt x="54" y="124"/>
                </a:cubicBezTo>
                <a:cubicBezTo>
                  <a:pt x="34" y="124"/>
                  <a:pt x="34" y="124"/>
                  <a:pt x="34" y="124"/>
                </a:cubicBezTo>
                <a:cubicBezTo>
                  <a:pt x="17" y="158"/>
                  <a:pt x="17" y="158"/>
                  <a:pt x="17" y="158"/>
                </a:cubicBezTo>
                <a:cubicBezTo>
                  <a:pt x="16" y="160"/>
                  <a:pt x="15" y="162"/>
                  <a:pt x="13" y="162"/>
                </a:cubicBezTo>
                <a:cubicBezTo>
                  <a:pt x="11" y="165"/>
                  <a:pt x="11" y="165"/>
                  <a:pt x="11" y="165"/>
                </a:cubicBezTo>
                <a:cubicBezTo>
                  <a:pt x="8" y="171"/>
                  <a:pt x="8" y="171"/>
                  <a:pt x="8" y="171"/>
                </a:cubicBezTo>
                <a:cubicBezTo>
                  <a:pt x="7" y="173"/>
                  <a:pt x="5" y="174"/>
                  <a:pt x="3" y="173"/>
                </a:cubicBezTo>
                <a:cubicBezTo>
                  <a:pt x="1" y="172"/>
                  <a:pt x="0" y="170"/>
                  <a:pt x="1" y="168"/>
                </a:cubicBezTo>
                <a:cubicBezTo>
                  <a:pt x="4" y="162"/>
                  <a:pt x="4" y="162"/>
                  <a:pt x="4" y="162"/>
                </a:cubicBezTo>
                <a:cubicBezTo>
                  <a:pt x="5" y="159"/>
                  <a:pt x="5" y="159"/>
                  <a:pt x="5" y="159"/>
                </a:cubicBezTo>
                <a:cubicBezTo>
                  <a:pt x="4" y="157"/>
                  <a:pt x="4" y="155"/>
                  <a:pt x="5" y="153"/>
                </a:cubicBezTo>
                <a:cubicBezTo>
                  <a:pt x="19" y="124"/>
                  <a:pt x="19" y="124"/>
                  <a:pt x="19" y="124"/>
                </a:cubicBezTo>
                <a:cubicBezTo>
                  <a:pt x="8" y="124"/>
                  <a:pt x="8" y="124"/>
                  <a:pt x="8" y="124"/>
                </a:cubicBezTo>
                <a:close/>
                <a:moveTo>
                  <a:pt x="54" y="115"/>
                </a:moveTo>
                <a:cubicBezTo>
                  <a:pt x="54" y="115"/>
                  <a:pt x="54" y="115"/>
                  <a:pt x="54" y="115"/>
                </a:cubicBezTo>
                <a:cubicBezTo>
                  <a:pt x="54" y="110"/>
                  <a:pt x="54" y="110"/>
                  <a:pt x="54" y="110"/>
                </a:cubicBezTo>
                <a:cubicBezTo>
                  <a:pt x="54" y="107"/>
                  <a:pt x="57" y="103"/>
                  <a:pt x="60" y="103"/>
                </a:cubicBezTo>
                <a:cubicBezTo>
                  <a:pt x="64" y="103"/>
                  <a:pt x="67" y="107"/>
                  <a:pt x="67" y="110"/>
                </a:cubicBezTo>
                <a:cubicBezTo>
                  <a:pt x="67" y="115"/>
                  <a:pt x="67" y="115"/>
                  <a:pt x="67" y="115"/>
                </a:cubicBezTo>
                <a:cubicBezTo>
                  <a:pt x="83" y="115"/>
                  <a:pt x="83" y="115"/>
                  <a:pt x="83" y="115"/>
                </a:cubicBezTo>
                <a:cubicBezTo>
                  <a:pt x="67" y="82"/>
                  <a:pt x="67" y="82"/>
                  <a:pt x="67" y="82"/>
                </a:cubicBezTo>
                <a:cubicBezTo>
                  <a:pt x="63" y="83"/>
                  <a:pt x="58" y="83"/>
                  <a:pt x="54" y="82"/>
                </a:cubicBezTo>
                <a:cubicBezTo>
                  <a:pt x="38" y="115"/>
                  <a:pt x="38" y="115"/>
                  <a:pt x="38" y="115"/>
                </a:cubicBezTo>
                <a:cubicBezTo>
                  <a:pt x="54" y="115"/>
                  <a:pt x="54" y="115"/>
                  <a:pt x="54" y="115"/>
                </a:cubicBezTo>
                <a:close/>
                <a:moveTo>
                  <a:pt x="73" y="39"/>
                </a:moveTo>
                <a:cubicBezTo>
                  <a:pt x="73" y="39"/>
                  <a:pt x="73" y="39"/>
                  <a:pt x="73" y="39"/>
                </a:cubicBezTo>
                <a:cubicBezTo>
                  <a:pt x="66" y="32"/>
                  <a:pt x="55" y="32"/>
                  <a:pt x="48" y="39"/>
                </a:cubicBezTo>
                <a:cubicBezTo>
                  <a:pt x="48" y="39"/>
                  <a:pt x="48" y="39"/>
                  <a:pt x="48" y="39"/>
                </a:cubicBezTo>
                <a:cubicBezTo>
                  <a:pt x="45" y="42"/>
                  <a:pt x="43" y="47"/>
                  <a:pt x="43" y="51"/>
                </a:cubicBezTo>
                <a:cubicBezTo>
                  <a:pt x="43" y="56"/>
                  <a:pt x="45" y="61"/>
                  <a:pt x="48" y="64"/>
                </a:cubicBezTo>
                <a:cubicBezTo>
                  <a:pt x="53" y="69"/>
                  <a:pt x="61" y="71"/>
                  <a:pt x="67" y="68"/>
                </a:cubicBezTo>
                <a:cubicBezTo>
                  <a:pt x="68" y="68"/>
                  <a:pt x="68" y="68"/>
                  <a:pt x="68" y="68"/>
                </a:cubicBezTo>
                <a:cubicBezTo>
                  <a:pt x="69" y="67"/>
                  <a:pt x="71" y="66"/>
                  <a:pt x="73" y="64"/>
                </a:cubicBezTo>
                <a:cubicBezTo>
                  <a:pt x="73" y="64"/>
                  <a:pt x="73" y="64"/>
                  <a:pt x="73" y="64"/>
                </a:cubicBezTo>
                <a:cubicBezTo>
                  <a:pt x="76" y="61"/>
                  <a:pt x="78" y="56"/>
                  <a:pt x="78" y="51"/>
                </a:cubicBezTo>
                <a:cubicBezTo>
                  <a:pt x="78" y="47"/>
                  <a:pt x="76" y="42"/>
                  <a:pt x="73" y="39"/>
                </a:cubicBezTo>
                <a:cubicBezTo>
                  <a:pt x="73" y="39"/>
                  <a:pt x="73" y="39"/>
                  <a:pt x="73" y="39"/>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0" name="Freeform 13"/>
          <p:cNvSpPr>
            <a:spLocks noEditPoints="1"/>
          </p:cNvSpPr>
          <p:nvPr/>
        </p:nvSpPr>
        <p:spPr bwMode="auto">
          <a:xfrm>
            <a:off x="7047488" y="77985"/>
            <a:ext cx="212710" cy="176648"/>
          </a:xfrm>
          <a:custGeom>
            <a:avLst/>
            <a:gdLst>
              <a:gd name="T0" fmla="*/ 111 w 197"/>
              <a:gd name="T1" fmla="*/ 11 h 164"/>
              <a:gd name="T2" fmla="*/ 0 w 197"/>
              <a:gd name="T3" fmla="*/ 15 h 164"/>
              <a:gd name="T4" fmla="*/ 105 w 197"/>
              <a:gd name="T5" fmla="*/ 164 h 164"/>
              <a:gd name="T6" fmla="*/ 136 w 197"/>
              <a:gd name="T7" fmla="*/ 159 h 164"/>
              <a:gd name="T8" fmla="*/ 196 w 197"/>
              <a:gd name="T9" fmla="*/ 142 h 164"/>
              <a:gd name="T10" fmla="*/ 52 w 197"/>
              <a:gd name="T11" fmla="*/ 150 h 164"/>
              <a:gd name="T12" fmla="*/ 52 w 197"/>
              <a:gd name="T13" fmla="*/ 22 h 164"/>
              <a:gd name="T14" fmla="*/ 99 w 197"/>
              <a:gd name="T15" fmla="*/ 150 h 164"/>
              <a:gd name="T16" fmla="*/ 99 w 197"/>
              <a:gd name="T17" fmla="*/ 22 h 164"/>
              <a:gd name="T18" fmla="*/ 147 w 197"/>
              <a:gd name="T19" fmla="*/ 149 h 164"/>
              <a:gd name="T20" fmla="*/ 181 w 197"/>
              <a:gd name="T21" fmla="*/ 139 h 164"/>
              <a:gd name="T22" fmla="*/ 23 w 197"/>
              <a:gd name="T23" fmla="*/ 133 h 164"/>
              <a:gd name="T24" fmla="*/ 42 w 197"/>
              <a:gd name="T25" fmla="*/ 134 h 164"/>
              <a:gd name="T26" fmla="*/ 43 w 197"/>
              <a:gd name="T27" fmla="*/ 114 h 164"/>
              <a:gd name="T28" fmla="*/ 23 w 197"/>
              <a:gd name="T29" fmla="*/ 114 h 164"/>
              <a:gd name="T30" fmla="*/ 29 w 197"/>
              <a:gd name="T31" fmla="*/ 120 h 164"/>
              <a:gd name="T32" fmla="*/ 37 w 197"/>
              <a:gd name="T33" fmla="*/ 120 h 164"/>
              <a:gd name="T34" fmla="*/ 37 w 197"/>
              <a:gd name="T35" fmla="*/ 128 h 164"/>
              <a:gd name="T36" fmla="*/ 29 w 197"/>
              <a:gd name="T37" fmla="*/ 127 h 164"/>
              <a:gd name="T38" fmla="*/ 32 w 197"/>
              <a:gd name="T39" fmla="*/ 91 h 164"/>
              <a:gd name="T40" fmla="*/ 36 w 197"/>
              <a:gd name="T41" fmla="*/ 38 h 164"/>
              <a:gd name="T42" fmla="*/ 28 w 197"/>
              <a:gd name="T43" fmla="*/ 87 h 164"/>
              <a:gd name="T44" fmla="*/ 134 w 197"/>
              <a:gd name="T45" fmla="*/ 31 h 164"/>
              <a:gd name="T46" fmla="*/ 149 w 197"/>
              <a:gd name="T47" fmla="*/ 86 h 164"/>
              <a:gd name="T48" fmla="*/ 134 w 197"/>
              <a:gd name="T49" fmla="*/ 31 h 164"/>
              <a:gd name="T50" fmla="*/ 69 w 197"/>
              <a:gd name="T51" fmla="*/ 133 h 164"/>
              <a:gd name="T52" fmla="*/ 88 w 197"/>
              <a:gd name="T53" fmla="*/ 133 h 164"/>
              <a:gd name="T54" fmla="*/ 79 w 197"/>
              <a:gd name="T55" fmla="*/ 110 h 164"/>
              <a:gd name="T56" fmla="*/ 65 w 197"/>
              <a:gd name="T57" fmla="*/ 124 h 164"/>
              <a:gd name="T58" fmla="*/ 75 w 197"/>
              <a:gd name="T59" fmla="*/ 120 h 164"/>
              <a:gd name="T60" fmla="*/ 82 w 197"/>
              <a:gd name="T61" fmla="*/ 120 h 164"/>
              <a:gd name="T62" fmla="*/ 82 w 197"/>
              <a:gd name="T63" fmla="*/ 128 h 164"/>
              <a:gd name="T64" fmla="*/ 74 w 197"/>
              <a:gd name="T65" fmla="*/ 127 h 164"/>
              <a:gd name="T66" fmla="*/ 81 w 197"/>
              <a:gd name="T67" fmla="*/ 91 h 164"/>
              <a:gd name="T68" fmla="*/ 85 w 197"/>
              <a:gd name="T69" fmla="*/ 38 h 164"/>
              <a:gd name="T70" fmla="*/ 77 w 197"/>
              <a:gd name="T71" fmla="*/ 87 h 164"/>
              <a:gd name="T72" fmla="*/ 148 w 197"/>
              <a:gd name="T73" fmla="*/ 109 h 164"/>
              <a:gd name="T74" fmla="*/ 148 w 197"/>
              <a:gd name="T75" fmla="*/ 128 h 164"/>
              <a:gd name="T76" fmla="*/ 167 w 197"/>
              <a:gd name="T77" fmla="*/ 128 h 164"/>
              <a:gd name="T78" fmla="*/ 168 w 197"/>
              <a:gd name="T79" fmla="*/ 109 h 164"/>
              <a:gd name="T80" fmla="*/ 158 w 197"/>
              <a:gd name="T81" fmla="*/ 105 h 164"/>
              <a:gd name="T82" fmla="*/ 154 w 197"/>
              <a:gd name="T83" fmla="*/ 114 h 164"/>
              <a:gd name="T84" fmla="*/ 163 w 197"/>
              <a:gd name="T85" fmla="*/ 118 h 164"/>
              <a:gd name="T86" fmla="*/ 154 w 197"/>
              <a:gd name="T87" fmla="*/ 122 h 164"/>
              <a:gd name="T88" fmla="*/ 154 w 197"/>
              <a:gd name="T89" fmla="*/ 114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97" h="164">
                <a:moveTo>
                  <a:pt x="159" y="6"/>
                </a:moveTo>
                <a:cubicBezTo>
                  <a:pt x="158" y="2"/>
                  <a:pt x="155" y="0"/>
                  <a:pt x="151" y="1"/>
                </a:cubicBezTo>
                <a:cubicBezTo>
                  <a:pt x="111" y="11"/>
                  <a:pt x="111" y="11"/>
                  <a:pt x="111" y="11"/>
                </a:cubicBezTo>
                <a:cubicBezTo>
                  <a:pt x="110" y="10"/>
                  <a:pt x="108" y="8"/>
                  <a:pt x="105" y="8"/>
                </a:cubicBezTo>
                <a:cubicBezTo>
                  <a:pt x="7" y="8"/>
                  <a:pt x="7" y="8"/>
                  <a:pt x="7" y="8"/>
                </a:cubicBezTo>
                <a:cubicBezTo>
                  <a:pt x="3" y="8"/>
                  <a:pt x="0" y="11"/>
                  <a:pt x="0" y="15"/>
                </a:cubicBezTo>
                <a:cubicBezTo>
                  <a:pt x="0" y="157"/>
                  <a:pt x="0" y="157"/>
                  <a:pt x="0" y="157"/>
                </a:cubicBezTo>
                <a:cubicBezTo>
                  <a:pt x="0" y="161"/>
                  <a:pt x="3" y="164"/>
                  <a:pt x="7" y="164"/>
                </a:cubicBezTo>
                <a:cubicBezTo>
                  <a:pt x="105" y="164"/>
                  <a:pt x="105" y="164"/>
                  <a:pt x="105" y="164"/>
                </a:cubicBezTo>
                <a:cubicBezTo>
                  <a:pt x="109" y="164"/>
                  <a:pt x="112" y="161"/>
                  <a:pt x="112" y="157"/>
                </a:cubicBezTo>
                <a:cubicBezTo>
                  <a:pt x="112" y="71"/>
                  <a:pt x="112" y="71"/>
                  <a:pt x="112" y="71"/>
                </a:cubicBezTo>
                <a:cubicBezTo>
                  <a:pt x="136" y="159"/>
                  <a:pt x="136" y="159"/>
                  <a:pt x="136" y="159"/>
                </a:cubicBezTo>
                <a:cubicBezTo>
                  <a:pt x="136" y="162"/>
                  <a:pt x="140" y="164"/>
                  <a:pt x="144" y="163"/>
                </a:cubicBezTo>
                <a:cubicBezTo>
                  <a:pt x="191" y="151"/>
                  <a:pt x="191" y="151"/>
                  <a:pt x="191" y="151"/>
                </a:cubicBezTo>
                <a:cubicBezTo>
                  <a:pt x="195" y="150"/>
                  <a:pt x="197" y="146"/>
                  <a:pt x="196" y="142"/>
                </a:cubicBezTo>
                <a:cubicBezTo>
                  <a:pt x="159" y="6"/>
                  <a:pt x="159" y="6"/>
                  <a:pt x="159" y="6"/>
                </a:cubicBezTo>
                <a:close/>
                <a:moveTo>
                  <a:pt x="52" y="150"/>
                </a:moveTo>
                <a:cubicBezTo>
                  <a:pt x="52" y="150"/>
                  <a:pt x="52" y="150"/>
                  <a:pt x="52" y="150"/>
                </a:cubicBezTo>
                <a:cubicBezTo>
                  <a:pt x="14" y="150"/>
                  <a:pt x="14" y="150"/>
                  <a:pt x="14" y="150"/>
                </a:cubicBezTo>
                <a:cubicBezTo>
                  <a:pt x="14" y="22"/>
                  <a:pt x="14" y="22"/>
                  <a:pt x="14" y="22"/>
                </a:cubicBezTo>
                <a:cubicBezTo>
                  <a:pt x="52" y="22"/>
                  <a:pt x="52" y="22"/>
                  <a:pt x="52" y="22"/>
                </a:cubicBezTo>
                <a:cubicBezTo>
                  <a:pt x="52" y="150"/>
                  <a:pt x="52" y="150"/>
                  <a:pt x="52" y="150"/>
                </a:cubicBezTo>
                <a:close/>
                <a:moveTo>
                  <a:pt x="99" y="150"/>
                </a:moveTo>
                <a:cubicBezTo>
                  <a:pt x="99" y="150"/>
                  <a:pt x="99" y="150"/>
                  <a:pt x="99" y="150"/>
                </a:cubicBezTo>
                <a:cubicBezTo>
                  <a:pt x="60" y="150"/>
                  <a:pt x="60" y="150"/>
                  <a:pt x="60" y="150"/>
                </a:cubicBezTo>
                <a:cubicBezTo>
                  <a:pt x="60" y="22"/>
                  <a:pt x="60" y="22"/>
                  <a:pt x="60" y="22"/>
                </a:cubicBezTo>
                <a:cubicBezTo>
                  <a:pt x="99" y="22"/>
                  <a:pt x="99" y="22"/>
                  <a:pt x="99" y="22"/>
                </a:cubicBezTo>
                <a:cubicBezTo>
                  <a:pt x="99" y="150"/>
                  <a:pt x="99" y="150"/>
                  <a:pt x="99" y="150"/>
                </a:cubicBezTo>
                <a:close/>
                <a:moveTo>
                  <a:pt x="147" y="149"/>
                </a:moveTo>
                <a:cubicBezTo>
                  <a:pt x="147" y="149"/>
                  <a:pt x="147" y="149"/>
                  <a:pt x="147" y="149"/>
                </a:cubicBezTo>
                <a:cubicBezTo>
                  <a:pt x="114" y="25"/>
                  <a:pt x="114" y="25"/>
                  <a:pt x="114" y="25"/>
                </a:cubicBezTo>
                <a:cubicBezTo>
                  <a:pt x="148" y="16"/>
                  <a:pt x="148" y="16"/>
                  <a:pt x="148" y="16"/>
                </a:cubicBezTo>
                <a:cubicBezTo>
                  <a:pt x="181" y="139"/>
                  <a:pt x="181" y="139"/>
                  <a:pt x="181" y="139"/>
                </a:cubicBezTo>
                <a:cubicBezTo>
                  <a:pt x="147" y="149"/>
                  <a:pt x="147" y="149"/>
                  <a:pt x="147" y="149"/>
                </a:cubicBezTo>
                <a:close/>
                <a:moveTo>
                  <a:pt x="23" y="133"/>
                </a:moveTo>
                <a:cubicBezTo>
                  <a:pt x="23" y="133"/>
                  <a:pt x="23" y="133"/>
                  <a:pt x="23" y="133"/>
                </a:cubicBezTo>
                <a:cubicBezTo>
                  <a:pt x="23" y="133"/>
                  <a:pt x="23" y="133"/>
                  <a:pt x="23" y="133"/>
                </a:cubicBezTo>
                <a:cubicBezTo>
                  <a:pt x="26" y="136"/>
                  <a:pt x="29" y="137"/>
                  <a:pt x="33" y="137"/>
                </a:cubicBezTo>
                <a:cubicBezTo>
                  <a:pt x="37" y="137"/>
                  <a:pt x="40" y="136"/>
                  <a:pt x="42" y="134"/>
                </a:cubicBezTo>
                <a:cubicBezTo>
                  <a:pt x="43" y="133"/>
                  <a:pt x="43" y="133"/>
                  <a:pt x="43" y="133"/>
                </a:cubicBezTo>
                <a:cubicBezTo>
                  <a:pt x="45" y="131"/>
                  <a:pt x="47" y="127"/>
                  <a:pt x="47" y="124"/>
                </a:cubicBezTo>
                <a:cubicBezTo>
                  <a:pt x="47" y="120"/>
                  <a:pt x="45" y="116"/>
                  <a:pt x="43" y="114"/>
                </a:cubicBezTo>
                <a:cubicBezTo>
                  <a:pt x="42" y="114"/>
                  <a:pt x="42" y="114"/>
                  <a:pt x="42" y="114"/>
                </a:cubicBezTo>
                <a:cubicBezTo>
                  <a:pt x="40" y="112"/>
                  <a:pt x="37" y="110"/>
                  <a:pt x="33" y="110"/>
                </a:cubicBezTo>
                <a:cubicBezTo>
                  <a:pt x="29" y="110"/>
                  <a:pt x="26" y="112"/>
                  <a:pt x="23" y="114"/>
                </a:cubicBezTo>
                <a:cubicBezTo>
                  <a:pt x="21" y="116"/>
                  <a:pt x="19" y="120"/>
                  <a:pt x="19" y="124"/>
                </a:cubicBezTo>
                <a:cubicBezTo>
                  <a:pt x="19" y="127"/>
                  <a:pt x="21" y="131"/>
                  <a:pt x="23" y="133"/>
                </a:cubicBezTo>
                <a:close/>
                <a:moveTo>
                  <a:pt x="29" y="120"/>
                </a:moveTo>
                <a:cubicBezTo>
                  <a:pt x="29" y="120"/>
                  <a:pt x="29" y="120"/>
                  <a:pt x="29" y="120"/>
                </a:cubicBezTo>
                <a:cubicBezTo>
                  <a:pt x="30" y="119"/>
                  <a:pt x="31" y="118"/>
                  <a:pt x="33" y="118"/>
                </a:cubicBezTo>
                <a:cubicBezTo>
                  <a:pt x="34" y="118"/>
                  <a:pt x="36" y="119"/>
                  <a:pt x="37" y="120"/>
                </a:cubicBezTo>
                <a:cubicBezTo>
                  <a:pt x="37" y="120"/>
                  <a:pt x="37" y="120"/>
                  <a:pt x="37" y="120"/>
                </a:cubicBezTo>
                <a:cubicBezTo>
                  <a:pt x="38" y="121"/>
                  <a:pt x="38" y="122"/>
                  <a:pt x="38" y="124"/>
                </a:cubicBezTo>
                <a:cubicBezTo>
                  <a:pt x="38" y="125"/>
                  <a:pt x="38" y="127"/>
                  <a:pt x="37" y="128"/>
                </a:cubicBezTo>
                <a:cubicBezTo>
                  <a:pt x="36" y="129"/>
                  <a:pt x="34" y="129"/>
                  <a:pt x="33" y="129"/>
                </a:cubicBezTo>
                <a:cubicBezTo>
                  <a:pt x="31" y="129"/>
                  <a:pt x="30" y="129"/>
                  <a:pt x="29" y="128"/>
                </a:cubicBezTo>
                <a:cubicBezTo>
                  <a:pt x="29" y="127"/>
                  <a:pt x="29" y="127"/>
                  <a:pt x="29" y="127"/>
                </a:cubicBezTo>
                <a:cubicBezTo>
                  <a:pt x="28" y="126"/>
                  <a:pt x="27" y="125"/>
                  <a:pt x="27" y="124"/>
                </a:cubicBezTo>
                <a:cubicBezTo>
                  <a:pt x="27" y="122"/>
                  <a:pt x="28" y="121"/>
                  <a:pt x="29" y="120"/>
                </a:cubicBezTo>
                <a:close/>
                <a:moveTo>
                  <a:pt x="32" y="91"/>
                </a:moveTo>
                <a:cubicBezTo>
                  <a:pt x="32" y="91"/>
                  <a:pt x="32" y="91"/>
                  <a:pt x="32" y="91"/>
                </a:cubicBezTo>
                <a:cubicBezTo>
                  <a:pt x="34" y="91"/>
                  <a:pt x="36" y="89"/>
                  <a:pt x="36" y="87"/>
                </a:cubicBezTo>
                <a:cubicBezTo>
                  <a:pt x="36" y="38"/>
                  <a:pt x="36" y="38"/>
                  <a:pt x="36" y="38"/>
                </a:cubicBezTo>
                <a:cubicBezTo>
                  <a:pt x="36" y="35"/>
                  <a:pt x="34" y="34"/>
                  <a:pt x="32" y="34"/>
                </a:cubicBezTo>
                <a:cubicBezTo>
                  <a:pt x="29" y="34"/>
                  <a:pt x="28" y="35"/>
                  <a:pt x="28" y="38"/>
                </a:cubicBezTo>
                <a:cubicBezTo>
                  <a:pt x="28" y="87"/>
                  <a:pt x="28" y="87"/>
                  <a:pt x="28" y="87"/>
                </a:cubicBezTo>
                <a:cubicBezTo>
                  <a:pt x="28" y="89"/>
                  <a:pt x="29" y="91"/>
                  <a:pt x="32" y="91"/>
                </a:cubicBezTo>
                <a:close/>
                <a:moveTo>
                  <a:pt x="134" y="31"/>
                </a:moveTo>
                <a:cubicBezTo>
                  <a:pt x="134" y="31"/>
                  <a:pt x="134" y="31"/>
                  <a:pt x="134" y="31"/>
                </a:cubicBezTo>
                <a:cubicBezTo>
                  <a:pt x="132" y="32"/>
                  <a:pt x="131" y="34"/>
                  <a:pt x="131" y="36"/>
                </a:cubicBezTo>
                <a:cubicBezTo>
                  <a:pt x="144" y="84"/>
                  <a:pt x="144" y="84"/>
                  <a:pt x="144" y="84"/>
                </a:cubicBezTo>
                <a:cubicBezTo>
                  <a:pt x="144" y="86"/>
                  <a:pt x="146" y="87"/>
                  <a:pt x="149" y="86"/>
                </a:cubicBezTo>
                <a:cubicBezTo>
                  <a:pt x="151" y="86"/>
                  <a:pt x="152" y="84"/>
                  <a:pt x="152" y="82"/>
                </a:cubicBezTo>
                <a:cubicBezTo>
                  <a:pt x="139" y="34"/>
                  <a:pt x="139" y="34"/>
                  <a:pt x="139" y="34"/>
                </a:cubicBezTo>
                <a:cubicBezTo>
                  <a:pt x="138" y="32"/>
                  <a:pt x="136" y="31"/>
                  <a:pt x="134" y="31"/>
                </a:cubicBezTo>
                <a:close/>
                <a:moveTo>
                  <a:pt x="69" y="133"/>
                </a:moveTo>
                <a:cubicBezTo>
                  <a:pt x="69" y="133"/>
                  <a:pt x="69" y="133"/>
                  <a:pt x="69" y="133"/>
                </a:cubicBezTo>
                <a:cubicBezTo>
                  <a:pt x="69" y="133"/>
                  <a:pt x="69" y="133"/>
                  <a:pt x="69" y="133"/>
                </a:cubicBezTo>
                <a:cubicBezTo>
                  <a:pt x="71" y="136"/>
                  <a:pt x="75" y="137"/>
                  <a:pt x="79" y="137"/>
                </a:cubicBezTo>
                <a:cubicBezTo>
                  <a:pt x="82" y="137"/>
                  <a:pt x="86" y="136"/>
                  <a:pt x="88" y="134"/>
                </a:cubicBezTo>
                <a:cubicBezTo>
                  <a:pt x="88" y="133"/>
                  <a:pt x="88" y="133"/>
                  <a:pt x="88" y="133"/>
                </a:cubicBezTo>
                <a:cubicBezTo>
                  <a:pt x="91" y="131"/>
                  <a:pt x="92" y="127"/>
                  <a:pt x="92" y="124"/>
                </a:cubicBezTo>
                <a:cubicBezTo>
                  <a:pt x="92" y="120"/>
                  <a:pt x="91" y="116"/>
                  <a:pt x="88" y="114"/>
                </a:cubicBezTo>
                <a:cubicBezTo>
                  <a:pt x="86" y="112"/>
                  <a:pt x="82" y="110"/>
                  <a:pt x="79" y="110"/>
                </a:cubicBezTo>
                <a:cubicBezTo>
                  <a:pt x="75" y="110"/>
                  <a:pt x="71" y="112"/>
                  <a:pt x="69" y="114"/>
                </a:cubicBezTo>
                <a:cubicBezTo>
                  <a:pt x="69" y="114"/>
                  <a:pt x="69" y="114"/>
                  <a:pt x="69" y="114"/>
                </a:cubicBezTo>
                <a:cubicBezTo>
                  <a:pt x="66" y="116"/>
                  <a:pt x="65" y="120"/>
                  <a:pt x="65" y="124"/>
                </a:cubicBezTo>
                <a:cubicBezTo>
                  <a:pt x="65" y="127"/>
                  <a:pt x="66" y="131"/>
                  <a:pt x="69" y="133"/>
                </a:cubicBezTo>
                <a:close/>
                <a:moveTo>
                  <a:pt x="75" y="120"/>
                </a:moveTo>
                <a:cubicBezTo>
                  <a:pt x="75" y="120"/>
                  <a:pt x="75" y="120"/>
                  <a:pt x="75" y="120"/>
                </a:cubicBezTo>
                <a:cubicBezTo>
                  <a:pt x="76" y="119"/>
                  <a:pt x="77" y="118"/>
                  <a:pt x="79" y="118"/>
                </a:cubicBezTo>
                <a:cubicBezTo>
                  <a:pt x="80" y="118"/>
                  <a:pt x="81" y="119"/>
                  <a:pt x="82" y="120"/>
                </a:cubicBezTo>
                <a:cubicBezTo>
                  <a:pt x="82" y="120"/>
                  <a:pt x="82" y="120"/>
                  <a:pt x="82" y="120"/>
                </a:cubicBezTo>
                <a:cubicBezTo>
                  <a:pt x="84" y="121"/>
                  <a:pt x="84" y="122"/>
                  <a:pt x="84" y="124"/>
                </a:cubicBezTo>
                <a:cubicBezTo>
                  <a:pt x="84" y="125"/>
                  <a:pt x="84" y="127"/>
                  <a:pt x="83" y="128"/>
                </a:cubicBezTo>
                <a:cubicBezTo>
                  <a:pt x="82" y="128"/>
                  <a:pt x="82" y="128"/>
                  <a:pt x="82" y="128"/>
                </a:cubicBezTo>
                <a:cubicBezTo>
                  <a:pt x="81" y="129"/>
                  <a:pt x="80" y="129"/>
                  <a:pt x="79" y="129"/>
                </a:cubicBezTo>
                <a:cubicBezTo>
                  <a:pt x="77" y="129"/>
                  <a:pt x="76" y="129"/>
                  <a:pt x="75" y="128"/>
                </a:cubicBezTo>
                <a:cubicBezTo>
                  <a:pt x="74" y="127"/>
                  <a:pt x="74" y="127"/>
                  <a:pt x="74" y="127"/>
                </a:cubicBezTo>
                <a:cubicBezTo>
                  <a:pt x="74" y="126"/>
                  <a:pt x="73" y="125"/>
                  <a:pt x="73" y="124"/>
                </a:cubicBezTo>
                <a:cubicBezTo>
                  <a:pt x="73" y="122"/>
                  <a:pt x="74" y="121"/>
                  <a:pt x="75" y="120"/>
                </a:cubicBezTo>
                <a:close/>
                <a:moveTo>
                  <a:pt x="81" y="91"/>
                </a:moveTo>
                <a:cubicBezTo>
                  <a:pt x="81" y="91"/>
                  <a:pt x="81" y="91"/>
                  <a:pt x="81" y="91"/>
                </a:cubicBezTo>
                <a:cubicBezTo>
                  <a:pt x="83" y="91"/>
                  <a:pt x="85" y="89"/>
                  <a:pt x="85" y="87"/>
                </a:cubicBezTo>
                <a:cubicBezTo>
                  <a:pt x="85" y="38"/>
                  <a:pt x="85" y="38"/>
                  <a:pt x="85" y="38"/>
                </a:cubicBezTo>
                <a:cubicBezTo>
                  <a:pt x="85" y="35"/>
                  <a:pt x="83" y="34"/>
                  <a:pt x="81" y="34"/>
                </a:cubicBezTo>
                <a:cubicBezTo>
                  <a:pt x="79" y="34"/>
                  <a:pt x="77" y="35"/>
                  <a:pt x="77" y="38"/>
                </a:cubicBezTo>
                <a:cubicBezTo>
                  <a:pt x="77" y="87"/>
                  <a:pt x="77" y="87"/>
                  <a:pt x="77" y="87"/>
                </a:cubicBezTo>
                <a:cubicBezTo>
                  <a:pt x="77" y="89"/>
                  <a:pt x="79" y="91"/>
                  <a:pt x="81" y="91"/>
                </a:cubicBezTo>
                <a:close/>
                <a:moveTo>
                  <a:pt x="148" y="109"/>
                </a:moveTo>
                <a:cubicBezTo>
                  <a:pt x="148" y="109"/>
                  <a:pt x="148" y="109"/>
                  <a:pt x="148" y="109"/>
                </a:cubicBezTo>
                <a:cubicBezTo>
                  <a:pt x="146" y="111"/>
                  <a:pt x="144" y="114"/>
                  <a:pt x="144" y="118"/>
                </a:cubicBezTo>
                <a:cubicBezTo>
                  <a:pt x="144" y="122"/>
                  <a:pt x="146" y="125"/>
                  <a:pt x="148" y="128"/>
                </a:cubicBezTo>
                <a:cubicBezTo>
                  <a:pt x="148" y="128"/>
                  <a:pt x="148" y="128"/>
                  <a:pt x="148" y="128"/>
                </a:cubicBezTo>
                <a:cubicBezTo>
                  <a:pt x="151" y="130"/>
                  <a:pt x="154" y="132"/>
                  <a:pt x="158" y="132"/>
                </a:cubicBezTo>
                <a:cubicBezTo>
                  <a:pt x="161" y="132"/>
                  <a:pt x="165" y="131"/>
                  <a:pt x="167" y="128"/>
                </a:cubicBezTo>
                <a:cubicBezTo>
                  <a:pt x="167" y="128"/>
                  <a:pt x="167" y="128"/>
                  <a:pt x="167" y="128"/>
                </a:cubicBezTo>
                <a:cubicBezTo>
                  <a:pt x="168" y="128"/>
                  <a:pt x="168" y="128"/>
                  <a:pt x="168" y="128"/>
                </a:cubicBezTo>
                <a:cubicBezTo>
                  <a:pt x="170" y="126"/>
                  <a:pt x="171" y="122"/>
                  <a:pt x="171" y="118"/>
                </a:cubicBezTo>
                <a:cubicBezTo>
                  <a:pt x="171" y="114"/>
                  <a:pt x="170" y="111"/>
                  <a:pt x="168" y="109"/>
                </a:cubicBezTo>
                <a:cubicBezTo>
                  <a:pt x="168" y="109"/>
                  <a:pt x="168" y="109"/>
                  <a:pt x="168" y="109"/>
                </a:cubicBezTo>
                <a:cubicBezTo>
                  <a:pt x="168" y="109"/>
                  <a:pt x="168" y="109"/>
                  <a:pt x="168" y="109"/>
                </a:cubicBezTo>
                <a:cubicBezTo>
                  <a:pt x="165" y="106"/>
                  <a:pt x="162" y="105"/>
                  <a:pt x="158" y="105"/>
                </a:cubicBezTo>
                <a:cubicBezTo>
                  <a:pt x="154" y="105"/>
                  <a:pt x="151" y="106"/>
                  <a:pt x="148" y="109"/>
                </a:cubicBezTo>
                <a:close/>
                <a:moveTo>
                  <a:pt x="154" y="114"/>
                </a:moveTo>
                <a:cubicBezTo>
                  <a:pt x="154" y="114"/>
                  <a:pt x="154" y="114"/>
                  <a:pt x="154" y="114"/>
                </a:cubicBezTo>
                <a:cubicBezTo>
                  <a:pt x="155" y="113"/>
                  <a:pt x="156" y="113"/>
                  <a:pt x="158" y="113"/>
                </a:cubicBezTo>
                <a:cubicBezTo>
                  <a:pt x="159" y="113"/>
                  <a:pt x="161" y="113"/>
                  <a:pt x="162" y="114"/>
                </a:cubicBezTo>
                <a:cubicBezTo>
                  <a:pt x="163" y="115"/>
                  <a:pt x="163" y="117"/>
                  <a:pt x="163" y="118"/>
                </a:cubicBezTo>
                <a:cubicBezTo>
                  <a:pt x="163" y="120"/>
                  <a:pt x="163" y="121"/>
                  <a:pt x="162" y="122"/>
                </a:cubicBezTo>
                <a:cubicBezTo>
                  <a:pt x="161" y="123"/>
                  <a:pt x="159" y="124"/>
                  <a:pt x="158" y="124"/>
                </a:cubicBezTo>
                <a:cubicBezTo>
                  <a:pt x="156" y="124"/>
                  <a:pt x="155" y="123"/>
                  <a:pt x="154" y="122"/>
                </a:cubicBezTo>
                <a:cubicBezTo>
                  <a:pt x="154" y="122"/>
                  <a:pt x="154" y="122"/>
                  <a:pt x="154" y="122"/>
                </a:cubicBezTo>
                <a:cubicBezTo>
                  <a:pt x="153" y="121"/>
                  <a:pt x="152" y="120"/>
                  <a:pt x="152" y="118"/>
                </a:cubicBezTo>
                <a:cubicBezTo>
                  <a:pt x="152" y="117"/>
                  <a:pt x="153" y="115"/>
                  <a:pt x="154" y="114"/>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grpSp>
        <p:nvGrpSpPr>
          <p:cNvPr id="26" name="组合 25"/>
          <p:cNvGrpSpPr/>
          <p:nvPr/>
        </p:nvGrpSpPr>
        <p:grpSpPr>
          <a:xfrm>
            <a:off x="113215" y="94248"/>
            <a:ext cx="132594" cy="132592"/>
            <a:chOff x="8689063" y="2493438"/>
            <a:chExt cx="156623" cy="156623"/>
          </a:xfrm>
        </p:grpSpPr>
        <p:sp>
          <p:nvSpPr>
            <p:cNvPr id="27" name="矩形 26"/>
            <p:cNvSpPr/>
            <p:nvPr/>
          </p:nvSpPr>
          <p:spPr>
            <a:xfrm>
              <a:off x="8689063" y="2493438"/>
              <a:ext cx="156623" cy="156623"/>
            </a:xfrm>
            <a:prstGeom prst="rect">
              <a:avLst/>
            </a:prstGeom>
            <a:noFill/>
            <a:ln w="6350" cap="sq">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任意多边形 27"/>
            <p:cNvSpPr/>
            <p:nvPr/>
          </p:nvSpPr>
          <p:spPr>
            <a:xfrm rot="10800000">
              <a:off x="8737889" y="2531868"/>
              <a:ext cx="58967" cy="79764"/>
            </a:xfrm>
            <a:custGeom>
              <a:avLst/>
              <a:gdLst>
                <a:gd name="connsiteX0" fmla="*/ 0 w 78581"/>
                <a:gd name="connsiteY0" fmla="*/ 0 h 152400"/>
                <a:gd name="connsiteX1" fmla="*/ 78581 w 78581"/>
                <a:gd name="connsiteY1" fmla="*/ 78581 h 152400"/>
                <a:gd name="connsiteX2" fmla="*/ 4762 w 78581"/>
                <a:gd name="connsiteY2" fmla="*/ 152400 h 152400"/>
              </a:gdLst>
              <a:ahLst/>
              <a:cxnLst>
                <a:cxn ang="0">
                  <a:pos x="connsiteX0" y="connsiteY0"/>
                </a:cxn>
                <a:cxn ang="0">
                  <a:pos x="connsiteX1" y="connsiteY1"/>
                </a:cxn>
                <a:cxn ang="0">
                  <a:pos x="connsiteX2" y="connsiteY2"/>
                </a:cxn>
              </a:cxnLst>
              <a:rect l="l" t="t" r="r" b="b"/>
              <a:pathLst>
                <a:path w="78581" h="152400">
                  <a:moveTo>
                    <a:pt x="0" y="0"/>
                  </a:moveTo>
                  <a:lnTo>
                    <a:pt x="78581" y="78581"/>
                  </a:lnTo>
                  <a:lnTo>
                    <a:pt x="4762" y="152400"/>
                  </a:lnTo>
                </a:path>
              </a:pathLst>
            </a:cu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9" name="组合 28"/>
          <p:cNvGrpSpPr/>
          <p:nvPr/>
        </p:nvGrpSpPr>
        <p:grpSpPr>
          <a:xfrm>
            <a:off x="245809" y="94248"/>
            <a:ext cx="132594" cy="132592"/>
            <a:chOff x="8845686" y="2493438"/>
            <a:chExt cx="156623" cy="156623"/>
          </a:xfrm>
        </p:grpSpPr>
        <p:sp>
          <p:nvSpPr>
            <p:cNvPr id="30" name="矩形 29"/>
            <p:cNvSpPr/>
            <p:nvPr/>
          </p:nvSpPr>
          <p:spPr>
            <a:xfrm>
              <a:off x="8845686" y="2493438"/>
              <a:ext cx="156623" cy="156623"/>
            </a:xfrm>
            <a:prstGeom prst="rect">
              <a:avLst/>
            </a:prstGeom>
            <a:noFill/>
            <a:ln w="6350" cap="sq">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任意多边形 30"/>
            <p:cNvSpPr/>
            <p:nvPr/>
          </p:nvSpPr>
          <p:spPr>
            <a:xfrm>
              <a:off x="8894513" y="2531868"/>
              <a:ext cx="58967" cy="79764"/>
            </a:xfrm>
            <a:custGeom>
              <a:avLst/>
              <a:gdLst>
                <a:gd name="connsiteX0" fmla="*/ 0 w 78581"/>
                <a:gd name="connsiteY0" fmla="*/ 0 h 152400"/>
                <a:gd name="connsiteX1" fmla="*/ 78581 w 78581"/>
                <a:gd name="connsiteY1" fmla="*/ 78581 h 152400"/>
                <a:gd name="connsiteX2" fmla="*/ 4762 w 78581"/>
                <a:gd name="connsiteY2" fmla="*/ 152400 h 152400"/>
              </a:gdLst>
              <a:ahLst/>
              <a:cxnLst>
                <a:cxn ang="0">
                  <a:pos x="connsiteX0" y="connsiteY0"/>
                </a:cxn>
                <a:cxn ang="0">
                  <a:pos x="connsiteX1" y="connsiteY1"/>
                </a:cxn>
                <a:cxn ang="0">
                  <a:pos x="connsiteX2" y="connsiteY2"/>
                </a:cxn>
              </a:cxnLst>
              <a:rect l="l" t="t" r="r" b="b"/>
              <a:pathLst>
                <a:path w="78581" h="152400">
                  <a:moveTo>
                    <a:pt x="0" y="0"/>
                  </a:moveTo>
                  <a:lnTo>
                    <a:pt x="78581" y="78581"/>
                  </a:lnTo>
                  <a:lnTo>
                    <a:pt x="4762" y="152400"/>
                  </a:lnTo>
                </a:path>
              </a:pathLst>
            </a:cu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61" name="直接连接符 60"/>
          <p:cNvCxnSpPr/>
          <p:nvPr/>
        </p:nvCxnSpPr>
        <p:spPr>
          <a:xfrm>
            <a:off x="1123351" y="3075012"/>
            <a:ext cx="6897298" cy="0"/>
          </a:xfrm>
          <a:prstGeom prst="line">
            <a:avLst/>
          </a:prstGeom>
          <a:noFill/>
          <a:ln w="28575" cap="flat" cmpd="sng" algn="ctr">
            <a:solidFill>
              <a:srgbClr val="4B6075"/>
            </a:solidFill>
            <a:prstDash val="solid"/>
            <a:miter lim="800000"/>
          </a:ln>
          <a:effectLst/>
        </p:spPr>
      </p:cxnSp>
      <p:grpSp>
        <p:nvGrpSpPr>
          <p:cNvPr id="65" name="组合 64"/>
          <p:cNvGrpSpPr/>
          <p:nvPr/>
        </p:nvGrpSpPr>
        <p:grpSpPr>
          <a:xfrm>
            <a:off x="3030114" y="3615886"/>
            <a:ext cx="231813" cy="231701"/>
            <a:chOff x="3785450" y="3161055"/>
            <a:chExt cx="504762" cy="504762"/>
          </a:xfrm>
        </p:grpSpPr>
        <p:sp>
          <p:nvSpPr>
            <p:cNvPr id="66" name="椭圆 65"/>
            <p:cNvSpPr/>
            <p:nvPr/>
          </p:nvSpPr>
          <p:spPr>
            <a:xfrm>
              <a:off x="3785450" y="3161055"/>
              <a:ext cx="504762" cy="504762"/>
            </a:xfrm>
            <a:prstGeom prst="ellipse">
              <a:avLst/>
            </a:prstGeom>
            <a:solidFill>
              <a:srgbClr val="4A5F74"/>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smtClean="0">
                <a:ln>
                  <a:noFill/>
                </a:ln>
                <a:solidFill>
                  <a:prstClr val="white"/>
                </a:solidFill>
                <a:effectLst/>
                <a:uLnTx/>
                <a:uFillTx/>
                <a:latin typeface="Calibri" panose="020F0502020204030204"/>
                <a:ea typeface="宋体"/>
                <a:cs typeface="+mn-cs"/>
              </a:endParaRPr>
            </a:p>
          </p:txBody>
        </p:sp>
        <p:sp>
          <p:nvSpPr>
            <p:cNvPr id="67" name="Freeform 96"/>
            <p:cNvSpPr>
              <a:spLocks noChangeArrowheads="1"/>
            </p:cNvSpPr>
            <p:nvPr/>
          </p:nvSpPr>
          <p:spPr bwMode="auto">
            <a:xfrm>
              <a:off x="3892876" y="3261557"/>
              <a:ext cx="289909" cy="279400"/>
            </a:xfrm>
            <a:custGeom>
              <a:avLst/>
              <a:gdLst>
                <a:gd name="T0" fmla="*/ 78442719 w 602"/>
                <a:gd name="T1" fmla="*/ 71923702 h 580"/>
                <a:gd name="T2" fmla="*/ 78442719 w 602"/>
                <a:gd name="T3" fmla="*/ 71923702 h 580"/>
                <a:gd name="T4" fmla="*/ 78442719 w 602"/>
                <a:gd name="T5" fmla="*/ 71923702 h 580"/>
                <a:gd name="T6" fmla="*/ 74657633 w 602"/>
                <a:gd name="T7" fmla="*/ 75578543 h 580"/>
                <a:gd name="T8" fmla="*/ 3654665 w 602"/>
                <a:gd name="T9" fmla="*/ 75578543 h 580"/>
                <a:gd name="T10" fmla="*/ 0 w 602"/>
                <a:gd name="T11" fmla="*/ 71923702 h 580"/>
                <a:gd name="T12" fmla="*/ 0 w 602"/>
                <a:gd name="T13" fmla="*/ 71923702 h 580"/>
                <a:gd name="T14" fmla="*/ 0 w 602"/>
                <a:gd name="T15" fmla="*/ 71923702 h 580"/>
                <a:gd name="T16" fmla="*/ 10180751 w 602"/>
                <a:gd name="T17" fmla="*/ 53518347 h 580"/>
                <a:gd name="T18" fmla="*/ 21274806 w 602"/>
                <a:gd name="T19" fmla="*/ 49733080 h 580"/>
                <a:gd name="T20" fmla="*/ 30411109 w 602"/>
                <a:gd name="T21" fmla="*/ 46077877 h 580"/>
                <a:gd name="T22" fmla="*/ 30411109 w 602"/>
                <a:gd name="T23" fmla="*/ 38637768 h 580"/>
                <a:gd name="T24" fmla="*/ 26756804 w 602"/>
                <a:gd name="T25" fmla="*/ 29500304 h 580"/>
                <a:gd name="T26" fmla="*/ 24929472 w 602"/>
                <a:gd name="T27" fmla="*/ 25845463 h 580"/>
                <a:gd name="T28" fmla="*/ 25843138 w 602"/>
                <a:gd name="T29" fmla="*/ 19318704 h 580"/>
                <a:gd name="T30" fmla="*/ 24929472 w 602"/>
                <a:gd name="T31" fmla="*/ 12009021 h 580"/>
                <a:gd name="T32" fmla="*/ 39678193 w 602"/>
                <a:gd name="T33" fmla="*/ 0 h 580"/>
                <a:gd name="T34" fmla="*/ 53513248 w 602"/>
                <a:gd name="T35" fmla="*/ 12009021 h 580"/>
                <a:gd name="T36" fmla="*/ 52599581 w 602"/>
                <a:gd name="T37" fmla="*/ 19318704 h 580"/>
                <a:gd name="T38" fmla="*/ 54426914 w 602"/>
                <a:gd name="T39" fmla="*/ 25845463 h 580"/>
                <a:gd name="T40" fmla="*/ 51685915 w 602"/>
                <a:gd name="T41" fmla="*/ 29500304 h 580"/>
                <a:gd name="T42" fmla="*/ 48031249 w 602"/>
                <a:gd name="T43" fmla="*/ 38637768 h 580"/>
                <a:gd name="T44" fmla="*/ 48031249 w 602"/>
                <a:gd name="T45" fmla="*/ 46077877 h 580"/>
                <a:gd name="T46" fmla="*/ 57167913 w 602"/>
                <a:gd name="T47" fmla="*/ 49733080 h 580"/>
                <a:gd name="T48" fmla="*/ 69175635 w 602"/>
                <a:gd name="T49" fmla="*/ 53518347 h 580"/>
                <a:gd name="T50" fmla="*/ 78442719 w 602"/>
                <a:gd name="T51" fmla="*/ 71923702 h 580"/>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602" h="580">
                  <a:moveTo>
                    <a:pt x="601" y="551"/>
                  </a:moveTo>
                  <a:lnTo>
                    <a:pt x="601" y="551"/>
                  </a:lnTo>
                  <a:cubicBezTo>
                    <a:pt x="601" y="572"/>
                    <a:pt x="594" y="579"/>
                    <a:pt x="572" y="579"/>
                  </a:cubicBezTo>
                  <a:cubicBezTo>
                    <a:pt x="28" y="579"/>
                    <a:pt x="28" y="579"/>
                    <a:pt x="28" y="579"/>
                  </a:cubicBezTo>
                  <a:cubicBezTo>
                    <a:pt x="14" y="579"/>
                    <a:pt x="0" y="572"/>
                    <a:pt x="0" y="551"/>
                  </a:cubicBezTo>
                  <a:cubicBezTo>
                    <a:pt x="0" y="551"/>
                    <a:pt x="0" y="452"/>
                    <a:pt x="78" y="410"/>
                  </a:cubicBezTo>
                  <a:cubicBezTo>
                    <a:pt x="120" y="388"/>
                    <a:pt x="106" y="410"/>
                    <a:pt x="163" y="381"/>
                  </a:cubicBezTo>
                  <a:cubicBezTo>
                    <a:pt x="219" y="360"/>
                    <a:pt x="233" y="353"/>
                    <a:pt x="233" y="353"/>
                  </a:cubicBezTo>
                  <a:cubicBezTo>
                    <a:pt x="233" y="296"/>
                    <a:pt x="233" y="296"/>
                    <a:pt x="233" y="296"/>
                  </a:cubicBezTo>
                  <a:cubicBezTo>
                    <a:pt x="233" y="296"/>
                    <a:pt x="212" y="275"/>
                    <a:pt x="205" y="226"/>
                  </a:cubicBezTo>
                  <a:cubicBezTo>
                    <a:pt x="191" y="233"/>
                    <a:pt x="191" y="212"/>
                    <a:pt x="191" y="198"/>
                  </a:cubicBezTo>
                  <a:cubicBezTo>
                    <a:pt x="191" y="183"/>
                    <a:pt x="184" y="148"/>
                    <a:pt x="198" y="148"/>
                  </a:cubicBezTo>
                  <a:cubicBezTo>
                    <a:pt x="191" y="127"/>
                    <a:pt x="191" y="99"/>
                    <a:pt x="191" y="92"/>
                  </a:cubicBezTo>
                  <a:cubicBezTo>
                    <a:pt x="198" y="49"/>
                    <a:pt x="240" y="0"/>
                    <a:pt x="304" y="0"/>
                  </a:cubicBezTo>
                  <a:cubicBezTo>
                    <a:pt x="375" y="0"/>
                    <a:pt x="410" y="49"/>
                    <a:pt x="410" y="92"/>
                  </a:cubicBezTo>
                  <a:cubicBezTo>
                    <a:pt x="410" y="99"/>
                    <a:pt x="410" y="127"/>
                    <a:pt x="403" y="148"/>
                  </a:cubicBezTo>
                  <a:cubicBezTo>
                    <a:pt x="424" y="148"/>
                    <a:pt x="417" y="183"/>
                    <a:pt x="417" y="198"/>
                  </a:cubicBezTo>
                  <a:cubicBezTo>
                    <a:pt x="417" y="212"/>
                    <a:pt x="410" y="233"/>
                    <a:pt x="396" y="226"/>
                  </a:cubicBezTo>
                  <a:cubicBezTo>
                    <a:pt x="389" y="275"/>
                    <a:pt x="368" y="296"/>
                    <a:pt x="368" y="296"/>
                  </a:cubicBezTo>
                  <a:cubicBezTo>
                    <a:pt x="368" y="353"/>
                    <a:pt x="368" y="353"/>
                    <a:pt x="368" y="353"/>
                  </a:cubicBezTo>
                  <a:cubicBezTo>
                    <a:pt x="368" y="353"/>
                    <a:pt x="382" y="360"/>
                    <a:pt x="438" y="381"/>
                  </a:cubicBezTo>
                  <a:cubicBezTo>
                    <a:pt x="502" y="410"/>
                    <a:pt x="481" y="388"/>
                    <a:pt x="530" y="410"/>
                  </a:cubicBezTo>
                  <a:cubicBezTo>
                    <a:pt x="601" y="452"/>
                    <a:pt x="601" y="551"/>
                    <a:pt x="601" y="551"/>
                  </a:cubicBezTo>
                </a:path>
              </a:pathLst>
            </a:custGeom>
            <a:solidFill>
              <a:sysClr val="window" lastClr="FFFF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marL="0" marR="0" lvl="0" indent="0" defTabSz="685800" eaLnBrk="1" fontAlgn="auto" latinLnBrk="0" hangingPunct="1">
                <a:lnSpc>
                  <a:spcPct val="100000"/>
                </a:lnSpc>
                <a:spcBef>
                  <a:spcPts val="0"/>
                </a:spcBef>
                <a:spcAft>
                  <a:spcPts val="0"/>
                </a:spcAft>
                <a:buClrTx/>
                <a:buSzTx/>
                <a:buFontTx/>
                <a:buNone/>
                <a:tabLst/>
                <a:defRPr/>
              </a:pPr>
              <a:endParaRPr kumimoji="0" lang="en-US" sz="700" b="0" i="0" u="none" strike="noStrike" kern="0" cap="none" spc="0" normalizeH="0" baseline="0" noProof="0" smtClean="0">
                <a:ln>
                  <a:noFill/>
                </a:ln>
                <a:solidFill>
                  <a:prstClr val="black"/>
                </a:solidFill>
                <a:effectLst/>
                <a:uLnTx/>
                <a:uFillTx/>
              </a:endParaRPr>
            </a:p>
          </p:txBody>
        </p:sp>
      </p:grpSp>
      <p:grpSp>
        <p:nvGrpSpPr>
          <p:cNvPr id="68" name="组合 67"/>
          <p:cNvGrpSpPr/>
          <p:nvPr/>
        </p:nvGrpSpPr>
        <p:grpSpPr>
          <a:xfrm>
            <a:off x="4792959" y="3615886"/>
            <a:ext cx="231813" cy="231701"/>
            <a:chOff x="6389502" y="5571667"/>
            <a:chExt cx="309030" cy="309030"/>
          </a:xfrm>
        </p:grpSpPr>
        <p:sp>
          <p:nvSpPr>
            <p:cNvPr id="69" name="椭圆 68"/>
            <p:cNvSpPr/>
            <p:nvPr/>
          </p:nvSpPr>
          <p:spPr>
            <a:xfrm>
              <a:off x="6389502" y="5571667"/>
              <a:ext cx="309030" cy="309030"/>
            </a:xfrm>
            <a:prstGeom prst="ellipse">
              <a:avLst/>
            </a:prstGeom>
            <a:solidFill>
              <a:srgbClr val="4A5F74"/>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smtClean="0">
                <a:ln>
                  <a:noFill/>
                </a:ln>
                <a:solidFill>
                  <a:prstClr val="white"/>
                </a:solidFill>
                <a:effectLst/>
                <a:uLnTx/>
                <a:uFillTx/>
                <a:latin typeface="Calibri" panose="020F0502020204030204"/>
                <a:ea typeface="宋体"/>
                <a:cs typeface="+mn-cs"/>
              </a:endParaRPr>
            </a:p>
          </p:txBody>
        </p:sp>
        <p:sp>
          <p:nvSpPr>
            <p:cNvPr id="70" name="Freeform 45"/>
            <p:cNvSpPr>
              <a:spLocks noChangeArrowheads="1"/>
            </p:cNvSpPr>
            <p:nvPr/>
          </p:nvSpPr>
          <p:spPr bwMode="auto">
            <a:xfrm>
              <a:off x="6455779" y="5631258"/>
              <a:ext cx="176475" cy="174932"/>
            </a:xfrm>
            <a:custGeom>
              <a:avLst/>
              <a:gdLst>
                <a:gd name="T0" fmla="*/ 354 w 391"/>
                <a:gd name="T1" fmla="*/ 35 h 391"/>
                <a:gd name="T2" fmla="*/ 354 w 391"/>
                <a:gd name="T3" fmla="*/ 35 h 391"/>
                <a:gd name="T4" fmla="*/ 292 w 391"/>
                <a:gd name="T5" fmla="*/ 0 h 391"/>
                <a:gd name="T6" fmla="*/ 169 w 391"/>
                <a:gd name="T7" fmla="*/ 133 h 391"/>
                <a:gd name="T8" fmla="*/ 26 w 391"/>
                <a:gd name="T9" fmla="*/ 275 h 391"/>
                <a:gd name="T10" fmla="*/ 0 w 391"/>
                <a:gd name="T11" fmla="*/ 390 h 391"/>
                <a:gd name="T12" fmla="*/ 116 w 391"/>
                <a:gd name="T13" fmla="*/ 363 h 391"/>
                <a:gd name="T14" fmla="*/ 266 w 391"/>
                <a:gd name="T15" fmla="*/ 222 h 391"/>
                <a:gd name="T16" fmla="*/ 390 w 391"/>
                <a:gd name="T17" fmla="*/ 97 h 391"/>
                <a:gd name="T18" fmla="*/ 354 w 391"/>
                <a:gd name="T19" fmla="*/ 35 h 391"/>
                <a:gd name="T20" fmla="*/ 116 w 391"/>
                <a:gd name="T21" fmla="*/ 354 h 391"/>
                <a:gd name="T22" fmla="*/ 116 w 391"/>
                <a:gd name="T23" fmla="*/ 354 h 391"/>
                <a:gd name="T24" fmla="*/ 71 w 391"/>
                <a:gd name="T25" fmla="*/ 363 h 391"/>
                <a:gd name="T26" fmla="*/ 54 w 391"/>
                <a:gd name="T27" fmla="*/ 337 h 391"/>
                <a:gd name="T28" fmla="*/ 35 w 391"/>
                <a:gd name="T29" fmla="*/ 319 h 391"/>
                <a:gd name="T30" fmla="*/ 44 w 391"/>
                <a:gd name="T31" fmla="*/ 284 h 391"/>
                <a:gd name="T32" fmla="*/ 54 w 391"/>
                <a:gd name="T33" fmla="*/ 266 h 391"/>
                <a:gd name="T34" fmla="*/ 98 w 391"/>
                <a:gd name="T35" fmla="*/ 292 h 391"/>
                <a:gd name="T36" fmla="*/ 124 w 391"/>
                <a:gd name="T37" fmla="*/ 337 h 391"/>
                <a:gd name="T38" fmla="*/ 116 w 391"/>
                <a:gd name="T39" fmla="*/ 354 h 3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91" h="391">
                  <a:moveTo>
                    <a:pt x="354" y="35"/>
                  </a:moveTo>
                  <a:lnTo>
                    <a:pt x="354" y="35"/>
                  </a:lnTo>
                  <a:cubicBezTo>
                    <a:pt x="319" y="0"/>
                    <a:pt x="292" y="0"/>
                    <a:pt x="292" y="0"/>
                  </a:cubicBezTo>
                  <a:cubicBezTo>
                    <a:pt x="169" y="133"/>
                    <a:pt x="169" y="133"/>
                    <a:pt x="169" y="133"/>
                  </a:cubicBezTo>
                  <a:cubicBezTo>
                    <a:pt x="26" y="275"/>
                    <a:pt x="26" y="275"/>
                    <a:pt x="26" y="275"/>
                  </a:cubicBezTo>
                  <a:cubicBezTo>
                    <a:pt x="0" y="390"/>
                    <a:pt x="0" y="390"/>
                    <a:pt x="0" y="390"/>
                  </a:cubicBezTo>
                  <a:cubicBezTo>
                    <a:pt x="116" y="363"/>
                    <a:pt x="116" y="363"/>
                    <a:pt x="116" y="363"/>
                  </a:cubicBezTo>
                  <a:cubicBezTo>
                    <a:pt x="266" y="222"/>
                    <a:pt x="266" y="222"/>
                    <a:pt x="266" y="222"/>
                  </a:cubicBezTo>
                  <a:cubicBezTo>
                    <a:pt x="390" y="97"/>
                    <a:pt x="390" y="97"/>
                    <a:pt x="390" y="97"/>
                  </a:cubicBezTo>
                  <a:cubicBezTo>
                    <a:pt x="390" y="97"/>
                    <a:pt x="390" y="71"/>
                    <a:pt x="354" y="35"/>
                  </a:cubicBezTo>
                  <a:close/>
                  <a:moveTo>
                    <a:pt x="116" y="354"/>
                  </a:moveTo>
                  <a:lnTo>
                    <a:pt x="116" y="354"/>
                  </a:lnTo>
                  <a:cubicBezTo>
                    <a:pt x="71" y="363"/>
                    <a:pt x="71" y="363"/>
                    <a:pt x="71" y="363"/>
                  </a:cubicBezTo>
                  <a:cubicBezTo>
                    <a:pt x="71" y="354"/>
                    <a:pt x="63" y="346"/>
                    <a:pt x="54" y="337"/>
                  </a:cubicBezTo>
                  <a:cubicBezTo>
                    <a:pt x="44" y="328"/>
                    <a:pt x="35" y="328"/>
                    <a:pt x="35" y="319"/>
                  </a:cubicBezTo>
                  <a:cubicBezTo>
                    <a:pt x="44" y="284"/>
                    <a:pt x="44" y="284"/>
                    <a:pt x="44" y="284"/>
                  </a:cubicBezTo>
                  <a:cubicBezTo>
                    <a:pt x="54" y="266"/>
                    <a:pt x="54" y="266"/>
                    <a:pt x="54" y="266"/>
                  </a:cubicBezTo>
                  <a:cubicBezTo>
                    <a:pt x="54" y="266"/>
                    <a:pt x="71" y="266"/>
                    <a:pt x="98" y="292"/>
                  </a:cubicBezTo>
                  <a:cubicBezTo>
                    <a:pt x="124" y="319"/>
                    <a:pt x="124" y="337"/>
                    <a:pt x="124" y="337"/>
                  </a:cubicBezTo>
                  <a:lnTo>
                    <a:pt x="116" y="354"/>
                  </a:lnTo>
                  <a:close/>
                </a:path>
              </a:pathLst>
            </a:custGeom>
            <a:solidFill>
              <a:sysClr val="window" lastClr="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lIns="45712" tIns="22856" rIns="45712" bIns="22856" anchor="ctr"/>
            <a:lstStyle/>
            <a:p>
              <a:pPr marL="0" marR="0" lvl="0" indent="0" defTabSz="685800" eaLnBrk="1" fontAlgn="auto" latinLnBrk="0" hangingPunct="1">
                <a:lnSpc>
                  <a:spcPct val="100000"/>
                </a:lnSpc>
                <a:spcBef>
                  <a:spcPts val="0"/>
                </a:spcBef>
                <a:spcAft>
                  <a:spcPts val="0"/>
                </a:spcAft>
                <a:buClrTx/>
                <a:buSzTx/>
                <a:buFontTx/>
                <a:buNone/>
                <a:tabLst/>
                <a:defRPr/>
              </a:pPr>
              <a:endParaRPr kumimoji="0" lang="en-US" sz="700" b="0" i="0" u="none" strike="noStrike" kern="0" cap="none" spc="0" normalizeH="0" baseline="0" noProof="0" dirty="0">
                <a:ln>
                  <a:noFill/>
                </a:ln>
                <a:solidFill>
                  <a:prstClr val="black"/>
                </a:solidFill>
                <a:effectLst/>
                <a:uLnTx/>
                <a:uFillTx/>
              </a:endParaRPr>
            </a:p>
          </p:txBody>
        </p:sp>
      </p:grpSp>
      <p:sp>
        <p:nvSpPr>
          <p:cNvPr id="71" name="TextBox 10"/>
          <p:cNvSpPr txBox="1"/>
          <p:nvPr/>
        </p:nvSpPr>
        <p:spPr>
          <a:xfrm>
            <a:off x="5024772" y="3613263"/>
            <a:ext cx="1061829" cy="253916"/>
          </a:xfrm>
          <a:prstGeom prst="rect">
            <a:avLst/>
          </a:prstGeom>
          <a:noFill/>
        </p:spPr>
        <p:txBody>
          <a:bodyPr wrap="none" lIns="68580" tIns="34290" rIns="68580" bIns="34290" rtlCol="0">
            <a:spAutoFit/>
          </a:bodyPr>
          <a:lstStyle/>
          <a:p>
            <a:pPr defTabSz="685800"/>
            <a:r>
              <a:rPr lang="zh-CN" altLang="en-US" sz="1200" dirty="0">
                <a:solidFill>
                  <a:srgbClr val="4B6075"/>
                </a:solidFill>
                <a:latin typeface="微软雅黑" panose="020B0503020204020204" pitchFamily="34" charset="-122"/>
                <a:ea typeface="微软雅黑" panose="020B0503020204020204" pitchFamily="34" charset="-122"/>
              </a:rPr>
              <a:t>答辩人</a:t>
            </a:r>
            <a:r>
              <a:rPr lang="zh-CN" altLang="en-US" sz="1200" dirty="0" smtClean="0">
                <a:solidFill>
                  <a:srgbClr val="4B6075"/>
                </a:solidFill>
                <a:latin typeface="微软雅黑" panose="020B0503020204020204" pitchFamily="34" charset="-122"/>
                <a:ea typeface="微软雅黑" panose="020B0503020204020204" pitchFamily="34" charset="-122"/>
              </a:rPr>
              <a:t>：青课</a:t>
            </a:r>
            <a:endParaRPr lang="zh-CN" altLang="en-US" sz="1200" dirty="0">
              <a:solidFill>
                <a:srgbClr val="4B6075"/>
              </a:solidFill>
              <a:latin typeface="微软雅黑" panose="020B0503020204020204" pitchFamily="34" charset="-122"/>
              <a:ea typeface="微软雅黑" panose="020B0503020204020204" pitchFamily="34" charset="-122"/>
            </a:endParaRPr>
          </a:p>
        </p:txBody>
      </p:sp>
      <p:sp>
        <p:nvSpPr>
          <p:cNvPr id="72" name="TextBox 11"/>
          <p:cNvSpPr txBox="1"/>
          <p:nvPr/>
        </p:nvSpPr>
        <p:spPr>
          <a:xfrm>
            <a:off x="3241243" y="3593280"/>
            <a:ext cx="1215717" cy="253916"/>
          </a:xfrm>
          <a:prstGeom prst="rect">
            <a:avLst/>
          </a:prstGeom>
          <a:noFill/>
        </p:spPr>
        <p:txBody>
          <a:bodyPr wrap="none" lIns="68580" tIns="34290" rIns="68580" bIns="34290" rtlCol="0">
            <a:spAutoFit/>
          </a:bodyPr>
          <a:lstStyle/>
          <a:p>
            <a:pPr defTabSz="685800"/>
            <a:r>
              <a:rPr lang="zh-CN" altLang="en-US" sz="1200" dirty="0">
                <a:solidFill>
                  <a:srgbClr val="4B6075"/>
                </a:solidFill>
                <a:latin typeface="微软雅黑" panose="020B0503020204020204" pitchFamily="34" charset="-122"/>
                <a:ea typeface="微软雅黑" panose="020B0503020204020204" pitchFamily="34" charset="-122"/>
              </a:rPr>
              <a:t>指导老师</a:t>
            </a:r>
            <a:r>
              <a:rPr lang="zh-CN" altLang="en-US" sz="1200" dirty="0" smtClean="0">
                <a:solidFill>
                  <a:srgbClr val="4B6075"/>
                </a:solidFill>
                <a:latin typeface="微软雅黑" panose="020B0503020204020204" pitchFamily="34" charset="-122"/>
                <a:ea typeface="微软雅黑" panose="020B0503020204020204" pitchFamily="34" charset="-122"/>
              </a:rPr>
              <a:t>：青课</a:t>
            </a:r>
            <a:endParaRPr lang="zh-CN" altLang="en-US" sz="1200" dirty="0">
              <a:solidFill>
                <a:srgbClr val="4B6075"/>
              </a:solidFill>
              <a:latin typeface="微软雅黑" panose="020B0503020204020204" pitchFamily="34" charset="-122"/>
              <a:ea typeface="微软雅黑" panose="020B0503020204020204" pitchFamily="34" charset="-122"/>
            </a:endParaRPr>
          </a:p>
        </p:txBody>
      </p:sp>
      <p:pic>
        <p:nvPicPr>
          <p:cNvPr id="11" name="图片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09936" y="933287"/>
            <a:ext cx="5724128" cy="2092566"/>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withEffect">
                                  <p:stCondLst>
                                    <p:cond delay="40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500"/>
                                        <p:tgtEl>
                                          <p:spTgt spid="26"/>
                                        </p:tgtEl>
                                      </p:cBhvr>
                                    </p:animEffect>
                                    <p:anim calcmode="lin" valueType="num">
                                      <p:cBhvr>
                                        <p:cTn id="8" dur="500" fill="hold"/>
                                        <p:tgtEl>
                                          <p:spTgt spid="26"/>
                                        </p:tgtEl>
                                        <p:attrNameLst>
                                          <p:attrName>ppt_x</p:attrName>
                                        </p:attrNameLst>
                                      </p:cBhvr>
                                      <p:tavLst>
                                        <p:tav tm="0">
                                          <p:val>
                                            <p:strVal val="#ppt_x"/>
                                          </p:val>
                                        </p:tav>
                                        <p:tav tm="100000">
                                          <p:val>
                                            <p:strVal val="#ppt_x"/>
                                          </p:val>
                                        </p:tav>
                                      </p:tavLst>
                                    </p:anim>
                                    <p:anim calcmode="lin" valueType="num">
                                      <p:cBhvr>
                                        <p:cTn id="9" dur="500" fill="hold"/>
                                        <p:tgtEl>
                                          <p:spTgt spid="26"/>
                                        </p:tgtEl>
                                        <p:attrNameLst>
                                          <p:attrName>ppt_y</p:attrName>
                                        </p:attrNameLst>
                                      </p:cBhvr>
                                      <p:tavLst>
                                        <p:tav tm="0">
                                          <p:val>
                                            <p:strVal val="#ppt_y-.1"/>
                                          </p:val>
                                        </p:tav>
                                        <p:tav tm="100000">
                                          <p:val>
                                            <p:strVal val="#ppt_y"/>
                                          </p:val>
                                        </p:tav>
                                      </p:tavLst>
                                    </p:anim>
                                  </p:childTnLst>
                                </p:cTn>
                              </p:par>
                              <p:par>
                                <p:cTn id="10" presetID="47" presetClass="entr" presetSubtype="0" fill="hold" nodeType="withEffect">
                                  <p:stCondLst>
                                    <p:cond delay="400"/>
                                  </p:stCondLst>
                                  <p:childTnLst>
                                    <p:set>
                                      <p:cBhvr>
                                        <p:cTn id="11" dur="1" fill="hold">
                                          <p:stCondLst>
                                            <p:cond delay="0"/>
                                          </p:stCondLst>
                                        </p:cTn>
                                        <p:tgtEl>
                                          <p:spTgt spid="29"/>
                                        </p:tgtEl>
                                        <p:attrNameLst>
                                          <p:attrName>style.visibility</p:attrName>
                                        </p:attrNameLst>
                                      </p:cBhvr>
                                      <p:to>
                                        <p:strVal val="visible"/>
                                      </p:to>
                                    </p:set>
                                    <p:animEffect transition="in" filter="fade">
                                      <p:cBhvr>
                                        <p:cTn id="12" dur="500"/>
                                        <p:tgtEl>
                                          <p:spTgt spid="29"/>
                                        </p:tgtEl>
                                      </p:cBhvr>
                                    </p:animEffect>
                                    <p:anim calcmode="lin" valueType="num">
                                      <p:cBhvr>
                                        <p:cTn id="13" dur="500" fill="hold"/>
                                        <p:tgtEl>
                                          <p:spTgt spid="29"/>
                                        </p:tgtEl>
                                        <p:attrNameLst>
                                          <p:attrName>ppt_x</p:attrName>
                                        </p:attrNameLst>
                                      </p:cBhvr>
                                      <p:tavLst>
                                        <p:tav tm="0">
                                          <p:val>
                                            <p:strVal val="#ppt_x"/>
                                          </p:val>
                                        </p:tav>
                                        <p:tav tm="100000">
                                          <p:val>
                                            <p:strVal val="#ppt_x"/>
                                          </p:val>
                                        </p:tav>
                                      </p:tavLst>
                                    </p:anim>
                                    <p:anim calcmode="lin" valueType="num">
                                      <p:cBhvr>
                                        <p:cTn id="14" dur="500" fill="hold"/>
                                        <p:tgtEl>
                                          <p:spTgt spid="29"/>
                                        </p:tgtEl>
                                        <p:attrNameLst>
                                          <p:attrName>ppt_y</p:attrName>
                                        </p:attrNameLst>
                                      </p:cBhvr>
                                      <p:tavLst>
                                        <p:tav tm="0">
                                          <p:val>
                                            <p:strVal val="#ppt_y-.1"/>
                                          </p:val>
                                        </p:tav>
                                        <p:tav tm="100000">
                                          <p:val>
                                            <p:strVal val="#ppt_y"/>
                                          </p:val>
                                        </p:tav>
                                      </p:tavLst>
                                    </p:anim>
                                  </p:childTnLst>
                                </p:cTn>
                              </p:par>
                              <p:par>
                                <p:cTn id="15" presetID="47" presetClass="entr" presetSubtype="0" fill="hold" nodeType="withEffect">
                                  <p:stCondLst>
                                    <p:cond delay="400"/>
                                  </p:stCondLst>
                                  <p:childTnLst>
                                    <p:set>
                                      <p:cBhvr>
                                        <p:cTn id="16" dur="1" fill="hold">
                                          <p:stCondLst>
                                            <p:cond delay="0"/>
                                          </p:stCondLst>
                                        </p:cTn>
                                        <p:tgtEl>
                                          <p:spTgt spid="2"/>
                                        </p:tgtEl>
                                        <p:attrNameLst>
                                          <p:attrName>style.visibility</p:attrName>
                                        </p:attrNameLst>
                                      </p:cBhvr>
                                      <p:to>
                                        <p:strVal val="visible"/>
                                      </p:to>
                                    </p:set>
                                    <p:animEffect transition="in" filter="fade">
                                      <p:cBhvr>
                                        <p:cTn id="17" dur="500"/>
                                        <p:tgtEl>
                                          <p:spTgt spid="2"/>
                                        </p:tgtEl>
                                      </p:cBhvr>
                                    </p:animEffect>
                                    <p:anim calcmode="lin" valueType="num">
                                      <p:cBhvr>
                                        <p:cTn id="18" dur="500" fill="hold"/>
                                        <p:tgtEl>
                                          <p:spTgt spid="2"/>
                                        </p:tgtEl>
                                        <p:attrNameLst>
                                          <p:attrName>ppt_x</p:attrName>
                                        </p:attrNameLst>
                                      </p:cBhvr>
                                      <p:tavLst>
                                        <p:tav tm="0">
                                          <p:val>
                                            <p:strVal val="#ppt_x"/>
                                          </p:val>
                                        </p:tav>
                                        <p:tav tm="100000">
                                          <p:val>
                                            <p:strVal val="#ppt_x"/>
                                          </p:val>
                                        </p:tav>
                                      </p:tavLst>
                                    </p:anim>
                                    <p:anim calcmode="lin" valueType="num">
                                      <p:cBhvr>
                                        <p:cTn id="19" dur="500" fill="hold"/>
                                        <p:tgtEl>
                                          <p:spTgt spid="2"/>
                                        </p:tgtEl>
                                        <p:attrNameLst>
                                          <p:attrName>ppt_y</p:attrName>
                                        </p:attrNameLst>
                                      </p:cBhvr>
                                      <p:tavLst>
                                        <p:tav tm="0">
                                          <p:val>
                                            <p:strVal val="#ppt_y-.1"/>
                                          </p:val>
                                        </p:tav>
                                        <p:tav tm="100000">
                                          <p:val>
                                            <p:strVal val="#ppt_y"/>
                                          </p:val>
                                        </p:tav>
                                      </p:tavLst>
                                    </p:anim>
                                  </p:childTnLst>
                                </p:cTn>
                              </p:par>
                              <p:par>
                                <p:cTn id="20" presetID="47" presetClass="entr" presetSubtype="0" fill="hold" nodeType="withEffect">
                                  <p:stCondLst>
                                    <p:cond delay="400"/>
                                  </p:stCondLst>
                                  <p:childTnLst>
                                    <p:set>
                                      <p:cBhvr>
                                        <p:cTn id="21" dur="1" fill="hold">
                                          <p:stCondLst>
                                            <p:cond delay="0"/>
                                          </p:stCondLst>
                                        </p:cTn>
                                        <p:tgtEl>
                                          <p:spTgt spid="3"/>
                                        </p:tgtEl>
                                        <p:attrNameLst>
                                          <p:attrName>style.visibility</p:attrName>
                                        </p:attrNameLst>
                                      </p:cBhvr>
                                      <p:to>
                                        <p:strVal val="visible"/>
                                      </p:to>
                                    </p:set>
                                    <p:animEffect transition="in" filter="fade">
                                      <p:cBhvr>
                                        <p:cTn id="22" dur="500"/>
                                        <p:tgtEl>
                                          <p:spTgt spid="3"/>
                                        </p:tgtEl>
                                      </p:cBhvr>
                                    </p:animEffect>
                                    <p:anim calcmode="lin" valueType="num">
                                      <p:cBhvr>
                                        <p:cTn id="23" dur="500" fill="hold"/>
                                        <p:tgtEl>
                                          <p:spTgt spid="3"/>
                                        </p:tgtEl>
                                        <p:attrNameLst>
                                          <p:attrName>ppt_x</p:attrName>
                                        </p:attrNameLst>
                                      </p:cBhvr>
                                      <p:tavLst>
                                        <p:tav tm="0">
                                          <p:val>
                                            <p:strVal val="#ppt_x"/>
                                          </p:val>
                                        </p:tav>
                                        <p:tav tm="100000">
                                          <p:val>
                                            <p:strVal val="#ppt_x"/>
                                          </p:val>
                                        </p:tav>
                                      </p:tavLst>
                                    </p:anim>
                                    <p:anim calcmode="lin" valueType="num">
                                      <p:cBhvr>
                                        <p:cTn id="24" dur="500" fill="hold"/>
                                        <p:tgtEl>
                                          <p:spTgt spid="3"/>
                                        </p:tgtEl>
                                        <p:attrNameLst>
                                          <p:attrName>ppt_y</p:attrName>
                                        </p:attrNameLst>
                                      </p:cBhvr>
                                      <p:tavLst>
                                        <p:tav tm="0">
                                          <p:val>
                                            <p:strVal val="#ppt_y-.1"/>
                                          </p:val>
                                        </p:tav>
                                        <p:tav tm="100000">
                                          <p:val>
                                            <p:strVal val="#ppt_y"/>
                                          </p:val>
                                        </p:tav>
                                      </p:tavLst>
                                    </p:anim>
                                  </p:childTnLst>
                                </p:cTn>
                              </p:par>
                              <p:par>
                                <p:cTn id="25" presetID="47" presetClass="entr" presetSubtype="0" fill="hold" nodeType="withEffect">
                                  <p:stCondLst>
                                    <p:cond delay="400"/>
                                  </p:stCondLst>
                                  <p:childTnLst>
                                    <p:set>
                                      <p:cBhvr>
                                        <p:cTn id="26" dur="1" fill="hold">
                                          <p:stCondLst>
                                            <p:cond delay="0"/>
                                          </p:stCondLst>
                                        </p:cTn>
                                        <p:tgtEl>
                                          <p:spTgt spid="4"/>
                                        </p:tgtEl>
                                        <p:attrNameLst>
                                          <p:attrName>style.visibility</p:attrName>
                                        </p:attrNameLst>
                                      </p:cBhvr>
                                      <p:to>
                                        <p:strVal val="visible"/>
                                      </p:to>
                                    </p:set>
                                    <p:animEffect transition="in" filter="fade">
                                      <p:cBhvr>
                                        <p:cTn id="27" dur="500"/>
                                        <p:tgtEl>
                                          <p:spTgt spid="4"/>
                                        </p:tgtEl>
                                      </p:cBhvr>
                                    </p:animEffect>
                                    <p:anim calcmode="lin" valueType="num">
                                      <p:cBhvr>
                                        <p:cTn id="28" dur="500" fill="hold"/>
                                        <p:tgtEl>
                                          <p:spTgt spid="4"/>
                                        </p:tgtEl>
                                        <p:attrNameLst>
                                          <p:attrName>ppt_x</p:attrName>
                                        </p:attrNameLst>
                                      </p:cBhvr>
                                      <p:tavLst>
                                        <p:tav tm="0">
                                          <p:val>
                                            <p:strVal val="#ppt_x"/>
                                          </p:val>
                                        </p:tav>
                                        <p:tav tm="100000">
                                          <p:val>
                                            <p:strVal val="#ppt_x"/>
                                          </p:val>
                                        </p:tav>
                                      </p:tavLst>
                                    </p:anim>
                                    <p:anim calcmode="lin" valueType="num">
                                      <p:cBhvr>
                                        <p:cTn id="29" dur="500" fill="hold"/>
                                        <p:tgtEl>
                                          <p:spTgt spid="4"/>
                                        </p:tgtEl>
                                        <p:attrNameLst>
                                          <p:attrName>ppt_y</p:attrName>
                                        </p:attrNameLst>
                                      </p:cBhvr>
                                      <p:tavLst>
                                        <p:tav tm="0">
                                          <p:val>
                                            <p:strVal val="#ppt_y-.1"/>
                                          </p:val>
                                        </p:tav>
                                        <p:tav tm="100000">
                                          <p:val>
                                            <p:strVal val="#ppt_y"/>
                                          </p:val>
                                        </p:tav>
                                      </p:tavLst>
                                    </p:anim>
                                  </p:childTnLst>
                                </p:cTn>
                              </p:par>
                              <p:par>
                                <p:cTn id="30" presetID="47" presetClass="entr" presetSubtype="0" fill="hold" nodeType="withEffect">
                                  <p:stCondLst>
                                    <p:cond delay="400"/>
                                  </p:stCondLst>
                                  <p:childTnLst>
                                    <p:set>
                                      <p:cBhvr>
                                        <p:cTn id="31" dur="1" fill="hold">
                                          <p:stCondLst>
                                            <p:cond delay="0"/>
                                          </p:stCondLst>
                                        </p:cTn>
                                        <p:tgtEl>
                                          <p:spTgt spid="5"/>
                                        </p:tgtEl>
                                        <p:attrNameLst>
                                          <p:attrName>style.visibility</p:attrName>
                                        </p:attrNameLst>
                                      </p:cBhvr>
                                      <p:to>
                                        <p:strVal val="visible"/>
                                      </p:to>
                                    </p:set>
                                    <p:animEffect transition="in" filter="fade">
                                      <p:cBhvr>
                                        <p:cTn id="32" dur="500"/>
                                        <p:tgtEl>
                                          <p:spTgt spid="5"/>
                                        </p:tgtEl>
                                      </p:cBhvr>
                                    </p:animEffect>
                                    <p:anim calcmode="lin" valueType="num">
                                      <p:cBhvr>
                                        <p:cTn id="33" dur="500" fill="hold"/>
                                        <p:tgtEl>
                                          <p:spTgt spid="5"/>
                                        </p:tgtEl>
                                        <p:attrNameLst>
                                          <p:attrName>ppt_x</p:attrName>
                                        </p:attrNameLst>
                                      </p:cBhvr>
                                      <p:tavLst>
                                        <p:tav tm="0">
                                          <p:val>
                                            <p:strVal val="#ppt_x"/>
                                          </p:val>
                                        </p:tav>
                                        <p:tav tm="100000">
                                          <p:val>
                                            <p:strVal val="#ppt_x"/>
                                          </p:val>
                                        </p:tav>
                                      </p:tavLst>
                                    </p:anim>
                                    <p:anim calcmode="lin" valueType="num">
                                      <p:cBhvr>
                                        <p:cTn id="34" dur="500" fill="hold"/>
                                        <p:tgtEl>
                                          <p:spTgt spid="5"/>
                                        </p:tgtEl>
                                        <p:attrNameLst>
                                          <p:attrName>ppt_y</p:attrName>
                                        </p:attrNameLst>
                                      </p:cBhvr>
                                      <p:tavLst>
                                        <p:tav tm="0">
                                          <p:val>
                                            <p:strVal val="#ppt_y-.1"/>
                                          </p:val>
                                        </p:tav>
                                        <p:tav tm="100000">
                                          <p:val>
                                            <p:strVal val="#ppt_y"/>
                                          </p:val>
                                        </p:tav>
                                      </p:tavLst>
                                    </p:anim>
                                  </p:childTnLst>
                                </p:cTn>
                              </p:par>
                              <p:par>
                                <p:cTn id="35" presetID="47" presetClass="entr" presetSubtype="0" fill="hold" grpId="0" nodeType="withEffect">
                                  <p:stCondLst>
                                    <p:cond delay="400"/>
                                  </p:stCondLst>
                                  <p:childTnLst>
                                    <p:set>
                                      <p:cBhvr>
                                        <p:cTn id="36" dur="1" fill="hold">
                                          <p:stCondLst>
                                            <p:cond delay="0"/>
                                          </p:stCondLst>
                                        </p:cTn>
                                        <p:tgtEl>
                                          <p:spTgt spid="6"/>
                                        </p:tgtEl>
                                        <p:attrNameLst>
                                          <p:attrName>style.visibility</p:attrName>
                                        </p:attrNameLst>
                                      </p:cBhvr>
                                      <p:to>
                                        <p:strVal val="visible"/>
                                      </p:to>
                                    </p:set>
                                    <p:animEffect transition="in" filter="fade">
                                      <p:cBhvr>
                                        <p:cTn id="37" dur="500"/>
                                        <p:tgtEl>
                                          <p:spTgt spid="6"/>
                                        </p:tgtEl>
                                      </p:cBhvr>
                                    </p:animEffect>
                                    <p:anim calcmode="lin" valueType="num">
                                      <p:cBhvr>
                                        <p:cTn id="38" dur="500" fill="hold"/>
                                        <p:tgtEl>
                                          <p:spTgt spid="6"/>
                                        </p:tgtEl>
                                        <p:attrNameLst>
                                          <p:attrName>ppt_x</p:attrName>
                                        </p:attrNameLst>
                                      </p:cBhvr>
                                      <p:tavLst>
                                        <p:tav tm="0">
                                          <p:val>
                                            <p:strVal val="#ppt_x"/>
                                          </p:val>
                                        </p:tav>
                                        <p:tav tm="100000">
                                          <p:val>
                                            <p:strVal val="#ppt_x"/>
                                          </p:val>
                                        </p:tav>
                                      </p:tavLst>
                                    </p:anim>
                                    <p:anim calcmode="lin" valueType="num">
                                      <p:cBhvr>
                                        <p:cTn id="39" dur="500" fill="hold"/>
                                        <p:tgtEl>
                                          <p:spTgt spid="6"/>
                                        </p:tgtEl>
                                        <p:attrNameLst>
                                          <p:attrName>ppt_y</p:attrName>
                                        </p:attrNameLst>
                                      </p:cBhvr>
                                      <p:tavLst>
                                        <p:tav tm="0">
                                          <p:val>
                                            <p:strVal val="#ppt_y-.1"/>
                                          </p:val>
                                        </p:tav>
                                        <p:tav tm="100000">
                                          <p:val>
                                            <p:strVal val="#ppt_y"/>
                                          </p:val>
                                        </p:tav>
                                      </p:tavLst>
                                    </p:anim>
                                  </p:childTnLst>
                                </p:cTn>
                              </p:par>
                              <p:par>
                                <p:cTn id="40" presetID="47" presetClass="entr" presetSubtype="0" fill="hold" grpId="0" nodeType="withEffect">
                                  <p:stCondLst>
                                    <p:cond delay="400"/>
                                  </p:stCondLst>
                                  <p:childTnLst>
                                    <p:set>
                                      <p:cBhvr>
                                        <p:cTn id="41" dur="1" fill="hold">
                                          <p:stCondLst>
                                            <p:cond delay="0"/>
                                          </p:stCondLst>
                                        </p:cTn>
                                        <p:tgtEl>
                                          <p:spTgt spid="7"/>
                                        </p:tgtEl>
                                        <p:attrNameLst>
                                          <p:attrName>style.visibility</p:attrName>
                                        </p:attrNameLst>
                                      </p:cBhvr>
                                      <p:to>
                                        <p:strVal val="visible"/>
                                      </p:to>
                                    </p:set>
                                    <p:animEffect transition="in" filter="fade">
                                      <p:cBhvr>
                                        <p:cTn id="42" dur="500"/>
                                        <p:tgtEl>
                                          <p:spTgt spid="7"/>
                                        </p:tgtEl>
                                      </p:cBhvr>
                                    </p:animEffect>
                                    <p:anim calcmode="lin" valueType="num">
                                      <p:cBhvr>
                                        <p:cTn id="43" dur="500" fill="hold"/>
                                        <p:tgtEl>
                                          <p:spTgt spid="7"/>
                                        </p:tgtEl>
                                        <p:attrNameLst>
                                          <p:attrName>ppt_x</p:attrName>
                                        </p:attrNameLst>
                                      </p:cBhvr>
                                      <p:tavLst>
                                        <p:tav tm="0">
                                          <p:val>
                                            <p:strVal val="#ppt_x"/>
                                          </p:val>
                                        </p:tav>
                                        <p:tav tm="100000">
                                          <p:val>
                                            <p:strVal val="#ppt_x"/>
                                          </p:val>
                                        </p:tav>
                                      </p:tavLst>
                                    </p:anim>
                                    <p:anim calcmode="lin" valueType="num">
                                      <p:cBhvr>
                                        <p:cTn id="44" dur="500" fill="hold"/>
                                        <p:tgtEl>
                                          <p:spTgt spid="7"/>
                                        </p:tgtEl>
                                        <p:attrNameLst>
                                          <p:attrName>ppt_y</p:attrName>
                                        </p:attrNameLst>
                                      </p:cBhvr>
                                      <p:tavLst>
                                        <p:tav tm="0">
                                          <p:val>
                                            <p:strVal val="#ppt_y-.1"/>
                                          </p:val>
                                        </p:tav>
                                        <p:tav tm="100000">
                                          <p:val>
                                            <p:strVal val="#ppt_y"/>
                                          </p:val>
                                        </p:tav>
                                      </p:tavLst>
                                    </p:anim>
                                  </p:childTnLst>
                                </p:cTn>
                              </p:par>
                              <p:par>
                                <p:cTn id="45" presetID="47" presetClass="entr" presetSubtype="0" fill="hold" grpId="0" nodeType="withEffect">
                                  <p:stCondLst>
                                    <p:cond delay="400"/>
                                  </p:stCondLst>
                                  <p:childTnLst>
                                    <p:set>
                                      <p:cBhvr>
                                        <p:cTn id="46" dur="1" fill="hold">
                                          <p:stCondLst>
                                            <p:cond delay="0"/>
                                          </p:stCondLst>
                                        </p:cTn>
                                        <p:tgtEl>
                                          <p:spTgt spid="8"/>
                                        </p:tgtEl>
                                        <p:attrNameLst>
                                          <p:attrName>style.visibility</p:attrName>
                                        </p:attrNameLst>
                                      </p:cBhvr>
                                      <p:to>
                                        <p:strVal val="visible"/>
                                      </p:to>
                                    </p:set>
                                    <p:animEffect transition="in" filter="fade">
                                      <p:cBhvr>
                                        <p:cTn id="47" dur="500"/>
                                        <p:tgtEl>
                                          <p:spTgt spid="8"/>
                                        </p:tgtEl>
                                      </p:cBhvr>
                                    </p:animEffect>
                                    <p:anim calcmode="lin" valueType="num">
                                      <p:cBhvr>
                                        <p:cTn id="48" dur="500" fill="hold"/>
                                        <p:tgtEl>
                                          <p:spTgt spid="8"/>
                                        </p:tgtEl>
                                        <p:attrNameLst>
                                          <p:attrName>ppt_x</p:attrName>
                                        </p:attrNameLst>
                                      </p:cBhvr>
                                      <p:tavLst>
                                        <p:tav tm="0">
                                          <p:val>
                                            <p:strVal val="#ppt_x"/>
                                          </p:val>
                                        </p:tav>
                                        <p:tav tm="100000">
                                          <p:val>
                                            <p:strVal val="#ppt_x"/>
                                          </p:val>
                                        </p:tav>
                                      </p:tavLst>
                                    </p:anim>
                                    <p:anim calcmode="lin" valueType="num">
                                      <p:cBhvr>
                                        <p:cTn id="49" dur="500" fill="hold"/>
                                        <p:tgtEl>
                                          <p:spTgt spid="8"/>
                                        </p:tgtEl>
                                        <p:attrNameLst>
                                          <p:attrName>ppt_y</p:attrName>
                                        </p:attrNameLst>
                                      </p:cBhvr>
                                      <p:tavLst>
                                        <p:tav tm="0">
                                          <p:val>
                                            <p:strVal val="#ppt_y-.1"/>
                                          </p:val>
                                        </p:tav>
                                        <p:tav tm="100000">
                                          <p:val>
                                            <p:strVal val="#ppt_y"/>
                                          </p:val>
                                        </p:tav>
                                      </p:tavLst>
                                    </p:anim>
                                  </p:childTnLst>
                                </p:cTn>
                              </p:par>
                              <p:par>
                                <p:cTn id="50" presetID="47" presetClass="entr" presetSubtype="0" fill="hold" grpId="0" nodeType="withEffect">
                                  <p:stCondLst>
                                    <p:cond delay="400"/>
                                  </p:stCondLst>
                                  <p:childTnLst>
                                    <p:set>
                                      <p:cBhvr>
                                        <p:cTn id="51" dur="1" fill="hold">
                                          <p:stCondLst>
                                            <p:cond delay="0"/>
                                          </p:stCondLst>
                                        </p:cTn>
                                        <p:tgtEl>
                                          <p:spTgt spid="9"/>
                                        </p:tgtEl>
                                        <p:attrNameLst>
                                          <p:attrName>style.visibility</p:attrName>
                                        </p:attrNameLst>
                                      </p:cBhvr>
                                      <p:to>
                                        <p:strVal val="visible"/>
                                      </p:to>
                                    </p:set>
                                    <p:animEffect transition="in" filter="fade">
                                      <p:cBhvr>
                                        <p:cTn id="52" dur="500"/>
                                        <p:tgtEl>
                                          <p:spTgt spid="9"/>
                                        </p:tgtEl>
                                      </p:cBhvr>
                                    </p:animEffect>
                                    <p:anim calcmode="lin" valueType="num">
                                      <p:cBhvr>
                                        <p:cTn id="53" dur="500" fill="hold"/>
                                        <p:tgtEl>
                                          <p:spTgt spid="9"/>
                                        </p:tgtEl>
                                        <p:attrNameLst>
                                          <p:attrName>ppt_x</p:attrName>
                                        </p:attrNameLst>
                                      </p:cBhvr>
                                      <p:tavLst>
                                        <p:tav tm="0">
                                          <p:val>
                                            <p:strVal val="#ppt_x"/>
                                          </p:val>
                                        </p:tav>
                                        <p:tav tm="100000">
                                          <p:val>
                                            <p:strVal val="#ppt_x"/>
                                          </p:val>
                                        </p:tav>
                                      </p:tavLst>
                                    </p:anim>
                                    <p:anim calcmode="lin" valueType="num">
                                      <p:cBhvr>
                                        <p:cTn id="54" dur="500" fill="hold"/>
                                        <p:tgtEl>
                                          <p:spTgt spid="9"/>
                                        </p:tgtEl>
                                        <p:attrNameLst>
                                          <p:attrName>ppt_y</p:attrName>
                                        </p:attrNameLst>
                                      </p:cBhvr>
                                      <p:tavLst>
                                        <p:tav tm="0">
                                          <p:val>
                                            <p:strVal val="#ppt_y-.1"/>
                                          </p:val>
                                        </p:tav>
                                        <p:tav tm="100000">
                                          <p:val>
                                            <p:strVal val="#ppt_y"/>
                                          </p:val>
                                        </p:tav>
                                      </p:tavLst>
                                    </p:anim>
                                  </p:childTnLst>
                                </p:cTn>
                              </p:par>
                              <p:par>
                                <p:cTn id="55" presetID="47" presetClass="entr" presetSubtype="0" fill="hold" grpId="0" nodeType="withEffect">
                                  <p:stCondLst>
                                    <p:cond delay="400"/>
                                  </p:stCondLst>
                                  <p:childTnLst>
                                    <p:set>
                                      <p:cBhvr>
                                        <p:cTn id="56" dur="1" fill="hold">
                                          <p:stCondLst>
                                            <p:cond delay="0"/>
                                          </p:stCondLst>
                                        </p:cTn>
                                        <p:tgtEl>
                                          <p:spTgt spid="10"/>
                                        </p:tgtEl>
                                        <p:attrNameLst>
                                          <p:attrName>style.visibility</p:attrName>
                                        </p:attrNameLst>
                                      </p:cBhvr>
                                      <p:to>
                                        <p:strVal val="visible"/>
                                      </p:to>
                                    </p:set>
                                    <p:animEffect transition="in" filter="fade">
                                      <p:cBhvr>
                                        <p:cTn id="57" dur="500"/>
                                        <p:tgtEl>
                                          <p:spTgt spid="10"/>
                                        </p:tgtEl>
                                      </p:cBhvr>
                                    </p:animEffect>
                                    <p:anim calcmode="lin" valueType="num">
                                      <p:cBhvr>
                                        <p:cTn id="58" dur="500" fill="hold"/>
                                        <p:tgtEl>
                                          <p:spTgt spid="10"/>
                                        </p:tgtEl>
                                        <p:attrNameLst>
                                          <p:attrName>ppt_x</p:attrName>
                                        </p:attrNameLst>
                                      </p:cBhvr>
                                      <p:tavLst>
                                        <p:tav tm="0">
                                          <p:val>
                                            <p:strVal val="#ppt_x"/>
                                          </p:val>
                                        </p:tav>
                                        <p:tav tm="100000">
                                          <p:val>
                                            <p:strVal val="#ppt_x"/>
                                          </p:val>
                                        </p:tav>
                                      </p:tavLst>
                                    </p:anim>
                                    <p:anim calcmode="lin" valueType="num">
                                      <p:cBhvr>
                                        <p:cTn id="59" dur="500" fill="hold"/>
                                        <p:tgtEl>
                                          <p:spTgt spid="10"/>
                                        </p:tgtEl>
                                        <p:attrNameLst>
                                          <p:attrName>ppt_y</p:attrName>
                                        </p:attrNameLst>
                                      </p:cBhvr>
                                      <p:tavLst>
                                        <p:tav tm="0">
                                          <p:val>
                                            <p:strVal val="#ppt_y-.1"/>
                                          </p:val>
                                        </p:tav>
                                        <p:tav tm="100000">
                                          <p:val>
                                            <p:strVal val="#ppt_y"/>
                                          </p:val>
                                        </p:tav>
                                      </p:tavLst>
                                    </p:anim>
                                  </p:childTnLst>
                                </p:cTn>
                              </p:par>
                            </p:childTnLst>
                          </p:cTn>
                        </p:par>
                        <p:par>
                          <p:cTn id="60" fill="hold">
                            <p:stCondLst>
                              <p:cond delay="900"/>
                            </p:stCondLst>
                            <p:childTnLst>
                              <p:par>
                                <p:cTn id="61" presetID="22" presetClass="entr" presetSubtype="8" fill="hold" nodeType="afterEffect">
                                  <p:stCondLst>
                                    <p:cond delay="0"/>
                                  </p:stCondLst>
                                  <p:childTnLst>
                                    <p:set>
                                      <p:cBhvr>
                                        <p:cTn id="62" dur="1" fill="hold">
                                          <p:stCondLst>
                                            <p:cond delay="0"/>
                                          </p:stCondLst>
                                        </p:cTn>
                                        <p:tgtEl>
                                          <p:spTgt spid="61"/>
                                        </p:tgtEl>
                                        <p:attrNameLst>
                                          <p:attrName>style.visibility</p:attrName>
                                        </p:attrNameLst>
                                      </p:cBhvr>
                                      <p:to>
                                        <p:strVal val="visible"/>
                                      </p:to>
                                    </p:set>
                                    <p:animEffect transition="in" filter="wipe(left)">
                                      <p:cBhvr>
                                        <p:cTn id="63" dur="500"/>
                                        <p:tgtEl>
                                          <p:spTgt spid="61"/>
                                        </p:tgtEl>
                                      </p:cBhvr>
                                    </p:animEffect>
                                  </p:childTnLst>
                                </p:cTn>
                              </p:par>
                            </p:childTnLst>
                          </p:cTn>
                        </p:par>
                        <p:par>
                          <p:cTn id="64" fill="hold">
                            <p:stCondLst>
                              <p:cond delay="1400"/>
                            </p:stCondLst>
                            <p:childTnLst>
                              <p:par>
                                <p:cTn id="65" presetID="10" presetClass="entr" presetSubtype="0" fill="hold" nodeType="afterEffect">
                                  <p:stCondLst>
                                    <p:cond delay="0"/>
                                  </p:stCondLst>
                                  <p:childTnLst>
                                    <p:set>
                                      <p:cBhvr>
                                        <p:cTn id="66" dur="1" fill="hold">
                                          <p:stCondLst>
                                            <p:cond delay="0"/>
                                          </p:stCondLst>
                                        </p:cTn>
                                        <p:tgtEl>
                                          <p:spTgt spid="65"/>
                                        </p:tgtEl>
                                        <p:attrNameLst>
                                          <p:attrName>style.visibility</p:attrName>
                                        </p:attrNameLst>
                                      </p:cBhvr>
                                      <p:to>
                                        <p:strVal val="visible"/>
                                      </p:to>
                                    </p:set>
                                    <p:animEffect transition="in" filter="fade">
                                      <p:cBhvr>
                                        <p:cTn id="67" dur="500"/>
                                        <p:tgtEl>
                                          <p:spTgt spid="65"/>
                                        </p:tgtEl>
                                      </p:cBhvr>
                                    </p:animEffect>
                                  </p:childTnLst>
                                </p:cTn>
                              </p:par>
                            </p:childTnLst>
                          </p:cTn>
                        </p:par>
                        <p:par>
                          <p:cTn id="68" fill="hold">
                            <p:stCondLst>
                              <p:cond delay="1900"/>
                            </p:stCondLst>
                            <p:childTnLst>
                              <p:par>
                                <p:cTn id="69" presetID="22" presetClass="entr" presetSubtype="8" fill="hold" grpId="0" nodeType="afterEffect">
                                  <p:stCondLst>
                                    <p:cond delay="0"/>
                                  </p:stCondLst>
                                  <p:childTnLst>
                                    <p:set>
                                      <p:cBhvr>
                                        <p:cTn id="70" dur="1" fill="hold">
                                          <p:stCondLst>
                                            <p:cond delay="0"/>
                                          </p:stCondLst>
                                        </p:cTn>
                                        <p:tgtEl>
                                          <p:spTgt spid="72"/>
                                        </p:tgtEl>
                                        <p:attrNameLst>
                                          <p:attrName>style.visibility</p:attrName>
                                        </p:attrNameLst>
                                      </p:cBhvr>
                                      <p:to>
                                        <p:strVal val="visible"/>
                                      </p:to>
                                    </p:set>
                                    <p:animEffect transition="in" filter="wipe(left)">
                                      <p:cBhvr>
                                        <p:cTn id="71" dur="500"/>
                                        <p:tgtEl>
                                          <p:spTgt spid="72"/>
                                        </p:tgtEl>
                                      </p:cBhvr>
                                    </p:animEffect>
                                  </p:childTnLst>
                                </p:cTn>
                              </p:par>
                            </p:childTnLst>
                          </p:cTn>
                        </p:par>
                        <p:par>
                          <p:cTn id="72" fill="hold">
                            <p:stCondLst>
                              <p:cond delay="2400"/>
                            </p:stCondLst>
                            <p:childTnLst>
                              <p:par>
                                <p:cTn id="73" presetID="10" presetClass="entr" presetSubtype="0" fill="hold" nodeType="afterEffect">
                                  <p:stCondLst>
                                    <p:cond delay="0"/>
                                  </p:stCondLst>
                                  <p:childTnLst>
                                    <p:set>
                                      <p:cBhvr>
                                        <p:cTn id="74" dur="1" fill="hold">
                                          <p:stCondLst>
                                            <p:cond delay="0"/>
                                          </p:stCondLst>
                                        </p:cTn>
                                        <p:tgtEl>
                                          <p:spTgt spid="68"/>
                                        </p:tgtEl>
                                        <p:attrNameLst>
                                          <p:attrName>style.visibility</p:attrName>
                                        </p:attrNameLst>
                                      </p:cBhvr>
                                      <p:to>
                                        <p:strVal val="visible"/>
                                      </p:to>
                                    </p:set>
                                    <p:animEffect transition="in" filter="fade">
                                      <p:cBhvr>
                                        <p:cTn id="75" dur="500"/>
                                        <p:tgtEl>
                                          <p:spTgt spid="68"/>
                                        </p:tgtEl>
                                      </p:cBhvr>
                                    </p:animEffect>
                                  </p:childTnLst>
                                </p:cTn>
                              </p:par>
                            </p:childTnLst>
                          </p:cTn>
                        </p:par>
                        <p:par>
                          <p:cTn id="76" fill="hold">
                            <p:stCondLst>
                              <p:cond delay="2900"/>
                            </p:stCondLst>
                            <p:childTnLst>
                              <p:par>
                                <p:cTn id="77" presetID="22" presetClass="entr" presetSubtype="8" fill="hold" grpId="0" nodeType="afterEffect">
                                  <p:stCondLst>
                                    <p:cond delay="0"/>
                                  </p:stCondLst>
                                  <p:childTnLst>
                                    <p:set>
                                      <p:cBhvr>
                                        <p:cTn id="78" dur="1" fill="hold">
                                          <p:stCondLst>
                                            <p:cond delay="0"/>
                                          </p:stCondLst>
                                        </p:cTn>
                                        <p:tgtEl>
                                          <p:spTgt spid="71"/>
                                        </p:tgtEl>
                                        <p:attrNameLst>
                                          <p:attrName>style.visibility</p:attrName>
                                        </p:attrNameLst>
                                      </p:cBhvr>
                                      <p:to>
                                        <p:strVal val="visible"/>
                                      </p:to>
                                    </p:set>
                                    <p:animEffect transition="in" filter="wipe(left)">
                                      <p:cBhvr>
                                        <p:cTn id="79" dur="500"/>
                                        <p:tgtEl>
                                          <p:spTgt spid="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71" grpId="0"/>
      <p:bldP spid="7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603465" y="1908436"/>
            <a:ext cx="1152128" cy="1152128"/>
          </a:xfrm>
          <a:prstGeom prst="rect">
            <a:avLst/>
          </a:prstGeom>
          <a:noFill/>
          <a:ln w="6350">
            <a:solidFill>
              <a:srgbClr val="37B0E8"/>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707406" y="2012377"/>
            <a:ext cx="944246" cy="944246"/>
          </a:xfrm>
          <a:prstGeom prst="rect">
            <a:avLst/>
          </a:prstGeom>
          <a:solidFill>
            <a:srgbClr val="37B0E8"/>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Rectangle 44"/>
          <p:cNvSpPr>
            <a:spLocks noChangeArrowheads="1"/>
          </p:cNvSpPr>
          <p:nvPr/>
        </p:nvSpPr>
        <p:spPr bwMode="auto">
          <a:xfrm>
            <a:off x="1888560" y="1841626"/>
            <a:ext cx="1427625"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r>
              <a:rPr lang="en-US" altLang="zh-CN" sz="1100" b="1" dirty="0">
                <a:solidFill>
                  <a:srgbClr val="37B0E8"/>
                </a:solidFill>
                <a:latin typeface="微软雅黑" pitchFamily="34" charset="-122"/>
                <a:ea typeface="微软雅黑" pitchFamily="34" charset="-122"/>
              </a:rPr>
              <a:t>01 | </a:t>
            </a:r>
            <a:r>
              <a:rPr lang="zh-CN" altLang="en-US" sz="1100" b="1" dirty="0">
                <a:ln w="6350">
                  <a:noFill/>
                </a:ln>
                <a:solidFill>
                  <a:srgbClr val="37B0E8"/>
                </a:solidFill>
                <a:latin typeface="微软雅黑" pitchFamily="34" charset="-122"/>
                <a:ea typeface="微软雅黑" pitchFamily="34" charset="-122"/>
              </a:rPr>
              <a:t>绪论</a:t>
            </a:r>
          </a:p>
          <a:p>
            <a:pPr marL="171450" indent="-171450">
              <a:lnSpc>
                <a:spcPct val="150000"/>
              </a:lnSpc>
              <a:buClr>
                <a:srgbClr val="37B0E8"/>
              </a:buClr>
              <a:buFont typeface="Wingdings" pitchFamily="2" charset="2"/>
              <a:buChar char="ü"/>
            </a:pPr>
            <a:r>
              <a:rPr lang="zh-CN" altLang="en-US" sz="1000" dirty="0">
                <a:ln w="6350">
                  <a:noFill/>
                </a:ln>
                <a:solidFill>
                  <a:schemeClr val="tx1">
                    <a:lumMod val="65000"/>
                    <a:lumOff val="35000"/>
                  </a:schemeClr>
                </a:solidFill>
                <a:latin typeface="Impact" pitchFamily="34" charset="0"/>
                <a:ea typeface="微软雅黑" pitchFamily="34" charset="-122"/>
              </a:rPr>
              <a:t>选题背景</a:t>
            </a:r>
          </a:p>
          <a:p>
            <a:pPr marL="171450" indent="-171450">
              <a:lnSpc>
                <a:spcPct val="150000"/>
              </a:lnSpc>
              <a:buClr>
                <a:srgbClr val="37B0E8"/>
              </a:buClr>
              <a:buFont typeface="Wingdings" pitchFamily="2" charset="2"/>
              <a:buChar char="ü"/>
            </a:pPr>
            <a:r>
              <a:rPr lang="zh-CN" altLang="en-US" sz="1000" dirty="0">
                <a:ln w="6350">
                  <a:noFill/>
                </a:ln>
                <a:solidFill>
                  <a:schemeClr val="tx1">
                    <a:lumMod val="65000"/>
                    <a:lumOff val="35000"/>
                  </a:schemeClr>
                </a:solidFill>
                <a:latin typeface="Impact" pitchFamily="34" charset="0"/>
                <a:ea typeface="微软雅黑" pitchFamily="34" charset="-122"/>
              </a:rPr>
              <a:t>研究意义</a:t>
            </a:r>
          </a:p>
          <a:p>
            <a:pPr marL="171450" indent="-171450">
              <a:lnSpc>
                <a:spcPct val="150000"/>
              </a:lnSpc>
              <a:buClr>
                <a:srgbClr val="37B0E8"/>
              </a:buClr>
              <a:buFont typeface="Wingdings" pitchFamily="2" charset="2"/>
              <a:buChar char="ü"/>
            </a:pPr>
            <a:r>
              <a:rPr lang="zh-CN" altLang="en-US" sz="1000" dirty="0">
                <a:ln w="6350">
                  <a:noFill/>
                </a:ln>
                <a:solidFill>
                  <a:schemeClr val="tx1">
                    <a:lumMod val="65000"/>
                    <a:lumOff val="35000"/>
                  </a:schemeClr>
                </a:solidFill>
                <a:latin typeface="Impact" pitchFamily="34" charset="0"/>
                <a:ea typeface="微软雅黑" pitchFamily="34" charset="-122"/>
              </a:rPr>
              <a:t>国内外相关研究综述</a:t>
            </a:r>
          </a:p>
          <a:p>
            <a:pPr marL="171450" indent="-171450">
              <a:lnSpc>
                <a:spcPct val="150000"/>
              </a:lnSpc>
              <a:buClr>
                <a:srgbClr val="37B0E8"/>
              </a:buClr>
              <a:buFont typeface="Wingdings" pitchFamily="2" charset="2"/>
              <a:buChar char="ü"/>
            </a:pPr>
            <a:r>
              <a:rPr lang="zh-CN" altLang="en-US" sz="1000" dirty="0">
                <a:ln w="6350">
                  <a:noFill/>
                </a:ln>
                <a:solidFill>
                  <a:schemeClr val="tx1">
                    <a:lumMod val="65000"/>
                    <a:lumOff val="35000"/>
                  </a:schemeClr>
                </a:solidFill>
                <a:latin typeface="Impact" pitchFamily="34" charset="0"/>
                <a:ea typeface="微软雅黑" pitchFamily="34" charset="-122"/>
              </a:rPr>
              <a:t>理论基础与文献综述</a:t>
            </a:r>
          </a:p>
          <a:p>
            <a:pPr marL="171450" indent="-171450">
              <a:lnSpc>
                <a:spcPct val="150000"/>
              </a:lnSpc>
              <a:buClr>
                <a:srgbClr val="37B0E8"/>
              </a:buClr>
              <a:buFont typeface="Wingdings" pitchFamily="2" charset="2"/>
              <a:buChar char="ü"/>
            </a:pPr>
            <a:r>
              <a:rPr lang="zh-CN" altLang="en-US" sz="1000" dirty="0">
                <a:ln w="6350">
                  <a:noFill/>
                </a:ln>
                <a:solidFill>
                  <a:schemeClr val="tx1">
                    <a:lumMod val="65000"/>
                    <a:lumOff val="35000"/>
                  </a:schemeClr>
                </a:solidFill>
                <a:latin typeface="Impact" pitchFamily="34" charset="0"/>
                <a:ea typeface="微软雅黑" pitchFamily="34" charset="-122"/>
              </a:rPr>
              <a:t>主要贡献与创新</a:t>
            </a:r>
          </a:p>
        </p:txBody>
      </p:sp>
      <p:sp>
        <p:nvSpPr>
          <p:cNvPr id="8" name="矩形 7"/>
          <p:cNvSpPr/>
          <p:nvPr/>
        </p:nvSpPr>
        <p:spPr>
          <a:xfrm>
            <a:off x="3388193" y="1908436"/>
            <a:ext cx="1152128" cy="1152128"/>
          </a:xfrm>
          <a:prstGeom prst="rect">
            <a:avLst/>
          </a:prstGeom>
          <a:noFill/>
          <a:ln w="6350">
            <a:solidFill>
              <a:srgbClr val="37B0E8"/>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3492134" y="2012377"/>
            <a:ext cx="944246" cy="944246"/>
          </a:xfrm>
          <a:prstGeom prst="rect">
            <a:avLst/>
          </a:prstGeom>
          <a:solidFill>
            <a:srgbClr val="37B0E8"/>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Rectangle 44"/>
          <p:cNvSpPr>
            <a:spLocks noChangeArrowheads="1"/>
          </p:cNvSpPr>
          <p:nvPr/>
        </p:nvSpPr>
        <p:spPr bwMode="auto">
          <a:xfrm>
            <a:off x="4673288" y="1957041"/>
            <a:ext cx="1299573" cy="10926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lvl="0"/>
            <a:r>
              <a:rPr lang="en-US" altLang="zh-CN" sz="1100" b="1" dirty="0">
                <a:solidFill>
                  <a:srgbClr val="37B0E8"/>
                </a:solidFill>
                <a:latin typeface="微软雅黑" pitchFamily="34" charset="-122"/>
                <a:ea typeface="微软雅黑" pitchFamily="34" charset="-122"/>
              </a:rPr>
              <a:t>03 | </a:t>
            </a:r>
            <a:r>
              <a:rPr lang="zh-CN" altLang="en-US" sz="1100" b="1" dirty="0">
                <a:solidFill>
                  <a:srgbClr val="37B0E8"/>
                </a:solidFill>
                <a:latin typeface="微软雅黑" pitchFamily="34" charset="-122"/>
                <a:ea typeface="微软雅黑" pitchFamily="34" charset="-122"/>
              </a:rPr>
              <a:t>技术与难点</a:t>
            </a:r>
          </a:p>
          <a:p>
            <a:pPr marL="171450" lvl="0" indent="-171450">
              <a:lnSpc>
                <a:spcPct val="150000"/>
              </a:lnSpc>
              <a:buClr>
                <a:srgbClr val="37B0E8"/>
              </a:buClr>
              <a:buFont typeface="Wingdings" pitchFamily="2" charset="2"/>
              <a:buChar char="ü"/>
            </a:pPr>
            <a:r>
              <a:rPr lang="zh-CN" altLang="en-US" sz="1000" dirty="0">
                <a:ln w="6350">
                  <a:noFill/>
                </a:ln>
                <a:solidFill>
                  <a:prstClr val="black">
                    <a:lumMod val="65000"/>
                    <a:lumOff val="35000"/>
                  </a:prstClr>
                </a:solidFill>
                <a:latin typeface="Impact" pitchFamily="34" charset="0"/>
                <a:ea typeface="微软雅黑" pitchFamily="34" charset="-122"/>
              </a:rPr>
              <a:t>关键技术</a:t>
            </a:r>
          </a:p>
          <a:p>
            <a:pPr marL="171450" lvl="0" indent="-171450">
              <a:lnSpc>
                <a:spcPct val="150000"/>
              </a:lnSpc>
              <a:buClr>
                <a:srgbClr val="37B0E8"/>
              </a:buClr>
              <a:buFont typeface="Wingdings" pitchFamily="2" charset="2"/>
              <a:buChar char="ü"/>
            </a:pPr>
            <a:r>
              <a:rPr lang="zh-CN" altLang="en-US" sz="1000" dirty="0">
                <a:ln w="6350">
                  <a:noFill/>
                </a:ln>
                <a:solidFill>
                  <a:prstClr val="black">
                    <a:lumMod val="65000"/>
                    <a:lumOff val="35000"/>
                  </a:prstClr>
                </a:solidFill>
                <a:latin typeface="Impact" pitchFamily="34" charset="0"/>
                <a:ea typeface="微软雅黑" pitchFamily="34" charset="-122"/>
              </a:rPr>
              <a:t>实践难点</a:t>
            </a:r>
          </a:p>
          <a:p>
            <a:pPr marL="171450" lvl="0" indent="-171450">
              <a:lnSpc>
                <a:spcPct val="150000"/>
              </a:lnSpc>
              <a:buClr>
                <a:srgbClr val="37B0E8"/>
              </a:buClr>
              <a:buFont typeface="Wingdings" pitchFamily="2" charset="2"/>
              <a:buChar char="ü"/>
            </a:pPr>
            <a:r>
              <a:rPr lang="zh-CN" altLang="en-US" sz="1000" dirty="0">
                <a:ln w="6350">
                  <a:noFill/>
                </a:ln>
                <a:solidFill>
                  <a:prstClr val="black">
                    <a:lumMod val="65000"/>
                    <a:lumOff val="35000"/>
                  </a:prstClr>
                </a:solidFill>
                <a:latin typeface="Impact" pitchFamily="34" charset="0"/>
                <a:ea typeface="微软雅黑" pitchFamily="34" charset="-122"/>
              </a:rPr>
              <a:t>市场调研分析</a:t>
            </a:r>
          </a:p>
          <a:p>
            <a:pPr marL="171450" lvl="0" indent="-171450">
              <a:lnSpc>
                <a:spcPct val="150000"/>
              </a:lnSpc>
              <a:buClr>
                <a:srgbClr val="37B0E8"/>
              </a:buClr>
              <a:buFont typeface="Wingdings" pitchFamily="2" charset="2"/>
              <a:buChar char="ü"/>
            </a:pPr>
            <a:r>
              <a:rPr lang="zh-CN" altLang="en-US" sz="1000" dirty="0">
                <a:ln w="6350">
                  <a:noFill/>
                </a:ln>
                <a:solidFill>
                  <a:prstClr val="black">
                    <a:lumMod val="65000"/>
                    <a:lumOff val="35000"/>
                  </a:prstClr>
                </a:solidFill>
                <a:latin typeface="Impact" pitchFamily="34" charset="0"/>
                <a:ea typeface="微软雅黑" pitchFamily="34" charset="-122"/>
              </a:rPr>
              <a:t>案例对比分析</a:t>
            </a:r>
          </a:p>
        </p:txBody>
      </p:sp>
      <p:sp>
        <p:nvSpPr>
          <p:cNvPr id="12" name="矩形 11"/>
          <p:cNvSpPr/>
          <p:nvPr/>
        </p:nvSpPr>
        <p:spPr>
          <a:xfrm>
            <a:off x="2036005" y="3495284"/>
            <a:ext cx="1152128" cy="1152128"/>
          </a:xfrm>
          <a:prstGeom prst="rect">
            <a:avLst/>
          </a:prstGeom>
          <a:noFill/>
          <a:ln w="6350">
            <a:solidFill>
              <a:srgbClr val="586B7F"/>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2139946" y="3599225"/>
            <a:ext cx="944246" cy="944246"/>
          </a:xfrm>
          <a:prstGeom prst="rect">
            <a:avLst/>
          </a:prstGeom>
          <a:solidFill>
            <a:srgbClr val="54667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Rectangle 44"/>
          <p:cNvSpPr>
            <a:spLocks noChangeArrowheads="1"/>
          </p:cNvSpPr>
          <p:nvPr/>
        </p:nvSpPr>
        <p:spPr bwMode="auto">
          <a:xfrm>
            <a:off x="3321100" y="3640461"/>
            <a:ext cx="1427625"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r>
              <a:rPr lang="en-US" altLang="zh-CN" sz="1100" b="1" dirty="0">
                <a:solidFill>
                  <a:srgbClr val="37B0E8"/>
                </a:solidFill>
                <a:latin typeface="微软雅黑" pitchFamily="34" charset="-122"/>
                <a:ea typeface="微软雅黑" pitchFamily="34" charset="-122"/>
              </a:rPr>
              <a:t>02 | </a:t>
            </a:r>
            <a:r>
              <a:rPr lang="zh-CN" altLang="en-US" sz="1100" b="1" dirty="0">
                <a:solidFill>
                  <a:srgbClr val="37B0E8"/>
                </a:solidFill>
                <a:latin typeface="微软雅黑" pitchFamily="34" charset="-122"/>
                <a:ea typeface="微软雅黑" pitchFamily="34" charset="-122"/>
              </a:rPr>
              <a:t>思路与方法</a:t>
            </a:r>
          </a:p>
          <a:p>
            <a:pPr marL="171450" lvl="0" indent="-171450">
              <a:lnSpc>
                <a:spcPct val="150000"/>
              </a:lnSpc>
              <a:buClr>
                <a:srgbClr val="37B0E8"/>
              </a:buClr>
              <a:buFont typeface="Wingdings" pitchFamily="2" charset="2"/>
              <a:buChar char="ü"/>
            </a:pPr>
            <a:r>
              <a:rPr lang="zh-CN" altLang="en-US" sz="1000" dirty="0">
                <a:ln w="6350">
                  <a:noFill/>
                </a:ln>
                <a:solidFill>
                  <a:schemeClr val="tx1">
                    <a:lumMod val="65000"/>
                    <a:lumOff val="35000"/>
                  </a:schemeClr>
                </a:solidFill>
                <a:latin typeface="Impact" pitchFamily="34" charset="0"/>
                <a:ea typeface="微软雅黑" pitchFamily="34" charset="-122"/>
              </a:rPr>
              <a:t>研究思路</a:t>
            </a:r>
          </a:p>
          <a:p>
            <a:pPr marL="171450" lvl="0" indent="-171450">
              <a:lnSpc>
                <a:spcPct val="150000"/>
              </a:lnSpc>
              <a:buClr>
                <a:srgbClr val="37B0E8"/>
              </a:buClr>
              <a:buFont typeface="Wingdings" pitchFamily="2" charset="2"/>
              <a:buChar char="ü"/>
            </a:pPr>
            <a:r>
              <a:rPr lang="zh-CN" altLang="en-US" sz="1000" dirty="0">
                <a:ln w="6350">
                  <a:noFill/>
                </a:ln>
                <a:solidFill>
                  <a:schemeClr val="tx1">
                    <a:lumMod val="65000"/>
                    <a:lumOff val="35000"/>
                  </a:schemeClr>
                </a:solidFill>
                <a:latin typeface="Impact" pitchFamily="34" charset="0"/>
                <a:ea typeface="微软雅黑" pitchFamily="34" charset="-122"/>
              </a:rPr>
              <a:t>研究方法</a:t>
            </a:r>
          </a:p>
          <a:p>
            <a:pPr marL="171450" lvl="0" indent="-171450">
              <a:lnSpc>
                <a:spcPct val="150000"/>
              </a:lnSpc>
              <a:buClr>
                <a:srgbClr val="37B0E8"/>
              </a:buClr>
              <a:buFont typeface="Wingdings" pitchFamily="2" charset="2"/>
              <a:buChar char="ü"/>
            </a:pPr>
            <a:r>
              <a:rPr lang="zh-CN" altLang="en-US" sz="1000" dirty="0">
                <a:ln w="6350">
                  <a:noFill/>
                </a:ln>
                <a:solidFill>
                  <a:schemeClr val="tx1">
                    <a:lumMod val="65000"/>
                    <a:lumOff val="35000"/>
                  </a:schemeClr>
                </a:solidFill>
                <a:latin typeface="Impact" pitchFamily="34" charset="0"/>
                <a:ea typeface="微软雅黑" pitchFamily="34" charset="-122"/>
              </a:rPr>
              <a:t>研究方案可行性说明</a:t>
            </a:r>
          </a:p>
        </p:txBody>
      </p:sp>
      <p:sp>
        <p:nvSpPr>
          <p:cNvPr id="16" name="矩形 15"/>
          <p:cNvSpPr/>
          <p:nvPr/>
        </p:nvSpPr>
        <p:spPr>
          <a:xfrm>
            <a:off x="4820733" y="3495284"/>
            <a:ext cx="1152128" cy="1152128"/>
          </a:xfrm>
          <a:prstGeom prst="rect">
            <a:avLst/>
          </a:prstGeom>
          <a:noFill/>
          <a:ln w="6350">
            <a:solidFill>
              <a:srgbClr val="586B7F"/>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p:nvPr/>
        </p:nvSpPr>
        <p:spPr>
          <a:xfrm>
            <a:off x="4924674" y="3599225"/>
            <a:ext cx="944246" cy="944246"/>
          </a:xfrm>
          <a:prstGeom prst="rect">
            <a:avLst/>
          </a:prstGeom>
          <a:solidFill>
            <a:srgbClr val="54667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Rectangle 44"/>
          <p:cNvSpPr>
            <a:spLocks noChangeArrowheads="1"/>
          </p:cNvSpPr>
          <p:nvPr/>
        </p:nvSpPr>
        <p:spPr bwMode="auto">
          <a:xfrm>
            <a:off x="6105829" y="3655701"/>
            <a:ext cx="1312183"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lvl="0"/>
            <a:r>
              <a:rPr lang="en-US" altLang="zh-CN" sz="1100" b="1" dirty="0">
                <a:solidFill>
                  <a:srgbClr val="37B0E8"/>
                </a:solidFill>
                <a:latin typeface="微软雅黑" pitchFamily="34" charset="-122"/>
                <a:ea typeface="微软雅黑" pitchFamily="34" charset="-122"/>
              </a:rPr>
              <a:t>04 |</a:t>
            </a:r>
            <a:r>
              <a:rPr lang="zh-CN" altLang="en-US" sz="1100" b="1" dirty="0">
                <a:solidFill>
                  <a:srgbClr val="37B0E8"/>
                </a:solidFill>
                <a:latin typeface="微软雅黑" pitchFamily="34" charset="-122"/>
                <a:ea typeface="微软雅黑" pitchFamily="34" charset="-122"/>
              </a:rPr>
              <a:t> 成果与应用</a:t>
            </a:r>
          </a:p>
          <a:p>
            <a:pPr marL="171450" lvl="0" indent="-171450">
              <a:lnSpc>
                <a:spcPct val="150000"/>
              </a:lnSpc>
              <a:buClr>
                <a:srgbClr val="37B0E8"/>
              </a:buClr>
              <a:buFont typeface="Wingdings" pitchFamily="2" charset="2"/>
              <a:buChar char="ü"/>
            </a:pPr>
            <a:r>
              <a:rPr lang="zh-CN" altLang="en-US" sz="1000" dirty="0">
                <a:ln w="6350">
                  <a:noFill/>
                </a:ln>
                <a:solidFill>
                  <a:prstClr val="black">
                    <a:lumMod val="65000"/>
                    <a:lumOff val="35000"/>
                  </a:prstClr>
                </a:solidFill>
                <a:latin typeface="Impact" pitchFamily="34" charset="0"/>
                <a:ea typeface="微软雅黑" pitchFamily="34" charset="-122"/>
              </a:rPr>
              <a:t>研究目标</a:t>
            </a:r>
          </a:p>
          <a:p>
            <a:pPr marL="171450" lvl="0" indent="-171450">
              <a:lnSpc>
                <a:spcPct val="150000"/>
              </a:lnSpc>
              <a:buClr>
                <a:srgbClr val="37B0E8"/>
              </a:buClr>
              <a:buFont typeface="Wingdings" pitchFamily="2" charset="2"/>
              <a:buChar char="ü"/>
            </a:pPr>
            <a:r>
              <a:rPr lang="zh-CN" altLang="en-US" sz="1000" dirty="0">
                <a:ln w="6350">
                  <a:noFill/>
                </a:ln>
                <a:solidFill>
                  <a:prstClr val="black">
                    <a:lumMod val="65000"/>
                    <a:lumOff val="35000"/>
                  </a:prstClr>
                </a:solidFill>
                <a:latin typeface="Impact" pitchFamily="34" charset="0"/>
                <a:ea typeface="微软雅黑" pitchFamily="34" charset="-122"/>
              </a:rPr>
              <a:t>成果形式</a:t>
            </a:r>
          </a:p>
          <a:p>
            <a:pPr marL="171450" lvl="0" indent="-171450">
              <a:lnSpc>
                <a:spcPct val="150000"/>
              </a:lnSpc>
              <a:buClr>
                <a:srgbClr val="37B0E8"/>
              </a:buClr>
              <a:buFont typeface="Wingdings" pitchFamily="2" charset="2"/>
              <a:buChar char="ü"/>
            </a:pPr>
            <a:r>
              <a:rPr lang="zh-CN" altLang="en-US" sz="1000" dirty="0">
                <a:ln w="6350">
                  <a:noFill/>
                </a:ln>
                <a:solidFill>
                  <a:prstClr val="black">
                    <a:lumMod val="65000"/>
                    <a:lumOff val="35000"/>
                  </a:prstClr>
                </a:solidFill>
                <a:latin typeface="Impact" pitchFamily="34" charset="0"/>
                <a:ea typeface="微软雅黑" pitchFamily="34" charset="-122"/>
              </a:rPr>
              <a:t>应用前景</a:t>
            </a:r>
          </a:p>
        </p:txBody>
      </p:sp>
      <p:sp>
        <p:nvSpPr>
          <p:cNvPr id="20" name="矩形 19"/>
          <p:cNvSpPr/>
          <p:nvPr/>
        </p:nvSpPr>
        <p:spPr>
          <a:xfrm>
            <a:off x="6265884" y="1908437"/>
            <a:ext cx="1152128" cy="1152128"/>
          </a:xfrm>
          <a:prstGeom prst="rect">
            <a:avLst/>
          </a:prstGeom>
          <a:noFill/>
          <a:ln w="6350">
            <a:solidFill>
              <a:srgbClr val="37B0E8"/>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a:off x="6369825" y="2012378"/>
            <a:ext cx="944246" cy="944246"/>
          </a:xfrm>
          <a:prstGeom prst="rect">
            <a:avLst/>
          </a:prstGeom>
          <a:solidFill>
            <a:srgbClr val="37B0E8"/>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Rectangle 44"/>
          <p:cNvSpPr>
            <a:spLocks noChangeArrowheads="1"/>
          </p:cNvSpPr>
          <p:nvPr/>
        </p:nvSpPr>
        <p:spPr bwMode="auto">
          <a:xfrm>
            <a:off x="7550980" y="1943736"/>
            <a:ext cx="1235184" cy="10926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lvl="0"/>
            <a:r>
              <a:rPr lang="en-US" altLang="zh-CN" sz="1100" b="1" dirty="0">
                <a:solidFill>
                  <a:srgbClr val="37B0E8"/>
                </a:solidFill>
                <a:latin typeface="微软雅黑" pitchFamily="34" charset="-122"/>
                <a:ea typeface="微软雅黑" pitchFamily="34" charset="-122"/>
              </a:rPr>
              <a:t>05 | </a:t>
            </a:r>
            <a:r>
              <a:rPr lang="zh-CN" altLang="en-US" sz="1100" b="1" dirty="0">
                <a:solidFill>
                  <a:srgbClr val="37B0E8"/>
                </a:solidFill>
                <a:latin typeface="微软雅黑" pitchFamily="34" charset="-122"/>
                <a:ea typeface="微软雅黑" pitchFamily="34" charset="-122"/>
              </a:rPr>
              <a:t>建议与总结</a:t>
            </a:r>
          </a:p>
          <a:p>
            <a:pPr marL="171450" lvl="0" indent="-171450">
              <a:lnSpc>
                <a:spcPct val="150000"/>
              </a:lnSpc>
              <a:buClr>
                <a:srgbClr val="37B0E8"/>
              </a:buClr>
              <a:buFont typeface="Wingdings" pitchFamily="2" charset="2"/>
              <a:buChar char="ü"/>
            </a:pPr>
            <a:r>
              <a:rPr lang="zh-CN" altLang="en-US" sz="1000" dirty="0">
                <a:ln w="6350">
                  <a:noFill/>
                </a:ln>
                <a:solidFill>
                  <a:prstClr val="black">
                    <a:lumMod val="65000"/>
                    <a:lumOff val="35000"/>
                  </a:prstClr>
                </a:solidFill>
                <a:latin typeface="Impact" pitchFamily="34" charset="0"/>
                <a:ea typeface="微软雅黑" pitchFamily="34" charset="-122"/>
              </a:rPr>
              <a:t>问题评估</a:t>
            </a:r>
          </a:p>
          <a:p>
            <a:pPr marL="171450" lvl="0" indent="-171450">
              <a:lnSpc>
                <a:spcPct val="150000"/>
              </a:lnSpc>
              <a:buClr>
                <a:srgbClr val="37B0E8"/>
              </a:buClr>
              <a:buFont typeface="Wingdings" pitchFamily="2" charset="2"/>
              <a:buChar char="ü"/>
            </a:pPr>
            <a:r>
              <a:rPr lang="zh-CN" altLang="en-US" sz="1000" dirty="0">
                <a:ln w="6350">
                  <a:noFill/>
                </a:ln>
                <a:solidFill>
                  <a:prstClr val="black">
                    <a:lumMod val="65000"/>
                    <a:lumOff val="35000"/>
                  </a:prstClr>
                </a:solidFill>
                <a:latin typeface="Impact" pitchFamily="34" charset="0"/>
                <a:ea typeface="微软雅黑" pitchFamily="34" charset="-122"/>
              </a:rPr>
              <a:t>相关对策</a:t>
            </a:r>
          </a:p>
          <a:p>
            <a:pPr marL="171450" lvl="0" indent="-171450">
              <a:lnSpc>
                <a:spcPct val="150000"/>
              </a:lnSpc>
              <a:buClr>
                <a:srgbClr val="37B0E8"/>
              </a:buClr>
              <a:buFont typeface="Wingdings" pitchFamily="2" charset="2"/>
              <a:buChar char="ü"/>
            </a:pPr>
            <a:r>
              <a:rPr lang="zh-CN" altLang="en-US" sz="1000" dirty="0">
                <a:ln w="6350">
                  <a:noFill/>
                </a:ln>
                <a:solidFill>
                  <a:prstClr val="black">
                    <a:lumMod val="65000"/>
                    <a:lumOff val="35000"/>
                  </a:prstClr>
                </a:solidFill>
                <a:latin typeface="Impact" pitchFamily="34" charset="0"/>
                <a:ea typeface="微软雅黑" pitchFamily="34" charset="-122"/>
              </a:rPr>
              <a:t>研究总结</a:t>
            </a:r>
          </a:p>
          <a:p>
            <a:pPr marL="171450" lvl="0" indent="-171450">
              <a:lnSpc>
                <a:spcPct val="150000"/>
              </a:lnSpc>
              <a:buClr>
                <a:srgbClr val="37B0E8"/>
              </a:buClr>
              <a:buFont typeface="Wingdings" pitchFamily="2" charset="2"/>
              <a:buChar char="ü"/>
            </a:pPr>
            <a:r>
              <a:rPr lang="zh-CN" altLang="en-US" sz="1000" dirty="0">
                <a:ln w="6350">
                  <a:noFill/>
                </a:ln>
                <a:solidFill>
                  <a:prstClr val="black">
                    <a:lumMod val="65000"/>
                    <a:lumOff val="35000"/>
                  </a:prstClr>
                </a:solidFill>
                <a:latin typeface="Impact" pitchFamily="34" charset="0"/>
                <a:ea typeface="微软雅黑" pitchFamily="34" charset="-122"/>
              </a:rPr>
              <a:t>成绩与思考</a:t>
            </a:r>
          </a:p>
        </p:txBody>
      </p:sp>
      <p:sp>
        <p:nvSpPr>
          <p:cNvPr id="29" name="Freeform 9"/>
          <p:cNvSpPr>
            <a:spLocks noEditPoints="1"/>
          </p:cNvSpPr>
          <p:nvPr/>
        </p:nvSpPr>
        <p:spPr bwMode="auto">
          <a:xfrm>
            <a:off x="6567714" y="2324662"/>
            <a:ext cx="548468" cy="357368"/>
          </a:xfrm>
          <a:custGeom>
            <a:avLst/>
            <a:gdLst>
              <a:gd name="T0" fmla="*/ 58 w 215"/>
              <a:gd name="T1" fmla="*/ 83 h 140"/>
              <a:gd name="T2" fmla="*/ 58 w 215"/>
              <a:gd name="T3" fmla="*/ 91 h 140"/>
              <a:gd name="T4" fmla="*/ 161 w 215"/>
              <a:gd name="T5" fmla="*/ 87 h 140"/>
              <a:gd name="T6" fmla="*/ 58 w 215"/>
              <a:gd name="T7" fmla="*/ 73 h 140"/>
              <a:gd name="T8" fmla="*/ 98 w 215"/>
              <a:gd name="T9" fmla="*/ 73 h 140"/>
              <a:gd name="T10" fmla="*/ 102 w 215"/>
              <a:gd name="T11" fmla="*/ 34 h 140"/>
              <a:gd name="T12" fmla="*/ 58 w 215"/>
              <a:gd name="T13" fmla="*/ 30 h 140"/>
              <a:gd name="T14" fmla="*/ 54 w 215"/>
              <a:gd name="T15" fmla="*/ 69 h 140"/>
              <a:gd name="T16" fmla="*/ 63 w 215"/>
              <a:gd name="T17" fmla="*/ 38 h 140"/>
              <a:gd name="T18" fmla="*/ 94 w 215"/>
              <a:gd name="T19" fmla="*/ 38 h 140"/>
              <a:gd name="T20" fmla="*/ 63 w 215"/>
              <a:gd name="T21" fmla="*/ 65 h 140"/>
              <a:gd name="T22" fmla="*/ 27 w 215"/>
              <a:gd name="T23" fmla="*/ 121 h 140"/>
              <a:gd name="T24" fmla="*/ 189 w 215"/>
              <a:gd name="T25" fmla="*/ 121 h 140"/>
              <a:gd name="T26" fmla="*/ 196 w 215"/>
              <a:gd name="T27" fmla="*/ 7 h 140"/>
              <a:gd name="T28" fmla="*/ 27 w 215"/>
              <a:gd name="T29" fmla="*/ 0 h 140"/>
              <a:gd name="T30" fmla="*/ 20 w 215"/>
              <a:gd name="T31" fmla="*/ 114 h 140"/>
              <a:gd name="T32" fmla="*/ 33 w 215"/>
              <a:gd name="T33" fmla="*/ 13 h 140"/>
              <a:gd name="T34" fmla="*/ 182 w 215"/>
              <a:gd name="T35" fmla="*/ 13 h 140"/>
              <a:gd name="T36" fmla="*/ 33 w 215"/>
              <a:gd name="T37" fmla="*/ 107 h 140"/>
              <a:gd name="T38" fmla="*/ 157 w 215"/>
              <a:gd name="T39" fmla="*/ 48 h 140"/>
              <a:gd name="T40" fmla="*/ 111 w 215"/>
              <a:gd name="T41" fmla="*/ 48 h 140"/>
              <a:gd name="T42" fmla="*/ 111 w 215"/>
              <a:gd name="T43" fmla="*/ 56 h 140"/>
              <a:gd name="T44" fmla="*/ 161 w 215"/>
              <a:gd name="T45" fmla="*/ 52 h 140"/>
              <a:gd name="T46" fmla="*/ 157 w 215"/>
              <a:gd name="T47" fmla="*/ 65 h 140"/>
              <a:gd name="T48" fmla="*/ 111 w 215"/>
              <a:gd name="T49" fmla="*/ 65 h 140"/>
              <a:gd name="T50" fmla="*/ 111 w 215"/>
              <a:gd name="T51" fmla="*/ 73 h 140"/>
              <a:gd name="T52" fmla="*/ 161 w 215"/>
              <a:gd name="T53" fmla="*/ 69 h 140"/>
              <a:gd name="T54" fmla="*/ 157 w 215"/>
              <a:gd name="T55" fmla="*/ 30 h 140"/>
              <a:gd name="T56" fmla="*/ 111 w 215"/>
              <a:gd name="T57" fmla="*/ 30 h 140"/>
              <a:gd name="T58" fmla="*/ 111 w 215"/>
              <a:gd name="T59" fmla="*/ 38 h 140"/>
              <a:gd name="T60" fmla="*/ 161 w 215"/>
              <a:gd name="T61" fmla="*/ 34 h 140"/>
              <a:gd name="T62" fmla="*/ 209 w 215"/>
              <a:gd name="T63" fmla="*/ 127 h 140"/>
              <a:gd name="T64" fmla="*/ 7 w 215"/>
              <a:gd name="T65" fmla="*/ 127 h 140"/>
              <a:gd name="T66" fmla="*/ 7 w 215"/>
              <a:gd name="T67" fmla="*/ 140 h 140"/>
              <a:gd name="T68" fmla="*/ 215 w 215"/>
              <a:gd name="T69" fmla="*/ 13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15" h="140">
                <a:moveTo>
                  <a:pt x="157" y="83"/>
                </a:moveTo>
                <a:cubicBezTo>
                  <a:pt x="58" y="83"/>
                  <a:pt x="58" y="83"/>
                  <a:pt x="58" y="83"/>
                </a:cubicBezTo>
                <a:cubicBezTo>
                  <a:pt x="56" y="83"/>
                  <a:pt x="54" y="84"/>
                  <a:pt x="54" y="87"/>
                </a:cubicBezTo>
                <a:cubicBezTo>
                  <a:pt x="54" y="89"/>
                  <a:pt x="56" y="91"/>
                  <a:pt x="58" y="91"/>
                </a:cubicBezTo>
                <a:cubicBezTo>
                  <a:pt x="157" y="91"/>
                  <a:pt x="157" y="91"/>
                  <a:pt x="157" y="91"/>
                </a:cubicBezTo>
                <a:cubicBezTo>
                  <a:pt x="159" y="91"/>
                  <a:pt x="161" y="89"/>
                  <a:pt x="161" y="87"/>
                </a:cubicBezTo>
                <a:cubicBezTo>
                  <a:pt x="161" y="84"/>
                  <a:pt x="159" y="83"/>
                  <a:pt x="157" y="83"/>
                </a:cubicBezTo>
                <a:close/>
                <a:moveTo>
                  <a:pt x="58" y="73"/>
                </a:moveTo>
                <a:cubicBezTo>
                  <a:pt x="58" y="73"/>
                  <a:pt x="58" y="73"/>
                  <a:pt x="58" y="73"/>
                </a:cubicBezTo>
                <a:cubicBezTo>
                  <a:pt x="98" y="73"/>
                  <a:pt x="98" y="73"/>
                  <a:pt x="98" y="73"/>
                </a:cubicBezTo>
                <a:cubicBezTo>
                  <a:pt x="100" y="73"/>
                  <a:pt x="102" y="71"/>
                  <a:pt x="102" y="69"/>
                </a:cubicBezTo>
                <a:cubicBezTo>
                  <a:pt x="102" y="34"/>
                  <a:pt x="102" y="34"/>
                  <a:pt x="102" y="34"/>
                </a:cubicBezTo>
                <a:cubicBezTo>
                  <a:pt x="102" y="32"/>
                  <a:pt x="100" y="30"/>
                  <a:pt x="98" y="30"/>
                </a:cubicBezTo>
                <a:cubicBezTo>
                  <a:pt x="58" y="30"/>
                  <a:pt x="58" y="30"/>
                  <a:pt x="58" y="30"/>
                </a:cubicBezTo>
                <a:cubicBezTo>
                  <a:pt x="56" y="30"/>
                  <a:pt x="54" y="32"/>
                  <a:pt x="54" y="34"/>
                </a:cubicBezTo>
                <a:cubicBezTo>
                  <a:pt x="54" y="69"/>
                  <a:pt x="54" y="69"/>
                  <a:pt x="54" y="69"/>
                </a:cubicBezTo>
                <a:cubicBezTo>
                  <a:pt x="54" y="71"/>
                  <a:pt x="56" y="73"/>
                  <a:pt x="58" y="73"/>
                </a:cubicBezTo>
                <a:close/>
                <a:moveTo>
                  <a:pt x="63" y="38"/>
                </a:moveTo>
                <a:cubicBezTo>
                  <a:pt x="63" y="38"/>
                  <a:pt x="63" y="38"/>
                  <a:pt x="63" y="38"/>
                </a:cubicBezTo>
                <a:cubicBezTo>
                  <a:pt x="94" y="38"/>
                  <a:pt x="94" y="38"/>
                  <a:pt x="94" y="38"/>
                </a:cubicBezTo>
                <a:cubicBezTo>
                  <a:pt x="94" y="65"/>
                  <a:pt x="94" y="65"/>
                  <a:pt x="94" y="65"/>
                </a:cubicBezTo>
                <a:cubicBezTo>
                  <a:pt x="63" y="65"/>
                  <a:pt x="63" y="65"/>
                  <a:pt x="63" y="65"/>
                </a:cubicBezTo>
                <a:cubicBezTo>
                  <a:pt x="63" y="38"/>
                  <a:pt x="63" y="38"/>
                  <a:pt x="63" y="38"/>
                </a:cubicBezTo>
                <a:close/>
                <a:moveTo>
                  <a:pt x="27" y="121"/>
                </a:moveTo>
                <a:cubicBezTo>
                  <a:pt x="27" y="121"/>
                  <a:pt x="27" y="121"/>
                  <a:pt x="27" y="121"/>
                </a:cubicBezTo>
                <a:cubicBezTo>
                  <a:pt x="189" y="121"/>
                  <a:pt x="189" y="121"/>
                  <a:pt x="189" y="121"/>
                </a:cubicBezTo>
                <a:cubicBezTo>
                  <a:pt x="193" y="121"/>
                  <a:pt x="196" y="118"/>
                  <a:pt x="196" y="114"/>
                </a:cubicBezTo>
                <a:cubicBezTo>
                  <a:pt x="196" y="7"/>
                  <a:pt x="196" y="7"/>
                  <a:pt x="196" y="7"/>
                </a:cubicBezTo>
                <a:cubicBezTo>
                  <a:pt x="196" y="3"/>
                  <a:pt x="193" y="0"/>
                  <a:pt x="189" y="0"/>
                </a:cubicBezTo>
                <a:cubicBezTo>
                  <a:pt x="27" y="0"/>
                  <a:pt x="27" y="0"/>
                  <a:pt x="27" y="0"/>
                </a:cubicBezTo>
                <a:cubicBezTo>
                  <a:pt x="23" y="0"/>
                  <a:pt x="20" y="3"/>
                  <a:pt x="20" y="7"/>
                </a:cubicBezTo>
                <a:cubicBezTo>
                  <a:pt x="20" y="114"/>
                  <a:pt x="20" y="114"/>
                  <a:pt x="20" y="114"/>
                </a:cubicBezTo>
                <a:cubicBezTo>
                  <a:pt x="20" y="118"/>
                  <a:pt x="23" y="121"/>
                  <a:pt x="27" y="121"/>
                </a:cubicBezTo>
                <a:close/>
                <a:moveTo>
                  <a:pt x="33" y="13"/>
                </a:moveTo>
                <a:cubicBezTo>
                  <a:pt x="33" y="13"/>
                  <a:pt x="33" y="13"/>
                  <a:pt x="33" y="13"/>
                </a:cubicBezTo>
                <a:cubicBezTo>
                  <a:pt x="182" y="13"/>
                  <a:pt x="182" y="13"/>
                  <a:pt x="182" y="13"/>
                </a:cubicBezTo>
                <a:cubicBezTo>
                  <a:pt x="182" y="107"/>
                  <a:pt x="182" y="107"/>
                  <a:pt x="182" y="107"/>
                </a:cubicBezTo>
                <a:cubicBezTo>
                  <a:pt x="33" y="107"/>
                  <a:pt x="33" y="107"/>
                  <a:pt x="33" y="107"/>
                </a:cubicBezTo>
                <a:cubicBezTo>
                  <a:pt x="33" y="13"/>
                  <a:pt x="33" y="13"/>
                  <a:pt x="33" y="13"/>
                </a:cubicBezTo>
                <a:close/>
                <a:moveTo>
                  <a:pt x="157" y="48"/>
                </a:moveTo>
                <a:cubicBezTo>
                  <a:pt x="157" y="48"/>
                  <a:pt x="157" y="48"/>
                  <a:pt x="157" y="48"/>
                </a:cubicBezTo>
                <a:cubicBezTo>
                  <a:pt x="111" y="48"/>
                  <a:pt x="111" y="48"/>
                  <a:pt x="111" y="48"/>
                </a:cubicBezTo>
                <a:cubicBezTo>
                  <a:pt x="108" y="48"/>
                  <a:pt x="107" y="49"/>
                  <a:pt x="107" y="52"/>
                </a:cubicBezTo>
                <a:cubicBezTo>
                  <a:pt x="107" y="54"/>
                  <a:pt x="108" y="56"/>
                  <a:pt x="111" y="56"/>
                </a:cubicBezTo>
                <a:cubicBezTo>
                  <a:pt x="157" y="56"/>
                  <a:pt x="157" y="56"/>
                  <a:pt x="157" y="56"/>
                </a:cubicBezTo>
                <a:cubicBezTo>
                  <a:pt x="159" y="56"/>
                  <a:pt x="161" y="54"/>
                  <a:pt x="161" y="52"/>
                </a:cubicBezTo>
                <a:cubicBezTo>
                  <a:pt x="161" y="49"/>
                  <a:pt x="159" y="48"/>
                  <a:pt x="157" y="48"/>
                </a:cubicBezTo>
                <a:close/>
                <a:moveTo>
                  <a:pt x="157" y="65"/>
                </a:moveTo>
                <a:cubicBezTo>
                  <a:pt x="157" y="65"/>
                  <a:pt x="157" y="65"/>
                  <a:pt x="157" y="65"/>
                </a:cubicBezTo>
                <a:cubicBezTo>
                  <a:pt x="111" y="65"/>
                  <a:pt x="111" y="65"/>
                  <a:pt x="111" y="65"/>
                </a:cubicBezTo>
                <a:cubicBezTo>
                  <a:pt x="108" y="65"/>
                  <a:pt x="107" y="67"/>
                  <a:pt x="107" y="69"/>
                </a:cubicBezTo>
                <a:cubicBezTo>
                  <a:pt x="107" y="71"/>
                  <a:pt x="108" y="73"/>
                  <a:pt x="111" y="73"/>
                </a:cubicBezTo>
                <a:cubicBezTo>
                  <a:pt x="157" y="73"/>
                  <a:pt x="157" y="73"/>
                  <a:pt x="157" y="73"/>
                </a:cubicBezTo>
                <a:cubicBezTo>
                  <a:pt x="159" y="73"/>
                  <a:pt x="161" y="71"/>
                  <a:pt x="161" y="69"/>
                </a:cubicBezTo>
                <a:cubicBezTo>
                  <a:pt x="161" y="67"/>
                  <a:pt x="159" y="65"/>
                  <a:pt x="157" y="65"/>
                </a:cubicBezTo>
                <a:close/>
                <a:moveTo>
                  <a:pt x="157" y="30"/>
                </a:moveTo>
                <a:cubicBezTo>
                  <a:pt x="157" y="30"/>
                  <a:pt x="157" y="30"/>
                  <a:pt x="157" y="30"/>
                </a:cubicBezTo>
                <a:cubicBezTo>
                  <a:pt x="111" y="30"/>
                  <a:pt x="111" y="30"/>
                  <a:pt x="111" y="30"/>
                </a:cubicBezTo>
                <a:cubicBezTo>
                  <a:pt x="108" y="30"/>
                  <a:pt x="107" y="32"/>
                  <a:pt x="107" y="34"/>
                </a:cubicBezTo>
                <a:cubicBezTo>
                  <a:pt x="107" y="37"/>
                  <a:pt x="108" y="38"/>
                  <a:pt x="111" y="38"/>
                </a:cubicBezTo>
                <a:cubicBezTo>
                  <a:pt x="157" y="38"/>
                  <a:pt x="157" y="38"/>
                  <a:pt x="157" y="38"/>
                </a:cubicBezTo>
                <a:cubicBezTo>
                  <a:pt x="159" y="38"/>
                  <a:pt x="161" y="37"/>
                  <a:pt x="161" y="34"/>
                </a:cubicBezTo>
                <a:cubicBezTo>
                  <a:pt x="161" y="32"/>
                  <a:pt x="159" y="30"/>
                  <a:pt x="157" y="30"/>
                </a:cubicBezTo>
                <a:close/>
                <a:moveTo>
                  <a:pt x="209" y="127"/>
                </a:moveTo>
                <a:cubicBezTo>
                  <a:pt x="209" y="127"/>
                  <a:pt x="209" y="127"/>
                  <a:pt x="209" y="127"/>
                </a:cubicBezTo>
                <a:cubicBezTo>
                  <a:pt x="7" y="127"/>
                  <a:pt x="7" y="127"/>
                  <a:pt x="7" y="127"/>
                </a:cubicBezTo>
                <a:cubicBezTo>
                  <a:pt x="3" y="127"/>
                  <a:pt x="0" y="130"/>
                  <a:pt x="0" y="134"/>
                </a:cubicBezTo>
                <a:cubicBezTo>
                  <a:pt x="0" y="137"/>
                  <a:pt x="3" y="140"/>
                  <a:pt x="7" y="140"/>
                </a:cubicBezTo>
                <a:cubicBezTo>
                  <a:pt x="209" y="140"/>
                  <a:pt x="209" y="140"/>
                  <a:pt x="209" y="140"/>
                </a:cubicBezTo>
                <a:cubicBezTo>
                  <a:pt x="212" y="140"/>
                  <a:pt x="215" y="137"/>
                  <a:pt x="215" y="134"/>
                </a:cubicBezTo>
                <a:cubicBezTo>
                  <a:pt x="215" y="130"/>
                  <a:pt x="212" y="127"/>
                  <a:pt x="209" y="127"/>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30" name="Freeform 10"/>
          <p:cNvSpPr>
            <a:spLocks noEditPoints="1"/>
          </p:cNvSpPr>
          <p:nvPr/>
        </p:nvSpPr>
        <p:spPr bwMode="auto">
          <a:xfrm>
            <a:off x="2405311" y="3864051"/>
            <a:ext cx="413516" cy="414594"/>
          </a:xfrm>
          <a:custGeom>
            <a:avLst/>
            <a:gdLst>
              <a:gd name="T0" fmla="*/ 47 w 162"/>
              <a:gd name="T1" fmla="*/ 34 h 163"/>
              <a:gd name="T2" fmla="*/ 34 w 162"/>
              <a:gd name="T3" fmla="*/ 47 h 163"/>
              <a:gd name="T4" fmla="*/ 32 w 162"/>
              <a:gd name="T5" fmla="*/ 61 h 163"/>
              <a:gd name="T6" fmla="*/ 41 w 162"/>
              <a:gd name="T7" fmla="*/ 52 h 163"/>
              <a:gd name="T8" fmla="*/ 52 w 162"/>
              <a:gd name="T9" fmla="*/ 41 h 163"/>
              <a:gd name="T10" fmla="*/ 60 w 162"/>
              <a:gd name="T11" fmla="*/ 32 h 163"/>
              <a:gd name="T12" fmla="*/ 160 w 162"/>
              <a:gd name="T13" fmla="*/ 150 h 163"/>
              <a:gd name="T14" fmla="*/ 130 w 162"/>
              <a:gd name="T15" fmla="*/ 121 h 163"/>
              <a:gd name="T16" fmla="*/ 147 w 162"/>
              <a:gd name="T17" fmla="*/ 74 h 163"/>
              <a:gd name="T18" fmla="*/ 142 w 162"/>
              <a:gd name="T19" fmla="*/ 46 h 163"/>
              <a:gd name="T20" fmla="*/ 126 w 162"/>
              <a:gd name="T21" fmla="*/ 22 h 163"/>
              <a:gd name="T22" fmla="*/ 74 w 162"/>
              <a:gd name="T23" fmla="*/ 0 h 163"/>
              <a:gd name="T24" fmla="*/ 6 w 162"/>
              <a:gd name="T25" fmla="*/ 46 h 163"/>
              <a:gd name="T26" fmla="*/ 5 w 162"/>
              <a:gd name="T27" fmla="*/ 102 h 163"/>
              <a:gd name="T28" fmla="*/ 21 w 162"/>
              <a:gd name="T29" fmla="*/ 126 h 163"/>
              <a:gd name="T30" fmla="*/ 45 w 162"/>
              <a:gd name="T31" fmla="*/ 142 h 163"/>
              <a:gd name="T32" fmla="*/ 45 w 162"/>
              <a:gd name="T33" fmla="*/ 142 h 163"/>
              <a:gd name="T34" fmla="*/ 102 w 162"/>
              <a:gd name="T35" fmla="*/ 142 h 163"/>
              <a:gd name="T36" fmla="*/ 150 w 162"/>
              <a:gd name="T37" fmla="*/ 160 h 163"/>
              <a:gd name="T38" fmla="*/ 160 w 162"/>
              <a:gd name="T39" fmla="*/ 150 h 163"/>
              <a:gd name="T40" fmla="*/ 116 w 162"/>
              <a:gd name="T41" fmla="*/ 117 h 163"/>
              <a:gd name="T42" fmla="*/ 97 w 162"/>
              <a:gd name="T43" fmla="*/ 130 h 163"/>
              <a:gd name="T44" fmla="*/ 51 w 162"/>
              <a:gd name="T45" fmla="*/ 130 h 163"/>
              <a:gd name="T46" fmla="*/ 31 w 162"/>
              <a:gd name="T47" fmla="*/ 117 h 163"/>
              <a:gd name="T48" fmla="*/ 31 w 162"/>
              <a:gd name="T49" fmla="*/ 117 h 163"/>
              <a:gd name="T50" fmla="*/ 18 w 162"/>
              <a:gd name="T51" fmla="*/ 97 h 163"/>
              <a:gd name="T52" fmla="*/ 18 w 162"/>
              <a:gd name="T53" fmla="*/ 51 h 163"/>
              <a:gd name="T54" fmla="*/ 74 w 162"/>
              <a:gd name="T55" fmla="*/ 14 h 163"/>
              <a:gd name="T56" fmla="*/ 116 w 162"/>
              <a:gd name="T57" fmla="*/ 31 h 163"/>
              <a:gd name="T58" fmla="*/ 129 w 162"/>
              <a:gd name="T59" fmla="*/ 51 h 163"/>
              <a:gd name="T60" fmla="*/ 134 w 162"/>
              <a:gd name="T61" fmla="*/ 74 h 163"/>
              <a:gd name="T62" fmla="*/ 116 w 162"/>
              <a:gd name="T63" fmla="*/ 117 h 163"/>
              <a:gd name="T64" fmla="*/ 117 w 162"/>
              <a:gd name="T65" fmla="*/ 70 h 163"/>
              <a:gd name="T66" fmla="*/ 110 w 162"/>
              <a:gd name="T67" fmla="*/ 89 h 163"/>
              <a:gd name="T68" fmla="*/ 102 w 162"/>
              <a:gd name="T69" fmla="*/ 102 h 163"/>
              <a:gd name="T70" fmla="*/ 74 w 162"/>
              <a:gd name="T71" fmla="*/ 114 h 163"/>
              <a:gd name="T72" fmla="*/ 74 w 162"/>
              <a:gd name="T73" fmla="*/ 122 h 163"/>
              <a:gd name="T74" fmla="*/ 107 w 162"/>
              <a:gd name="T75" fmla="*/ 108 h 163"/>
              <a:gd name="T76" fmla="*/ 118 w 162"/>
              <a:gd name="T77" fmla="*/ 92 h 163"/>
              <a:gd name="T78" fmla="*/ 117 w 162"/>
              <a:gd name="T79" fmla="*/ 70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62" h="163">
                <a:moveTo>
                  <a:pt x="55" y="30"/>
                </a:moveTo>
                <a:cubicBezTo>
                  <a:pt x="52" y="31"/>
                  <a:pt x="50" y="33"/>
                  <a:pt x="47" y="34"/>
                </a:cubicBezTo>
                <a:cubicBezTo>
                  <a:pt x="44" y="36"/>
                  <a:pt x="42" y="38"/>
                  <a:pt x="40" y="40"/>
                </a:cubicBezTo>
                <a:cubicBezTo>
                  <a:pt x="38" y="42"/>
                  <a:pt x="36" y="45"/>
                  <a:pt x="34" y="47"/>
                </a:cubicBezTo>
                <a:cubicBezTo>
                  <a:pt x="32" y="50"/>
                  <a:pt x="31" y="53"/>
                  <a:pt x="30" y="55"/>
                </a:cubicBezTo>
                <a:cubicBezTo>
                  <a:pt x="29" y="57"/>
                  <a:pt x="30" y="60"/>
                  <a:pt x="32" y="61"/>
                </a:cubicBezTo>
                <a:cubicBezTo>
                  <a:pt x="34" y="62"/>
                  <a:pt x="36" y="61"/>
                  <a:pt x="37" y="59"/>
                </a:cubicBezTo>
                <a:cubicBezTo>
                  <a:pt x="38" y="56"/>
                  <a:pt x="39" y="54"/>
                  <a:pt x="41" y="52"/>
                </a:cubicBezTo>
                <a:cubicBezTo>
                  <a:pt x="42" y="50"/>
                  <a:pt x="44" y="48"/>
                  <a:pt x="46" y="46"/>
                </a:cubicBezTo>
                <a:cubicBezTo>
                  <a:pt x="48" y="44"/>
                  <a:pt x="49" y="43"/>
                  <a:pt x="52" y="41"/>
                </a:cubicBezTo>
                <a:cubicBezTo>
                  <a:pt x="54" y="40"/>
                  <a:pt x="56" y="38"/>
                  <a:pt x="58" y="37"/>
                </a:cubicBezTo>
                <a:cubicBezTo>
                  <a:pt x="60" y="37"/>
                  <a:pt x="61" y="34"/>
                  <a:pt x="60" y="32"/>
                </a:cubicBezTo>
                <a:cubicBezTo>
                  <a:pt x="59" y="30"/>
                  <a:pt x="57" y="29"/>
                  <a:pt x="55" y="30"/>
                </a:cubicBezTo>
                <a:close/>
                <a:moveTo>
                  <a:pt x="160" y="150"/>
                </a:moveTo>
                <a:cubicBezTo>
                  <a:pt x="160" y="150"/>
                  <a:pt x="160" y="150"/>
                  <a:pt x="160" y="150"/>
                </a:cubicBezTo>
                <a:cubicBezTo>
                  <a:pt x="130" y="121"/>
                  <a:pt x="130" y="121"/>
                  <a:pt x="130" y="121"/>
                </a:cubicBezTo>
                <a:cubicBezTo>
                  <a:pt x="135" y="115"/>
                  <a:pt x="139" y="109"/>
                  <a:pt x="142" y="102"/>
                </a:cubicBezTo>
                <a:cubicBezTo>
                  <a:pt x="145" y="93"/>
                  <a:pt x="147" y="84"/>
                  <a:pt x="147" y="74"/>
                </a:cubicBezTo>
                <a:cubicBezTo>
                  <a:pt x="147" y="64"/>
                  <a:pt x="145" y="55"/>
                  <a:pt x="142" y="46"/>
                </a:cubicBezTo>
                <a:cubicBezTo>
                  <a:pt x="142" y="46"/>
                  <a:pt x="142" y="46"/>
                  <a:pt x="142" y="46"/>
                </a:cubicBezTo>
                <a:cubicBezTo>
                  <a:pt x="138" y="37"/>
                  <a:pt x="133" y="29"/>
                  <a:pt x="126" y="22"/>
                </a:cubicBezTo>
                <a:cubicBezTo>
                  <a:pt x="126" y="22"/>
                  <a:pt x="126" y="22"/>
                  <a:pt x="126" y="22"/>
                </a:cubicBezTo>
                <a:cubicBezTo>
                  <a:pt x="119" y="15"/>
                  <a:pt x="111" y="10"/>
                  <a:pt x="102" y="6"/>
                </a:cubicBezTo>
                <a:cubicBezTo>
                  <a:pt x="93" y="2"/>
                  <a:pt x="84" y="0"/>
                  <a:pt x="74" y="0"/>
                </a:cubicBezTo>
                <a:cubicBezTo>
                  <a:pt x="53" y="0"/>
                  <a:pt x="35" y="8"/>
                  <a:pt x="21" y="22"/>
                </a:cubicBezTo>
                <a:cubicBezTo>
                  <a:pt x="15" y="29"/>
                  <a:pt x="9" y="37"/>
                  <a:pt x="6" y="46"/>
                </a:cubicBezTo>
                <a:cubicBezTo>
                  <a:pt x="2" y="55"/>
                  <a:pt x="0" y="64"/>
                  <a:pt x="0" y="74"/>
                </a:cubicBezTo>
                <a:cubicBezTo>
                  <a:pt x="0" y="84"/>
                  <a:pt x="2" y="93"/>
                  <a:pt x="5" y="102"/>
                </a:cubicBezTo>
                <a:cubicBezTo>
                  <a:pt x="6" y="102"/>
                  <a:pt x="6" y="102"/>
                  <a:pt x="6" y="102"/>
                </a:cubicBezTo>
                <a:cubicBezTo>
                  <a:pt x="9" y="111"/>
                  <a:pt x="15" y="119"/>
                  <a:pt x="21" y="126"/>
                </a:cubicBezTo>
                <a:cubicBezTo>
                  <a:pt x="22" y="126"/>
                  <a:pt x="22" y="126"/>
                  <a:pt x="22" y="126"/>
                </a:cubicBezTo>
                <a:cubicBezTo>
                  <a:pt x="28" y="133"/>
                  <a:pt x="36" y="138"/>
                  <a:pt x="45" y="142"/>
                </a:cubicBezTo>
                <a:cubicBezTo>
                  <a:pt x="45" y="142"/>
                  <a:pt x="45" y="142"/>
                  <a:pt x="45" y="142"/>
                </a:cubicBezTo>
                <a:cubicBezTo>
                  <a:pt x="45" y="142"/>
                  <a:pt x="45" y="142"/>
                  <a:pt x="45" y="142"/>
                </a:cubicBezTo>
                <a:cubicBezTo>
                  <a:pt x="54" y="146"/>
                  <a:pt x="64" y="148"/>
                  <a:pt x="74" y="148"/>
                </a:cubicBezTo>
                <a:cubicBezTo>
                  <a:pt x="84" y="148"/>
                  <a:pt x="93" y="146"/>
                  <a:pt x="102" y="142"/>
                </a:cubicBezTo>
                <a:cubicBezTo>
                  <a:pt x="109" y="139"/>
                  <a:pt x="115" y="135"/>
                  <a:pt x="121" y="131"/>
                </a:cubicBezTo>
                <a:cubicBezTo>
                  <a:pt x="150" y="160"/>
                  <a:pt x="150" y="160"/>
                  <a:pt x="150" y="160"/>
                </a:cubicBezTo>
                <a:cubicBezTo>
                  <a:pt x="153" y="163"/>
                  <a:pt x="157" y="163"/>
                  <a:pt x="160" y="160"/>
                </a:cubicBezTo>
                <a:cubicBezTo>
                  <a:pt x="162" y="157"/>
                  <a:pt x="162" y="153"/>
                  <a:pt x="160" y="150"/>
                </a:cubicBezTo>
                <a:close/>
                <a:moveTo>
                  <a:pt x="116" y="117"/>
                </a:moveTo>
                <a:cubicBezTo>
                  <a:pt x="116" y="117"/>
                  <a:pt x="116" y="117"/>
                  <a:pt x="116" y="117"/>
                </a:cubicBezTo>
                <a:cubicBezTo>
                  <a:pt x="116" y="117"/>
                  <a:pt x="116" y="117"/>
                  <a:pt x="116" y="117"/>
                </a:cubicBezTo>
                <a:cubicBezTo>
                  <a:pt x="111" y="122"/>
                  <a:pt x="104" y="127"/>
                  <a:pt x="97" y="130"/>
                </a:cubicBezTo>
                <a:cubicBezTo>
                  <a:pt x="90" y="133"/>
                  <a:pt x="82" y="134"/>
                  <a:pt x="74" y="134"/>
                </a:cubicBezTo>
                <a:cubicBezTo>
                  <a:pt x="65" y="134"/>
                  <a:pt x="58" y="133"/>
                  <a:pt x="51" y="130"/>
                </a:cubicBezTo>
                <a:cubicBezTo>
                  <a:pt x="51" y="130"/>
                  <a:pt x="51" y="130"/>
                  <a:pt x="51" y="130"/>
                </a:cubicBezTo>
                <a:cubicBezTo>
                  <a:pt x="43" y="127"/>
                  <a:pt x="37" y="122"/>
                  <a:pt x="31" y="117"/>
                </a:cubicBezTo>
                <a:cubicBezTo>
                  <a:pt x="31" y="117"/>
                  <a:pt x="31" y="117"/>
                  <a:pt x="31" y="117"/>
                </a:cubicBezTo>
                <a:cubicBezTo>
                  <a:pt x="31" y="117"/>
                  <a:pt x="31" y="117"/>
                  <a:pt x="31" y="117"/>
                </a:cubicBezTo>
                <a:cubicBezTo>
                  <a:pt x="26" y="111"/>
                  <a:pt x="21" y="104"/>
                  <a:pt x="18" y="97"/>
                </a:cubicBezTo>
                <a:cubicBezTo>
                  <a:pt x="18" y="97"/>
                  <a:pt x="18" y="97"/>
                  <a:pt x="18" y="97"/>
                </a:cubicBezTo>
                <a:cubicBezTo>
                  <a:pt x="15" y="90"/>
                  <a:pt x="13" y="82"/>
                  <a:pt x="13" y="74"/>
                </a:cubicBezTo>
                <a:cubicBezTo>
                  <a:pt x="13" y="66"/>
                  <a:pt x="15" y="58"/>
                  <a:pt x="18" y="51"/>
                </a:cubicBezTo>
                <a:cubicBezTo>
                  <a:pt x="21" y="44"/>
                  <a:pt x="26" y="37"/>
                  <a:pt x="31" y="31"/>
                </a:cubicBezTo>
                <a:cubicBezTo>
                  <a:pt x="42" y="21"/>
                  <a:pt x="57" y="14"/>
                  <a:pt x="74" y="14"/>
                </a:cubicBezTo>
                <a:cubicBezTo>
                  <a:pt x="82" y="14"/>
                  <a:pt x="90" y="15"/>
                  <a:pt x="97" y="18"/>
                </a:cubicBezTo>
                <a:cubicBezTo>
                  <a:pt x="104" y="21"/>
                  <a:pt x="111" y="26"/>
                  <a:pt x="116" y="31"/>
                </a:cubicBezTo>
                <a:cubicBezTo>
                  <a:pt x="117" y="32"/>
                  <a:pt x="117" y="32"/>
                  <a:pt x="117" y="32"/>
                </a:cubicBezTo>
                <a:cubicBezTo>
                  <a:pt x="122" y="37"/>
                  <a:pt x="126" y="44"/>
                  <a:pt x="129" y="51"/>
                </a:cubicBezTo>
                <a:cubicBezTo>
                  <a:pt x="129" y="51"/>
                  <a:pt x="129" y="51"/>
                  <a:pt x="129" y="51"/>
                </a:cubicBezTo>
                <a:cubicBezTo>
                  <a:pt x="132" y="58"/>
                  <a:pt x="134" y="66"/>
                  <a:pt x="134" y="74"/>
                </a:cubicBezTo>
                <a:cubicBezTo>
                  <a:pt x="134" y="82"/>
                  <a:pt x="132" y="90"/>
                  <a:pt x="129" y="97"/>
                </a:cubicBezTo>
                <a:cubicBezTo>
                  <a:pt x="126" y="104"/>
                  <a:pt x="122" y="111"/>
                  <a:pt x="116" y="117"/>
                </a:cubicBezTo>
                <a:close/>
                <a:moveTo>
                  <a:pt x="117" y="70"/>
                </a:moveTo>
                <a:cubicBezTo>
                  <a:pt x="117" y="70"/>
                  <a:pt x="117" y="70"/>
                  <a:pt x="117" y="70"/>
                </a:cubicBezTo>
                <a:cubicBezTo>
                  <a:pt x="115" y="70"/>
                  <a:pt x="113" y="72"/>
                  <a:pt x="113" y="74"/>
                </a:cubicBezTo>
                <a:cubicBezTo>
                  <a:pt x="113" y="79"/>
                  <a:pt x="112" y="84"/>
                  <a:pt x="110" y="89"/>
                </a:cubicBezTo>
                <a:cubicBezTo>
                  <a:pt x="110" y="89"/>
                  <a:pt x="110" y="89"/>
                  <a:pt x="110" y="89"/>
                </a:cubicBezTo>
                <a:cubicBezTo>
                  <a:pt x="108" y="94"/>
                  <a:pt x="105" y="98"/>
                  <a:pt x="102" y="102"/>
                </a:cubicBezTo>
                <a:cubicBezTo>
                  <a:pt x="98" y="106"/>
                  <a:pt x="94" y="109"/>
                  <a:pt x="89" y="111"/>
                </a:cubicBezTo>
                <a:cubicBezTo>
                  <a:pt x="84" y="113"/>
                  <a:pt x="79" y="114"/>
                  <a:pt x="74" y="114"/>
                </a:cubicBezTo>
                <a:cubicBezTo>
                  <a:pt x="71" y="114"/>
                  <a:pt x="70" y="115"/>
                  <a:pt x="70" y="118"/>
                </a:cubicBezTo>
                <a:cubicBezTo>
                  <a:pt x="70" y="120"/>
                  <a:pt x="71" y="122"/>
                  <a:pt x="74" y="122"/>
                </a:cubicBezTo>
                <a:cubicBezTo>
                  <a:pt x="80" y="122"/>
                  <a:pt x="86" y="120"/>
                  <a:pt x="92" y="118"/>
                </a:cubicBezTo>
                <a:cubicBezTo>
                  <a:pt x="98" y="116"/>
                  <a:pt x="103" y="112"/>
                  <a:pt x="107" y="108"/>
                </a:cubicBezTo>
                <a:cubicBezTo>
                  <a:pt x="112" y="103"/>
                  <a:pt x="115" y="98"/>
                  <a:pt x="118" y="92"/>
                </a:cubicBezTo>
                <a:cubicBezTo>
                  <a:pt x="118" y="92"/>
                  <a:pt x="118" y="92"/>
                  <a:pt x="118" y="92"/>
                </a:cubicBezTo>
                <a:cubicBezTo>
                  <a:pt x="120" y="86"/>
                  <a:pt x="121" y="80"/>
                  <a:pt x="121" y="74"/>
                </a:cubicBezTo>
                <a:cubicBezTo>
                  <a:pt x="121" y="72"/>
                  <a:pt x="120" y="70"/>
                  <a:pt x="117" y="70"/>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31" name="Freeform 11"/>
          <p:cNvSpPr>
            <a:spLocks noEditPoints="1"/>
          </p:cNvSpPr>
          <p:nvPr/>
        </p:nvSpPr>
        <p:spPr bwMode="auto">
          <a:xfrm>
            <a:off x="5181715" y="3845698"/>
            <a:ext cx="355216" cy="451300"/>
          </a:xfrm>
          <a:custGeom>
            <a:avLst/>
            <a:gdLst>
              <a:gd name="T0" fmla="*/ 104 w 139"/>
              <a:gd name="T1" fmla="*/ 99 h 177"/>
              <a:gd name="T2" fmla="*/ 91 w 139"/>
              <a:gd name="T3" fmla="*/ 160 h 177"/>
              <a:gd name="T4" fmla="*/ 133 w 139"/>
              <a:gd name="T5" fmla="*/ 164 h 177"/>
              <a:gd name="T6" fmla="*/ 133 w 139"/>
              <a:gd name="T7" fmla="*/ 177 h 177"/>
              <a:gd name="T8" fmla="*/ 0 w 139"/>
              <a:gd name="T9" fmla="*/ 170 h 177"/>
              <a:gd name="T10" fmla="*/ 51 w 139"/>
              <a:gd name="T11" fmla="*/ 164 h 177"/>
              <a:gd name="T12" fmla="*/ 81 w 139"/>
              <a:gd name="T13" fmla="*/ 151 h 177"/>
              <a:gd name="T14" fmla="*/ 10 w 139"/>
              <a:gd name="T15" fmla="*/ 147 h 177"/>
              <a:gd name="T16" fmla="*/ 10 w 139"/>
              <a:gd name="T17" fmla="*/ 139 h 177"/>
              <a:gd name="T18" fmla="*/ 94 w 139"/>
              <a:gd name="T19" fmla="*/ 120 h 177"/>
              <a:gd name="T20" fmla="*/ 84 w 139"/>
              <a:gd name="T21" fmla="*/ 92 h 177"/>
              <a:gd name="T22" fmla="*/ 69 w 139"/>
              <a:gd name="T23" fmla="*/ 94 h 177"/>
              <a:gd name="T24" fmla="*/ 53 w 139"/>
              <a:gd name="T25" fmla="*/ 113 h 177"/>
              <a:gd name="T26" fmla="*/ 46 w 139"/>
              <a:gd name="T27" fmla="*/ 117 h 177"/>
              <a:gd name="T28" fmla="*/ 24 w 139"/>
              <a:gd name="T29" fmla="*/ 109 h 177"/>
              <a:gd name="T30" fmla="*/ 26 w 139"/>
              <a:gd name="T31" fmla="*/ 97 h 177"/>
              <a:gd name="T32" fmla="*/ 21 w 139"/>
              <a:gd name="T33" fmla="*/ 89 h 177"/>
              <a:gd name="T34" fmla="*/ 63 w 139"/>
              <a:gd name="T35" fmla="*/ 24 h 177"/>
              <a:gd name="T36" fmla="*/ 67 w 139"/>
              <a:gd name="T37" fmla="*/ 26 h 177"/>
              <a:gd name="T38" fmla="*/ 69 w 139"/>
              <a:gd name="T39" fmla="*/ 14 h 177"/>
              <a:gd name="T40" fmla="*/ 76 w 139"/>
              <a:gd name="T41" fmla="*/ 2 h 177"/>
              <a:gd name="T42" fmla="*/ 109 w 139"/>
              <a:gd name="T43" fmla="*/ 29 h 177"/>
              <a:gd name="T44" fmla="*/ 96 w 139"/>
              <a:gd name="T45" fmla="*/ 30 h 177"/>
              <a:gd name="T46" fmla="*/ 94 w 139"/>
              <a:gd name="T47" fmla="*/ 42 h 177"/>
              <a:gd name="T48" fmla="*/ 87 w 139"/>
              <a:gd name="T49" fmla="*/ 63 h 177"/>
              <a:gd name="T50" fmla="*/ 92 w 139"/>
              <a:gd name="T51" fmla="*/ 81 h 177"/>
              <a:gd name="T52" fmla="*/ 89 w 139"/>
              <a:gd name="T53" fmla="*/ 26 h 177"/>
              <a:gd name="T54" fmla="*/ 74 w 139"/>
              <a:gd name="T55" fmla="*/ 30 h 177"/>
              <a:gd name="T56" fmla="*/ 89 w 139"/>
              <a:gd name="T57" fmla="*/ 26 h 177"/>
              <a:gd name="T58" fmla="*/ 80 w 139"/>
              <a:gd name="T59" fmla="*/ 59 h 177"/>
              <a:gd name="T60" fmla="*/ 62 w 139"/>
              <a:gd name="T61" fmla="*/ 33 h 177"/>
              <a:gd name="T62" fmla="*/ 54 w 139"/>
              <a:gd name="T63" fmla="*/ 104 h 177"/>
              <a:gd name="T64" fmla="*/ 56 w 139"/>
              <a:gd name="T65" fmla="*/ 76 h 177"/>
              <a:gd name="T66" fmla="*/ 62 w 139"/>
              <a:gd name="T67" fmla="*/ 63 h 177"/>
              <a:gd name="T68" fmla="*/ 82 w 139"/>
              <a:gd name="T69" fmla="*/ 69 h 177"/>
              <a:gd name="T70" fmla="*/ 67 w 139"/>
              <a:gd name="T71" fmla="*/ 69 h 177"/>
              <a:gd name="T72" fmla="*/ 67 w 139"/>
              <a:gd name="T73" fmla="*/ 69 h 177"/>
              <a:gd name="T74" fmla="*/ 75 w 139"/>
              <a:gd name="T75" fmla="*/ 86 h 177"/>
              <a:gd name="T76" fmla="*/ 82 w 139"/>
              <a:gd name="T77" fmla="*/ 83 h 177"/>
              <a:gd name="T78" fmla="*/ 82 w 139"/>
              <a:gd name="T79" fmla="*/ 69 h 177"/>
              <a:gd name="T80" fmla="*/ 33 w 139"/>
              <a:gd name="T81" fmla="*/ 101 h 177"/>
              <a:gd name="T82" fmla="*/ 31 w 139"/>
              <a:gd name="T83" fmla="*/ 104 h 177"/>
              <a:gd name="T84" fmla="*/ 42 w 139"/>
              <a:gd name="T85" fmla="*/ 106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 h="177">
                <a:moveTo>
                  <a:pt x="92" y="81"/>
                </a:moveTo>
                <a:cubicBezTo>
                  <a:pt x="97" y="87"/>
                  <a:pt x="101" y="92"/>
                  <a:pt x="104" y="99"/>
                </a:cubicBezTo>
                <a:cubicBezTo>
                  <a:pt x="106" y="106"/>
                  <a:pt x="108" y="113"/>
                  <a:pt x="108" y="120"/>
                </a:cubicBezTo>
                <a:cubicBezTo>
                  <a:pt x="108" y="136"/>
                  <a:pt x="101" y="150"/>
                  <a:pt x="91" y="160"/>
                </a:cubicBezTo>
                <a:cubicBezTo>
                  <a:pt x="90" y="162"/>
                  <a:pt x="89" y="163"/>
                  <a:pt x="88" y="164"/>
                </a:cubicBezTo>
                <a:cubicBezTo>
                  <a:pt x="133" y="164"/>
                  <a:pt x="133" y="164"/>
                  <a:pt x="133" y="164"/>
                </a:cubicBezTo>
                <a:cubicBezTo>
                  <a:pt x="136" y="164"/>
                  <a:pt x="139" y="167"/>
                  <a:pt x="139" y="170"/>
                </a:cubicBezTo>
                <a:cubicBezTo>
                  <a:pt x="139" y="174"/>
                  <a:pt x="136" y="177"/>
                  <a:pt x="133" y="177"/>
                </a:cubicBezTo>
                <a:cubicBezTo>
                  <a:pt x="91" y="177"/>
                  <a:pt x="49" y="177"/>
                  <a:pt x="7" y="177"/>
                </a:cubicBezTo>
                <a:cubicBezTo>
                  <a:pt x="3" y="177"/>
                  <a:pt x="0" y="174"/>
                  <a:pt x="0" y="170"/>
                </a:cubicBezTo>
                <a:cubicBezTo>
                  <a:pt x="0" y="167"/>
                  <a:pt x="3" y="164"/>
                  <a:pt x="7" y="164"/>
                </a:cubicBezTo>
                <a:cubicBezTo>
                  <a:pt x="51" y="164"/>
                  <a:pt x="51" y="164"/>
                  <a:pt x="51" y="164"/>
                </a:cubicBezTo>
                <a:cubicBezTo>
                  <a:pt x="51" y="164"/>
                  <a:pt x="51" y="164"/>
                  <a:pt x="51" y="164"/>
                </a:cubicBezTo>
                <a:cubicBezTo>
                  <a:pt x="63" y="164"/>
                  <a:pt x="74" y="159"/>
                  <a:pt x="81" y="151"/>
                </a:cubicBezTo>
                <a:cubicBezTo>
                  <a:pt x="83" y="150"/>
                  <a:pt x="84" y="148"/>
                  <a:pt x="85" y="147"/>
                </a:cubicBezTo>
                <a:cubicBezTo>
                  <a:pt x="10" y="147"/>
                  <a:pt x="10" y="147"/>
                  <a:pt x="10" y="147"/>
                </a:cubicBezTo>
                <a:cubicBezTo>
                  <a:pt x="8" y="147"/>
                  <a:pt x="6" y="145"/>
                  <a:pt x="6" y="143"/>
                </a:cubicBezTo>
                <a:cubicBezTo>
                  <a:pt x="6" y="141"/>
                  <a:pt x="8" y="139"/>
                  <a:pt x="10" y="139"/>
                </a:cubicBezTo>
                <a:cubicBezTo>
                  <a:pt x="90" y="139"/>
                  <a:pt x="90" y="139"/>
                  <a:pt x="90" y="139"/>
                </a:cubicBezTo>
                <a:cubicBezTo>
                  <a:pt x="93" y="133"/>
                  <a:pt x="94" y="127"/>
                  <a:pt x="94" y="120"/>
                </a:cubicBezTo>
                <a:cubicBezTo>
                  <a:pt x="94" y="114"/>
                  <a:pt x="93" y="109"/>
                  <a:pt x="91" y="104"/>
                </a:cubicBezTo>
                <a:cubicBezTo>
                  <a:pt x="89" y="100"/>
                  <a:pt x="87" y="96"/>
                  <a:pt x="84" y="92"/>
                </a:cubicBezTo>
                <a:cubicBezTo>
                  <a:pt x="81" y="94"/>
                  <a:pt x="78" y="94"/>
                  <a:pt x="75" y="94"/>
                </a:cubicBezTo>
                <a:cubicBezTo>
                  <a:pt x="73" y="94"/>
                  <a:pt x="71" y="94"/>
                  <a:pt x="69" y="94"/>
                </a:cubicBezTo>
                <a:cubicBezTo>
                  <a:pt x="59" y="111"/>
                  <a:pt x="59" y="111"/>
                  <a:pt x="59" y="111"/>
                </a:cubicBezTo>
                <a:cubicBezTo>
                  <a:pt x="58" y="113"/>
                  <a:pt x="55" y="114"/>
                  <a:pt x="53" y="113"/>
                </a:cubicBezTo>
                <a:cubicBezTo>
                  <a:pt x="50" y="111"/>
                  <a:pt x="50" y="111"/>
                  <a:pt x="50" y="111"/>
                </a:cubicBezTo>
                <a:cubicBezTo>
                  <a:pt x="46" y="117"/>
                  <a:pt x="46" y="117"/>
                  <a:pt x="46" y="117"/>
                </a:cubicBezTo>
                <a:cubicBezTo>
                  <a:pt x="45" y="119"/>
                  <a:pt x="42" y="119"/>
                  <a:pt x="40" y="118"/>
                </a:cubicBezTo>
                <a:cubicBezTo>
                  <a:pt x="24" y="109"/>
                  <a:pt x="24" y="109"/>
                  <a:pt x="24" y="109"/>
                </a:cubicBezTo>
                <a:cubicBezTo>
                  <a:pt x="22" y="108"/>
                  <a:pt x="21" y="105"/>
                  <a:pt x="22" y="103"/>
                </a:cubicBezTo>
                <a:cubicBezTo>
                  <a:pt x="26" y="97"/>
                  <a:pt x="26" y="97"/>
                  <a:pt x="26" y="97"/>
                </a:cubicBezTo>
                <a:cubicBezTo>
                  <a:pt x="22" y="95"/>
                  <a:pt x="22" y="95"/>
                  <a:pt x="22" y="95"/>
                </a:cubicBezTo>
                <a:cubicBezTo>
                  <a:pt x="20" y="94"/>
                  <a:pt x="20" y="91"/>
                  <a:pt x="21" y="89"/>
                </a:cubicBezTo>
                <a:cubicBezTo>
                  <a:pt x="57" y="26"/>
                  <a:pt x="57" y="26"/>
                  <a:pt x="57" y="26"/>
                </a:cubicBezTo>
                <a:cubicBezTo>
                  <a:pt x="58" y="24"/>
                  <a:pt x="61" y="23"/>
                  <a:pt x="63" y="24"/>
                </a:cubicBezTo>
                <a:cubicBezTo>
                  <a:pt x="63" y="24"/>
                  <a:pt x="63" y="24"/>
                  <a:pt x="63" y="24"/>
                </a:cubicBezTo>
                <a:cubicBezTo>
                  <a:pt x="67" y="26"/>
                  <a:pt x="67" y="26"/>
                  <a:pt x="67" y="26"/>
                </a:cubicBezTo>
                <a:cubicBezTo>
                  <a:pt x="73" y="16"/>
                  <a:pt x="73" y="16"/>
                  <a:pt x="73" y="16"/>
                </a:cubicBezTo>
                <a:cubicBezTo>
                  <a:pt x="69" y="14"/>
                  <a:pt x="69" y="14"/>
                  <a:pt x="69" y="14"/>
                </a:cubicBezTo>
                <a:cubicBezTo>
                  <a:pt x="66" y="12"/>
                  <a:pt x="65" y="8"/>
                  <a:pt x="66" y="5"/>
                </a:cubicBezTo>
                <a:cubicBezTo>
                  <a:pt x="68" y="1"/>
                  <a:pt x="72" y="0"/>
                  <a:pt x="76" y="2"/>
                </a:cubicBezTo>
                <a:cubicBezTo>
                  <a:pt x="86" y="8"/>
                  <a:pt x="96" y="14"/>
                  <a:pt x="107" y="20"/>
                </a:cubicBezTo>
                <a:cubicBezTo>
                  <a:pt x="110" y="22"/>
                  <a:pt x="111" y="26"/>
                  <a:pt x="109" y="29"/>
                </a:cubicBezTo>
                <a:cubicBezTo>
                  <a:pt x="107" y="33"/>
                  <a:pt x="103" y="34"/>
                  <a:pt x="100" y="32"/>
                </a:cubicBezTo>
                <a:cubicBezTo>
                  <a:pt x="96" y="30"/>
                  <a:pt x="96" y="30"/>
                  <a:pt x="96" y="30"/>
                </a:cubicBezTo>
                <a:cubicBezTo>
                  <a:pt x="90" y="40"/>
                  <a:pt x="90" y="40"/>
                  <a:pt x="90" y="40"/>
                </a:cubicBezTo>
                <a:cubicBezTo>
                  <a:pt x="94" y="42"/>
                  <a:pt x="94" y="42"/>
                  <a:pt x="94" y="42"/>
                </a:cubicBezTo>
                <a:cubicBezTo>
                  <a:pt x="96" y="43"/>
                  <a:pt x="97" y="46"/>
                  <a:pt x="96" y="48"/>
                </a:cubicBezTo>
                <a:cubicBezTo>
                  <a:pt x="87" y="63"/>
                  <a:pt x="87" y="63"/>
                  <a:pt x="87" y="63"/>
                </a:cubicBezTo>
                <a:cubicBezTo>
                  <a:pt x="91" y="66"/>
                  <a:pt x="93" y="71"/>
                  <a:pt x="93" y="76"/>
                </a:cubicBezTo>
                <a:cubicBezTo>
                  <a:pt x="93" y="78"/>
                  <a:pt x="93" y="80"/>
                  <a:pt x="92" y="81"/>
                </a:cubicBezTo>
                <a:close/>
                <a:moveTo>
                  <a:pt x="89" y="26"/>
                </a:moveTo>
                <a:cubicBezTo>
                  <a:pt x="89" y="26"/>
                  <a:pt x="89" y="26"/>
                  <a:pt x="89" y="26"/>
                </a:cubicBezTo>
                <a:cubicBezTo>
                  <a:pt x="86" y="24"/>
                  <a:pt x="83" y="22"/>
                  <a:pt x="80" y="20"/>
                </a:cubicBezTo>
                <a:cubicBezTo>
                  <a:pt x="74" y="30"/>
                  <a:pt x="74" y="30"/>
                  <a:pt x="74" y="30"/>
                </a:cubicBezTo>
                <a:cubicBezTo>
                  <a:pt x="83" y="36"/>
                  <a:pt x="83" y="36"/>
                  <a:pt x="83" y="36"/>
                </a:cubicBezTo>
                <a:cubicBezTo>
                  <a:pt x="89" y="26"/>
                  <a:pt x="89" y="26"/>
                  <a:pt x="89" y="26"/>
                </a:cubicBezTo>
                <a:close/>
                <a:moveTo>
                  <a:pt x="80" y="59"/>
                </a:moveTo>
                <a:cubicBezTo>
                  <a:pt x="80" y="59"/>
                  <a:pt x="80" y="59"/>
                  <a:pt x="80" y="59"/>
                </a:cubicBezTo>
                <a:cubicBezTo>
                  <a:pt x="87" y="47"/>
                  <a:pt x="87" y="47"/>
                  <a:pt x="87" y="47"/>
                </a:cubicBezTo>
                <a:cubicBezTo>
                  <a:pt x="78" y="43"/>
                  <a:pt x="70" y="38"/>
                  <a:pt x="62" y="33"/>
                </a:cubicBezTo>
                <a:cubicBezTo>
                  <a:pt x="30" y="90"/>
                  <a:pt x="30" y="90"/>
                  <a:pt x="30" y="90"/>
                </a:cubicBezTo>
                <a:cubicBezTo>
                  <a:pt x="38" y="94"/>
                  <a:pt x="46" y="99"/>
                  <a:pt x="54" y="104"/>
                </a:cubicBezTo>
                <a:cubicBezTo>
                  <a:pt x="62" y="90"/>
                  <a:pt x="62" y="90"/>
                  <a:pt x="62" y="90"/>
                </a:cubicBezTo>
                <a:cubicBezTo>
                  <a:pt x="58" y="86"/>
                  <a:pt x="56" y="81"/>
                  <a:pt x="56" y="76"/>
                </a:cubicBezTo>
                <a:cubicBezTo>
                  <a:pt x="56" y="71"/>
                  <a:pt x="58" y="66"/>
                  <a:pt x="62" y="63"/>
                </a:cubicBezTo>
                <a:cubicBezTo>
                  <a:pt x="62" y="63"/>
                  <a:pt x="62" y="63"/>
                  <a:pt x="62" y="63"/>
                </a:cubicBezTo>
                <a:cubicBezTo>
                  <a:pt x="67" y="58"/>
                  <a:pt x="73" y="57"/>
                  <a:pt x="80" y="59"/>
                </a:cubicBezTo>
                <a:close/>
                <a:moveTo>
                  <a:pt x="82" y="69"/>
                </a:moveTo>
                <a:cubicBezTo>
                  <a:pt x="82" y="69"/>
                  <a:pt x="82" y="69"/>
                  <a:pt x="82" y="69"/>
                </a:cubicBezTo>
                <a:cubicBezTo>
                  <a:pt x="78" y="65"/>
                  <a:pt x="71" y="65"/>
                  <a:pt x="67" y="69"/>
                </a:cubicBezTo>
                <a:cubicBezTo>
                  <a:pt x="67" y="69"/>
                  <a:pt x="67" y="69"/>
                  <a:pt x="67" y="69"/>
                </a:cubicBezTo>
                <a:cubicBezTo>
                  <a:pt x="67" y="69"/>
                  <a:pt x="67" y="69"/>
                  <a:pt x="67" y="69"/>
                </a:cubicBezTo>
                <a:cubicBezTo>
                  <a:pt x="65" y="71"/>
                  <a:pt x="64" y="73"/>
                  <a:pt x="64" y="76"/>
                </a:cubicBezTo>
                <a:cubicBezTo>
                  <a:pt x="64" y="82"/>
                  <a:pt x="69" y="86"/>
                  <a:pt x="75" y="86"/>
                </a:cubicBezTo>
                <a:cubicBezTo>
                  <a:pt x="77" y="86"/>
                  <a:pt x="80" y="85"/>
                  <a:pt x="82" y="83"/>
                </a:cubicBezTo>
                <a:cubicBezTo>
                  <a:pt x="82" y="83"/>
                  <a:pt x="82" y="83"/>
                  <a:pt x="82" y="83"/>
                </a:cubicBezTo>
                <a:cubicBezTo>
                  <a:pt x="84" y="81"/>
                  <a:pt x="85" y="79"/>
                  <a:pt x="85" y="76"/>
                </a:cubicBezTo>
                <a:cubicBezTo>
                  <a:pt x="85" y="73"/>
                  <a:pt x="84" y="71"/>
                  <a:pt x="82" y="69"/>
                </a:cubicBezTo>
                <a:cubicBezTo>
                  <a:pt x="82" y="69"/>
                  <a:pt x="82" y="69"/>
                  <a:pt x="82" y="69"/>
                </a:cubicBezTo>
                <a:close/>
                <a:moveTo>
                  <a:pt x="33" y="101"/>
                </a:moveTo>
                <a:cubicBezTo>
                  <a:pt x="33" y="101"/>
                  <a:pt x="33" y="101"/>
                  <a:pt x="33" y="101"/>
                </a:cubicBezTo>
                <a:cubicBezTo>
                  <a:pt x="31" y="104"/>
                  <a:pt x="31" y="104"/>
                  <a:pt x="31" y="104"/>
                </a:cubicBezTo>
                <a:cubicBezTo>
                  <a:pt x="41" y="109"/>
                  <a:pt x="41" y="109"/>
                  <a:pt x="41" y="109"/>
                </a:cubicBezTo>
                <a:cubicBezTo>
                  <a:pt x="42" y="106"/>
                  <a:pt x="42" y="106"/>
                  <a:pt x="42" y="106"/>
                </a:cubicBezTo>
                <a:cubicBezTo>
                  <a:pt x="33" y="101"/>
                  <a:pt x="33" y="101"/>
                  <a:pt x="33" y="101"/>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32" name="Freeform 12"/>
          <p:cNvSpPr>
            <a:spLocks noEditPoints="1"/>
          </p:cNvSpPr>
          <p:nvPr/>
        </p:nvSpPr>
        <p:spPr bwMode="auto">
          <a:xfrm>
            <a:off x="3809862" y="2268167"/>
            <a:ext cx="308790" cy="443746"/>
          </a:xfrm>
          <a:custGeom>
            <a:avLst/>
            <a:gdLst>
              <a:gd name="T0" fmla="*/ 3 w 121"/>
              <a:gd name="T1" fmla="*/ 119 h 174"/>
              <a:gd name="T2" fmla="*/ 23 w 121"/>
              <a:gd name="T3" fmla="*/ 115 h 174"/>
              <a:gd name="T4" fmla="*/ 38 w 121"/>
              <a:gd name="T5" fmla="*/ 74 h 174"/>
              <a:gd name="T6" fmla="*/ 38 w 121"/>
              <a:gd name="T7" fmla="*/ 74 h 174"/>
              <a:gd name="T8" fmla="*/ 38 w 121"/>
              <a:gd name="T9" fmla="*/ 29 h 174"/>
              <a:gd name="T10" fmla="*/ 54 w 121"/>
              <a:gd name="T11" fmla="*/ 21 h 174"/>
              <a:gd name="T12" fmla="*/ 60 w 121"/>
              <a:gd name="T13" fmla="*/ 0 h 174"/>
              <a:gd name="T14" fmla="*/ 67 w 121"/>
              <a:gd name="T15" fmla="*/ 21 h 174"/>
              <a:gd name="T16" fmla="*/ 92 w 121"/>
              <a:gd name="T17" fmla="*/ 51 h 174"/>
              <a:gd name="T18" fmla="*/ 82 w 121"/>
              <a:gd name="T19" fmla="*/ 74 h 174"/>
              <a:gd name="T20" fmla="*/ 98 w 121"/>
              <a:gd name="T21" fmla="*/ 115 h 174"/>
              <a:gd name="T22" fmla="*/ 117 w 121"/>
              <a:gd name="T23" fmla="*/ 119 h 174"/>
              <a:gd name="T24" fmla="*/ 102 w 121"/>
              <a:gd name="T25" fmla="*/ 124 h 174"/>
              <a:gd name="T26" fmla="*/ 116 w 121"/>
              <a:gd name="T27" fmla="*/ 159 h 174"/>
              <a:gd name="T28" fmla="*/ 120 w 121"/>
              <a:gd name="T29" fmla="*/ 168 h 174"/>
              <a:gd name="T30" fmla="*/ 113 w 121"/>
              <a:gd name="T31" fmla="*/ 171 h 174"/>
              <a:gd name="T32" fmla="*/ 108 w 121"/>
              <a:gd name="T33" fmla="*/ 162 h 174"/>
              <a:gd name="T34" fmla="*/ 87 w 121"/>
              <a:gd name="T35" fmla="*/ 124 h 174"/>
              <a:gd name="T36" fmla="*/ 67 w 121"/>
              <a:gd name="T37" fmla="*/ 129 h 174"/>
              <a:gd name="T38" fmla="*/ 54 w 121"/>
              <a:gd name="T39" fmla="*/ 129 h 174"/>
              <a:gd name="T40" fmla="*/ 34 w 121"/>
              <a:gd name="T41" fmla="*/ 124 h 174"/>
              <a:gd name="T42" fmla="*/ 13 w 121"/>
              <a:gd name="T43" fmla="*/ 162 h 174"/>
              <a:gd name="T44" fmla="*/ 8 w 121"/>
              <a:gd name="T45" fmla="*/ 171 h 174"/>
              <a:gd name="T46" fmla="*/ 1 w 121"/>
              <a:gd name="T47" fmla="*/ 168 h 174"/>
              <a:gd name="T48" fmla="*/ 5 w 121"/>
              <a:gd name="T49" fmla="*/ 159 h 174"/>
              <a:gd name="T50" fmla="*/ 19 w 121"/>
              <a:gd name="T51" fmla="*/ 124 h 174"/>
              <a:gd name="T52" fmla="*/ 54 w 121"/>
              <a:gd name="T53" fmla="*/ 115 h 174"/>
              <a:gd name="T54" fmla="*/ 54 w 121"/>
              <a:gd name="T55" fmla="*/ 110 h 174"/>
              <a:gd name="T56" fmla="*/ 67 w 121"/>
              <a:gd name="T57" fmla="*/ 110 h 174"/>
              <a:gd name="T58" fmla="*/ 83 w 121"/>
              <a:gd name="T59" fmla="*/ 115 h 174"/>
              <a:gd name="T60" fmla="*/ 54 w 121"/>
              <a:gd name="T61" fmla="*/ 82 h 174"/>
              <a:gd name="T62" fmla="*/ 54 w 121"/>
              <a:gd name="T63" fmla="*/ 115 h 174"/>
              <a:gd name="T64" fmla="*/ 73 w 121"/>
              <a:gd name="T65" fmla="*/ 39 h 174"/>
              <a:gd name="T66" fmla="*/ 48 w 121"/>
              <a:gd name="T67" fmla="*/ 39 h 174"/>
              <a:gd name="T68" fmla="*/ 48 w 121"/>
              <a:gd name="T69" fmla="*/ 64 h 174"/>
              <a:gd name="T70" fmla="*/ 68 w 121"/>
              <a:gd name="T71" fmla="*/ 68 h 174"/>
              <a:gd name="T72" fmla="*/ 73 w 121"/>
              <a:gd name="T73" fmla="*/ 64 h 174"/>
              <a:gd name="T74" fmla="*/ 73 w 121"/>
              <a:gd name="T75" fmla="*/ 39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1" h="174">
                <a:moveTo>
                  <a:pt x="8" y="124"/>
                </a:moveTo>
                <a:cubicBezTo>
                  <a:pt x="5" y="124"/>
                  <a:pt x="3" y="122"/>
                  <a:pt x="3" y="119"/>
                </a:cubicBezTo>
                <a:cubicBezTo>
                  <a:pt x="3" y="117"/>
                  <a:pt x="5" y="115"/>
                  <a:pt x="8" y="115"/>
                </a:cubicBezTo>
                <a:cubicBezTo>
                  <a:pt x="23" y="115"/>
                  <a:pt x="23" y="115"/>
                  <a:pt x="23" y="115"/>
                </a:cubicBezTo>
                <a:cubicBezTo>
                  <a:pt x="42" y="77"/>
                  <a:pt x="42" y="77"/>
                  <a:pt x="42" y="77"/>
                </a:cubicBezTo>
                <a:cubicBezTo>
                  <a:pt x="41" y="76"/>
                  <a:pt x="40" y="75"/>
                  <a:pt x="38" y="74"/>
                </a:cubicBezTo>
                <a:cubicBezTo>
                  <a:pt x="38" y="74"/>
                  <a:pt x="38" y="74"/>
                  <a:pt x="38" y="74"/>
                </a:cubicBezTo>
                <a:cubicBezTo>
                  <a:pt x="38" y="74"/>
                  <a:pt x="38" y="74"/>
                  <a:pt x="38" y="74"/>
                </a:cubicBezTo>
                <a:cubicBezTo>
                  <a:pt x="33" y="68"/>
                  <a:pt x="29" y="60"/>
                  <a:pt x="29" y="51"/>
                </a:cubicBezTo>
                <a:cubicBezTo>
                  <a:pt x="29" y="43"/>
                  <a:pt x="33" y="35"/>
                  <a:pt x="38" y="29"/>
                </a:cubicBezTo>
                <a:cubicBezTo>
                  <a:pt x="39" y="29"/>
                  <a:pt x="39" y="29"/>
                  <a:pt x="39" y="29"/>
                </a:cubicBezTo>
                <a:cubicBezTo>
                  <a:pt x="43" y="25"/>
                  <a:pt x="48" y="22"/>
                  <a:pt x="54" y="21"/>
                </a:cubicBezTo>
                <a:cubicBezTo>
                  <a:pt x="54" y="7"/>
                  <a:pt x="54" y="7"/>
                  <a:pt x="54" y="7"/>
                </a:cubicBezTo>
                <a:cubicBezTo>
                  <a:pt x="54" y="3"/>
                  <a:pt x="57" y="0"/>
                  <a:pt x="60" y="0"/>
                </a:cubicBezTo>
                <a:cubicBezTo>
                  <a:pt x="64" y="0"/>
                  <a:pt x="67" y="3"/>
                  <a:pt x="67" y="7"/>
                </a:cubicBezTo>
                <a:cubicBezTo>
                  <a:pt x="67" y="21"/>
                  <a:pt x="67" y="21"/>
                  <a:pt x="67" y="21"/>
                </a:cubicBezTo>
                <a:cubicBezTo>
                  <a:pt x="73" y="22"/>
                  <a:pt x="78" y="25"/>
                  <a:pt x="82" y="29"/>
                </a:cubicBezTo>
                <a:cubicBezTo>
                  <a:pt x="88" y="35"/>
                  <a:pt x="92" y="43"/>
                  <a:pt x="92" y="51"/>
                </a:cubicBezTo>
                <a:cubicBezTo>
                  <a:pt x="92" y="60"/>
                  <a:pt x="88" y="68"/>
                  <a:pt x="82" y="74"/>
                </a:cubicBezTo>
                <a:cubicBezTo>
                  <a:pt x="82" y="74"/>
                  <a:pt x="82" y="74"/>
                  <a:pt x="82" y="74"/>
                </a:cubicBezTo>
                <a:cubicBezTo>
                  <a:pt x="81" y="75"/>
                  <a:pt x="80" y="76"/>
                  <a:pt x="79" y="77"/>
                </a:cubicBezTo>
                <a:cubicBezTo>
                  <a:pt x="98" y="115"/>
                  <a:pt x="98" y="115"/>
                  <a:pt x="98" y="115"/>
                </a:cubicBezTo>
                <a:cubicBezTo>
                  <a:pt x="113" y="115"/>
                  <a:pt x="113" y="115"/>
                  <a:pt x="113" y="115"/>
                </a:cubicBezTo>
                <a:cubicBezTo>
                  <a:pt x="116" y="115"/>
                  <a:pt x="117" y="117"/>
                  <a:pt x="117" y="119"/>
                </a:cubicBezTo>
                <a:cubicBezTo>
                  <a:pt x="117" y="122"/>
                  <a:pt x="116" y="124"/>
                  <a:pt x="113" y="124"/>
                </a:cubicBezTo>
                <a:cubicBezTo>
                  <a:pt x="102" y="124"/>
                  <a:pt x="102" y="124"/>
                  <a:pt x="102" y="124"/>
                </a:cubicBezTo>
                <a:cubicBezTo>
                  <a:pt x="116" y="153"/>
                  <a:pt x="116" y="153"/>
                  <a:pt x="116" y="153"/>
                </a:cubicBezTo>
                <a:cubicBezTo>
                  <a:pt x="117" y="155"/>
                  <a:pt x="117" y="157"/>
                  <a:pt x="116" y="159"/>
                </a:cubicBezTo>
                <a:cubicBezTo>
                  <a:pt x="117" y="162"/>
                  <a:pt x="117" y="162"/>
                  <a:pt x="117" y="162"/>
                </a:cubicBezTo>
                <a:cubicBezTo>
                  <a:pt x="120" y="168"/>
                  <a:pt x="120" y="168"/>
                  <a:pt x="120" y="168"/>
                </a:cubicBezTo>
                <a:cubicBezTo>
                  <a:pt x="121" y="170"/>
                  <a:pt x="120" y="172"/>
                  <a:pt x="118" y="173"/>
                </a:cubicBezTo>
                <a:cubicBezTo>
                  <a:pt x="116" y="174"/>
                  <a:pt x="114" y="173"/>
                  <a:pt x="113" y="171"/>
                </a:cubicBezTo>
                <a:cubicBezTo>
                  <a:pt x="110" y="165"/>
                  <a:pt x="110" y="165"/>
                  <a:pt x="110" y="165"/>
                </a:cubicBezTo>
                <a:cubicBezTo>
                  <a:pt x="108" y="162"/>
                  <a:pt x="108" y="162"/>
                  <a:pt x="108" y="162"/>
                </a:cubicBezTo>
                <a:cubicBezTo>
                  <a:pt x="106" y="162"/>
                  <a:pt x="104" y="160"/>
                  <a:pt x="103" y="158"/>
                </a:cubicBezTo>
                <a:cubicBezTo>
                  <a:pt x="87" y="124"/>
                  <a:pt x="87" y="124"/>
                  <a:pt x="87" y="124"/>
                </a:cubicBezTo>
                <a:cubicBezTo>
                  <a:pt x="67" y="124"/>
                  <a:pt x="67" y="124"/>
                  <a:pt x="67" y="124"/>
                </a:cubicBezTo>
                <a:cubicBezTo>
                  <a:pt x="67" y="129"/>
                  <a:pt x="67" y="129"/>
                  <a:pt x="67" y="129"/>
                </a:cubicBezTo>
                <a:cubicBezTo>
                  <a:pt x="67" y="132"/>
                  <a:pt x="64" y="136"/>
                  <a:pt x="60" y="136"/>
                </a:cubicBezTo>
                <a:cubicBezTo>
                  <a:pt x="57" y="136"/>
                  <a:pt x="54" y="132"/>
                  <a:pt x="54" y="129"/>
                </a:cubicBezTo>
                <a:cubicBezTo>
                  <a:pt x="54" y="124"/>
                  <a:pt x="54" y="124"/>
                  <a:pt x="54" y="124"/>
                </a:cubicBezTo>
                <a:cubicBezTo>
                  <a:pt x="34" y="124"/>
                  <a:pt x="34" y="124"/>
                  <a:pt x="34" y="124"/>
                </a:cubicBezTo>
                <a:cubicBezTo>
                  <a:pt x="17" y="158"/>
                  <a:pt x="17" y="158"/>
                  <a:pt x="17" y="158"/>
                </a:cubicBezTo>
                <a:cubicBezTo>
                  <a:pt x="16" y="160"/>
                  <a:pt x="15" y="162"/>
                  <a:pt x="13" y="162"/>
                </a:cubicBezTo>
                <a:cubicBezTo>
                  <a:pt x="11" y="165"/>
                  <a:pt x="11" y="165"/>
                  <a:pt x="11" y="165"/>
                </a:cubicBezTo>
                <a:cubicBezTo>
                  <a:pt x="8" y="171"/>
                  <a:pt x="8" y="171"/>
                  <a:pt x="8" y="171"/>
                </a:cubicBezTo>
                <a:cubicBezTo>
                  <a:pt x="7" y="173"/>
                  <a:pt x="5" y="174"/>
                  <a:pt x="3" y="173"/>
                </a:cubicBezTo>
                <a:cubicBezTo>
                  <a:pt x="1" y="172"/>
                  <a:pt x="0" y="170"/>
                  <a:pt x="1" y="168"/>
                </a:cubicBezTo>
                <a:cubicBezTo>
                  <a:pt x="4" y="162"/>
                  <a:pt x="4" y="162"/>
                  <a:pt x="4" y="162"/>
                </a:cubicBezTo>
                <a:cubicBezTo>
                  <a:pt x="5" y="159"/>
                  <a:pt x="5" y="159"/>
                  <a:pt x="5" y="159"/>
                </a:cubicBezTo>
                <a:cubicBezTo>
                  <a:pt x="4" y="157"/>
                  <a:pt x="4" y="155"/>
                  <a:pt x="5" y="153"/>
                </a:cubicBezTo>
                <a:cubicBezTo>
                  <a:pt x="19" y="124"/>
                  <a:pt x="19" y="124"/>
                  <a:pt x="19" y="124"/>
                </a:cubicBezTo>
                <a:cubicBezTo>
                  <a:pt x="8" y="124"/>
                  <a:pt x="8" y="124"/>
                  <a:pt x="8" y="124"/>
                </a:cubicBezTo>
                <a:close/>
                <a:moveTo>
                  <a:pt x="54" y="115"/>
                </a:moveTo>
                <a:cubicBezTo>
                  <a:pt x="54" y="115"/>
                  <a:pt x="54" y="115"/>
                  <a:pt x="54" y="115"/>
                </a:cubicBezTo>
                <a:cubicBezTo>
                  <a:pt x="54" y="110"/>
                  <a:pt x="54" y="110"/>
                  <a:pt x="54" y="110"/>
                </a:cubicBezTo>
                <a:cubicBezTo>
                  <a:pt x="54" y="107"/>
                  <a:pt x="57" y="103"/>
                  <a:pt x="60" y="103"/>
                </a:cubicBezTo>
                <a:cubicBezTo>
                  <a:pt x="64" y="103"/>
                  <a:pt x="67" y="107"/>
                  <a:pt x="67" y="110"/>
                </a:cubicBezTo>
                <a:cubicBezTo>
                  <a:pt x="67" y="115"/>
                  <a:pt x="67" y="115"/>
                  <a:pt x="67" y="115"/>
                </a:cubicBezTo>
                <a:cubicBezTo>
                  <a:pt x="83" y="115"/>
                  <a:pt x="83" y="115"/>
                  <a:pt x="83" y="115"/>
                </a:cubicBezTo>
                <a:cubicBezTo>
                  <a:pt x="67" y="82"/>
                  <a:pt x="67" y="82"/>
                  <a:pt x="67" y="82"/>
                </a:cubicBezTo>
                <a:cubicBezTo>
                  <a:pt x="63" y="83"/>
                  <a:pt x="58" y="83"/>
                  <a:pt x="54" y="82"/>
                </a:cubicBezTo>
                <a:cubicBezTo>
                  <a:pt x="38" y="115"/>
                  <a:pt x="38" y="115"/>
                  <a:pt x="38" y="115"/>
                </a:cubicBezTo>
                <a:cubicBezTo>
                  <a:pt x="54" y="115"/>
                  <a:pt x="54" y="115"/>
                  <a:pt x="54" y="115"/>
                </a:cubicBezTo>
                <a:close/>
                <a:moveTo>
                  <a:pt x="73" y="39"/>
                </a:moveTo>
                <a:cubicBezTo>
                  <a:pt x="73" y="39"/>
                  <a:pt x="73" y="39"/>
                  <a:pt x="73" y="39"/>
                </a:cubicBezTo>
                <a:cubicBezTo>
                  <a:pt x="66" y="32"/>
                  <a:pt x="55" y="32"/>
                  <a:pt x="48" y="39"/>
                </a:cubicBezTo>
                <a:cubicBezTo>
                  <a:pt x="48" y="39"/>
                  <a:pt x="48" y="39"/>
                  <a:pt x="48" y="39"/>
                </a:cubicBezTo>
                <a:cubicBezTo>
                  <a:pt x="45" y="42"/>
                  <a:pt x="43" y="47"/>
                  <a:pt x="43" y="51"/>
                </a:cubicBezTo>
                <a:cubicBezTo>
                  <a:pt x="43" y="56"/>
                  <a:pt x="45" y="61"/>
                  <a:pt x="48" y="64"/>
                </a:cubicBezTo>
                <a:cubicBezTo>
                  <a:pt x="53" y="69"/>
                  <a:pt x="61" y="71"/>
                  <a:pt x="67" y="68"/>
                </a:cubicBezTo>
                <a:cubicBezTo>
                  <a:pt x="68" y="68"/>
                  <a:pt x="68" y="68"/>
                  <a:pt x="68" y="68"/>
                </a:cubicBezTo>
                <a:cubicBezTo>
                  <a:pt x="69" y="67"/>
                  <a:pt x="71" y="66"/>
                  <a:pt x="73" y="64"/>
                </a:cubicBezTo>
                <a:cubicBezTo>
                  <a:pt x="73" y="64"/>
                  <a:pt x="73" y="64"/>
                  <a:pt x="73" y="64"/>
                </a:cubicBezTo>
                <a:cubicBezTo>
                  <a:pt x="76" y="61"/>
                  <a:pt x="78" y="56"/>
                  <a:pt x="78" y="51"/>
                </a:cubicBezTo>
                <a:cubicBezTo>
                  <a:pt x="78" y="47"/>
                  <a:pt x="76" y="42"/>
                  <a:pt x="73" y="39"/>
                </a:cubicBezTo>
                <a:cubicBezTo>
                  <a:pt x="73" y="39"/>
                  <a:pt x="73" y="39"/>
                  <a:pt x="73" y="39"/>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33" name="Freeform 13"/>
          <p:cNvSpPr>
            <a:spLocks noEditPoints="1"/>
          </p:cNvSpPr>
          <p:nvPr/>
        </p:nvSpPr>
        <p:spPr bwMode="auto">
          <a:xfrm>
            <a:off x="940926" y="2264198"/>
            <a:ext cx="503130" cy="417832"/>
          </a:xfrm>
          <a:custGeom>
            <a:avLst/>
            <a:gdLst>
              <a:gd name="T0" fmla="*/ 111 w 197"/>
              <a:gd name="T1" fmla="*/ 11 h 164"/>
              <a:gd name="T2" fmla="*/ 0 w 197"/>
              <a:gd name="T3" fmla="*/ 15 h 164"/>
              <a:gd name="T4" fmla="*/ 105 w 197"/>
              <a:gd name="T5" fmla="*/ 164 h 164"/>
              <a:gd name="T6" fmla="*/ 136 w 197"/>
              <a:gd name="T7" fmla="*/ 159 h 164"/>
              <a:gd name="T8" fmla="*/ 196 w 197"/>
              <a:gd name="T9" fmla="*/ 142 h 164"/>
              <a:gd name="T10" fmla="*/ 52 w 197"/>
              <a:gd name="T11" fmla="*/ 150 h 164"/>
              <a:gd name="T12" fmla="*/ 52 w 197"/>
              <a:gd name="T13" fmla="*/ 22 h 164"/>
              <a:gd name="T14" fmla="*/ 99 w 197"/>
              <a:gd name="T15" fmla="*/ 150 h 164"/>
              <a:gd name="T16" fmla="*/ 99 w 197"/>
              <a:gd name="T17" fmla="*/ 22 h 164"/>
              <a:gd name="T18" fmla="*/ 147 w 197"/>
              <a:gd name="T19" fmla="*/ 149 h 164"/>
              <a:gd name="T20" fmla="*/ 181 w 197"/>
              <a:gd name="T21" fmla="*/ 139 h 164"/>
              <a:gd name="T22" fmla="*/ 23 w 197"/>
              <a:gd name="T23" fmla="*/ 133 h 164"/>
              <a:gd name="T24" fmla="*/ 42 w 197"/>
              <a:gd name="T25" fmla="*/ 134 h 164"/>
              <a:gd name="T26" fmla="*/ 43 w 197"/>
              <a:gd name="T27" fmla="*/ 114 h 164"/>
              <a:gd name="T28" fmla="*/ 23 w 197"/>
              <a:gd name="T29" fmla="*/ 114 h 164"/>
              <a:gd name="T30" fmla="*/ 29 w 197"/>
              <a:gd name="T31" fmla="*/ 120 h 164"/>
              <a:gd name="T32" fmla="*/ 37 w 197"/>
              <a:gd name="T33" fmla="*/ 120 h 164"/>
              <a:gd name="T34" fmla="*/ 37 w 197"/>
              <a:gd name="T35" fmla="*/ 128 h 164"/>
              <a:gd name="T36" fmla="*/ 29 w 197"/>
              <a:gd name="T37" fmla="*/ 127 h 164"/>
              <a:gd name="T38" fmla="*/ 32 w 197"/>
              <a:gd name="T39" fmla="*/ 91 h 164"/>
              <a:gd name="T40" fmla="*/ 36 w 197"/>
              <a:gd name="T41" fmla="*/ 38 h 164"/>
              <a:gd name="T42" fmla="*/ 28 w 197"/>
              <a:gd name="T43" fmla="*/ 87 h 164"/>
              <a:gd name="T44" fmla="*/ 134 w 197"/>
              <a:gd name="T45" fmla="*/ 31 h 164"/>
              <a:gd name="T46" fmla="*/ 149 w 197"/>
              <a:gd name="T47" fmla="*/ 86 h 164"/>
              <a:gd name="T48" fmla="*/ 134 w 197"/>
              <a:gd name="T49" fmla="*/ 31 h 164"/>
              <a:gd name="T50" fmla="*/ 69 w 197"/>
              <a:gd name="T51" fmla="*/ 133 h 164"/>
              <a:gd name="T52" fmla="*/ 88 w 197"/>
              <a:gd name="T53" fmla="*/ 133 h 164"/>
              <a:gd name="T54" fmla="*/ 79 w 197"/>
              <a:gd name="T55" fmla="*/ 110 h 164"/>
              <a:gd name="T56" fmla="*/ 65 w 197"/>
              <a:gd name="T57" fmla="*/ 124 h 164"/>
              <a:gd name="T58" fmla="*/ 75 w 197"/>
              <a:gd name="T59" fmla="*/ 120 h 164"/>
              <a:gd name="T60" fmla="*/ 82 w 197"/>
              <a:gd name="T61" fmla="*/ 120 h 164"/>
              <a:gd name="T62" fmla="*/ 82 w 197"/>
              <a:gd name="T63" fmla="*/ 128 h 164"/>
              <a:gd name="T64" fmla="*/ 74 w 197"/>
              <a:gd name="T65" fmla="*/ 127 h 164"/>
              <a:gd name="T66" fmla="*/ 81 w 197"/>
              <a:gd name="T67" fmla="*/ 91 h 164"/>
              <a:gd name="T68" fmla="*/ 85 w 197"/>
              <a:gd name="T69" fmla="*/ 38 h 164"/>
              <a:gd name="T70" fmla="*/ 77 w 197"/>
              <a:gd name="T71" fmla="*/ 87 h 164"/>
              <a:gd name="T72" fmla="*/ 148 w 197"/>
              <a:gd name="T73" fmla="*/ 109 h 164"/>
              <a:gd name="T74" fmla="*/ 148 w 197"/>
              <a:gd name="T75" fmla="*/ 128 h 164"/>
              <a:gd name="T76" fmla="*/ 167 w 197"/>
              <a:gd name="T77" fmla="*/ 128 h 164"/>
              <a:gd name="T78" fmla="*/ 168 w 197"/>
              <a:gd name="T79" fmla="*/ 109 h 164"/>
              <a:gd name="T80" fmla="*/ 158 w 197"/>
              <a:gd name="T81" fmla="*/ 105 h 164"/>
              <a:gd name="T82" fmla="*/ 154 w 197"/>
              <a:gd name="T83" fmla="*/ 114 h 164"/>
              <a:gd name="T84" fmla="*/ 163 w 197"/>
              <a:gd name="T85" fmla="*/ 118 h 164"/>
              <a:gd name="T86" fmla="*/ 154 w 197"/>
              <a:gd name="T87" fmla="*/ 122 h 164"/>
              <a:gd name="T88" fmla="*/ 154 w 197"/>
              <a:gd name="T89" fmla="*/ 114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97" h="164">
                <a:moveTo>
                  <a:pt x="159" y="6"/>
                </a:moveTo>
                <a:cubicBezTo>
                  <a:pt x="158" y="2"/>
                  <a:pt x="155" y="0"/>
                  <a:pt x="151" y="1"/>
                </a:cubicBezTo>
                <a:cubicBezTo>
                  <a:pt x="111" y="11"/>
                  <a:pt x="111" y="11"/>
                  <a:pt x="111" y="11"/>
                </a:cubicBezTo>
                <a:cubicBezTo>
                  <a:pt x="110" y="10"/>
                  <a:pt x="108" y="8"/>
                  <a:pt x="105" y="8"/>
                </a:cubicBezTo>
                <a:cubicBezTo>
                  <a:pt x="7" y="8"/>
                  <a:pt x="7" y="8"/>
                  <a:pt x="7" y="8"/>
                </a:cubicBezTo>
                <a:cubicBezTo>
                  <a:pt x="3" y="8"/>
                  <a:pt x="0" y="11"/>
                  <a:pt x="0" y="15"/>
                </a:cubicBezTo>
                <a:cubicBezTo>
                  <a:pt x="0" y="157"/>
                  <a:pt x="0" y="157"/>
                  <a:pt x="0" y="157"/>
                </a:cubicBezTo>
                <a:cubicBezTo>
                  <a:pt x="0" y="161"/>
                  <a:pt x="3" y="164"/>
                  <a:pt x="7" y="164"/>
                </a:cubicBezTo>
                <a:cubicBezTo>
                  <a:pt x="105" y="164"/>
                  <a:pt x="105" y="164"/>
                  <a:pt x="105" y="164"/>
                </a:cubicBezTo>
                <a:cubicBezTo>
                  <a:pt x="109" y="164"/>
                  <a:pt x="112" y="161"/>
                  <a:pt x="112" y="157"/>
                </a:cubicBezTo>
                <a:cubicBezTo>
                  <a:pt x="112" y="71"/>
                  <a:pt x="112" y="71"/>
                  <a:pt x="112" y="71"/>
                </a:cubicBezTo>
                <a:cubicBezTo>
                  <a:pt x="136" y="159"/>
                  <a:pt x="136" y="159"/>
                  <a:pt x="136" y="159"/>
                </a:cubicBezTo>
                <a:cubicBezTo>
                  <a:pt x="136" y="162"/>
                  <a:pt x="140" y="164"/>
                  <a:pt x="144" y="163"/>
                </a:cubicBezTo>
                <a:cubicBezTo>
                  <a:pt x="191" y="151"/>
                  <a:pt x="191" y="151"/>
                  <a:pt x="191" y="151"/>
                </a:cubicBezTo>
                <a:cubicBezTo>
                  <a:pt x="195" y="150"/>
                  <a:pt x="197" y="146"/>
                  <a:pt x="196" y="142"/>
                </a:cubicBezTo>
                <a:cubicBezTo>
                  <a:pt x="159" y="6"/>
                  <a:pt x="159" y="6"/>
                  <a:pt x="159" y="6"/>
                </a:cubicBezTo>
                <a:close/>
                <a:moveTo>
                  <a:pt x="52" y="150"/>
                </a:moveTo>
                <a:cubicBezTo>
                  <a:pt x="52" y="150"/>
                  <a:pt x="52" y="150"/>
                  <a:pt x="52" y="150"/>
                </a:cubicBezTo>
                <a:cubicBezTo>
                  <a:pt x="14" y="150"/>
                  <a:pt x="14" y="150"/>
                  <a:pt x="14" y="150"/>
                </a:cubicBezTo>
                <a:cubicBezTo>
                  <a:pt x="14" y="22"/>
                  <a:pt x="14" y="22"/>
                  <a:pt x="14" y="22"/>
                </a:cubicBezTo>
                <a:cubicBezTo>
                  <a:pt x="52" y="22"/>
                  <a:pt x="52" y="22"/>
                  <a:pt x="52" y="22"/>
                </a:cubicBezTo>
                <a:cubicBezTo>
                  <a:pt x="52" y="150"/>
                  <a:pt x="52" y="150"/>
                  <a:pt x="52" y="150"/>
                </a:cubicBezTo>
                <a:close/>
                <a:moveTo>
                  <a:pt x="99" y="150"/>
                </a:moveTo>
                <a:cubicBezTo>
                  <a:pt x="99" y="150"/>
                  <a:pt x="99" y="150"/>
                  <a:pt x="99" y="150"/>
                </a:cubicBezTo>
                <a:cubicBezTo>
                  <a:pt x="60" y="150"/>
                  <a:pt x="60" y="150"/>
                  <a:pt x="60" y="150"/>
                </a:cubicBezTo>
                <a:cubicBezTo>
                  <a:pt x="60" y="22"/>
                  <a:pt x="60" y="22"/>
                  <a:pt x="60" y="22"/>
                </a:cubicBezTo>
                <a:cubicBezTo>
                  <a:pt x="99" y="22"/>
                  <a:pt x="99" y="22"/>
                  <a:pt x="99" y="22"/>
                </a:cubicBezTo>
                <a:cubicBezTo>
                  <a:pt x="99" y="150"/>
                  <a:pt x="99" y="150"/>
                  <a:pt x="99" y="150"/>
                </a:cubicBezTo>
                <a:close/>
                <a:moveTo>
                  <a:pt x="147" y="149"/>
                </a:moveTo>
                <a:cubicBezTo>
                  <a:pt x="147" y="149"/>
                  <a:pt x="147" y="149"/>
                  <a:pt x="147" y="149"/>
                </a:cubicBezTo>
                <a:cubicBezTo>
                  <a:pt x="114" y="25"/>
                  <a:pt x="114" y="25"/>
                  <a:pt x="114" y="25"/>
                </a:cubicBezTo>
                <a:cubicBezTo>
                  <a:pt x="148" y="16"/>
                  <a:pt x="148" y="16"/>
                  <a:pt x="148" y="16"/>
                </a:cubicBezTo>
                <a:cubicBezTo>
                  <a:pt x="181" y="139"/>
                  <a:pt x="181" y="139"/>
                  <a:pt x="181" y="139"/>
                </a:cubicBezTo>
                <a:cubicBezTo>
                  <a:pt x="147" y="149"/>
                  <a:pt x="147" y="149"/>
                  <a:pt x="147" y="149"/>
                </a:cubicBezTo>
                <a:close/>
                <a:moveTo>
                  <a:pt x="23" y="133"/>
                </a:moveTo>
                <a:cubicBezTo>
                  <a:pt x="23" y="133"/>
                  <a:pt x="23" y="133"/>
                  <a:pt x="23" y="133"/>
                </a:cubicBezTo>
                <a:cubicBezTo>
                  <a:pt x="23" y="133"/>
                  <a:pt x="23" y="133"/>
                  <a:pt x="23" y="133"/>
                </a:cubicBezTo>
                <a:cubicBezTo>
                  <a:pt x="26" y="136"/>
                  <a:pt x="29" y="137"/>
                  <a:pt x="33" y="137"/>
                </a:cubicBezTo>
                <a:cubicBezTo>
                  <a:pt x="37" y="137"/>
                  <a:pt x="40" y="136"/>
                  <a:pt x="42" y="134"/>
                </a:cubicBezTo>
                <a:cubicBezTo>
                  <a:pt x="43" y="133"/>
                  <a:pt x="43" y="133"/>
                  <a:pt x="43" y="133"/>
                </a:cubicBezTo>
                <a:cubicBezTo>
                  <a:pt x="45" y="131"/>
                  <a:pt x="47" y="127"/>
                  <a:pt x="47" y="124"/>
                </a:cubicBezTo>
                <a:cubicBezTo>
                  <a:pt x="47" y="120"/>
                  <a:pt x="45" y="116"/>
                  <a:pt x="43" y="114"/>
                </a:cubicBezTo>
                <a:cubicBezTo>
                  <a:pt x="42" y="114"/>
                  <a:pt x="42" y="114"/>
                  <a:pt x="42" y="114"/>
                </a:cubicBezTo>
                <a:cubicBezTo>
                  <a:pt x="40" y="112"/>
                  <a:pt x="37" y="110"/>
                  <a:pt x="33" y="110"/>
                </a:cubicBezTo>
                <a:cubicBezTo>
                  <a:pt x="29" y="110"/>
                  <a:pt x="26" y="112"/>
                  <a:pt x="23" y="114"/>
                </a:cubicBezTo>
                <a:cubicBezTo>
                  <a:pt x="21" y="116"/>
                  <a:pt x="19" y="120"/>
                  <a:pt x="19" y="124"/>
                </a:cubicBezTo>
                <a:cubicBezTo>
                  <a:pt x="19" y="127"/>
                  <a:pt x="21" y="131"/>
                  <a:pt x="23" y="133"/>
                </a:cubicBezTo>
                <a:close/>
                <a:moveTo>
                  <a:pt x="29" y="120"/>
                </a:moveTo>
                <a:cubicBezTo>
                  <a:pt x="29" y="120"/>
                  <a:pt x="29" y="120"/>
                  <a:pt x="29" y="120"/>
                </a:cubicBezTo>
                <a:cubicBezTo>
                  <a:pt x="30" y="119"/>
                  <a:pt x="31" y="118"/>
                  <a:pt x="33" y="118"/>
                </a:cubicBezTo>
                <a:cubicBezTo>
                  <a:pt x="34" y="118"/>
                  <a:pt x="36" y="119"/>
                  <a:pt x="37" y="120"/>
                </a:cubicBezTo>
                <a:cubicBezTo>
                  <a:pt x="37" y="120"/>
                  <a:pt x="37" y="120"/>
                  <a:pt x="37" y="120"/>
                </a:cubicBezTo>
                <a:cubicBezTo>
                  <a:pt x="38" y="121"/>
                  <a:pt x="38" y="122"/>
                  <a:pt x="38" y="124"/>
                </a:cubicBezTo>
                <a:cubicBezTo>
                  <a:pt x="38" y="125"/>
                  <a:pt x="38" y="127"/>
                  <a:pt x="37" y="128"/>
                </a:cubicBezTo>
                <a:cubicBezTo>
                  <a:pt x="36" y="129"/>
                  <a:pt x="34" y="129"/>
                  <a:pt x="33" y="129"/>
                </a:cubicBezTo>
                <a:cubicBezTo>
                  <a:pt x="31" y="129"/>
                  <a:pt x="30" y="129"/>
                  <a:pt x="29" y="128"/>
                </a:cubicBezTo>
                <a:cubicBezTo>
                  <a:pt x="29" y="127"/>
                  <a:pt x="29" y="127"/>
                  <a:pt x="29" y="127"/>
                </a:cubicBezTo>
                <a:cubicBezTo>
                  <a:pt x="28" y="126"/>
                  <a:pt x="27" y="125"/>
                  <a:pt x="27" y="124"/>
                </a:cubicBezTo>
                <a:cubicBezTo>
                  <a:pt x="27" y="122"/>
                  <a:pt x="28" y="121"/>
                  <a:pt x="29" y="120"/>
                </a:cubicBezTo>
                <a:close/>
                <a:moveTo>
                  <a:pt x="32" y="91"/>
                </a:moveTo>
                <a:cubicBezTo>
                  <a:pt x="32" y="91"/>
                  <a:pt x="32" y="91"/>
                  <a:pt x="32" y="91"/>
                </a:cubicBezTo>
                <a:cubicBezTo>
                  <a:pt x="34" y="91"/>
                  <a:pt x="36" y="89"/>
                  <a:pt x="36" y="87"/>
                </a:cubicBezTo>
                <a:cubicBezTo>
                  <a:pt x="36" y="38"/>
                  <a:pt x="36" y="38"/>
                  <a:pt x="36" y="38"/>
                </a:cubicBezTo>
                <a:cubicBezTo>
                  <a:pt x="36" y="35"/>
                  <a:pt x="34" y="34"/>
                  <a:pt x="32" y="34"/>
                </a:cubicBezTo>
                <a:cubicBezTo>
                  <a:pt x="29" y="34"/>
                  <a:pt x="28" y="35"/>
                  <a:pt x="28" y="38"/>
                </a:cubicBezTo>
                <a:cubicBezTo>
                  <a:pt x="28" y="87"/>
                  <a:pt x="28" y="87"/>
                  <a:pt x="28" y="87"/>
                </a:cubicBezTo>
                <a:cubicBezTo>
                  <a:pt x="28" y="89"/>
                  <a:pt x="29" y="91"/>
                  <a:pt x="32" y="91"/>
                </a:cubicBezTo>
                <a:close/>
                <a:moveTo>
                  <a:pt x="134" y="31"/>
                </a:moveTo>
                <a:cubicBezTo>
                  <a:pt x="134" y="31"/>
                  <a:pt x="134" y="31"/>
                  <a:pt x="134" y="31"/>
                </a:cubicBezTo>
                <a:cubicBezTo>
                  <a:pt x="132" y="32"/>
                  <a:pt x="131" y="34"/>
                  <a:pt x="131" y="36"/>
                </a:cubicBezTo>
                <a:cubicBezTo>
                  <a:pt x="144" y="84"/>
                  <a:pt x="144" y="84"/>
                  <a:pt x="144" y="84"/>
                </a:cubicBezTo>
                <a:cubicBezTo>
                  <a:pt x="144" y="86"/>
                  <a:pt x="146" y="87"/>
                  <a:pt x="149" y="86"/>
                </a:cubicBezTo>
                <a:cubicBezTo>
                  <a:pt x="151" y="86"/>
                  <a:pt x="152" y="84"/>
                  <a:pt x="152" y="82"/>
                </a:cubicBezTo>
                <a:cubicBezTo>
                  <a:pt x="139" y="34"/>
                  <a:pt x="139" y="34"/>
                  <a:pt x="139" y="34"/>
                </a:cubicBezTo>
                <a:cubicBezTo>
                  <a:pt x="138" y="32"/>
                  <a:pt x="136" y="31"/>
                  <a:pt x="134" y="31"/>
                </a:cubicBezTo>
                <a:close/>
                <a:moveTo>
                  <a:pt x="69" y="133"/>
                </a:moveTo>
                <a:cubicBezTo>
                  <a:pt x="69" y="133"/>
                  <a:pt x="69" y="133"/>
                  <a:pt x="69" y="133"/>
                </a:cubicBezTo>
                <a:cubicBezTo>
                  <a:pt x="69" y="133"/>
                  <a:pt x="69" y="133"/>
                  <a:pt x="69" y="133"/>
                </a:cubicBezTo>
                <a:cubicBezTo>
                  <a:pt x="71" y="136"/>
                  <a:pt x="75" y="137"/>
                  <a:pt x="79" y="137"/>
                </a:cubicBezTo>
                <a:cubicBezTo>
                  <a:pt x="82" y="137"/>
                  <a:pt x="86" y="136"/>
                  <a:pt x="88" y="134"/>
                </a:cubicBezTo>
                <a:cubicBezTo>
                  <a:pt x="88" y="133"/>
                  <a:pt x="88" y="133"/>
                  <a:pt x="88" y="133"/>
                </a:cubicBezTo>
                <a:cubicBezTo>
                  <a:pt x="91" y="131"/>
                  <a:pt x="92" y="127"/>
                  <a:pt x="92" y="124"/>
                </a:cubicBezTo>
                <a:cubicBezTo>
                  <a:pt x="92" y="120"/>
                  <a:pt x="91" y="116"/>
                  <a:pt x="88" y="114"/>
                </a:cubicBezTo>
                <a:cubicBezTo>
                  <a:pt x="86" y="112"/>
                  <a:pt x="82" y="110"/>
                  <a:pt x="79" y="110"/>
                </a:cubicBezTo>
                <a:cubicBezTo>
                  <a:pt x="75" y="110"/>
                  <a:pt x="71" y="112"/>
                  <a:pt x="69" y="114"/>
                </a:cubicBezTo>
                <a:cubicBezTo>
                  <a:pt x="69" y="114"/>
                  <a:pt x="69" y="114"/>
                  <a:pt x="69" y="114"/>
                </a:cubicBezTo>
                <a:cubicBezTo>
                  <a:pt x="66" y="116"/>
                  <a:pt x="65" y="120"/>
                  <a:pt x="65" y="124"/>
                </a:cubicBezTo>
                <a:cubicBezTo>
                  <a:pt x="65" y="127"/>
                  <a:pt x="66" y="131"/>
                  <a:pt x="69" y="133"/>
                </a:cubicBezTo>
                <a:close/>
                <a:moveTo>
                  <a:pt x="75" y="120"/>
                </a:moveTo>
                <a:cubicBezTo>
                  <a:pt x="75" y="120"/>
                  <a:pt x="75" y="120"/>
                  <a:pt x="75" y="120"/>
                </a:cubicBezTo>
                <a:cubicBezTo>
                  <a:pt x="76" y="119"/>
                  <a:pt x="77" y="118"/>
                  <a:pt x="79" y="118"/>
                </a:cubicBezTo>
                <a:cubicBezTo>
                  <a:pt x="80" y="118"/>
                  <a:pt x="81" y="119"/>
                  <a:pt x="82" y="120"/>
                </a:cubicBezTo>
                <a:cubicBezTo>
                  <a:pt x="82" y="120"/>
                  <a:pt x="82" y="120"/>
                  <a:pt x="82" y="120"/>
                </a:cubicBezTo>
                <a:cubicBezTo>
                  <a:pt x="84" y="121"/>
                  <a:pt x="84" y="122"/>
                  <a:pt x="84" y="124"/>
                </a:cubicBezTo>
                <a:cubicBezTo>
                  <a:pt x="84" y="125"/>
                  <a:pt x="84" y="127"/>
                  <a:pt x="83" y="128"/>
                </a:cubicBezTo>
                <a:cubicBezTo>
                  <a:pt x="82" y="128"/>
                  <a:pt x="82" y="128"/>
                  <a:pt x="82" y="128"/>
                </a:cubicBezTo>
                <a:cubicBezTo>
                  <a:pt x="81" y="129"/>
                  <a:pt x="80" y="129"/>
                  <a:pt x="79" y="129"/>
                </a:cubicBezTo>
                <a:cubicBezTo>
                  <a:pt x="77" y="129"/>
                  <a:pt x="76" y="129"/>
                  <a:pt x="75" y="128"/>
                </a:cubicBezTo>
                <a:cubicBezTo>
                  <a:pt x="74" y="127"/>
                  <a:pt x="74" y="127"/>
                  <a:pt x="74" y="127"/>
                </a:cubicBezTo>
                <a:cubicBezTo>
                  <a:pt x="74" y="126"/>
                  <a:pt x="73" y="125"/>
                  <a:pt x="73" y="124"/>
                </a:cubicBezTo>
                <a:cubicBezTo>
                  <a:pt x="73" y="122"/>
                  <a:pt x="74" y="121"/>
                  <a:pt x="75" y="120"/>
                </a:cubicBezTo>
                <a:close/>
                <a:moveTo>
                  <a:pt x="81" y="91"/>
                </a:moveTo>
                <a:cubicBezTo>
                  <a:pt x="81" y="91"/>
                  <a:pt x="81" y="91"/>
                  <a:pt x="81" y="91"/>
                </a:cubicBezTo>
                <a:cubicBezTo>
                  <a:pt x="83" y="91"/>
                  <a:pt x="85" y="89"/>
                  <a:pt x="85" y="87"/>
                </a:cubicBezTo>
                <a:cubicBezTo>
                  <a:pt x="85" y="38"/>
                  <a:pt x="85" y="38"/>
                  <a:pt x="85" y="38"/>
                </a:cubicBezTo>
                <a:cubicBezTo>
                  <a:pt x="85" y="35"/>
                  <a:pt x="83" y="34"/>
                  <a:pt x="81" y="34"/>
                </a:cubicBezTo>
                <a:cubicBezTo>
                  <a:pt x="79" y="34"/>
                  <a:pt x="77" y="35"/>
                  <a:pt x="77" y="38"/>
                </a:cubicBezTo>
                <a:cubicBezTo>
                  <a:pt x="77" y="87"/>
                  <a:pt x="77" y="87"/>
                  <a:pt x="77" y="87"/>
                </a:cubicBezTo>
                <a:cubicBezTo>
                  <a:pt x="77" y="89"/>
                  <a:pt x="79" y="91"/>
                  <a:pt x="81" y="91"/>
                </a:cubicBezTo>
                <a:close/>
                <a:moveTo>
                  <a:pt x="148" y="109"/>
                </a:moveTo>
                <a:cubicBezTo>
                  <a:pt x="148" y="109"/>
                  <a:pt x="148" y="109"/>
                  <a:pt x="148" y="109"/>
                </a:cubicBezTo>
                <a:cubicBezTo>
                  <a:pt x="146" y="111"/>
                  <a:pt x="144" y="114"/>
                  <a:pt x="144" y="118"/>
                </a:cubicBezTo>
                <a:cubicBezTo>
                  <a:pt x="144" y="122"/>
                  <a:pt x="146" y="125"/>
                  <a:pt x="148" y="128"/>
                </a:cubicBezTo>
                <a:cubicBezTo>
                  <a:pt x="148" y="128"/>
                  <a:pt x="148" y="128"/>
                  <a:pt x="148" y="128"/>
                </a:cubicBezTo>
                <a:cubicBezTo>
                  <a:pt x="151" y="130"/>
                  <a:pt x="154" y="132"/>
                  <a:pt x="158" y="132"/>
                </a:cubicBezTo>
                <a:cubicBezTo>
                  <a:pt x="161" y="132"/>
                  <a:pt x="165" y="131"/>
                  <a:pt x="167" y="128"/>
                </a:cubicBezTo>
                <a:cubicBezTo>
                  <a:pt x="167" y="128"/>
                  <a:pt x="167" y="128"/>
                  <a:pt x="167" y="128"/>
                </a:cubicBezTo>
                <a:cubicBezTo>
                  <a:pt x="168" y="128"/>
                  <a:pt x="168" y="128"/>
                  <a:pt x="168" y="128"/>
                </a:cubicBezTo>
                <a:cubicBezTo>
                  <a:pt x="170" y="126"/>
                  <a:pt x="171" y="122"/>
                  <a:pt x="171" y="118"/>
                </a:cubicBezTo>
                <a:cubicBezTo>
                  <a:pt x="171" y="114"/>
                  <a:pt x="170" y="111"/>
                  <a:pt x="168" y="109"/>
                </a:cubicBezTo>
                <a:cubicBezTo>
                  <a:pt x="168" y="109"/>
                  <a:pt x="168" y="109"/>
                  <a:pt x="168" y="109"/>
                </a:cubicBezTo>
                <a:cubicBezTo>
                  <a:pt x="168" y="109"/>
                  <a:pt x="168" y="109"/>
                  <a:pt x="168" y="109"/>
                </a:cubicBezTo>
                <a:cubicBezTo>
                  <a:pt x="165" y="106"/>
                  <a:pt x="162" y="105"/>
                  <a:pt x="158" y="105"/>
                </a:cubicBezTo>
                <a:cubicBezTo>
                  <a:pt x="154" y="105"/>
                  <a:pt x="151" y="106"/>
                  <a:pt x="148" y="109"/>
                </a:cubicBezTo>
                <a:close/>
                <a:moveTo>
                  <a:pt x="154" y="114"/>
                </a:moveTo>
                <a:cubicBezTo>
                  <a:pt x="154" y="114"/>
                  <a:pt x="154" y="114"/>
                  <a:pt x="154" y="114"/>
                </a:cubicBezTo>
                <a:cubicBezTo>
                  <a:pt x="155" y="113"/>
                  <a:pt x="156" y="113"/>
                  <a:pt x="158" y="113"/>
                </a:cubicBezTo>
                <a:cubicBezTo>
                  <a:pt x="159" y="113"/>
                  <a:pt x="161" y="113"/>
                  <a:pt x="162" y="114"/>
                </a:cubicBezTo>
                <a:cubicBezTo>
                  <a:pt x="163" y="115"/>
                  <a:pt x="163" y="117"/>
                  <a:pt x="163" y="118"/>
                </a:cubicBezTo>
                <a:cubicBezTo>
                  <a:pt x="163" y="120"/>
                  <a:pt x="163" y="121"/>
                  <a:pt x="162" y="122"/>
                </a:cubicBezTo>
                <a:cubicBezTo>
                  <a:pt x="161" y="123"/>
                  <a:pt x="159" y="124"/>
                  <a:pt x="158" y="124"/>
                </a:cubicBezTo>
                <a:cubicBezTo>
                  <a:pt x="156" y="124"/>
                  <a:pt x="155" y="123"/>
                  <a:pt x="154" y="122"/>
                </a:cubicBezTo>
                <a:cubicBezTo>
                  <a:pt x="154" y="122"/>
                  <a:pt x="154" y="122"/>
                  <a:pt x="154" y="122"/>
                </a:cubicBezTo>
                <a:cubicBezTo>
                  <a:pt x="153" y="121"/>
                  <a:pt x="152" y="120"/>
                  <a:pt x="152" y="118"/>
                </a:cubicBezTo>
                <a:cubicBezTo>
                  <a:pt x="152" y="117"/>
                  <a:pt x="153" y="115"/>
                  <a:pt x="154" y="114"/>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34" name="矩形 33"/>
          <p:cNvSpPr/>
          <p:nvPr/>
        </p:nvSpPr>
        <p:spPr>
          <a:xfrm>
            <a:off x="0" y="0"/>
            <a:ext cx="9144000" cy="1274812"/>
          </a:xfrm>
          <a:prstGeom prst="rect">
            <a:avLst/>
          </a:prstGeom>
          <a:solidFill>
            <a:srgbClr val="54667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TextBox 34"/>
          <p:cNvSpPr txBox="1"/>
          <p:nvPr/>
        </p:nvSpPr>
        <p:spPr>
          <a:xfrm>
            <a:off x="3707904" y="252685"/>
            <a:ext cx="1728192" cy="769441"/>
          </a:xfrm>
          <a:prstGeom prst="rect">
            <a:avLst/>
          </a:prstGeom>
          <a:noFill/>
        </p:spPr>
        <p:txBody>
          <a:bodyPr wrap="square" rtlCol="0">
            <a:spAutoFit/>
          </a:bodyPr>
          <a:lstStyle/>
          <a:p>
            <a:pPr algn="ctr"/>
            <a:r>
              <a:rPr lang="zh-CN" altLang="en-US" sz="2800" b="1" dirty="0">
                <a:ln w="6350">
                  <a:noFill/>
                </a:ln>
                <a:solidFill>
                  <a:schemeClr val="bg1"/>
                </a:solidFill>
                <a:latin typeface="Impact" pitchFamily="34" charset="0"/>
                <a:ea typeface="微软雅黑" pitchFamily="34" charset="-122"/>
              </a:rPr>
              <a:t>目  录</a:t>
            </a:r>
            <a:endParaRPr lang="en-US" altLang="zh-CN" sz="2800" b="1" dirty="0">
              <a:ln w="6350">
                <a:noFill/>
              </a:ln>
              <a:solidFill>
                <a:schemeClr val="bg1"/>
              </a:solidFill>
              <a:latin typeface="Impact" pitchFamily="34" charset="0"/>
              <a:ea typeface="微软雅黑" pitchFamily="34" charset="-122"/>
            </a:endParaRPr>
          </a:p>
          <a:p>
            <a:pPr algn="ctr"/>
            <a:r>
              <a:rPr lang="en-US" altLang="zh-CN" sz="1600" dirty="0">
                <a:ln w="6350">
                  <a:noFill/>
                </a:ln>
                <a:solidFill>
                  <a:schemeClr val="bg1"/>
                </a:solidFill>
                <a:latin typeface="Arial" pitchFamily="34" charset="0"/>
                <a:ea typeface="微软雅黑" pitchFamily="34" charset="-122"/>
                <a:cs typeface="Arial" pitchFamily="34" charset="0"/>
              </a:rPr>
              <a:t>CONTENTS</a:t>
            </a:r>
            <a:endParaRPr lang="zh-CN" altLang="en-US" sz="1600" dirty="0">
              <a:ln w="6350">
                <a:noFill/>
              </a:ln>
              <a:solidFill>
                <a:schemeClr val="bg1"/>
              </a:solidFill>
              <a:latin typeface="Arial" pitchFamily="34" charset="0"/>
              <a:ea typeface="微软雅黑" pitchFamily="34" charset="-122"/>
              <a:cs typeface="Arial" pitchFamily="34" charset="0"/>
            </a:endParaRPr>
          </a:p>
        </p:txBody>
      </p:sp>
      <p:pic>
        <p:nvPicPr>
          <p:cNvPr id="3" name="图片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314071" y="4089597"/>
            <a:ext cx="1568698" cy="669143"/>
          </a:xfrm>
          <a:prstGeom prst="rect">
            <a:avLst/>
          </a:prstGeom>
        </p:spPr>
      </p:pic>
    </p:spTree>
  </p:cSld>
  <p:clrMapOvr>
    <a:masterClrMapping/>
  </p:clrMapOvr>
  <p:transition spd="slow">
    <p:push dir="u"/>
  </p:transition>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with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500"/>
                                            <p:tgtEl>
                                              <p:spTgt spid="35"/>
                                            </p:tgtEl>
                                          </p:cBhvr>
                                        </p:animEffect>
                                        <p:anim calcmode="lin" valueType="num">
                                          <p:cBhvr>
                                            <p:cTn id="8" dur="500" fill="hold"/>
                                            <p:tgtEl>
                                              <p:spTgt spid="35"/>
                                            </p:tgtEl>
                                            <p:attrNameLst>
                                              <p:attrName>ppt_x</p:attrName>
                                            </p:attrNameLst>
                                          </p:cBhvr>
                                          <p:tavLst>
                                            <p:tav tm="0">
                                              <p:val>
                                                <p:strVal val="#ppt_x"/>
                                              </p:val>
                                            </p:tav>
                                            <p:tav tm="100000">
                                              <p:val>
                                                <p:strVal val="#ppt_x"/>
                                              </p:val>
                                            </p:tav>
                                          </p:tavLst>
                                        </p:anim>
                                        <p:anim calcmode="lin" valueType="num">
                                          <p:cBhvr>
                                            <p:cTn id="9" dur="500" fill="hold"/>
                                            <p:tgtEl>
                                              <p:spTgt spid="35"/>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p:cTn id="13" dur="300" fill="hold"/>
                                            <p:tgtEl>
                                              <p:spTgt spid="4"/>
                                            </p:tgtEl>
                                            <p:attrNameLst>
                                              <p:attrName>ppt_w</p:attrName>
                                            </p:attrNameLst>
                                          </p:cBhvr>
                                          <p:tavLst>
                                            <p:tav tm="0">
                                              <p:val>
                                                <p:fltVal val="0"/>
                                              </p:val>
                                            </p:tav>
                                            <p:tav tm="100000">
                                              <p:val>
                                                <p:strVal val="#ppt_w"/>
                                              </p:val>
                                            </p:tav>
                                          </p:tavLst>
                                        </p:anim>
                                        <p:anim calcmode="lin" valueType="num">
                                          <p:cBhvr>
                                            <p:cTn id="14" dur="300" fill="hold"/>
                                            <p:tgtEl>
                                              <p:spTgt spid="4"/>
                                            </p:tgtEl>
                                            <p:attrNameLst>
                                              <p:attrName>ppt_h</p:attrName>
                                            </p:attrNameLst>
                                          </p:cBhvr>
                                          <p:tavLst>
                                            <p:tav tm="0">
                                              <p:val>
                                                <p:fltVal val="0"/>
                                              </p:val>
                                            </p:tav>
                                            <p:tav tm="100000">
                                              <p:val>
                                                <p:strVal val="#ppt_h"/>
                                              </p:val>
                                            </p:tav>
                                          </p:tavLst>
                                        </p:anim>
                                        <p:animEffect transition="in" filter="fade">
                                          <p:cBhvr>
                                            <p:cTn id="15" dur="300"/>
                                            <p:tgtEl>
                                              <p:spTgt spid="4"/>
                                            </p:tgtEl>
                                          </p:cBhvr>
                                        </p:animEffect>
                                      </p:childTnLst>
                                    </p:cTn>
                                  </p:par>
                                  <p:par>
                                    <p:cTn id="16" presetID="6" presetClass="emph" presetSubtype="0" autoRev="1" fill="hold" grpId="1" nodeType="withEffect">
                                      <p:stCondLst>
                                        <p:cond delay="300"/>
                                      </p:stCondLst>
                                      <p:childTnLst>
                                        <p:animScale>
                                          <p:cBhvr>
                                            <p:cTn id="17" dur="150" fill="hold"/>
                                            <p:tgtEl>
                                              <p:spTgt spid="4"/>
                                            </p:tgtEl>
                                          </p:cBhvr>
                                          <p:by x="110000" y="110000"/>
                                        </p:animScale>
                                      </p:childTnLst>
                                    </p:cTn>
                                  </p:par>
                                  <p:par>
                                    <p:cTn id="18" presetID="53" presetClass="entr" presetSubtype="16" fill="hold" grpId="0" nodeType="withEffect">
                                      <p:stCondLst>
                                        <p:cond delay="100"/>
                                      </p:stCondLst>
                                      <p:childTnLst>
                                        <p:set>
                                          <p:cBhvr>
                                            <p:cTn id="19" dur="1" fill="hold">
                                              <p:stCondLst>
                                                <p:cond delay="0"/>
                                              </p:stCondLst>
                                            </p:cTn>
                                            <p:tgtEl>
                                              <p:spTgt spid="5"/>
                                            </p:tgtEl>
                                            <p:attrNameLst>
                                              <p:attrName>style.visibility</p:attrName>
                                            </p:attrNameLst>
                                          </p:cBhvr>
                                          <p:to>
                                            <p:strVal val="visible"/>
                                          </p:to>
                                        </p:set>
                                        <p:anim calcmode="lin" valueType="num">
                                          <p:cBhvr>
                                            <p:cTn id="20" dur="300" fill="hold"/>
                                            <p:tgtEl>
                                              <p:spTgt spid="5"/>
                                            </p:tgtEl>
                                            <p:attrNameLst>
                                              <p:attrName>ppt_w</p:attrName>
                                            </p:attrNameLst>
                                          </p:cBhvr>
                                          <p:tavLst>
                                            <p:tav tm="0">
                                              <p:val>
                                                <p:fltVal val="0"/>
                                              </p:val>
                                            </p:tav>
                                            <p:tav tm="100000">
                                              <p:val>
                                                <p:strVal val="#ppt_w"/>
                                              </p:val>
                                            </p:tav>
                                          </p:tavLst>
                                        </p:anim>
                                        <p:anim calcmode="lin" valueType="num">
                                          <p:cBhvr>
                                            <p:cTn id="21" dur="300" fill="hold"/>
                                            <p:tgtEl>
                                              <p:spTgt spid="5"/>
                                            </p:tgtEl>
                                            <p:attrNameLst>
                                              <p:attrName>ppt_h</p:attrName>
                                            </p:attrNameLst>
                                          </p:cBhvr>
                                          <p:tavLst>
                                            <p:tav tm="0">
                                              <p:val>
                                                <p:fltVal val="0"/>
                                              </p:val>
                                            </p:tav>
                                            <p:tav tm="100000">
                                              <p:val>
                                                <p:strVal val="#ppt_h"/>
                                              </p:val>
                                            </p:tav>
                                          </p:tavLst>
                                        </p:anim>
                                        <p:animEffect transition="in" filter="fade">
                                          <p:cBhvr>
                                            <p:cTn id="22" dur="300"/>
                                            <p:tgtEl>
                                              <p:spTgt spid="5"/>
                                            </p:tgtEl>
                                          </p:cBhvr>
                                        </p:animEffect>
                                      </p:childTnLst>
                                    </p:cTn>
                                  </p:par>
                                  <p:par>
                                    <p:cTn id="23" presetID="6" presetClass="emph" presetSubtype="0" autoRev="1" fill="hold" grpId="1" nodeType="withEffect">
                                      <p:stCondLst>
                                        <p:cond delay="400"/>
                                      </p:stCondLst>
                                      <p:childTnLst>
                                        <p:animScale>
                                          <p:cBhvr>
                                            <p:cTn id="24" dur="150" fill="hold"/>
                                            <p:tgtEl>
                                              <p:spTgt spid="5"/>
                                            </p:tgtEl>
                                          </p:cBhvr>
                                          <p:by x="110000" y="110000"/>
                                        </p:animScale>
                                      </p:childTnLst>
                                    </p:cTn>
                                  </p:par>
                                  <p:par>
                                    <p:cTn id="25" presetID="2" presetClass="entr" presetSubtype="2" fill="hold" grpId="0" nodeType="withEffect" p14:presetBounceEnd="60000">
                                      <p:stCondLst>
                                        <p:cond delay="500"/>
                                      </p:stCondLst>
                                      <p:childTnLst>
                                        <p:set>
                                          <p:cBhvr>
                                            <p:cTn id="26" dur="1" fill="hold">
                                              <p:stCondLst>
                                                <p:cond delay="0"/>
                                              </p:stCondLst>
                                            </p:cTn>
                                            <p:tgtEl>
                                              <p:spTgt spid="7"/>
                                            </p:tgtEl>
                                            <p:attrNameLst>
                                              <p:attrName>style.visibility</p:attrName>
                                            </p:attrNameLst>
                                          </p:cBhvr>
                                          <p:to>
                                            <p:strVal val="visible"/>
                                          </p:to>
                                        </p:set>
                                        <p:anim calcmode="lin" valueType="num" p14:bounceEnd="60000">
                                          <p:cBhvr additive="base">
                                            <p:cTn id="27" dur="500" fill="hold"/>
                                            <p:tgtEl>
                                              <p:spTgt spid="7"/>
                                            </p:tgtEl>
                                            <p:attrNameLst>
                                              <p:attrName>ppt_x</p:attrName>
                                            </p:attrNameLst>
                                          </p:cBhvr>
                                          <p:tavLst>
                                            <p:tav tm="0">
                                              <p:val>
                                                <p:strVal val="1+#ppt_w/2"/>
                                              </p:val>
                                            </p:tav>
                                            <p:tav tm="100000">
                                              <p:val>
                                                <p:strVal val="#ppt_x"/>
                                              </p:val>
                                            </p:tav>
                                          </p:tavLst>
                                        </p:anim>
                                        <p:anim calcmode="lin" valueType="num" p14:bounceEnd="60000">
                                          <p:cBhvr additive="base">
                                            <p:cTn id="28" dur="500" fill="hold"/>
                                            <p:tgtEl>
                                              <p:spTgt spid="7"/>
                                            </p:tgtEl>
                                            <p:attrNameLst>
                                              <p:attrName>ppt_y</p:attrName>
                                            </p:attrNameLst>
                                          </p:cBhvr>
                                          <p:tavLst>
                                            <p:tav tm="0">
                                              <p:val>
                                                <p:strVal val="#ppt_y"/>
                                              </p:val>
                                            </p:tav>
                                            <p:tav tm="100000">
                                              <p:val>
                                                <p:strVal val="#ppt_y"/>
                                              </p:val>
                                            </p:tav>
                                          </p:tavLst>
                                        </p:anim>
                                      </p:childTnLst>
                                    </p:cTn>
                                  </p:par>
                                  <p:par>
                                    <p:cTn id="29" presetID="53" presetClass="entr" presetSubtype="16" fill="hold" grpId="0" nodeType="withEffect">
                                      <p:stCondLst>
                                        <p:cond delay="800"/>
                                      </p:stCondLst>
                                      <p:childTnLst>
                                        <p:set>
                                          <p:cBhvr>
                                            <p:cTn id="30" dur="1" fill="hold">
                                              <p:stCondLst>
                                                <p:cond delay="0"/>
                                              </p:stCondLst>
                                            </p:cTn>
                                            <p:tgtEl>
                                              <p:spTgt spid="12"/>
                                            </p:tgtEl>
                                            <p:attrNameLst>
                                              <p:attrName>style.visibility</p:attrName>
                                            </p:attrNameLst>
                                          </p:cBhvr>
                                          <p:to>
                                            <p:strVal val="visible"/>
                                          </p:to>
                                        </p:set>
                                        <p:anim calcmode="lin" valueType="num">
                                          <p:cBhvr>
                                            <p:cTn id="31" dur="300" fill="hold"/>
                                            <p:tgtEl>
                                              <p:spTgt spid="12"/>
                                            </p:tgtEl>
                                            <p:attrNameLst>
                                              <p:attrName>ppt_w</p:attrName>
                                            </p:attrNameLst>
                                          </p:cBhvr>
                                          <p:tavLst>
                                            <p:tav tm="0">
                                              <p:val>
                                                <p:fltVal val="0"/>
                                              </p:val>
                                            </p:tav>
                                            <p:tav tm="100000">
                                              <p:val>
                                                <p:strVal val="#ppt_w"/>
                                              </p:val>
                                            </p:tav>
                                          </p:tavLst>
                                        </p:anim>
                                        <p:anim calcmode="lin" valueType="num">
                                          <p:cBhvr>
                                            <p:cTn id="32" dur="300" fill="hold"/>
                                            <p:tgtEl>
                                              <p:spTgt spid="12"/>
                                            </p:tgtEl>
                                            <p:attrNameLst>
                                              <p:attrName>ppt_h</p:attrName>
                                            </p:attrNameLst>
                                          </p:cBhvr>
                                          <p:tavLst>
                                            <p:tav tm="0">
                                              <p:val>
                                                <p:fltVal val="0"/>
                                              </p:val>
                                            </p:tav>
                                            <p:tav tm="100000">
                                              <p:val>
                                                <p:strVal val="#ppt_h"/>
                                              </p:val>
                                            </p:tav>
                                          </p:tavLst>
                                        </p:anim>
                                        <p:animEffect transition="in" filter="fade">
                                          <p:cBhvr>
                                            <p:cTn id="33" dur="300"/>
                                            <p:tgtEl>
                                              <p:spTgt spid="12"/>
                                            </p:tgtEl>
                                          </p:cBhvr>
                                        </p:animEffect>
                                      </p:childTnLst>
                                    </p:cTn>
                                  </p:par>
                                  <p:par>
                                    <p:cTn id="34" presetID="6" presetClass="emph" presetSubtype="0" autoRev="1" fill="hold" grpId="1" nodeType="withEffect">
                                      <p:stCondLst>
                                        <p:cond delay="1100"/>
                                      </p:stCondLst>
                                      <p:childTnLst>
                                        <p:animScale>
                                          <p:cBhvr>
                                            <p:cTn id="35" dur="150" fill="hold"/>
                                            <p:tgtEl>
                                              <p:spTgt spid="12"/>
                                            </p:tgtEl>
                                          </p:cBhvr>
                                          <p:by x="110000" y="110000"/>
                                        </p:animScale>
                                      </p:childTnLst>
                                    </p:cTn>
                                  </p:par>
                                  <p:par>
                                    <p:cTn id="36" presetID="53" presetClass="entr" presetSubtype="16" fill="hold" grpId="0" nodeType="withEffect">
                                      <p:stCondLst>
                                        <p:cond delay="900"/>
                                      </p:stCondLst>
                                      <p:childTnLst>
                                        <p:set>
                                          <p:cBhvr>
                                            <p:cTn id="37" dur="1" fill="hold">
                                              <p:stCondLst>
                                                <p:cond delay="0"/>
                                              </p:stCondLst>
                                            </p:cTn>
                                            <p:tgtEl>
                                              <p:spTgt spid="13"/>
                                            </p:tgtEl>
                                            <p:attrNameLst>
                                              <p:attrName>style.visibility</p:attrName>
                                            </p:attrNameLst>
                                          </p:cBhvr>
                                          <p:to>
                                            <p:strVal val="visible"/>
                                          </p:to>
                                        </p:set>
                                        <p:anim calcmode="lin" valueType="num">
                                          <p:cBhvr>
                                            <p:cTn id="38" dur="300" fill="hold"/>
                                            <p:tgtEl>
                                              <p:spTgt spid="13"/>
                                            </p:tgtEl>
                                            <p:attrNameLst>
                                              <p:attrName>ppt_w</p:attrName>
                                            </p:attrNameLst>
                                          </p:cBhvr>
                                          <p:tavLst>
                                            <p:tav tm="0">
                                              <p:val>
                                                <p:fltVal val="0"/>
                                              </p:val>
                                            </p:tav>
                                            <p:tav tm="100000">
                                              <p:val>
                                                <p:strVal val="#ppt_w"/>
                                              </p:val>
                                            </p:tav>
                                          </p:tavLst>
                                        </p:anim>
                                        <p:anim calcmode="lin" valueType="num">
                                          <p:cBhvr>
                                            <p:cTn id="39" dur="300" fill="hold"/>
                                            <p:tgtEl>
                                              <p:spTgt spid="13"/>
                                            </p:tgtEl>
                                            <p:attrNameLst>
                                              <p:attrName>ppt_h</p:attrName>
                                            </p:attrNameLst>
                                          </p:cBhvr>
                                          <p:tavLst>
                                            <p:tav tm="0">
                                              <p:val>
                                                <p:fltVal val="0"/>
                                              </p:val>
                                            </p:tav>
                                            <p:tav tm="100000">
                                              <p:val>
                                                <p:strVal val="#ppt_h"/>
                                              </p:val>
                                            </p:tav>
                                          </p:tavLst>
                                        </p:anim>
                                        <p:animEffect transition="in" filter="fade">
                                          <p:cBhvr>
                                            <p:cTn id="40" dur="300"/>
                                            <p:tgtEl>
                                              <p:spTgt spid="13"/>
                                            </p:tgtEl>
                                          </p:cBhvr>
                                        </p:animEffect>
                                      </p:childTnLst>
                                    </p:cTn>
                                  </p:par>
                                  <p:par>
                                    <p:cTn id="41" presetID="6" presetClass="emph" presetSubtype="0" autoRev="1" fill="hold" grpId="1" nodeType="withEffect">
                                      <p:stCondLst>
                                        <p:cond delay="1200"/>
                                      </p:stCondLst>
                                      <p:childTnLst>
                                        <p:animScale>
                                          <p:cBhvr>
                                            <p:cTn id="42" dur="150" fill="hold"/>
                                            <p:tgtEl>
                                              <p:spTgt spid="13"/>
                                            </p:tgtEl>
                                          </p:cBhvr>
                                          <p:by x="110000" y="110000"/>
                                        </p:animScale>
                                      </p:childTnLst>
                                    </p:cTn>
                                  </p:par>
                                  <p:par>
                                    <p:cTn id="43" presetID="2" presetClass="entr" presetSubtype="2" fill="hold" grpId="0" nodeType="withEffect" p14:presetBounceEnd="60000">
                                      <p:stCondLst>
                                        <p:cond delay="1300"/>
                                      </p:stCondLst>
                                      <p:childTnLst>
                                        <p:set>
                                          <p:cBhvr>
                                            <p:cTn id="44" dur="1" fill="hold">
                                              <p:stCondLst>
                                                <p:cond delay="0"/>
                                              </p:stCondLst>
                                            </p:cTn>
                                            <p:tgtEl>
                                              <p:spTgt spid="15"/>
                                            </p:tgtEl>
                                            <p:attrNameLst>
                                              <p:attrName>style.visibility</p:attrName>
                                            </p:attrNameLst>
                                          </p:cBhvr>
                                          <p:to>
                                            <p:strVal val="visible"/>
                                          </p:to>
                                        </p:set>
                                        <p:anim calcmode="lin" valueType="num" p14:bounceEnd="60000">
                                          <p:cBhvr additive="base">
                                            <p:cTn id="45" dur="500" fill="hold"/>
                                            <p:tgtEl>
                                              <p:spTgt spid="15"/>
                                            </p:tgtEl>
                                            <p:attrNameLst>
                                              <p:attrName>ppt_x</p:attrName>
                                            </p:attrNameLst>
                                          </p:cBhvr>
                                          <p:tavLst>
                                            <p:tav tm="0">
                                              <p:val>
                                                <p:strVal val="1+#ppt_w/2"/>
                                              </p:val>
                                            </p:tav>
                                            <p:tav tm="100000">
                                              <p:val>
                                                <p:strVal val="#ppt_x"/>
                                              </p:val>
                                            </p:tav>
                                          </p:tavLst>
                                        </p:anim>
                                        <p:anim calcmode="lin" valueType="num" p14:bounceEnd="60000">
                                          <p:cBhvr additive="base">
                                            <p:cTn id="46" dur="500" fill="hold"/>
                                            <p:tgtEl>
                                              <p:spTgt spid="15"/>
                                            </p:tgtEl>
                                            <p:attrNameLst>
                                              <p:attrName>ppt_y</p:attrName>
                                            </p:attrNameLst>
                                          </p:cBhvr>
                                          <p:tavLst>
                                            <p:tav tm="0">
                                              <p:val>
                                                <p:strVal val="#ppt_y"/>
                                              </p:val>
                                            </p:tav>
                                            <p:tav tm="100000">
                                              <p:val>
                                                <p:strVal val="#ppt_y"/>
                                              </p:val>
                                            </p:tav>
                                          </p:tavLst>
                                        </p:anim>
                                      </p:childTnLst>
                                    </p:cTn>
                                  </p:par>
                                  <p:par>
                                    <p:cTn id="47" presetID="53" presetClass="entr" presetSubtype="16" fill="hold" grpId="0" nodeType="withEffect">
                                      <p:stCondLst>
                                        <p:cond delay="1600"/>
                                      </p:stCondLst>
                                      <p:childTnLst>
                                        <p:set>
                                          <p:cBhvr>
                                            <p:cTn id="48" dur="1" fill="hold">
                                              <p:stCondLst>
                                                <p:cond delay="0"/>
                                              </p:stCondLst>
                                            </p:cTn>
                                            <p:tgtEl>
                                              <p:spTgt spid="8"/>
                                            </p:tgtEl>
                                            <p:attrNameLst>
                                              <p:attrName>style.visibility</p:attrName>
                                            </p:attrNameLst>
                                          </p:cBhvr>
                                          <p:to>
                                            <p:strVal val="visible"/>
                                          </p:to>
                                        </p:set>
                                        <p:anim calcmode="lin" valueType="num">
                                          <p:cBhvr>
                                            <p:cTn id="49" dur="300" fill="hold"/>
                                            <p:tgtEl>
                                              <p:spTgt spid="8"/>
                                            </p:tgtEl>
                                            <p:attrNameLst>
                                              <p:attrName>ppt_w</p:attrName>
                                            </p:attrNameLst>
                                          </p:cBhvr>
                                          <p:tavLst>
                                            <p:tav tm="0">
                                              <p:val>
                                                <p:fltVal val="0"/>
                                              </p:val>
                                            </p:tav>
                                            <p:tav tm="100000">
                                              <p:val>
                                                <p:strVal val="#ppt_w"/>
                                              </p:val>
                                            </p:tav>
                                          </p:tavLst>
                                        </p:anim>
                                        <p:anim calcmode="lin" valueType="num">
                                          <p:cBhvr>
                                            <p:cTn id="50" dur="300" fill="hold"/>
                                            <p:tgtEl>
                                              <p:spTgt spid="8"/>
                                            </p:tgtEl>
                                            <p:attrNameLst>
                                              <p:attrName>ppt_h</p:attrName>
                                            </p:attrNameLst>
                                          </p:cBhvr>
                                          <p:tavLst>
                                            <p:tav tm="0">
                                              <p:val>
                                                <p:fltVal val="0"/>
                                              </p:val>
                                            </p:tav>
                                            <p:tav tm="100000">
                                              <p:val>
                                                <p:strVal val="#ppt_h"/>
                                              </p:val>
                                            </p:tav>
                                          </p:tavLst>
                                        </p:anim>
                                        <p:animEffect transition="in" filter="fade">
                                          <p:cBhvr>
                                            <p:cTn id="51" dur="300"/>
                                            <p:tgtEl>
                                              <p:spTgt spid="8"/>
                                            </p:tgtEl>
                                          </p:cBhvr>
                                        </p:animEffect>
                                      </p:childTnLst>
                                    </p:cTn>
                                  </p:par>
                                  <p:par>
                                    <p:cTn id="52" presetID="6" presetClass="emph" presetSubtype="0" autoRev="1" fill="hold" grpId="1" nodeType="withEffect">
                                      <p:stCondLst>
                                        <p:cond delay="1900"/>
                                      </p:stCondLst>
                                      <p:childTnLst>
                                        <p:animScale>
                                          <p:cBhvr>
                                            <p:cTn id="53" dur="150" fill="hold"/>
                                            <p:tgtEl>
                                              <p:spTgt spid="8"/>
                                            </p:tgtEl>
                                          </p:cBhvr>
                                          <p:by x="110000" y="110000"/>
                                        </p:animScale>
                                      </p:childTnLst>
                                    </p:cTn>
                                  </p:par>
                                  <p:par>
                                    <p:cTn id="54" presetID="53" presetClass="entr" presetSubtype="16" fill="hold" grpId="0" nodeType="withEffect">
                                      <p:stCondLst>
                                        <p:cond delay="1700"/>
                                      </p:stCondLst>
                                      <p:childTnLst>
                                        <p:set>
                                          <p:cBhvr>
                                            <p:cTn id="55" dur="1" fill="hold">
                                              <p:stCondLst>
                                                <p:cond delay="0"/>
                                              </p:stCondLst>
                                            </p:cTn>
                                            <p:tgtEl>
                                              <p:spTgt spid="9"/>
                                            </p:tgtEl>
                                            <p:attrNameLst>
                                              <p:attrName>style.visibility</p:attrName>
                                            </p:attrNameLst>
                                          </p:cBhvr>
                                          <p:to>
                                            <p:strVal val="visible"/>
                                          </p:to>
                                        </p:set>
                                        <p:anim calcmode="lin" valueType="num">
                                          <p:cBhvr>
                                            <p:cTn id="56" dur="300" fill="hold"/>
                                            <p:tgtEl>
                                              <p:spTgt spid="9"/>
                                            </p:tgtEl>
                                            <p:attrNameLst>
                                              <p:attrName>ppt_w</p:attrName>
                                            </p:attrNameLst>
                                          </p:cBhvr>
                                          <p:tavLst>
                                            <p:tav tm="0">
                                              <p:val>
                                                <p:fltVal val="0"/>
                                              </p:val>
                                            </p:tav>
                                            <p:tav tm="100000">
                                              <p:val>
                                                <p:strVal val="#ppt_w"/>
                                              </p:val>
                                            </p:tav>
                                          </p:tavLst>
                                        </p:anim>
                                        <p:anim calcmode="lin" valueType="num">
                                          <p:cBhvr>
                                            <p:cTn id="57" dur="300" fill="hold"/>
                                            <p:tgtEl>
                                              <p:spTgt spid="9"/>
                                            </p:tgtEl>
                                            <p:attrNameLst>
                                              <p:attrName>ppt_h</p:attrName>
                                            </p:attrNameLst>
                                          </p:cBhvr>
                                          <p:tavLst>
                                            <p:tav tm="0">
                                              <p:val>
                                                <p:fltVal val="0"/>
                                              </p:val>
                                            </p:tav>
                                            <p:tav tm="100000">
                                              <p:val>
                                                <p:strVal val="#ppt_h"/>
                                              </p:val>
                                            </p:tav>
                                          </p:tavLst>
                                        </p:anim>
                                        <p:animEffect transition="in" filter="fade">
                                          <p:cBhvr>
                                            <p:cTn id="58" dur="300"/>
                                            <p:tgtEl>
                                              <p:spTgt spid="9"/>
                                            </p:tgtEl>
                                          </p:cBhvr>
                                        </p:animEffect>
                                      </p:childTnLst>
                                    </p:cTn>
                                  </p:par>
                                  <p:par>
                                    <p:cTn id="59" presetID="6" presetClass="emph" presetSubtype="0" autoRev="1" fill="hold" grpId="1" nodeType="withEffect">
                                      <p:stCondLst>
                                        <p:cond delay="2000"/>
                                      </p:stCondLst>
                                      <p:childTnLst>
                                        <p:animScale>
                                          <p:cBhvr>
                                            <p:cTn id="60" dur="150" fill="hold"/>
                                            <p:tgtEl>
                                              <p:spTgt spid="9"/>
                                            </p:tgtEl>
                                          </p:cBhvr>
                                          <p:by x="110000" y="110000"/>
                                        </p:animScale>
                                      </p:childTnLst>
                                    </p:cTn>
                                  </p:par>
                                  <p:par>
                                    <p:cTn id="61" presetID="2" presetClass="entr" presetSubtype="2" fill="hold" grpId="0" nodeType="withEffect" p14:presetBounceEnd="60000">
                                      <p:stCondLst>
                                        <p:cond delay="2100"/>
                                      </p:stCondLst>
                                      <p:childTnLst>
                                        <p:set>
                                          <p:cBhvr>
                                            <p:cTn id="62" dur="1" fill="hold">
                                              <p:stCondLst>
                                                <p:cond delay="0"/>
                                              </p:stCondLst>
                                            </p:cTn>
                                            <p:tgtEl>
                                              <p:spTgt spid="11"/>
                                            </p:tgtEl>
                                            <p:attrNameLst>
                                              <p:attrName>style.visibility</p:attrName>
                                            </p:attrNameLst>
                                          </p:cBhvr>
                                          <p:to>
                                            <p:strVal val="visible"/>
                                          </p:to>
                                        </p:set>
                                        <p:anim calcmode="lin" valueType="num" p14:bounceEnd="60000">
                                          <p:cBhvr additive="base">
                                            <p:cTn id="63" dur="500" fill="hold"/>
                                            <p:tgtEl>
                                              <p:spTgt spid="11"/>
                                            </p:tgtEl>
                                            <p:attrNameLst>
                                              <p:attrName>ppt_x</p:attrName>
                                            </p:attrNameLst>
                                          </p:cBhvr>
                                          <p:tavLst>
                                            <p:tav tm="0">
                                              <p:val>
                                                <p:strVal val="1+#ppt_w/2"/>
                                              </p:val>
                                            </p:tav>
                                            <p:tav tm="100000">
                                              <p:val>
                                                <p:strVal val="#ppt_x"/>
                                              </p:val>
                                            </p:tav>
                                          </p:tavLst>
                                        </p:anim>
                                        <p:anim calcmode="lin" valueType="num" p14:bounceEnd="60000">
                                          <p:cBhvr additive="base">
                                            <p:cTn id="64" dur="500" fill="hold"/>
                                            <p:tgtEl>
                                              <p:spTgt spid="11"/>
                                            </p:tgtEl>
                                            <p:attrNameLst>
                                              <p:attrName>ppt_y</p:attrName>
                                            </p:attrNameLst>
                                          </p:cBhvr>
                                          <p:tavLst>
                                            <p:tav tm="0">
                                              <p:val>
                                                <p:strVal val="#ppt_y"/>
                                              </p:val>
                                            </p:tav>
                                            <p:tav tm="100000">
                                              <p:val>
                                                <p:strVal val="#ppt_y"/>
                                              </p:val>
                                            </p:tav>
                                          </p:tavLst>
                                        </p:anim>
                                      </p:childTnLst>
                                    </p:cTn>
                                  </p:par>
                                  <p:par>
                                    <p:cTn id="65" presetID="53" presetClass="entr" presetSubtype="16" fill="hold" grpId="0" nodeType="withEffect">
                                      <p:stCondLst>
                                        <p:cond delay="2400"/>
                                      </p:stCondLst>
                                      <p:childTnLst>
                                        <p:set>
                                          <p:cBhvr>
                                            <p:cTn id="66" dur="1" fill="hold">
                                              <p:stCondLst>
                                                <p:cond delay="0"/>
                                              </p:stCondLst>
                                            </p:cTn>
                                            <p:tgtEl>
                                              <p:spTgt spid="16"/>
                                            </p:tgtEl>
                                            <p:attrNameLst>
                                              <p:attrName>style.visibility</p:attrName>
                                            </p:attrNameLst>
                                          </p:cBhvr>
                                          <p:to>
                                            <p:strVal val="visible"/>
                                          </p:to>
                                        </p:set>
                                        <p:anim calcmode="lin" valueType="num">
                                          <p:cBhvr>
                                            <p:cTn id="67" dur="300" fill="hold"/>
                                            <p:tgtEl>
                                              <p:spTgt spid="16"/>
                                            </p:tgtEl>
                                            <p:attrNameLst>
                                              <p:attrName>ppt_w</p:attrName>
                                            </p:attrNameLst>
                                          </p:cBhvr>
                                          <p:tavLst>
                                            <p:tav tm="0">
                                              <p:val>
                                                <p:fltVal val="0"/>
                                              </p:val>
                                            </p:tav>
                                            <p:tav tm="100000">
                                              <p:val>
                                                <p:strVal val="#ppt_w"/>
                                              </p:val>
                                            </p:tav>
                                          </p:tavLst>
                                        </p:anim>
                                        <p:anim calcmode="lin" valueType="num">
                                          <p:cBhvr>
                                            <p:cTn id="68" dur="300" fill="hold"/>
                                            <p:tgtEl>
                                              <p:spTgt spid="16"/>
                                            </p:tgtEl>
                                            <p:attrNameLst>
                                              <p:attrName>ppt_h</p:attrName>
                                            </p:attrNameLst>
                                          </p:cBhvr>
                                          <p:tavLst>
                                            <p:tav tm="0">
                                              <p:val>
                                                <p:fltVal val="0"/>
                                              </p:val>
                                            </p:tav>
                                            <p:tav tm="100000">
                                              <p:val>
                                                <p:strVal val="#ppt_h"/>
                                              </p:val>
                                            </p:tav>
                                          </p:tavLst>
                                        </p:anim>
                                        <p:animEffect transition="in" filter="fade">
                                          <p:cBhvr>
                                            <p:cTn id="69" dur="300"/>
                                            <p:tgtEl>
                                              <p:spTgt spid="16"/>
                                            </p:tgtEl>
                                          </p:cBhvr>
                                        </p:animEffect>
                                      </p:childTnLst>
                                    </p:cTn>
                                  </p:par>
                                  <p:par>
                                    <p:cTn id="70" presetID="6" presetClass="emph" presetSubtype="0" autoRev="1" fill="hold" grpId="1" nodeType="withEffect">
                                      <p:stCondLst>
                                        <p:cond delay="2700"/>
                                      </p:stCondLst>
                                      <p:childTnLst>
                                        <p:animScale>
                                          <p:cBhvr>
                                            <p:cTn id="71" dur="150" fill="hold"/>
                                            <p:tgtEl>
                                              <p:spTgt spid="16"/>
                                            </p:tgtEl>
                                          </p:cBhvr>
                                          <p:by x="110000" y="110000"/>
                                        </p:animScale>
                                      </p:childTnLst>
                                    </p:cTn>
                                  </p:par>
                                  <p:par>
                                    <p:cTn id="72" presetID="53" presetClass="entr" presetSubtype="16" fill="hold" grpId="0" nodeType="withEffect">
                                      <p:stCondLst>
                                        <p:cond delay="2500"/>
                                      </p:stCondLst>
                                      <p:childTnLst>
                                        <p:set>
                                          <p:cBhvr>
                                            <p:cTn id="73" dur="1" fill="hold">
                                              <p:stCondLst>
                                                <p:cond delay="0"/>
                                              </p:stCondLst>
                                            </p:cTn>
                                            <p:tgtEl>
                                              <p:spTgt spid="17"/>
                                            </p:tgtEl>
                                            <p:attrNameLst>
                                              <p:attrName>style.visibility</p:attrName>
                                            </p:attrNameLst>
                                          </p:cBhvr>
                                          <p:to>
                                            <p:strVal val="visible"/>
                                          </p:to>
                                        </p:set>
                                        <p:anim calcmode="lin" valueType="num">
                                          <p:cBhvr>
                                            <p:cTn id="74" dur="300" fill="hold"/>
                                            <p:tgtEl>
                                              <p:spTgt spid="17"/>
                                            </p:tgtEl>
                                            <p:attrNameLst>
                                              <p:attrName>ppt_w</p:attrName>
                                            </p:attrNameLst>
                                          </p:cBhvr>
                                          <p:tavLst>
                                            <p:tav tm="0">
                                              <p:val>
                                                <p:fltVal val="0"/>
                                              </p:val>
                                            </p:tav>
                                            <p:tav tm="100000">
                                              <p:val>
                                                <p:strVal val="#ppt_w"/>
                                              </p:val>
                                            </p:tav>
                                          </p:tavLst>
                                        </p:anim>
                                        <p:anim calcmode="lin" valueType="num">
                                          <p:cBhvr>
                                            <p:cTn id="75" dur="300" fill="hold"/>
                                            <p:tgtEl>
                                              <p:spTgt spid="17"/>
                                            </p:tgtEl>
                                            <p:attrNameLst>
                                              <p:attrName>ppt_h</p:attrName>
                                            </p:attrNameLst>
                                          </p:cBhvr>
                                          <p:tavLst>
                                            <p:tav tm="0">
                                              <p:val>
                                                <p:fltVal val="0"/>
                                              </p:val>
                                            </p:tav>
                                            <p:tav tm="100000">
                                              <p:val>
                                                <p:strVal val="#ppt_h"/>
                                              </p:val>
                                            </p:tav>
                                          </p:tavLst>
                                        </p:anim>
                                        <p:animEffect transition="in" filter="fade">
                                          <p:cBhvr>
                                            <p:cTn id="76" dur="300"/>
                                            <p:tgtEl>
                                              <p:spTgt spid="17"/>
                                            </p:tgtEl>
                                          </p:cBhvr>
                                        </p:animEffect>
                                      </p:childTnLst>
                                    </p:cTn>
                                  </p:par>
                                  <p:par>
                                    <p:cTn id="77" presetID="6" presetClass="emph" presetSubtype="0" autoRev="1" fill="hold" grpId="1" nodeType="withEffect">
                                      <p:stCondLst>
                                        <p:cond delay="2800"/>
                                      </p:stCondLst>
                                      <p:childTnLst>
                                        <p:animScale>
                                          <p:cBhvr>
                                            <p:cTn id="78" dur="150" fill="hold"/>
                                            <p:tgtEl>
                                              <p:spTgt spid="17"/>
                                            </p:tgtEl>
                                          </p:cBhvr>
                                          <p:by x="110000" y="110000"/>
                                        </p:animScale>
                                      </p:childTnLst>
                                    </p:cTn>
                                  </p:par>
                                  <p:par>
                                    <p:cTn id="79" presetID="2" presetClass="entr" presetSubtype="2" fill="hold" grpId="0" nodeType="withEffect" p14:presetBounceEnd="60000">
                                      <p:stCondLst>
                                        <p:cond delay="2900"/>
                                      </p:stCondLst>
                                      <p:childTnLst>
                                        <p:set>
                                          <p:cBhvr>
                                            <p:cTn id="80" dur="1" fill="hold">
                                              <p:stCondLst>
                                                <p:cond delay="0"/>
                                              </p:stCondLst>
                                            </p:cTn>
                                            <p:tgtEl>
                                              <p:spTgt spid="19"/>
                                            </p:tgtEl>
                                            <p:attrNameLst>
                                              <p:attrName>style.visibility</p:attrName>
                                            </p:attrNameLst>
                                          </p:cBhvr>
                                          <p:to>
                                            <p:strVal val="visible"/>
                                          </p:to>
                                        </p:set>
                                        <p:anim calcmode="lin" valueType="num" p14:bounceEnd="60000">
                                          <p:cBhvr additive="base">
                                            <p:cTn id="81" dur="500" fill="hold"/>
                                            <p:tgtEl>
                                              <p:spTgt spid="19"/>
                                            </p:tgtEl>
                                            <p:attrNameLst>
                                              <p:attrName>ppt_x</p:attrName>
                                            </p:attrNameLst>
                                          </p:cBhvr>
                                          <p:tavLst>
                                            <p:tav tm="0">
                                              <p:val>
                                                <p:strVal val="1+#ppt_w/2"/>
                                              </p:val>
                                            </p:tav>
                                            <p:tav tm="100000">
                                              <p:val>
                                                <p:strVal val="#ppt_x"/>
                                              </p:val>
                                            </p:tav>
                                          </p:tavLst>
                                        </p:anim>
                                        <p:anim calcmode="lin" valueType="num" p14:bounceEnd="60000">
                                          <p:cBhvr additive="base">
                                            <p:cTn id="82" dur="500" fill="hold"/>
                                            <p:tgtEl>
                                              <p:spTgt spid="19"/>
                                            </p:tgtEl>
                                            <p:attrNameLst>
                                              <p:attrName>ppt_y</p:attrName>
                                            </p:attrNameLst>
                                          </p:cBhvr>
                                          <p:tavLst>
                                            <p:tav tm="0">
                                              <p:val>
                                                <p:strVal val="#ppt_y"/>
                                              </p:val>
                                            </p:tav>
                                            <p:tav tm="100000">
                                              <p:val>
                                                <p:strVal val="#ppt_y"/>
                                              </p:val>
                                            </p:tav>
                                          </p:tavLst>
                                        </p:anim>
                                      </p:childTnLst>
                                    </p:cTn>
                                  </p:par>
                                  <p:par>
                                    <p:cTn id="83" presetID="53" presetClass="entr" presetSubtype="16" fill="hold" grpId="0" nodeType="withEffect">
                                      <p:stCondLst>
                                        <p:cond delay="3200"/>
                                      </p:stCondLst>
                                      <p:childTnLst>
                                        <p:set>
                                          <p:cBhvr>
                                            <p:cTn id="84" dur="1" fill="hold">
                                              <p:stCondLst>
                                                <p:cond delay="0"/>
                                              </p:stCondLst>
                                            </p:cTn>
                                            <p:tgtEl>
                                              <p:spTgt spid="20"/>
                                            </p:tgtEl>
                                            <p:attrNameLst>
                                              <p:attrName>style.visibility</p:attrName>
                                            </p:attrNameLst>
                                          </p:cBhvr>
                                          <p:to>
                                            <p:strVal val="visible"/>
                                          </p:to>
                                        </p:set>
                                        <p:anim calcmode="lin" valueType="num">
                                          <p:cBhvr>
                                            <p:cTn id="85" dur="300" fill="hold"/>
                                            <p:tgtEl>
                                              <p:spTgt spid="20"/>
                                            </p:tgtEl>
                                            <p:attrNameLst>
                                              <p:attrName>ppt_w</p:attrName>
                                            </p:attrNameLst>
                                          </p:cBhvr>
                                          <p:tavLst>
                                            <p:tav tm="0">
                                              <p:val>
                                                <p:fltVal val="0"/>
                                              </p:val>
                                            </p:tav>
                                            <p:tav tm="100000">
                                              <p:val>
                                                <p:strVal val="#ppt_w"/>
                                              </p:val>
                                            </p:tav>
                                          </p:tavLst>
                                        </p:anim>
                                        <p:anim calcmode="lin" valueType="num">
                                          <p:cBhvr>
                                            <p:cTn id="86" dur="300" fill="hold"/>
                                            <p:tgtEl>
                                              <p:spTgt spid="20"/>
                                            </p:tgtEl>
                                            <p:attrNameLst>
                                              <p:attrName>ppt_h</p:attrName>
                                            </p:attrNameLst>
                                          </p:cBhvr>
                                          <p:tavLst>
                                            <p:tav tm="0">
                                              <p:val>
                                                <p:fltVal val="0"/>
                                              </p:val>
                                            </p:tav>
                                            <p:tav tm="100000">
                                              <p:val>
                                                <p:strVal val="#ppt_h"/>
                                              </p:val>
                                            </p:tav>
                                          </p:tavLst>
                                        </p:anim>
                                        <p:animEffect transition="in" filter="fade">
                                          <p:cBhvr>
                                            <p:cTn id="87" dur="300"/>
                                            <p:tgtEl>
                                              <p:spTgt spid="20"/>
                                            </p:tgtEl>
                                          </p:cBhvr>
                                        </p:animEffect>
                                      </p:childTnLst>
                                    </p:cTn>
                                  </p:par>
                                  <p:par>
                                    <p:cTn id="88" presetID="6" presetClass="emph" presetSubtype="0" autoRev="1" fill="hold" grpId="1" nodeType="withEffect">
                                      <p:stCondLst>
                                        <p:cond delay="3500"/>
                                      </p:stCondLst>
                                      <p:childTnLst>
                                        <p:animScale>
                                          <p:cBhvr>
                                            <p:cTn id="89" dur="150" fill="hold"/>
                                            <p:tgtEl>
                                              <p:spTgt spid="20"/>
                                            </p:tgtEl>
                                          </p:cBhvr>
                                          <p:by x="110000" y="110000"/>
                                        </p:animScale>
                                      </p:childTnLst>
                                    </p:cTn>
                                  </p:par>
                                  <p:par>
                                    <p:cTn id="90" presetID="53" presetClass="entr" presetSubtype="16" fill="hold" grpId="0" nodeType="withEffect">
                                      <p:stCondLst>
                                        <p:cond delay="3300"/>
                                      </p:stCondLst>
                                      <p:childTnLst>
                                        <p:set>
                                          <p:cBhvr>
                                            <p:cTn id="91" dur="1" fill="hold">
                                              <p:stCondLst>
                                                <p:cond delay="0"/>
                                              </p:stCondLst>
                                            </p:cTn>
                                            <p:tgtEl>
                                              <p:spTgt spid="21"/>
                                            </p:tgtEl>
                                            <p:attrNameLst>
                                              <p:attrName>style.visibility</p:attrName>
                                            </p:attrNameLst>
                                          </p:cBhvr>
                                          <p:to>
                                            <p:strVal val="visible"/>
                                          </p:to>
                                        </p:set>
                                        <p:anim calcmode="lin" valueType="num">
                                          <p:cBhvr>
                                            <p:cTn id="92" dur="300" fill="hold"/>
                                            <p:tgtEl>
                                              <p:spTgt spid="21"/>
                                            </p:tgtEl>
                                            <p:attrNameLst>
                                              <p:attrName>ppt_w</p:attrName>
                                            </p:attrNameLst>
                                          </p:cBhvr>
                                          <p:tavLst>
                                            <p:tav tm="0">
                                              <p:val>
                                                <p:fltVal val="0"/>
                                              </p:val>
                                            </p:tav>
                                            <p:tav tm="100000">
                                              <p:val>
                                                <p:strVal val="#ppt_w"/>
                                              </p:val>
                                            </p:tav>
                                          </p:tavLst>
                                        </p:anim>
                                        <p:anim calcmode="lin" valueType="num">
                                          <p:cBhvr>
                                            <p:cTn id="93" dur="300" fill="hold"/>
                                            <p:tgtEl>
                                              <p:spTgt spid="21"/>
                                            </p:tgtEl>
                                            <p:attrNameLst>
                                              <p:attrName>ppt_h</p:attrName>
                                            </p:attrNameLst>
                                          </p:cBhvr>
                                          <p:tavLst>
                                            <p:tav tm="0">
                                              <p:val>
                                                <p:fltVal val="0"/>
                                              </p:val>
                                            </p:tav>
                                            <p:tav tm="100000">
                                              <p:val>
                                                <p:strVal val="#ppt_h"/>
                                              </p:val>
                                            </p:tav>
                                          </p:tavLst>
                                        </p:anim>
                                        <p:animEffect transition="in" filter="fade">
                                          <p:cBhvr>
                                            <p:cTn id="94" dur="300"/>
                                            <p:tgtEl>
                                              <p:spTgt spid="21"/>
                                            </p:tgtEl>
                                          </p:cBhvr>
                                        </p:animEffect>
                                      </p:childTnLst>
                                    </p:cTn>
                                  </p:par>
                                  <p:par>
                                    <p:cTn id="95" presetID="6" presetClass="emph" presetSubtype="0" autoRev="1" fill="hold" grpId="1" nodeType="withEffect">
                                      <p:stCondLst>
                                        <p:cond delay="3600"/>
                                      </p:stCondLst>
                                      <p:childTnLst>
                                        <p:animScale>
                                          <p:cBhvr>
                                            <p:cTn id="96" dur="150" fill="hold"/>
                                            <p:tgtEl>
                                              <p:spTgt spid="21"/>
                                            </p:tgtEl>
                                          </p:cBhvr>
                                          <p:by x="110000" y="110000"/>
                                        </p:animScale>
                                      </p:childTnLst>
                                    </p:cTn>
                                  </p:par>
                                  <p:par>
                                    <p:cTn id="97" presetID="2" presetClass="entr" presetSubtype="2" fill="hold" grpId="0" nodeType="withEffect" p14:presetBounceEnd="60000">
                                      <p:stCondLst>
                                        <p:cond delay="3700"/>
                                      </p:stCondLst>
                                      <p:childTnLst>
                                        <p:set>
                                          <p:cBhvr>
                                            <p:cTn id="98" dur="1" fill="hold">
                                              <p:stCondLst>
                                                <p:cond delay="0"/>
                                              </p:stCondLst>
                                            </p:cTn>
                                            <p:tgtEl>
                                              <p:spTgt spid="23"/>
                                            </p:tgtEl>
                                            <p:attrNameLst>
                                              <p:attrName>style.visibility</p:attrName>
                                            </p:attrNameLst>
                                          </p:cBhvr>
                                          <p:to>
                                            <p:strVal val="visible"/>
                                          </p:to>
                                        </p:set>
                                        <p:anim calcmode="lin" valueType="num" p14:bounceEnd="60000">
                                          <p:cBhvr additive="base">
                                            <p:cTn id="99" dur="500" fill="hold"/>
                                            <p:tgtEl>
                                              <p:spTgt spid="23"/>
                                            </p:tgtEl>
                                            <p:attrNameLst>
                                              <p:attrName>ppt_x</p:attrName>
                                            </p:attrNameLst>
                                          </p:cBhvr>
                                          <p:tavLst>
                                            <p:tav tm="0">
                                              <p:val>
                                                <p:strVal val="1+#ppt_w/2"/>
                                              </p:val>
                                            </p:tav>
                                            <p:tav tm="100000">
                                              <p:val>
                                                <p:strVal val="#ppt_x"/>
                                              </p:val>
                                            </p:tav>
                                          </p:tavLst>
                                        </p:anim>
                                        <p:anim calcmode="lin" valueType="num" p14:bounceEnd="60000">
                                          <p:cBhvr additive="base">
                                            <p:cTn id="100" dur="500" fill="hold"/>
                                            <p:tgtEl>
                                              <p:spTgt spid="23"/>
                                            </p:tgtEl>
                                            <p:attrNameLst>
                                              <p:attrName>ppt_y</p:attrName>
                                            </p:attrNameLst>
                                          </p:cBhvr>
                                          <p:tavLst>
                                            <p:tav tm="0">
                                              <p:val>
                                                <p:strVal val="#ppt_y"/>
                                              </p:val>
                                            </p:tav>
                                            <p:tav tm="100000">
                                              <p:val>
                                                <p:strVal val="#ppt_y"/>
                                              </p:val>
                                            </p:tav>
                                          </p:tavLst>
                                        </p:anim>
                                      </p:childTnLst>
                                    </p:cTn>
                                  </p:par>
                                  <p:par>
                                    <p:cTn id="101" presetID="53" presetClass="entr" presetSubtype="16" fill="hold" grpId="0" nodeType="withEffect">
                                      <p:stCondLst>
                                        <p:cond delay="200"/>
                                      </p:stCondLst>
                                      <p:childTnLst>
                                        <p:set>
                                          <p:cBhvr>
                                            <p:cTn id="102" dur="1" fill="hold">
                                              <p:stCondLst>
                                                <p:cond delay="0"/>
                                              </p:stCondLst>
                                            </p:cTn>
                                            <p:tgtEl>
                                              <p:spTgt spid="33"/>
                                            </p:tgtEl>
                                            <p:attrNameLst>
                                              <p:attrName>style.visibility</p:attrName>
                                            </p:attrNameLst>
                                          </p:cBhvr>
                                          <p:to>
                                            <p:strVal val="visible"/>
                                          </p:to>
                                        </p:set>
                                        <p:anim calcmode="lin" valueType="num">
                                          <p:cBhvr>
                                            <p:cTn id="103" dur="300" fill="hold"/>
                                            <p:tgtEl>
                                              <p:spTgt spid="33"/>
                                            </p:tgtEl>
                                            <p:attrNameLst>
                                              <p:attrName>ppt_w</p:attrName>
                                            </p:attrNameLst>
                                          </p:cBhvr>
                                          <p:tavLst>
                                            <p:tav tm="0">
                                              <p:val>
                                                <p:fltVal val="0"/>
                                              </p:val>
                                            </p:tav>
                                            <p:tav tm="100000">
                                              <p:val>
                                                <p:strVal val="#ppt_w"/>
                                              </p:val>
                                            </p:tav>
                                          </p:tavLst>
                                        </p:anim>
                                        <p:anim calcmode="lin" valueType="num">
                                          <p:cBhvr>
                                            <p:cTn id="104" dur="300" fill="hold"/>
                                            <p:tgtEl>
                                              <p:spTgt spid="33"/>
                                            </p:tgtEl>
                                            <p:attrNameLst>
                                              <p:attrName>ppt_h</p:attrName>
                                            </p:attrNameLst>
                                          </p:cBhvr>
                                          <p:tavLst>
                                            <p:tav tm="0">
                                              <p:val>
                                                <p:fltVal val="0"/>
                                              </p:val>
                                            </p:tav>
                                            <p:tav tm="100000">
                                              <p:val>
                                                <p:strVal val="#ppt_h"/>
                                              </p:val>
                                            </p:tav>
                                          </p:tavLst>
                                        </p:anim>
                                        <p:animEffect transition="in" filter="fade">
                                          <p:cBhvr>
                                            <p:cTn id="105" dur="300"/>
                                            <p:tgtEl>
                                              <p:spTgt spid="33"/>
                                            </p:tgtEl>
                                          </p:cBhvr>
                                        </p:animEffect>
                                      </p:childTnLst>
                                    </p:cTn>
                                  </p:par>
                                  <p:par>
                                    <p:cTn id="106" presetID="6" presetClass="emph" presetSubtype="0" autoRev="1" fill="hold" grpId="1" nodeType="withEffect">
                                      <p:stCondLst>
                                        <p:cond delay="500"/>
                                      </p:stCondLst>
                                      <p:childTnLst>
                                        <p:animScale>
                                          <p:cBhvr>
                                            <p:cTn id="107" dur="150" fill="hold"/>
                                            <p:tgtEl>
                                              <p:spTgt spid="33"/>
                                            </p:tgtEl>
                                          </p:cBhvr>
                                          <p:by x="110000" y="110000"/>
                                        </p:animScale>
                                      </p:childTnLst>
                                    </p:cTn>
                                  </p:par>
                                  <p:par>
                                    <p:cTn id="108" presetID="53" presetClass="entr" presetSubtype="16" fill="hold" grpId="0" nodeType="withEffect">
                                      <p:stCondLst>
                                        <p:cond delay="1000"/>
                                      </p:stCondLst>
                                      <p:childTnLst>
                                        <p:set>
                                          <p:cBhvr>
                                            <p:cTn id="109" dur="1" fill="hold">
                                              <p:stCondLst>
                                                <p:cond delay="0"/>
                                              </p:stCondLst>
                                            </p:cTn>
                                            <p:tgtEl>
                                              <p:spTgt spid="30"/>
                                            </p:tgtEl>
                                            <p:attrNameLst>
                                              <p:attrName>style.visibility</p:attrName>
                                            </p:attrNameLst>
                                          </p:cBhvr>
                                          <p:to>
                                            <p:strVal val="visible"/>
                                          </p:to>
                                        </p:set>
                                        <p:anim calcmode="lin" valueType="num">
                                          <p:cBhvr>
                                            <p:cTn id="110" dur="300" fill="hold"/>
                                            <p:tgtEl>
                                              <p:spTgt spid="30"/>
                                            </p:tgtEl>
                                            <p:attrNameLst>
                                              <p:attrName>ppt_w</p:attrName>
                                            </p:attrNameLst>
                                          </p:cBhvr>
                                          <p:tavLst>
                                            <p:tav tm="0">
                                              <p:val>
                                                <p:fltVal val="0"/>
                                              </p:val>
                                            </p:tav>
                                            <p:tav tm="100000">
                                              <p:val>
                                                <p:strVal val="#ppt_w"/>
                                              </p:val>
                                            </p:tav>
                                          </p:tavLst>
                                        </p:anim>
                                        <p:anim calcmode="lin" valueType="num">
                                          <p:cBhvr>
                                            <p:cTn id="111" dur="300" fill="hold"/>
                                            <p:tgtEl>
                                              <p:spTgt spid="30"/>
                                            </p:tgtEl>
                                            <p:attrNameLst>
                                              <p:attrName>ppt_h</p:attrName>
                                            </p:attrNameLst>
                                          </p:cBhvr>
                                          <p:tavLst>
                                            <p:tav tm="0">
                                              <p:val>
                                                <p:fltVal val="0"/>
                                              </p:val>
                                            </p:tav>
                                            <p:tav tm="100000">
                                              <p:val>
                                                <p:strVal val="#ppt_h"/>
                                              </p:val>
                                            </p:tav>
                                          </p:tavLst>
                                        </p:anim>
                                        <p:animEffect transition="in" filter="fade">
                                          <p:cBhvr>
                                            <p:cTn id="112" dur="300"/>
                                            <p:tgtEl>
                                              <p:spTgt spid="30"/>
                                            </p:tgtEl>
                                          </p:cBhvr>
                                        </p:animEffect>
                                      </p:childTnLst>
                                    </p:cTn>
                                  </p:par>
                                  <p:par>
                                    <p:cTn id="113" presetID="6" presetClass="emph" presetSubtype="0" autoRev="1" fill="hold" grpId="1" nodeType="withEffect">
                                      <p:stCondLst>
                                        <p:cond delay="1300"/>
                                      </p:stCondLst>
                                      <p:childTnLst>
                                        <p:animScale>
                                          <p:cBhvr>
                                            <p:cTn id="114" dur="150" fill="hold"/>
                                            <p:tgtEl>
                                              <p:spTgt spid="30"/>
                                            </p:tgtEl>
                                          </p:cBhvr>
                                          <p:by x="110000" y="110000"/>
                                        </p:animScale>
                                      </p:childTnLst>
                                    </p:cTn>
                                  </p:par>
                                  <p:par>
                                    <p:cTn id="115" presetID="53" presetClass="entr" presetSubtype="16" fill="hold" grpId="0" nodeType="withEffect">
                                      <p:stCondLst>
                                        <p:cond delay="1800"/>
                                      </p:stCondLst>
                                      <p:childTnLst>
                                        <p:set>
                                          <p:cBhvr>
                                            <p:cTn id="116" dur="1" fill="hold">
                                              <p:stCondLst>
                                                <p:cond delay="0"/>
                                              </p:stCondLst>
                                            </p:cTn>
                                            <p:tgtEl>
                                              <p:spTgt spid="32"/>
                                            </p:tgtEl>
                                            <p:attrNameLst>
                                              <p:attrName>style.visibility</p:attrName>
                                            </p:attrNameLst>
                                          </p:cBhvr>
                                          <p:to>
                                            <p:strVal val="visible"/>
                                          </p:to>
                                        </p:set>
                                        <p:anim calcmode="lin" valueType="num">
                                          <p:cBhvr>
                                            <p:cTn id="117" dur="300" fill="hold"/>
                                            <p:tgtEl>
                                              <p:spTgt spid="32"/>
                                            </p:tgtEl>
                                            <p:attrNameLst>
                                              <p:attrName>ppt_w</p:attrName>
                                            </p:attrNameLst>
                                          </p:cBhvr>
                                          <p:tavLst>
                                            <p:tav tm="0">
                                              <p:val>
                                                <p:fltVal val="0"/>
                                              </p:val>
                                            </p:tav>
                                            <p:tav tm="100000">
                                              <p:val>
                                                <p:strVal val="#ppt_w"/>
                                              </p:val>
                                            </p:tav>
                                          </p:tavLst>
                                        </p:anim>
                                        <p:anim calcmode="lin" valueType="num">
                                          <p:cBhvr>
                                            <p:cTn id="118" dur="300" fill="hold"/>
                                            <p:tgtEl>
                                              <p:spTgt spid="32"/>
                                            </p:tgtEl>
                                            <p:attrNameLst>
                                              <p:attrName>ppt_h</p:attrName>
                                            </p:attrNameLst>
                                          </p:cBhvr>
                                          <p:tavLst>
                                            <p:tav tm="0">
                                              <p:val>
                                                <p:fltVal val="0"/>
                                              </p:val>
                                            </p:tav>
                                            <p:tav tm="100000">
                                              <p:val>
                                                <p:strVal val="#ppt_h"/>
                                              </p:val>
                                            </p:tav>
                                          </p:tavLst>
                                        </p:anim>
                                        <p:animEffect transition="in" filter="fade">
                                          <p:cBhvr>
                                            <p:cTn id="119" dur="300"/>
                                            <p:tgtEl>
                                              <p:spTgt spid="32"/>
                                            </p:tgtEl>
                                          </p:cBhvr>
                                        </p:animEffect>
                                      </p:childTnLst>
                                    </p:cTn>
                                  </p:par>
                                  <p:par>
                                    <p:cTn id="120" presetID="6" presetClass="emph" presetSubtype="0" autoRev="1" fill="hold" grpId="1" nodeType="withEffect">
                                      <p:stCondLst>
                                        <p:cond delay="2100"/>
                                      </p:stCondLst>
                                      <p:childTnLst>
                                        <p:animScale>
                                          <p:cBhvr>
                                            <p:cTn id="121" dur="150" fill="hold"/>
                                            <p:tgtEl>
                                              <p:spTgt spid="32"/>
                                            </p:tgtEl>
                                          </p:cBhvr>
                                          <p:by x="110000" y="110000"/>
                                        </p:animScale>
                                      </p:childTnLst>
                                    </p:cTn>
                                  </p:par>
                                  <p:par>
                                    <p:cTn id="122" presetID="53" presetClass="entr" presetSubtype="16" fill="hold" grpId="0" nodeType="withEffect">
                                      <p:stCondLst>
                                        <p:cond delay="2600"/>
                                      </p:stCondLst>
                                      <p:childTnLst>
                                        <p:set>
                                          <p:cBhvr>
                                            <p:cTn id="123" dur="1" fill="hold">
                                              <p:stCondLst>
                                                <p:cond delay="0"/>
                                              </p:stCondLst>
                                            </p:cTn>
                                            <p:tgtEl>
                                              <p:spTgt spid="31"/>
                                            </p:tgtEl>
                                            <p:attrNameLst>
                                              <p:attrName>style.visibility</p:attrName>
                                            </p:attrNameLst>
                                          </p:cBhvr>
                                          <p:to>
                                            <p:strVal val="visible"/>
                                          </p:to>
                                        </p:set>
                                        <p:anim calcmode="lin" valueType="num">
                                          <p:cBhvr>
                                            <p:cTn id="124" dur="300" fill="hold"/>
                                            <p:tgtEl>
                                              <p:spTgt spid="31"/>
                                            </p:tgtEl>
                                            <p:attrNameLst>
                                              <p:attrName>ppt_w</p:attrName>
                                            </p:attrNameLst>
                                          </p:cBhvr>
                                          <p:tavLst>
                                            <p:tav tm="0">
                                              <p:val>
                                                <p:fltVal val="0"/>
                                              </p:val>
                                            </p:tav>
                                            <p:tav tm="100000">
                                              <p:val>
                                                <p:strVal val="#ppt_w"/>
                                              </p:val>
                                            </p:tav>
                                          </p:tavLst>
                                        </p:anim>
                                        <p:anim calcmode="lin" valueType="num">
                                          <p:cBhvr>
                                            <p:cTn id="125" dur="300" fill="hold"/>
                                            <p:tgtEl>
                                              <p:spTgt spid="31"/>
                                            </p:tgtEl>
                                            <p:attrNameLst>
                                              <p:attrName>ppt_h</p:attrName>
                                            </p:attrNameLst>
                                          </p:cBhvr>
                                          <p:tavLst>
                                            <p:tav tm="0">
                                              <p:val>
                                                <p:fltVal val="0"/>
                                              </p:val>
                                            </p:tav>
                                            <p:tav tm="100000">
                                              <p:val>
                                                <p:strVal val="#ppt_h"/>
                                              </p:val>
                                            </p:tav>
                                          </p:tavLst>
                                        </p:anim>
                                        <p:animEffect transition="in" filter="fade">
                                          <p:cBhvr>
                                            <p:cTn id="126" dur="300"/>
                                            <p:tgtEl>
                                              <p:spTgt spid="31"/>
                                            </p:tgtEl>
                                          </p:cBhvr>
                                        </p:animEffect>
                                      </p:childTnLst>
                                    </p:cTn>
                                  </p:par>
                                  <p:par>
                                    <p:cTn id="127" presetID="6" presetClass="emph" presetSubtype="0" autoRev="1" fill="hold" grpId="1" nodeType="withEffect">
                                      <p:stCondLst>
                                        <p:cond delay="2900"/>
                                      </p:stCondLst>
                                      <p:childTnLst>
                                        <p:animScale>
                                          <p:cBhvr>
                                            <p:cTn id="128" dur="150" fill="hold"/>
                                            <p:tgtEl>
                                              <p:spTgt spid="31"/>
                                            </p:tgtEl>
                                          </p:cBhvr>
                                          <p:by x="110000" y="110000"/>
                                        </p:animScale>
                                      </p:childTnLst>
                                    </p:cTn>
                                  </p:par>
                                  <p:par>
                                    <p:cTn id="129" presetID="53" presetClass="entr" presetSubtype="16" fill="hold" grpId="0" nodeType="withEffect">
                                      <p:stCondLst>
                                        <p:cond delay="3400"/>
                                      </p:stCondLst>
                                      <p:childTnLst>
                                        <p:set>
                                          <p:cBhvr>
                                            <p:cTn id="130" dur="1" fill="hold">
                                              <p:stCondLst>
                                                <p:cond delay="0"/>
                                              </p:stCondLst>
                                            </p:cTn>
                                            <p:tgtEl>
                                              <p:spTgt spid="29"/>
                                            </p:tgtEl>
                                            <p:attrNameLst>
                                              <p:attrName>style.visibility</p:attrName>
                                            </p:attrNameLst>
                                          </p:cBhvr>
                                          <p:to>
                                            <p:strVal val="visible"/>
                                          </p:to>
                                        </p:set>
                                        <p:anim calcmode="lin" valueType="num">
                                          <p:cBhvr>
                                            <p:cTn id="131" dur="300" fill="hold"/>
                                            <p:tgtEl>
                                              <p:spTgt spid="29"/>
                                            </p:tgtEl>
                                            <p:attrNameLst>
                                              <p:attrName>ppt_w</p:attrName>
                                            </p:attrNameLst>
                                          </p:cBhvr>
                                          <p:tavLst>
                                            <p:tav tm="0">
                                              <p:val>
                                                <p:fltVal val="0"/>
                                              </p:val>
                                            </p:tav>
                                            <p:tav tm="100000">
                                              <p:val>
                                                <p:strVal val="#ppt_w"/>
                                              </p:val>
                                            </p:tav>
                                          </p:tavLst>
                                        </p:anim>
                                        <p:anim calcmode="lin" valueType="num">
                                          <p:cBhvr>
                                            <p:cTn id="132" dur="300" fill="hold"/>
                                            <p:tgtEl>
                                              <p:spTgt spid="29"/>
                                            </p:tgtEl>
                                            <p:attrNameLst>
                                              <p:attrName>ppt_h</p:attrName>
                                            </p:attrNameLst>
                                          </p:cBhvr>
                                          <p:tavLst>
                                            <p:tav tm="0">
                                              <p:val>
                                                <p:fltVal val="0"/>
                                              </p:val>
                                            </p:tav>
                                            <p:tav tm="100000">
                                              <p:val>
                                                <p:strVal val="#ppt_h"/>
                                              </p:val>
                                            </p:tav>
                                          </p:tavLst>
                                        </p:anim>
                                        <p:animEffect transition="in" filter="fade">
                                          <p:cBhvr>
                                            <p:cTn id="133" dur="300"/>
                                            <p:tgtEl>
                                              <p:spTgt spid="29"/>
                                            </p:tgtEl>
                                          </p:cBhvr>
                                        </p:animEffect>
                                      </p:childTnLst>
                                    </p:cTn>
                                  </p:par>
                                  <p:par>
                                    <p:cTn id="134" presetID="6" presetClass="emph" presetSubtype="0" autoRev="1" fill="hold" grpId="1" nodeType="withEffect">
                                      <p:stCondLst>
                                        <p:cond delay="3700"/>
                                      </p:stCondLst>
                                      <p:childTnLst>
                                        <p:animScale>
                                          <p:cBhvr>
                                            <p:cTn id="135" dur="150" fill="hold"/>
                                            <p:tgtEl>
                                              <p:spTgt spid="29"/>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5" grpId="0" animBg="1"/>
          <p:bldP spid="5" grpId="1" animBg="1"/>
          <p:bldP spid="7" grpId="0"/>
          <p:bldP spid="8" grpId="0" animBg="1"/>
          <p:bldP spid="8" grpId="1" animBg="1"/>
          <p:bldP spid="9" grpId="0" animBg="1"/>
          <p:bldP spid="9" grpId="1" animBg="1"/>
          <p:bldP spid="11" grpId="0"/>
          <p:bldP spid="12" grpId="0" animBg="1"/>
          <p:bldP spid="12" grpId="1" animBg="1"/>
          <p:bldP spid="13" grpId="0" animBg="1"/>
          <p:bldP spid="13" grpId="1" animBg="1"/>
          <p:bldP spid="15" grpId="0"/>
          <p:bldP spid="16" grpId="0" animBg="1"/>
          <p:bldP spid="16" grpId="1" animBg="1"/>
          <p:bldP spid="17" grpId="0" animBg="1"/>
          <p:bldP spid="17" grpId="1" animBg="1"/>
          <p:bldP spid="19" grpId="0"/>
          <p:bldP spid="20" grpId="0" animBg="1"/>
          <p:bldP spid="20" grpId="1" animBg="1"/>
          <p:bldP spid="21" grpId="0" animBg="1"/>
          <p:bldP spid="21" grpId="1" animBg="1"/>
          <p:bldP spid="23" grpId="0"/>
          <p:bldP spid="29" grpId="0" animBg="1"/>
          <p:bldP spid="29" grpId="1" animBg="1"/>
          <p:bldP spid="30" grpId="0" animBg="1"/>
          <p:bldP spid="30" grpId="1" animBg="1"/>
          <p:bldP spid="31" grpId="0" animBg="1"/>
          <p:bldP spid="31" grpId="1" animBg="1"/>
          <p:bldP spid="32" grpId="0" animBg="1"/>
          <p:bldP spid="32" grpId="1" animBg="1"/>
          <p:bldP spid="33" grpId="0" animBg="1"/>
          <p:bldP spid="33" grpId="1" animBg="1"/>
          <p:bldP spid="35"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with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500"/>
                                            <p:tgtEl>
                                              <p:spTgt spid="35"/>
                                            </p:tgtEl>
                                          </p:cBhvr>
                                        </p:animEffect>
                                        <p:anim calcmode="lin" valueType="num">
                                          <p:cBhvr>
                                            <p:cTn id="8" dur="500" fill="hold"/>
                                            <p:tgtEl>
                                              <p:spTgt spid="35"/>
                                            </p:tgtEl>
                                            <p:attrNameLst>
                                              <p:attrName>ppt_x</p:attrName>
                                            </p:attrNameLst>
                                          </p:cBhvr>
                                          <p:tavLst>
                                            <p:tav tm="0">
                                              <p:val>
                                                <p:strVal val="#ppt_x"/>
                                              </p:val>
                                            </p:tav>
                                            <p:tav tm="100000">
                                              <p:val>
                                                <p:strVal val="#ppt_x"/>
                                              </p:val>
                                            </p:tav>
                                          </p:tavLst>
                                        </p:anim>
                                        <p:anim calcmode="lin" valueType="num">
                                          <p:cBhvr>
                                            <p:cTn id="9" dur="500" fill="hold"/>
                                            <p:tgtEl>
                                              <p:spTgt spid="35"/>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p:cTn id="13" dur="300" fill="hold"/>
                                            <p:tgtEl>
                                              <p:spTgt spid="4"/>
                                            </p:tgtEl>
                                            <p:attrNameLst>
                                              <p:attrName>ppt_w</p:attrName>
                                            </p:attrNameLst>
                                          </p:cBhvr>
                                          <p:tavLst>
                                            <p:tav tm="0">
                                              <p:val>
                                                <p:fltVal val="0"/>
                                              </p:val>
                                            </p:tav>
                                            <p:tav tm="100000">
                                              <p:val>
                                                <p:strVal val="#ppt_w"/>
                                              </p:val>
                                            </p:tav>
                                          </p:tavLst>
                                        </p:anim>
                                        <p:anim calcmode="lin" valueType="num">
                                          <p:cBhvr>
                                            <p:cTn id="14" dur="300" fill="hold"/>
                                            <p:tgtEl>
                                              <p:spTgt spid="4"/>
                                            </p:tgtEl>
                                            <p:attrNameLst>
                                              <p:attrName>ppt_h</p:attrName>
                                            </p:attrNameLst>
                                          </p:cBhvr>
                                          <p:tavLst>
                                            <p:tav tm="0">
                                              <p:val>
                                                <p:fltVal val="0"/>
                                              </p:val>
                                            </p:tav>
                                            <p:tav tm="100000">
                                              <p:val>
                                                <p:strVal val="#ppt_h"/>
                                              </p:val>
                                            </p:tav>
                                          </p:tavLst>
                                        </p:anim>
                                        <p:animEffect transition="in" filter="fade">
                                          <p:cBhvr>
                                            <p:cTn id="15" dur="300"/>
                                            <p:tgtEl>
                                              <p:spTgt spid="4"/>
                                            </p:tgtEl>
                                          </p:cBhvr>
                                        </p:animEffect>
                                      </p:childTnLst>
                                    </p:cTn>
                                  </p:par>
                                  <p:par>
                                    <p:cTn id="16" presetID="6" presetClass="emph" presetSubtype="0" autoRev="1" fill="hold" grpId="1" nodeType="withEffect">
                                      <p:stCondLst>
                                        <p:cond delay="300"/>
                                      </p:stCondLst>
                                      <p:childTnLst>
                                        <p:animScale>
                                          <p:cBhvr>
                                            <p:cTn id="17" dur="150" fill="hold"/>
                                            <p:tgtEl>
                                              <p:spTgt spid="4"/>
                                            </p:tgtEl>
                                          </p:cBhvr>
                                          <p:by x="110000" y="110000"/>
                                        </p:animScale>
                                      </p:childTnLst>
                                    </p:cTn>
                                  </p:par>
                                  <p:par>
                                    <p:cTn id="18" presetID="53" presetClass="entr" presetSubtype="16" fill="hold" grpId="0" nodeType="withEffect">
                                      <p:stCondLst>
                                        <p:cond delay="100"/>
                                      </p:stCondLst>
                                      <p:childTnLst>
                                        <p:set>
                                          <p:cBhvr>
                                            <p:cTn id="19" dur="1" fill="hold">
                                              <p:stCondLst>
                                                <p:cond delay="0"/>
                                              </p:stCondLst>
                                            </p:cTn>
                                            <p:tgtEl>
                                              <p:spTgt spid="5"/>
                                            </p:tgtEl>
                                            <p:attrNameLst>
                                              <p:attrName>style.visibility</p:attrName>
                                            </p:attrNameLst>
                                          </p:cBhvr>
                                          <p:to>
                                            <p:strVal val="visible"/>
                                          </p:to>
                                        </p:set>
                                        <p:anim calcmode="lin" valueType="num">
                                          <p:cBhvr>
                                            <p:cTn id="20" dur="300" fill="hold"/>
                                            <p:tgtEl>
                                              <p:spTgt spid="5"/>
                                            </p:tgtEl>
                                            <p:attrNameLst>
                                              <p:attrName>ppt_w</p:attrName>
                                            </p:attrNameLst>
                                          </p:cBhvr>
                                          <p:tavLst>
                                            <p:tav tm="0">
                                              <p:val>
                                                <p:fltVal val="0"/>
                                              </p:val>
                                            </p:tav>
                                            <p:tav tm="100000">
                                              <p:val>
                                                <p:strVal val="#ppt_w"/>
                                              </p:val>
                                            </p:tav>
                                          </p:tavLst>
                                        </p:anim>
                                        <p:anim calcmode="lin" valueType="num">
                                          <p:cBhvr>
                                            <p:cTn id="21" dur="300" fill="hold"/>
                                            <p:tgtEl>
                                              <p:spTgt spid="5"/>
                                            </p:tgtEl>
                                            <p:attrNameLst>
                                              <p:attrName>ppt_h</p:attrName>
                                            </p:attrNameLst>
                                          </p:cBhvr>
                                          <p:tavLst>
                                            <p:tav tm="0">
                                              <p:val>
                                                <p:fltVal val="0"/>
                                              </p:val>
                                            </p:tav>
                                            <p:tav tm="100000">
                                              <p:val>
                                                <p:strVal val="#ppt_h"/>
                                              </p:val>
                                            </p:tav>
                                          </p:tavLst>
                                        </p:anim>
                                        <p:animEffect transition="in" filter="fade">
                                          <p:cBhvr>
                                            <p:cTn id="22" dur="300"/>
                                            <p:tgtEl>
                                              <p:spTgt spid="5"/>
                                            </p:tgtEl>
                                          </p:cBhvr>
                                        </p:animEffect>
                                      </p:childTnLst>
                                    </p:cTn>
                                  </p:par>
                                  <p:par>
                                    <p:cTn id="23" presetID="6" presetClass="emph" presetSubtype="0" autoRev="1" fill="hold" grpId="1" nodeType="withEffect">
                                      <p:stCondLst>
                                        <p:cond delay="400"/>
                                      </p:stCondLst>
                                      <p:childTnLst>
                                        <p:animScale>
                                          <p:cBhvr>
                                            <p:cTn id="24" dur="150" fill="hold"/>
                                            <p:tgtEl>
                                              <p:spTgt spid="5"/>
                                            </p:tgtEl>
                                          </p:cBhvr>
                                          <p:by x="110000" y="110000"/>
                                        </p:animScale>
                                      </p:childTnLst>
                                    </p:cTn>
                                  </p:par>
                                  <p:par>
                                    <p:cTn id="25" presetID="2" presetClass="entr" presetSubtype="2" fill="hold" grpId="0" nodeType="withEffect">
                                      <p:stCondLst>
                                        <p:cond delay="500"/>
                                      </p:stCondLst>
                                      <p:childTnLst>
                                        <p:set>
                                          <p:cBhvr>
                                            <p:cTn id="26" dur="1" fill="hold">
                                              <p:stCondLst>
                                                <p:cond delay="0"/>
                                              </p:stCondLst>
                                            </p:cTn>
                                            <p:tgtEl>
                                              <p:spTgt spid="7"/>
                                            </p:tgtEl>
                                            <p:attrNameLst>
                                              <p:attrName>style.visibility</p:attrName>
                                            </p:attrNameLst>
                                          </p:cBhvr>
                                          <p:to>
                                            <p:strVal val="visible"/>
                                          </p:to>
                                        </p:set>
                                        <p:anim calcmode="lin" valueType="num">
                                          <p:cBhvr additive="base">
                                            <p:cTn id="27" dur="500" fill="hold"/>
                                            <p:tgtEl>
                                              <p:spTgt spid="7"/>
                                            </p:tgtEl>
                                            <p:attrNameLst>
                                              <p:attrName>ppt_x</p:attrName>
                                            </p:attrNameLst>
                                          </p:cBhvr>
                                          <p:tavLst>
                                            <p:tav tm="0">
                                              <p:val>
                                                <p:strVal val="1+#ppt_w/2"/>
                                              </p:val>
                                            </p:tav>
                                            <p:tav tm="100000">
                                              <p:val>
                                                <p:strVal val="#ppt_x"/>
                                              </p:val>
                                            </p:tav>
                                          </p:tavLst>
                                        </p:anim>
                                        <p:anim calcmode="lin" valueType="num">
                                          <p:cBhvr additive="base">
                                            <p:cTn id="28" dur="500" fill="hold"/>
                                            <p:tgtEl>
                                              <p:spTgt spid="7"/>
                                            </p:tgtEl>
                                            <p:attrNameLst>
                                              <p:attrName>ppt_y</p:attrName>
                                            </p:attrNameLst>
                                          </p:cBhvr>
                                          <p:tavLst>
                                            <p:tav tm="0">
                                              <p:val>
                                                <p:strVal val="#ppt_y"/>
                                              </p:val>
                                            </p:tav>
                                            <p:tav tm="100000">
                                              <p:val>
                                                <p:strVal val="#ppt_y"/>
                                              </p:val>
                                            </p:tav>
                                          </p:tavLst>
                                        </p:anim>
                                      </p:childTnLst>
                                    </p:cTn>
                                  </p:par>
                                  <p:par>
                                    <p:cTn id="29" presetID="53" presetClass="entr" presetSubtype="16" fill="hold" grpId="0" nodeType="withEffect">
                                      <p:stCondLst>
                                        <p:cond delay="800"/>
                                      </p:stCondLst>
                                      <p:childTnLst>
                                        <p:set>
                                          <p:cBhvr>
                                            <p:cTn id="30" dur="1" fill="hold">
                                              <p:stCondLst>
                                                <p:cond delay="0"/>
                                              </p:stCondLst>
                                            </p:cTn>
                                            <p:tgtEl>
                                              <p:spTgt spid="12"/>
                                            </p:tgtEl>
                                            <p:attrNameLst>
                                              <p:attrName>style.visibility</p:attrName>
                                            </p:attrNameLst>
                                          </p:cBhvr>
                                          <p:to>
                                            <p:strVal val="visible"/>
                                          </p:to>
                                        </p:set>
                                        <p:anim calcmode="lin" valueType="num">
                                          <p:cBhvr>
                                            <p:cTn id="31" dur="300" fill="hold"/>
                                            <p:tgtEl>
                                              <p:spTgt spid="12"/>
                                            </p:tgtEl>
                                            <p:attrNameLst>
                                              <p:attrName>ppt_w</p:attrName>
                                            </p:attrNameLst>
                                          </p:cBhvr>
                                          <p:tavLst>
                                            <p:tav tm="0">
                                              <p:val>
                                                <p:fltVal val="0"/>
                                              </p:val>
                                            </p:tav>
                                            <p:tav tm="100000">
                                              <p:val>
                                                <p:strVal val="#ppt_w"/>
                                              </p:val>
                                            </p:tav>
                                          </p:tavLst>
                                        </p:anim>
                                        <p:anim calcmode="lin" valueType="num">
                                          <p:cBhvr>
                                            <p:cTn id="32" dur="300" fill="hold"/>
                                            <p:tgtEl>
                                              <p:spTgt spid="12"/>
                                            </p:tgtEl>
                                            <p:attrNameLst>
                                              <p:attrName>ppt_h</p:attrName>
                                            </p:attrNameLst>
                                          </p:cBhvr>
                                          <p:tavLst>
                                            <p:tav tm="0">
                                              <p:val>
                                                <p:fltVal val="0"/>
                                              </p:val>
                                            </p:tav>
                                            <p:tav tm="100000">
                                              <p:val>
                                                <p:strVal val="#ppt_h"/>
                                              </p:val>
                                            </p:tav>
                                          </p:tavLst>
                                        </p:anim>
                                        <p:animEffect transition="in" filter="fade">
                                          <p:cBhvr>
                                            <p:cTn id="33" dur="300"/>
                                            <p:tgtEl>
                                              <p:spTgt spid="12"/>
                                            </p:tgtEl>
                                          </p:cBhvr>
                                        </p:animEffect>
                                      </p:childTnLst>
                                    </p:cTn>
                                  </p:par>
                                  <p:par>
                                    <p:cTn id="34" presetID="6" presetClass="emph" presetSubtype="0" autoRev="1" fill="hold" grpId="1" nodeType="withEffect">
                                      <p:stCondLst>
                                        <p:cond delay="1100"/>
                                      </p:stCondLst>
                                      <p:childTnLst>
                                        <p:animScale>
                                          <p:cBhvr>
                                            <p:cTn id="35" dur="150" fill="hold"/>
                                            <p:tgtEl>
                                              <p:spTgt spid="12"/>
                                            </p:tgtEl>
                                          </p:cBhvr>
                                          <p:by x="110000" y="110000"/>
                                        </p:animScale>
                                      </p:childTnLst>
                                    </p:cTn>
                                  </p:par>
                                  <p:par>
                                    <p:cTn id="36" presetID="53" presetClass="entr" presetSubtype="16" fill="hold" grpId="0" nodeType="withEffect">
                                      <p:stCondLst>
                                        <p:cond delay="900"/>
                                      </p:stCondLst>
                                      <p:childTnLst>
                                        <p:set>
                                          <p:cBhvr>
                                            <p:cTn id="37" dur="1" fill="hold">
                                              <p:stCondLst>
                                                <p:cond delay="0"/>
                                              </p:stCondLst>
                                            </p:cTn>
                                            <p:tgtEl>
                                              <p:spTgt spid="13"/>
                                            </p:tgtEl>
                                            <p:attrNameLst>
                                              <p:attrName>style.visibility</p:attrName>
                                            </p:attrNameLst>
                                          </p:cBhvr>
                                          <p:to>
                                            <p:strVal val="visible"/>
                                          </p:to>
                                        </p:set>
                                        <p:anim calcmode="lin" valueType="num">
                                          <p:cBhvr>
                                            <p:cTn id="38" dur="300" fill="hold"/>
                                            <p:tgtEl>
                                              <p:spTgt spid="13"/>
                                            </p:tgtEl>
                                            <p:attrNameLst>
                                              <p:attrName>ppt_w</p:attrName>
                                            </p:attrNameLst>
                                          </p:cBhvr>
                                          <p:tavLst>
                                            <p:tav tm="0">
                                              <p:val>
                                                <p:fltVal val="0"/>
                                              </p:val>
                                            </p:tav>
                                            <p:tav tm="100000">
                                              <p:val>
                                                <p:strVal val="#ppt_w"/>
                                              </p:val>
                                            </p:tav>
                                          </p:tavLst>
                                        </p:anim>
                                        <p:anim calcmode="lin" valueType="num">
                                          <p:cBhvr>
                                            <p:cTn id="39" dur="300" fill="hold"/>
                                            <p:tgtEl>
                                              <p:spTgt spid="13"/>
                                            </p:tgtEl>
                                            <p:attrNameLst>
                                              <p:attrName>ppt_h</p:attrName>
                                            </p:attrNameLst>
                                          </p:cBhvr>
                                          <p:tavLst>
                                            <p:tav tm="0">
                                              <p:val>
                                                <p:fltVal val="0"/>
                                              </p:val>
                                            </p:tav>
                                            <p:tav tm="100000">
                                              <p:val>
                                                <p:strVal val="#ppt_h"/>
                                              </p:val>
                                            </p:tav>
                                          </p:tavLst>
                                        </p:anim>
                                        <p:animEffect transition="in" filter="fade">
                                          <p:cBhvr>
                                            <p:cTn id="40" dur="300"/>
                                            <p:tgtEl>
                                              <p:spTgt spid="13"/>
                                            </p:tgtEl>
                                          </p:cBhvr>
                                        </p:animEffect>
                                      </p:childTnLst>
                                    </p:cTn>
                                  </p:par>
                                  <p:par>
                                    <p:cTn id="41" presetID="6" presetClass="emph" presetSubtype="0" autoRev="1" fill="hold" grpId="1" nodeType="withEffect">
                                      <p:stCondLst>
                                        <p:cond delay="1200"/>
                                      </p:stCondLst>
                                      <p:childTnLst>
                                        <p:animScale>
                                          <p:cBhvr>
                                            <p:cTn id="42" dur="150" fill="hold"/>
                                            <p:tgtEl>
                                              <p:spTgt spid="13"/>
                                            </p:tgtEl>
                                          </p:cBhvr>
                                          <p:by x="110000" y="110000"/>
                                        </p:animScale>
                                      </p:childTnLst>
                                    </p:cTn>
                                  </p:par>
                                  <p:par>
                                    <p:cTn id="43" presetID="2" presetClass="entr" presetSubtype="2" fill="hold" grpId="0" nodeType="withEffect">
                                      <p:stCondLst>
                                        <p:cond delay="1300"/>
                                      </p:stCondLst>
                                      <p:childTnLst>
                                        <p:set>
                                          <p:cBhvr>
                                            <p:cTn id="44" dur="1" fill="hold">
                                              <p:stCondLst>
                                                <p:cond delay="0"/>
                                              </p:stCondLst>
                                            </p:cTn>
                                            <p:tgtEl>
                                              <p:spTgt spid="15"/>
                                            </p:tgtEl>
                                            <p:attrNameLst>
                                              <p:attrName>style.visibility</p:attrName>
                                            </p:attrNameLst>
                                          </p:cBhvr>
                                          <p:to>
                                            <p:strVal val="visible"/>
                                          </p:to>
                                        </p:set>
                                        <p:anim calcmode="lin" valueType="num">
                                          <p:cBhvr additive="base">
                                            <p:cTn id="45" dur="500" fill="hold"/>
                                            <p:tgtEl>
                                              <p:spTgt spid="15"/>
                                            </p:tgtEl>
                                            <p:attrNameLst>
                                              <p:attrName>ppt_x</p:attrName>
                                            </p:attrNameLst>
                                          </p:cBhvr>
                                          <p:tavLst>
                                            <p:tav tm="0">
                                              <p:val>
                                                <p:strVal val="1+#ppt_w/2"/>
                                              </p:val>
                                            </p:tav>
                                            <p:tav tm="100000">
                                              <p:val>
                                                <p:strVal val="#ppt_x"/>
                                              </p:val>
                                            </p:tav>
                                          </p:tavLst>
                                        </p:anim>
                                        <p:anim calcmode="lin" valueType="num">
                                          <p:cBhvr additive="base">
                                            <p:cTn id="46" dur="500" fill="hold"/>
                                            <p:tgtEl>
                                              <p:spTgt spid="15"/>
                                            </p:tgtEl>
                                            <p:attrNameLst>
                                              <p:attrName>ppt_y</p:attrName>
                                            </p:attrNameLst>
                                          </p:cBhvr>
                                          <p:tavLst>
                                            <p:tav tm="0">
                                              <p:val>
                                                <p:strVal val="#ppt_y"/>
                                              </p:val>
                                            </p:tav>
                                            <p:tav tm="100000">
                                              <p:val>
                                                <p:strVal val="#ppt_y"/>
                                              </p:val>
                                            </p:tav>
                                          </p:tavLst>
                                        </p:anim>
                                      </p:childTnLst>
                                    </p:cTn>
                                  </p:par>
                                  <p:par>
                                    <p:cTn id="47" presetID="53" presetClass="entr" presetSubtype="16" fill="hold" grpId="0" nodeType="withEffect">
                                      <p:stCondLst>
                                        <p:cond delay="1600"/>
                                      </p:stCondLst>
                                      <p:childTnLst>
                                        <p:set>
                                          <p:cBhvr>
                                            <p:cTn id="48" dur="1" fill="hold">
                                              <p:stCondLst>
                                                <p:cond delay="0"/>
                                              </p:stCondLst>
                                            </p:cTn>
                                            <p:tgtEl>
                                              <p:spTgt spid="8"/>
                                            </p:tgtEl>
                                            <p:attrNameLst>
                                              <p:attrName>style.visibility</p:attrName>
                                            </p:attrNameLst>
                                          </p:cBhvr>
                                          <p:to>
                                            <p:strVal val="visible"/>
                                          </p:to>
                                        </p:set>
                                        <p:anim calcmode="lin" valueType="num">
                                          <p:cBhvr>
                                            <p:cTn id="49" dur="300" fill="hold"/>
                                            <p:tgtEl>
                                              <p:spTgt spid="8"/>
                                            </p:tgtEl>
                                            <p:attrNameLst>
                                              <p:attrName>ppt_w</p:attrName>
                                            </p:attrNameLst>
                                          </p:cBhvr>
                                          <p:tavLst>
                                            <p:tav tm="0">
                                              <p:val>
                                                <p:fltVal val="0"/>
                                              </p:val>
                                            </p:tav>
                                            <p:tav tm="100000">
                                              <p:val>
                                                <p:strVal val="#ppt_w"/>
                                              </p:val>
                                            </p:tav>
                                          </p:tavLst>
                                        </p:anim>
                                        <p:anim calcmode="lin" valueType="num">
                                          <p:cBhvr>
                                            <p:cTn id="50" dur="300" fill="hold"/>
                                            <p:tgtEl>
                                              <p:spTgt spid="8"/>
                                            </p:tgtEl>
                                            <p:attrNameLst>
                                              <p:attrName>ppt_h</p:attrName>
                                            </p:attrNameLst>
                                          </p:cBhvr>
                                          <p:tavLst>
                                            <p:tav tm="0">
                                              <p:val>
                                                <p:fltVal val="0"/>
                                              </p:val>
                                            </p:tav>
                                            <p:tav tm="100000">
                                              <p:val>
                                                <p:strVal val="#ppt_h"/>
                                              </p:val>
                                            </p:tav>
                                          </p:tavLst>
                                        </p:anim>
                                        <p:animEffect transition="in" filter="fade">
                                          <p:cBhvr>
                                            <p:cTn id="51" dur="300"/>
                                            <p:tgtEl>
                                              <p:spTgt spid="8"/>
                                            </p:tgtEl>
                                          </p:cBhvr>
                                        </p:animEffect>
                                      </p:childTnLst>
                                    </p:cTn>
                                  </p:par>
                                  <p:par>
                                    <p:cTn id="52" presetID="6" presetClass="emph" presetSubtype="0" autoRev="1" fill="hold" grpId="1" nodeType="withEffect">
                                      <p:stCondLst>
                                        <p:cond delay="1900"/>
                                      </p:stCondLst>
                                      <p:childTnLst>
                                        <p:animScale>
                                          <p:cBhvr>
                                            <p:cTn id="53" dur="150" fill="hold"/>
                                            <p:tgtEl>
                                              <p:spTgt spid="8"/>
                                            </p:tgtEl>
                                          </p:cBhvr>
                                          <p:by x="110000" y="110000"/>
                                        </p:animScale>
                                      </p:childTnLst>
                                    </p:cTn>
                                  </p:par>
                                  <p:par>
                                    <p:cTn id="54" presetID="53" presetClass="entr" presetSubtype="16" fill="hold" grpId="0" nodeType="withEffect">
                                      <p:stCondLst>
                                        <p:cond delay="1700"/>
                                      </p:stCondLst>
                                      <p:childTnLst>
                                        <p:set>
                                          <p:cBhvr>
                                            <p:cTn id="55" dur="1" fill="hold">
                                              <p:stCondLst>
                                                <p:cond delay="0"/>
                                              </p:stCondLst>
                                            </p:cTn>
                                            <p:tgtEl>
                                              <p:spTgt spid="9"/>
                                            </p:tgtEl>
                                            <p:attrNameLst>
                                              <p:attrName>style.visibility</p:attrName>
                                            </p:attrNameLst>
                                          </p:cBhvr>
                                          <p:to>
                                            <p:strVal val="visible"/>
                                          </p:to>
                                        </p:set>
                                        <p:anim calcmode="lin" valueType="num">
                                          <p:cBhvr>
                                            <p:cTn id="56" dur="300" fill="hold"/>
                                            <p:tgtEl>
                                              <p:spTgt spid="9"/>
                                            </p:tgtEl>
                                            <p:attrNameLst>
                                              <p:attrName>ppt_w</p:attrName>
                                            </p:attrNameLst>
                                          </p:cBhvr>
                                          <p:tavLst>
                                            <p:tav tm="0">
                                              <p:val>
                                                <p:fltVal val="0"/>
                                              </p:val>
                                            </p:tav>
                                            <p:tav tm="100000">
                                              <p:val>
                                                <p:strVal val="#ppt_w"/>
                                              </p:val>
                                            </p:tav>
                                          </p:tavLst>
                                        </p:anim>
                                        <p:anim calcmode="lin" valueType="num">
                                          <p:cBhvr>
                                            <p:cTn id="57" dur="300" fill="hold"/>
                                            <p:tgtEl>
                                              <p:spTgt spid="9"/>
                                            </p:tgtEl>
                                            <p:attrNameLst>
                                              <p:attrName>ppt_h</p:attrName>
                                            </p:attrNameLst>
                                          </p:cBhvr>
                                          <p:tavLst>
                                            <p:tav tm="0">
                                              <p:val>
                                                <p:fltVal val="0"/>
                                              </p:val>
                                            </p:tav>
                                            <p:tav tm="100000">
                                              <p:val>
                                                <p:strVal val="#ppt_h"/>
                                              </p:val>
                                            </p:tav>
                                          </p:tavLst>
                                        </p:anim>
                                        <p:animEffect transition="in" filter="fade">
                                          <p:cBhvr>
                                            <p:cTn id="58" dur="300"/>
                                            <p:tgtEl>
                                              <p:spTgt spid="9"/>
                                            </p:tgtEl>
                                          </p:cBhvr>
                                        </p:animEffect>
                                      </p:childTnLst>
                                    </p:cTn>
                                  </p:par>
                                  <p:par>
                                    <p:cTn id="59" presetID="6" presetClass="emph" presetSubtype="0" autoRev="1" fill="hold" grpId="1" nodeType="withEffect">
                                      <p:stCondLst>
                                        <p:cond delay="2000"/>
                                      </p:stCondLst>
                                      <p:childTnLst>
                                        <p:animScale>
                                          <p:cBhvr>
                                            <p:cTn id="60" dur="150" fill="hold"/>
                                            <p:tgtEl>
                                              <p:spTgt spid="9"/>
                                            </p:tgtEl>
                                          </p:cBhvr>
                                          <p:by x="110000" y="110000"/>
                                        </p:animScale>
                                      </p:childTnLst>
                                    </p:cTn>
                                  </p:par>
                                  <p:par>
                                    <p:cTn id="61" presetID="2" presetClass="entr" presetSubtype="2" fill="hold" grpId="0" nodeType="withEffect">
                                      <p:stCondLst>
                                        <p:cond delay="2100"/>
                                      </p:stCondLst>
                                      <p:childTnLst>
                                        <p:set>
                                          <p:cBhvr>
                                            <p:cTn id="62" dur="1" fill="hold">
                                              <p:stCondLst>
                                                <p:cond delay="0"/>
                                              </p:stCondLst>
                                            </p:cTn>
                                            <p:tgtEl>
                                              <p:spTgt spid="11"/>
                                            </p:tgtEl>
                                            <p:attrNameLst>
                                              <p:attrName>style.visibility</p:attrName>
                                            </p:attrNameLst>
                                          </p:cBhvr>
                                          <p:to>
                                            <p:strVal val="visible"/>
                                          </p:to>
                                        </p:set>
                                        <p:anim calcmode="lin" valueType="num">
                                          <p:cBhvr additive="base">
                                            <p:cTn id="63" dur="500" fill="hold"/>
                                            <p:tgtEl>
                                              <p:spTgt spid="11"/>
                                            </p:tgtEl>
                                            <p:attrNameLst>
                                              <p:attrName>ppt_x</p:attrName>
                                            </p:attrNameLst>
                                          </p:cBhvr>
                                          <p:tavLst>
                                            <p:tav tm="0">
                                              <p:val>
                                                <p:strVal val="1+#ppt_w/2"/>
                                              </p:val>
                                            </p:tav>
                                            <p:tav tm="100000">
                                              <p:val>
                                                <p:strVal val="#ppt_x"/>
                                              </p:val>
                                            </p:tav>
                                          </p:tavLst>
                                        </p:anim>
                                        <p:anim calcmode="lin" valueType="num">
                                          <p:cBhvr additive="base">
                                            <p:cTn id="64" dur="500" fill="hold"/>
                                            <p:tgtEl>
                                              <p:spTgt spid="11"/>
                                            </p:tgtEl>
                                            <p:attrNameLst>
                                              <p:attrName>ppt_y</p:attrName>
                                            </p:attrNameLst>
                                          </p:cBhvr>
                                          <p:tavLst>
                                            <p:tav tm="0">
                                              <p:val>
                                                <p:strVal val="#ppt_y"/>
                                              </p:val>
                                            </p:tav>
                                            <p:tav tm="100000">
                                              <p:val>
                                                <p:strVal val="#ppt_y"/>
                                              </p:val>
                                            </p:tav>
                                          </p:tavLst>
                                        </p:anim>
                                      </p:childTnLst>
                                    </p:cTn>
                                  </p:par>
                                  <p:par>
                                    <p:cTn id="65" presetID="53" presetClass="entr" presetSubtype="16" fill="hold" grpId="0" nodeType="withEffect">
                                      <p:stCondLst>
                                        <p:cond delay="2400"/>
                                      </p:stCondLst>
                                      <p:childTnLst>
                                        <p:set>
                                          <p:cBhvr>
                                            <p:cTn id="66" dur="1" fill="hold">
                                              <p:stCondLst>
                                                <p:cond delay="0"/>
                                              </p:stCondLst>
                                            </p:cTn>
                                            <p:tgtEl>
                                              <p:spTgt spid="16"/>
                                            </p:tgtEl>
                                            <p:attrNameLst>
                                              <p:attrName>style.visibility</p:attrName>
                                            </p:attrNameLst>
                                          </p:cBhvr>
                                          <p:to>
                                            <p:strVal val="visible"/>
                                          </p:to>
                                        </p:set>
                                        <p:anim calcmode="lin" valueType="num">
                                          <p:cBhvr>
                                            <p:cTn id="67" dur="300" fill="hold"/>
                                            <p:tgtEl>
                                              <p:spTgt spid="16"/>
                                            </p:tgtEl>
                                            <p:attrNameLst>
                                              <p:attrName>ppt_w</p:attrName>
                                            </p:attrNameLst>
                                          </p:cBhvr>
                                          <p:tavLst>
                                            <p:tav tm="0">
                                              <p:val>
                                                <p:fltVal val="0"/>
                                              </p:val>
                                            </p:tav>
                                            <p:tav tm="100000">
                                              <p:val>
                                                <p:strVal val="#ppt_w"/>
                                              </p:val>
                                            </p:tav>
                                          </p:tavLst>
                                        </p:anim>
                                        <p:anim calcmode="lin" valueType="num">
                                          <p:cBhvr>
                                            <p:cTn id="68" dur="300" fill="hold"/>
                                            <p:tgtEl>
                                              <p:spTgt spid="16"/>
                                            </p:tgtEl>
                                            <p:attrNameLst>
                                              <p:attrName>ppt_h</p:attrName>
                                            </p:attrNameLst>
                                          </p:cBhvr>
                                          <p:tavLst>
                                            <p:tav tm="0">
                                              <p:val>
                                                <p:fltVal val="0"/>
                                              </p:val>
                                            </p:tav>
                                            <p:tav tm="100000">
                                              <p:val>
                                                <p:strVal val="#ppt_h"/>
                                              </p:val>
                                            </p:tav>
                                          </p:tavLst>
                                        </p:anim>
                                        <p:animEffect transition="in" filter="fade">
                                          <p:cBhvr>
                                            <p:cTn id="69" dur="300"/>
                                            <p:tgtEl>
                                              <p:spTgt spid="16"/>
                                            </p:tgtEl>
                                          </p:cBhvr>
                                        </p:animEffect>
                                      </p:childTnLst>
                                    </p:cTn>
                                  </p:par>
                                  <p:par>
                                    <p:cTn id="70" presetID="6" presetClass="emph" presetSubtype="0" autoRev="1" fill="hold" grpId="1" nodeType="withEffect">
                                      <p:stCondLst>
                                        <p:cond delay="2700"/>
                                      </p:stCondLst>
                                      <p:childTnLst>
                                        <p:animScale>
                                          <p:cBhvr>
                                            <p:cTn id="71" dur="150" fill="hold"/>
                                            <p:tgtEl>
                                              <p:spTgt spid="16"/>
                                            </p:tgtEl>
                                          </p:cBhvr>
                                          <p:by x="110000" y="110000"/>
                                        </p:animScale>
                                      </p:childTnLst>
                                    </p:cTn>
                                  </p:par>
                                  <p:par>
                                    <p:cTn id="72" presetID="53" presetClass="entr" presetSubtype="16" fill="hold" grpId="0" nodeType="withEffect">
                                      <p:stCondLst>
                                        <p:cond delay="2500"/>
                                      </p:stCondLst>
                                      <p:childTnLst>
                                        <p:set>
                                          <p:cBhvr>
                                            <p:cTn id="73" dur="1" fill="hold">
                                              <p:stCondLst>
                                                <p:cond delay="0"/>
                                              </p:stCondLst>
                                            </p:cTn>
                                            <p:tgtEl>
                                              <p:spTgt spid="17"/>
                                            </p:tgtEl>
                                            <p:attrNameLst>
                                              <p:attrName>style.visibility</p:attrName>
                                            </p:attrNameLst>
                                          </p:cBhvr>
                                          <p:to>
                                            <p:strVal val="visible"/>
                                          </p:to>
                                        </p:set>
                                        <p:anim calcmode="lin" valueType="num">
                                          <p:cBhvr>
                                            <p:cTn id="74" dur="300" fill="hold"/>
                                            <p:tgtEl>
                                              <p:spTgt spid="17"/>
                                            </p:tgtEl>
                                            <p:attrNameLst>
                                              <p:attrName>ppt_w</p:attrName>
                                            </p:attrNameLst>
                                          </p:cBhvr>
                                          <p:tavLst>
                                            <p:tav tm="0">
                                              <p:val>
                                                <p:fltVal val="0"/>
                                              </p:val>
                                            </p:tav>
                                            <p:tav tm="100000">
                                              <p:val>
                                                <p:strVal val="#ppt_w"/>
                                              </p:val>
                                            </p:tav>
                                          </p:tavLst>
                                        </p:anim>
                                        <p:anim calcmode="lin" valueType="num">
                                          <p:cBhvr>
                                            <p:cTn id="75" dur="300" fill="hold"/>
                                            <p:tgtEl>
                                              <p:spTgt spid="17"/>
                                            </p:tgtEl>
                                            <p:attrNameLst>
                                              <p:attrName>ppt_h</p:attrName>
                                            </p:attrNameLst>
                                          </p:cBhvr>
                                          <p:tavLst>
                                            <p:tav tm="0">
                                              <p:val>
                                                <p:fltVal val="0"/>
                                              </p:val>
                                            </p:tav>
                                            <p:tav tm="100000">
                                              <p:val>
                                                <p:strVal val="#ppt_h"/>
                                              </p:val>
                                            </p:tav>
                                          </p:tavLst>
                                        </p:anim>
                                        <p:animEffect transition="in" filter="fade">
                                          <p:cBhvr>
                                            <p:cTn id="76" dur="300"/>
                                            <p:tgtEl>
                                              <p:spTgt spid="17"/>
                                            </p:tgtEl>
                                          </p:cBhvr>
                                        </p:animEffect>
                                      </p:childTnLst>
                                    </p:cTn>
                                  </p:par>
                                  <p:par>
                                    <p:cTn id="77" presetID="6" presetClass="emph" presetSubtype="0" autoRev="1" fill="hold" grpId="1" nodeType="withEffect">
                                      <p:stCondLst>
                                        <p:cond delay="2800"/>
                                      </p:stCondLst>
                                      <p:childTnLst>
                                        <p:animScale>
                                          <p:cBhvr>
                                            <p:cTn id="78" dur="150" fill="hold"/>
                                            <p:tgtEl>
                                              <p:spTgt spid="17"/>
                                            </p:tgtEl>
                                          </p:cBhvr>
                                          <p:by x="110000" y="110000"/>
                                        </p:animScale>
                                      </p:childTnLst>
                                    </p:cTn>
                                  </p:par>
                                  <p:par>
                                    <p:cTn id="79" presetID="2" presetClass="entr" presetSubtype="2" fill="hold" grpId="0" nodeType="withEffect">
                                      <p:stCondLst>
                                        <p:cond delay="2900"/>
                                      </p:stCondLst>
                                      <p:childTnLst>
                                        <p:set>
                                          <p:cBhvr>
                                            <p:cTn id="80" dur="1" fill="hold">
                                              <p:stCondLst>
                                                <p:cond delay="0"/>
                                              </p:stCondLst>
                                            </p:cTn>
                                            <p:tgtEl>
                                              <p:spTgt spid="19"/>
                                            </p:tgtEl>
                                            <p:attrNameLst>
                                              <p:attrName>style.visibility</p:attrName>
                                            </p:attrNameLst>
                                          </p:cBhvr>
                                          <p:to>
                                            <p:strVal val="visible"/>
                                          </p:to>
                                        </p:set>
                                        <p:anim calcmode="lin" valueType="num">
                                          <p:cBhvr additive="base">
                                            <p:cTn id="81" dur="500" fill="hold"/>
                                            <p:tgtEl>
                                              <p:spTgt spid="19"/>
                                            </p:tgtEl>
                                            <p:attrNameLst>
                                              <p:attrName>ppt_x</p:attrName>
                                            </p:attrNameLst>
                                          </p:cBhvr>
                                          <p:tavLst>
                                            <p:tav tm="0">
                                              <p:val>
                                                <p:strVal val="1+#ppt_w/2"/>
                                              </p:val>
                                            </p:tav>
                                            <p:tav tm="100000">
                                              <p:val>
                                                <p:strVal val="#ppt_x"/>
                                              </p:val>
                                            </p:tav>
                                          </p:tavLst>
                                        </p:anim>
                                        <p:anim calcmode="lin" valueType="num">
                                          <p:cBhvr additive="base">
                                            <p:cTn id="82" dur="500" fill="hold"/>
                                            <p:tgtEl>
                                              <p:spTgt spid="19"/>
                                            </p:tgtEl>
                                            <p:attrNameLst>
                                              <p:attrName>ppt_y</p:attrName>
                                            </p:attrNameLst>
                                          </p:cBhvr>
                                          <p:tavLst>
                                            <p:tav tm="0">
                                              <p:val>
                                                <p:strVal val="#ppt_y"/>
                                              </p:val>
                                            </p:tav>
                                            <p:tav tm="100000">
                                              <p:val>
                                                <p:strVal val="#ppt_y"/>
                                              </p:val>
                                            </p:tav>
                                          </p:tavLst>
                                        </p:anim>
                                      </p:childTnLst>
                                    </p:cTn>
                                  </p:par>
                                  <p:par>
                                    <p:cTn id="83" presetID="53" presetClass="entr" presetSubtype="16" fill="hold" grpId="0" nodeType="withEffect">
                                      <p:stCondLst>
                                        <p:cond delay="3200"/>
                                      </p:stCondLst>
                                      <p:childTnLst>
                                        <p:set>
                                          <p:cBhvr>
                                            <p:cTn id="84" dur="1" fill="hold">
                                              <p:stCondLst>
                                                <p:cond delay="0"/>
                                              </p:stCondLst>
                                            </p:cTn>
                                            <p:tgtEl>
                                              <p:spTgt spid="20"/>
                                            </p:tgtEl>
                                            <p:attrNameLst>
                                              <p:attrName>style.visibility</p:attrName>
                                            </p:attrNameLst>
                                          </p:cBhvr>
                                          <p:to>
                                            <p:strVal val="visible"/>
                                          </p:to>
                                        </p:set>
                                        <p:anim calcmode="lin" valueType="num">
                                          <p:cBhvr>
                                            <p:cTn id="85" dur="300" fill="hold"/>
                                            <p:tgtEl>
                                              <p:spTgt spid="20"/>
                                            </p:tgtEl>
                                            <p:attrNameLst>
                                              <p:attrName>ppt_w</p:attrName>
                                            </p:attrNameLst>
                                          </p:cBhvr>
                                          <p:tavLst>
                                            <p:tav tm="0">
                                              <p:val>
                                                <p:fltVal val="0"/>
                                              </p:val>
                                            </p:tav>
                                            <p:tav tm="100000">
                                              <p:val>
                                                <p:strVal val="#ppt_w"/>
                                              </p:val>
                                            </p:tav>
                                          </p:tavLst>
                                        </p:anim>
                                        <p:anim calcmode="lin" valueType="num">
                                          <p:cBhvr>
                                            <p:cTn id="86" dur="300" fill="hold"/>
                                            <p:tgtEl>
                                              <p:spTgt spid="20"/>
                                            </p:tgtEl>
                                            <p:attrNameLst>
                                              <p:attrName>ppt_h</p:attrName>
                                            </p:attrNameLst>
                                          </p:cBhvr>
                                          <p:tavLst>
                                            <p:tav tm="0">
                                              <p:val>
                                                <p:fltVal val="0"/>
                                              </p:val>
                                            </p:tav>
                                            <p:tav tm="100000">
                                              <p:val>
                                                <p:strVal val="#ppt_h"/>
                                              </p:val>
                                            </p:tav>
                                          </p:tavLst>
                                        </p:anim>
                                        <p:animEffect transition="in" filter="fade">
                                          <p:cBhvr>
                                            <p:cTn id="87" dur="300"/>
                                            <p:tgtEl>
                                              <p:spTgt spid="20"/>
                                            </p:tgtEl>
                                          </p:cBhvr>
                                        </p:animEffect>
                                      </p:childTnLst>
                                    </p:cTn>
                                  </p:par>
                                  <p:par>
                                    <p:cTn id="88" presetID="6" presetClass="emph" presetSubtype="0" autoRev="1" fill="hold" grpId="1" nodeType="withEffect">
                                      <p:stCondLst>
                                        <p:cond delay="3500"/>
                                      </p:stCondLst>
                                      <p:childTnLst>
                                        <p:animScale>
                                          <p:cBhvr>
                                            <p:cTn id="89" dur="150" fill="hold"/>
                                            <p:tgtEl>
                                              <p:spTgt spid="20"/>
                                            </p:tgtEl>
                                          </p:cBhvr>
                                          <p:by x="110000" y="110000"/>
                                        </p:animScale>
                                      </p:childTnLst>
                                    </p:cTn>
                                  </p:par>
                                  <p:par>
                                    <p:cTn id="90" presetID="53" presetClass="entr" presetSubtype="16" fill="hold" grpId="0" nodeType="withEffect">
                                      <p:stCondLst>
                                        <p:cond delay="3300"/>
                                      </p:stCondLst>
                                      <p:childTnLst>
                                        <p:set>
                                          <p:cBhvr>
                                            <p:cTn id="91" dur="1" fill="hold">
                                              <p:stCondLst>
                                                <p:cond delay="0"/>
                                              </p:stCondLst>
                                            </p:cTn>
                                            <p:tgtEl>
                                              <p:spTgt spid="21"/>
                                            </p:tgtEl>
                                            <p:attrNameLst>
                                              <p:attrName>style.visibility</p:attrName>
                                            </p:attrNameLst>
                                          </p:cBhvr>
                                          <p:to>
                                            <p:strVal val="visible"/>
                                          </p:to>
                                        </p:set>
                                        <p:anim calcmode="lin" valueType="num">
                                          <p:cBhvr>
                                            <p:cTn id="92" dur="300" fill="hold"/>
                                            <p:tgtEl>
                                              <p:spTgt spid="21"/>
                                            </p:tgtEl>
                                            <p:attrNameLst>
                                              <p:attrName>ppt_w</p:attrName>
                                            </p:attrNameLst>
                                          </p:cBhvr>
                                          <p:tavLst>
                                            <p:tav tm="0">
                                              <p:val>
                                                <p:fltVal val="0"/>
                                              </p:val>
                                            </p:tav>
                                            <p:tav tm="100000">
                                              <p:val>
                                                <p:strVal val="#ppt_w"/>
                                              </p:val>
                                            </p:tav>
                                          </p:tavLst>
                                        </p:anim>
                                        <p:anim calcmode="lin" valueType="num">
                                          <p:cBhvr>
                                            <p:cTn id="93" dur="300" fill="hold"/>
                                            <p:tgtEl>
                                              <p:spTgt spid="21"/>
                                            </p:tgtEl>
                                            <p:attrNameLst>
                                              <p:attrName>ppt_h</p:attrName>
                                            </p:attrNameLst>
                                          </p:cBhvr>
                                          <p:tavLst>
                                            <p:tav tm="0">
                                              <p:val>
                                                <p:fltVal val="0"/>
                                              </p:val>
                                            </p:tav>
                                            <p:tav tm="100000">
                                              <p:val>
                                                <p:strVal val="#ppt_h"/>
                                              </p:val>
                                            </p:tav>
                                          </p:tavLst>
                                        </p:anim>
                                        <p:animEffect transition="in" filter="fade">
                                          <p:cBhvr>
                                            <p:cTn id="94" dur="300"/>
                                            <p:tgtEl>
                                              <p:spTgt spid="21"/>
                                            </p:tgtEl>
                                          </p:cBhvr>
                                        </p:animEffect>
                                      </p:childTnLst>
                                    </p:cTn>
                                  </p:par>
                                  <p:par>
                                    <p:cTn id="95" presetID="6" presetClass="emph" presetSubtype="0" autoRev="1" fill="hold" grpId="1" nodeType="withEffect">
                                      <p:stCondLst>
                                        <p:cond delay="3600"/>
                                      </p:stCondLst>
                                      <p:childTnLst>
                                        <p:animScale>
                                          <p:cBhvr>
                                            <p:cTn id="96" dur="150" fill="hold"/>
                                            <p:tgtEl>
                                              <p:spTgt spid="21"/>
                                            </p:tgtEl>
                                          </p:cBhvr>
                                          <p:by x="110000" y="110000"/>
                                        </p:animScale>
                                      </p:childTnLst>
                                    </p:cTn>
                                  </p:par>
                                  <p:par>
                                    <p:cTn id="97" presetID="2" presetClass="entr" presetSubtype="2" fill="hold" grpId="0" nodeType="withEffect">
                                      <p:stCondLst>
                                        <p:cond delay="3700"/>
                                      </p:stCondLst>
                                      <p:childTnLst>
                                        <p:set>
                                          <p:cBhvr>
                                            <p:cTn id="98" dur="1" fill="hold">
                                              <p:stCondLst>
                                                <p:cond delay="0"/>
                                              </p:stCondLst>
                                            </p:cTn>
                                            <p:tgtEl>
                                              <p:spTgt spid="23"/>
                                            </p:tgtEl>
                                            <p:attrNameLst>
                                              <p:attrName>style.visibility</p:attrName>
                                            </p:attrNameLst>
                                          </p:cBhvr>
                                          <p:to>
                                            <p:strVal val="visible"/>
                                          </p:to>
                                        </p:set>
                                        <p:anim calcmode="lin" valueType="num">
                                          <p:cBhvr additive="base">
                                            <p:cTn id="99" dur="500" fill="hold"/>
                                            <p:tgtEl>
                                              <p:spTgt spid="23"/>
                                            </p:tgtEl>
                                            <p:attrNameLst>
                                              <p:attrName>ppt_x</p:attrName>
                                            </p:attrNameLst>
                                          </p:cBhvr>
                                          <p:tavLst>
                                            <p:tav tm="0">
                                              <p:val>
                                                <p:strVal val="1+#ppt_w/2"/>
                                              </p:val>
                                            </p:tav>
                                            <p:tav tm="100000">
                                              <p:val>
                                                <p:strVal val="#ppt_x"/>
                                              </p:val>
                                            </p:tav>
                                          </p:tavLst>
                                        </p:anim>
                                        <p:anim calcmode="lin" valueType="num">
                                          <p:cBhvr additive="base">
                                            <p:cTn id="100" dur="500" fill="hold"/>
                                            <p:tgtEl>
                                              <p:spTgt spid="23"/>
                                            </p:tgtEl>
                                            <p:attrNameLst>
                                              <p:attrName>ppt_y</p:attrName>
                                            </p:attrNameLst>
                                          </p:cBhvr>
                                          <p:tavLst>
                                            <p:tav tm="0">
                                              <p:val>
                                                <p:strVal val="#ppt_y"/>
                                              </p:val>
                                            </p:tav>
                                            <p:tav tm="100000">
                                              <p:val>
                                                <p:strVal val="#ppt_y"/>
                                              </p:val>
                                            </p:tav>
                                          </p:tavLst>
                                        </p:anim>
                                      </p:childTnLst>
                                    </p:cTn>
                                  </p:par>
                                  <p:par>
                                    <p:cTn id="101" presetID="53" presetClass="entr" presetSubtype="16" fill="hold" grpId="0" nodeType="withEffect">
                                      <p:stCondLst>
                                        <p:cond delay="200"/>
                                      </p:stCondLst>
                                      <p:childTnLst>
                                        <p:set>
                                          <p:cBhvr>
                                            <p:cTn id="102" dur="1" fill="hold">
                                              <p:stCondLst>
                                                <p:cond delay="0"/>
                                              </p:stCondLst>
                                            </p:cTn>
                                            <p:tgtEl>
                                              <p:spTgt spid="33"/>
                                            </p:tgtEl>
                                            <p:attrNameLst>
                                              <p:attrName>style.visibility</p:attrName>
                                            </p:attrNameLst>
                                          </p:cBhvr>
                                          <p:to>
                                            <p:strVal val="visible"/>
                                          </p:to>
                                        </p:set>
                                        <p:anim calcmode="lin" valueType="num">
                                          <p:cBhvr>
                                            <p:cTn id="103" dur="300" fill="hold"/>
                                            <p:tgtEl>
                                              <p:spTgt spid="33"/>
                                            </p:tgtEl>
                                            <p:attrNameLst>
                                              <p:attrName>ppt_w</p:attrName>
                                            </p:attrNameLst>
                                          </p:cBhvr>
                                          <p:tavLst>
                                            <p:tav tm="0">
                                              <p:val>
                                                <p:fltVal val="0"/>
                                              </p:val>
                                            </p:tav>
                                            <p:tav tm="100000">
                                              <p:val>
                                                <p:strVal val="#ppt_w"/>
                                              </p:val>
                                            </p:tav>
                                          </p:tavLst>
                                        </p:anim>
                                        <p:anim calcmode="lin" valueType="num">
                                          <p:cBhvr>
                                            <p:cTn id="104" dur="300" fill="hold"/>
                                            <p:tgtEl>
                                              <p:spTgt spid="33"/>
                                            </p:tgtEl>
                                            <p:attrNameLst>
                                              <p:attrName>ppt_h</p:attrName>
                                            </p:attrNameLst>
                                          </p:cBhvr>
                                          <p:tavLst>
                                            <p:tav tm="0">
                                              <p:val>
                                                <p:fltVal val="0"/>
                                              </p:val>
                                            </p:tav>
                                            <p:tav tm="100000">
                                              <p:val>
                                                <p:strVal val="#ppt_h"/>
                                              </p:val>
                                            </p:tav>
                                          </p:tavLst>
                                        </p:anim>
                                        <p:animEffect transition="in" filter="fade">
                                          <p:cBhvr>
                                            <p:cTn id="105" dur="300"/>
                                            <p:tgtEl>
                                              <p:spTgt spid="33"/>
                                            </p:tgtEl>
                                          </p:cBhvr>
                                        </p:animEffect>
                                      </p:childTnLst>
                                    </p:cTn>
                                  </p:par>
                                  <p:par>
                                    <p:cTn id="106" presetID="6" presetClass="emph" presetSubtype="0" autoRev="1" fill="hold" grpId="1" nodeType="withEffect">
                                      <p:stCondLst>
                                        <p:cond delay="500"/>
                                      </p:stCondLst>
                                      <p:childTnLst>
                                        <p:animScale>
                                          <p:cBhvr>
                                            <p:cTn id="107" dur="150" fill="hold"/>
                                            <p:tgtEl>
                                              <p:spTgt spid="33"/>
                                            </p:tgtEl>
                                          </p:cBhvr>
                                          <p:by x="110000" y="110000"/>
                                        </p:animScale>
                                      </p:childTnLst>
                                    </p:cTn>
                                  </p:par>
                                  <p:par>
                                    <p:cTn id="108" presetID="53" presetClass="entr" presetSubtype="16" fill="hold" grpId="0" nodeType="withEffect">
                                      <p:stCondLst>
                                        <p:cond delay="1000"/>
                                      </p:stCondLst>
                                      <p:childTnLst>
                                        <p:set>
                                          <p:cBhvr>
                                            <p:cTn id="109" dur="1" fill="hold">
                                              <p:stCondLst>
                                                <p:cond delay="0"/>
                                              </p:stCondLst>
                                            </p:cTn>
                                            <p:tgtEl>
                                              <p:spTgt spid="30"/>
                                            </p:tgtEl>
                                            <p:attrNameLst>
                                              <p:attrName>style.visibility</p:attrName>
                                            </p:attrNameLst>
                                          </p:cBhvr>
                                          <p:to>
                                            <p:strVal val="visible"/>
                                          </p:to>
                                        </p:set>
                                        <p:anim calcmode="lin" valueType="num">
                                          <p:cBhvr>
                                            <p:cTn id="110" dur="300" fill="hold"/>
                                            <p:tgtEl>
                                              <p:spTgt spid="30"/>
                                            </p:tgtEl>
                                            <p:attrNameLst>
                                              <p:attrName>ppt_w</p:attrName>
                                            </p:attrNameLst>
                                          </p:cBhvr>
                                          <p:tavLst>
                                            <p:tav tm="0">
                                              <p:val>
                                                <p:fltVal val="0"/>
                                              </p:val>
                                            </p:tav>
                                            <p:tav tm="100000">
                                              <p:val>
                                                <p:strVal val="#ppt_w"/>
                                              </p:val>
                                            </p:tav>
                                          </p:tavLst>
                                        </p:anim>
                                        <p:anim calcmode="lin" valueType="num">
                                          <p:cBhvr>
                                            <p:cTn id="111" dur="300" fill="hold"/>
                                            <p:tgtEl>
                                              <p:spTgt spid="30"/>
                                            </p:tgtEl>
                                            <p:attrNameLst>
                                              <p:attrName>ppt_h</p:attrName>
                                            </p:attrNameLst>
                                          </p:cBhvr>
                                          <p:tavLst>
                                            <p:tav tm="0">
                                              <p:val>
                                                <p:fltVal val="0"/>
                                              </p:val>
                                            </p:tav>
                                            <p:tav tm="100000">
                                              <p:val>
                                                <p:strVal val="#ppt_h"/>
                                              </p:val>
                                            </p:tav>
                                          </p:tavLst>
                                        </p:anim>
                                        <p:animEffect transition="in" filter="fade">
                                          <p:cBhvr>
                                            <p:cTn id="112" dur="300"/>
                                            <p:tgtEl>
                                              <p:spTgt spid="30"/>
                                            </p:tgtEl>
                                          </p:cBhvr>
                                        </p:animEffect>
                                      </p:childTnLst>
                                    </p:cTn>
                                  </p:par>
                                  <p:par>
                                    <p:cTn id="113" presetID="6" presetClass="emph" presetSubtype="0" autoRev="1" fill="hold" grpId="1" nodeType="withEffect">
                                      <p:stCondLst>
                                        <p:cond delay="1300"/>
                                      </p:stCondLst>
                                      <p:childTnLst>
                                        <p:animScale>
                                          <p:cBhvr>
                                            <p:cTn id="114" dur="150" fill="hold"/>
                                            <p:tgtEl>
                                              <p:spTgt spid="30"/>
                                            </p:tgtEl>
                                          </p:cBhvr>
                                          <p:by x="110000" y="110000"/>
                                        </p:animScale>
                                      </p:childTnLst>
                                    </p:cTn>
                                  </p:par>
                                  <p:par>
                                    <p:cTn id="115" presetID="53" presetClass="entr" presetSubtype="16" fill="hold" grpId="0" nodeType="withEffect">
                                      <p:stCondLst>
                                        <p:cond delay="1800"/>
                                      </p:stCondLst>
                                      <p:childTnLst>
                                        <p:set>
                                          <p:cBhvr>
                                            <p:cTn id="116" dur="1" fill="hold">
                                              <p:stCondLst>
                                                <p:cond delay="0"/>
                                              </p:stCondLst>
                                            </p:cTn>
                                            <p:tgtEl>
                                              <p:spTgt spid="32"/>
                                            </p:tgtEl>
                                            <p:attrNameLst>
                                              <p:attrName>style.visibility</p:attrName>
                                            </p:attrNameLst>
                                          </p:cBhvr>
                                          <p:to>
                                            <p:strVal val="visible"/>
                                          </p:to>
                                        </p:set>
                                        <p:anim calcmode="lin" valueType="num">
                                          <p:cBhvr>
                                            <p:cTn id="117" dur="300" fill="hold"/>
                                            <p:tgtEl>
                                              <p:spTgt spid="32"/>
                                            </p:tgtEl>
                                            <p:attrNameLst>
                                              <p:attrName>ppt_w</p:attrName>
                                            </p:attrNameLst>
                                          </p:cBhvr>
                                          <p:tavLst>
                                            <p:tav tm="0">
                                              <p:val>
                                                <p:fltVal val="0"/>
                                              </p:val>
                                            </p:tav>
                                            <p:tav tm="100000">
                                              <p:val>
                                                <p:strVal val="#ppt_w"/>
                                              </p:val>
                                            </p:tav>
                                          </p:tavLst>
                                        </p:anim>
                                        <p:anim calcmode="lin" valueType="num">
                                          <p:cBhvr>
                                            <p:cTn id="118" dur="300" fill="hold"/>
                                            <p:tgtEl>
                                              <p:spTgt spid="32"/>
                                            </p:tgtEl>
                                            <p:attrNameLst>
                                              <p:attrName>ppt_h</p:attrName>
                                            </p:attrNameLst>
                                          </p:cBhvr>
                                          <p:tavLst>
                                            <p:tav tm="0">
                                              <p:val>
                                                <p:fltVal val="0"/>
                                              </p:val>
                                            </p:tav>
                                            <p:tav tm="100000">
                                              <p:val>
                                                <p:strVal val="#ppt_h"/>
                                              </p:val>
                                            </p:tav>
                                          </p:tavLst>
                                        </p:anim>
                                        <p:animEffect transition="in" filter="fade">
                                          <p:cBhvr>
                                            <p:cTn id="119" dur="300"/>
                                            <p:tgtEl>
                                              <p:spTgt spid="32"/>
                                            </p:tgtEl>
                                          </p:cBhvr>
                                        </p:animEffect>
                                      </p:childTnLst>
                                    </p:cTn>
                                  </p:par>
                                  <p:par>
                                    <p:cTn id="120" presetID="6" presetClass="emph" presetSubtype="0" autoRev="1" fill="hold" grpId="1" nodeType="withEffect">
                                      <p:stCondLst>
                                        <p:cond delay="2100"/>
                                      </p:stCondLst>
                                      <p:childTnLst>
                                        <p:animScale>
                                          <p:cBhvr>
                                            <p:cTn id="121" dur="150" fill="hold"/>
                                            <p:tgtEl>
                                              <p:spTgt spid="32"/>
                                            </p:tgtEl>
                                          </p:cBhvr>
                                          <p:by x="110000" y="110000"/>
                                        </p:animScale>
                                      </p:childTnLst>
                                    </p:cTn>
                                  </p:par>
                                  <p:par>
                                    <p:cTn id="122" presetID="53" presetClass="entr" presetSubtype="16" fill="hold" grpId="0" nodeType="withEffect">
                                      <p:stCondLst>
                                        <p:cond delay="2600"/>
                                      </p:stCondLst>
                                      <p:childTnLst>
                                        <p:set>
                                          <p:cBhvr>
                                            <p:cTn id="123" dur="1" fill="hold">
                                              <p:stCondLst>
                                                <p:cond delay="0"/>
                                              </p:stCondLst>
                                            </p:cTn>
                                            <p:tgtEl>
                                              <p:spTgt spid="31"/>
                                            </p:tgtEl>
                                            <p:attrNameLst>
                                              <p:attrName>style.visibility</p:attrName>
                                            </p:attrNameLst>
                                          </p:cBhvr>
                                          <p:to>
                                            <p:strVal val="visible"/>
                                          </p:to>
                                        </p:set>
                                        <p:anim calcmode="lin" valueType="num">
                                          <p:cBhvr>
                                            <p:cTn id="124" dur="300" fill="hold"/>
                                            <p:tgtEl>
                                              <p:spTgt spid="31"/>
                                            </p:tgtEl>
                                            <p:attrNameLst>
                                              <p:attrName>ppt_w</p:attrName>
                                            </p:attrNameLst>
                                          </p:cBhvr>
                                          <p:tavLst>
                                            <p:tav tm="0">
                                              <p:val>
                                                <p:fltVal val="0"/>
                                              </p:val>
                                            </p:tav>
                                            <p:tav tm="100000">
                                              <p:val>
                                                <p:strVal val="#ppt_w"/>
                                              </p:val>
                                            </p:tav>
                                          </p:tavLst>
                                        </p:anim>
                                        <p:anim calcmode="lin" valueType="num">
                                          <p:cBhvr>
                                            <p:cTn id="125" dur="300" fill="hold"/>
                                            <p:tgtEl>
                                              <p:spTgt spid="31"/>
                                            </p:tgtEl>
                                            <p:attrNameLst>
                                              <p:attrName>ppt_h</p:attrName>
                                            </p:attrNameLst>
                                          </p:cBhvr>
                                          <p:tavLst>
                                            <p:tav tm="0">
                                              <p:val>
                                                <p:fltVal val="0"/>
                                              </p:val>
                                            </p:tav>
                                            <p:tav tm="100000">
                                              <p:val>
                                                <p:strVal val="#ppt_h"/>
                                              </p:val>
                                            </p:tav>
                                          </p:tavLst>
                                        </p:anim>
                                        <p:animEffect transition="in" filter="fade">
                                          <p:cBhvr>
                                            <p:cTn id="126" dur="300"/>
                                            <p:tgtEl>
                                              <p:spTgt spid="31"/>
                                            </p:tgtEl>
                                          </p:cBhvr>
                                        </p:animEffect>
                                      </p:childTnLst>
                                    </p:cTn>
                                  </p:par>
                                  <p:par>
                                    <p:cTn id="127" presetID="6" presetClass="emph" presetSubtype="0" autoRev="1" fill="hold" grpId="1" nodeType="withEffect">
                                      <p:stCondLst>
                                        <p:cond delay="2900"/>
                                      </p:stCondLst>
                                      <p:childTnLst>
                                        <p:animScale>
                                          <p:cBhvr>
                                            <p:cTn id="128" dur="150" fill="hold"/>
                                            <p:tgtEl>
                                              <p:spTgt spid="31"/>
                                            </p:tgtEl>
                                          </p:cBhvr>
                                          <p:by x="110000" y="110000"/>
                                        </p:animScale>
                                      </p:childTnLst>
                                    </p:cTn>
                                  </p:par>
                                  <p:par>
                                    <p:cTn id="129" presetID="53" presetClass="entr" presetSubtype="16" fill="hold" grpId="0" nodeType="withEffect">
                                      <p:stCondLst>
                                        <p:cond delay="3400"/>
                                      </p:stCondLst>
                                      <p:childTnLst>
                                        <p:set>
                                          <p:cBhvr>
                                            <p:cTn id="130" dur="1" fill="hold">
                                              <p:stCondLst>
                                                <p:cond delay="0"/>
                                              </p:stCondLst>
                                            </p:cTn>
                                            <p:tgtEl>
                                              <p:spTgt spid="29"/>
                                            </p:tgtEl>
                                            <p:attrNameLst>
                                              <p:attrName>style.visibility</p:attrName>
                                            </p:attrNameLst>
                                          </p:cBhvr>
                                          <p:to>
                                            <p:strVal val="visible"/>
                                          </p:to>
                                        </p:set>
                                        <p:anim calcmode="lin" valueType="num">
                                          <p:cBhvr>
                                            <p:cTn id="131" dur="300" fill="hold"/>
                                            <p:tgtEl>
                                              <p:spTgt spid="29"/>
                                            </p:tgtEl>
                                            <p:attrNameLst>
                                              <p:attrName>ppt_w</p:attrName>
                                            </p:attrNameLst>
                                          </p:cBhvr>
                                          <p:tavLst>
                                            <p:tav tm="0">
                                              <p:val>
                                                <p:fltVal val="0"/>
                                              </p:val>
                                            </p:tav>
                                            <p:tav tm="100000">
                                              <p:val>
                                                <p:strVal val="#ppt_w"/>
                                              </p:val>
                                            </p:tav>
                                          </p:tavLst>
                                        </p:anim>
                                        <p:anim calcmode="lin" valueType="num">
                                          <p:cBhvr>
                                            <p:cTn id="132" dur="300" fill="hold"/>
                                            <p:tgtEl>
                                              <p:spTgt spid="29"/>
                                            </p:tgtEl>
                                            <p:attrNameLst>
                                              <p:attrName>ppt_h</p:attrName>
                                            </p:attrNameLst>
                                          </p:cBhvr>
                                          <p:tavLst>
                                            <p:tav tm="0">
                                              <p:val>
                                                <p:fltVal val="0"/>
                                              </p:val>
                                            </p:tav>
                                            <p:tav tm="100000">
                                              <p:val>
                                                <p:strVal val="#ppt_h"/>
                                              </p:val>
                                            </p:tav>
                                          </p:tavLst>
                                        </p:anim>
                                        <p:animEffect transition="in" filter="fade">
                                          <p:cBhvr>
                                            <p:cTn id="133" dur="300"/>
                                            <p:tgtEl>
                                              <p:spTgt spid="29"/>
                                            </p:tgtEl>
                                          </p:cBhvr>
                                        </p:animEffect>
                                      </p:childTnLst>
                                    </p:cTn>
                                  </p:par>
                                  <p:par>
                                    <p:cTn id="134" presetID="6" presetClass="emph" presetSubtype="0" autoRev="1" fill="hold" grpId="1" nodeType="withEffect">
                                      <p:stCondLst>
                                        <p:cond delay="3700"/>
                                      </p:stCondLst>
                                      <p:childTnLst>
                                        <p:animScale>
                                          <p:cBhvr>
                                            <p:cTn id="135" dur="150" fill="hold"/>
                                            <p:tgtEl>
                                              <p:spTgt spid="29"/>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5" grpId="0" animBg="1"/>
          <p:bldP spid="5" grpId="1" animBg="1"/>
          <p:bldP spid="7" grpId="0"/>
          <p:bldP spid="8" grpId="0" animBg="1"/>
          <p:bldP spid="8" grpId="1" animBg="1"/>
          <p:bldP spid="9" grpId="0" animBg="1"/>
          <p:bldP spid="9" grpId="1" animBg="1"/>
          <p:bldP spid="11" grpId="0"/>
          <p:bldP spid="12" grpId="0" animBg="1"/>
          <p:bldP spid="12" grpId="1" animBg="1"/>
          <p:bldP spid="13" grpId="0" animBg="1"/>
          <p:bldP spid="13" grpId="1" animBg="1"/>
          <p:bldP spid="15" grpId="0"/>
          <p:bldP spid="16" grpId="0" animBg="1"/>
          <p:bldP spid="16" grpId="1" animBg="1"/>
          <p:bldP spid="17" grpId="0" animBg="1"/>
          <p:bldP spid="17" grpId="1" animBg="1"/>
          <p:bldP spid="19" grpId="0"/>
          <p:bldP spid="20" grpId="0" animBg="1"/>
          <p:bldP spid="20" grpId="1" animBg="1"/>
          <p:bldP spid="21" grpId="0" animBg="1"/>
          <p:bldP spid="21" grpId="1" animBg="1"/>
          <p:bldP spid="23" grpId="0"/>
          <p:bldP spid="29" grpId="0" animBg="1"/>
          <p:bldP spid="29" grpId="1" animBg="1"/>
          <p:bldP spid="30" grpId="0" animBg="1"/>
          <p:bldP spid="30" grpId="1" animBg="1"/>
          <p:bldP spid="31" grpId="0" animBg="1"/>
          <p:bldP spid="31" grpId="1" animBg="1"/>
          <p:bldP spid="32" grpId="0" animBg="1"/>
          <p:bldP spid="32" grpId="1" animBg="1"/>
          <p:bldP spid="33" grpId="0" animBg="1"/>
          <p:bldP spid="33" grpId="1" animBg="1"/>
          <p:bldP spid="35" grpId="0"/>
        </p:bldLst>
      </p:timing>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932757"/>
            <a:ext cx="9144000" cy="1274812"/>
          </a:xfrm>
          <a:prstGeom prst="rect">
            <a:avLst/>
          </a:prstGeom>
          <a:solidFill>
            <a:srgbClr val="54667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2853008" y="1364795"/>
            <a:ext cx="1152128" cy="1152128"/>
          </a:xfrm>
          <a:prstGeom prst="rect">
            <a:avLst/>
          </a:prstGeom>
          <a:solidFill>
            <a:srgbClr val="F0F1F3"/>
          </a:solidFill>
          <a:ln w="6350">
            <a:solidFill>
              <a:srgbClr val="37B0E8"/>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2956949" y="1468736"/>
            <a:ext cx="944246" cy="944246"/>
          </a:xfrm>
          <a:prstGeom prst="rect">
            <a:avLst/>
          </a:prstGeom>
          <a:solidFill>
            <a:srgbClr val="37B0E8"/>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Rectangle 44"/>
          <p:cNvSpPr>
            <a:spLocks noChangeArrowheads="1"/>
          </p:cNvSpPr>
          <p:nvPr/>
        </p:nvSpPr>
        <p:spPr bwMode="auto">
          <a:xfrm>
            <a:off x="4546476" y="1993082"/>
            <a:ext cx="1427625" cy="1154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marL="171450" indent="-171450">
              <a:lnSpc>
                <a:spcPct val="150000"/>
              </a:lnSpc>
              <a:buClr>
                <a:srgbClr val="37B0E8"/>
              </a:buClr>
              <a:buFont typeface="Wingdings" pitchFamily="2" charset="2"/>
              <a:buChar char="ü"/>
            </a:pPr>
            <a:r>
              <a:rPr lang="zh-CN" altLang="en-US" sz="1000" dirty="0">
                <a:ln w="6350">
                  <a:noFill/>
                </a:ln>
                <a:solidFill>
                  <a:schemeClr val="bg1"/>
                </a:solidFill>
                <a:latin typeface="Impact" pitchFamily="34" charset="0"/>
                <a:ea typeface="微软雅黑" pitchFamily="34" charset="-122"/>
              </a:rPr>
              <a:t>选题背景</a:t>
            </a:r>
          </a:p>
          <a:p>
            <a:pPr marL="171450" indent="-171450">
              <a:lnSpc>
                <a:spcPct val="150000"/>
              </a:lnSpc>
              <a:buClr>
                <a:srgbClr val="37B0E8"/>
              </a:buClr>
              <a:buFont typeface="Wingdings" pitchFamily="2" charset="2"/>
              <a:buChar char="ü"/>
            </a:pPr>
            <a:r>
              <a:rPr lang="zh-CN" altLang="en-US" sz="1000" dirty="0">
                <a:ln w="6350">
                  <a:noFill/>
                </a:ln>
                <a:solidFill>
                  <a:schemeClr val="bg1"/>
                </a:solidFill>
                <a:latin typeface="Impact" pitchFamily="34" charset="0"/>
                <a:ea typeface="微软雅黑" pitchFamily="34" charset="-122"/>
              </a:rPr>
              <a:t>研究意义</a:t>
            </a:r>
          </a:p>
          <a:p>
            <a:pPr marL="171450" indent="-171450">
              <a:lnSpc>
                <a:spcPct val="150000"/>
              </a:lnSpc>
              <a:buClr>
                <a:srgbClr val="37B0E8"/>
              </a:buClr>
              <a:buFont typeface="Wingdings" pitchFamily="2" charset="2"/>
              <a:buChar char="ü"/>
            </a:pPr>
            <a:r>
              <a:rPr lang="zh-CN" altLang="en-US" sz="1000" dirty="0">
                <a:ln w="6350">
                  <a:noFill/>
                </a:ln>
                <a:solidFill>
                  <a:schemeClr val="bg1"/>
                </a:solidFill>
                <a:latin typeface="Impact" pitchFamily="34" charset="0"/>
                <a:ea typeface="微软雅黑" pitchFamily="34" charset="-122"/>
              </a:rPr>
              <a:t>国内外相关研究综述</a:t>
            </a:r>
          </a:p>
          <a:p>
            <a:pPr marL="171450" indent="-171450">
              <a:lnSpc>
                <a:spcPct val="150000"/>
              </a:lnSpc>
              <a:buClr>
                <a:srgbClr val="37B0E8"/>
              </a:buClr>
              <a:buFont typeface="Wingdings" pitchFamily="2" charset="2"/>
              <a:buChar char="ü"/>
            </a:pPr>
            <a:r>
              <a:rPr lang="zh-CN" altLang="en-US" sz="1000" dirty="0">
                <a:ln w="6350">
                  <a:noFill/>
                </a:ln>
                <a:solidFill>
                  <a:schemeClr val="bg1"/>
                </a:solidFill>
                <a:latin typeface="Impact" pitchFamily="34" charset="0"/>
                <a:ea typeface="微软雅黑" pitchFamily="34" charset="-122"/>
              </a:rPr>
              <a:t>理论基础与文献综述</a:t>
            </a:r>
          </a:p>
          <a:p>
            <a:pPr marL="171450" indent="-171450">
              <a:lnSpc>
                <a:spcPct val="150000"/>
              </a:lnSpc>
              <a:buClr>
                <a:srgbClr val="37B0E8"/>
              </a:buClr>
              <a:buFont typeface="Wingdings" pitchFamily="2" charset="2"/>
              <a:buChar char="ü"/>
            </a:pPr>
            <a:r>
              <a:rPr lang="zh-CN" altLang="en-US" sz="1000" dirty="0">
                <a:ln w="6350">
                  <a:noFill/>
                </a:ln>
                <a:solidFill>
                  <a:schemeClr val="bg1"/>
                </a:solidFill>
                <a:latin typeface="Impact" pitchFamily="34" charset="0"/>
                <a:ea typeface="微软雅黑" pitchFamily="34" charset="-122"/>
              </a:rPr>
              <a:t>主要贡献与创新</a:t>
            </a:r>
          </a:p>
        </p:txBody>
      </p:sp>
      <p:sp>
        <p:nvSpPr>
          <p:cNvPr id="6" name="Freeform 13"/>
          <p:cNvSpPr>
            <a:spLocks noEditPoints="1"/>
          </p:cNvSpPr>
          <p:nvPr/>
        </p:nvSpPr>
        <p:spPr bwMode="auto">
          <a:xfrm>
            <a:off x="3190469" y="1720557"/>
            <a:ext cx="503130" cy="417832"/>
          </a:xfrm>
          <a:custGeom>
            <a:avLst/>
            <a:gdLst>
              <a:gd name="T0" fmla="*/ 111 w 197"/>
              <a:gd name="T1" fmla="*/ 11 h 164"/>
              <a:gd name="T2" fmla="*/ 0 w 197"/>
              <a:gd name="T3" fmla="*/ 15 h 164"/>
              <a:gd name="T4" fmla="*/ 105 w 197"/>
              <a:gd name="T5" fmla="*/ 164 h 164"/>
              <a:gd name="T6" fmla="*/ 136 w 197"/>
              <a:gd name="T7" fmla="*/ 159 h 164"/>
              <a:gd name="T8" fmla="*/ 196 w 197"/>
              <a:gd name="T9" fmla="*/ 142 h 164"/>
              <a:gd name="T10" fmla="*/ 52 w 197"/>
              <a:gd name="T11" fmla="*/ 150 h 164"/>
              <a:gd name="T12" fmla="*/ 52 w 197"/>
              <a:gd name="T13" fmla="*/ 22 h 164"/>
              <a:gd name="T14" fmla="*/ 99 w 197"/>
              <a:gd name="T15" fmla="*/ 150 h 164"/>
              <a:gd name="T16" fmla="*/ 99 w 197"/>
              <a:gd name="T17" fmla="*/ 22 h 164"/>
              <a:gd name="T18" fmla="*/ 147 w 197"/>
              <a:gd name="T19" fmla="*/ 149 h 164"/>
              <a:gd name="T20" fmla="*/ 181 w 197"/>
              <a:gd name="T21" fmla="*/ 139 h 164"/>
              <a:gd name="T22" fmla="*/ 23 w 197"/>
              <a:gd name="T23" fmla="*/ 133 h 164"/>
              <a:gd name="T24" fmla="*/ 42 w 197"/>
              <a:gd name="T25" fmla="*/ 134 h 164"/>
              <a:gd name="T26" fmla="*/ 43 w 197"/>
              <a:gd name="T27" fmla="*/ 114 h 164"/>
              <a:gd name="T28" fmla="*/ 23 w 197"/>
              <a:gd name="T29" fmla="*/ 114 h 164"/>
              <a:gd name="T30" fmla="*/ 29 w 197"/>
              <a:gd name="T31" fmla="*/ 120 h 164"/>
              <a:gd name="T32" fmla="*/ 37 w 197"/>
              <a:gd name="T33" fmla="*/ 120 h 164"/>
              <a:gd name="T34" fmla="*/ 37 w 197"/>
              <a:gd name="T35" fmla="*/ 128 h 164"/>
              <a:gd name="T36" fmla="*/ 29 w 197"/>
              <a:gd name="T37" fmla="*/ 127 h 164"/>
              <a:gd name="T38" fmla="*/ 32 w 197"/>
              <a:gd name="T39" fmla="*/ 91 h 164"/>
              <a:gd name="T40" fmla="*/ 36 w 197"/>
              <a:gd name="T41" fmla="*/ 38 h 164"/>
              <a:gd name="T42" fmla="*/ 28 w 197"/>
              <a:gd name="T43" fmla="*/ 87 h 164"/>
              <a:gd name="T44" fmla="*/ 134 w 197"/>
              <a:gd name="T45" fmla="*/ 31 h 164"/>
              <a:gd name="T46" fmla="*/ 149 w 197"/>
              <a:gd name="T47" fmla="*/ 86 h 164"/>
              <a:gd name="T48" fmla="*/ 134 w 197"/>
              <a:gd name="T49" fmla="*/ 31 h 164"/>
              <a:gd name="T50" fmla="*/ 69 w 197"/>
              <a:gd name="T51" fmla="*/ 133 h 164"/>
              <a:gd name="T52" fmla="*/ 88 w 197"/>
              <a:gd name="T53" fmla="*/ 133 h 164"/>
              <a:gd name="T54" fmla="*/ 79 w 197"/>
              <a:gd name="T55" fmla="*/ 110 h 164"/>
              <a:gd name="T56" fmla="*/ 65 w 197"/>
              <a:gd name="T57" fmla="*/ 124 h 164"/>
              <a:gd name="T58" fmla="*/ 75 w 197"/>
              <a:gd name="T59" fmla="*/ 120 h 164"/>
              <a:gd name="T60" fmla="*/ 82 w 197"/>
              <a:gd name="T61" fmla="*/ 120 h 164"/>
              <a:gd name="T62" fmla="*/ 82 w 197"/>
              <a:gd name="T63" fmla="*/ 128 h 164"/>
              <a:gd name="T64" fmla="*/ 74 w 197"/>
              <a:gd name="T65" fmla="*/ 127 h 164"/>
              <a:gd name="T66" fmla="*/ 81 w 197"/>
              <a:gd name="T67" fmla="*/ 91 h 164"/>
              <a:gd name="T68" fmla="*/ 85 w 197"/>
              <a:gd name="T69" fmla="*/ 38 h 164"/>
              <a:gd name="T70" fmla="*/ 77 w 197"/>
              <a:gd name="T71" fmla="*/ 87 h 164"/>
              <a:gd name="T72" fmla="*/ 148 w 197"/>
              <a:gd name="T73" fmla="*/ 109 h 164"/>
              <a:gd name="T74" fmla="*/ 148 w 197"/>
              <a:gd name="T75" fmla="*/ 128 h 164"/>
              <a:gd name="T76" fmla="*/ 167 w 197"/>
              <a:gd name="T77" fmla="*/ 128 h 164"/>
              <a:gd name="T78" fmla="*/ 168 w 197"/>
              <a:gd name="T79" fmla="*/ 109 h 164"/>
              <a:gd name="T80" fmla="*/ 158 w 197"/>
              <a:gd name="T81" fmla="*/ 105 h 164"/>
              <a:gd name="T82" fmla="*/ 154 w 197"/>
              <a:gd name="T83" fmla="*/ 114 h 164"/>
              <a:gd name="T84" fmla="*/ 163 w 197"/>
              <a:gd name="T85" fmla="*/ 118 h 164"/>
              <a:gd name="T86" fmla="*/ 154 w 197"/>
              <a:gd name="T87" fmla="*/ 122 h 164"/>
              <a:gd name="T88" fmla="*/ 154 w 197"/>
              <a:gd name="T89" fmla="*/ 114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97" h="164">
                <a:moveTo>
                  <a:pt x="159" y="6"/>
                </a:moveTo>
                <a:cubicBezTo>
                  <a:pt x="158" y="2"/>
                  <a:pt x="155" y="0"/>
                  <a:pt x="151" y="1"/>
                </a:cubicBezTo>
                <a:cubicBezTo>
                  <a:pt x="111" y="11"/>
                  <a:pt x="111" y="11"/>
                  <a:pt x="111" y="11"/>
                </a:cubicBezTo>
                <a:cubicBezTo>
                  <a:pt x="110" y="10"/>
                  <a:pt x="108" y="8"/>
                  <a:pt x="105" y="8"/>
                </a:cubicBezTo>
                <a:cubicBezTo>
                  <a:pt x="7" y="8"/>
                  <a:pt x="7" y="8"/>
                  <a:pt x="7" y="8"/>
                </a:cubicBezTo>
                <a:cubicBezTo>
                  <a:pt x="3" y="8"/>
                  <a:pt x="0" y="11"/>
                  <a:pt x="0" y="15"/>
                </a:cubicBezTo>
                <a:cubicBezTo>
                  <a:pt x="0" y="157"/>
                  <a:pt x="0" y="157"/>
                  <a:pt x="0" y="157"/>
                </a:cubicBezTo>
                <a:cubicBezTo>
                  <a:pt x="0" y="161"/>
                  <a:pt x="3" y="164"/>
                  <a:pt x="7" y="164"/>
                </a:cubicBezTo>
                <a:cubicBezTo>
                  <a:pt x="105" y="164"/>
                  <a:pt x="105" y="164"/>
                  <a:pt x="105" y="164"/>
                </a:cubicBezTo>
                <a:cubicBezTo>
                  <a:pt x="109" y="164"/>
                  <a:pt x="112" y="161"/>
                  <a:pt x="112" y="157"/>
                </a:cubicBezTo>
                <a:cubicBezTo>
                  <a:pt x="112" y="71"/>
                  <a:pt x="112" y="71"/>
                  <a:pt x="112" y="71"/>
                </a:cubicBezTo>
                <a:cubicBezTo>
                  <a:pt x="136" y="159"/>
                  <a:pt x="136" y="159"/>
                  <a:pt x="136" y="159"/>
                </a:cubicBezTo>
                <a:cubicBezTo>
                  <a:pt x="136" y="162"/>
                  <a:pt x="140" y="164"/>
                  <a:pt x="144" y="163"/>
                </a:cubicBezTo>
                <a:cubicBezTo>
                  <a:pt x="191" y="151"/>
                  <a:pt x="191" y="151"/>
                  <a:pt x="191" y="151"/>
                </a:cubicBezTo>
                <a:cubicBezTo>
                  <a:pt x="195" y="150"/>
                  <a:pt x="197" y="146"/>
                  <a:pt x="196" y="142"/>
                </a:cubicBezTo>
                <a:cubicBezTo>
                  <a:pt x="159" y="6"/>
                  <a:pt x="159" y="6"/>
                  <a:pt x="159" y="6"/>
                </a:cubicBezTo>
                <a:close/>
                <a:moveTo>
                  <a:pt x="52" y="150"/>
                </a:moveTo>
                <a:cubicBezTo>
                  <a:pt x="52" y="150"/>
                  <a:pt x="52" y="150"/>
                  <a:pt x="52" y="150"/>
                </a:cubicBezTo>
                <a:cubicBezTo>
                  <a:pt x="14" y="150"/>
                  <a:pt x="14" y="150"/>
                  <a:pt x="14" y="150"/>
                </a:cubicBezTo>
                <a:cubicBezTo>
                  <a:pt x="14" y="22"/>
                  <a:pt x="14" y="22"/>
                  <a:pt x="14" y="22"/>
                </a:cubicBezTo>
                <a:cubicBezTo>
                  <a:pt x="52" y="22"/>
                  <a:pt x="52" y="22"/>
                  <a:pt x="52" y="22"/>
                </a:cubicBezTo>
                <a:cubicBezTo>
                  <a:pt x="52" y="150"/>
                  <a:pt x="52" y="150"/>
                  <a:pt x="52" y="150"/>
                </a:cubicBezTo>
                <a:close/>
                <a:moveTo>
                  <a:pt x="99" y="150"/>
                </a:moveTo>
                <a:cubicBezTo>
                  <a:pt x="99" y="150"/>
                  <a:pt x="99" y="150"/>
                  <a:pt x="99" y="150"/>
                </a:cubicBezTo>
                <a:cubicBezTo>
                  <a:pt x="60" y="150"/>
                  <a:pt x="60" y="150"/>
                  <a:pt x="60" y="150"/>
                </a:cubicBezTo>
                <a:cubicBezTo>
                  <a:pt x="60" y="22"/>
                  <a:pt x="60" y="22"/>
                  <a:pt x="60" y="22"/>
                </a:cubicBezTo>
                <a:cubicBezTo>
                  <a:pt x="99" y="22"/>
                  <a:pt x="99" y="22"/>
                  <a:pt x="99" y="22"/>
                </a:cubicBezTo>
                <a:cubicBezTo>
                  <a:pt x="99" y="150"/>
                  <a:pt x="99" y="150"/>
                  <a:pt x="99" y="150"/>
                </a:cubicBezTo>
                <a:close/>
                <a:moveTo>
                  <a:pt x="147" y="149"/>
                </a:moveTo>
                <a:cubicBezTo>
                  <a:pt x="147" y="149"/>
                  <a:pt x="147" y="149"/>
                  <a:pt x="147" y="149"/>
                </a:cubicBezTo>
                <a:cubicBezTo>
                  <a:pt x="114" y="25"/>
                  <a:pt x="114" y="25"/>
                  <a:pt x="114" y="25"/>
                </a:cubicBezTo>
                <a:cubicBezTo>
                  <a:pt x="148" y="16"/>
                  <a:pt x="148" y="16"/>
                  <a:pt x="148" y="16"/>
                </a:cubicBezTo>
                <a:cubicBezTo>
                  <a:pt x="181" y="139"/>
                  <a:pt x="181" y="139"/>
                  <a:pt x="181" y="139"/>
                </a:cubicBezTo>
                <a:cubicBezTo>
                  <a:pt x="147" y="149"/>
                  <a:pt x="147" y="149"/>
                  <a:pt x="147" y="149"/>
                </a:cubicBezTo>
                <a:close/>
                <a:moveTo>
                  <a:pt x="23" y="133"/>
                </a:moveTo>
                <a:cubicBezTo>
                  <a:pt x="23" y="133"/>
                  <a:pt x="23" y="133"/>
                  <a:pt x="23" y="133"/>
                </a:cubicBezTo>
                <a:cubicBezTo>
                  <a:pt x="23" y="133"/>
                  <a:pt x="23" y="133"/>
                  <a:pt x="23" y="133"/>
                </a:cubicBezTo>
                <a:cubicBezTo>
                  <a:pt x="26" y="136"/>
                  <a:pt x="29" y="137"/>
                  <a:pt x="33" y="137"/>
                </a:cubicBezTo>
                <a:cubicBezTo>
                  <a:pt x="37" y="137"/>
                  <a:pt x="40" y="136"/>
                  <a:pt x="42" y="134"/>
                </a:cubicBezTo>
                <a:cubicBezTo>
                  <a:pt x="43" y="133"/>
                  <a:pt x="43" y="133"/>
                  <a:pt x="43" y="133"/>
                </a:cubicBezTo>
                <a:cubicBezTo>
                  <a:pt x="45" y="131"/>
                  <a:pt x="47" y="127"/>
                  <a:pt x="47" y="124"/>
                </a:cubicBezTo>
                <a:cubicBezTo>
                  <a:pt x="47" y="120"/>
                  <a:pt x="45" y="116"/>
                  <a:pt x="43" y="114"/>
                </a:cubicBezTo>
                <a:cubicBezTo>
                  <a:pt x="42" y="114"/>
                  <a:pt x="42" y="114"/>
                  <a:pt x="42" y="114"/>
                </a:cubicBezTo>
                <a:cubicBezTo>
                  <a:pt x="40" y="112"/>
                  <a:pt x="37" y="110"/>
                  <a:pt x="33" y="110"/>
                </a:cubicBezTo>
                <a:cubicBezTo>
                  <a:pt x="29" y="110"/>
                  <a:pt x="26" y="112"/>
                  <a:pt x="23" y="114"/>
                </a:cubicBezTo>
                <a:cubicBezTo>
                  <a:pt x="21" y="116"/>
                  <a:pt x="19" y="120"/>
                  <a:pt x="19" y="124"/>
                </a:cubicBezTo>
                <a:cubicBezTo>
                  <a:pt x="19" y="127"/>
                  <a:pt x="21" y="131"/>
                  <a:pt x="23" y="133"/>
                </a:cubicBezTo>
                <a:close/>
                <a:moveTo>
                  <a:pt x="29" y="120"/>
                </a:moveTo>
                <a:cubicBezTo>
                  <a:pt x="29" y="120"/>
                  <a:pt x="29" y="120"/>
                  <a:pt x="29" y="120"/>
                </a:cubicBezTo>
                <a:cubicBezTo>
                  <a:pt x="30" y="119"/>
                  <a:pt x="31" y="118"/>
                  <a:pt x="33" y="118"/>
                </a:cubicBezTo>
                <a:cubicBezTo>
                  <a:pt x="34" y="118"/>
                  <a:pt x="36" y="119"/>
                  <a:pt x="37" y="120"/>
                </a:cubicBezTo>
                <a:cubicBezTo>
                  <a:pt x="37" y="120"/>
                  <a:pt x="37" y="120"/>
                  <a:pt x="37" y="120"/>
                </a:cubicBezTo>
                <a:cubicBezTo>
                  <a:pt x="38" y="121"/>
                  <a:pt x="38" y="122"/>
                  <a:pt x="38" y="124"/>
                </a:cubicBezTo>
                <a:cubicBezTo>
                  <a:pt x="38" y="125"/>
                  <a:pt x="38" y="127"/>
                  <a:pt x="37" y="128"/>
                </a:cubicBezTo>
                <a:cubicBezTo>
                  <a:pt x="36" y="129"/>
                  <a:pt x="34" y="129"/>
                  <a:pt x="33" y="129"/>
                </a:cubicBezTo>
                <a:cubicBezTo>
                  <a:pt x="31" y="129"/>
                  <a:pt x="30" y="129"/>
                  <a:pt x="29" y="128"/>
                </a:cubicBezTo>
                <a:cubicBezTo>
                  <a:pt x="29" y="127"/>
                  <a:pt x="29" y="127"/>
                  <a:pt x="29" y="127"/>
                </a:cubicBezTo>
                <a:cubicBezTo>
                  <a:pt x="28" y="126"/>
                  <a:pt x="27" y="125"/>
                  <a:pt x="27" y="124"/>
                </a:cubicBezTo>
                <a:cubicBezTo>
                  <a:pt x="27" y="122"/>
                  <a:pt x="28" y="121"/>
                  <a:pt x="29" y="120"/>
                </a:cubicBezTo>
                <a:close/>
                <a:moveTo>
                  <a:pt x="32" y="91"/>
                </a:moveTo>
                <a:cubicBezTo>
                  <a:pt x="32" y="91"/>
                  <a:pt x="32" y="91"/>
                  <a:pt x="32" y="91"/>
                </a:cubicBezTo>
                <a:cubicBezTo>
                  <a:pt x="34" y="91"/>
                  <a:pt x="36" y="89"/>
                  <a:pt x="36" y="87"/>
                </a:cubicBezTo>
                <a:cubicBezTo>
                  <a:pt x="36" y="38"/>
                  <a:pt x="36" y="38"/>
                  <a:pt x="36" y="38"/>
                </a:cubicBezTo>
                <a:cubicBezTo>
                  <a:pt x="36" y="35"/>
                  <a:pt x="34" y="34"/>
                  <a:pt x="32" y="34"/>
                </a:cubicBezTo>
                <a:cubicBezTo>
                  <a:pt x="29" y="34"/>
                  <a:pt x="28" y="35"/>
                  <a:pt x="28" y="38"/>
                </a:cubicBezTo>
                <a:cubicBezTo>
                  <a:pt x="28" y="87"/>
                  <a:pt x="28" y="87"/>
                  <a:pt x="28" y="87"/>
                </a:cubicBezTo>
                <a:cubicBezTo>
                  <a:pt x="28" y="89"/>
                  <a:pt x="29" y="91"/>
                  <a:pt x="32" y="91"/>
                </a:cubicBezTo>
                <a:close/>
                <a:moveTo>
                  <a:pt x="134" y="31"/>
                </a:moveTo>
                <a:cubicBezTo>
                  <a:pt x="134" y="31"/>
                  <a:pt x="134" y="31"/>
                  <a:pt x="134" y="31"/>
                </a:cubicBezTo>
                <a:cubicBezTo>
                  <a:pt x="132" y="32"/>
                  <a:pt x="131" y="34"/>
                  <a:pt x="131" y="36"/>
                </a:cubicBezTo>
                <a:cubicBezTo>
                  <a:pt x="144" y="84"/>
                  <a:pt x="144" y="84"/>
                  <a:pt x="144" y="84"/>
                </a:cubicBezTo>
                <a:cubicBezTo>
                  <a:pt x="144" y="86"/>
                  <a:pt x="146" y="87"/>
                  <a:pt x="149" y="86"/>
                </a:cubicBezTo>
                <a:cubicBezTo>
                  <a:pt x="151" y="86"/>
                  <a:pt x="152" y="84"/>
                  <a:pt x="152" y="82"/>
                </a:cubicBezTo>
                <a:cubicBezTo>
                  <a:pt x="139" y="34"/>
                  <a:pt x="139" y="34"/>
                  <a:pt x="139" y="34"/>
                </a:cubicBezTo>
                <a:cubicBezTo>
                  <a:pt x="138" y="32"/>
                  <a:pt x="136" y="31"/>
                  <a:pt x="134" y="31"/>
                </a:cubicBezTo>
                <a:close/>
                <a:moveTo>
                  <a:pt x="69" y="133"/>
                </a:moveTo>
                <a:cubicBezTo>
                  <a:pt x="69" y="133"/>
                  <a:pt x="69" y="133"/>
                  <a:pt x="69" y="133"/>
                </a:cubicBezTo>
                <a:cubicBezTo>
                  <a:pt x="69" y="133"/>
                  <a:pt x="69" y="133"/>
                  <a:pt x="69" y="133"/>
                </a:cubicBezTo>
                <a:cubicBezTo>
                  <a:pt x="71" y="136"/>
                  <a:pt x="75" y="137"/>
                  <a:pt x="79" y="137"/>
                </a:cubicBezTo>
                <a:cubicBezTo>
                  <a:pt x="82" y="137"/>
                  <a:pt x="86" y="136"/>
                  <a:pt x="88" y="134"/>
                </a:cubicBezTo>
                <a:cubicBezTo>
                  <a:pt x="88" y="133"/>
                  <a:pt x="88" y="133"/>
                  <a:pt x="88" y="133"/>
                </a:cubicBezTo>
                <a:cubicBezTo>
                  <a:pt x="91" y="131"/>
                  <a:pt x="92" y="127"/>
                  <a:pt x="92" y="124"/>
                </a:cubicBezTo>
                <a:cubicBezTo>
                  <a:pt x="92" y="120"/>
                  <a:pt x="91" y="116"/>
                  <a:pt x="88" y="114"/>
                </a:cubicBezTo>
                <a:cubicBezTo>
                  <a:pt x="86" y="112"/>
                  <a:pt x="82" y="110"/>
                  <a:pt x="79" y="110"/>
                </a:cubicBezTo>
                <a:cubicBezTo>
                  <a:pt x="75" y="110"/>
                  <a:pt x="71" y="112"/>
                  <a:pt x="69" y="114"/>
                </a:cubicBezTo>
                <a:cubicBezTo>
                  <a:pt x="69" y="114"/>
                  <a:pt x="69" y="114"/>
                  <a:pt x="69" y="114"/>
                </a:cubicBezTo>
                <a:cubicBezTo>
                  <a:pt x="66" y="116"/>
                  <a:pt x="65" y="120"/>
                  <a:pt x="65" y="124"/>
                </a:cubicBezTo>
                <a:cubicBezTo>
                  <a:pt x="65" y="127"/>
                  <a:pt x="66" y="131"/>
                  <a:pt x="69" y="133"/>
                </a:cubicBezTo>
                <a:close/>
                <a:moveTo>
                  <a:pt x="75" y="120"/>
                </a:moveTo>
                <a:cubicBezTo>
                  <a:pt x="75" y="120"/>
                  <a:pt x="75" y="120"/>
                  <a:pt x="75" y="120"/>
                </a:cubicBezTo>
                <a:cubicBezTo>
                  <a:pt x="76" y="119"/>
                  <a:pt x="77" y="118"/>
                  <a:pt x="79" y="118"/>
                </a:cubicBezTo>
                <a:cubicBezTo>
                  <a:pt x="80" y="118"/>
                  <a:pt x="81" y="119"/>
                  <a:pt x="82" y="120"/>
                </a:cubicBezTo>
                <a:cubicBezTo>
                  <a:pt x="82" y="120"/>
                  <a:pt x="82" y="120"/>
                  <a:pt x="82" y="120"/>
                </a:cubicBezTo>
                <a:cubicBezTo>
                  <a:pt x="84" y="121"/>
                  <a:pt x="84" y="122"/>
                  <a:pt x="84" y="124"/>
                </a:cubicBezTo>
                <a:cubicBezTo>
                  <a:pt x="84" y="125"/>
                  <a:pt x="84" y="127"/>
                  <a:pt x="83" y="128"/>
                </a:cubicBezTo>
                <a:cubicBezTo>
                  <a:pt x="82" y="128"/>
                  <a:pt x="82" y="128"/>
                  <a:pt x="82" y="128"/>
                </a:cubicBezTo>
                <a:cubicBezTo>
                  <a:pt x="81" y="129"/>
                  <a:pt x="80" y="129"/>
                  <a:pt x="79" y="129"/>
                </a:cubicBezTo>
                <a:cubicBezTo>
                  <a:pt x="77" y="129"/>
                  <a:pt x="76" y="129"/>
                  <a:pt x="75" y="128"/>
                </a:cubicBezTo>
                <a:cubicBezTo>
                  <a:pt x="74" y="127"/>
                  <a:pt x="74" y="127"/>
                  <a:pt x="74" y="127"/>
                </a:cubicBezTo>
                <a:cubicBezTo>
                  <a:pt x="74" y="126"/>
                  <a:pt x="73" y="125"/>
                  <a:pt x="73" y="124"/>
                </a:cubicBezTo>
                <a:cubicBezTo>
                  <a:pt x="73" y="122"/>
                  <a:pt x="74" y="121"/>
                  <a:pt x="75" y="120"/>
                </a:cubicBezTo>
                <a:close/>
                <a:moveTo>
                  <a:pt x="81" y="91"/>
                </a:moveTo>
                <a:cubicBezTo>
                  <a:pt x="81" y="91"/>
                  <a:pt x="81" y="91"/>
                  <a:pt x="81" y="91"/>
                </a:cubicBezTo>
                <a:cubicBezTo>
                  <a:pt x="83" y="91"/>
                  <a:pt x="85" y="89"/>
                  <a:pt x="85" y="87"/>
                </a:cubicBezTo>
                <a:cubicBezTo>
                  <a:pt x="85" y="38"/>
                  <a:pt x="85" y="38"/>
                  <a:pt x="85" y="38"/>
                </a:cubicBezTo>
                <a:cubicBezTo>
                  <a:pt x="85" y="35"/>
                  <a:pt x="83" y="34"/>
                  <a:pt x="81" y="34"/>
                </a:cubicBezTo>
                <a:cubicBezTo>
                  <a:pt x="79" y="34"/>
                  <a:pt x="77" y="35"/>
                  <a:pt x="77" y="38"/>
                </a:cubicBezTo>
                <a:cubicBezTo>
                  <a:pt x="77" y="87"/>
                  <a:pt x="77" y="87"/>
                  <a:pt x="77" y="87"/>
                </a:cubicBezTo>
                <a:cubicBezTo>
                  <a:pt x="77" y="89"/>
                  <a:pt x="79" y="91"/>
                  <a:pt x="81" y="91"/>
                </a:cubicBezTo>
                <a:close/>
                <a:moveTo>
                  <a:pt x="148" y="109"/>
                </a:moveTo>
                <a:cubicBezTo>
                  <a:pt x="148" y="109"/>
                  <a:pt x="148" y="109"/>
                  <a:pt x="148" y="109"/>
                </a:cubicBezTo>
                <a:cubicBezTo>
                  <a:pt x="146" y="111"/>
                  <a:pt x="144" y="114"/>
                  <a:pt x="144" y="118"/>
                </a:cubicBezTo>
                <a:cubicBezTo>
                  <a:pt x="144" y="122"/>
                  <a:pt x="146" y="125"/>
                  <a:pt x="148" y="128"/>
                </a:cubicBezTo>
                <a:cubicBezTo>
                  <a:pt x="148" y="128"/>
                  <a:pt x="148" y="128"/>
                  <a:pt x="148" y="128"/>
                </a:cubicBezTo>
                <a:cubicBezTo>
                  <a:pt x="151" y="130"/>
                  <a:pt x="154" y="132"/>
                  <a:pt x="158" y="132"/>
                </a:cubicBezTo>
                <a:cubicBezTo>
                  <a:pt x="161" y="132"/>
                  <a:pt x="165" y="131"/>
                  <a:pt x="167" y="128"/>
                </a:cubicBezTo>
                <a:cubicBezTo>
                  <a:pt x="167" y="128"/>
                  <a:pt x="167" y="128"/>
                  <a:pt x="167" y="128"/>
                </a:cubicBezTo>
                <a:cubicBezTo>
                  <a:pt x="168" y="128"/>
                  <a:pt x="168" y="128"/>
                  <a:pt x="168" y="128"/>
                </a:cubicBezTo>
                <a:cubicBezTo>
                  <a:pt x="170" y="126"/>
                  <a:pt x="171" y="122"/>
                  <a:pt x="171" y="118"/>
                </a:cubicBezTo>
                <a:cubicBezTo>
                  <a:pt x="171" y="114"/>
                  <a:pt x="170" y="111"/>
                  <a:pt x="168" y="109"/>
                </a:cubicBezTo>
                <a:cubicBezTo>
                  <a:pt x="168" y="109"/>
                  <a:pt x="168" y="109"/>
                  <a:pt x="168" y="109"/>
                </a:cubicBezTo>
                <a:cubicBezTo>
                  <a:pt x="168" y="109"/>
                  <a:pt x="168" y="109"/>
                  <a:pt x="168" y="109"/>
                </a:cubicBezTo>
                <a:cubicBezTo>
                  <a:pt x="165" y="106"/>
                  <a:pt x="162" y="105"/>
                  <a:pt x="158" y="105"/>
                </a:cubicBezTo>
                <a:cubicBezTo>
                  <a:pt x="154" y="105"/>
                  <a:pt x="151" y="106"/>
                  <a:pt x="148" y="109"/>
                </a:cubicBezTo>
                <a:close/>
                <a:moveTo>
                  <a:pt x="154" y="114"/>
                </a:moveTo>
                <a:cubicBezTo>
                  <a:pt x="154" y="114"/>
                  <a:pt x="154" y="114"/>
                  <a:pt x="154" y="114"/>
                </a:cubicBezTo>
                <a:cubicBezTo>
                  <a:pt x="155" y="113"/>
                  <a:pt x="156" y="113"/>
                  <a:pt x="158" y="113"/>
                </a:cubicBezTo>
                <a:cubicBezTo>
                  <a:pt x="159" y="113"/>
                  <a:pt x="161" y="113"/>
                  <a:pt x="162" y="114"/>
                </a:cubicBezTo>
                <a:cubicBezTo>
                  <a:pt x="163" y="115"/>
                  <a:pt x="163" y="117"/>
                  <a:pt x="163" y="118"/>
                </a:cubicBezTo>
                <a:cubicBezTo>
                  <a:pt x="163" y="120"/>
                  <a:pt x="163" y="121"/>
                  <a:pt x="162" y="122"/>
                </a:cubicBezTo>
                <a:cubicBezTo>
                  <a:pt x="161" y="123"/>
                  <a:pt x="159" y="124"/>
                  <a:pt x="158" y="124"/>
                </a:cubicBezTo>
                <a:cubicBezTo>
                  <a:pt x="156" y="124"/>
                  <a:pt x="155" y="123"/>
                  <a:pt x="154" y="122"/>
                </a:cubicBezTo>
                <a:cubicBezTo>
                  <a:pt x="154" y="122"/>
                  <a:pt x="154" y="122"/>
                  <a:pt x="154" y="122"/>
                </a:cubicBezTo>
                <a:cubicBezTo>
                  <a:pt x="153" y="121"/>
                  <a:pt x="152" y="120"/>
                  <a:pt x="152" y="118"/>
                </a:cubicBezTo>
                <a:cubicBezTo>
                  <a:pt x="152" y="117"/>
                  <a:pt x="153" y="115"/>
                  <a:pt x="154" y="114"/>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7" name="Rectangle 44"/>
          <p:cNvSpPr>
            <a:spLocks noChangeArrowheads="1"/>
          </p:cNvSpPr>
          <p:nvPr/>
        </p:nvSpPr>
        <p:spPr bwMode="auto">
          <a:xfrm>
            <a:off x="4570472" y="1357990"/>
            <a:ext cx="2377792"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nSpc>
                <a:spcPct val="150000"/>
              </a:lnSpc>
              <a:buClr>
                <a:srgbClr val="37B0E8"/>
              </a:buClr>
            </a:pPr>
            <a:r>
              <a:rPr lang="en-US" altLang="zh-CN" sz="2400" b="1" dirty="0">
                <a:ln w="6350">
                  <a:noFill/>
                </a:ln>
                <a:solidFill>
                  <a:srgbClr val="37B0E8"/>
                </a:solidFill>
                <a:latin typeface="微软雅黑" pitchFamily="34" charset="-122"/>
                <a:ea typeface="微软雅黑" pitchFamily="34" charset="-122"/>
              </a:rPr>
              <a:t>01 </a:t>
            </a:r>
            <a:r>
              <a:rPr lang="en-US" altLang="zh-CN" sz="2400" dirty="0">
                <a:ln w="6350">
                  <a:noFill/>
                </a:ln>
                <a:solidFill>
                  <a:srgbClr val="37B0E8"/>
                </a:solidFill>
                <a:latin typeface="微软雅黑" pitchFamily="34" charset="-122"/>
                <a:ea typeface="微软雅黑" pitchFamily="34" charset="-122"/>
              </a:rPr>
              <a:t>|</a:t>
            </a:r>
            <a:r>
              <a:rPr lang="en-US" altLang="zh-CN" sz="2400" b="1" dirty="0">
                <a:ln w="6350">
                  <a:noFill/>
                </a:ln>
                <a:solidFill>
                  <a:srgbClr val="37B0E8"/>
                </a:solidFill>
                <a:latin typeface="微软雅黑" pitchFamily="34" charset="-122"/>
                <a:ea typeface="微软雅黑" pitchFamily="34" charset="-122"/>
              </a:rPr>
              <a:t> </a:t>
            </a:r>
            <a:r>
              <a:rPr lang="zh-CN" altLang="en-US" sz="2400" b="1" dirty="0">
                <a:ln w="6350">
                  <a:noFill/>
                </a:ln>
                <a:solidFill>
                  <a:srgbClr val="37B0E8"/>
                </a:solidFill>
                <a:latin typeface="微软雅黑" pitchFamily="34" charset="-122"/>
                <a:ea typeface="微软雅黑" pitchFamily="34" charset="-122"/>
              </a:rPr>
              <a:t>绪论</a:t>
            </a:r>
          </a:p>
        </p:txBody>
      </p:sp>
      <p:pic>
        <p:nvPicPr>
          <p:cNvPr id="8" name="图片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868144" y="3579068"/>
            <a:ext cx="2898511" cy="1059606"/>
          </a:xfrm>
          <a:prstGeom prst="rect">
            <a:avLst/>
          </a:prstGeom>
        </p:spPr>
      </p:pic>
    </p:spTree>
  </p:cSld>
  <p:clrMapOvr>
    <a:masterClrMapping/>
  </p:clrMapOvr>
  <p:transition spd="slow">
    <p:push dir="u"/>
  </p:transition>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300" fill="hold"/>
                                            <p:tgtEl>
                                              <p:spTgt spid="3"/>
                                            </p:tgtEl>
                                            <p:attrNameLst>
                                              <p:attrName>ppt_w</p:attrName>
                                            </p:attrNameLst>
                                          </p:cBhvr>
                                          <p:tavLst>
                                            <p:tav tm="0">
                                              <p:val>
                                                <p:fltVal val="0"/>
                                              </p:val>
                                            </p:tav>
                                            <p:tav tm="100000">
                                              <p:val>
                                                <p:strVal val="#ppt_w"/>
                                              </p:val>
                                            </p:tav>
                                          </p:tavLst>
                                        </p:anim>
                                        <p:anim calcmode="lin" valueType="num">
                                          <p:cBhvr>
                                            <p:cTn id="8" dur="300" fill="hold"/>
                                            <p:tgtEl>
                                              <p:spTgt spid="3"/>
                                            </p:tgtEl>
                                            <p:attrNameLst>
                                              <p:attrName>ppt_h</p:attrName>
                                            </p:attrNameLst>
                                          </p:cBhvr>
                                          <p:tavLst>
                                            <p:tav tm="0">
                                              <p:val>
                                                <p:fltVal val="0"/>
                                              </p:val>
                                            </p:tav>
                                            <p:tav tm="100000">
                                              <p:val>
                                                <p:strVal val="#ppt_h"/>
                                              </p:val>
                                            </p:tav>
                                          </p:tavLst>
                                        </p:anim>
                                        <p:animEffect transition="in" filter="fade">
                                          <p:cBhvr>
                                            <p:cTn id="9" dur="300"/>
                                            <p:tgtEl>
                                              <p:spTgt spid="3"/>
                                            </p:tgtEl>
                                          </p:cBhvr>
                                        </p:animEffect>
                                      </p:childTnLst>
                                    </p:cTn>
                                  </p:par>
                                  <p:par>
                                    <p:cTn id="10" presetID="6" presetClass="emph" presetSubtype="0" autoRev="1" fill="hold" grpId="1" nodeType="withEffect">
                                      <p:stCondLst>
                                        <p:cond delay="300"/>
                                      </p:stCondLst>
                                      <p:childTnLst>
                                        <p:animScale>
                                          <p:cBhvr>
                                            <p:cTn id="11" dur="150" fill="hold"/>
                                            <p:tgtEl>
                                              <p:spTgt spid="3"/>
                                            </p:tgtEl>
                                          </p:cBhvr>
                                          <p:by x="110000" y="110000"/>
                                        </p:animScale>
                                      </p:childTnLst>
                                    </p:cTn>
                                  </p:par>
                                  <p:par>
                                    <p:cTn id="12" presetID="53" presetClass="entr" presetSubtype="16" fill="hold" grpId="0" nodeType="withEffect">
                                      <p:stCondLst>
                                        <p:cond delay="100"/>
                                      </p:stCondLst>
                                      <p:childTnLst>
                                        <p:set>
                                          <p:cBhvr>
                                            <p:cTn id="13" dur="1" fill="hold">
                                              <p:stCondLst>
                                                <p:cond delay="0"/>
                                              </p:stCondLst>
                                            </p:cTn>
                                            <p:tgtEl>
                                              <p:spTgt spid="4"/>
                                            </p:tgtEl>
                                            <p:attrNameLst>
                                              <p:attrName>style.visibility</p:attrName>
                                            </p:attrNameLst>
                                          </p:cBhvr>
                                          <p:to>
                                            <p:strVal val="visible"/>
                                          </p:to>
                                        </p:set>
                                        <p:anim calcmode="lin" valueType="num">
                                          <p:cBhvr>
                                            <p:cTn id="14" dur="300" fill="hold"/>
                                            <p:tgtEl>
                                              <p:spTgt spid="4"/>
                                            </p:tgtEl>
                                            <p:attrNameLst>
                                              <p:attrName>ppt_w</p:attrName>
                                            </p:attrNameLst>
                                          </p:cBhvr>
                                          <p:tavLst>
                                            <p:tav tm="0">
                                              <p:val>
                                                <p:fltVal val="0"/>
                                              </p:val>
                                            </p:tav>
                                            <p:tav tm="100000">
                                              <p:val>
                                                <p:strVal val="#ppt_w"/>
                                              </p:val>
                                            </p:tav>
                                          </p:tavLst>
                                        </p:anim>
                                        <p:anim calcmode="lin" valueType="num">
                                          <p:cBhvr>
                                            <p:cTn id="15" dur="300" fill="hold"/>
                                            <p:tgtEl>
                                              <p:spTgt spid="4"/>
                                            </p:tgtEl>
                                            <p:attrNameLst>
                                              <p:attrName>ppt_h</p:attrName>
                                            </p:attrNameLst>
                                          </p:cBhvr>
                                          <p:tavLst>
                                            <p:tav tm="0">
                                              <p:val>
                                                <p:fltVal val="0"/>
                                              </p:val>
                                            </p:tav>
                                            <p:tav tm="100000">
                                              <p:val>
                                                <p:strVal val="#ppt_h"/>
                                              </p:val>
                                            </p:tav>
                                          </p:tavLst>
                                        </p:anim>
                                        <p:animEffect transition="in" filter="fade">
                                          <p:cBhvr>
                                            <p:cTn id="16" dur="300"/>
                                            <p:tgtEl>
                                              <p:spTgt spid="4"/>
                                            </p:tgtEl>
                                          </p:cBhvr>
                                        </p:animEffect>
                                      </p:childTnLst>
                                    </p:cTn>
                                  </p:par>
                                  <p:par>
                                    <p:cTn id="17" presetID="6" presetClass="emph" presetSubtype="0" autoRev="1" fill="hold" grpId="1" nodeType="withEffect">
                                      <p:stCondLst>
                                        <p:cond delay="400"/>
                                      </p:stCondLst>
                                      <p:childTnLst>
                                        <p:animScale>
                                          <p:cBhvr>
                                            <p:cTn id="18" dur="150" fill="hold"/>
                                            <p:tgtEl>
                                              <p:spTgt spid="4"/>
                                            </p:tgtEl>
                                          </p:cBhvr>
                                          <p:by x="110000" y="110000"/>
                                        </p:animScale>
                                      </p:childTnLst>
                                    </p:cTn>
                                  </p:par>
                                  <p:par>
                                    <p:cTn id="19" presetID="2" presetClass="entr" presetSubtype="2" fill="hold" grpId="0" nodeType="withEffect" p14:presetBounceEnd="60000">
                                      <p:stCondLst>
                                        <p:cond delay="500"/>
                                      </p:stCondLst>
                                      <p:childTnLst>
                                        <p:set>
                                          <p:cBhvr>
                                            <p:cTn id="20" dur="1" fill="hold">
                                              <p:stCondLst>
                                                <p:cond delay="0"/>
                                              </p:stCondLst>
                                            </p:cTn>
                                            <p:tgtEl>
                                              <p:spTgt spid="5"/>
                                            </p:tgtEl>
                                            <p:attrNameLst>
                                              <p:attrName>style.visibility</p:attrName>
                                            </p:attrNameLst>
                                          </p:cBhvr>
                                          <p:to>
                                            <p:strVal val="visible"/>
                                          </p:to>
                                        </p:set>
                                        <p:anim calcmode="lin" valueType="num" p14:bounceEnd="60000">
                                          <p:cBhvr additive="base">
                                            <p:cTn id="21" dur="500" fill="hold"/>
                                            <p:tgtEl>
                                              <p:spTgt spid="5"/>
                                            </p:tgtEl>
                                            <p:attrNameLst>
                                              <p:attrName>ppt_x</p:attrName>
                                            </p:attrNameLst>
                                          </p:cBhvr>
                                          <p:tavLst>
                                            <p:tav tm="0">
                                              <p:val>
                                                <p:strVal val="1+#ppt_w/2"/>
                                              </p:val>
                                            </p:tav>
                                            <p:tav tm="100000">
                                              <p:val>
                                                <p:strVal val="#ppt_x"/>
                                              </p:val>
                                            </p:tav>
                                          </p:tavLst>
                                        </p:anim>
                                        <p:anim calcmode="lin" valueType="num" p14:bounceEnd="60000">
                                          <p:cBhvr additive="base">
                                            <p:cTn id="22" dur="500" fill="hold"/>
                                            <p:tgtEl>
                                              <p:spTgt spid="5"/>
                                            </p:tgtEl>
                                            <p:attrNameLst>
                                              <p:attrName>ppt_y</p:attrName>
                                            </p:attrNameLst>
                                          </p:cBhvr>
                                          <p:tavLst>
                                            <p:tav tm="0">
                                              <p:val>
                                                <p:strVal val="#ppt_y"/>
                                              </p:val>
                                            </p:tav>
                                            <p:tav tm="100000">
                                              <p:val>
                                                <p:strVal val="#ppt_y"/>
                                              </p:val>
                                            </p:tav>
                                          </p:tavLst>
                                        </p:anim>
                                      </p:childTnLst>
                                    </p:cTn>
                                  </p:par>
                                  <p:par>
                                    <p:cTn id="23" presetID="53" presetClass="entr" presetSubtype="16" fill="hold" grpId="0" nodeType="withEffect">
                                      <p:stCondLst>
                                        <p:cond delay="200"/>
                                      </p:stCondLst>
                                      <p:childTnLst>
                                        <p:set>
                                          <p:cBhvr>
                                            <p:cTn id="24" dur="1" fill="hold">
                                              <p:stCondLst>
                                                <p:cond delay="0"/>
                                              </p:stCondLst>
                                            </p:cTn>
                                            <p:tgtEl>
                                              <p:spTgt spid="6"/>
                                            </p:tgtEl>
                                            <p:attrNameLst>
                                              <p:attrName>style.visibility</p:attrName>
                                            </p:attrNameLst>
                                          </p:cBhvr>
                                          <p:to>
                                            <p:strVal val="visible"/>
                                          </p:to>
                                        </p:set>
                                        <p:anim calcmode="lin" valueType="num">
                                          <p:cBhvr>
                                            <p:cTn id="25" dur="300" fill="hold"/>
                                            <p:tgtEl>
                                              <p:spTgt spid="6"/>
                                            </p:tgtEl>
                                            <p:attrNameLst>
                                              <p:attrName>ppt_w</p:attrName>
                                            </p:attrNameLst>
                                          </p:cBhvr>
                                          <p:tavLst>
                                            <p:tav tm="0">
                                              <p:val>
                                                <p:fltVal val="0"/>
                                              </p:val>
                                            </p:tav>
                                            <p:tav tm="100000">
                                              <p:val>
                                                <p:strVal val="#ppt_w"/>
                                              </p:val>
                                            </p:tav>
                                          </p:tavLst>
                                        </p:anim>
                                        <p:anim calcmode="lin" valueType="num">
                                          <p:cBhvr>
                                            <p:cTn id="26" dur="300" fill="hold"/>
                                            <p:tgtEl>
                                              <p:spTgt spid="6"/>
                                            </p:tgtEl>
                                            <p:attrNameLst>
                                              <p:attrName>ppt_h</p:attrName>
                                            </p:attrNameLst>
                                          </p:cBhvr>
                                          <p:tavLst>
                                            <p:tav tm="0">
                                              <p:val>
                                                <p:fltVal val="0"/>
                                              </p:val>
                                            </p:tav>
                                            <p:tav tm="100000">
                                              <p:val>
                                                <p:strVal val="#ppt_h"/>
                                              </p:val>
                                            </p:tav>
                                          </p:tavLst>
                                        </p:anim>
                                        <p:animEffect transition="in" filter="fade">
                                          <p:cBhvr>
                                            <p:cTn id="27" dur="300"/>
                                            <p:tgtEl>
                                              <p:spTgt spid="6"/>
                                            </p:tgtEl>
                                          </p:cBhvr>
                                        </p:animEffect>
                                      </p:childTnLst>
                                    </p:cTn>
                                  </p:par>
                                  <p:par>
                                    <p:cTn id="28" presetID="6" presetClass="emph" presetSubtype="0" autoRev="1" fill="hold" grpId="1" nodeType="withEffect">
                                      <p:stCondLst>
                                        <p:cond delay="500"/>
                                      </p:stCondLst>
                                      <p:childTnLst>
                                        <p:animScale>
                                          <p:cBhvr>
                                            <p:cTn id="29" dur="150" fill="hold"/>
                                            <p:tgtEl>
                                              <p:spTgt spid="6"/>
                                            </p:tgtEl>
                                          </p:cBhvr>
                                          <p:by x="110000" y="110000"/>
                                        </p:animScale>
                                      </p:childTnLst>
                                    </p:cTn>
                                  </p:par>
                                  <p:par>
                                    <p:cTn id="30" presetID="2" presetClass="entr" presetSubtype="2" fill="hold" grpId="0" nodeType="withEffect" p14:presetBounceEnd="60000">
                                      <p:stCondLst>
                                        <p:cond delay="500"/>
                                      </p:stCondLst>
                                      <p:childTnLst>
                                        <p:set>
                                          <p:cBhvr>
                                            <p:cTn id="31" dur="1" fill="hold">
                                              <p:stCondLst>
                                                <p:cond delay="0"/>
                                              </p:stCondLst>
                                            </p:cTn>
                                            <p:tgtEl>
                                              <p:spTgt spid="7"/>
                                            </p:tgtEl>
                                            <p:attrNameLst>
                                              <p:attrName>style.visibility</p:attrName>
                                            </p:attrNameLst>
                                          </p:cBhvr>
                                          <p:to>
                                            <p:strVal val="visible"/>
                                          </p:to>
                                        </p:set>
                                        <p:anim calcmode="lin" valueType="num" p14:bounceEnd="60000">
                                          <p:cBhvr additive="base">
                                            <p:cTn id="32" dur="500" fill="hold"/>
                                            <p:tgtEl>
                                              <p:spTgt spid="7"/>
                                            </p:tgtEl>
                                            <p:attrNameLst>
                                              <p:attrName>ppt_x</p:attrName>
                                            </p:attrNameLst>
                                          </p:cBhvr>
                                          <p:tavLst>
                                            <p:tav tm="0">
                                              <p:val>
                                                <p:strVal val="1+#ppt_w/2"/>
                                              </p:val>
                                            </p:tav>
                                            <p:tav tm="100000">
                                              <p:val>
                                                <p:strVal val="#ppt_x"/>
                                              </p:val>
                                            </p:tav>
                                          </p:tavLst>
                                        </p:anim>
                                        <p:anim calcmode="lin" valueType="num" p14:bounceEnd="60000">
                                          <p:cBhvr additive="base">
                                            <p:cTn id="33"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P spid="4" grpId="0" animBg="1"/>
          <p:bldP spid="4" grpId="1" animBg="1"/>
          <p:bldP spid="5" grpId="0"/>
          <p:bldP spid="6" grpId="0" animBg="1"/>
          <p:bldP spid="6" grpId="1" animBg="1"/>
          <p:bldP spid="7"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300" fill="hold"/>
                                            <p:tgtEl>
                                              <p:spTgt spid="3"/>
                                            </p:tgtEl>
                                            <p:attrNameLst>
                                              <p:attrName>ppt_w</p:attrName>
                                            </p:attrNameLst>
                                          </p:cBhvr>
                                          <p:tavLst>
                                            <p:tav tm="0">
                                              <p:val>
                                                <p:fltVal val="0"/>
                                              </p:val>
                                            </p:tav>
                                            <p:tav tm="100000">
                                              <p:val>
                                                <p:strVal val="#ppt_w"/>
                                              </p:val>
                                            </p:tav>
                                          </p:tavLst>
                                        </p:anim>
                                        <p:anim calcmode="lin" valueType="num">
                                          <p:cBhvr>
                                            <p:cTn id="8" dur="300" fill="hold"/>
                                            <p:tgtEl>
                                              <p:spTgt spid="3"/>
                                            </p:tgtEl>
                                            <p:attrNameLst>
                                              <p:attrName>ppt_h</p:attrName>
                                            </p:attrNameLst>
                                          </p:cBhvr>
                                          <p:tavLst>
                                            <p:tav tm="0">
                                              <p:val>
                                                <p:fltVal val="0"/>
                                              </p:val>
                                            </p:tav>
                                            <p:tav tm="100000">
                                              <p:val>
                                                <p:strVal val="#ppt_h"/>
                                              </p:val>
                                            </p:tav>
                                          </p:tavLst>
                                        </p:anim>
                                        <p:animEffect transition="in" filter="fade">
                                          <p:cBhvr>
                                            <p:cTn id="9" dur="300"/>
                                            <p:tgtEl>
                                              <p:spTgt spid="3"/>
                                            </p:tgtEl>
                                          </p:cBhvr>
                                        </p:animEffect>
                                      </p:childTnLst>
                                    </p:cTn>
                                  </p:par>
                                  <p:par>
                                    <p:cTn id="10" presetID="6" presetClass="emph" presetSubtype="0" autoRev="1" fill="hold" grpId="1" nodeType="withEffect">
                                      <p:stCondLst>
                                        <p:cond delay="300"/>
                                      </p:stCondLst>
                                      <p:childTnLst>
                                        <p:animScale>
                                          <p:cBhvr>
                                            <p:cTn id="11" dur="150" fill="hold"/>
                                            <p:tgtEl>
                                              <p:spTgt spid="3"/>
                                            </p:tgtEl>
                                          </p:cBhvr>
                                          <p:by x="110000" y="110000"/>
                                        </p:animScale>
                                      </p:childTnLst>
                                    </p:cTn>
                                  </p:par>
                                  <p:par>
                                    <p:cTn id="12" presetID="53" presetClass="entr" presetSubtype="16" fill="hold" grpId="0" nodeType="withEffect">
                                      <p:stCondLst>
                                        <p:cond delay="100"/>
                                      </p:stCondLst>
                                      <p:childTnLst>
                                        <p:set>
                                          <p:cBhvr>
                                            <p:cTn id="13" dur="1" fill="hold">
                                              <p:stCondLst>
                                                <p:cond delay="0"/>
                                              </p:stCondLst>
                                            </p:cTn>
                                            <p:tgtEl>
                                              <p:spTgt spid="4"/>
                                            </p:tgtEl>
                                            <p:attrNameLst>
                                              <p:attrName>style.visibility</p:attrName>
                                            </p:attrNameLst>
                                          </p:cBhvr>
                                          <p:to>
                                            <p:strVal val="visible"/>
                                          </p:to>
                                        </p:set>
                                        <p:anim calcmode="lin" valueType="num">
                                          <p:cBhvr>
                                            <p:cTn id="14" dur="300" fill="hold"/>
                                            <p:tgtEl>
                                              <p:spTgt spid="4"/>
                                            </p:tgtEl>
                                            <p:attrNameLst>
                                              <p:attrName>ppt_w</p:attrName>
                                            </p:attrNameLst>
                                          </p:cBhvr>
                                          <p:tavLst>
                                            <p:tav tm="0">
                                              <p:val>
                                                <p:fltVal val="0"/>
                                              </p:val>
                                            </p:tav>
                                            <p:tav tm="100000">
                                              <p:val>
                                                <p:strVal val="#ppt_w"/>
                                              </p:val>
                                            </p:tav>
                                          </p:tavLst>
                                        </p:anim>
                                        <p:anim calcmode="lin" valueType="num">
                                          <p:cBhvr>
                                            <p:cTn id="15" dur="300" fill="hold"/>
                                            <p:tgtEl>
                                              <p:spTgt spid="4"/>
                                            </p:tgtEl>
                                            <p:attrNameLst>
                                              <p:attrName>ppt_h</p:attrName>
                                            </p:attrNameLst>
                                          </p:cBhvr>
                                          <p:tavLst>
                                            <p:tav tm="0">
                                              <p:val>
                                                <p:fltVal val="0"/>
                                              </p:val>
                                            </p:tav>
                                            <p:tav tm="100000">
                                              <p:val>
                                                <p:strVal val="#ppt_h"/>
                                              </p:val>
                                            </p:tav>
                                          </p:tavLst>
                                        </p:anim>
                                        <p:animEffect transition="in" filter="fade">
                                          <p:cBhvr>
                                            <p:cTn id="16" dur="300"/>
                                            <p:tgtEl>
                                              <p:spTgt spid="4"/>
                                            </p:tgtEl>
                                          </p:cBhvr>
                                        </p:animEffect>
                                      </p:childTnLst>
                                    </p:cTn>
                                  </p:par>
                                  <p:par>
                                    <p:cTn id="17" presetID="6" presetClass="emph" presetSubtype="0" autoRev="1" fill="hold" grpId="1" nodeType="withEffect">
                                      <p:stCondLst>
                                        <p:cond delay="400"/>
                                      </p:stCondLst>
                                      <p:childTnLst>
                                        <p:animScale>
                                          <p:cBhvr>
                                            <p:cTn id="18" dur="150" fill="hold"/>
                                            <p:tgtEl>
                                              <p:spTgt spid="4"/>
                                            </p:tgtEl>
                                          </p:cBhvr>
                                          <p:by x="110000" y="110000"/>
                                        </p:animScale>
                                      </p:childTnLst>
                                    </p:cTn>
                                  </p:par>
                                  <p:par>
                                    <p:cTn id="19" presetID="2" presetClass="entr" presetSubtype="2" fill="hold" grpId="0" nodeType="withEffect">
                                      <p:stCondLst>
                                        <p:cond delay="500"/>
                                      </p:stCondLst>
                                      <p:childTnLst>
                                        <p:set>
                                          <p:cBhvr>
                                            <p:cTn id="20" dur="1" fill="hold">
                                              <p:stCondLst>
                                                <p:cond delay="0"/>
                                              </p:stCondLst>
                                            </p:cTn>
                                            <p:tgtEl>
                                              <p:spTgt spid="5"/>
                                            </p:tgtEl>
                                            <p:attrNameLst>
                                              <p:attrName>style.visibility</p:attrName>
                                            </p:attrNameLst>
                                          </p:cBhvr>
                                          <p:to>
                                            <p:strVal val="visible"/>
                                          </p:to>
                                        </p:set>
                                        <p:anim calcmode="lin" valueType="num">
                                          <p:cBhvr additive="base">
                                            <p:cTn id="21" dur="500" fill="hold"/>
                                            <p:tgtEl>
                                              <p:spTgt spid="5"/>
                                            </p:tgtEl>
                                            <p:attrNameLst>
                                              <p:attrName>ppt_x</p:attrName>
                                            </p:attrNameLst>
                                          </p:cBhvr>
                                          <p:tavLst>
                                            <p:tav tm="0">
                                              <p:val>
                                                <p:strVal val="1+#ppt_w/2"/>
                                              </p:val>
                                            </p:tav>
                                            <p:tav tm="100000">
                                              <p:val>
                                                <p:strVal val="#ppt_x"/>
                                              </p:val>
                                            </p:tav>
                                          </p:tavLst>
                                        </p:anim>
                                        <p:anim calcmode="lin" valueType="num">
                                          <p:cBhvr additive="base">
                                            <p:cTn id="22" dur="500" fill="hold"/>
                                            <p:tgtEl>
                                              <p:spTgt spid="5"/>
                                            </p:tgtEl>
                                            <p:attrNameLst>
                                              <p:attrName>ppt_y</p:attrName>
                                            </p:attrNameLst>
                                          </p:cBhvr>
                                          <p:tavLst>
                                            <p:tav tm="0">
                                              <p:val>
                                                <p:strVal val="#ppt_y"/>
                                              </p:val>
                                            </p:tav>
                                            <p:tav tm="100000">
                                              <p:val>
                                                <p:strVal val="#ppt_y"/>
                                              </p:val>
                                            </p:tav>
                                          </p:tavLst>
                                        </p:anim>
                                      </p:childTnLst>
                                    </p:cTn>
                                  </p:par>
                                  <p:par>
                                    <p:cTn id="23" presetID="53" presetClass="entr" presetSubtype="16" fill="hold" grpId="0" nodeType="withEffect">
                                      <p:stCondLst>
                                        <p:cond delay="200"/>
                                      </p:stCondLst>
                                      <p:childTnLst>
                                        <p:set>
                                          <p:cBhvr>
                                            <p:cTn id="24" dur="1" fill="hold">
                                              <p:stCondLst>
                                                <p:cond delay="0"/>
                                              </p:stCondLst>
                                            </p:cTn>
                                            <p:tgtEl>
                                              <p:spTgt spid="6"/>
                                            </p:tgtEl>
                                            <p:attrNameLst>
                                              <p:attrName>style.visibility</p:attrName>
                                            </p:attrNameLst>
                                          </p:cBhvr>
                                          <p:to>
                                            <p:strVal val="visible"/>
                                          </p:to>
                                        </p:set>
                                        <p:anim calcmode="lin" valueType="num">
                                          <p:cBhvr>
                                            <p:cTn id="25" dur="300" fill="hold"/>
                                            <p:tgtEl>
                                              <p:spTgt spid="6"/>
                                            </p:tgtEl>
                                            <p:attrNameLst>
                                              <p:attrName>ppt_w</p:attrName>
                                            </p:attrNameLst>
                                          </p:cBhvr>
                                          <p:tavLst>
                                            <p:tav tm="0">
                                              <p:val>
                                                <p:fltVal val="0"/>
                                              </p:val>
                                            </p:tav>
                                            <p:tav tm="100000">
                                              <p:val>
                                                <p:strVal val="#ppt_w"/>
                                              </p:val>
                                            </p:tav>
                                          </p:tavLst>
                                        </p:anim>
                                        <p:anim calcmode="lin" valueType="num">
                                          <p:cBhvr>
                                            <p:cTn id="26" dur="300" fill="hold"/>
                                            <p:tgtEl>
                                              <p:spTgt spid="6"/>
                                            </p:tgtEl>
                                            <p:attrNameLst>
                                              <p:attrName>ppt_h</p:attrName>
                                            </p:attrNameLst>
                                          </p:cBhvr>
                                          <p:tavLst>
                                            <p:tav tm="0">
                                              <p:val>
                                                <p:fltVal val="0"/>
                                              </p:val>
                                            </p:tav>
                                            <p:tav tm="100000">
                                              <p:val>
                                                <p:strVal val="#ppt_h"/>
                                              </p:val>
                                            </p:tav>
                                          </p:tavLst>
                                        </p:anim>
                                        <p:animEffect transition="in" filter="fade">
                                          <p:cBhvr>
                                            <p:cTn id="27" dur="300"/>
                                            <p:tgtEl>
                                              <p:spTgt spid="6"/>
                                            </p:tgtEl>
                                          </p:cBhvr>
                                        </p:animEffect>
                                      </p:childTnLst>
                                    </p:cTn>
                                  </p:par>
                                  <p:par>
                                    <p:cTn id="28" presetID="6" presetClass="emph" presetSubtype="0" autoRev="1" fill="hold" grpId="1" nodeType="withEffect">
                                      <p:stCondLst>
                                        <p:cond delay="500"/>
                                      </p:stCondLst>
                                      <p:childTnLst>
                                        <p:animScale>
                                          <p:cBhvr>
                                            <p:cTn id="29" dur="150" fill="hold"/>
                                            <p:tgtEl>
                                              <p:spTgt spid="6"/>
                                            </p:tgtEl>
                                          </p:cBhvr>
                                          <p:by x="110000" y="110000"/>
                                        </p:animScale>
                                      </p:childTnLst>
                                    </p:cTn>
                                  </p:par>
                                  <p:par>
                                    <p:cTn id="30" presetID="2" presetClass="entr" presetSubtype="2" fill="hold" grpId="0" nodeType="withEffect">
                                      <p:stCondLst>
                                        <p:cond delay="500"/>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500" fill="hold"/>
                                            <p:tgtEl>
                                              <p:spTgt spid="7"/>
                                            </p:tgtEl>
                                            <p:attrNameLst>
                                              <p:attrName>ppt_x</p:attrName>
                                            </p:attrNameLst>
                                          </p:cBhvr>
                                          <p:tavLst>
                                            <p:tav tm="0">
                                              <p:val>
                                                <p:strVal val="1+#ppt_w/2"/>
                                              </p:val>
                                            </p:tav>
                                            <p:tav tm="100000">
                                              <p:val>
                                                <p:strVal val="#ppt_x"/>
                                              </p:val>
                                            </p:tav>
                                          </p:tavLst>
                                        </p:anim>
                                        <p:anim calcmode="lin" valueType="num">
                                          <p:cBhvr additive="base">
                                            <p:cTn id="33"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P spid="4" grpId="0" animBg="1"/>
          <p:bldP spid="4" grpId="1" animBg="1"/>
          <p:bldP spid="5" grpId="0"/>
          <p:bldP spid="6" grpId="0" animBg="1"/>
          <p:bldP spid="6" grpId="1" animBg="1"/>
          <p:bldP spid="7" grpId="0"/>
        </p:bldLst>
      </p:timing>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nvCxnSpPr>
        <p:spPr>
          <a:xfrm flipH="1">
            <a:off x="0" y="2368389"/>
            <a:ext cx="390525" cy="0"/>
          </a:xfrm>
          <a:prstGeom prst="line">
            <a:avLst/>
          </a:prstGeom>
          <a:ln w="6350">
            <a:solidFill>
              <a:srgbClr val="62768C"/>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flipH="1">
            <a:off x="0" y="1977864"/>
            <a:ext cx="390525" cy="0"/>
          </a:xfrm>
          <a:prstGeom prst="line">
            <a:avLst/>
          </a:prstGeom>
          <a:ln w="6350">
            <a:solidFill>
              <a:srgbClr val="62768C"/>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H="1">
            <a:off x="0" y="2762089"/>
            <a:ext cx="390525" cy="0"/>
          </a:xfrm>
          <a:prstGeom prst="line">
            <a:avLst/>
          </a:prstGeom>
          <a:ln w="6350">
            <a:solidFill>
              <a:srgbClr val="62768C"/>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flipH="1">
            <a:off x="0" y="3152614"/>
            <a:ext cx="390525" cy="0"/>
          </a:xfrm>
          <a:prstGeom prst="line">
            <a:avLst/>
          </a:prstGeom>
          <a:ln w="6350">
            <a:solidFill>
              <a:srgbClr val="62768C"/>
            </a:solidFill>
          </a:ln>
        </p:spPr>
        <p:style>
          <a:lnRef idx="1">
            <a:schemeClr val="accent1"/>
          </a:lnRef>
          <a:fillRef idx="0">
            <a:schemeClr val="accent1"/>
          </a:fillRef>
          <a:effectRef idx="0">
            <a:schemeClr val="accent1"/>
          </a:effectRef>
          <a:fontRef idx="minor">
            <a:schemeClr val="tx1"/>
          </a:fontRef>
        </p:style>
      </p:cxnSp>
      <p:grpSp>
        <p:nvGrpSpPr>
          <p:cNvPr id="33" name="组合 32"/>
          <p:cNvGrpSpPr/>
          <p:nvPr/>
        </p:nvGrpSpPr>
        <p:grpSpPr>
          <a:xfrm>
            <a:off x="8632482" y="346839"/>
            <a:ext cx="156623" cy="156623"/>
            <a:chOff x="8689063" y="2493438"/>
            <a:chExt cx="156623" cy="156623"/>
          </a:xfrm>
        </p:grpSpPr>
        <p:sp>
          <p:nvSpPr>
            <p:cNvPr id="26" name="矩形 25"/>
            <p:cNvSpPr/>
            <p:nvPr/>
          </p:nvSpPr>
          <p:spPr>
            <a:xfrm>
              <a:off x="8689063" y="2493438"/>
              <a:ext cx="156623" cy="156623"/>
            </a:xfrm>
            <a:prstGeom prst="rect">
              <a:avLst/>
            </a:prstGeom>
            <a:solidFill>
              <a:srgbClr val="586B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任意多边形 30"/>
            <p:cNvSpPr/>
            <p:nvPr/>
          </p:nvSpPr>
          <p:spPr>
            <a:xfrm rot="10800000">
              <a:off x="8737889" y="2531868"/>
              <a:ext cx="58967" cy="79764"/>
            </a:xfrm>
            <a:custGeom>
              <a:avLst/>
              <a:gdLst>
                <a:gd name="connsiteX0" fmla="*/ 0 w 78581"/>
                <a:gd name="connsiteY0" fmla="*/ 0 h 152400"/>
                <a:gd name="connsiteX1" fmla="*/ 78581 w 78581"/>
                <a:gd name="connsiteY1" fmla="*/ 78581 h 152400"/>
                <a:gd name="connsiteX2" fmla="*/ 4762 w 78581"/>
                <a:gd name="connsiteY2" fmla="*/ 152400 h 152400"/>
              </a:gdLst>
              <a:ahLst/>
              <a:cxnLst>
                <a:cxn ang="0">
                  <a:pos x="connsiteX0" y="connsiteY0"/>
                </a:cxn>
                <a:cxn ang="0">
                  <a:pos x="connsiteX1" y="connsiteY1"/>
                </a:cxn>
                <a:cxn ang="0">
                  <a:pos x="connsiteX2" y="connsiteY2"/>
                </a:cxn>
              </a:cxnLst>
              <a:rect l="l" t="t" r="r" b="b"/>
              <a:pathLst>
                <a:path w="78581" h="152400">
                  <a:moveTo>
                    <a:pt x="0" y="0"/>
                  </a:moveTo>
                  <a:lnTo>
                    <a:pt x="78581" y="78581"/>
                  </a:lnTo>
                  <a:lnTo>
                    <a:pt x="4762" y="152400"/>
                  </a:lnTo>
                </a:path>
              </a:pathLst>
            </a:cu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4" name="组合 33"/>
          <p:cNvGrpSpPr/>
          <p:nvPr/>
        </p:nvGrpSpPr>
        <p:grpSpPr>
          <a:xfrm>
            <a:off x="8789105" y="346839"/>
            <a:ext cx="156623" cy="156623"/>
            <a:chOff x="8845686" y="2493438"/>
            <a:chExt cx="156623" cy="156623"/>
          </a:xfrm>
        </p:grpSpPr>
        <p:sp>
          <p:nvSpPr>
            <p:cNvPr id="30" name="矩形 29"/>
            <p:cNvSpPr/>
            <p:nvPr/>
          </p:nvSpPr>
          <p:spPr>
            <a:xfrm>
              <a:off x="8845686" y="2493438"/>
              <a:ext cx="156623" cy="156623"/>
            </a:xfrm>
            <a:prstGeom prst="rect">
              <a:avLst/>
            </a:prstGeom>
            <a:solidFill>
              <a:srgbClr val="37B0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任意多边形 31"/>
            <p:cNvSpPr/>
            <p:nvPr/>
          </p:nvSpPr>
          <p:spPr>
            <a:xfrm>
              <a:off x="8894513" y="2531868"/>
              <a:ext cx="58967" cy="79764"/>
            </a:xfrm>
            <a:custGeom>
              <a:avLst/>
              <a:gdLst>
                <a:gd name="connsiteX0" fmla="*/ 0 w 78581"/>
                <a:gd name="connsiteY0" fmla="*/ 0 h 152400"/>
                <a:gd name="connsiteX1" fmla="*/ 78581 w 78581"/>
                <a:gd name="connsiteY1" fmla="*/ 78581 h 152400"/>
                <a:gd name="connsiteX2" fmla="*/ 4762 w 78581"/>
                <a:gd name="connsiteY2" fmla="*/ 152400 h 152400"/>
              </a:gdLst>
              <a:ahLst/>
              <a:cxnLst>
                <a:cxn ang="0">
                  <a:pos x="connsiteX0" y="connsiteY0"/>
                </a:cxn>
                <a:cxn ang="0">
                  <a:pos x="connsiteX1" y="connsiteY1"/>
                </a:cxn>
                <a:cxn ang="0">
                  <a:pos x="connsiteX2" y="connsiteY2"/>
                </a:cxn>
              </a:cxnLst>
              <a:rect l="l" t="t" r="r" b="b"/>
              <a:pathLst>
                <a:path w="78581" h="152400">
                  <a:moveTo>
                    <a:pt x="0" y="0"/>
                  </a:moveTo>
                  <a:lnTo>
                    <a:pt x="78581" y="78581"/>
                  </a:lnTo>
                  <a:lnTo>
                    <a:pt x="4762" y="152400"/>
                  </a:lnTo>
                </a:path>
              </a:pathLst>
            </a:cu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5" name="矩形 34">
            <a:hlinkClick r:id="" action="ppaction://hlinkshowjump?jump=previousslide"/>
          </p:cNvPr>
          <p:cNvSpPr/>
          <p:nvPr/>
        </p:nvSpPr>
        <p:spPr>
          <a:xfrm>
            <a:off x="8632479" y="340203"/>
            <a:ext cx="156623" cy="166239"/>
          </a:xfrm>
          <a:prstGeom prst="rect">
            <a:avLst/>
          </a:prstGeom>
          <a:solidFill>
            <a:srgbClr val="37B0E8">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35">
            <a:hlinkClick r:id="" action="ppaction://hlinkshowjump?jump=nextslide"/>
          </p:cNvPr>
          <p:cNvSpPr/>
          <p:nvPr/>
        </p:nvSpPr>
        <p:spPr>
          <a:xfrm>
            <a:off x="8789102" y="340203"/>
            <a:ext cx="156623" cy="166239"/>
          </a:xfrm>
          <a:prstGeom prst="rect">
            <a:avLst/>
          </a:prstGeom>
          <a:solidFill>
            <a:srgbClr val="37B0E8">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矩形 36"/>
          <p:cNvSpPr/>
          <p:nvPr/>
        </p:nvSpPr>
        <p:spPr>
          <a:xfrm>
            <a:off x="-1" y="1588788"/>
            <a:ext cx="1280513" cy="390525"/>
          </a:xfrm>
          <a:prstGeom prst="rect">
            <a:avLst/>
          </a:prstGeom>
          <a:solidFill>
            <a:srgbClr val="37B0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Freeform 11"/>
          <p:cNvSpPr>
            <a:spLocks noEditPoints="1"/>
          </p:cNvSpPr>
          <p:nvPr/>
        </p:nvSpPr>
        <p:spPr bwMode="auto">
          <a:xfrm>
            <a:off x="124293" y="2864285"/>
            <a:ext cx="150176" cy="190798"/>
          </a:xfrm>
          <a:custGeom>
            <a:avLst/>
            <a:gdLst>
              <a:gd name="T0" fmla="*/ 104 w 139"/>
              <a:gd name="T1" fmla="*/ 99 h 177"/>
              <a:gd name="T2" fmla="*/ 91 w 139"/>
              <a:gd name="T3" fmla="*/ 160 h 177"/>
              <a:gd name="T4" fmla="*/ 133 w 139"/>
              <a:gd name="T5" fmla="*/ 164 h 177"/>
              <a:gd name="T6" fmla="*/ 133 w 139"/>
              <a:gd name="T7" fmla="*/ 177 h 177"/>
              <a:gd name="T8" fmla="*/ 0 w 139"/>
              <a:gd name="T9" fmla="*/ 170 h 177"/>
              <a:gd name="T10" fmla="*/ 51 w 139"/>
              <a:gd name="T11" fmla="*/ 164 h 177"/>
              <a:gd name="T12" fmla="*/ 81 w 139"/>
              <a:gd name="T13" fmla="*/ 151 h 177"/>
              <a:gd name="T14" fmla="*/ 10 w 139"/>
              <a:gd name="T15" fmla="*/ 147 h 177"/>
              <a:gd name="T16" fmla="*/ 10 w 139"/>
              <a:gd name="T17" fmla="*/ 139 h 177"/>
              <a:gd name="T18" fmla="*/ 94 w 139"/>
              <a:gd name="T19" fmla="*/ 120 h 177"/>
              <a:gd name="T20" fmla="*/ 84 w 139"/>
              <a:gd name="T21" fmla="*/ 92 h 177"/>
              <a:gd name="T22" fmla="*/ 69 w 139"/>
              <a:gd name="T23" fmla="*/ 94 h 177"/>
              <a:gd name="T24" fmla="*/ 53 w 139"/>
              <a:gd name="T25" fmla="*/ 113 h 177"/>
              <a:gd name="T26" fmla="*/ 46 w 139"/>
              <a:gd name="T27" fmla="*/ 117 h 177"/>
              <a:gd name="T28" fmla="*/ 24 w 139"/>
              <a:gd name="T29" fmla="*/ 109 h 177"/>
              <a:gd name="T30" fmla="*/ 26 w 139"/>
              <a:gd name="T31" fmla="*/ 97 h 177"/>
              <a:gd name="T32" fmla="*/ 21 w 139"/>
              <a:gd name="T33" fmla="*/ 89 h 177"/>
              <a:gd name="T34" fmla="*/ 63 w 139"/>
              <a:gd name="T35" fmla="*/ 24 h 177"/>
              <a:gd name="T36" fmla="*/ 67 w 139"/>
              <a:gd name="T37" fmla="*/ 26 h 177"/>
              <a:gd name="T38" fmla="*/ 69 w 139"/>
              <a:gd name="T39" fmla="*/ 14 h 177"/>
              <a:gd name="T40" fmla="*/ 76 w 139"/>
              <a:gd name="T41" fmla="*/ 2 h 177"/>
              <a:gd name="T42" fmla="*/ 109 w 139"/>
              <a:gd name="T43" fmla="*/ 29 h 177"/>
              <a:gd name="T44" fmla="*/ 96 w 139"/>
              <a:gd name="T45" fmla="*/ 30 h 177"/>
              <a:gd name="T46" fmla="*/ 94 w 139"/>
              <a:gd name="T47" fmla="*/ 42 h 177"/>
              <a:gd name="T48" fmla="*/ 87 w 139"/>
              <a:gd name="T49" fmla="*/ 63 h 177"/>
              <a:gd name="T50" fmla="*/ 92 w 139"/>
              <a:gd name="T51" fmla="*/ 81 h 177"/>
              <a:gd name="T52" fmla="*/ 89 w 139"/>
              <a:gd name="T53" fmla="*/ 26 h 177"/>
              <a:gd name="T54" fmla="*/ 74 w 139"/>
              <a:gd name="T55" fmla="*/ 30 h 177"/>
              <a:gd name="T56" fmla="*/ 89 w 139"/>
              <a:gd name="T57" fmla="*/ 26 h 177"/>
              <a:gd name="T58" fmla="*/ 80 w 139"/>
              <a:gd name="T59" fmla="*/ 59 h 177"/>
              <a:gd name="T60" fmla="*/ 62 w 139"/>
              <a:gd name="T61" fmla="*/ 33 h 177"/>
              <a:gd name="T62" fmla="*/ 54 w 139"/>
              <a:gd name="T63" fmla="*/ 104 h 177"/>
              <a:gd name="T64" fmla="*/ 56 w 139"/>
              <a:gd name="T65" fmla="*/ 76 h 177"/>
              <a:gd name="T66" fmla="*/ 62 w 139"/>
              <a:gd name="T67" fmla="*/ 63 h 177"/>
              <a:gd name="T68" fmla="*/ 82 w 139"/>
              <a:gd name="T69" fmla="*/ 69 h 177"/>
              <a:gd name="T70" fmla="*/ 67 w 139"/>
              <a:gd name="T71" fmla="*/ 69 h 177"/>
              <a:gd name="T72" fmla="*/ 67 w 139"/>
              <a:gd name="T73" fmla="*/ 69 h 177"/>
              <a:gd name="T74" fmla="*/ 75 w 139"/>
              <a:gd name="T75" fmla="*/ 86 h 177"/>
              <a:gd name="T76" fmla="*/ 82 w 139"/>
              <a:gd name="T77" fmla="*/ 83 h 177"/>
              <a:gd name="T78" fmla="*/ 82 w 139"/>
              <a:gd name="T79" fmla="*/ 69 h 177"/>
              <a:gd name="T80" fmla="*/ 33 w 139"/>
              <a:gd name="T81" fmla="*/ 101 h 177"/>
              <a:gd name="T82" fmla="*/ 31 w 139"/>
              <a:gd name="T83" fmla="*/ 104 h 177"/>
              <a:gd name="T84" fmla="*/ 42 w 139"/>
              <a:gd name="T85" fmla="*/ 106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 h="177">
                <a:moveTo>
                  <a:pt x="92" y="81"/>
                </a:moveTo>
                <a:cubicBezTo>
                  <a:pt x="97" y="87"/>
                  <a:pt x="101" y="92"/>
                  <a:pt x="104" y="99"/>
                </a:cubicBezTo>
                <a:cubicBezTo>
                  <a:pt x="106" y="106"/>
                  <a:pt x="108" y="113"/>
                  <a:pt x="108" y="120"/>
                </a:cubicBezTo>
                <a:cubicBezTo>
                  <a:pt x="108" y="136"/>
                  <a:pt x="101" y="150"/>
                  <a:pt x="91" y="160"/>
                </a:cubicBezTo>
                <a:cubicBezTo>
                  <a:pt x="90" y="162"/>
                  <a:pt x="89" y="163"/>
                  <a:pt x="88" y="164"/>
                </a:cubicBezTo>
                <a:cubicBezTo>
                  <a:pt x="133" y="164"/>
                  <a:pt x="133" y="164"/>
                  <a:pt x="133" y="164"/>
                </a:cubicBezTo>
                <a:cubicBezTo>
                  <a:pt x="136" y="164"/>
                  <a:pt x="139" y="167"/>
                  <a:pt x="139" y="170"/>
                </a:cubicBezTo>
                <a:cubicBezTo>
                  <a:pt x="139" y="174"/>
                  <a:pt x="136" y="177"/>
                  <a:pt x="133" y="177"/>
                </a:cubicBezTo>
                <a:cubicBezTo>
                  <a:pt x="91" y="177"/>
                  <a:pt x="49" y="177"/>
                  <a:pt x="7" y="177"/>
                </a:cubicBezTo>
                <a:cubicBezTo>
                  <a:pt x="3" y="177"/>
                  <a:pt x="0" y="174"/>
                  <a:pt x="0" y="170"/>
                </a:cubicBezTo>
                <a:cubicBezTo>
                  <a:pt x="0" y="167"/>
                  <a:pt x="3" y="164"/>
                  <a:pt x="7" y="164"/>
                </a:cubicBezTo>
                <a:cubicBezTo>
                  <a:pt x="51" y="164"/>
                  <a:pt x="51" y="164"/>
                  <a:pt x="51" y="164"/>
                </a:cubicBezTo>
                <a:cubicBezTo>
                  <a:pt x="51" y="164"/>
                  <a:pt x="51" y="164"/>
                  <a:pt x="51" y="164"/>
                </a:cubicBezTo>
                <a:cubicBezTo>
                  <a:pt x="63" y="164"/>
                  <a:pt x="74" y="159"/>
                  <a:pt x="81" y="151"/>
                </a:cubicBezTo>
                <a:cubicBezTo>
                  <a:pt x="83" y="150"/>
                  <a:pt x="84" y="148"/>
                  <a:pt x="85" y="147"/>
                </a:cubicBezTo>
                <a:cubicBezTo>
                  <a:pt x="10" y="147"/>
                  <a:pt x="10" y="147"/>
                  <a:pt x="10" y="147"/>
                </a:cubicBezTo>
                <a:cubicBezTo>
                  <a:pt x="8" y="147"/>
                  <a:pt x="6" y="145"/>
                  <a:pt x="6" y="143"/>
                </a:cubicBezTo>
                <a:cubicBezTo>
                  <a:pt x="6" y="141"/>
                  <a:pt x="8" y="139"/>
                  <a:pt x="10" y="139"/>
                </a:cubicBezTo>
                <a:cubicBezTo>
                  <a:pt x="90" y="139"/>
                  <a:pt x="90" y="139"/>
                  <a:pt x="90" y="139"/>
                </a:cubicBezTo>
                <a:cubicBezTo>
                  <a:pt x="93" y="133"/>
                  <a:pt x="94" y="127"/>
                  <a:pt x="94" y="120"/>
                </a:cubicBezTo>
                <a:cubicBezTo>
                  <a:pt x="94" y="114"/>
                  <a:pt x="93" y="109"/>
                  <a:pt x="91" y="104"/>
                </a:cubicBezTo>
                <a:cubicBezTo>
                  <a:pt x="89" y="100"/>
                  <a:pt x="87" y="96"/>
                  <a:pt x="84" y="92"/>
                </a:cubicBezTo>
                <a:cubicBezTo>
                  <a:pt x="81" y="94"/>
                  <a:pt x="78" y="94"/>
                  <a:pt x="75" y="94"/>
                </a:cubicBezTo>
                <a:cubicBezTo>
                  <a:pt x="73" y="94"/>
                  <a:pt x="71" y="94"/>
                  <a:pt x="69" y="94"/>
                </a:cubicBezTo>
                <a:cubicBezTo>
                  <a:pt x="59" y="111"/>
                  <a:pt x="59" y="111"/>
                  <a:pt x="59" y="111"/>
                </a:cubicBezTo>
                <a:cubicBezTo>
                  <a:pt x="58" y="113"/>
                  <a:pt x="55" y="114"/>
                  <a:pt x="53" y="113"/>
                </a:cubicBezTo>
                <a:cubicBezTo>
                  <a:pt x="50" y="111"/>
                  <a:pt x="50" y="111"/>
                  <a:pt x="50" y="111"/>
                </a:cubicBezTo>
                <a:cubicBezTo>
                  <a:pt x="46" y="117"/>
                  <a:pt x="46" y="117"/>
                  <a:pt x="46" y="117"/>
                </a:cubicBezTo>
                <a:cubicBezTo>
                  <a:pt x="45" y="119"/>
                  <a:pt x="42" y="119"/>
                  <a:pt x="40" y="118"/>
                </a:cubicBezTo>
                <a:cubicBezTo>
                  <a:pt x="24" y="109"/>
                  <a:pt x="24" y="109"/>
                  <a:pt x="24" y="109"/>
                </a:cubicBezTo>
                <a:cubicBezTo>
                  <a:pt x="22" y="108"/>
                  <a:pt x="21" y="105"/>
                  <a:pt x="22" y="103"/>
                </a:cubicBezTo>
                <a:cubicBezTo>
                  <a:pt x="26" y="97"/>
                  <a:pt x="26" y="97"/>
                  <a:pt x="26" y="97"/>
                </a:cubicBezTo>
                <a:cubicBezTo>
                  <a:pt x="22" y="95"/>
                  <a:pt x="22" y="95"/>
                  <a:pt x="22" y="95"/>
                </a:cubicBezTo>
                <a:cubicBezTo>
                  <a:pt x="20" y="94"/>
                  <a:pt x="20" y="91"/>
                  <a:pt x="21" y="89"/>
                </a:cubicBezTo>
                <a:cubicBezTo>
                  <a:pt x="57" y="26"/>
                  <a:pt x="57" y="26"/>
                  <a:pt x="57" y="26"/>
                </a:cubicBezTo>
                <a:cubicBezTo>
                  <a:pt x="58" y="24"/>
                  <a:pt x="61" y="23"/>
                  <a:pt x="63" y="24"/>
                </a:cubicBezTo>
                <a:cubicBezTo>
                  <a:pt x="63" y="24"/>
                  <a:pt x="63" y="24"/>
                  <a:pt x="63" y="24"/>
                </a:cubicBezTo>
                <a:cubicBezTo>
                  <a:pt x="67" y="26"/>
                  <a:pt x="67" y="26"/>
                  <a:pt x="67" y="26"/>
                </a:cubicBezTo>
                <a:cubicBezTo>
                  <a:pt x="73" y="16"/>
                  <a:pt x="73" y="16"/>
                  <a:pt x="73" y="16"/>
                </a:cubicBezTo>
                <a:cubicBezTo>
                  <a:pt x="69" y="14"/>
                  <a:pt x="69" y="14"/>
                  <a:pt x="69" y="14"/>
                </a:cubicBezTo>
                <a:cubicBezTo>
                  <a:pt x="66" y="12"/>
                  <a:pt x="65" y="8"/>
                  <a:pt x="66" y="5"/>
                </a:cubicBezTo>
                <a:cubicBezTo>
                  <a:pt x="68" y="1"/>
                  <a:pt x="72" y="0"/>
                  <a:pt x="76" y="2"/>
                </a:cubicBezTo>
                <a:cubicBezTo>
                  <a:pt x="86" y="8"/>
                  <a:pt x="96" y="14"/>
                  <a:pt x="107" y="20"/>
                </a:cubicBezTo>
                <a:cubicBezTo>
                  <a:pt x="110" y="22"/>
                  <a:pt x="111" y="26"/>
                  <a:pt x="109" y="29"/>
                </a:cubicBezTo>
                <a:cubicBezTo>
                  <a:pt x="107" y="33"/>
                  <a:pt x="103" y="34"/>
                  <a:pt x="100" y="32"/>
                </a:cubicBezTo>
                <a:cubicBezTo>
                  <a:pt x="96" y="30"/>
                  <a:pt x="96" y="30"/>
                  <a:pt x="96" y="30"/>
                </a:cubicBezTo>
                <a:cubicBezTo>
                  <a:pt x="90" y="40"/>
                  <a:pt x="90" y="40"/>
                  <a:pt x="90" y="40"/>
                </a:cubicBezTo>
                <a:cubicBezTo>
                  <a:pt x="94" y="42"/>
                  <a:pt x="94" y="42"/>
                  <a:pt x="94" y="42"/>
                </a:cubicBezTo>
                <a:cubicBezTo>
                  <a:pt x="96" y="43"/>
                  <a:pt x="97" y="46"/>
                  <a:pt x="96" y="48"/>
                </a:cubicBezTo>
                <a:cubicBezTo>
                  <a:pt x="87" y="63"/>
                  <a:pt x="87" y="63"/>
                  <a:pt x="87" y="63"/>
                </a:cubicBezTo>
                <a:cubicBezTo>
                  <a:pt x="91" y="66"/>
                  <a:pt x="93" y="71"/>
                  <a:pt x="93" y="76"/>
                </a:cubicBezTo>
                <a:cubicBezTo>
                  <a:pt x="93" y="78"/>
                  <a:pt x="93" y="80"/>
                  <a:pt x="92" y="81"/>
                </a:cubicBezTo>
                <a:close/>
                <a:moveTo>
                  <a:pt x="89" y="26"/>
                </a:moveTo>
                <a:cubicBezTo>
                  <a:pt x="89" y="26"/>
                  <a:pt x="89" y="26"/>
                  <a:pt x="89" y="26"/>
                </a:cubicBezTo>
                <a:cubicBezTo>
                  <a:pt x="86" y="24"/>
                  <a:pt x="83" y="22"/>
                  <a:pt x="80" y="20"/>
                </a:cubicBezTo>
                <a:cubicBezTo>
                  <a:pt x="74" y="30"/>
                  <a:pt x="74" y="30"/>
                  <a:pt x="74" y="30"/>
                </a:cubicBezTo>
                <a:cubicBezTo>
                  <a:pt x="83" y="36"/>
                  <a:pt x="83" y="36"/>
                  <a:pt x="83" y="36"/>
                </a:cubicBezTo>
                <a:cubicBezTo>
                  <a:pt x="89" y="26"/>
                  <a:pt x="89" y="26"/>
                  <a:pt x="89" y="26"/>
                </a:cubicBezTo>
                <a:close/>
                <a:moveTo>
                  <a:pt x="80" y="59"/>
                </a:moveTo>
                <a:cubicBezTo>
                  <a:pt x="80" y="59"/>
                  <a:pt x="80" y="59"/>
                  <a:pt x="80" y="59"/>
                </a:cubicBezTo>
                <a:cubicBezTo>
                  <a:pt x="87" y="47"/>
                  <a:pt x="87" y="47"/>
                  <a:pt x="87" y="47"/>
                </a:cubicBezTo>
                <a:cubicBezTo>
                  <a:pt x="78" y="43"/>
                  <a:pt x="70" y="38"/>
                  <a:pt x="62" y="33"/>
                </a:cubicBezTo>
                <a:cubicBezTo>
                  <a:pt x="30" y="90"/>
                  <a:pt x="30" y="90"/>
                  <a:pt x="30" y="90"/>
                </a:cubicBezTo>
                <a:cubicBezTo>
                  <a:pt x="38" y="94"/>
                  <a:pt x="46" y="99"/>
                  <a:pt x="54" y="104"/>
                </a:cubicBezTo>
                <a:cubicBezTo>
                  <a:pt x="62" y="90"/>
                  <a:pt x="62" y="90"/>
                  <a:pt x="62" y="90"/>
                </a:cubicBezTo>
                <a:cubicBezTo>
                  <a:pt x="58" y="86"/>
                  <a:pt x="56" y="81"/>
                  <a:pt x="56" y="76"/>
                </a:cubicBezTo>
                <a:cubicBezTo>
                  <a:pt x="56" y="71"/>
                  <a:pt x="58" y="66"/>
                  <a:pt x="62" y="63"/>
                </a:cubicBezTo>
                <a:cubicBezTo>
                  <a:pt x="62" y="63"/>
                  <a:pt x="62" y="63"/>
                  <a:pt x="62" y="63"/>
                </a:cubicBezTo>
                <a:cubicBezTo>
                  <a:pt x="67" y="58"/>
                  <a:pt x="73" y="57"/>
                  <a:pt x="80" y="59"/>
                </a:cubicBezTo>
                <a:close/>
                <a:moveTo>
                  <a:pt x="82" y="69"/>
                </a:moveTo>
                <a:cubicBezTo>
                  <a:pt x="82" y="69"/>
                  <a:pt x="82" y="69"/>
                  <a:pt x="82" y="69"/>
                </a:cubicBezTo>
                <a:cubicBezTo>
                  <a:pt x="78" y="65"/>
                  <a:pt x="71" y="65"/>
                  <a:pt x="67" y="69"/>
                </a:cubicBezTo>
                <a:cubicBezTo>
                  <a:pt x="67" y="69"/>
                  <a:pt x="67" y="69"/>
                  <a:pt x="67" y="69"/>
                </a:cubicBezTo>
                <a:cubicBezTo>
                  <a:pt x="67" y="69"/>
                  <a:pt x="67" y="69"/>
                  <a:pt x="67" y="69"/>
                </a:cubicBezTo>
                <a:cubicBezTo>
                  <a:pt x="65" y="71"/>
                  <a:pt x="64" y="73"/>
                  <a:pt x="64" y="76"/>
                </a:cubicBezTo>
                <a:cubicBezTo>
                  <a:pt x="64" y="82"/>
                  <a:pt x="69" y="86"/>
                  <a:pt x="75" y="86"/>
                </a:cubicBezTo>
                <a:cubicBezTo>
                  <a:pt x="77" y="86"/>
                  <a:pt x="80" y="85"/>
                  <a:pt x="82" y="83"/>
                </a:cubicBezTo>
                <a:cubicBezTo>
                  <a:pt x="82" y="83"/>
                  <a:pt x="82" y="83"/>
                  <a:pt x="82" y="83"/>
                </a:cubicBezTo>
                <a:cubicBezTo>
                  <a:pt x="84" y="81"/>
                  <a:pt x="85" y="79"/>
                  <a:pt x="85" y="76"/>
                </a:cubicBezTo>
                <a:cubicBezTo>
                  <a:pt x="85" y="73"/>
                  <a:pt x="84" y="71"/>
                  <a:pt x="82" y="69"/>
                </a:cubicBezTo>
                <a:cubicBezTo>
                  <a:pt x="82" y="69"/>
                  <a:pt x="82" y="69"/>
                  <a:pt x="82" y="69"/>
                </a:cubicBezTo>
                <a:close/>
                <a:moveTo>
                  <a:pt x="33" y="101"/>
                </a:moveTo>
                <a:cubicBezTo>
                  <a:pt x="33" y="101"/>
                  <a:pt x="33" y="101"/>
                  <a:pt x="33" y="101"/>
                </a:cubicBezTo>
                <a:cubicBezTo>
                  <a:pt x="31" y="104"/>
                  <a:pt x="31" y="104"/>
                  <a:pt x="31" y="104"/>
                </a:cubicBezTo>
                <a:cubicBezTo>
                  <a:pt x="41" y="109"/>
                  <a:pt x="41" y="109"/>
                  <a:pt x="41" y="109"/>
                </a:cubicBezTo>
                <a:cubicBezTo>
                  <a:pt x="42" y="106"/>
                  <a:pt x="42" y="106"/>
                  <a:pt x="42" y="106"/>
                </a:cubicBezTo>
                <a:cubicBezTo>
                  <a:pt x="33" y="101"/>
                  <a:pt x="33" y="101"/>
                  <a:pt x="33" y="101"/>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0" name="Freeform 12"/>
          <p:cNvSpPr>
            <a:spLocks noEditPoints="1"/>
          </p:cNvSpPr>
          <p:nvPr/>
        </p:nvSpPr>
        <p:spPr bwMode="auto">
          <a:xfrm>
            <a:off x="134107" y="2472073"/>
            <a:ext cx="130548" cy="187604"/>
          </a:xfrm>
          <a:custGeom>
            <a:avLst/>
            <a:gdLst>
              <a:gd name="T0" fmla="*/ 3 w 121"/>
              <a:gd name="T1" fmla="*/ 119 h 174"/>
              <a:gd name="T2" fmla="*/ 23 w 121"/>
              <a:gd name="T3" fmla="*/ 115 h 174"/>
              <a:gd name="T4" fmla="*/ 38 w 121"/>
              <a:gd name="T5" fmla="*/ 74 h 174"/>
              <a:gd name="T6" fmla="*/ 38 w 121"/>
              <a:gd name="T7" fmla="*/ 74 h 174"/>
              <a:gd name="T8" fmla="*/ 38 w 121"/>
              <a:gd name="T9" fmla="*/ 29 h 174"/>
              <a:gd name="T10" fmla="*/ 54 w 121"/>
              <a:gd name="T11" fmla="*/ 21 h 174"/>
              <a:gd name="T12" fmla="*/ 60 w 121"/>
              <a:gd name="T13" fmla="*/ 0 h 174"/>
              <a:gd name="T14" fmla="*/ 67 w 121"/>
              <a:gd name="T15" fmla="*/ 21 h 174"/>
              <a:gd name="T16" fmla="*/ 92 w 121"/>
              <a:gd name="T17" fmla="*/ 51 h 174"/>
              <a:gd name="T18" fmla="*/ 82 w 121"/>
              <a:gd name="T19" fmla="*/ 74 h 174"/>
              <a:gd name="T20" fmla="*/ 98 w 121"/>
              <a:gd name="T21" fmla="*/ 115 h 174"/>
              <a:gd name="T22" fmla="*/ 117 w 121"/>
              <a:gd name="T23" fmla="*/ 119 h 174"/>
              <a:gd name="T24" fmla="*/ 102 w 121"/>
              <a:gd name="T25" fmla="*/ 124 h 174"/>
              <a:gd name="T26" fmla="*/ 116 w 121"/>
              <a:gd name="T27" fmla="*/ 159 h 174"/>
              <a:gd name="T28" fmla="*/ 120 w 121"/>
              <a:gd name="T29" fmla="*/ 168 h 174"/>
              <a:gd name="T30" fmla="*/ 113 w 121"/>
              <a:gd name="T31" fmla="*/ 171 h 174"/>
              <a:gd name="T32" fmla="*/ 108 w 121"/>
              <a:gd name="T33" fmla="*/ 162 h 174"/>
              <a:gd name="T34" fmla="*/ 87 w 121"/>
              <a:gd name="T35" fmla="*/ 124 h 174"/>
              <a:gd name="T36" fmla="*/ 67 w 121"/>
              <a:gd name="T37" fmla="*/ 129 h 174"/>
              <a:gd name="T38" fmla="*/ 54 w 121"/>
              <a:gd name="T39" fmla="*/ 129 h 174"/>
              <a:gd name="T40" fmla="*/ 34 w 121"/>
              <a:gd name="T41" fmla="*/ 124 h 174"/>
              <a:gd name="T42" fmla="*/ 13 w 121"/>
              <a:gd name="T43" fmla="*/ 162 h 174"/>
              <a:gd name="T44" fmla="*/ 8 w 121"/>
              <a:gd name="T45" fmla="*/ 171 h 174"/>
              <a:gd name="T46" fmla="*/ 1 w 121"/>
              <a:gd name="T47" fmla="*/ 168 h 174"/>
              <a:gd name="T48" fmla="*/ 5 w 121"/>
              <a:gd name="T49" fmla="*/ 159 h 174"/>
              <a:gd name="T50" fmla="*/ 19 w 121"/>
              <a:gd name="T51" fmla="*/ 124 h 174"/>
              <a:gd name="T52" fmla="*/ 54 w 121"/>
              <a:gd name="T53" fmla="*/ 115 h 174"/>
              <a:gd name="T54" fmla="*/ 54 w 121"/>
              <a:gd name="T55" fmla="*/ 110 h 174"/>
              <a:gd name="T56" fmla="*/ 67 w 121"/>
              <a:gd name="T57" fmla="*/ 110 h 174"/>
              <a:gd name="T58" fmla="*/ 83 w 121"/>
              <a:gd name="T59" fmla="*/ 115 h 174"/>
              <a:gd name="T60" fmla="*/ 54 w 121"/>
              <a:gd name="T61" fmla="*/ 82 h 174"/>
              <a:gd name="T62" fmla="*/ 54 w 121"/>
              <a:gd name="T63" fmla="*/ 115 h 174"/>
              <a:gd name="T64" fmla="*/ 73 w 121"/>
              <a:gd name="T65" fmla="*/ 39 h 174"/>
              <a:gd name="T66" fmla="*/ 48 w 121"/>
              <a:gd name="T67" fmla="*/ 39 h 174"/>
              <a:gd name="T68" fmla="*/ 48 w 121"/>
              <a:gd name="T69" fmla="*/ 64 h 174"/>
              <a:gd name="T70" fmla="*/ 68 w 121"/>
              <a:gd name="T71" fmla="*/ 68 h 174"/>
              <a:gd name="T72" fmla="*/ 73 w 121"/>
              <a:gd name="T73" fmla="*/ 64 h 174"/>
              <a:gd name="T74" fmla="*/ 73 w 121"/>
              <a:gd name="T75" fmla="*/ 39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1" h="174">
                <a:moveTo>
                  <a:pt x="8" y="124"/>
                </a:moveTo>
                <a:cubicBezTo>
                  <a:pt x="5" y="124"/>
                  <a:pt x="3" y="122"/>
                  <a:pt x="3" y="119"/>
                </a:cubicBezTo>
                <a:cubicBezTo>
                  <a:pt x="3" y="117"/>
                  <a:pt x="5" y="115"/>
                  <a:pt x="8" y="115"/>
                </a:cubicBezTo>
                <a:cubicBezTo>
                  <a:pt x="23" y="115"/>
                  <a:pt x="23" y="115"/>
                  <a:pt x="23" y="115"/>
                </a:cubicBezTo>
                <a:cubicBezTo>
                  <a:pt x="42" y="77"/>
                  <a:pt x="42" y="77"/>
                  <a:pt x="42" y="77"/>
                </a:cubicBezTo>
                <a:cubicBezTo>
                  <a:pt x="41" y="76"/>
                  <a:pt x="40" y="75"/>
                  <a:pt x="38" y="74"/>
                </a:cubicBezTo>
                <a:cubicBezTo>
                  <a:pt x="38" y="74"/>
                  <a:pt x="38" y="74"/>
                  <a:pt x="38" y="74"/>
                </a:cubicBezTo>
                <a:cubicBezTo>
                  <a:pt x="38" y="74"/>
                  <a:pt x="38" y="74"/>
                  <a:pt x="38" y="74"/>
                </a:cubicBezTo>
                <a:cubicBezTo>
                  <a:pt x="33" y="68"/>
                  <a:pt x="29" y="60"/>
                  <a:pt x="29" y="51"/>
                </a:cubicBezTo>
                <a:cubicBezTo>
                  <a:pt x="29" y="43"/>
                  <a:pt x="33" y="35"/>
                  <a:pt x="38" y="29"/>
                </a:cubicBezTo>
                <a:cubicBezTo>
                  <a:pt x="39" y="29"/>
                  <a:pt x="39" y="29"/>
                  <a:pt x="39" y="29"/>
                </a:cubicBezTo>
                <a:cubicBezTo>
                  <a:pt x="43" y="25"/>
                  <a:pt x="48" y="22"/>
                  <a:pt x="54" y="21"/>
                </a:cubicBezTo>
                <a:cubicBezTo>
                  <a:pt x="54" y="7"/>
                  <a:pt x="54" y="7"/>
                  <a:pt x="54" y="7"/>
                </a:cubicBezTo>
                <a:cubicBezTo>
                  <a:pt x="54" y="3"/>
                  <a:pt x="57" y="0"/>
                  <a:pt x="60" y="0"/>
                </a:cubicBezTo>
                <a:cubicBezTo>
                  <a:pt x="64" y="0"/>
                  <a:pt x="67" y="3"/>
                  <a:pt x="67" y="7"/>
                </a:cubicBezTo>
                <a:cubicBezTo>
                  <a:pt x="67" y="21"/>
                  <a:pt x="67" y="21"/>
                  <a:pt x="67" y="21"/>
                </a:cubicBezTo>
                <a:cubicBezTo>
                  <a:pt x="73" y="22"/>
                  <a:pt x="78" y="25"/>
                  <a:pt x="82" y="29"/>
                </a:cubicBezTo>
                <a:cubicBezTo>
                  <a:pt x="88" y="35"/>
                  <a:pt x="92" y="43"/>
                  <a:pt x="92" y="51"/>
                </a:cubicBezTo>
                <a:cubicBezTo>
                  <a:pt x="92" y="60"/>
                  <a:pt x="88" y="68"/>
                  <a:pt x="82" y="74"/>
                </a:cubicBezTo>
                <a:cubicBezTo>
                  <a:pt x="82" y="74"/>
                  <a:pt x="82" y="74"/>
                  <a:pt x="82" y="74"/>
                </a:cubicBezTo>
                <a:cubicBezTo>
                  <a:pt x="81" y="75"/>
                  <a:pt x="80" y="76"/>
                  <a:pt x="79" y="77"/>
                </a:cubicBezTo>
                <a:cubicBezTo>
                  <a:pt x="98" y="115"/>
                  <a:pt x="98" y="115"/>
                  <a:pt x="98" y="115"/>
                </a:cubicBezTo>
                <a:cubicBezTo>
                  <a:pt x="113" y="115"/>
                  <a:pt x="113" y="115"/>
                  <a:pt x="113" y="115"/>
                </a:cubicBezTo>
                <a:cubicBezTo>
                  <a:pt x="116" y="115"/>
                  <a:pt x="117" y="117"/>
                  <a:pt x="117" y="119"/>
                </a:cubicBezTo>
                <a:cubicBezTo>
                  <a:pt x="117" y="122"/>
                  <a:pt x="116" y="124"/>
                  <a:pt x="113" y="124"/>
                </a:cubicBezTo>
                <a:cubicBezTo>
                  <a:pt x="102" y="124"/>
                  <a:pt x="102" y="124"/>
                  <a:pt x="102" y="124"/>
                </a:cubicBezTo>
                <a:cubicBezTo>
                  <a:pt x="116" y="153"/>
                  <a:pt x="116" y="153"/>
                  <a:pt x="116" y="153"/>
                </a:cubicBezTo>
                <a:cubicBezTo>
                  <a:pt x="117" y="155"/>
                  <a:pt x="117" y="157"/>
                  <a:pt x="116" y="159"/>
                </a:cubicBezTo>
                <a:cubicBezTo>
                  <a:pt x="117" y="162"/>
                  <a:pt x="117" y="162"/>
                  <a:pt x="117" y="162"/>
                </a:cubicBezTo>
                <a:cubicBezTo>
                  <a:pt x="120" y="168"/>
                  <a:pt x="120" y="168"/>
                  <a:pt x="120" y="168"/>
                </a:cubicBezTo>
                <a:cubicBezTo>
                  <a:pt x="121" y="170"/>
                  <a:pt x="120" y="172"/>
                  <a:pt x="118" y="173"/>
                </a:cubicBezTo>
                <a:cubicBezTo>
                  <a:pt x="116" y="174"/>
                  <a:pt x="114" y="173"/>
                  <a:pt x="113" y="171"/>
                </a:cubicBezTo>
                <a:cubicBezTo>
                  <a:pt x="110" y="165"/>
                  <a:pt x="110" y="165"/>
                  <a:pt x="110" y="165"/>
                </a:cubicBezTo>
                <a:cubicBezTo>
                  <a:pt x="108" y="162"/>
                  <a:pt x="108" y="162"/>
                  <a:pt x="108" y="162"/>
                </a:cubicBezTo>
                <a:cubicBezTo>
                  <a:pt x="106" y="162"/>
                  <a:pt x="104" y="160"/>
                  <a:pt x="103" y="158"/>
                </a:cubicBezTo>
                <a:cubicBezTo>
                  <a:pt x="87" y="124"/>
                  <a:pt x="87" y="124"/>
                  <a:pt x="87" y="124"/>
                </a:cubicBezTo>
                <a:cubicBezTo>
                  <a:pt x="67" y="124"/>
                  <a:pt x="67" y="124"/>
                  <a:pt x="67" y="124"/>
                </a:cubicBezTo>
                <a:cubicBezTo>
                  <a:pt x="67" y="129"/>
                  <a:pt x="67" y="129"/>
                  <a:pt x="67" y="129"/>
                </a:cubicBezTo>
                <a:cubicBezTo>
                  <a:pt x="67" y="132"/>
                  <a:pt x="64" y="136"/>
                  <a:pt x="60" y="136"/>
                </a:cubicBezTo>
                <a:cubicBezTo>
                  <a:pt x="57" y="136"/>
                  <a:pt x="54" y="132"/>
                  <a:pt x="54" y="129"/>
                </a:cubicBezTo>
                <a:cubicBezTo>
                  <a:pt x="54" y="124"/>
                  <a:pt x="54" y="124"/>
                  <a:pt x="54" y="124"/>
                </a:cubicBezTo>
                <a:cubicBezTo>
                  <a:pt x="34" y="124"/>
                  <a:pt x="34" y="124"/>
                  <a:pt x="34" y="124"/>
                </a:cubicBezTo>
                <a:cubicBezTo>
                  <a:pt x="17" y="158"/>
                  <a:pt x="17" y="158"/>
                  <a:pt x="17" y="158"/>
                </a:cubicBezTo>
                <a:cubicBezTo>
                  <a:pt x="16" y="160"/>
                  <a:pt x="15" y="162"/>
                  <a:pt x="13" y="162"/>
                </a:cubicBezTo>
                <a:cubicBezTo>
                  <a:pt x="11" y="165"/>
                  <a:pt x="11" y="165"/>
                  <a:pt x="11" y="165"/>
                </a:cubicBezTo>
                <a:cubicBezTo>
                  <a:pt x="8" y="171"/>
                  <a:pt x="8" y="171"/>
                  <a:pt x="8" y="171"/>
                </a:cubicBezTo>
                <a:cubicBezTo>
                  <a:pt x="7" y="173"/>
                  <a:pt x="5" y="174"/>
                  <a:pt x="3" y="173"/>
                </a:cubicBezTo>
                <a:cubicBezTo>
                  <a:pt x="1" y="172"/>
                  <a:pt x="0" y="170"/>
                  <a:pt x="1" y="168"/>
                </a:cubicBezTo>
                <a:cubicBezTo>
                  <a:pt x="4" y="162"/>
                  <a:pt x="4" y="162"/>
                  <a:pt x="4" y="162"/>
                </a:cubicBezTo>
                <a:cubicBezTo>
                  <a:pt x="5" y="159"/>
                  <a:pt x="5" y="159"/>
                  <a:pt x="5" y="159"/>
                </a:cubicBezTo>
                <a:cubicBezTo>
                  <a:pt x="4" y="157"/>
                  <a:pt x="4" y="155"/>
                  <a:pt x="5" y="153"/>
                </a:cubicBezTo>
                <a:cubicBezTo>
                  <a:pt x="19" y="124"/>
                  <a:pt x="19" y="124"/>
                  <a:pt x="19" y="124"/>
                </a:cubicBezTo>
                <a:cubicBezTo>
                  <a:pt x="8" y="124"/>
                  <a:pt x="8" y="124"/>
                  <a:pt x="8" y="124"/>
                </a:cubicBezTo>
                <a:close/>
                <a:moveTo>
                  <a:pt x="54" y="115"/>
                </a:moveTo>
                <a:cubicBezTo>
                  <a:pt x="54" y="115"/>
                  <a:pt x="54" y="115"/>
                  <a:pt x="54" y="115"/>
                </a:cubicBezTo>
                <a:cubicBezTo>
                  <a:pt x="54" y="110"/>
                  <a:pt x="54" y="110"/>
                  <a:pt x="54" y="110"/>
                </a:cubicBezTo>
                <a:cubicBezTo>
                  <a:pt x="54" y="107"/>
                  <a:pt x="57" y="103"/>
                  <a:pt x="60" y="103"/>
                </a:cubicBezTo>
                <a:cubicBezTo>
                  <a:pt x="64" y="103"/>
                  <a:pt x="67" y="107"/>
                  <a:pt x="67" y="110"/>
                </a:cubicBezTo>
                <a:cubicBezTo>
                  <a:pt x="67" y="115"/>
                  <a:pt x="67" y="115"/>
                  <a:pt x="67" y="115"/>
                </a:cubicBezTo>
                <a:cubicBezTo>
                  <a:pt x="83" y="115"/>
                  <a:pt x="83" y="115"/>
                  <a:pt x="83" y="115"/>
                </a:cubicBezTo>
                <a:cubicBezTo>
                  <a:pt x="67" y="82"/>
                  <a:pt x="67" y="82"/>
                  <a:pt x="67" y="82"/>
                </a:cubicBezTo>
                <a:cubicBezTo>
                  <a:pt x="63" y="83"/>
                  <a:pt x="58" y="83"/>
                  <a:pt x="54" y="82"/>
                </a:cubicBezTo>
                <a:cubicBezTo>
                  <a:pt x="38" y="115"/>
                  <a:pt x="38" y="115"/>
                  <a:pt x="38" y="115"/>
                </a:cubicBezTo>
                <a:cubicBezTo>
                  <a:pt x="54" y="115"/>
                  <a:pt x="54" y="115"/>
                  <a:pt x="54" y="115"/>
                </a:cubicBezTo>
                <a:close/>
                <a:moveTo>
                  <a:pt x="73" y="39"/>
                </a:moveTo>
                <a:cubicBezTo>
                  <a:pt x="73" y="39"/>
                  <a:pt x="73" y="39"/>
                  <a:pt x="73" y="39"/>
                </a:cubicBezTo>
                <a:cubicBezTo>
                  <a:pt x="66" y="32"/>
                  <a:pt x="55" y="32"/>
                  <a:pt x="48" y="39"/>
                </a:cubicBezTo>
                <a:cubicBezTo>
                  <a:pt x="48" y="39"/>
                  <a:pt x="48" y="39"/>
                  <a:pt x="48" y="39"/>
                </a:cubicBezTo>
                <a:cubicBezTo>
                  <a:pt x="45" y="42"/>
                  <a:pt x="43" y="47"/>
                  <a:pt x="43" y="51"/>
                </a:cubicBezTo>
                <a:cubicBezTo>
                  <a:pt x="43" y="56"/>
                  <a:pt x="45" y="61"/>
                  <a:pt x="48" y="64"/>
                </a:cubicBezTo>
                <a:cubicBezTo>
                  <a:pt x="53" y="69"/>
                  <a:pt x="61" y="71"/>
                  <a:pt x="67" y="68"/>
                </a:cubicBezTo>
                <a:cubicBezTo>
                  <a:pt x="68" y="68"/>
                  <a:pt x="68" y="68"/>
                  <a:pt x="68" y="68"/>
                </a:cubicBezTo>
                <a:cubicBezTo>
                  <a:pt x="69" y="67"/>
                  <a:pt x="71" y="66"/>
                  <a:pt x="73" y="64"/>
                </a:cubicBezTo>
                <a:cubicBezTo>
                  <a:pt x="73" y="64"/>
                  <a:pt x="73" y="64"/>
                  <a:pt x="73" y="64"/>
                </a:cubicBezTo>
                <a:cubicBezTo>
                  <a:pt x="76" y="61"/>
                  <a:pt x="78" y="56"/>
                  <a:pt x="78" y="51"/>
                </a:cubicBezTo>
                <a:cubicBezTo>
                  <a:pt x="78" y="47"/>
                  <a:pt x="76" y="42"/>
                  <a:pt x="73" y="39"/>
                </a:cubicBezTo>
                <a:cubicBezTo>
                  <a:pt x="73" y="39"/>
                  <a:pt x="73" y="39"/>
                  <a:pt x="73" y="39"/>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1" name="Freeform 13"/>
          <p:cNvSpPr>
            <a:spLocks noEditPoints="1"/>
          </p:cNvSpPr>
          <p:nvPr/>
        </p:nvSpPr>
        <p:spPr bwMode="auto">
          <a:xfrm>
            <a:off x="93026" y="1695727"/>
            <a:ext cx="212710" cy="176648"/>
          </a:xfrm>
          <a:custGeom>
            <a:avLst/>
            <a:gdLst>
              <a:gd name="T0" fmla="*/ 111 w 197"/>
              <a:gd name="T1" fmla="*/ 11 h 164"/>
              <a:gd name="T2" fmla="*/ 0 w 197"/>
              <a:gd name="T3" fmla="*/ 15 h 164"/>
              <a:gd name="T4" fmla="*/ 105 w 197"/>
              <a:gd name="T5" fmla="*/ 164 h 164"/>
              <a:gd name="T6" fmla="*/ 136 w 197"/>
              <a:gd name="T7" fmla="*/ 159 h 164"/>
              <a:gd name="T8" fmla="*/ 196 w 197"/>
              <a:gd name="T9" fmla="*/ 142 h 164"/>
              <a:gd name="T10" fmla="*/ 52 w 197"/>
              <a:gd name="T11" fmla="*/ 150 h 164"/>
              <a:gd name="T12" fmla="*/ 52 w 197"/>
              <a:gd name="T13" fmla="*/ 22 h 164"/>
              <a:gd name="T14" fmla="*/ 99 w 197"/>
              <a:gd name="T15" fmla="*/ 150 h 164"/>
              <a:gd name="T16" fmla="*/ 99 w 197"/>
              <a:gd name="T17" fmla="*/ 22 h 164"/>
              <a:gd name="T18" fmla="*/ 147 w 197"/>
              <a:gd name="T19" fmla="*/ 149 h 164"/>
              <a:gd name="T20" fmla="*/ 181 w 197"/>
              <a:gd name="T21" fmla="*/ 139 h 164"/>
              <a:gd name="T22" fmla="*/ 23 w 197"/>
              <a:gd name="T23" fmla="*/ 133 h 164"/>
              <a:gd name="T24" fmla="*/ 42 w 197"/>
              <a:gd name="T25" fmla="*/ 134 h 164"/>
              <a:gd name="T26" fmla="*/ 43 w 197"/>
              <a:gd name="T27" fmla="*/ 114 h 164"/>
              <a:gd name="T28" fmla="*/ 23 w 197"/>
              <a:gd name="T29" fmla="*/ 114 h 164"/>
              <a:gd name="T30" fmla="*/ 29 w 197"/>
              <a:gd name="T31" fmla="*/ 120 h 164"/>
              <a:gd name="T32" fmla="*/ 37 w 197"/>
              <a:gd name="T33" fmla="*/ 120 h 164"/>
              <a:gd name="T34" fmla="*/ 37 w 197"/>
              <a:gd name="T35" fmla="*/ 128 h 164"/>
              <a:gd name="T36" fmla="*/ 29 w 197"/>
              <a:gd name="T37" fmla="*/ 127 h 164"/>
              <a:gd name="T38" fmla="*/ 32 w 197"/>
              <a:gd name="T39" fmla="*/ 91 h 164"/>
              <a:gd name="T40" fmla="*/ 36 w 197"/>
              <a:gd name="T41" fmla="*/ 38 h 164"/>
              <a:gd name="T42" fmla="*/ 28 w 197"/>
              <a:gd name="T43" fmla="*/ 87 h 164"/>
              <a:gd name="T44" fmla="*/ 134 w 197"/>
              <a:gd name="T45" fmla="*/ 31 h 164"/>
              <a:gd name="T46" fmla="*/ 149 w 197"/>
              <a:gd name="T47" fmla="*/ 86 h 164"/>
              <a:gd name="T48" fmla="*/ 134 w 197"/>
              <a:gd name="T49" fmla="*/ 31 h 164"/>
              <a:gd name="T50" fmla="*/ 69 w 197"/>
              <a:gd name="T51" fmla="*/ 133 h 164"/>
              <a:gd name="T52" fmla="*/ 88 w 197"/>
              <a:gd name="T53" fmla="*/ 133 h 164"/>
              <a:gd name="T54" fmla="*/ 79 w 197"/>
              <a:gd name="T55" fmla="*/ 110 h 164"/>
              <a:gd name="T56" fmla="*/ 65 w 197"/>
              <a:gd name="T57" fmla="*/ 124 h 164"/>
              <a:gd name="T58" fmla="*/ 75 w 197"/>
              <a:gd name="T59" fmla="*/ 120 h 164"/>
              <a:gd name="T60" fmla="*/ 82 w 197"/>
              <a:gd name="T61" fmla="*/ 120 h 164"/>
              <a:gd name="T62" fmla="*/ 82 w 197"/>
              <a:gd name="T63" fmla="*/ 128 h 164"/>
              <a:gd name="T64" fmla="*/ 74 w 197"/>
              <a:gd name="T65" fmla="*/ 127 h 164"/>
              <a:gd name="T66" fmla="*/ 81 w 197"/>
              <a:gd name="T67" fmla="*/ 91 h 164"/>
              <a:gd name="T68" fmla="*/ 85 w 197"/>
              <a:gd name="T69" fmla="*/ 38 h 164"/>
              <a:gd name="T70" fmla="*/ 77 w 197"/>
              <a:gd name="T71" fmla="*/ 87 h 164"/>
              <a:gd name="T72" fmla="*/ 148 w 197"/>
              <a:gd name="T73" fmla="*/ 109 h 164"/>
              <a:gd name="T74" fmla="*/ 148 w 197"/>
              <a:gd name="T75" fmla="*/ 128 h 164"/>
              <a:gd name="T76" fmla="*/ 167 w 197"/>
              <a:gd name="T77" fmla="*/ 128 h 164"/>
              <a:gd name="T78" fmla="*/ 168 w 197"/>
              <a:gd name="T79" fmla="*/ 109 h 164"/>
              <a:gd name="T80" fmla="*/ 158 w 197"/>
              <a:gd name="T81" fmla="*/ 105 h 164"/>
              <a:gd name="T82" fmla="*/ 154 w 197"/>
              <a:gd name="T83" fmla="*/ 114 h 164"/>
              <a:gd name="T84" fmla="*/ 163 w 197"/>
              <a:gd name="T85" fmla="*/ 118 h 164"/>
              <a:gd name="T86" fmla="*/ 154 w 197"/>
              <a:gd name="T87" fmla="*/ 122 h 164"/>
              <a:gd name="T88" fmla="*/ 154 w 197"/>
              <a:gd name="T89" fmla="*/ 114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97" h="164">
                <a:moveTo>
                  <a:pt x="159" y="6"/>
                </a:moveTo>
                <a:cubicBezTo>
                  <a:pt x="158" y="2"/>
                  <a:pt x="155" y="0"/>
                  <a:pt x="151" y="1"/>
                </a:cubicBezTo>
                <a:cubicBezTo>
                  <a:pt x="111" y="11"/>
                  <a:pt x="111" y="11"/>
                  <a:pt x="111" y="11"/>
                </a:cubicBezTo>
                <a:cubicBezTo>
                  <a:pt x="110" y="10"/>
                  <a:pt x="108" y="8"/>
                  <a:pt x="105" y="8"/>
                </a:cubicBezTo>
                <a:cubicBezTo>
                  <a:pt x="7" y="8"/>
                  <a:pt x="7" y="8"/>
                  <a:pt x="7" y="8"/>
                </a:cubicBezTo>
                <a:cubicBezTo>
                  <a:pt x="3" y="8"/>
                  <a:pt x="0" y="11"/>
                  <a:pt x="0" y="15"/>
                </a:cubicBezTo>
                <a:cubicBezTo>
                  <a:pt x="0" y="157"/>
                  <a:pt x="0" y="157"/>
                  <a:pt x="0" y="157"/>
                </a:cubicBezTo>
                <a:cubicBezTo>
                  <a:pt x="0" y="161"/>
                  <a:pt x="3" y="164"/>
                  <a:pt x="7" y="164"/>
                </a:cubicBezTo>
                <a:cubicBezTo>
                  <a:pt x="105" y="164"/>
                  <a:pt x="105" y="164"/>
                  <a:pt x="105" y="164"/>
                </a:cubicBezTo>
                <a:cubicBezTo>
                  <a:pt x="109" y="164"/>
                  <a:pt x="112" y="161"/>
                  <a:pt x="112" y="157"/>
                </a:cubicBezTo>
                <a:cubicBezTo>
                  <a:pt x="112" y="71"/>
                  <a:pt x="112" y="71"/>
                  <a:pt x="112" y="71"/>
                </a:cubicBezTo>
                <a:cubicBezTo>
                  <a:pt x="136" y="159"/>
                  <a:pt x="136" y="159"/>
                  <a:pt x="136" y="159"/>
                </a:cubicBezTo>
                <a:cubicBezTo>
                  <a:pt x="136" y="162"/>
                  <a:pt x="140" y="164"/>
                  <a:pt x="144" y="163"/>
                </a:cubicBezTo>
                <a:cubicBezTo>
                  <a:pt x="191" y="151"/>
                  <a:pt x="191" y="151"/>
                  <a:pt x="191" y="151"/>
                </a:cubicBezTo>
                <a:cubicBezTo>
                  <a:pt x="195" y="150"/>
                  <a:pt x="197" y="146"/>
                  <a:pt x="196" y="142"/>
                </a:cubicBezTo>
                <a:cubicBezTo>
                  <a:pt x="159" y="6"/>
                  <a:pt x="159" y="6"/>
                  <a:pt x="159" y="6"/>
                </a:cubicBezTo>
                <a:close/>
                <a:moveTo>
                  <a:pt x="52" y="150"/>
                </a:moveTo>
                <a:cubicBezTo>
                  <a:pt x="52" y="150"/>
                  <a:pt x="52" y="150"/>
                  <a:pt x="52" y="150"/>
                </a:cubicBezTo>
                <a:cubicBezTo>
                  <a:pt x="14" y="150"/>
                  <a:pt x="14" y="150"/>
                  <a:pt x="14" y="150"/>
                </a:cubicBezTo>
                <a:cubicBezTo>
                  <a:pt x="14" y="22"/>
                  <a:pt x="14" y="22"/>
                  <a:pt x="14" y="22"/>
                </a:cubicBezTo>
                <a:cubicBezTo>
                  <a:pt x="52" y="22"/>
                  <a:pt x="52" y="22"/>
                  <a:pt x="52" y="22"/>
                </a:cubicBezTo>
                <a:cubicBezTo>
                  <a:pt x="52" y="150"/>
                  <a:pt x="52" y="150"/>
                  <a:pt x="52" y="150"/>
                </a:cubicBezTo>
                <a:close/>
                <a:moveTo>
                  <a:pt x="99" y="150"/>
                </a:moveTo>
                <a:cubicBezTo>
                  <a:pt x="99" y="150"/>
                  <a:pt x="99" y="150"/>
                  <a:pt x="99" y="150"/>
                </a:cubicBezTo>
                <a:cubicBezTo>
                  <a:pt x="60" y="150"/>
                  <a:pt x="60" y="150"/>
                  <a:pt x="60" y="150"/>
                </a:cubicBezTo>
                <a:cubicBezTo>
                  <a:pt x="60" y="22"/>
                  <a:pt x="60" y="22"/>
                  <a:pt x="60" y="22"/>
                </a:cubicBezTo>
                <a:cubicBezTo>
                  <a:pt x="99" y="22"/>
                  <a:pt x="99" y="22"/>
                  <a:pt x="99" y="22"/>
                </a:cubicBezTo>
                <a:cubicBezTo>
                  <a:pt x="99" y="150"/>
                  <a:pt x="99" y="150"/>
                  <a:pt x="99" y="150"/>
                </a:cubicBezTo>
                <a:close/>
                <a:moveTo>
                  <a:pt x="147" y="149"/>
                </a:moveTo>
                <a:cubicBezTo>
                  <a:pt x="147" y="149"/>
                  <a:pt x="147" y="149"/>
                  <a:pt x="147" y="149"/>
                </a:cubicBezTo>
                <a:cubicBezTo>
                  <a:pt x="114" y="25"/>
                  <a:pt x="114" y="25"/>
                  <a:pt x="114" y="25"/>
                </a:cubicBezTo>
                <a:cubicBezTo>
                  <a:pt x="148" y="16"/>
                  <a:pt x="148" y="16"/>
                  <a:pt x="148" y="16"/>
                </a:cubicBezTo>
                <a:cubicBezTo>
                  <a:pt x="181" y="139"/>
                  <a:pt x="181" y="139"/>
                  <a:pt x="181" y="139"/>
                </a:cubicBezTo>
                <a:cubicBezTo>
                  <a:pt x="147" y="149"/>
                  <a:pt x="147" y="149"/>
                  <a:pt x="147" y="149"/>
                </a:cubicBezTo>
                <a:close/>
                <a:moveTo>
                  <a:pt x="23" y="133"/>
                </a:moveTo>
                <a:cubicBezTo>
                  <a:pt x="23" y="133"/>
                  <a:pt x="23" y="133"/>
                  <a:pt x="23" y="133"/>
                </a:cubicBezTo>
                <a:cubicBezTo>
                  <a:pt x="23" y="133"/>
                  <a:pt x="23" y="133"/>
                  <a:pt x="23" y="133"/>
                </a:cubicBezTo>
                <a:cubicBezTo>
                  <a:pt x="26" y="136"/>
                  <a:pt x="29" y="137"/>
                  <a:pt x="33" y="137"/>
                </a:cubicBezTo>
                <a:cubicBezTo>
                  <a:pt x="37" y="137"/>
                  <a:pt x="40" y="136"/>
                  <a:pt x="42" y="134"/>
                </a:cubicBezTo>
                <a:cubicBezTo>
                  <a:pt x="43" y="133"/>
                  <a:pt x="43" y="133"/>
                  <a:pt x="43" y="133"/>
                </a:cubicBezTo>
                <a:cubicBezTo>
                  <a:pt x="45" y="131"/>
                  <a:pt x="47" y="127"/>
                  <a:pt x="47" y="124"/>
                </a:cubicBezTo>
                <a:cubicBezTo>
                  <a:pt x="47" y="120"/>
                  <a:pt x="45" y="116"/>
                  <a:pt x="43" y="114"/>
                </a:cubicBezTo>
                <a:cubicBezTo>
                  <a:pt x="42" y="114"/>
                  <a:pt x="42" y="114"/>
                  <a:pt x="42" y="114"/>
                </a:cubicBezTo>
                <a:cubicBezTo>
                  <a:pt x="40" y="112"/>
                  <a:pt x="37" y="110"/>
                  <a:pt x="33" y="110"/>
                </a:cubicBezTo>
                <a:cubicBezTo>
                  <a:pt x="29" y="110"/>
                  <a:pt x="26" y="112"/>
                  <a:pt x="23" y="114"/>
                </a:cubicBezTo>
                <a:cubicBezTo>
                  <a:pt x="21" y="116"/>
                  <a:pt x="19" y="120"/>
                  <a:pt x="19" y="124"/>
                </a:cubicBezTo>
                <a:cubicBezTo>
                  <a:pt x="19" y="127"/>
                  <a:pt x="21" y="131"/>
                  <a:pt x="23" y="133"/>
                </a:cubicBezTo>
                <a:close/>
                <a:moveTo>
                  <a:pt x="29" y="120"/>
                </a:moveTo>
                <a:cubicBezTo>
                  <a:pt x="29" y="120"/>
                  <a:pt x="29" y="120"/>
                  <a:pt x="29" y="120"/>
                </a:cubicBezTo>
                <a:cubicBezTo>
                  <a:pt x="30" y="119"/>
                  <a:pt x="31" y="118"/>
                  <a:pt x="33" y="118"/>
                </a:cubicBezTo>
                <a:cubicBezTo>
                  <a:pt x="34" y="118"/>
                  <a:pt x="36" y="119"/>
                  <a:pt x="37" y="120"/>
                </a:cubicBezTo>
                <a:cubicBezTo>
                  <a:pt x="37" y="120"/>
                  <a:pt x="37" y="120"/>
                  <a:pt x="37" y="120"/>
                </a:cubicBezTo>
                <a:cubicBezTo>
                  <a:pt x="38" y="121"/>
                  <a:pt x="38" y="122"/>
                  <a:pt x="38" y="124"/>
                </a:cubicBezTo>
                <a:cubicBezTo>
                  <a:pt x="38" y="125"/>
                  <a:pt x="38" y="127"/>
                  <a:pt x="37" y="128"/>
                </a:cubicBezTo>
                <a:cubicBezTo>
                  <a:pt x="36" y="129"/>
                  <a:pt x="34" y="129"/>
                  <a:pt x="33" y="129"/>
                </a:cubicBezTo>
                <a:cubicBezTo>
                  <a:pt x="31" y="129"/>
                  <a:pt x="30" y="129"/>
                  <a:pt x="29" y="128"/>
                </a:cubicBezTo>
                <a:cubicBezTo>
                  <a:pt x="29" y="127"/>
                  <a:pt x="29" y="127"/>
                  <a:pt x="29" y="127"/>
                </a:cubicBezTo>
                <a:cubicBezTo>
                  <a:pt x="28" y="126"/>
                  <a:pt x="27" y="125"/>
                  <a:pt x="27" y="124"/>
                </a:cubicBezTo>
                <a:cubicBezTo>
                  <a:pt x="27" y="122"/>
                  <a:pt x="28" y="121"/>
                  <a:pt x="29" y="120"/>
                </a:cubicBezTo>
                <a:close/>
                <a:moveTo>
                  <a:pt x="32" y="91"/>
                </a:moveTo>
                <a:cubicBezTo>
                  <a:pt x="32" y="91"/>
                  <a:pt x="32" y="91"/>
                  <a:pt x="32" y="91"/>
                </a:cubicBezTo>
                <a:cubicBezTo>
                  <a:pt x="34" y="91"/>
                  <a:pt x="36" y="89"/>
                  <a:pt x="36" y="87"/>
                </a:cubicBezTo>
                <a:cubicBezTo>
                  <a:pt x="36" y="38"/>
                  <a:pt x="36" y="38"/>
                  <a:pt x="36" y="38"/>
                </a:cubicBezTo>
                <a:cubicBezTo>
                  <a:pt x="36" y="35"/>
                  <a:pt x="34" y="34"/>
                  <a:pt x="32" y="34"/>
                </a:cubicBezTo>
                <a:cubicBezTo>
                  <a:pt x="29" y="34"/>
                  <a:pt x="28" y="35"/>
                  <a:pt x="28" y="38"/>
                </a:cubicBezTo>
                <a:cubicBezTo>
                  <a:pt x="28" y="87"/>
                  <a:pt x="28" y="87"/>
                  <a:pt x="28" y="87"/>
                </a:cubicBezTo>
                <a:cubicBezTo>
                  <a:pt x="28" y="89"/>
                  <a:pt x="29" y="91"/>
                  <a:pt x="32" y="91"/>
                </a:cubicBezTo>
                <a:close/>
                <a:moveTo>
                  <a:pt x="134" y="31"/>
                </a:moveTo>
                <a:cubicBezTo>
                  <a:pt x="134" y="31"/>
                  <a:pt x="134" y="31"/>
                  <a:pt x="134" y="31"/>
                </a:cubicBezTo>
                <a:cubicBezTo>
                  <a:pt x="132" y="32"/>
                  <a:pt x="131" y="34"/>
                  <a:pt x="131" y="36"/>
                </a:cubicBezTo>
                <a:cubicBezTo>
                  <a:pt x="144" y="84"/>
                  <a:pt x="144" y="84"/>
                  <a:pt x="144" y="84"/>
                </a:cubicBezTo>
                <a:cubicBezTo>
                  <a:pt x="144" y="86"/>
                  <a:pt x="146" y="87"/>
                  <a:pt x="149" y="86"/>
                </a:cubicBezTo>
                <a:cubicBezTo>
                  <a:pt x="151" y="86"/>
                  <a:pt x="152" y="84"/>
                  <a:pt x="152" y="82"/>
                </a:cubicBezTo>
                <a:cubicBezTo>
                  <a:pt x="139" y="34"/>
                  <a:pt x="139" y="34"/>
                  <a:pt x="139" y="34"/>
                </a:cubicBezTo>
                <a:cubicBezTo>
                  <a:pt x="138" y="32"/>
                  <a:pt x="136" y="31"/>
                  <a:pt x="134" y="31"/>
                </a:cubicBezTo>
                <a:close/>
                <a:moveTo>
                  <a:pt x="69" y="133"/>
                </a:moveTo>
                <a:cubicBezTo>
                  <a:pt x="69" y="133"/>
                  <a:pt x="69" y="133"/>
                  <a:pt x="69" y="133"/>
                </a:cubicBezTo>
                <a:cubicBezTo>
                  <a:pt x="69" y="133"/>
                  <a:pt x="69" y="133"/>
                  <a:pt x="69" y="133"/>
                </a:cubicBezTo>
                <a:cubicBezTo>
                  <a:pt x="71" y="136"/>
                  <a:pt x="75" y="137"/>
                  <a:pt x="79" y="137"/>
                </a:cubicBezTo>
                <a:cubicBezTo>
                  <a:pt x="82" y="137"/>
                  <a:pt x="86" y="136"/>
                  <a:pt x="88" y="134"/>
                </a:cubicBezTo>
                <a:cubicBezTo>
                  <a:pt x="88" y="133"/>
                  <a:pt x="88" y="133"/>
                  <a:pt x="88" y="133"/>
                </a:cubicBezTo>
                <a:cubicBezTo>
                  <a:pt x="91" y="131"/>
                  <a:pt x="92" y="127"/>
                  <a:pt x="92" y="124"/>
                </a:cubicBezTo>
                <a:cubicBezTo>
                  <a:pt x="92" y="120"/>
                  <a:pt x="91" y="116"/>
                  <a:pt x="88" y="114"/>
                </a:cubicBezTo>
                <a:cubicBezTo>
                  <a:pt x="86" y="112"/>
                  <a:pt x="82" y="110"/>
                  <a:pt x="79" y="110"/>
                </a:cubicBezTo>
                <a:cubicBezTo>
                  <a:pt x="75" y="110"/>
                  <a:pt x="71" y="112"/>
                  <a:pt x="69" y="114"/>
                </a:cubicBezTo>
                <a:cubicBezTo>
                  <a:pt x="69" y="114"/>
                  <a:pt x="69" y="114"/>
                  <a:pt x="69" y="114"/>
                </a:cubicBezTo>
                <a:cubicBezTo>
                  <a:pt x="66" y="116"/>
                  <a:pt x="65" y="120"/>
                  <a:pt x="65" y="124"/>
                </a:cubicBezTo>
                <a:cubicBezTo>
                  <a:pt x="65" y="127"/>
                  <a:pt x="66" y="131"/>
                  <a:pt x="69" y="133"/>
                </a:cubicBezTo>
                <a:close/>
                <a:moveTo>
                  <a:pt x="75" y="120"/>
                </a:moveTo>
                <a:cubicBezTo>
                  <a:pt x="75" y="120"/>
                  <a:pt x="75" y="120"/>
                  <a:pt x="75" y="120"/>
                </a:cubicBezTo>
                <a:cubicBezTo>
                  <a:pt x="76" y="119"/>
                  <a:pt x="77" y="118"/>
                  <a:pt x="79" y="118"/>
                </a:cubicBezTo>
                <a:cubicBezTo>
                  <a:pt x="80" y="118"/>
                  <a:pt x="81" y="119"/>
                  <a:pt x="82" y="120"/>
                </a:cubicBezTo>
                <a:cubicBezTo>
                  <a:pt x="82" y="120"/>
                  <a:pt x="82" y="120"/>
                  <a:pt x="82" y="120"/>
                </a:cubicBezTo>
                <a:cubicBezTo>
                  <a:pt x="84" y="121"/>
                  <a:pt x="84" y="122"/>
                  <a:pt x="84" y="124"/>
                </a:cubicBezTo>
                <a:cubicBezTo>
                  <a:pt x="84" y="125"/>
                  <a:pt x="84" y="127"/>
                  <a:pt x="83" y="128"/>
                </a:cubicBezTo>
                <a:cubicBezTo>
                  <a:pt x="82" y="128"/>
                  <a:pt x="82" y="128"/>
                  <a:pt x="82" y="128"/>
                </a:cubicBezTo>
                <a:cubicBezTo>
                  <a:pt x="81" y="129"/>
                  <a:pt x="80" y="129"/>
                  <a:pt x="79" y="129"/>
                </a:cubicBezTo>
                <a:cubicBezTo>
                  <a:pt x="77" y="129"/>
                  <a:pt x="76" y="129"/>
                  <a:pt x="75" y="128"/>
                </a:cubicBezTo>
                <a:cubicBezTo>
                  <a:pt x="74" y="127"/>
                  <a:pt x="74" y="127"/>
                  <a:pt x="74" y="127"/>
                </a:cubicBezTo>
                <a:cubicBezTo>
                  <a:pt x="74" y="126"/>
                  <a:pt x="73" y="125"/>
                  <a:pt x="73" y="124"/>
                </a:cubicBezTo>
                <a:cubicBezTo>
                  <a:pt x="73" y="122"/>
                  <a:pt x="74" y="121"/>
                  <a:pt x="75" y="120"/>
                </a:cubicBezTo>
                <a:close/>
                <a:moveTo>
                  <a:pt x="81" y="91"/>
                </a:moveTo>
                <a:cubicBezTo>
                  <a:pt x="81" y="91"/>
                  <a:pt x="81" y="91"/>
                  <a:pt x="81" y="91"/>
                </a:cubicBezTo>
                <a:cubicBezTo>
                  <a:pt x="83" y="91"/>
                  <a:pt x="85" y="89"/>
                  <a:pt x="85" y="87"/>
                </a:cubicBezTo>
                <a:cubicBezTo>
                  <a:pt x="85" y="38"/>
                  <a:pt x="85" y="38"/>
                  <a:pt x="85" y="38"/>
                </a:cubicBezTo>
                <a:cubicBezTo>
                  <a:pt x="85" y="35"/>
                  <a:pt x="83" y="34"/>
                  <a:pt x="81" y="34"/>
                </a:cubicBezTo>
                <a:cubicBezTo>
                  <a:pt x="79" y="34"/>
                  <a:pt x="77" y="35"/>
                  <a:pt x="77" y="38"/>
                </a:cubicBezTo>
                <a:cubicBezTo>
                  <a:pt x="77" y="87"/>
                  <a:pt x="77" y="87"/>
                  <a:pt x="77" y="87"/>
                </a:cubicBezTo>
                <a:cubicBezTo>
                  <a:pt x="77" y="89"/>
                  <a:pt x="79" y="91"/>
                  <a:pt x="81" y="91"/>
                </a:cubicBezTo>
                <a:close/>
                <a:moveTo>
                  <a:pt x="148" y="109"/>
                </a:moveTo>
                <a:cubicBezTo>
                  <a:pt x="148" y="109"/>
                  <a:pt x="148" y="109"/>
                  <a:pt x="148" y="109"/>
                </a:cubicBezTo>
                <a:cubicBezTo>
                  <a:pt x="146" y="111"/>
                  <a:pt x="144" y="114"/>
                  <a:pt x="144" y="118"/>
                </a:cubicBezTo>
                <a:cubicBezTo>
                  <a:pt x="144" y="122"/>
                  <a:pt x="146" y="125"/>
                  <a:pt x="148" y="128"/>
                </a:cubicBezTo>
                <a:cubicBezTo>
                  <a:pt x="148" y="128"/>
                  <a:pt x="148" y="128"/>
                  <a:pt x="148" y="128"/>
                </a:cubicBezTo>
                <a:cubicBezTo>
                  <a:pt x="151" y="130"/>
                  <a:pt x="154" y="132"/>
                  <a:pt x="158" y="132"/>
                </a:cubicBezTo>
                <a:cubicBezTo>
                  <a:pt x="161" y="132"/>
                  <a:pt x="165" y="131"/>
                  <a:pt x="167" y="128"/>
                </a:cubicBezTo>
                <a:cubicBezTo>
                  <a:pt x="167" y="128"/>
                  <a:pt x="167" y="128"/>
                  <a:pt x="167" y="128"/>
                </a:cubicBezTo>
                <a:cubicBezTo>
                  <a:pt x="168" y="128"/>
                  <a:pt x="168" y="128"/>
                  <a:pt x="168" y="128"/>
                </a:cubicBezTo>
                <a:cubicBezTo>
                  <a:pt x="170" y="126"/>
                  <a:pt x="171" y="122"/>
                  <a:pt x="171" y="118"/>
                </a:cubicBezTo>
                <a:cubicBezTo>
                  <a:pt x="171" y="114"/>
                  <a:pt x="170" y="111"/>
                  <a:pt x="168" y="109"/>
                </a:cubicBezTo>
                <a:cubicBezTo>
                  <a:pt x="168" y="109"/>
                  <a:pt x="168" y="109"/>
                  <a:pt x="168" y="109"/>
                </a:cubicBezTo>
                <a:cubicBezTo>
                  <a:pt x="168" y="109"/>
                  <a:pt x="168" y="109"/>
                  <a:pt x="168" y="109"/>
                </a:cubicBezTo>
                <a:cubicBezTo>
                  <a:pt x="165" y="106"/>
                  <a:pt x="162" y="105"/>
                  <a:pt x="158" y="105"/>
                </a:cubicBezTo>
                <a:cubicBezTo>
                  <a:pt x="154" y="105"/>
                  <a:pt x="151" y="106"/>
                  <a:pt x="148" y="109"/>
                </a:cubicBezTo>
                <a:close/>
                <a:moveTo>
                  <a:pt x="154" y="114"/>
                </a:moveTo>
                <a:cubicBezTo>
                  <a:pt x="154" y="114"/>
                  <a:pt x="154" y="114"/>
                  <a:pt x="154" y="114"/>
                </a:cubicBezTo>
                <a:cubicBezTo>
                  <a:pt x="155" y="113"/>
                  <a:pt x="156" y="113"/>
                  <a:pt x="158" y="113"/>
                </a:cubicBezTo>
                <a:cubicBezTo>
                  <a:pt x="159" y="113"/>
                  <a:pt x="161" y="113"/>
                  <a:pt x="162" y="114"/>
                </a:cubicBezTo>
                <a:cubicBezTo>
                  <a:pt x="163" y="115"/>
                  <a:pt x="163" y="117"/>
                  <a:pt x="163" y="118"/>
                </a:cubicBezTo>
                <a:cubicBezTo>
                  <a:pt x="163" y="120"/>
                  <a:pt x="163" y="121"/>
                  <a:pt x="162" y="122"/>
                </a:cubicBezTo>
                <a:cubicBezTo>
                  <a:pt x="161" y="123"/>
                  <a:pt x="159" y="124"/>
                  <a:pt x="158" y="124"/>
                </a:cubicBezTo>
                <a:cubicBezTo>
                  <a:pt x="156" y="124"/>
                  <a:pt x="155" y="123"/>
                  <a:pt x="154" y="122"/>
                </a:cubicBezTo>
                <a:cubicBezTo>
                  <a:pt x="154" y="122"/>
                  <a:pt x="154" y="122"/>
                  <a:pt x="154" y="122"/>
                </a:cubicBezTo>
                <a:cubicBezTo>
                  <a:pt x="153" y="121"/>
                  <a:pt x="152" y="120"/>
                  <a:pt x="152" y="118"/>
                </a:cubicBezTo>
                <a:cubicBezTo>
                  <a:pt x="152" y="117"/>
                  <a:pt x="153" y="115"/>
                  <a:pt x="154" y="114"/>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8" name="Freeform 10"/>
          <p:cNvSpPr>
            <a:spLocks noEditPoints="1"/>
          </p:cNvSpPr>
          <p:nvPr/>
        </p:nvSpPr>
        <p:spPr bwMode="auto">
          <a:xfrm>
            <a:off x="107850" y="2091788"/>
            <a:ext cx="174824" cy="175280"/>
          </a:xfrm>
          <a:custGeom>
            <a:avLst/>
            <a:gdLst>
              <a:gd name="T0" fmla="*/ 47 w 162"/>
              <a:gd name="T1" fmla="*/ 34 h 163"/>
              <a:gd name="T2" fmla="*/ 34 w 162"/>
              <a:gd name="T3" fmla="*/ 47 h 163"/>
              <a:gd name="T4" fmla="*/ 32 w 162"/>
              <a:gd name="T5" fmla="*/ 61 h 163"/>
              <a:gd name="T6" fmla="*/ 41 w 162"/>
              <a:gd name="T7" fmla="*/ 52 h 163"/>
              <a:gd name="T8" fmla="*/ 52 w 162"/>
              <a:gd name="T9" fmla="*/ 41 h 163"/>
              <a:gd name="T10" fmla="*/ 60 w 162"/>
              <a:gd name="T11" fmla="*/ 32 h 163"/>
              <a:gd name="T12" fmla="*/ 160 w 162"/>
              <a:gd name="T13" fmla="*/ 150 h 163"/>
              <a:gd name="T14" fmla="*/ 130 w 162"/>
              <a:gd name="T15" fmla="*/ 121 h 163"/>
              <a:gd name="T16" fmla="*/ 147 w 162"/>
              <a:gd name="T17" fmla="*/ 74 h 163"/>
              <a:gd name="T18" fmla="*/ 142 w 162"/>
              <a:gd name="T19" fmla="*/ 46 h 163"/>
              <a:gd name="T20" fmla="*/ 126 w 162"/>
              <a:gd name="T21" fmla="*/ 22 h 163"/>
              <a:gd name="T22" fmla="*/ 74 w 162"/>
              <a:gd name="T23" fmla="*/ 0 h 163"/>
              <a:gd name="T24" fmla="*/ 6 w 162"/>
              <a:gd name="T25" fmla="*/ 46 h 163"/>
              <a:gd name="T26" fmla="*/ 5 w 162"/>
              <a:gd name="T27" fmla="*/ 102 h 163"/>
              <a:gd name="T28" fmla="*/ 21 w 162"/>
              <a:gd name="T29" fmla="*/ 126 h 163"/>
              <a:gd name="T30" fmla="*/ 45 w 162"/>
              <a:gd name="T31" fmla="*/ 142 h 163"/>
              <a:gd name="T32" fmla="*/ 45 w 162"/>
              <a:gd name="T33" fmla="*/ 142 h 163"/>
              <a:gd name="T34" fmla="*/ 102 w 162"/>
              <a:gd name="T35" fmla="*/ 142 h 163"/>
              <a:gd name="T36" fmla="*/ 150 w 162"/>
              <a:gd name="T37" fmla="*/ 160 h 163"/>
              <a:gd name="T38" fmla="*/ 160 w 162"/>
              <a:gd name="T39" fmla="*/ 150 h 163"/>
              <a:gd name="T40" fmla="*/ 116 w 162"/>
              <a:gd name="T41" fmla="*/ 117 h 163"/>
              <a:gd name="T42" fmla="*/ 97 w 162"/>
              <a:gd name="T43" fmla="*/ 130 h 163"/>
              <a:gd name="T44" fmla="*/ 51 w 162"/>
              <a:gd name="T45" fmla="*/ 130 h 163"/>
              <a:gd name="T46" fmla="*/ 31 w 162"/>
              <a:gd name="T47" fmla="*/ 117 h 163"/>
              <a:gd name="T48" fmla="*/ 31 w 162"/>
              <a:gd name="T49" fmla="*/ 117 h 163"/>
              <a:gd name="T50" fmla="*/ 18 w 162"/>
              <a:gd name="T51" fmla="*/ 97 h 163"/>
              <a:gd name="T52" fmla="*/ 18 w 162"/>
              <a:gd name="T53" fmla="*/ 51 h 163"/>
              <a:gd name="T54" fmla="*/ 74 w 162"/>
              <a:gd name="T55" fmla="*/ 14 h 163"/>
              <a:gd name="T56" fmla="*/ 116 w 162"/>
              <a:gd name="T57" fmla="*/ 31 h 163"/>
              <a:gd name="T58" fmla="*/ 129 w 162"/>
              <a:gd name="T59" fmla="*/ 51 h 163"/>
              <a:gd name="T60" fmla="*/ 134 w 162"/>
              <a:gd name="T61" fmla="*/ 74 h 163"/>
              <a:gd name="T62" fmla="*/ 116 w 162"/>
              <a:gd name="T63" fmla="*/ 117 h 163"/>
              <a:gd name="T64" fmla="*/ 117 w 162"/>
              <a:gd name="T65" fmla="*/ 70 h 163"/>
              <a:gd name="T66" fmla="*/ 110 w 162"/>
              <a:gd name="T67" fmla="*/ 89 h 163"/>
              <a:gd name="T68" fmla="*/ 102 w 162"/>
              <a:gd name="T69" fmla="*/ 102 h 163"/>
              <a:gd name="T70" fmla="*/ 74 w 162"/>
              <a:gd name="T71" fmla="*/ 114 h 163"/>
              <a:gd name="T72" fmla="*/ 74 w 162"/>
              <a:gd name="T73" fmla="*/ 122 h 163"/>
              <a:gd name="T74" fmla="*/ 107 w 162"/>
              <a:gd name="T75" fmla="*/ 108 h 163"/>
              <a:gd name="T76" fmla="*/ 118 w 162"/>
              <a:gd name="T77" fmla="*/ 92 h 163"/>
              <a:gd name="T78" fmla="*/ 117 w 162"/>
              <a:gd name="T79" fmla="*/ 70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62" h="163">
                <a:moveTo>
                  <a:pt x="55" y="30"/>
                </a:moveTo>
                <a:cubicBezTo>
                  <a:pt x="52" y="31"/>
                  <a:pt x="50" y="33"/>
                  <a:pt x="47" y="34"/>
                </a:cubicBezTo>
                <a:cubicBezTo>
                  <a:pt x="44" y="36"/>
                  <a:pt x="42" y="38"/>
                  <a:pt x="40" y="40"/>
                </a:cubicBezTo>
                <a:cubicBezTo>
                  <a:pt x="38" y="42"/>
                  <a:pt x="36" y="45"/>
                  <a:pt x="34" y="47"/>
                </a:cubicBezTo>
                <a:cubicBezTo>
                  <a:pt x="32" y="50"/>
                  <a:pt x="31" y="53"/>
                  <a:pt x="30" y="55"/>
                </a:cubicBezTo>
                <a:cubicBezTo>
                  <a:pt x="29" y="57"/>
                  <a:pt x="30" y="60"/>
                  <a:pt x="32" y="61"/>
                </a:cubicBezTo>
                <a:cubicBezTo>
                  <a:pt x="34" y="62"/>
                  <a:pt x="36" y="61"/>
                  <a:pt x="37" y="59"/>
                </a:cubicBezTo>
                <a:cubicBezTo>
                  <a:pt x="38" y="56"/>
                  <a:pt x="39" y="54"/>
                  <a:pt x="41" y="52"/>
                </a:cubicBezTo>
                <a:cubicBezTo>
                  <a:pt x="42" y="50"/>
                  <a:pt x="44" y="48"/>
                  <a:pt x="46" y="46"/>
                </a:cubicBezTo>
                <a:cubicBezTo>
                  <a:pt x="48" y="44"/>
                  <a:pt x="49" y="43"/>
                  <a:pt x="52" y="41"/>
                </a:cubicBezTo>
                <a:cubicBezTo>
                  <a:pt x="54" y="40"/>
                  <a:pt x="56" y="38"/>
                  <a:pt x="58" y="37"/>
                </a:cubicBezTo>
                <a:cubicBezTo>
                  <a:pt x="60" y="37"/>
                  <a:pt x="61" y="34"/>
                  <a:pt x="60" y="32"/>
                </a:cubicBezTo>
                <a:cubicBezTo>
                  <a:pt x="59" y="30"/>
                  <a:pt x="57" y="29"/>
                  <a:pt x="55" y="30"/>
                </a:cubicBezTo>
                <a:close/>
                <a:moveTo>
                  <a:pt x="160" y="150"/>
                </a:moveTo>
                <a:cubicBezTo>
                  <a:pt x="160" y="150"/>
                  <a:pt x="160" y="150"/>
                  <a:pt x="160" y="150"/>
                </a:cubicBezTo>
                <a:cubicBezTo>
                  <a:pt x="130" y="121"/>
                  <a:pt x="130" y="121"/>
                  <a:pt x="130" y="121"/>
                </a:cubicBezTo>
                <a:cubicBezTo>
                  <a:pt x="135" y="115"/>
                  <a:pt x="139" y="109"/>
                  <a:pt x="142" y="102"/>
                </a:cubicBezTo>
                <a:cubicBezTo>
                  <a:pt x="145" y="93"/>
                  <a:pt x="147" y="84"/>
                  <a:pt x="147" y="74"/>
                </a:cubicBezTo>
                <a:cubicBezTo>
                  <a:pt x="147" y="64"/>
                  <a:pt x="145" y="55"/>
                  <a:pt x="142" y="46"/>
                </a:cubicBezTo>
                <a:cubicBezTo>
                  <a:pt x="142" y="46"/>
                  <a:pt x="142" y="46"/>
                  <a:pt x="142" y="46"/>
                </a:cubicBezTo>
                <a:cubicBezTo>
                  <a:pt x="138" y="37"/>
                  <a:pt x="133" y="29"/>
                  <a:pt x="126" y="22"/>
                </a:cubicBezTo>
                <a:cubicBezTo>
                  <a:pt x="126" y="22"/>
                  <a:pt x="126" y="22"/>
                  <a:pt x="126" y="22"/>
                </a:cubicBezTo>
                <a:cubicBezTo>
                  <a:pt x="119" y="15"/>
                  <a:pt x="111" y="10"/>
                  <a:pt x="102" y="6"/>
                </a:cubicBezTo>
                <a:cubicBezTo>
                  <a:pt x="93" y="2"/>
                  <a:pt x="84" y="0"/>
                  <a:pt x="74" y="0"/>
                </a:cubicBezTo>
                <a:cubicBezTo>
                  <a:pt x="53" y="0"/>
                  <a:pt x="35" y="8"/>
                  <a:pt x="21" y="22"/>
                </a:cubicBezTo>
                <a:cubicBezTo>
                  <a:pt x="15" y="29"/>
                  <a:pt x="9" y="37"/>
                  <a:pt x="6" y="46"/>
                </a:cubicBezTo>
                <a:cubicBezTo>
                  <a:pt x="2" y="55"/>
                  <a:pt x="0" y="64"/>
                  <a:pt x="0" y="74"/>
                </a:cubicBezTo>
                <a:cubicBezTo>
                  <a:pt x="0" y="84"/>
                  <a:pt x="2" y="93"/>
                  <a:pt x="5" y="102"/>
                </a:cubicBezTo>
                <a:cubicBezTo>
                  <a:pt x="6" y="102"/>
                  <a:pt x="6" y="102"/>
                  <a:pt x="6" y="102"/>
                </a:cubicBezTo>
                <a:cubicBezTo>
                  <a:pt x="9" y="111"/>
                  <a:pt x="15" y="119"/>
                  <a:pt x="21" y="126"/>
                </a:cubicBezTo>
                <a:cubicBezTo>
                  <a:pt x="22" y="126"/>
                  <a:pt x="22" y="126"/>
                  <a:pt x="22" y="126"/>
                </a:cubicBezTo>
                <a:cubicBezTo>
                  <a:pt x="28" y="133"/>
                  <a:pt x="36" y="138"/>
                  <a:pt x="45" y="142"/>
                </a:cubicBezTo>
                <a:cubicBezTo>
                  <a:pt x="45" y="142"/>
                  <a:pt x="45" y="142"/>
                  <a:pt x="45" y="142"/>
                </a:cubicBezTo>
                <a:cubicBezTo>
                  <a:pt x="45" y="142"/>
                  <a:pt x="45" y="142"/>
                  <a:pt x="45" y="142"/>
                </a:cubicBezTo>
                <a:cubicBezTo>
                  <a:pt x="54" y="146"/>
                  <a:pt x="64" y="148"/>
                  <a:pt x="74" y="148"/>
                </a:cubicBezTo>
                <a:cubicBezTo>
                  <a:pt x="84" y="148"/>
                  <a:pt x="93" y="146"/>
                  <a:pt x="102" y="142"/>
                </a:cubicBezTo>
                <a:cubicBezTo>
                  <a:pt x="109" y="139"/>
                  <a:pt x="115" y="135"/>
                  <a:pt x="121" y="131"/>
                </a:cubicBezTo>
                <a:cubicBezTo>
                  <a:pt x="150" y="160"/>
                  <a:pt x="150" y="160"/>
                  <a:pt x="150" y="160"/>
                </a:cubicBezTo>
                <a:cubicBezTo>
                  <a:pt x="153" y="163"/>
                  <a:pt x="157" y="163"/>
                  <a:pt x="160" y="160"/>
                </a:cubicBezTo>
                <a:cubicBezTo>
                  <a:pt x="162" y="157"/>
                  <a:pt x="162" y="153"/>
                  <a:pt x="160" y="150"/>
                </a:cubicBezTo>
                <a:close/>
                <a:moveTo>
                  <a:pt x="116" y="117"/>
                </a:moveTo>
                <a:cubicBezTo>
                  <a:pt x="116" y="117"/>
                  <a:pt x="116" y="117"/>
                  <a:pt x="116" y="117"/>
                </a:cubicBezTo>
                <a:cubicBezTo>
                  <a:pt x="116" y="117"/>
                  <a:pt x="116" y="117"/>
                  <a:pt x="116" y="117"/>
                </a:cubicBezTo>
                <a:cubicBezTo>
                  <a:pt x="111" y="122"/>
                  <a:pt x="104" y="127"/>
                  <a:pt x="97" y="130"/>
                </a:cubicBezTo>
                <a:cubicBezTo>
                  <a:pt x="90" y="133"/>
                  <a:pt x="82" y="134"/>
                  <a:pt x="74" y="134"/>
                </a:cubicBezTo>
                <a:cubicBezTo>
                  <a:pt x="65" y="134"/>
                  <a:pt x="58" y="133"/>
                  <a:pt x="51" y="130"/>
                </a:cubicBezTo>
                <a:cubicBezTo>
                  <a:pt x="51" y="130"/>
                  <a:pt x="51" y="130"/>
                  <a:pt x="51" y="130"/>
                </a:cubicBezTo>
                <a:cubicBezTo>
                  <a:pt x="43" y="127"/>
                  <a:pt x="37" y="122"/>
                  <a:pt x="31" y="117"/>
                </a:cubicBezTo>
                <a:cubicBezTo>
                  <a:pt x="31" y="117"/>
                  <a:pt x="31" y="117"/>
                  <a:pt x="31" y="117"/>
                </a:cubicBezTo>
                <a:cubicBezTo>
                  <a:pt x="31" y="117"/>
                  <a:pt x="31" y="117"/>
                  <a:pt x="31" y="117"/>
                </a:cubicBezTo>
                <a:cubicBezTo>
                  <a:pt x="26" y="111"/>
                  <a:pt x="21" y="104"/>
                  <a:pt x="18" y="97"/>
                </a:cubicBezTo>
                <a:cubicBezTo>
                  <a:pt x="18" y="97"/>
                  <a:pt x="18" y="97"/>
                  <a:pt x="18" y="97"/>
                </a:cubicBezTo>
                <a:cubicBezTo>
                  <a:pt x="15" y="90"/>
                  <a:pt x="13" y="82"/>
                  <a:pt x="13" y="74"/>
                </a:cubicBezTo>
                <a:cubicBezTo>
                  <a:pt x="13" y="66"/>
                  <a:pt x="15" y="58"/>
                  <a:pt x="18" y="51"/>
                </a:cubicBezTo>
                <a:cubicBezTo>
                  <a:pt x="21" y="44"/>
                  <a:pt x="26" y="37"/>
                  <a:pt x="31" y="31"/>
                </a:cubicBezTo>
                <a:cubicBezTo>
                  <a:pt x="42" y="21"/>
                  <a:pt x="57" y="14"/>
                  <a:pt x="74" y="14"/>
                </a:cubicBezTo>
                <a:cubicBezTo>
                  <a:pt x="82" y="14"/>
                  <a:pt x="90" y="15"/>
                  <a:pt x="97" y="18"/>
                </a:cubicBezTo>
                <a:cubicBezTo>
                  <a:pt x="104" y="21"/>
                  <a:pt x="111" y="26"/>
                  <a:pt x="116" y="31"/>
                </a:cubicBezTo>
                <a:cubicBezTo>
                  <a:pt x="117" y="32"/>
                  <a:pt x="117" y="32"/>
                  <a:pt x="117" y="32"/>
                </a:cubicBezTo>
                <a:cubicBezTo>
                  <a:pt x="122" y="37"/>
                  <a:pt x="126" y="44"/>
                  <a:pt x="129" y="51"/>
                </a:cubicBezTo>
                <a:cubicBezTo>
                  <a:pt x="129" y="51"/>
                  <a:pt x="129" y="51"/>
                  <a:pt x="129" y="51"/>
                </a:cubicBezTo>
                <a:cubicBezTo>
                  <a:pt x="132" y="58"/>
                  <a:pt x="134" y="66"/>
                  <a:pt x="134" y="74"/>
                </a:cubicBezTo>
                <a:cubicBezTo>
                  <a:pt x="134" y="82"/>
                  <a:pt x="132" y="90"/>
                  <a:pt x="129" y="97"/>
                </a:cubicBezTo>
                <a:cubicBezTo>
                  <a:pt x="126" y="104"/>
                  <a:pt x="122" y="111"/>
                  <a:pt x="116" y="117"/>
                </a:cubicBezTo>
                <a:close/>
                <a:moveTo>
                  <a:pt x="117" y="70"/>
                </a:moveTo>
                <a:cubicBezTo>
                  <a:pt x="117" y="70"/>
                  <a:pt x="117" y="70"/>
                  <a:pt x="117" y="70"/>
                </a:cubicBezTo>
                <a:cubicBezTo>
                  <a:pt x="115" y="70"/>
                  <a:pt x="113" y="72"/>
                  <a:pt x="113" y="74"/>
                </a:cubicBezTo>
                <a:cubicBezTo>
                  <a:pt x="113" y="79"/>
                  <a:pt x="112" y="84"/>
                  <a:pt x="110" y="89"/>
                </a:cubicBezTo>
                <a:cubicBezTo>
                  <a:pt x="110" y="89"/>
                  <a:pt x="110" y="89"/>
                  <a:pt x="110" y="89"/>
                </a:cubicBezTo>
                <a:cubicBezTo>
                  <a:pt x="108" y="94"/>
                  <a:pt x="105" y="98"/>
                  <a:pt x="102" y="102"/>
                </a:cubicBezTo>
                <a:cubicBezTo>
                  <a:pt x="98" y="106"/>
                  <a:pt x="94" y="109"/>
                  <a:pt x="89" y="111"/>
                </a:cubicBezTo>
                <a:cubicBezTo>
                  <a:pt x="84" y="113"/>
                  <a:pt x="79" y="114"/>
                  <a:pt x="74" y="114"/>
                </a:cubicBezTo>
                <a:cubicBezTo>
                  <a:pt x="71" y="114"/>
                  <a:pt x="70" y="115"/>
                  <a:pt x="70" y="118"/>
                </a:cubicBezTo>
                <a:cubicBezTo>
                  <a:pt x="70" y="120"/>
                  <a:pt x="71" y="122"/>
                  <a:pt x="74" y="122"/>
                </a:cubicBezTo>
                <a:cubicBezTo>
                  <a:pt x="80" y="122"/>
                  <a:pt x="86" y="120"/>
                  <a:pt x="92" y="118"/>
                </a:cubicBezTo>
                <a:cubicBezTo>
                  <a:pt x="98" y="116"/>
                  <a:pt x="103" y="112"/>
                  <a:pt x="107" y="108"/>
                </a:cubicBezTo>
                <a:cubicBezTo>
                  <a:pt x="112" y="103"/>
                  <a:pt x="115" y="98"/>
                  <a:pt x="118" y="92"/>
                </a:cubicBezTo>
                <a:cubicBezTo>
                  <a:pt x="118" y="92"/>
                  <a:pt x="118" y="92"/>
                  <a:pt x="118" y="92"/>
                </a:cubicBezTo>
                <a:cubicBezTo>
                  <a:pt x="120" y="86"/>
                  <a:pt x="121" y="80"/>
                  <a:pt x="121" y="74"/>
                </a:cubicBezTo>
                <a:cubicBezTo>
                  <a:pt x="121" y="72"/>
                  <a:pt x="120" y="70"/>
                  <a:pt x="117" y="70"/>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38" name="矩形 37"/>
          <p:cNvSpPr/>
          <p:nvPr/>
        </p:nvSpPr>
        <p:spPr>
          <a:xfrm>
            <a:off x="614945" y="1653245"/>
            <a:ext cx="441146" cy="246221"/>
          </a:xfrm>
          <a:prstGeom prst="rect">
            <a:avLst/>
          </a:prstGeom>
        </p:spPr>
        <p:txBody>
          <a:bodyPr wrap="none">
            <a:spAutoFit/>
          </a:bodyPr>
          <a:lstStyle/>
          <a:p>
            <a:pPr algn="ctr"/>
            <a:r>
              <a:rPr lang="zh-CN" altLang="en-US" sz="1000" dirty="0">
                <a:ln w="6350">
                  <a:noFill/>
                </a:ln>
                <a:solidFill>
                  <a:schemeClr val="bg1"/>
                </a:solidFill>
                <a:latin typeface="Impact" pitchFamily="34" charset="0"/>
                <a:ea typeface="微软雅黑" pitchFamily="34" charset="-122"/>
              </a:rPr>
              <a:t>绪论</a:t>
            </a:r>
          </a:p>
        </p:txBody>
      </p:sp>
      <p:sp>
        <p:nvSpPr>
          <p:cNvPr id="43" name="Rectangle 27"/>
          <p:cNvSpPr>
            <a:spLocks noChangeArrowheads="1"/>
          </p:cNvSpPr>
          <p:nvPr/>
        </p:nvSpPr>
        <p:spPr bwMode="auto">
          <a:xfrm rot="10800000" flipV="1">
            <a:off x="1809606" y="1714049"/>
            <a:ext cx="2086485" cy="2769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p>
            <a:pPr lvl="0" algn="just" fontAlgn="base">
              <a:lnSpc>
                <a:spcPct val="150000"/>
              </a:lnSpc>
              <a:spcBef>
                <a:spcPct val="0"/>
              </a:spcBef>
              <a:spcAft>
                <a:spcPct val="0"/>
              </a:spcAft>
            </a:pPr>
            <a:r>
              <a:rPr lang="zh-CN" altLang="en-US" sz="1000" dirty="0">
                <a:solidFill>
                  <a:schemeClr val="tx1">
                    <a:lumMod val="65000"/>
                    <a:lumOff val="35000"/>
                  </a:schemeClr>
                </a:solidFill>
                <a:latin typeface="Arial" pitchFamily="34" charset="0"/>
                <a:ea typeface="微软雅黑" pitchFamily="34" charset="-122"/>
              </a:rPr>
              <a:t>此处可输入相关说明文本内容，或者复制文本内容后粘贴，并选择只保留文字。文本内容建议简洁明了、提纲挈领，尽量保持整体风格统一。此处可输入相关说明文本内容，或者复制文本内容后粘贴，并选择只保留文字。文本内容建议简洁明了、提纲挈领，尽量保持整体风格统一。此处可输入相关说明文本内容，或者复制文本内容后粘贴，并选择只保留文字。文本内容建议简洁明了、提纲挈领，尽量保持整体风格统一。</a:t>
            </a:r>
            <a:endParaRPr lang="zh-CN" altLang="en-US" sz="800" dirty="0">
              <a:solidFill>
                <a:schemeClr val="tx1">
                  <a:lumMod val="65000"/>
                  <a:lumOff val="35000"/>
                </a:schemeClr>
              </a:solidFill>
            </a:endParaRPr>
          </a:p>
        </p:txBody>
      </p:sp>
      <p:sp>
        <p:nvSpPr>
          <p:cNvPr id="45" name="Line 33"/>
          <p:cNvSpPr>
            <a:spLocks noChangeShapeType="1"/>
          </p:cNvSpPr>
          <p:nvPr/>
        </p:nvSpPr>
        <p:spPr bwMode="auto">
          <a:xfrm>
            <a:off x="4091002" y="1274812"/>
            <a:ext cx="0" cy="3259047"/>
          </a:xfrm>
          <a:prstGeom prst="line">
            <a:avLst/>
          </a:prstGeom>
          <a:noFill/>
          <a:ln w="6350">
            <a:solidFill>
              <a:srgbClr val="62768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 name="矩形 46"/>
          <p:cNvSpPr/>
          <p:nvPr/>
        </p:nvSpPr>
        <p:spPr>
          <a:xfrm>
            <a:off x="2240103" y="1386841"/>
            <a:ext cx="1225490" cy="237178"/>
          </a:xfrm>
          <a:prstGeom prst="rect">
            <a:avLst/>
          </a:prstGeom>
          <a:noFill/>
          <a:ln w="6350" cap="flat">
            <a:solidFill>
              <a:srgbClr val="37B0E8"/>
            </a:solidFill>
            <a:prstDash val="solid"/>
            <a:miter lim="800000"/>
          </a:ln>
        </p:spPr>
        <p:txBody>
          <a:bodyPr vert="horz" wrap="square" lIns="91440" tIns="45720" rIns="91440" bIns="45720" numCol="1" anchor="ctr" anchorCtr="0" compatLnSpc="1"/>
          <a:lstStyle/>
          <a:p>
            <a:pPr lvl="0" algn="ctr"/>
            <a:r>
              <a:rPr lang="zh-CN" altLang="en-US" sz="1200" dirty="0">
                <a:ln w="6350">
                  <a:noFill/>
                </a:ln>
                <a:solidFill>
                  <a:srgbClr val="37B0E8"/>
                </a:solidFill>
                <a:latin typeface="Impact" pitchFamily="34" charset="0"/>
                <a:ea typeface="微软雅黑" pitchFamily="34" charset="-122"/>
              </a:rPr>
              <a:t>研究课题背景</a:t>
            </a:r>
            <a:endParaRPr lang="en-US" altLang="zh-CN" sz="1200" dirty="0">
              <a:ln w="6350">
                <a:noFill/>
              </a:ln>
              <a:solidFill>
                <a:srgbClr val="37B0E8"/>
              </a:solidFill>
              <a:latin typeface="Impact" pitchFamily="34" charset="0"/>
              <a:ea typeface="微软雅黑" pitchFamily="34" charset="-122"/>
            </a:endParaRPr>
          </a:p>
        </p:txBody>
      </p:sp>
      <p:sp>
        <p:nvSpPr>
          <p:cNvPr id="48" name="矩形 47"/>
          <p:cNvSpPr/>
          <p:nvPr/>
        </p:nvSpPr>
        <p:spPr>
          <a:xfrm>
            <a:off x="5867400" y="242991"/>
            <a:ext cx="2665040" cy="323165"/>
          </a:xfrm>
          <a:prstGeom prst="rect">
            <a:avLst/>
          </a:prstGeom>
        </p:spPr>
        <p:txBody>
          <a:bodyPr wrap="square" lIns="0" tIns="0" rIns="0" bIns="0" anchor="ctr" anchorCtr="0">
            <a:spAutoFit/>
          </a:bodyPr>
          <a:lstStyle/>
          <a:p>
            <a:pPr algn="r">
              <a:lnSpc>
                <a:spcPct val="150000"/>
              </a:lnSpc>
            </a:pPr>
            <a:r>
              <a:rPr lang="zh-CN" altLang="en-US" sz="1400" b="1" dirty="0">
                <a:solidFill>
                  <a:srgbClr val="354454"/>
                </a:solidFill>
                <a:latin typeface="微软雅黑" pitchFamily="34" charset="-122"/>
                <a:ea typeface="微软雅黑" pitchFamily="34" charset="-122"/>
              </a:rPr>
              <a:t>选题背景</a:t>
            </a:r>
          </a:p>
        </p:txBody>
      </p:sp>
      <p:sp>
        <p:nvSpPr>
          <p:cNvPr id="27" name="矩形 26"/>
          <p:cNvSpPr/>
          <p:nvPr/>
        </p:nvSpPr>
        <p:spPr>
          <a:xfrm>
            <a:off x="422584" y="2036065"/>
            <a:ext cx="825867" cy="246221"/>
          </a:xfrm>
          <a:prstGeom prst="rect">
            <a:avLst/>
          </a:prstGeom>
        </p:spPr>
        <p:txBody>
          <a:bodyPr wrap="none">
            <a:spAutoFit/>
          </a:bodyPr>
          <a:lstStyle/>
          <a:p>
            <a:pPr algn="ctr"/>
            <a:r>
              <a:rPr lang="zh-CN" altLang="en-US" sz="1000" dirty="0">
                <a:ln w="6350">
                  <a:noFill/>
                </a:ln>
                <a:solidFill>
                  <a:srgbClr val="586B7F"/>
                </a:solidFill>
                <a:latin typeface="Impact" pitchFamily="34" charset="0"/>
                <a:ea typeface="微软雅黑" pitchFamily="34" charset="-122"/>
              </a:rPr>
              <a:t>思路与方法</a:t>
            </a:r>
          </a:p>
        </p:txBody>
      </p:sp>
      <p:sp>
        <p:nvSpPr>
          <p:cNvPr id="28" name="矩形 27"/>
          <p:cNvSpPr/>
          <p:nvPr/>
        </p:nvSpPr>
        <p:spPr>
          <a:xfrm>
            <a:off x="422585" y="2823369"/>
            <a:ext cx="825867" cy="246221"/>
          </a:xfrm>
          <a:prstGeom prst="rect">
            <a:avLst/>
          </a:prstGeom>
        </p:spPr>
        <p:txBody>
          <a:bodyPr wrap="none">
            <a:spAutoFit/>
          </a:bodyPr>
          <a:lstStyle/>
          <a:p>
            <a:pPr algn="ctr"/>
            <a:r>
              <a:rPr lang="zh-CN" altLang="en-US" sz="1000" dirty="0">
                <a:ln w="6350">
                  <a:noFill/>
                </a:ln>
                <a:solidFill>
                  <a:srgbClr val="586B7F"/>
                </a:solidFill>
                <a:latin typeface="Impact" pitchFamily="34" charset="0"/>
                <a:ea typeface="微软雅黑" pitchFamily="34" charset="-122"/>
              </a:rPr>
              <a:t>成果与应用</a:t>
            </a:r>
          </a:p>
        </p:txBody>
      </p:sp>
      <p:sp>
        <p:nvSpPr>
          <p:cNvPr id="29" name="矩形 28"/>
          <p:cNvSpPr/>
          <p:nvPr/>
        </p:nvSpPr>
        <p:spPr>
          <a:xfrm>
            <a:off x="422585" y="2432846"/>
            <a:ext cx="825867" cy="246221"/>
          </a:xfrm>
          <a:prstGeom prst="rect">
            <a:avLst/>
          </a:prstGeom>
        </p:spPr>
        <p:txBody>
          <a:bodyPr wrap="none">
            <a:spAutoFit/>
          </a:bodyPr>
          <a:lstStyle/>
          <a:p>
            <a:pPr algn="ctr"/>
            <a:r>
              <a:rPr lang="zh-CN" altLang="en-US" sz="1000" dirty="0">
                <a:ln w="6350">
                  <a:noFill/>
                </a:ln>
                <a:solidFill>
                  <a:srgbClr val="586B7F"/>
                </a:solidFill>
                <a:latin typeface="Impact" pitchFamily="34" charset="0"/>
                <a:ea typeface="微软雅黑" pitchFamily="34" charset="-122"/>
              </a:rPr>
              <a:t>技术与难点</a:t>
            </a:r>
          </a:p>
        </p:txBody>
      </p:sp>
      <p:sp>
        <p:nvSpPr>
          <p:cNvPr id="40" name="Freeform 9"/>
          <p:cNvSpPr>
            <a:spLocks noEditPoints="1"/>
          </p:cNvSpPr>
          <p:nvPr/>
        </p:nvSpPr>
        <p:spPr bwMode="auto">
          <a:xfrm>
            <a:off x="83442" y="3272333"/>
            <a:ext cx="231878" cy="151086"/>
          </a:xfrm>
          <a:custGeom>
            <a:avLst/>
            <a:gdLst>
              <a:gd name="T0" fmla="*/ 58 w 215"/>
              <a:gd name="T1" fmla="*/ 83 h 140"/>
              <a:gd name="T2" fmla="*/ 58 w 215"/>
              <a:gd name="T3" fmla="*/ 91 h 140"/>
              <a:gd name="T4" fmla="*/ 161 w 215"/>
              <a:gd name="T5" fmla="*/ 87 h 140"/>
              <a:gd name="T6" fmla="*/ 58 w 215"/>
              <a:gd name="T7" fmla="*/ 73 h 140"/>
              <a:gd name="T8" fmla="*/ 98 w 215"/>
              <a:gd name="T9" fmla="*/ 73 h 140"/>
              <a:gd name="T10" fmla="*/ 102 w 215"/>
              <a:gd name="T11" fmla="*/ 34 h 140"/>
              <a:gd name="T12" fmla="*/ 58 w 215"/>
              <a:gd name="T13" fmla="*/ 30 h 140"/>
              <a:gd name="T14" fmla="*/ 54 w 215"/>
              <a:gd name="T15" fmla="*/ 69 h 140"/>
              <a:gd name="T16" fmla="*/ 63 w 215"/>
              <a:gd name="T17" fmla="*/ 38 h 140"/>
              <a:gd name="T18" fmla="*/ 94 w 215"/>
              <a:gd name="T19" fmla="*/ 38 h 140"/>
              <a:gd name="T20" fmla="*/ 63 w 215"/>
              <a:gd name="T21" fmla="*/ 65 h 140"/>
              <a:gd name="T22" fmla="*/ 27 w 215"/>
              <a:gd name="T23" fmla="*/ 121 h 140"/>
              <a:gd name="T24" fmla="*/ 189 w 215"/>
              <a:gd name="T25" fmla="*/ 121 h 140"/>
              <a:gd name="T26" fmla="*/ 196 w 215"/>
              <a:gd name="T27" fmla="*/ 7 h 140"/>
              <a:gd name="T28" fmla="*/ 27 w 215"/>
              <a:gd name="T29" fmla="*/ 0 h 140"/>
              <a:gd name="T30" fmla="*/ 20 w 215"/>
              <a:gd name="T31" fmla="*/ 114 h 140"/>
              <a:gd name="T32" fmla="*/ 33 w 215"/>
              <a:gd name="T33" fmla="*/ 13 h 140"/>
              <a:gd name="T34" fmla="*/ 182 w 215"/>
              <a:gd name="T35" fmla="*/ 13 h 140"/>
              <a:gd name="T36" fmla="*/ 33 w 215"/>
              <a:gd name="T37" fmla="*/ 107 h 140"/>
              <a:gd name="T38" fmla="*/ 157 w 215"/>
              <a:gd name="T39" fmla="*/ 48 h 140"/>
              <a:gd name="T40" fmla="*/ 111 w 215"/>
              <a:gd name="T41" fmla="*/ 48 h 140"/>
              <a:gd name="T42" fmla="*/ 111 w 215"/>
              <a:gd name="T43" fmla="*/ 56 h 140"/>
              <a:gd name="T44" fmla="*/ 161 w 215"/>
              <a:gd name="T45" fmla="*/ 52 h 140"/>
              <a:gd name="T46" fmla="*/ 157 w 215"/>
              <a:gd name="T47" fmla="*/ 65 h 140"/>
              <a:gd name="T48" fmla="*/ 111 w 215"/>
              <a:gd name="T49" fmla="*/ 65 h 140"/>
              <a:gd name="T50" fmla="*/ 111 w 215"/>
              <a:gd name="T51" fmla="*/ 73 h 140"/>
              <a:gd name="T52" fmla="*/ 161 w 215"/>
              <a:gd name="T53" fmla="*/ 69 h 140"/>
              <a:gd name="T54" fmla="*/ 157 w 215"/>
              <a:gd name="T55" fmla="*/ 30 h 140"/>
              <a:gd name="T56" fmla="*/ 111 w 215"/>
              <a:gd name="T57" fmla="*/ 30 h 140"/>
              <a:gd name="T58" fmla="*/ 111 w 215"/>
              <a:gd name="T59" fmla="*/ 38 h 140"/>
              <a:gd name="T60" fmla="*/ 161 w 215"/>
              <a:gd name="T61" fmla="*/ 34 h 140"/>
              <a:gd name="T62" fmla="*/ 209 w 215"/>
              <a:gd name="T63" fmla="*/ 127 h 140"/>
              <a:gd name="T64" fmla="*/ 7 w 215"/>
              <a:gd name="T65" fmla="*/ 127 h 140"/>
              <a:gd name="T66" fmla="*/ 7 w 215"/>
              <a:gd name="T67" fmla="*/ 140 h 140"/>
              <a:gd name="T68" fmla="*/ 215 w 215"/>
              <a:gd name="T69" fmla="*/ 13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15" h="140">
                <a:moveTo>
                  <a:pt x="157" y="83"/>
                </a:moveTo>
                <a:cubicBezTo>
                  <a:pt x="58" y="83"/>
                  <a:pt x="58" y="83"/>
                  <a:pt x="58" y="83"/>
                </a:cubicBezTo>
                <a:cubicBezTo>
                  <a:pt x="56" y="83"/>
                  <a:pt x="54" y="84"/>
                  <a:pt x="54" y="87"/>
                </a:cubicBezTo>
                <a:cubicBezTo>
                  <a:pt x="54" y="89"/>
                  <a:pt x="56" y="91"/>
                  <a:pt x="58" y="91"/>
                </a:cubicBezTo>
                <a:cubicBezTo>
                  <a:pt x="157" y="91"/>
                  <a:pt x="157" y="91"/>
                  <a:pt x="157" y="91"/>
                </a:cubicBezTo>
                <a:cubicBezTo>
                  <a:pt x="159" y="91"/>
                  <a:pt x="161" y="89"/>
                  <a:pt x="161" y="87"/>
                </a:cubicBezTo>
                <a:cubicBezTo>
                  <a:pt x="161" y="84"/>
                  <a:pt x="159" y="83"/>
                  <a:pt x="157" y="83"/>
                </a:cubicBezTo>
                <a:close/>
                <a:moveTo>
                  <a:pt x="58" y="73"/>
                </a:moveTo>
                <a:cubicBezTo>
                  <a:pt x="58" y="73"/>
                  <a:pt x="58" y="73"/>
                  <a:pt x="58" y="73"/>
                </a:cubicBezTo>
                <a:cubicBezTo>
                  <a:pt x="98" y="73"/>
                  <a:pt x="98" y="73"/>
                  <a:pt x="98" y="73"/>
                </a:cubicBezTo>
                <a:cubicBezTo>
                  <a:pt x="100" y="73"/>
                  <a:pt x="102" y="71"/>
                  <a:pt x="102" y="69"/>
                </a:cubicBezTo>
                <a:cubicBezTo>
                  <a:pt x="102" y="34"/>
                  <a:pt x="102" y="34"/>
                  <a:pt x="102" y="34"/>
                </a:cubicBezTo>
                <a:cubicBezTo>
                  <a:pt x="102" y="32"/>
                  <a:pt x="100" y="30"/>
                  <a:pt x="98" y="30"/>
                </a:cubicBezTo>
                <a:cubicBezTo>
                  <a:pt x="58" y="30"/>
                  <a:pt x="58" y="30"/>
                  <a:pt x="58" y="30"/>
                </a:cubicBezTo>
                <a:cubicBezTo>
                  <a:pt x="56" y="30"/>
                  <a:pt x="54" y="32"/>
                  <a:pt x="54" y="34"/>
                </a:cubicBezTo>
                <a:cubicBezTo>
                  <a:pt x="54" y="69"/>
                  <a:pt x="54" y="69"/>
                  <a:pt x="54" y="69"/>
                </a:cubicBezTo>
                <a:cubicBezTo>
                  <a:pt x="54" y="71"/>
                  <a:pt x="56" y="73"/>
                  <a:pt x="58" y="73"/>
                </a:cubicBezTo>
                <a:close/>
                <a:moveTo>
                  <a:pt x="63" y="38"/>
                </a:moveTo>
                <a:cubicBezTo>
                  <a:pt x="63" y="38"/>
                  <a:pt x="63" y="38"/>
                  <a:pt x="63" y="38"/>
                </a:cubicBezTo>
                <a:cubicBezTo>
                  <a:pt x="94" y="38"/>
                  <a:pt x="94" y="38"/>
                  <a:pt x="94" y="38"/>
                </a:cubicBezTo>
                <a:cubicBezTo>
                  <a:pt x="94" y="65"/>
                  <a:pt x="94" y="65"/>
                  <a:pt x="94" y="65"/>
                </a:cubicBezTo>
                <a:cubicBezTo>
                  <a:pt x="63" y="65"/>
                  <a:pt x="63" y="65"/>
                  <a:pt x="63" y="65"/>
                </a:cubicBezTo>
                <a:cubicBezTo>
                  <a:pt x="63" y="38"/>
                  <a:pt x="63" y="38"/>
                  <a:pt x="63" y="38"/>
                </a:cubicBezTo>
                <a:close/>
                <a:moveTo>
                  <a:pt x="27" y="121"/>
                </a:moveTo>
                <a:cubicBezTo>
                  <a:pt x="27" y="121"/>
                  <a:pt x="27" y="121"/>
                  <a:pt x="27" y="121"/>
                </a:cubicBezTo>
                <a:cubicBezTo>
                  <a:pt x="189" y="121"/>
                  <a:pt x="189" y="121"/>
                  <a:pt x="189" y="121"/>
                </a:cubicBezTo>
                <a:cubicBezTo>
                  <a:pt x="193" y="121"/>
                  <a:pt x="196" y="118"/>
                  <a:pt x="196" y="114"/>
                </a:cubicBezTo>
                <a:cubicBezTo>
                  <a:pt x="196" y="7"/>
                  <a:pt x="196" y="7"/>
                  <a:pt x="196" y="7"/>
                </a:cubicBezTo>
                <a:cubicBezTo>
                  <a:pt x="196" y="3"/>
                  <a:pt x="193" y="0"/>
                  <a:pt x="189" y="0"/>
                </a:cubicBezTo>
                <a:cubicBezTo>
                  <a:pt x="27" y="0"/>
                  <a:pt x="27" y="0"/>
                  <a:pt x="27" y="0"/>
                </a:cubicBezTo>
                <a:cubicBezTo>
                  <a:pt x="23" y="0"/>
                  <a:pt x="20" y="3"/>
                  <a:pt x="20" y="7"/>
                </a:cubicBezTo>
                <a:cubicBezTo>
                  <a:pt x="20" y="114"/>
                  <a:pt x="20" y="114"/>
                  <a:pt x="20" y="114"/>
                </a:cubicBezTo>
                <a:cubicBezTo>
                  <a:pt x="20" y="118"/>
                  <a:pt x="23" y="121"/>
                  <a:pt x="27" y="121"/>
                </a:cubicBezTo>
                <a:close/>
                <a:moveTo>
                  <a:pt x="33" y="13"/>
                </a:moveTo>
                <a:cubicBezTo>
                  <a:pt x="33" y="13"/>
                  <a:pt x="33" y="13"/>
                  <a:pt x="33" y="13"/>
                </a:cubicBezTo>
                <a:cubicBezTo>
                  <a:pt x="182" y="13"/>
                  <a:pt x="182" y="13"/>
                  <a:pt x="182" y="13"/>
                </a:cubicBezTo>
                <a:cubicBezTo>
                  <a:pt x="182" y="107"/>
                  <a:pt x="182" y="107"/>
                  <a:pt x="182" y="107"/>
                </a:cubicBezTo>
                <a:cubicBezTo>
                  <a:pt x="33" y="107"/>
                  <a:pt x="33" y="107"/>
                  <a:pt x="33" y="107"/>
                </a:cubicBezTo>
                <a:cubicBezTo>
                  <a:pt x="33" y="13"/>
                  <a:pt x="33" y="13"/>
                  <a:pt x="33" y="13"/>
                </a:cubicBezTo>
                <a:close/>
                <a:moveTo>
                  <a:pt x="157" y="48"/>
                </a:moveTo>
                <a:cubicBezTo>
                  <a:pt x="157" y="48"/>
                  <a:pt x="157" y="48"/>
                  <a:pt x="157" y="48"/>
                </a:cubicBezTo>
                <a:cubicBezTo>
                  <a:pt x="111" y="48"/>
                  <a:pt x="111" y="48"/>
                  <a:pt x="111" y="48"/>
                </a:cubicBezTo>
                <a:cubicBezTo>
                  <a:pt x="108" y="48"/>
                  <a:pt x="107" y="49"/>
                  <a:pt x="107" y="52"/>
                </a:cubicBezTo>
                <a:cubicBezTo>
                  <a:pt x="107" y="54"/>
                  <a:pt x="108" y="56"/>
                  <a:pt x="111" y="56"/>
                </a:cubicBezTo>
                <a:cubicBezTo>
                  <a:pt x="157" y="56"/>
                  <a:pt x="157" y="56"/>
                  <a:pt x="157" y="56"/>
                </a:cubicBezTo>
                <a:cubicBezTo>
                  <a:pt x="159" y="56"/>
                  <a:pt x="161" y="54"/>
                  <a:pt x="161" y="52"/>
                </a:cubicBezTo>
                <a:cubicBezTo>
                  <a:pt x="161" y="49"/>
                  <a:pt x="159" y="48"/>
                  <a:pt x="157" y="48"/>
                </a:cubicBezTo>
                <a:close/>
                <a:moveTo>
                  <a:pt x="157" y="65"/>
                </a:moveTo>
                <a:cubicBezTo>
                  <a:pt x="157" y="65"/>
                  <a:pt x="157" y="65"/>
                  <a:pt x="157" y="65"/>
                </a:cubicBezTo>
                <a:cubicBezTo>
                  <a:pt x="111" y="65"/>
                  <a:pt x="111" y="65"/>
                  <a:pt x="111" y="65"/>
                </a:cubicBezTo>
                <a:cubicBezTo>
                  <a:pt x="108" y="65"/>
                  <a:pt x="107" y="67"/>
                  <a:pt x="107" y="69"/>
                </a:cubicBezTo>
                <a:cubicBezTo>
                  <a:pt x="107" y="71"/>
                  <a:pt x="108" y="73"/>
                  <a:pt x="111" y="73"/>
                </a:cubicBezTo>
                <a:cubicBezTo>
                  <a:pt x="157" y="73"/>
                  <a:pt x="157" y="73"/>
                  <a:pt x="157" y="73"/>
                </a:cubicBezTo>
                <a:cubicBezTo>
                  <a:pt x="159" y="73"/>
                  <a:pt x="161" y="71"/>
                  <a:pt x="161" y="69"/>
                </a:cubicBezTo>
                <a:cubicBezTo>
                  <a:pt x="161" y="67"/>
                  <a:pt x="159" y="65"/>
                  <a:pt x="157" y="65"/>
                </a:cubicBezTo>
                <a:close/>
                <a:moveTo>
                  <a:pt x="157" y="30"/>
                </a:moveTo>
                <a:cubicBezTo>
                  <a:pt x="157" y="30"/>
                  <a:pt x="157" y="30"/>
                  <a:pt x="157" y="30"/>
                </a:cubicBezTo>
                <a:cubicBezTo>
                  <a:pt x="111" y="30"/>
                  <a:pt x="111" y="30"/>
                  <a:pt x="111" y="30"/>
                </a:cubicBezTo>
                <a:cubicBezTo>
                  <a:pt x="108" y="30"/>
                  <a:pt x="107" y="32"/>
                  <a:pt x="107" y="34"/>
                </a:cubicBezTo>
                <a:cubicBezTo>
                  <a:pt x="107" y="37"/>
                  <a:pt x="108" y="38"/>
                  <a:pt x="111" y="38"/>
                </a:cubicBezTo>
                <a:cubicBezTo>
                  <a:pt x="157" y="38"/>
                  <a:pt x="157" y="38"/>
                  <a:pt x="157" y="38"/>
                </a:cubicBezTo>
                <a:cubicBezTo>
                  <a:pt x="159" y="38"/>
                  <a:pt x="161" y="37"/>
                  <a:pt x="161" y="34"/>
                </a:cubicBezTo>
                <a:cubicBezTo>
                  <a:pt x="161" y="32"/>
                  <a:pt x="159" y="30"/>
                  <a:pt x="157" y="30"/>
                </a:cubicBezTo>
                <a:close/>
                <a:moveTo>
                  <a:pt x="209" y="127"/>
                </a:moveTo>
                <a:cubicBezTo>
                  <a:pt x="209" y="127"/>
                  <a:pt x="209" y="127"/>
                  <a:pt x="209" y="127"/>
                </a:cubicBezTo>
                <a:cubicBezTo>
                  <a:pt x="7" y="127"/>
                  <a:pt x="7" y="127"/>
                  <a:pt x="7" y="127"/>
                </a:cubicBezTo>
                <a:cubicBezTo>
                  <a:pt x="3" y="127"/>
                  <a:pt x="0" y="130"/>
                  <a:pt x="0" y="134"/>
                </a:cubicBezTo>
                <a:cubicBezTo>
                  <a:pt x="0" y="137"/>
                  <a:pt x="3" y="140"/>
                  <a:pt x="7" y="140"/>
                </a:cubicBezTo>
                <a:cubicBezTo>
                  <a:pt x="209" y="140"/>
                  <a:pt x="209" y="140"/>
                  <a:pt x="209" y="140"/>
                </a:cubicBezTo>
                <a:cubicBezTo>
                  <a:pt x="212" y="140"/>
                  <a:pt x="215" y="137"/>
                  <a:pt x="215" y="134"/>
                </a:cubicBezTo>
                <a:cubicBezTo>
                  <a:pt x="215" y="130"/>
                  <a:pt x="212" y="127"/>
                  <a:pt x="209" y="127"/>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41" name="矩形 40"/>
          <p:cNvSpPr/>
          <p:nvPr/>
        </p:nvSpPr>
        <p:spPr>
          <a:xfrm>
            <a:off x="422585" y="3224765"/>
            <a:ext cx="825867" cy="246221"/>
          </a:xfrm>
          <a:prstGeom prst="rect">
            <a:avLst/>
          </a:prstGeom>
        </p:spPr>
        <p:txBody>
          <a:bodyPr wrap="none">
            <a:spAutoFit/>
          </a:bodyPr>
          <a:lstStyle/>
          <a:p>
            <a:pPr algn="ctr"/>
            <a:r>
              <a:rPr lang="zh-CN" altLang="en-US" sz="1000" dirty="0">
                <a:ln w="6350">
                  <a:noFill/>
                </a:ln>
                <a:solidFill>
                  <a:srgbClr val="586B7F"/>
                </a:solidFill>
                <a:latin typeface="Impact" pitchFamily="34" charset="0"/>
                <a:ea typeface="微软雅黑" pitchFamily="34" charset="-122"/>
              </a:rPr>
              <a:t>建议与总结</a:t>
            </a:r>
          </a:p>
        </p:txBody>
      </p:sp>
      <p:pic>
        <p:nvPicPr>
          <p:cNvPr id="2" name="图片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579989" y="1292305"/>
            <a:ext cx="4160286" cy="3191733"/>
          </a:xfrm>
          <a:prstGeom prst="rect">
            <a:avLst/>
          </a:prstGeom>
        </p:spPr>
      </p:pic>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withEffect">
                                  <p:stCondLst>
                                    <p:cond delay="0"/>
                                  </p:stCondLst>
                                  <p:childTnLst>
                                    <p:set>
                                      <p:cBhvr>
                                        <p:cTn id="6" dur="1" fill="hold">
                                          <p:stCondLst>
                                            <p:cond delay="0"/>
                                          </p:stCondLst>
                                        </p:cTn>
                                        <p:tgtEl>
                                          <p:spTgt spid="47"/>
                                        </p:tgtEl>
                                        <p:attrNameLst>
                                          <p:attrName>style.visibility</p:attrName>
                                        </p:attrNameLst>
                                      </p:cBhvr>
                                      <p:to>
                                        <p:strVal val="visible"/>
                                      </p:to>
                                    </p:set>
                                    <p:animEffect transition="in" filter="fade">
                                      <p:cBhvr>
                                        <p:cTn id="7" dur="500"/>
                                        <p:tgtEl>
                                          <p:spTgt spid="47"/>
                                        </p:tgtEl>
                                      </p:cBhvr>
                                    </p:animEffect>
                                    <p:anim calcmode="lin" valueType="num">
                                      <p:cBhvr>
                                        <p:cTn id="8" dur="500" fill="hold"/>
                                        <p:tgtEl>
                                          <p:spTgt spid="47"/>
                                        </p:tgtEl>
                                        <p:attrNameLst>
                                          <p:attrName>ppt_x</p:attrName>
                                        </p:attrNameLst>
                                      </p:cBhvr>
                                      <p:tavLst>
                                        <p:tav tm="0">
                                          <p:val>
                                            <p:strVal val="#ppt_x"/>
                                          </p:val>
                                        </p:tav>
                                        <p:tav tm="100000">
                                          <p:val>
                                            <p:strVal val="#ppt_x"/>
                                          </p:val>
                                        </p:tav>
                                      </p:tavLst>
                                    </p:anim>
                                    <p:anim calcmode="lin" valueType="num">
                                      <p:cBhvr>
                                        <p:cTn id="9" dur="500" fill="hold"/>
                                        <p:tgtEl>
                                          <p:spTgt spid="47"/>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43"/>
                                        </p:tgtEl>
                                        <p:attrNameLst>
                                          <p:attrName>style.visibility</p:attrName>
                                        </p:attrNameLst>
                                      </p:cBhvr>
                                      <p:to>
                                        <p:strVal val="visible"/>
                                      </p:to>
                                    </p:set>
                                    <p:animEffect transition="in" filter="fade">
                                      <p:cBhvr>
                                        <p:cTn id="12" dur="500"/>
                                        <p:tgtEl>
                                          <p:spTgt spid="43"/>
                                        </p:tgtEl>
                                      </p:cBhvr>
                                    </p:animEffect>
                                    <p:anim calcmode="lin" valueType="num">
                                      <p:cBhvr>
                                        <p:cTn id="13" dur="500" fill="hold"/>
                                        <p:tgtEl>
                                          <p:spTgt spid="43"/>
                                        </p:tgtEl>
                                        <p:attrNameLst>
                                          <p:attrName>ppt_x</p:attrName>
                                        </p:attrNameLst>
                                      </p:cBhvr>
                                      <p:tavLst>
                                        <p:tav tm="0">
                                          <p:val>
                                            <p:strVal val="#ppt_x"/>
                                          </p:val>
                                        </p:tav>
                                        <p:tav tm="100000">
                                          <p:val>
                                            <p:strVal val="#ppt_x"/>
                                          </p:val>
                                        </p:tav>
                                      </p:tavLst>
                                    </p:anim>
                                    <p:anim calcmode="lin" valueType="num">
                                      <p:cBhvr>
                                        <p:cTn id="14" dur="500" fill="hold"/>
                                        <p:tgtEl>
                                          <p:spTgt spid="43"/>
                                        </p:tgtEl>
                                        <p:attrNameLst>
                                          <p:attrName>ppt_y</p:attrName>
                                        </p:attrNameLst>
                                      </p:cBhvr>
                                      <p:tavLst>
                                        <p:tav tm="0">
                                          <p:val>
                                            <p:strVal val="#ppt_y+.1"/>
                                          </p:val>
                                        </p:tav>
                                        <p:tav tm="100000">
                                          <p:val>
                                            <p:strVal val="#ppt_y"/>
                                          </p:val>
                                        </p:tav>
                                      </p:tavLst>
                                    </p:anim>
                                  </p:childTnLst>
                                </p:cTn>
                              </p:par>
                              <p:par>
                                <p:cTn id="15" presetID="16" presetClass="entr" presetSubtype="42" fill="hold" grpId="0" nodeType="withEffect">
                                  <p:stCondLst>
                                    <p:cond delay="500"/>
                                  </p:stCondLst>
                                  <p:childTnLst>
                                    <p:set>
                                      <p:cBhvr>
                                        <p:cTn id="16" dur="1" fill="hold">
                                          <p:stCondLst>
                                            <p:cond delay="0"/>
                                          </p:stCondLst>
                                        </p:cTn>
                                        <p:tgtEl>
                                          <p:spTgt spid="45"/>
                                        </p:tgtEl>
                                        <p:attrNameLst>
                                          <p:attrName>style.visibility</p:attrName>
                                        </p:attrNameLst>
                                      </p:cBhvr>
                                      <p:to>
                                        <p:strVal val="visible"/>
                                      </p:to>
                                    </p:set>
                                    <p:animEffect transition="in" filter="barn(outHorizontal)">
                                      <p:cBhvr>
                                        <p:cTn id="17"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p:bldP spid="45" grpId="0" animBg="1"/>
      <p:bldP spid="47"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nvCxnSpPr>
        <p:spPr>
          <a:xfrm flipH="1">
            <a:off x="0" y="2368389"/>
            <a:ext cx="390525" cy="0"/>
          </a:xfrm>
          <a:prstGeom prst="line">
            <a:avLst/>
          </a:prstGeom>
          <a:ln w="6350">
            <a:solidFill>
              <a:srgbClr val="62768C"/>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flipH="1">
            <a:off x="0" y="1977864"/>
            <a:ext cx="390525" cy="0"/>
          </a:xfrm>
          <a:prstGeom prst="line">
            <a:avLst/>
          </a:prstGeom>
          <a:ln w="6350">
            <a:solidFill>
              <a:srgbClr val="62768C"/>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H="1">
            <a:off x="0" y="2762089"/>
            <a:ext cx="390525" cy="0"/>
          </a:xfrm>
          <a:prstGeom prst="line">
            <a:avLst/>
          </a:prstGeom>
          <a:ln w="6350">
            <a:solidFill>
              <a:srgbClr val="62768C"/>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flipH="1">
            <a:off x="0" y="3152614"/>
            <a:ext cx="390525" cy="0"/>
          </a:xfrm>
          <a:prstGeom prst="line">
            <a:avLst/>
          </a:prstGeom>
          <a:ln w="6350">
            <a:solidFill>
              <a:srgbClr val="62768C"/>
            </a:solidFill>
          </a:ln>
        </p:spPr>
        <p:style>
          <a:lnRef idx="1">
            <a:schemeClr val="accent1"/>
          </a:lnRef>
          <a:fillRef idx="0">
            <a:schemeClr val="accent1"/>
          </a:fillRef>
          <a:effectRef idx="0">
            <a:schemeClr val="accent1"/>
          </a:effectRef>
          <a:fontRef idx="minor">
            <a:schemeClr val="tx1"/>
          </a:fontRef>
        </p:style>
      </p:cxnSp>
      <p:grpSp>
        <p:nvGrpSpPr>
          <p:cNvPr id="33" name="组合 32"/>
          <p:cNvGrpSpPr/>
          <p:nvPr/>
        </p:nvGrpSpPr>
        <p:grpSpPr>
          <a:xfrm>
            <a:off x="8632482" y="346839"/>
            <a:ext cx="156623" cy="156623"/>
            <a:chOff x="8689063" y="2493438"/>
            <a:chExt cx="156623" cy="156623"/>
          </a:xfrm>
        </p:grpSpPr>
        <p:sp>
          <p:nvSpPr>
            <p:cNvPr id="26" name="矩形 25"/>
            <p:cNvSpPr/>
            <p:nvPr/>
          </p:nvSpPr>
          <p:spPr>
            <a:xfrm>
              <a:off x="8689063" y="2493438"/>
              <a:ext cx="156623" cy="156623"/>
            </a:xfrm>
            <a:prstGeom prst="rect">
              <a:avLst/>
            </a:prstGeom>
            <a:solidFill>
              <a:srgbClr val="586B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任意多边形 30"/>
            <p:cNvSpPr/>
            <p:nvPr/>
          </p:nvSpPr>
          <p:spPr>
            <a:xfrm rot="10800000">
              <a:off x="8737889" y="2531868"/>
              <a:ext cx="58967" cy="79764"/>
            </a:xfrm>
            <a:custGeom>
              <a:avLst/>
              <a:gdLst>
                <a:gd name="connsiteX0" fmla="*/ 0 w 78581"/>
                <a:gd name="connsiteY0" fmla="*/ 0 h 152400"/>
                <a:gd name="connsiteX1" fmla="*/ 78581 w 78581"/>
                <a:gd name="connsiteY1" fmla="*/ 78581 h 152400"/>
                <a:gd name="connsiteX2" fmla="*/ 4762 w 78581"/>
                <a:gd name="connsiteY2" fmla="*/ 152400 h 152400"/>
              </a:gdLst>
              <a:ahLst/>
              <a:cxnLst>
                <a:cxn ang="0">
                  <a:pos x="connsiteX0" y="connsiteY0"/>
                </a:cxn>
                <a:cxn ang="0">
                  <a:pos x="connsiteX1" y="connsiteY1"/>
                </a:cxn>
                <a:cxn ang="0">
                  <a:pos x="connsiteX2" y="connsiteY2"/>
                </a:cxn>
              </a:cxnLst>
              <a:rect l="l" t="t" r="r" b="b"/>
              <a:pathLst>
                <a:path w="78581" h="152400">
                  <a:moveTo>
                    <a:pt x="0" y="0"/>
                  </a:moveTo>
                  <a:lnTo>
                    <a:pt x="78581" y="78581"/>
                  </a:lnTo>
                  <a:lnTo>
                    <a:pt x="4762" y="152400"/>
                  </a:lnTo>
                </a:path>
              </a:pathLst>
            </a:cu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4" name="组合 33"/>
          <p:cNvGrpSpPr/>
          <p:nvPr/>
        </p:nvGrpSpPr>
        <p:grpSpPr>
          <a:xfrm>
            <a:off x="8789105" y="346839"/>
            <a:ext cx="156623" cy="156623"/>
            <a:chOff x="8845686" y="2493438"/>
            <a:chExt cx="156623" cy="156623"/>
          </a:xfrm>
        </p:grpSpPr>
        <p:sp>
          <p:nvSpPr>
            <p:cNvPr id="30" name="矩形 29"/>
            <p:cNvSpPr/>
            <p:nvPr/>
          </p:nvSpPr>
          <p:spPr>
            <a:xfrm>
              <a:off x="8845686" y="2493438"/>
              <a:ext cx="156623" cy="156623"/>
            </a:xfrm>
            <a:prstGeom prst="rect">
              <a:avLst/>
            </a:prstGeom>
            <a:solidFill>
              <a:srgbClr val="37B0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任意多边形 31"/>
            <p:cNvSpPr/>
            <p:nvPr/>
          </p:nvSpPr>
          <p:spPr>
            <a:xfrm>
              <a:off x="8894513" y="2531868"/>
              <a:ext cx="58967" cy="79764"/>
            </a:xfrm>
            <a:custGeom>
              <a:avLst/>
              <a:gdLst>
                <a:gd name="connsiteX0" fmla="*/ 0 w 78581"/>
                <a:gd name="connsiteY0" fmla="*/ 0 h 152400"/>
                <a:gd name="connsiteX1" fmla="*/ 78581 w 78581"/>
                <a:gd name="connsiteY1" fmla="*/ 78581 h 152400"/>
                <a:gd name="connsiteX2" fmla="*/ 4762 w 78581"/>
                <a:gd name="connsiteY2" fmla="*/ 152400 h 152400"/>
              </a:gdLst>
              <a:ahLst/>
              <a:cxnLst>
                <a:cxn ang="0">
                  <a:pos x="connsiteX0" y="connsiteY0"/>
                </a:cxn>
                <a:cxn ang="0">
                  <a:pos x="connsiteX1" y="connsiteY1"/>
                </a:cxn>
                <a:cxn ang="0">
                  <a:pos x="connsiteX2" y="connsiteY2"/>
                </a:cxn>
              </a:cxnLst>
              <a:rect l="l" t="t" r="r" b="b"/>
              <a:pathLst>
                <a:path w="78581" h="152400">
                  <a:moveTo>
                    <a:pt x="0" y="0"/>
                  </a:moveTo>
                  <a:lnTo>
                    <a:pt x="78581" y="78581"/>
                  </a:lnTo>
                  <a:lnTo>
                    <a:pt x="4762" y="152400"/>
                  </a:lnTo>
                </a:path>
              </a:pathLst>
            </a:cu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5" name="矩形 34">
            <a:hlinkClick r:id="" action="ppaction://hlinkshowjump?jump=previousslide"/>
          </p:cNvPr>
          <p:cNvSpPr/>
          <p:nvPr/>
        </p:nvSpPr>
        <p:spPr>
          <a:xfrm>
            <a:off x="8632479" y="340203"/>
            <a:ext cx="156623" cy="166239"/>
          </a:xfrm>
          <a:prstGeom prst="rect">
            <a:avLst/>
          </a:prstGeom>
          <a:solidFill>
            <a:srgbClr val="37B0E8">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35">
            <a:hlinkClick r:id="" action="ppaction://hlinkshowjump?jump=nextslide"/>
          </p:cNvPr>
          <p:cNvSpPr/>
          <p:nvPr/>
        </p:nvSpPr>
        <p:spPr>
          <a:xfrm>
            <a:off x="8789102" y="340203"/>
            <a:ext cx="156623" cy="166239"/>
          </a:xfrm>
          <a:prstGeom prst="rect">
            <a:avLst/>
          </a:prstGeom>
          <a:solidFill>
            <a:srgbClr val="37B0E8">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矩形 36"/>
          <p:cNvSpPr/>
          <p:nvPr/>
        </p:nvSpPr>
        <p:spPr>
          <a:xfrm>
            <a:off x="-1" y="1588788"/>
            <a:ext cx="1280513" cy="390525"/>
          </a:xfrm>
          <a:prstGeom prst="rect">
            <a:avLst/>
          </a:prstGeom>
          <a:solidFill>
            <a:srgbClr val="37B0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Freeform 11"/>
          <p:cNvSpPr>
            <a:spLocks noEditPoints="1"/>
          </p:cNvSpPr>
          <p:nvPr/>
        </p:nvSpPr>
        <p:spPr bwMode="auto">
          <a:xfrm>
            <a:off x="124293" y="2864285"/>
            <a:ext cx="150176" cy="190798"/>
          </a:xfrm>
          <a:custGeom>
            <a:avLst/>
            <a:gdLst>
              <a:gd name="T0" fmla="*/ 104 w 139"/>
              <a:gd name="T1" fmla="*/ 99 h 177"/>
              <a:gd name="T2" fmla="*/ 91 w 139"/>
              <a:gd name="T3" fmla="*/ 160 h 177"/>
              <a:gd name="T4" fmla="*/ 133 w 139"/>
              <a:gd name="T5" fmla="*/ 164 h 177"/>
              <a:gd name="T6" fmla="*/ 133 w 139"/>
              <a:gd name="T7" fmla="*/ 177 h 177"/>
              <a:gd name="T8" fmla="*/ 0 w 139"/>
              <a:gd name="T9" fmla="*/ 170 h 177"/>
              <a:gd name="T10" fmla="*/ 51 w 139"/>
              <a:gd name="T11" fmla="*/ 164 h 177"/>
              <a:gd name="T12" fmla="*/ 81 w 139"/>
              <a:gd name="T13" fmla="*/ 151 h 177"/>
              <a:gd name="T14" fmla="*/ 10 w 139"/>
              <a:gd name="T15" fmla="*/ 147 h 177"/>
              <a:gd name="T16" fmla="*/ 10 w 139"/>
              <a:gd name="T17" fmla="*/ 139 h 177"/>
              <a:gd name="T18" fmla="*/ 94 w 139"/>
              <a:gd name="T19" fmla="*/ 120 h 177"/>
              <a:gd name="T20" fmla="*/ 84 w 139"/>
              <a:gd name="T21" fmla="*/ 92 h 177"/>
              <a:gd name="T22" fmla="*/ 69 w 139"/>
              <a:gd name="T23" fmla="*/ 94 h 177"/>
              <a:gd name="T24" fmla="*/ 53 w 139"/>
              <a:gd name="T25" fmla="*/ 113 h 177"/>
              <a:gd name="T26" fmla="*/ 46 w 139"/>
              <a:gd name="T27" fmla="*/ 117 h 177"/>
              <a:gd name="T28" fmla="*/ 24 w 139"/>
              <a:gd name="T29" fmla="*/ 109 h 177"/>
              <a:gd name="T30" fmla="*/ 26 w 139"/>
              <a:gd name="T31" fmla="*/ 97 h 177"/>
              <a:gd name="T32" fmla="*/ 21 w 139"/>
              <a:gd name="T33" fmla="*/ 89 h 177"/>
              <a:gd name="T34" fmla="*/ 63 w 139"/>
              <a:gd name="T35" fmla="*/ 24 h 177"/>
              <a:gd name="T36" fmla="*/ 67 w 139"/>
              <a:gd name="T37" fmla="*/ 26 h 177"/>
              <a:gd name="T38" fmla="*/ 69 w 139"/>
              <a:gd name="T39" fmla="*/ 14 h 177"/>
              <a:gd name="T40" fmla="*/ 76 w 139"/>
              <a:gd name="T41" fmla="*/ 2 h 177"/>
              <a:gd name="T42" fmla="*/ 109 w 139"/>
              <a:gd name="T43" fmla="*/ 29 h 177"/>
              <a:gd name="T44" fmla="*/ 96 w 139"/>
              <a:gd name="T45" fmla="*/ 30 h 177"/>
              <a:gd name="T46" fmla="*/ 94 w 139"/>
              <a:gd name="T47" fmla="*/ 42 h 177"/>
              <a:gd name="T48" fmla="*/ 87 w 139"/>
              <a:gd name="T49" fmla="*/ 63 h 177"/>
              <a:gd name="T50" fmla="*/ 92 w 139"/>
              <a:gd name="T51" fmla="*/ 81 h 177"/>
              <a:gd name="T52" fmla="*/ 89 w 139"/>
              <a:gd name="T53" fmla="*/ 26 h 177"/>
              <a:gd name="T54" fmla="*/ 74 w 139"/>
              <a:gd name="T55" fmla="*/ 30 h 177"/>
              <a:gd name="T56" fmla="*/ 89 w 139"/>
              <a:gd name="T57" fmla="*/ 26 h 177"/>
              <a:gd name="T58" fmla="*/ 80 w 139"/>
              <a:gd name="T59" fmla="*/ 59 h 177"/>
              <a:gd name="T60" fmla="*/ 62 w 139"/>
              <a:gd name="T61" fmla="*/ 33 h 177"/>
              <a:gd name="T62" fmla="*/ 54 w 139"/>
              <a:gd name="T63" fmla="*/ 104 h 177"/>
              <a:gd name="T64" fmla="*/ 56 w 139"/>
              <a:gd name="T65" fmla="*/ 76 h 177"/>
              <a:gd name="T66" fmla="*/ 62 w 139"/>
              <a:gd name="T67" fmla="*/ 63 h 177"/>
              <a:gd name="T68" fmla="*/ 82 w 139"/>
              <a:gd name="T69" fmla="*/ 69 h 177"/>
              <a:gd name="T70" fmla="*/ 67 w 139"/>
              <a:gd name="T71" fmla="*/ 69 h 177"/>
              <a:gd name="T72" fmla="*/ 67 w 139"/>
              <a:gd name="T73" fmla="*/ 69 h 177"/>
              <a:gd name="T74" fmla="*/ 75 w 139"/>
              <a:gd name="T75" fmla="*/ 86 h 177"/>
              <a:gd name="T76" fmla="*/ 82 w 139"/>
              <a:gd name="T77" fmla="*/ 83 h 177"/>
              <a:gd name="T78" fmla="*/ 82 w 139"/>
              <a:gd name="T79" fmla="*/ 69 h 177"/>
              <a:gd name="T80" fmla="*/ 33 w 139"/>
              <a:gd name="T81" fmla="*/ 101 h 177"/>
              <a:gd name="T82" fmla="*/ 31 w 139"/>
              <a:gd name="T83" fmla="*/ 104 h 177"/>
              <a:gd name="T84" fmla="*/ 42 w 139"/>
              <a:gd name="T85" fmla="*/ 106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 h="177">
                <a:moveTo>
                  <a:pt x="92" y="81"/>
                </a:moveTo>
                <a:cubicBezTo>
                  <a:pt x="97" y="87"/>
                  <a:pt x="101" y="92"/>
                  <a:pt x="104" y="99"/>
                </a:cubicBezTo>
                <a:cubicBezTo>
                  <a:pt x="106" y="106"/>
                  <a:pt x="108" y="113"/>
                  <a:pt x="108" y="120"/>
                </a:cubicBezTo>
                <a:cubicBezTo>
                  <a:pt x="108" y="136"/>
                  <a:pt x="101" y="150"/>
                  <a:pt x="91" y="160"/>
                </a:cubicBezTo>
                <a:cubicBezTo>
                  <a:pt x="90" y="162"/>
                  <a:pt x="89" y="163"/>
                  <a:pt x="88" y="164"/>
                </a:cubicBezTo>
                <a:cubicBezTo>
                  <a:pt x="133" y="164"/>
                  <a:pt x="133" y="164"/>
                  <a:pt x="133" y="164"/>
                </a:cubicBezTo>
                <a:cubicBezTo>
                  <a:pt x="136" y="164"/>
                  <a:pt x="139" y="167"/>
                  <a:pt x="139" y="170"/>
                </a:cubicBezTo>
                <a:cubicBezTo>
                  <a:pt x="139" y="174"/>
                  <a:pt x="136" y="177"/>
                  <a:pt x="133" y="177"/>
                </a:cubicBezTo>
                <a:cubicBezTo>
                  <a:pt x="91" y="177"/>
                  <a:pt x="49" y="177"/>
                  <a:pt x="7" y="177"/>
                </a:cubicBezTo>
                <a:cubicBezTo>
                  <a:pt x="3" y="177"/>
                  <a:pt x="0" y="174"/>
                  <a:pt x="0" y="170"/>
                </a:cubicBezTo>
                <a:cubicBezTo>
                  <a:pt x="0" y="167"/>
                  <a:pt x="3" y="164"/>
                  <a:pt x="7" y="164"/>
                </a:cubicBezTo>
                <a:cubicBezTo>
                  <a:pt x="51" y="164"/>
                  <a:pt x="51" y="164"/>
                  <a:pt x="51" y="164"/>
                </a:cubicBezTo>
                <a:cubicBezTo>
                  <a:pt x="51" y="164"/>
                  <a:pt x="51" y="164"/>
                  <a:pt x="51" y="164"/>
                </a:cubicBezTo>
                <a:cubicBezTo>
                  <a:pt x="63" y="164"/>
                  <a:pt x="74" y="159"/>
                  <a:pt x="81" y="151"/>
                </a:cubicBezTo>
                <a:cubicBezTo>
                  <a:pt x="83" y="150"/>
                  <a:pt x="84" y="148"/>
                  <a:pt x="85" y="147"/>
                </a:cubicBezTo>
                <a:cubicBezTo>
                  <a:pt x="10" y="147"/>
                  <a:pt x="10" y="147"/>
                  <a:pt x="10" y="147"/>
                </a:cubicBezTo>
                <a:cubicBezTo>
                  <a:pt x="8" y="147"/>
                  <a:pt x="6" y="145"/>
                  <a:pt x="6" y="143"/>
                </a:cubicBezTo>
                <a:cubicBezTo>
                  <a:pt x="6" y="141"/>
                  <a:pt x="8" y="139"/>
                  <a:pt x="10" y="139"/>
                </a:cubicBezTo>
                <a:cubicBezTo>
                  <a:pt x="90" y="139"/>
                  <a:pt x="90" y="139"/>
                  <a:pt x="90" y="139"/>
                </a:cubicBezTo>
                <a:cubicBezTo>
                  <a:pt x="93" y="133"/>
                  <a:pt x="94" y="127"/>
                  <a:pt x="94" y="120"/>
                </a:cubicBezTo>
                <a:cubicBezTo>
                  <a:pt x="94" y="114"/>
                  <a:pt x="93" y="109"/>
                  <a:pt x="91" y="104"/>
                </a:cubicBezTo>
                <a:cubicBezTo>
                  <a:pt x="89" y="100"/>
                  <a:pt x="87" y="96"/>
                  <a:pt x="84" y="92"/>
                </a:cubicBezTo>
                <a:cubicBezTo>
                  <a:pt x="81" y="94"/>
                  <a:pt x="78" y="94"/>
                  <a:pt x="75" y="94"/>
                </a:cubicBezTo>
                <a:cubicBezTo>
                  <a:pt x="73" y="94"/>
                  <a:pt x="71" y="94"/>
                  <a:pt x="69" y="94"/>
                </a:cubicBezTo>
                <a:cubicBezTo>
                  <a:pt x="59" y="111"/>
                  <a:pt x="59" y="111"/>
                  <a:pt x="59" y="111"/>
                </a:cubicBezTo>
                <a:cubicBezTo>
                  <a:pt x="58" y="113"/>
                  <a:pt x="55" y="114"/>
                  <a:pt x="53" y="113"/>
                </a:cubicBezTo>
                <a:cubicBezTo>
                  <a:pt x="50" y="111"/>
                  <a:pt x="50" y="111"/>
                  <a:pt x="50" y="111"/>
                </a:cubicBezTo>
                <a:cubicBezTo>
                  <a:pt x="46" y="117"/>
                  <a:pt x="46" y="117"/>
                  <a:pt x="46" y="117"/>
                </a:cubicBezTo>
                <a:cubicBezTo>
                  <a:pt x="45" y="119"/>
                  <a:pt x="42" y="119"/>
                  <a:pt x="40" y="118"/>
                </a:cubicBezTo>
                <a:cubicBezTo>
                  <a:pt x="24" y="109"/>
                  <a:pt x="24" y="109"/>
                  <a:pt x="24" y="109"/>
                </a:cubicBezTo>
                <a:cubicBezTo>
                  <a:pt x="22" y="108"/>
                  <a:pt x="21" y="105"/>
                  <a:pt x="22" y="103"/>
                </a:cubicBezTo>
                <a:cubicBezTo>
                  <a:pt x="26" y="97"/>
                  <a:pt x="26" y="97"/>
                  <a:pt x="26" y="97"/>
                </a:cubicBezTo>
                <a:cubicBezTo>
                  <a:pt x="22" y="95"/>
                  <a:pt x="22" y="95"/>
                  <a:pt x="22" y="95"/>
                </a:cubicBezTo>
                <a:cubicBezTo>
                  <a:pt x="20" y="94"/>
                  <a:pt x="20" y="91"/>
                  <a:pt x="21" y="89"/>
                </a:cubicBezTo>
                <a:cubicBezTo>
                  <a:pt x="57" y="26"/>
                  <a:pt x="57" y="26"/>
                  <a:pt x="57" y="26"/>
                </a:cubicBezTo>
                <a:cubicBezTo>
                  <a:pt x="58" y="24"/>
                  <a:pt x="61" y="23"/>
                  <a:pt x="63" y="24"/>
                </a:cubicBezTo>
                <a:cubicBezTo>
                  <a:pt x="63" y="24"/>
                  <a:pt x="63" y="24"/>
                  <a:pt x="63" y="24"/>
                </a:cubicBezTo>
                <a:cubicBezTo>
                  <a:pt x="67" y="26"/>
                  <a:pt x="67" y="26"/>
                  <a:pt x="67" y="26"/>
                </a:cubicBezTo>
                <a:cubicBezTo>
                  <a:pt x="73" y="16"/>
                  <a:pt x="73" y="16"/>
                  <a:pt x="73" y="16"/>
                </a:cubicBezTo>
                <a:cubicBezTo>
                  <a:pt x="69" y="14"/>
                  <a:pt x="69" y="14"/>
                  <a:pt x="69" y="14"/>
                </a:cubicBezTo>
                <a:cubicBezTo>
                  <a:pt x="66" y="12"/>
                  <a:pt x="65" y="8"/>
                  <a:pt x="66" y="5"/>
                </a:cubicBezTo>
                <a:cubicBezTo>
                  <a:pt x="68" y="1"/>
                  <a:pt x="72" y="0"/>
                  <a:pt x="76" y="2"/>
                </a:cubicBezTo>
                <a:cubicBezTo>
                  <a:pt x="86" y="8"/>
                  <a:pt x="96" y="14"/>
                  <a:pt x="107" y="20"/>
                </a:cubicBezTo>
                <a:cubicBezTo>
                  <a:pt x="110" y="22"/>
                  <a:pt x="111" y="26"/>
                  <a:pt x="109" y="29"/>
                </a:cubicBezTo>
                <a:cubicBezTo>
                  <a:pt x="107" y="33"/>
                  <a:pt x="103" y="34"/>
                  <a:pt x="100" y="32"/>
                </a:cubicBezTo>
                <a:cubicBezTo>
                  <a:pt x="96" y="30"/>
                  <a:pt x="96" y="30"/>
                  <a:pt x="96" y="30"/>
                </a:cubicBezTo>
                <a:cubicBezTo>
                  <a:pt x="90" y="40"/>
                  <a:pt x="90" y="40"/>
                  <a:pt x="90" y="40"/>
                </a:cubicBezTo>
                <a:cubicBezTo>
                  <a:pt x="94" y="42"/>
                  <a:pt x="94" y="42"/>
                  <a:pt x="94" y="42"/>
                </a:cubicBezTo>
                <a:cubicBezTo>
                  <a:pt x="96" y="43"/>
                  <a:pt x="97" y="46"/>
                  <a:pt x="96" y="48"/>
                </a:cubicBezTo>
                <a:cubicBezTo>
                  <a:pt x="87" y="63"/>
                  <a:pt x="87" y="63"/>
                  <a:pt x="87" y="63"/>
                </a:cubicBezTo>
                <a:cubicBezTo>
                  <a:pt x="91" y="66"/>
                  <a:pt x="93" y="71"/>
                  <a:pt x="93" y="76"/>
                </a:cubicBezTo>
                <a:cubicBezTo>
                  <a:pt x="93" y="78"/>
                  <a:pt x="93" y="80"/>
                  <a:pt x="92" y="81"/>
                </a:cubicBezTo>
                <a:close/>
                <a:moveTo>
                  <a:pt x="89" y="26"/>
                </a:moveTo>
                <a:cubicBezTo>
                  <a:pt x="89" y="26"/>
                  <a:pt x="89" y="26"/>
                  <a:pt x="89" y="26"/>
                </a:cubicBezTo>
                <a:cubicBezTo>
                  <a:pt x="86" y="24"/>
                  <a:pt x="83" y="22"/>
                  <a:pt x="80" y="20"/>
                </a:cubicBezTo>
                <a:cubicBezTo>
                  <a:pt x="74" y="30"/>
                  <a:pt x="74" y="30"/>
                  <a:pt x="74" y="30"/>
                </a:cubicBezTo>
                <a:cubicBezTo>
                  <a:pt x="83" y="36"/>
                  <a:pt x="83" y="36"/>
                  <a:pt x="83" y="36"/>
                </a:cubicBezTo>
                <a:cubicBezTo>
                  <a:pt x="89" y="26"/>
                  <a:pt x="89" y="26"/>
                  <a:pt x="89" y="26"/>
                </a:cubicBezTo>
                <a:close/>
                <a:moveTo>
                  <a:pt x="80" y="59"/>
                </a:moveTo>
                <a:cubicBezTo>
                  <a:pt x="80" y="59"/>
                  <a:pt x="80" y="59"/>
                  <a:pt x="80" y="59"/>
                </a:cubicBezTo>
                <a:cubicBezTo>
                  <a:pt x="87" y="47"/>
                  <a:pt x="87" y="47"/>
                  <a:pt x="87" y="47"/>
                </a:cubicBezTo>
                <a:cubicBezTo>
                  <a:pt x="78" y="43"/>
                  <a:pt x="70" y="38"/>
                  <a:pt x="62" y="33"/>
                </a:cubicBezTo>
                <a:cubicBezTo>
                  <a:pt x="30" y="90"/>
                  <a:pt x="30" y="90"/>
                  <a:pt x="30" y="90"/>
                </a:cubicBezTo>
                <a:cubicBezTo>
                  <a:pt x="38" y="94"/>
                  <a:pt x="46" y="99"/>
                  <a:pt x="54" y="104"/>
                </a:cubicBezTo>
                <a:cubicBezTo>
                  <a:pt x="62" y="90"/>
                  <a:pt x="62" y="90"/>
                  <a:pt x="62" y="90"/>
                </a:cubicBezTo>
                <a:cubicBezTo>
                  <a:pt x="58" y="86"/>
                  <a:pt x="56" y="81"/>
                  <a:pt x="56" y="76"/>
                </a:cubicBezTo>
                <a:cubicBezTo>
                  <a:pt x="56" y="71"/>
                  <a:pt x="58" y="66"/>
                  <a:pt x="62" y="63"/>
                </a:cubicBezTo>
                <a:cubicBezTo>
                  <a:pt x="62" y="63"/>
                  <a:pt x="62" y="63"/>
                  <a:pt x="62" y="63"/>
                </a:cubicBezTo>
                <a:cubicBezTo>
                  <a:pt x="67" y="58"/>
                  <a:pt x="73" y="57"/>
                  <a:pt x="80" y="59"/>
                </a:cubicBezTo>
                <a:close/>
                <a:moveTo>
                  <a:pt x="82" y="69"/>
                </a:moveTo>
                <a:cubicBezTo>
                  <a:pt x="82" y="69"/>
                  <a:pt x="82" y="69"/>
                  <a:pt x="82" y="69"/>
                </a:cubicBezTo>
                <a:cubicBezTo>
                  <a:pt x="78" y="65"/>
                  <a:pt x="71" y="65"/>
                  <a:pt x="67" y="69"/>
                </a:cubicBezTo>
                <a:cubicBezTo>
                  <a:pt x="67" y="69"/>
                  <a:pt x="67" y="69"/>
                  <a:pt x="67" y="69"/>
                </a:cubicBezTo>
                <a:cubicBezTo>
                  <a:pt x="67" y="69"/>
                  <a:pt x="67" y="69"/>
                  <a:pt x="67" y="69"/>
                </a:cubicBezTo>
                <a:cubicBezTo>
                  <a:pt x="65" y="71"/>
                  <a:pt x="64" y="73"/>
                  <a:pt x="64" y="76"/>
                </a:cubicBezTo>
                <a:cubicBezTo>
                  <a:pt x="64" y="82"/>
                  <a:pt x="69" y="86"/>
                  <a:pt x="75" y="86"/>
                </a:cubicBezTo>
                <a:cubicBezTo>
                  <a:pt x="77" y="86"/>
                  <a:pt x="80" y="85"/>
                  <a:pt x="82" y="83"/>
                </a:cubicBezTo>
                <a:cubicBezTo>
                  <a:pt x="82" y="83"/>
                  <a:pt x="82" y="83"/>
                  <a:pt x="82" y="83"/>
                </a:cubicBezTo>
                <a:cubicBezTo>
                  <a:pt x="84" y="81"/>
                  <a:pt x="85" y="79"/>
                  <a:pt x="85" y="76"/>
                </a:cubicBezTo>
                <a:cubicBezTo>
                  <a:pt x="85" y="73"/>
                  <a:pt x="84" y="71"/>
                  <a:pt x="82" y="69"/>
                </a:cubicBezTo>
                <a:cubicBezTo>
                  <a:pt x="82" y="69"/>
                  <a:pt x="82" y="69"/>
                  <a:pt x="82" y="69"/>
                </a:cubicBezTo>
                <a:close/>
                <a:moveTo>
                  <a:pt x="33" y="101"/>
                </a:moveTo>
                <a:cubicBezTo>
                  <a:pt x="33" y="101"/>
                  <a:pt x="33" y="101"/>
                  <a:pt x="33" y="101"/>
                </a:cubicBezTo>
                <a:cubicBezTo>
                  <a:pt x="31" y="104"/>
                  <a:pt x="31" y="104"/>
                  <a:pt x="31" y="104"/>
                </a:cubicBezTo>
                <a:cubicBezTo>
                  <a:pt x="41" y="109"/>
                  <a:pt x="41" y="109"/>
                  <a:pt x="41" y="109"/>
                </a:cubicBezTo>
                <a:cubicBezTo>
                  <a:pt x="42" y="106"/>
                  <a:pt x="42" y="106"/>
                  <a:pt x="42" y="106"/>
                </a:cubicBezTo>
                <a:cubicBezTo>
                  <a:pt x="33" y="101"/>
                  <a:pt x="33" y="101"/>
                  <a:pt x="33" y="101"/>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0" name="Freeform 12"/>
          <p:cNvSpPr>
            <a:spLocks noEditPoints="1"/>
          </p:cNvSpPr>
          <p:nvPr/>
        </p:nvSpPr>
        <p:spPr bwMode="auto">
          <a:xfrm>
            <a:off x="134107" y="2472073"/>
            <a:ext cx="130548" cy="187604"/>
          </a:xfrm>
          <a:custGeom>
            <a:avLst/>
            <a:gdLst>
              <a:gd name="T0" fmla="*/ 3 w 121"/>
              <a:gd name="T1" fmla="*/ 119 h 174"/>
              <a:gd name="T2" fmla="*/ 23 w 121"/>
              <a:gd name="T3" fmla="*/ 115 h 174"/>
              <a:gd name="T4" fmla="*/ 38 w 121"/>
              <a:gd name="T5" fmla="*/ 74 h 174"/>
              <a:gd name="T6" fmla="*/ 38 w 121"/>
              <a:gd name="T7" fmla="*/ 74 h 174"/>
              <a:gd name="T8" fmla="*/ 38 w 121"/>
              <a:gd name="T9" fmla="*/ 29 h 174"/>
              <a:gd name="T10" fmla="*/ 54 w 121"/>
              <a:gd name="T11" fmla="*/ 21 h 174"/>
              <a:gd name="T12" fmla="*/ 60 w 121"/>
              <a:gd name="T13" fmla="*/ 0 h 174"/>
              <a:gd name="T14" fmla="*/ 67 w 121"/>
              <a:gd name="T15" fmla="*/ 21 h 174"/>
              <a:gd name="T16" fmla="*/ 92 w 121"/>
              <a:gd name="T17" fmla="*/ 51 h 174"/>
              <a:gd name="T18" fmla="*/ 82 w 121"/>
              <a:gd name="T19" fmla="*/ 74 h 174"/>
              <a:gd name="T20" fmla="*/ 98 w 121"/>
              <a:gd name="T21" fmla="*/ 115 h 174"/>
              <a:gd name="T22" fmla="*/ 117 w 121"/>
              <a:gd name="T23" fmla="*/ 119 h 174"/>
              <a:gd name="T24" fmla="*/ 102 w 121"/>
              <a:gd name="T25" fmla="*/ 124 h 174"/>
              <a:gd name="T26" fmla="*/ 116 w 121"/>
              <a:gd name="T27" fmla="*/ 159 h 174"/>
              <a:gd name="T28" fmla="*/ 120 w 121"/>
              <a:gd name="T29" fmla="*/ 168 h 174"/>
              <a:gd name="T30" fmla="*/ 113 w 121"/>
              <a:gd name="T31" fmla="*/ 171 h 174"/>
              <a:gd name="T32" fmla="*/ 108 w 121"/>
              <a:gd name="T33" fmla="*/ 162 h 174"/>
              <a:gd name="T34" fmla="*/ 87 w 121"/>
              <a:gd name="T35" fmla="*/ 124 h 174"/>
              <a:gd name="T36" fmla="*/ 67 w 121"/>
              <a:gd name="T37" fmla="*/ 129 h 174"/>
              <a:gd name="T38" fmla="*/ 54 w 121"/>
              <a:gd name="T39" fmla="*/ 129 h 174"/>
              <a:gd name="T40" fmla="*/ 34 w 121"/>
              <a:gd name="T41" fmla="*/ 124 h 174"/>
              <a:gd name="T42" fmla="*/ 13 w 121"/>
              <a:gd name="T43" fmla="*/ 162 h 174"/>
              <a:gd name="T44" fmla="*/ 8 w 121"/>
              <a:gd name="T45" fmla="*/ 171 h 174"/>
              <a:gd name="T46" fmla="*/ 1 w 121"/>
              <a:gd name="T47" fmla="*/ 168 h 174"/>
              <a:gd name="T48" fmla="*/ 5 w 121"/>
              <a:gd name="T49" fmla="*/ 159 h 174"/>
              <a:gd name="T50" fmla="*/ 19 w 121"/>
              <a:gd name="T51" fmla="*/ 124 h 174"/>
              <a:gd name="T52" fmla="*/ 54 w 121"/>
              <a:gd name="T53" fmla="*/ 115 h 174"/>
              <a:gd name="T54" fmla="*/ 54 w 121"/>
              <a:gd name="T55" fmla="*/ 110 h 174"/>
              <a:gd name="T56" fmla="*/ 67 w 121"/>
              <a:gd name="T57" fmla="*/ 110 h 174"/>
              <a:gd name="T58" fmla="*/ 83 w 121"/>
              <a:gd name="T59" fmla="*/ 115 h 174"/>
              <a:gd name="T60" fmla="*/ 54 w 121"/>
              <a:gd name="T61" fmla="*/ 82 h 174"/>
              <a:gd name="T62" fmla="*/ 54 w 121"/>
              <a:gd name="T63" fmla="*/ 115 h 174"/>
              <a:gd name="T64" fmla="*/ 73 w 121"/>
              <a:gd name="T65" fmla="*/ 39 h 174"/>
              <a:gd name="T66" fmla="*/ 48 w 121"/>
              <a:gd name="T67" fmla="*/ 39 h 174"/>
              <a:gd name="T68" fmla="*/ 48 w 121"/>
              <a:gd name="T69" fmla="*/ 64 h 174"/>
              <a:gd name="T70" fmla="*/ 68 w 121"/>
              <a:gd name="T71" fmla="*/ 68 h 174"/>
              <a:gd name="T72" fmla="*/ 73 w 121"/>
              <a:gd name="T73" fmla="*/ 64 h 174"/>
              <a:gd name="T74" fmla="*/ 73 w 121"/>
              <a:gd name="T75" fmla="*/ 39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1" h="174">
                <a:moveTo>
                  <a:pt x="8" y="124"/>
                </a:moveTo>
                <a:cubicBezTo>
                  <a:pt x="5" y="124"/>
                  <a:pt x="3" y="122"/>
                  <a:pt x="3" y="119"/>
                </a:cubicBezTo>
                <a:cubicBezTo>
                  <a:pt x="3" y="117"/>
                  <a:pt x="5" y="115"/>
                  <a:pt x="8" y="115"/>
                </a:cubicBezTo>
                <a:cubicBezTo>
                  <a:pt x="23" y="115"/>
                  <a:pt x="23" y="115"/>
                  <a:pt x="23" y="115"/>
                </a:cubicBezTo>
                <a:cubicBezTo>
                  <a:pt x="42" y="77"/>
                  <a:pt x="42" y="77"/>
                  <a:pt x="42" y="77"/>
                </a:cubicBezTo>
                <a:cubicBezTo>
                  <a:pt x="41" y="76"/>
                  <a:pt x="40" y="75"/>
                  <a:pt x="38" y="74"/>
                </a:cubicBezTo>
                <a:cubicBezTo>
                  <a:pt x="38" y="74"/>
                  <a:pt x="38" y="74"/>
                  <a:pt x="38" y="74"/>
                </a:cubicBezTo>
                <a:cubicBezTo>
                  <a:pt x="38" y="74"/>
                  <a:pt x="38" y="74"/>
                  <a:pt x="38" y="74"/>
                </a:cubicBezTo>
                <a:cubicBezTo>
                  <a:pt x="33" y="68"/>
                  <a:pt x="29" y="60"/>
                  <a:pt x="29" y="51"/>
                </a:cubicBezTo>
                <a:cubicBezTo>
                  <a:pt x="29" y="43"/>
                  <a:pt x="33" y="35"/>
                  <a:pt x="38" y="29"/>
                </a:cubicBezTo>
                <a:cubicBezTo>
                  <a:pt x="39" y="29"/>
                  <a:pt x="39" y="29"/>
                  <a:pt x="39" y="29"/>
                </a:cubicBezTo>
                <a:cubicBezTo>
                  <a:pt x="43" y="25"/>
                  <a:pt x="48" y="22"/>
                  <a:pt x="54" y="21"/>
                </a:cubicBezTo>
                <a:cubicBezTo>
                  <a:pt x="54" y="7"/>
                  <a:pt x="54" y="7"/>
                  <a:pt x="54" y="7"/>
                </a:cubicBezTo>
                <a:cubicBezTo>
                  <a:pt x="54" y="3"/>
                  <a:pt x="57" y="0"/>
                  <a:pt x="60" y="0"/>
                </a:cubicBezTo>
                <a:cubicBezTo>
                  <a:pt x="64" y="0"/>
                  <a:pt x="67" y="3"/>
                  <a:pt x="67" y="7"/>
                </a:cubicBezTo>
                <a:cubicBezTo>
                  <a:pt x="67" y="21"/>
                  <a:pt x="67" y="21"/>
                  <a:pt x="67" y="21"/>
                </a:cubicBezTo>
                <a:cubicBezTo>
                  <a:pt x="73" y="22"/>
                  <a:pt x="78" y="25"/>
                  <a:pt x="82" y="29"/>
                </a:cubicBezTo>
                <a:cubicBezTo>
                  <a:pt x="88" y="35"/>
                  <a:pt x="92" y="43"/>
                  <a:pt x="92" y="51"/>
                </a:cubicBezTo>
                <a:cubicBezTo>
                  <a:pt x="92" y="60"/>
                  <a:pt x="88" y="68"/>
                  <a:pt x="82" y="74"/>
                </a:cubicBezTo>
                <a:cubicBezTo>
                  <a:pt x="82" y="74"/>
                  <a:pt x="82" y="74"/>
                  <a:pt x="82" y="74"/>
                </a:cubicBezTo>
                <a:cubicBezTo>
                  <a:pt x="81" y="75"/>
                  <a:pt x="80" y="76"/>
                  <a:pt x="79" y="77"/>
                </a:cubicBezTo>
                <a:cubicBezTo>
                  <a:pt x="98" y="115"/>
                  <a:pt x="98" y="115"/>
                  <a:pt x="98" y="115"/>
                </a:cubicBezTo>
                <a:cubicBezTo>
                  <a:pt x="113" y="115"/>
                  <a:pt x="113" y="115"/>
                  <a:pt x="113" y="115"/>
                </a:cubicBezTo>
                <a:cubicBezTo>
                  <a:pt x="116" y="115"/>
                  <a:pt x="117" y="117"/>
                  <a:pt x="117" y="119"/>
                </a:cubicBezTo>
                <a:cubicBezTo>
                  <a:pt x="117" y="122"/>
                  <a:pt x="116" y="124"/>
                  <a:pt x="113" y="124"/>
                </a:cubicBezTo>
                <a:cubicBezTo>
                  <a:pt x="102" y="124"/>
                  <a:pt x="102" y="124"/>
                  <a:pt x="102" y="124"/>
                </a:cubicBezTo>
                <a:cubicBezTo>
                  <a:pt x="116" y="153"/>
                  <a:pt x="116" y="153"/>
                  <a:pt x="116" y="153"/>
                </a:cubicBezTo>
                <a:cubicBezTo>
                  <a:pt x="117" y="155"/>
                  <a:pt x="117" y="157"/>
                  <a:pt x="116" y="159"/>
                </a:cubicBezTo>
                <a:cubicBezTo>
                  <a:pt x="117" y="162"/>
                  <a:pt x="117" y="162"/>
                  <a:pt x="117" y="162"/>
                </a:cubicBezTo>
                <a:cubicBezTo>
                  <a:pt x="120" y="168"/>
                  <a:pt x="120" y="168"/>
                  <a:pt x="120" y="168"/>
                </a:cubicBezTo>
                <a:cubicBezTo>
                  <a:pt x="121" y="170"/>
                  <a:pt x="120" y="172"/>
                  <a:pt x="118" y="173"/>
                </a:cubicBezTo>
                <a:cubicBezTo>
                  <a:pt x="116" y="174"/>
                  <a:pt x="114" y="173"/>
                  <a:pt x="113" y="171"/>
                </a:cubicBezTo>
                <a:cubicBezTo>
                  <a:pt x="110" y="165"/>
                  <a:pt x="110" y="165"/>
                  <a:pt x="110" y="165"/>
                </a:cubicBezTo>
                <a:cubicBezTo>
                  <a:pt x="108" y="162"/>
                  <a:pt x="108" y="162"/>
                  <a:pt x="108" y="162"/>
                </a:cubicBezTo>
                <a:cubicBezTo>
                  <a:pt x="106" y="162"/>
                  <a:pt x="104" y="160"/>
                  <a:pt x="103" y="158"/>
                </a:cubicBezTo>
                <a:cubicBezTo>
                  <a:pt x="87" y="124"/>
                  <a:pt x="87" y="124"/>
                  <a:pt x="87" y="124"/>
                </a:cubicBezTo>
                <a:cubicBezTo>
                  <a:pt x="67" y="124"/>
                  <a:pt x="67" y="124"/>
                  <a:pt x="67" y="124"/>
                </a:cubicBezTo>
                <a:cubicBezTo>
                  <a:pt x="67" y="129"/>
                  <a:pt x="67" y="129"/>
                  <a:pt x="67" y="129"/>
                </a:cubicBezTo>
                <a:cubicBezTo>
                  <a:pt x="67" y="132"/>
                  <a:pt x="64" y="136"/>
                  <a:pt x="60" y="136"/>
                </a:cubicBezTo>
                <a:cubicBezTo>
                  <a:pt x="57" y="136"/>
                  <a:pt x="54" y="132"/>
                  <a:pt x="54" y="129"/>
                </a:cubicBezTo>
                <a:cubicBezTo>
                  <a:pt x="54" y="124"/>
                  <a:pt x="54" y="124"/>
                  <a:pt x="54" y="124"/>
                </a:cubicBezTo>
                <a:cubicBezTo>
                  <a:pt x="34" y="124"/>
                  <a:pt x="34" y="124"/>
                  <a:pt x="34" y="124"/>
                </a:cubicBezTo>
                <a:cubicBezTo>
                  <a:pt x="17" y="158"/>
                  <a:pt x="17" y="158"/>
                  <a:pt x="17" y="158"/>
                </a:cubicBezTo>
                <a:cubicBezTo>
                  <a:pt x="16" y="160"/>
                  <a:pt x="15" y="162"/>
                  <a:pt x="13" y="162"/>
                </a:cubicBezTo>
                <a:cubicBezTo>
                  <a:pt x="11" y="165"/>
                  <a:pt x="11" y="165"/>
                  <a:pt x="11" y="165"/>
                </a:cubicBezTo>
                <a:cubicBezTo>
                  <a:pt x="8" y="171"/>
                  <a:pt x="8" y="171"/>
                  <a:pt x="8" y="171"/>
                </a:cubicBezTo>
                <a:cubicBezTo>
                  <a:pt x="7" y="173"/>
                  <a:pt x="5" y="174"/>
                  <a:pt x="3" y="173"/>
                </a:cubicBezTo>
                <a:cubicBezTo>
                  <a:pt x="1" y="172"/>
                  <a:pt x="0" y="170"/>
                  <a:pt x="1" y="168"/>
                </a:cubicBezTo>
                <a:cubicBezTo>
                  <a:pt x="4" y="162"/>
                  <a:pt x="4" y="162"/>
                  <a:pt x="4" y="162"/>
                </a:cubicBezTo>
                <a:cubicBezTo>
                  <a:pt x="5" y="159"/>
                  <a:pt x="5" y="159"/>
                  <a:pt x="5" y="159"/>
                </a:cubicBezTo>
                <a:cubicBezTo>
                  <a:pt x="4" y="157"/>
                  <a:pt x="4" y="155"/>
                  <a:pt x="5" y="153"/>
                </a:cubicBezTo>
                <a:cubicBezTo>
                  <a:pt x="19" y="124"/>
                  <a:pt x="19" y="124"/>
                  <a:pt x="19" y="124"/>
                </a:cubicBezTo>
                <a:cubicBezTo>
                  <a:pt x="8" y="124"/>
                  <a:pt x="8" y="124"/>
                  <a:pt x="8" y="124"/>
                </a:cubicBezTo>
                <a:close/>
                <a:moveTo>
                  <a:pt x="54" y="115"/>
                </a:moveTo>
                <a:cubicBezTo>
                  <a:pt x="54" y="115"/>
                  <a:pt x="54" y="115"/>
                  <a:pt x="54" y="115"/>
                </a:cubicBezTo>
                <a:cubicBezTo>
                  <a:pt x="54" y="110"/>
                  <a:pt x="54" y="110"/>
                  <a:pt x="54" y="110"/>
                </a:cubicBezTo>
                <a:cubicBezTo>
                  <a:pt x="54" y="107"/>
                  <a:pt x="57" y="103"/>
                  <a:pt x="60" y="103"/>
                </a:cubicBezTo>
                <a:cubicBezTo>
                  <a:pt x="64" y="103"/>
                  <a:pt x="67" y="107"/>
                  <a:pt x="67" y="110"/>
                </a:cubicBezTo>
                <a:cubicBezTo>
                  <a:pt x="67" y="115"/>
                  <a:pt x="67" y="115"/>
                  <a:pt x="67" y="115"/>
                </a:cubicBezTo>
                <a:cubicBezTo>
                  <a:pt x="83" y="115"/>
                  <a:pt x="83" y="115"/>
                  <a:pt x="83" y="115"/>
                </a:cubicBezTo>
                <a:cubicBezTo>
                  <a:pt x="67" y="82"/>
                  <a:pt x="67" y="82"/>
                  <a:pt x="67" y="82"/>
                </a:cubicBezTo>
                <a:cubicBezTo>
                  <a:pt x="63" y="83"/>
                  <a:pt x="58" y="83"/>
                  <a:pt x="54" y="82"/>
                </a:cubicBezTo>
                <a:cubicBezTo>
                  <a:pt x="38" y="115"/>
                  <a:pt x="38" y="115"/>
                  <a:pt x="38" y="115"/>
                </a:cubicBezTo>
                <a:cubicBezTo>
                  <a:pt x="54" y="115"/>
                  <a:pt x="54" y="115"/>
                  <a:pt x="54" y="115"/>
                </a:cubicBezTo>
                <a:close/>
                <a:moveTo>
                  <a:pt x="73" y="39"/>
                </a:moveTo>
                <a:cubicBezTo>
                  <a:pt x="73" y="39"/>
                  <a:pt x="73" y="39"/>
                  <a:pt x="73" y="39"/>
                </a:cubicBezTo>
                <a:cubicBezTo>
                  <a:pt x="66" y="32"/>
                  <a:pt x="55" y="32"/>
                  <a:pt x="48" y="39"/>
                </a:cubicBezTo>
                <a:cubicBezTo>
                  <a:pt x="48" y="39"/>
                  <a:pt x="48" y="39"/>
                  <a:pt x="48" y="39"/>
                </a:cubicBezTo>
                <a:cubicBezTo>
                  <a:pt x="45" y="42"/>
                  <a:pt x="43" y="47"/>
                  <a:pt x="43" y="51"/>
                </a:cubicBezTo>
                <a:cubicBezTo>
                  <a:pt x="43" y="56"/>
                  <a:pt x="45" y="61"/>
                  <a:pt x="48" y="64"/>
                </a:cubicBezTo>
                <a:cubicBezTo>
                  <a:pt x="53" y="69"/>
                  <a:pt x="61" y="71"/>
                  <a:pt x="67" y="68"/>
                </a:cubicBezTo>
                <a:cubicBezTo>
                  <a:pt x="68" y="68"/>
                  <a:pt x="68" y="68"/>
                  <a:pt x="68" y="68"/>
                </a:cubicBezTo>
                <a:cubicBezTo>
                  <a:pt x="69" y="67"/>
                  <a:pt x="71" y="66"/>
                  <a:pt x="73" y="64"/>
                </a:cubicBezTo>
                <a:cubicBezTo>
                  <a:pt x="73" y="64"/>
                  <a:pt x="73" y="64"/>
                  <a:pt x="73" y="64"/>
                </a:cubicBezTo>
                <a:cubicBezTo>
                  <a:pt x="76" y="61"/>
                  <a:pt x="78" y="56"/>
                  <a:pt x="78" y="51"/>
                </a:cubicBezTo>
                <a:cubicBezTo>
                  <a:pt x="78" y="47"/>
                  <a:pt x="76" y="42"/>
                  <a:pt x="73" y="39"/>
                </a:cubicBezTo>
                <a:cubicBezTo>
                  <a:pt x="73" y="39"/>
                  <a:pt x="73" y="39"/>
                  <a:pt x="73" y="39"/>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1" name="Freeform 13"/>
          <p:cNvSpPr>
            <a:spLocks noEditPoints="1"/>
          </p:cNvSpPr>
          <p:nvPr/>
        </p:nvSpPr>
        <p:spPr bwMode="auto">
          <a:xfrm>
            <a:off x="93026" y="1695727"/>
            <a:ext cx="212710" cy="176648"/>
          </a:xfrm>
          <a:custGeom>
            <a:avLst/>
            <a:gdLst>
              <a:gd name="T0" fmla="*/ 111 w 197"/>
              <a:gd name="T1" fmla="*/ 11 h 164"/>
              <a:gd name="T2" fmla="*/ 0 w 197"/>
              <a:gd name="T3" fmla="*/ 15 h 164"/>
              <a:gd name="T4" fmla="*/ 105 w 197"/>
              <a:gd name="T5" fmla="*/ 164 h 164"/>
              <a:gd name="T6" fmla="*/ 136 w 197"/>
              <a:gd name="T7" fmla="*/ 159 h 164"/>
              <a:gd name="T8" fmla="*/ 196 w 197"/>
              <a:gd name="T9" fmla="*/ 142 h 164"/>
              <a:gd name="T10" fmla="*/ 52 w 197"/>
              <a:gd name="T11" fmla="*/ 150 h 164"/>
              <a:gd name="T12" fmla="*/ 52 w 197"/>
              <a:gd name="T13" fmla="*/ 22 h 164"/>
              <a:gd name="T14" fmla="*/ 99 w 197"/>
              <a:gd name="T15" fmla="*/ 150 h 164"/>
              <a:gd name="T16" fmla="*/ 99 w 197"/>
              <a:gd name="T17" fmla="*/ 22 h 164"/>
              <a:gd name="T18" fmla="*/ 147 w 197"/>
              <a:gd name="T19" fmla="*/ 149 h 164"/>
              <a:gd name="T20" fmla="*/ 181 w 197"/>
              <a:gd name="T21" fmla="*/ 139 h 164"/>
              <a:gd name="T22" fmla="*/ 23 w 197"/>
              <a:gd name="T23" fmla="*/ 133 h 164"/>
              <a:gd name="T24" fmla="*/ 42 w 197"/>
              <a:gd name="T25" fmla="*/ 134 h 164"/>
              <a:gd name="T26" fmla="*/ 43 w 197"/>
              <a:gd name="T27" fmla="*/ 114 h 164"/>
              <a:gd name="T28" fmla="*/ 23 w 197"/>
              <a:gd name="T29" fmla="*/ 114 h 164"/>
              <a:gd name="T30" fmla="*/ 29 w 197"/>
              <a:gd name="T31" fmla="*/ 120 h 164"/>
              <a:gd name="T32" fmla="*/ 37 w 197"/>
              <a:gd name="T33" fmla="*/ 120 h 164"/>
              <a:gd name="T34" fmla="*/ 37 w 197"/>
              <a:gd name="T35" fmla="*/ 128 h 164"/>
              <a:gd name="T36" fmla="*/ 29 w 197"/>
              <a:gd name="T37" fmla="*/ 127 h 164"/>
              <a:gd name="T38" fmla="*/ 32 w 197"/>
              <a:gd name="T39" fmla="*/ 91 h 164"/>
              <a:gd name="T40" fmla="*/ 36 w 197"/>
              <a:gd name="T41" fmla="*/ 38 h 164"/>
              <a:gd name="T42" fmla="*/ 28 w 197"/>
              <a:gd name="T43" fmla="*/ 87 h 164"/>
              <a:gd name="T44" fmla="*/ 134 w 197"/>
              <a:gd name="T45" fmla="*/ 31 h 164"/>
              <a:gd name="T46" fmla="*/ 149 w 197"/>
              <a:gd name="T47" fmla="*/ 86 h 164"/>
              <a:gd name="T48" fmla="*/ 134 w 197"/>
              <a:gd name="T49" fmla="*/ 31 h 164"/>
              <a:gd name="T50" fmla="*/ 69 w 197"/>
              <a:gd name="T51" fmla="*/ 133 h 164"/>
              <a:gd name="T52" fmla="*/ 88 w 197"/>
              <a:gd name="T53" fmla="*/ 133 h 164"/>
              <a:gd name="T54" fmla="*/ 79 w 197"/>
              <a:gd name="T55" fmla="*/ 110 h 164"/>
              <a:gd name="T56" fmla="*/ 65 w 197"/>
              <a:gd name="T57" fmla="*/ 124 h 164"/>
              <a:gd name="T58" fmla="*/ 75 w 197"/>
              <a:gd name="T59" fmla="*/ 120 h 164"/>
              <a:gd name="T60" fmla="*/ 82 w 197"/>
              <a:gd name="T61" fmla="*/ 120 h 164"/>
              <a:gd name="T62" fmla="*/ 82 w 197"/>
              <a:gd name="T63" fmla="*/ 128 h 164"/>
              <a:gd name="T64" fmla="*/ 74 w 197"/>
              <a:gd name="T65" fmla="*/ 127 h 164"/>
              <a:gd name="T66" fmla="*/ 81 w 197"/>
              <a:gd name="T67" fmla="*/ 91 h 164"/>
              <a:gd name="T68" fmla="*/ 85 w 197"/>
              <a:gd name="T69" fmla="*/ 38 h 164"/>
              <a:gd name="T70" fmla="*/ 77 w 197"/>
              <a:gd name="T71" fmla="*/ 87 h 164"/>
              <a:gd name="T72" fmla="*/ 148 w 197"/>
              <a:gd name="T73" fmla="*/ 109 h 164"/>
              <a:gd name="T74" fmla="*/ 148 w 197"/>
              <a:gd name="T75" fmla="*/ 128 h 164"/>
              <a:gd name="T76" fmla="*/ 167 w 197"/>
              <a:gd name="T77" fmla="*/ 128 h 164"/>
              <a:gd name="T78" fmla="*/ 168 w 197"/>
              <a:gd name="T79" fmla="*/ 109 h 164"/>
              <a:gd name="T80" fmla="*/ 158 w 197"/>
              <a:gd name="T81" fmla="*/ 105 h 164"/>
              <a:gd name="T82" fmla="*/ 154 w 197"/>
              <a:gd name="T83" fmla="*/ 114 h 164"/>
              <a:gd name="T84" fmla="*/ 163 w 197"/>
              <a:gd name="T85" fmla="*/ 118 h 164"/>
              <a:gd name="T86" fmla="*/ 154 w 197"/>
              <a:gd name="T87" fmla="*/ 122 h 164"/>
              <a:gd name="T88" fmla="*/ 154 w 197"/>
              <a:gd name="T89" fmla="*/ 114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97" h="164">
                <a:moveTo>
                  <a:pt x="159" y="6"/>
                </a:moveTo>
                <a:cubicBezTo>
                  <a:pt x="158" y="2"/>
                  <a:pt x="155" y="0"/>
                  <a:pt x="151" y="1"/>
                </a:cubicBezTo>
                <a:cubicBezTo>
                  <a:pt x="111" y="11"/>
                  <a:pt x="111" y="11"/>
                  <a:pt x="111" y="11"/>
                </a:cubicBezTo>
                <a:cubicBezTo>
                  <a:pt x="110" y="10"/>
                  <a:pt x="108" y="8"/>
                  <a:pt x="105" y="8"/>
                </a:cubicBezTo>
                <a:cubicBezTo>
                  <a:pt x="7" y="8"/>
                  <a:pt x="7" y="8"/>
                  <a:pt x="7" y="8"/>
                </a:cubicBezTo>
                <a:cubicBezTo>
                  <a:pt x="3" y="8"/>
                  <a:pt x="0" y="11"/>
                  <a:pt x="0" y="15"/>
                </a:cubicBezTo>
                <a:cubicBezTo>
                  <a:pt x="0" y="157"/>
                  <a:pt x="0" y="157"/>
                  <a:pt x="0" y="157"/>
                </a:cubicBezTo>
                <a:cubicBezTo>
                  <a:pt x="0" y="161"/>
                  <a:pt x="3" y="164"/>
                  <a:pt x="7" y="164"/>
                </a:cubicBezTo>
                <a:cubicBezTo>
                  <a:pt x="105" y="164"/>
                  <a:pt x="105" y="164"/>
                  <a:pt x="105" y="164"/>
                </a:cubicBezTo>
                <a:cubicBezTo>
                  <a:pt x="109" y="164"/>
                  <a:pt x="112" y="161"/>
                  <a:pt x="112" y="157"/>
                </a:cubicBezTo>
                <a:cubicBezTo>
                  <a:pt x="112" y="71"/>
                  <a:pt x="112" y="71"/>
                  <a:pt x="112" y="71"/>
                </a:cubicBezTo>
                <a:cubicBezTo>
                  <a:pt x="136" y="159"/>
                  <a:pt x="136" y="159"/>
                  <a:pt x="136" y="159"/>
                </a:cubicBezTo>
                <a:cubicBezTo>
                  <a:pt x="136" y="162"/>
                  <a:pt x="140" y="164"/>
                  <a:pt x="144" y="163"/>
                </a:cubicBezTo>
                <a:cubicBezTo>
                  <a:pt x="191" y="151"/>
                  <a:pt x="191" y="151"/>
                  <a:pt x="191" y="151"/>
                </a:cubicBezTo>
                <a:cubicBezTo>
                  <a:pt x="195" y="150"/>
                  <a:pt x="197" y="146"/>
                  <a:pt x="196" y="142"/>
                </a:cubicBezTo>
                <a:cubicBezTo>
                  <a:pt x="159" y="6"/>
                  <a:pt x="159" y="6"/>
                  <a:pt x="159" y="6"/>
                </a:cubicBezTo>
                <a:close/>
                <a:moveTo>
                  <a:pt x="52" y="150"/>
                </a:moveTo>
                <a:cubicBezTo>
                  <a:pt x="52" y="150"/>
                  <a:pt x="52" y="150"/>
                  <a:pt x="52" y="150"/>
                </a:cubicBezTo>
                <a:cubicBezTo>
                  <a:pt x="14" y="150"/>
                  <a:pt x="14" y="150"/>
                  <a:pt x="14" y="150"/>
                </a:cubicBezTo>
                <a:cubicBezTo>
                  <a:pt x="14" y="22"/>
                  <a:pt x="14" y="22"/>
                  <a:pt x="14" y="22"/>
                </a:cubicBezTo>
                <a:cubicBezTo>
                  <a:pt x="52" y="22"/>
                  <a:pt x="52" y="22"/>
                  <a:pt x="52" y="22"/>
                </a:cubicBezTo>
                <a:cubicBezTo>
                  <a:pt x="52" y="150"/>
                  <a:pt x="52" y="150"/>
                  <a:pt x="52" y="150"/>
                </a:cubicBezTo>
                <a:close/>
                <a:moveTo>
                  <a:pt x="99" y="150"/>
                </a:moveTo>
                <a:cubicBezTo>
                  <a:pt x="99" y="150"/>
                  <a:pt x="99" y="150"/>
                  <a:pt x="99" y="150"/>
                </a:cubicBezTo>
                <a:cubicBezTo>
                  <a:pt x="60" y="150"/>
                  <a:pt x="60" y="150"/>
                  <a:pt x="60" y="150"/>
                </a:cubicBezTo>
                <a:cubicBezTo>
                  <a:pt x="60" y="22"/>
                  <a:pt x="60" y="22"/>
                  <a:pt x="60" y="22"/>
                </a:cubicBezTo>
                <a:cubicBezTo>
                  <a:pt x="99" y="22"/>
                  <a:pt x="99" y="22"/>
                  <a:pt x="99" y="22"/>
                </a:cubicBezTo>
                <a:cubicBezTo>
                  <a:pt x="99" y="150"/>
                  <a:pt x="99" y="150"/>
                  <a:pt x="99" y="150"/>
                </a:cubicBezTo>
                <a:close/>
                <a:moveTo>
                  <a:pt x="147" y="149"/>
                </a:moveTo>
                <a:cubicBezTo>
                  <a:pt x="147" y="149"/>
                  <a:pt x="147" y="149"/>
                  <a:pt x="147" y="149"/>
                </a:cubicBezTo>
                <a:cubicBezTo>
                  <a:pt x="114" y="25"/>
                  <a:pt x="114" y="25"/>
                  <a:pt x="114" y="25"/>
                </a:cubicBezTo>
                <a:cubicBezTo>
                  <a:pt x="148" y="16"/>
                  <a:pt x="148" y="16"/>
                  <a:pt x="148" y="16"/>
                </a:cubicBezTo>
                <a:cubicBezTo>
                  <a:pt x="181" y="139"/>
                  <a:pt x="181" y="139"/>
                  <a:pt x="181" y="139"/>
                </a:cubicBezTo>
                <a:cubicBezTo>
                  <a:pt x="147" y="149"/>
                  <a:pt x="147" y="149"/>
                  <a:pt x="147" y="149"/>
                </a:cubicBezTo>
                <a:close/>
                <a:moveTo>
                  <a:pt x="23" y="133"/>
                </a:moveTo>
                <a:cubicBezTo>
                  <a:pt x="23" y="133"/>
                  <a:pt x="23" y="133"/>
                  <a:pt x="23" y="133"/>
                </a:cubicBezTo>
                <a:cubicBezTo>
                  <a:pt x="23" y="133"/>
                  <a:pt x="23" y="133"/>
                  <a:pt x="23" y="133"/>
                </a:cubicBezTo>
                <a:cubicBezTo>
                  <a:pt x="26" y="136"/>
                  <a:pt x="29" y="137"/>
                  <a:pt x="33" y="137"/>
                </a:cubicBezTo>
                <a:cubicBezTo>
                  <a:pt x="37" y="137"/>
                  <a:pt x="40" y="136"/>
                  <a:pt x="42" y="134"/>
                </a:cubicBezTo>
                <a:cubicBezTo>
                  <a:pt x="43" y="133"/>
                  <a:pt x="43" y="133"/>
                  <a:pt x="43" y="133"/>
                </a:cubicBezTo>
                <a:cubicBezTo>
                  <a:pt x="45" y="131"/>
                  <a:pt x="47" y="127"/>
                  <a:pt x="47" y="124"/>
                </a:cubicBezTo>
                <a:cubicBezTo>
                  <a:pt x="47" y="120"/>
                  <a:pt x="45" y="116"/>
                  <a:pt x="43" y="114"/>
                </a:cubicBezTo>
                <a:cubicBezTo>
                  <a:pt x="42" y="114"/>
                  <a:pt x="42" y="114"/>
                  <a:pt x="42" y="114"/>
                </a:cubicBezTo>
                <a:cubicBezTo>
                  <a:pt x="40" y="112"/>
                  <a:pt x="37" y="110"/>
                  <a:pt x="33" y="110"/>
                </a:cubicBezTo>
                <a:cubicBezTo>
                  <a:pt x="29" y="110"/>
                  <a:pt x="26" y="112"/>
                  <a:pt x="23" y="114"/>
                </a:cubicBezTo>
                <a:cubicBezTo>
                  <a:pt x="21" y="116"/>
                  <a:pt x="19" y="120"/>
                  <a:pt x="19" y="124"/>
                </a:cubicBezTo>
                <a:cubicBezTo>
                  <a:pt x="19" y="127"/>
                  <a:pt x="21" y="131"/>
                  <a:pt x="23" y="133"/>
                </a:cubicBezTo>
                <a:close/>
                <a:moveTo>
                  <a:pt x="29" y="120"/>
                </a:moveTo>
                <a:cubicBezTo>
                  <a:pt x="29" y="120"/>
                  <a:pt x="29" y="120"/>
                  <a:pt x="29" y="120"/>
                </a:cubicBezTo>
                <a:cubicBezTo>
                  <a:pt x="30" y="119"/>
                  <a:pt x="31" y="118"/>
                  <a:pt x="33" y="118"/>
                </a:cubicBezTo>
                <a:cubicBezTo>
                  <a:pt x="34" y="118"/>
                  <a:pt x="36" y="119"/>
                  <a:pt x="37" y="120"/>
                </a:cubicBezTo>
                <a:cubicBezTo>
                  <a:pt x="37" y="120"/>
                  <a:pt x="37" y="120"/>
                  <a:pt x="37" y="120"/>
                </a:cubicBezTo>
                <a:cubicBezTo>
                  <a:pt x="38" y="121"/>
                  <a:pt x="38" y="122"/>
                  <a:pt x="38" y="124"/>
                </a:cubicBezTo>
                <a:cubicBezTo>
                  <a:pt x="38" y="125"/>
                  <a:pt x="38" y="127"/>
                  <a:pt x="37" y="128"/>
                </a:cubicBezTo>
                <a:cubicBezTo>
                  <a:pt x="36" y="129"/>
                  <a:pt x="34" y="129"/>
                  <a:pt x="33" y="129"/>
                </a:cubicBezTo>
                <a:cubicBezTo>
                  <a:pt x="31" y="129"/>
                  <a:pt x="30" y="129"/>
                  <a:pt x="29" y="128"/>
                </a:cubicBezTo>
                <a:cubicBezTo>
                  <a:pt x="29" y="127"/>
                  <a:pt x="29" y="127"/>
                  <a:pt x="29" y="127"/>
                </a:cubicBezTo>
                <a:cubicBezTo>
                  <a:pt x="28" y="126"/>
                  <a:pt x="27" y="125"/>
                  <a:pt x="27" y="124"/>
                </a:cubicBezTo>
                <a:cubicBezTo>
                  <a:pt x="27" y="122"/>
                  <a:pt x="28" y="121"/>
                  <a:pt x="29" y="120"/>
                </a:cubicBezTo>
                <a:close/>
                <a:moveTo>
                  <a:pt x="32" y="91"/>
                </a:moveTo>
                <a:cubicBezTo>
                  <a:pt x="32" y="91"/>
                  <a:pt x="32" y="91"/>
                  <a:pt x="32" y="91"/>
                </a:cubicBezTo>
                <a:cubicBezTo>
                  <a:pt x="34" y="91"/>
                  <a:pt x="36" y="89"/>
                  <a:pt x="36" y="87"/>
                </a:cubicBezTo>
                <a:cubicBezTo>
                  <a:pt x="36" y="38"/>
                  <a:pt x="36" y="38"/>
                  <a:pt x="36" y="38"/>
                </a:cubicBezTo>
                <a:cubicBezTo>
                  <a:pt x="36" y="35"/>
                  <a:pt x="34" y="34"/>
                  <a:pt x="32" y="34"/>
                </a:cubicBezTo>
                <a:cubicBezTo>
                  <a:pt x="29" y="34"/>
                  <a:pt x="28" y="35"/>
                  <a:pt x="28" y="38"/>
                </a:cubicBezTo>
                <a:cubicBezTo>
                  <a:pt x="28" y="87"/>
                  <a:pt x="28" y="87"/>
                  <a:pt x="28" y="87"/>
                </a:cubicBezTo>
                <a:cubicBezTo>
                  <a:pt x="28" y="89"/>
                  <a:pt x="29" y="91"/>
                  <a:pt x="32" y="91"/>
                </a:cubicBezTo>
                <a:close/>
                <a:moveTo>
                  <a:pt x="134" y="31"/>
                </a:moveTo>
                <a:cubicBezTo>
                  <a:pt x="134" y="31"/>
                  <a:pt x="134" y="31"/>
                  <a:pt x="134" y="31"/>
                </a:cubicBezTo>
                <a:cubicBezTo>
                  <a:pt x="132" y="32"/>
                  <a:pt x="131" y="34"/>
                  <a:pt x="131" y="36"/>
                </a:cubicBezTo>
                <a:cubicBezTo>
                  <a:pt x="144" y="84"/>
                  <a:pt x="144" y="84"/>
                  <a:pt x="144" y="84"/>
                </a:cubicBezTo>
                <a:cubicBezTo>
                  <a:pt x="144" y="86"/>
                  <a:pt x="146" y="87"/>
                  <a:pt x="149" y="86"/>
                </a:cubicBezTo>
                <a:cubicBezTo>
                  <a:pt x="151" y="86"/>
                  <a:pt x="152" y="84"/>
                  <a:pt x="152" y="82"/>
                </a:cubicBezTo>
                <a:cubicBezTo>
                  <a:pt x="139" y="34"/>
                  <a:pt x="139" y="34"/>
                  <a:pt x="139" y="34"/>
                </a:cubicBezTo>
                <a:cubicBezTo>
                  <a:pt x="138" y="32"/>
                  <a:pt x="136" y="31"/>
                  <a:pt x="134" y="31"/>
                </a:cubicBezTo>
                <a:close/>
                <a:moveTo>
                  <a:pt x="69" y="133"/>
                </a:moveTo>
                <a:cubicBezTo>
                  <a:pt x="69" y="133"/>
                  <a:pt x="69" y="133"/>
                  <a:pt x="69" y="133"/>
                </a:cubicBezTo>
                <a:cubicBezTo>
                  <a:pt x="69" y="133"/>
                  <a:pt x="69" y="133"/>
                  <a:pt x="69" y="133"/>
                </a:cubicBezTo>
                <a:cubicBezTo>
                  <a:pt x="71" y="136"/>
                  <a:pt x="75" y="137"/>
                  <a:pt x="79" y="137"/>
                </a:cubicBezTo>
                <a:cubicBezTo>
                  <a:pt x="82" y="137"/>
                  <a:pt x="86" y="136"/>
                  <a:pt x="88" y="134"/>
                </a:cubicBezTo>
                <a:cubicBezTo>
                  <a:pt x="88" y="133"/>
                  <a:pt x="88" y="133"/>
                  <a:pt x="88" y="133"/>
                </a:cubicBezTo>
                <a:cubicBezTo>
                  <a:pt x="91" y="131"/>
                  <a:pt x="92" y="127"/>
                  <a:pt x="92" y="124"/>
                </a:cubicBezTo>
                <a:cubicBezTo>
                  <a:pt x="92" y="120"/>
                  <a:pt x="91" y="116"/>
                  <a:pt x="88" y="114"/>
                </a:cubicBezTo>
                <a:cubicBezTo>
                  <a:pt x="86" y="112"/>
                  <a:pt x="82" y="110"/>
                  <a:pt x="79" y="110"/>
                </a:cubicBezTo>
                <a:cubicBezTo>
                  <a:pt x="75" y="110"/>
                  <a:pt x="71" y="112"/>
                  <a:pt x="69" y="114"/>
                </a:cubicBezTo>
                <a:cubicBezTo>
                  <a:pt x="69" y="114"/>
                  <a:pt x="69" y="114"/>
                  <a:pt x="69" y="114"/>
                </a:cubicBezTo>
                <a:cubicBezTo>
                  <a:pt x="66" y="116"/>
                  <a:pt x="65" y="120"/>
                  <a:pt x="65" y="124"/>
                </a:cubicBezTo>
                <a:cubicBezTo>
                  <a:pt x="65" y="127"/>
                  <a:pt x="66" y="131"/>
                  <a:pt x="69" y="133"/>
                </a:cubicBezTo>
                <a:close/>
                <a:moveTo>
                  <a:pt x="75" y="120"/>
                </a:moveTo>
                <a:cubicBezTo>
                  <a:pt x="75" y="120"/>
                  <a:pt x="75" y="120"/>
                  <a:pt x="75" y="120"/>
                </a:cubicBezTo>
                <a:cubicBezTo>
                  <a:pt x="76" y="119"/>
                  <a:pt x="77" y="118"/>
                  <a:pt x="79" y="118"/>
                </a:cubicBezTo>
                <a:cubicBezTo>
                  <a:pt x="80" y="118"/>
                  <a:pt x="81" y="119"/>
                  <a:pt x="82" y="120"/>
                </a:cubicBezTo>
                <a:cubicBezTo>
                  <a:pt x="82" y="120"/>
                  <a:pt x="82" y="120"/>
                  <a:pt x="82" y="120"/>
                </a:cubicBezTo>
                <a:cubicBezTo>
                  <a:pt x="84" y="121"/>
                  <a:pt x="84" y="122"/>
                  <a:pt x="84" y="124"/>
                </a:cubicBezTo>
                <a:cubicBezTo>
                  <a:pt x="84" y="125"/>
                  <a:pt x="84" y="127"/>
                  <a:pt x="83" y="128"/>
                </a:cubicBezTo>
                <a:cubicBezTo>
                  <a:pt x="82" y="128"/>
                  <a:pt x="82" y="128"/>
                  <a:pt x="82" y="128"/>
                </a:cubicBezTo>
                <a:cubicBezTo>
                  <a:pt x="81" y="129"/>
                  <a:pt x="80" y="129"/>
                  <a:pt x="79" y="129"/>
                </a:cubicBezTo>
                <a:cubicBezTo>
                  <a:pt x="77" y="129"/>
                  <a:pt x="76" y="129"/>
                  <a:pt x="75" y="128"/>
                </a:cubicBezTo>
                <a:cubicBezTo>
                  <a:pt x="74" y="127"/>
                  <a:pt x="74" y="127"/>
                  <a:pt x="74" y="127"/>
                </a:cubicBezTo>
                <a:cubicBezTo>
                  <a:pt x="74" y="126"/>
                  <a:pt x="73" y="125"/>
                  <a:pt x="73" y="124"/>
                </a:cubicBezTo>
                <a:cubicBezTo>
                  <a:pt x="73" y="122"/>
                  <a:pt x="74" y="121"/>
                  <a:pt x="75" y="120"/>
                </a:cubicBezTo>
                <a:close/>
                <a:moveTo>
                  <a:pt x="81" y="91"/>
                </a:moveTo>
                <a:cubicBezTo>
                  <a:pt x="81" y="91"/>
                  <a:pt x="81" y="91"/>
                  <a:pt x="81" y="91"/>
                </a:cubicBezTo>
                <a:cubicBezTo>
                  <a:pt x="83" y="91"/>
                  <a:pt x="85" y="89"/>
                  <a:pt x="85" y="87"/>
                </a:cubicBezTo>
                <a:cubicBezTo>
                  <a:pt x="85" y="38"/>
                  <a:pt x="85" y="38"/>
                  <a:pt x="85" y="38"/>
                </a:cubicBezTo>
                <a:cubicBezTo>
                  <a:pt x="85" y="35"/>
                  <a:pt x="83" y="34"/>
                  <a:pt x="81" y="34"/>
                </a:cubicBezTo>
                <a:cubicBezTo>
                  <a:pt x="79" y="34"/>
                  <a:pt x="77" y="35"/>
                  <a:pt x="77" y="38"/>
                </a:cubicBezTo>
                <a:cubicBezTo>
                  <a:pt x="77" y="87"/>
                  <a:pt x="77" y="87"/>
                  <a:pt x="77" y="87"/>
                </a:cubicBezTo>
                <a:cubicBezTo>
                  <a:pt x="77" y="89"/>
                  <a:pt x="79" y="91"/>
                  <a:pt x="81" y="91"/>
                </a:cubicBezTo>
                <a:close/>
                <a:moveTo>
                  <a:pt x="148" y="109"/>
                </a:moveTo>
                <a:cubicBezTo>
                  <a:pt x="148" y="109"/>
                  <a:pt x="148" y="109"/>
                  <a:pt x="148" y="109"/>
                </a:cubicBezTo>
                <a:cubicBezTo>
                  <a:pt x="146" y="111"/>
                  <a:pt x="144" y="114"/>
                  <a:pt x="144" y="118"/>
                </a:cubicBezTo>
                <a:cubicBezTo>
                  <a:pt x="144" y="122"/>
                  <a:pt x="146" y="125"/>
                  <a:pt x="148" y="128"/>
                </a:cubicBezTo>
                <a:cubicBezTo>
                  <a:pt x="148" y="128"/>
                  <a:pt x="148" y="128"/>
                  <a:pt x="148" y="128"/>
                </a:cubicBezTo>
                <a:cubicBezTo>
                  <a:pt x="151" y="130"/>
                  <a:pt x="154" y="132"/>
                  <a:pt x="158" y="132"/>
                </a:cubicBezTo>
                <a:cubicBezTo>
                  <a:pt x="161" y="132"/>
                  <a:pt x="165" y="131"/>
                  <a:pt x="167" y="128"/>
                </a:cubicBezTo>
                <a:cubicBezTo>
                  <a:pt x="167" y="128"/>
                  <a:pt x="167" y="128"/>
                  <a:pt x="167" y="128"/>
                </a:cubicBezTo>
                <a:cubicBezTo>
                  <a:pt x="168" y="128"/>
                  <a:pt x="168" y="128"/>
                  <a:pt x="168" y="128"/>
                </a:cubicBezTo>
                <a:cubicBezTo>
                  <a:pt x="170" y="126"/>
                  <a:pt x="171" y="122"/>
                  <a:pt x="171" y="118"/>
                </a:cubicBezTo>
                <a:cubicBezTo>
                  <a:pt x="171" y="114"/>
                  <a:pt x="170" y="111"/>
                  <a:pt x="168" y="109"/>
                </a:cubicBezTo>
                <a:cubicBezTo>
                  <a:pt x="168" y="109"/>
                  <a:pt x="168" y="109"/>
                  <a:pt x="168" y="109"/>
                </a:cubicBezTo>
                <a:cubicBezTo>
                  <a:pt x="168" y="109"/>
                  <a:pt x="168" y="109"/>
                  <a:pt x="168" y="109"/>
                </a:cubicBezTo>
                <a:cubicBezTo>
                  <a:pt x="165" y="106"/>
                  <a:pt x="162" y="105"/>
                  <a:pt x="158" y="105"/>
                </a:cubicBezTo>
                <a:cubicBezTo>
                  <a:pt x="154" y="105"/>
                  <a:pt x="151" y="106"/>
                  <a:pt x="148" y="109"/>
                </a:cubicBezTo>
                <a:close/>
                <a:moveTo>
                  <a:pt x="154" y="114"/>
                </a:moveTo>
                <a:cubicBezTo>
                  <a:pt x="154" y="114"/>
                  <a:pt x="154" y="114"/>
                  <a:pt x="154" y="114"/>
                </a:cubicBezTo>
                <a:cubicBezTo>
                  <a:pt x="155" y="113"/>
                  <a:pt x="156" y="113"/>
                  <a:pt x="158" y="113"/>
                </a:cubicBezTo>
                <a:cubicBezTo>
                  <a:pt x="159" y="113"/>
                  <a:pt x="161" y="113"/>
                  <a:pt x="162" y="114"/>
                </a:cubicBezTo>
                <a:cubicBezTo>
                  <a:pt x="163" y="115"/>
                  <a:pt x="163" y="117"/>
                  <a:pt x="163" y="118"/>
                </a:cubicBezTo>
                <a:cubicBezTo>
                  <a:pt x="163" y="120"/>
                  <a:pt x="163" y="121"/>
                  <a:pt x="162" y="122"/>
                </a:cubicBezTo>
                <a:cubicBezTo>
                  <a:pt x="161" y="123"/>
                  <a:pt x="159" y="124"/>
                  <a:pt x="158" y="124"/>
                </a:cubicBezTo>
                <a:cubicBezTo>
                  <a:pt x="156" y="124"/>
                  <a:pt x="155" y="123"/>
                  <a:pt x="154" y="122"/>
                </a:cubicBezTo>
                <a:cubicBezTo>
                  <a:pt x="154" y="122"/>
                  <a:pt x="154" y="122"/>
                  <a:pt x="154" y="122"/>
                </a:cubicBezTo>
                <a:cubicBezTo>
                  <a:pt x="153" y="121"/>
                  <a:pt x="152" y="120"/>
                  <a:pt x="152" y="118"/>
                </a:cubicBezTo>
                <a:cubicBezTo>
                  <a:pt x="152" y="117"/>
                  <a:pt x="153" y="115"/>
                  <a:pt x="154" y="114"/>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8" name="Freeform 10"/>
          <p:cNvSpPr>
            <a:spLocks noEditPoints="1"/>
          </p:cNvSpPr>
          <p:nvPr/>
        </p:nvSpPr>
        <p:spPr bwMode="auto">
          <a:xfrm>
            <a:off x="107850" y="2091788"/>
            <a:ext cx="174824" cy="175280"/>
          </a:xfrm>
          <a:custGeom>
            <a:avLst/>
            <a:gdLst>
              <a:gd name="T0" fmla="*/ 47 w 162"/>
              <a:gd name="T1" fmla="*/ 34 h 163"/>
              <a:gd name="T2" fmla="*/ 34 w 162"/>
              <a:gd name="T3" fmla="*/ 47 h 163"/>
              <a:gd name="T4" fmla="*/ 32 w 162"/>
              <a:gd name="T5" fmla="*/ 61 h 163"/>
              <a:gd name="T6" fmla="*/ 41 w 162"/>
              <a:gd name="T7" fmla="*/ 52 h 163"/>
              <a:gd name="T8" fmla="*/ 52 w 162"/>
              <a:gd name="T9" fmla="*/ 41 h 163"/>
              <a:gd name="T10" fmla="*/ 60 w 162"/>
              <a:gd name="T11" fmla="*/ 32 h 163"/>
              <a:gd name="T12" fmla="*/ 160 w 162"/>
              <a:gd name="T13" fmla="*/ 150 h 163"/>
              <a:gd name="T14" fmla="*/ 130 w 162"/>
              <a:gd name="T15" fmla="*/ 121 h 163"/>
              <a:gd name="T16" fmla="*/ 147 w 162"/>
              <a:gd name="T17" fmla="*/ 74 h 163"/>
              <a:gd name="T18" fmla="*/ 142 w 162"/>
              <a:gd name="T19" fmla="*/ 46 h 163"/>
              <a:gd name="T20" fmla="*/ 126 w 162"/>
              <a:gd name="T21" fmla="*/ 22 h 163"/>
              <a:gd name="T22" fmla="*/ 74 w 162"/>
              <a:gd name="T23" fmla="*/ 0 h 163"/>
              <a:gd name="T24" fmla="*/ 6 w 162"/>
              <a:gd name="T25" fmla="*/ 46 h 163"/>
              <a:gd name="T26" fmla="*/ 5 w 162"/>
              <a:gd name="T27" fmla="*/ 102 h 163"/>
              <a:gd name="T28" fmla="*/ 21 w 162"/>
              <a:gd name="T29" fmla="*/ 126 h 163"/>
              <a:gd name="T30" fmla="*/ 45 w 162"/>
              <a:gd name="T31" fmla="*/ 142 h 163"/>
              <a:gd name="T32" fmla="*/ 45 w 162"/>
              <a:gd name="T33" fmla="*/ 142 h 163"/>
              <a:gd name="T34" fmla="*/ 102 w 162"/>
              <a:gd name="T35" fmla="*/ 142 h 163"/>
              <a:gd name="T36" fmla="*/ 150 w 162"/>
              <a:gd name="T37" fmla="*/ 160 h 163"/>
              <a:gd name="T38" fmla="*/ 160 w 162"/>
              <a:gd name="T39" fmla="*/ 150 h 163"/>
              <a:gd name="T40" fmla="*/ 116 w 162"/>
              <a:gd name="T41" fmla="*/ 117 h 163"/>
              <a:gd name="T42" fmla="*/ 97 w 162"/>
              <a:gd name="T43" fmla="*/ 130 h 163"/>
              <a:gd name="T44" fmla="*/ 51 w 162"/>
              <a:gd name="T45" fmla="*/ 130 h 163"/>
              <a:gd name="T46" fmla="*/ 31 w 162"/>
              <a:gd name="T47" fmla="*/ 117 h 163"/>
              <a:gd name="T48" fmla="*/ 31 w 162"/>
              <a:gd name="T49" fmla="*/ 117 h 163"/>
              <a:gd name="T50" fmla="*/ 18 w 162"/>
              <a:gd name="T51" fmla="*/ 97 h 163"/>
              <a:gd name="T52" fmla="*/ 18 w 162"/>
              <a:gd name="T53" fmla="*/ 51 h 163"/>
              <a:gd name="T54" fmla="*/ 74 w 162"/>
              <a:gd name="T55" fmla="*/ 14 h 163"/>
              <a:gd name="T56" fmla="*/ 116 w 162"/>
              <a:gd name="T57" fmla="*/ 31 h 163"/>
              <a:gd name="T58" fmla="*/ 129 w 162"/>
              <a:gd name="T59" fmla="*/ 51 h 163"/>
              <a:gd name="T60" fmla="*/ 134 w 162"/>
              <a:gd name="T61" fmla="*/ 74 h 163"/>
              <a:gd name="T62" fmla="*/ 116 w 162"/>
              <a:gd name="T63" fmla="*/ 117 h 163"/>
              <a:gd name="T64" fmla="*/ 117 w 162"/>
              <a:gd name="T65" fmla="*/ 70 h 163"/>
              <a:gd name="T66" fmla="*/ 110 w 162"/>
              <a:gd name="T67" fmla="*/ 89 h 163"/>
              <a:gd name="T68" fmla="*/ 102 w 162"/>
              <a:gd name="T69" fmla="*/ 102 h 163"/>
              <a:gd name="T70" fmla="*/ 74 w 162"/>
              <a:gd name="T71" fmla="*/ 114 h 163"/>
              <a:gd name="T72" fmla="*/ 74 w 162"/>
              <a:gd name="T73" fmla="*/ 122 h 163"/>
              <a:gd name="T74" fmla="*/ 107 w 162"/>
              <a:gd name="T75" fmla="*/ 108 h 163"/>
              <a:gd name="T76" fmla="*/ 118 w 162"/>
              <a:gd name="T77" fmla="*/ 92 h 163"/>
              <a:gd name="T78" fmla="*/ 117 w 162"/>
              <a:gd name="T79" fmla="*/ 70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62" h="163">
                <a:moveTo>
                  <a:pt x="55" y="30"/>
                </a:moveTo>
                <a:cubicBezTo>
                  <a:pt x="52" y="31"/>
                  <a:pt x="50" y="33"/>
                  <a:pt x="47" y="34"/>
                </a:cubicBezTo>
                <a:cubicBezTo>
                  <a:pt x="44" y="36"/>
                  <a:pt x="42" y="38"/>
                  <a:pt x="40" y="40"/>
                </a:cubicBezTo>
                <a:cubicBezTo>
                  <a:pt x="38" y="42"/>
                  <a:pt x="36" y="45"/>
                  <a:pt x="34" y="47"/>
                </a:cubicBezTo>
                <a:cubicBezTo>
                  <a:pt x="32" y="50"/>
                  <a:pt x="31" y="53"/>
                  <a:pt x="30" y="55"/>
                </a:cubicBezTo>
                <a:cubicBezTo>
                  <a:pt x="29" y="57"/>
                  <a:pt x="30" y="60"/>
                  <a:pt x="32" y="61"/>
                </a:cubicBezTo>
                <a:cubicBezTo>
                  <a:pt x="34" y="62"/>
                  <a:pt x="36" y="61"/>
                  <a:pt x="37" y="59"/>
                </a:cubicBezTo>
                <a:cubicBezTo>
                  <a:pt x="38" y="56"/>
                  <a:pt x="39" y="54"/>
                  <a:pt x="41" y="52"/>
                </a:cubicBezTo>
                <a:cubicBezTo>
                  <a:pt x="42" y="50"/>
                  <a:pt x="44" y="48"/>
                  <a:pt x="46" y="46"/>
                </a:cubicBezTo>
                <a:cubicBezTo>
                  <a:pt x="48" y="44"/>
                  <a:pt x="49" y="43"/>
                  <a:pt x="52" y="41"/>
                </a:cubicBezTo>
                <a:cubicBezTo>
                  <a:pt x="54" y="40"/>
                  <a:pt x="56" y="38"/>
                  <a:pt x="58" y="37"/>
                </a:cubicBezTo>
                <a:cubicBezTo>
                  <a:pt x="60" y="37"/>
                  <a:pt x="61" y="34"/>
                  <a:pt x="60" y="32"/>
                </a:cubicBezTo>
                <a:cubicBezTo>
                  <a:pt x="59" y="30"/>
                  <a:pt x="57" y="29"/>
                  <a:pt x="55" y="30"/>
                </a:cubicBezTo>
                <a:close/>
                <a:moveTo>
                  <a:pt x="160" y="150"/>
                </a:moveTo>
                <a:cubicBezTo>
                  <a:pt x="160" y="150"/>
                  <a:pt x="160" y="150"/>
                  <a:pt x="160" y="150"/>
                </a:cubicBezTo>
                <a:cubicBezTo>
                  <a:pt x="130" y="121"/>
                  <a:pt x="130" y="121"/>
                  <a:pt x="130" y="121"/>
                </a:cubicBezTo>
                <a:cubicBezTo>
                  <a:pt x="135" y="115"/>
                  <a:pt x="139" y="109"/>
                  <a:pt x="142" y="102"/>
                </a:cubicBezTo>
                <a:cubicBezTo>
                  <a:pt x="145" y="93"/>
                  <a:pt x="147" y="84"/>
                  <a:pt x="147" y="74"/>
                </a:cubicBezTo>
                <a:cubicBezTo>
                  <a:pt x="147" y="64"/>
                  <a:pt x="145" y="55"/>
                  <a:pt x="142" y="46"/>
                </a:cubicBezTo>
                <a:cubicBezTo>
                  <a:pt x="142" y="46"/>
                  <a:pt x="142" y="46"/>
                  <a:pt x="142" y="46"/>
                </a:cubicBezTo>
                <a:cubicBezTo>
                  <a:pt x="138" y="37"/>
                  <a:pt x="133" y="29"/>
                  <a:pt x="126" y="22"/>
                </a:cubicBezTo>
                <a:cubicBezTo>
                  <a:pt x="126" y="22"/>
                  <a:pt x="126" y="22"/>
                  <a:pt x="126" y="22"/>
                </a:cubicBezTo>
                <a:cubicBezTo>
                  <a:pt x="119" y="15"/>
                  <a:pt x="111" y="10"/>
                  <a:pt x="102" y="6"/>
                </a:cubicBezTo>
                <a:cubicBezTo>
                  <a:pt x="93" y="2"/>
                  <a:pt x="84" y="0"/>
                  <a:pt x="74" y="0"/>
                </a:cubicBezTo>
                <a:cubicBezTo>
                  <a:pt x="53" y="0"/>
                  <a:pt x="35" y="8"/>
                  <a:pt x="21" y="22"/>
                </a:cubicBezTo>
                <a:cubicBezTo>
                  <a:pt x="15" y="29"/>
                  <a:pt x="9" y="37"/>
                  <a:pt x="6" y="46"/>
                </a:cubicBezTo>
                <a:cubicBezTo>
                  <a:pt x="2" y="55"/>
                  <a:pt x="0" y="64"/>
                  <a:pt x="0" y="74"/>
                </a:cubicBezTo>
                <a:cubicBezTo>
                  <a:pt x="0" y="84"/>
                  <a:pt x="2" y="93"/>
                  <a:pt x="5" y="102"/>
                </a:cubicBezTo>
                <a:cubicBezTo>
                  <a:pt x="6" y="102"/>
                  <a:pt x="6" y="102"/>
                  <a:pt x="6" y="102"/>
                </a:cubicBezTo>
                <a:cubicBezTo>
                  <a:pt x="9" y="111"/>
                  <a:pt x="15" y="119"/>
                  <a:pt x="21" y="126"/>
                </a:cubicBezTo>
                <a:cubicBezTo>
                  <a:pt x="22" y="126"/>
                  <a:pt x="22" y="126"/>
                  <a:pt x="22" y="126"/>
                </a:cubicBezTo>
                <a:cubicBezTo>
                  <a:pt x="28" y="133"/>
                  <a:pt x="36" y="138"/>
                  <a:pt x="45" y="142"/>
                </a:cubicBezTo>
                <a:cubicBezTo>
                  <a:pt x="45" y="142"/>
                  <a:pt x="45" y="142"/>
                  <a:pt x="45" y="142"/>
                </a:cubicBezTo>
                <a:cubicBezTo>
                  <a:pt x="45" y="142"/>
                  <a:pt x="45" y="142"/>
                  <a:pt x="45" y="142"/>
                </a:cubicBezTo>
                <a:cubicBezTo>
                  <a:pt x="54" y="146"/>
                  <a:pt x="64" y="148"/>
                  <a:pt x="74" y="148"/>
                </a:cubicBezTo>
                <a:cubicBezTo>
                  <a:pt x="84" y="148"/>
                  <a:pt x="93" y="146"/>
                  <a:pt x="102" y="142"/>
                </a:cubicBezTo>
                <a:cubicBezTo>
                  <a:pt x="109" y="139"/>
                  <a:pt x="115" y="135"/>
                  <a:pt x="121" y="131"/>
                </a:cubicBezTo>
                <a:cubicBezTo>
                  <a:pt x="150" y="160"/>
                  <a:pt x="150" y="160"/>
                  <a:pt x="150" y="160"/>
                </a:cubicBezTo>
                <a:cubicBezTo>
                  <a:pt x="153" y="163"/>
                  <a:pt x="157" y="163"/>
                  <a:pt x="160" y="160"/>
                </a:cubicBezTo>
                <a:cubicBezTo>
                  <a:pt x="162" y="157"/>
                  <a:pt x="162" y="153"/>
                  <a:pt x="160" y="150"/>
                </a:cubicBezTo>
                <a:close/>
                <a:moveTo>
                  <a:pt x="116" y="117"/>
                </a:moveTo>
                <a:cubicBezTo>
                  <a:pt x="116" y="117"/>
                  <a:pt x="116" y="117"/>
                  <a:pt x="116" y="117"/>
                </a:cubicBezTo>
                <a:cubicBezTo>
                  <a:pt x="116" y="117"/>
                  <a:pt x="116" y="117"/>
                  <a:pt x="116" y="117"/>
                </a:cubicBezTo>
                <a:cubicBezTo>
                  <a:pt x="111" y="122"/>
                  <a:pt x="104" y="127"/>
                  <a:pt x="97" y="130"/>
                </a:cubicBezTo>
                <a:cubicBezTo>
                  <a:pt x="90" y="133"/>
                  <a:pt x="82" y="134"/>
                  <a:pt x="74" y="134"/>
                </a:cubicBezTo>
                <a:cubicBezTo>
                  <a:pt x="65" y="134"/>
                  <a:pt x="58" y="133"/>
                  <a:pt x="51" y="130"/>
                </a:cubicBezTo>
                <a:cubicBezTo>
                  <a:pt x="51" y="130"/>
                  <a:pt x="51" y="130"/>
                  <a:pt x="51" y="130"/>
                </a:cubicBezTo>
                <a:cubicBezTo>
                  <a:pt x="43" y="127"/>
                  <a:pt x="37" y="122"/>
                  <a:pt x="31" y="117"/>
                </a:cubicBezTo>
                <a:cubicBezTo>
                  <a:pt x="31" y="117"/>
                  <a:pt x="31" y="117"/>
                  <a:pt x="31" y="117"/>
                </a:cubicBezTo>
                <a:cubicBezTo>
                  <a:pt x="31" y="117"/>
                  <a:pt x="31" y="117"/>
                  <a:pt x="31" y="117"/>
                </a:cubicBezTo>
                <a:cubicBezTo>
                  <a:pt x="26" y="111"/>
                  <a:pt x="21" y="104"/>
                  <a:pt x="18" y="97"/>
                </a:cubicBezTo>
                <a:cubicBezTo>
                  <a:pt x="18" y="97"/>
                  <a:pt x="18" y="97"/>
                  <a:pt x="18" y="97"/>
                </a:cubicBezTo>
                <a:cubicBezTo>
                  <a:pt x="15" y="90"/>
                  <a:pt x="13" y="82"/>
                  <a:pt x="13" y="74"/>
                </a:cubicBezTo>
                <a:cubicBezTo>
                  <a:pt x="13" y="66"/>
                  <a:pt x="15" y="58"/>
                  <a:pt x="18" y="51"/>
                </a:cubicBezTo>
                <a:cubicBezTo>
                  <a:pt x="21" y="44"/>
                  <a:pt x="26" y="37"/>
                  <a:pt x="31" y="31"/>
                </a:cubicBezTo>
                <a:cubicBezTo>
                  <a:pt x="42" y="21"/>
                  <a:pt x="57" y="14"/>
                  <a:pt x="74" y="14"/>
                </a:cubicBezTo>
                <a:cubicBezTo>
                  <a:pt x="82" y="14"/>
                  <a:pt x="90" y="15"/>
                  <a:pt x="97" y="18"/>
                </a:cubicBezTo>
                <a:cubicBezTo>
                  <a:pt x="104" y="21"/>
                  <a:pt x="111" y="26"/>
                  <a:pt x="116" y="31"/>
                </a:cubicBezTo>
                <a:cubicBezTo>
                  <a:pt x="117" y="32"/>
                  <a:pt x="117" y="32"/>
                  <a:pt x="117" y="32"/>
                </a:cubicBezTo>
                <a:cubicBezTo>
                  <a:pt x="122" y="37"/>
                  <a:pt x="126" y="44"/>
                  <a:pt x="129" y="51"/>
                </a:cubicBezTo>
                <a:cubicBezTo>
                  <a:pt x="129" y="51"/>
                  <a:pt x="129" y="51"/>
                  <a:pt x="129" y="51"/>
                </a:cubicBezTo>
                <a:cubicBezTo>
                  <a:pt x="132" y="58"/>
                  <a:pt x="134" y="66"/>
                  <a:pt x="134" y="74"/>
                </a:cubicBezTo>
                <a:cubicBezTo>
                  <a:pt x="134" y="82"/>
                  <a:pt x="132" y="90"/>
                  <a:pt x="129" y="97"/>
                </a:cubicBezTo>
                <a:cubicBezTo>
                  <a:pt x="126" y="104"/>
                  <a:pt x="122" y="111"/>
                  <a:pt x="116" y="117"/>
                </a:cubicBezTo>
                <a:close/>
                <a:moveTo>
                  <a:pt x="117" y="70"/>
                </a:moveTo>
                <a:cubicBezTo>
                  <a:pt x="117" y="70"/>
                  <a:pt x="117" y="70"/>
                  <a:pt x="117" y="70"/>
                </a:cubicBezTo>
                <a:cubicBezTo>
                  <a:pt x="115" y="70"/>
                  <a:pt x="113" y="72"/>
                  <a:pt x="113" y="74"/>
                </a:cubicBezTo>
                <a:cubicBezTo>
                  <a:pt x="113" y="79"/>
                  <a:pt x="112" y="84"/>
                  <a:pt x="110" y="89"/>
                </a:cubicBezTo>
                <a:cubicBezTo>
                  <a:pt x="110" y="89"/>
                  <a:pt x="110" y="89"/>
                  <a:pt x="110" y="89"/>
                </a:cubicBezTo>
                <a:cubicBezTo>
                  <a:pt x="108" y="94"/>
                  <a:pt x="105" y="98"/>
                  <a:pt x="102" y="102"/>
                </a:cubicBezTo>
                <a:cubicBezTo>
                  <a:pt x="98" y="106"/>
                  <a:pt x="94" y="109"/>
                  <a:pt x="89" y="111"/>
                </a:cubicBezTo>
                <a:cubicBezTo>
                  <a:pt x="84" y="113"/>
                  <a:pt x="79" y="114"/>
                  <a:pt x="74" y="114"/>
                </a:cubicBezTo>
                <a:cubicBezTo>
                  <a:pt x="71" y="114"/>
                  <a:pt x="70" y="115"/>
                  <a:pt x="70" y="118"/>
                </a:cubicBezTo>
                <a:cubicBezTo>
                  <a:pt x="70" y="120"/>
                  <a:pt x="71" y="122"/>
                  <a:pt x="74" y="122"/>
                </a:cubicBezTo>
                <a:cubicBezTo>
                  <a:pt x="80" y="122"/>
                  <a:pt x="86" y="120"/>
                  <a:pt x="92" y="118"/>
                </a:cubicBezTo>
                <a:cubicBezTo>
                  <a:pt x="98" y="116"/>
                  <a:pt x="103" y="112"/>
                  <a:pt x="107" y="108"/>
                </a:cubicBezTo>
                <a:cubicBezTo>
                  <a:pt x="112" y="103"/>
                  <a:pt x="115" y="98"/>
                  <a:pt x="118" y="92"/>
                </a:cubicBezTo>
                <a:cubicBezTo>
                  <a:pt x="118" y="92"/>
                  <a:pt x="118" y="92"/>
                  <a:pt x="118" y="92"/>
                </a:cubicBezTo>
                <a:cubicBezTo>
                  <a:pt x="120" y="86"/>
                  <a:pt x="121" y="80"/>
                  <a:pt x="121" y="74"/>
                </a:cubicBezTo>
                <a:cubicBezTo>
                  <a:pt x="121" y="72"/>
                  <a:pt x="120" y="70"/>
                  <a:pt x="117" y="70"/>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48" name="矩形 47"/>
          <p:cNvSpPr/>
          <p:nvPr/>
        </p:nvSpPr>
        <p:spPr>
          <a:xfrm>
            <a:off x="6232366" y="242991"/>
            <a:ext cx="2300074" cy="323165"/>
          </a:xfrm>
          <a:prstGeom prst="rect">
            <a:avLst/>
          </a:prstGeom>
        </p:spPr>
        <p:txBody>
          <a:bodyPr wrap="square" lIns="0" tIns="0" rIns="0" bIns="0" anchor="ctr" anchorCtr="0">
            <a:spAutoFit/>
          </a:bodyPr>
          <a:lstStyle/>
          <a:p>
            <a:pPr algn="r">
              <a:lnSpc>
                <a:spcPct val="150000"/>
              </a:lnSpc>
            </a:pPr>
            <a:r>
              <a:rPr lang="zh-CN" altLang="en-US" sz="1400" b="1" dirty="0">
                <a:solidFill>
                  <a:srgbClr val="354454"/>
                </a:solidFill>
                <a:latin typeface="微软雅黑" pitchFamily="34" charset="-122"/>
                <a:ea typeface="微软雅黑" pitchFamily="34" charset="-122"/>
              </a:rPr>
              <a:t>研究意义</a:t>
            </a:r>
          </a:p>
        </p:txBody>
      </p:sp>
      <p:sp>
        <p:nvSpPr>
          <p:cNvPr id="57" name="矩形 56"/>
          <p:cNvSpPr/>
          <p:nvPr/>
        </p:nvSpPr>
        <p:spPr>
          <a:xfrm>
            <a:off x="5285264" y="1478384"/>
            <a:ext cx="1666875" cy="310871"/>
          </a:xfrm>
          <a:prstGeom prst="rect">
            <a:avLst/>
          </a:prstGeom>
          <a:solidFill>
            <a:srgbClr val="37B0E8"/>
          </a:solidFill>
          <a:ln w="6350" cap="flat">
            <a:solidFill>
              <a:schemeClr val="bg1"/>
            </a:solidFill>
            <a:prstDash val="solid"/>
            <a:miter lim="800000"/>
          </a:ln>
        </p:spPr>
        <p:txBody>
          <a:bodyPr vert="horz" wrap="square" lIns="91440" tIns="45720" rIns="91440" bIns="45720" numCol="1" anchor="ctr" anchorCtr="0" compatLnSpc="1"/>
          <a:lstStyle/>
          <a:p>
            <a:pPr algn="ctr"/>
            <a:r>
              <a:rPr lang="zh-CN" altLang="en-US" sz="1200" dirty="0">
                <a:ln w="6350">
                  <a:noFill/>
                </a:ln>
                <a:solidFill>
                  <a:schemeClr val="bg1"/>
                </a:solidFill>
                <a:latin typeface="Impact" pitchFamily="34" charset="0"/>
                <a:ea typeface="微软雅黑" pitchFamily="34" charset="-122"/>
              </a:rPr>
              <a:t>研究意义三</a:t>
            </a:r>
          </a:p>
        </p:txBody>
      </p:sp>
      <p:sp>
        <p:nvSpPr>
          <p:cNvPr id="58" name="Rectangle 62"/>
          <p:cNvSpPr>
            <a:spLocks noChangeArrowheads="1"/>
          </p:cNvSpPr>
          <p:nvPr/>
        </p:nvSpPr>
        <p:spPr bwMode="auto">
          <a:xfrm>
            <a:off x="1680258" y="2083285"/>
            <a:ext cx="1679575" cy="2107703"/>
          </a:xfrm>
          <a:prstGeom prst="rect">
            <a:avLst/>
          </a:prstGeom>
          <a:solidFill>
            <a:srgbClr val="37B0E8"/>
          </a:solidFill>
          <a:ln w="6350" cap="flat">
            <a:solidFill>
              <a:schemeClr val="bg1"/>
            </a:solidFill>
            <a:prstDash val="solid"/>
            <a:miter lim="800000"/>
          </a:ln>
        </p:spPr>
        <p:txBody>
          <a:bodyPr vert="horz" wrap="square" lIns="91440" tIns="45720" rIns="91440" bIns="45720" numCol="1" anchor="ctr" anchorCtr="0" compatLnSpc="1"/>
          <a:lstStyle/>
          <a:p>
            <a:pPr algn="ctr"/>
            <a:endParaRPr lang="zh-CN" altLang="en-US" sz="1200">
              <a:ln w="6350">
                <a:noFill/>
              </a:ln>
              <a:solidFill>
                <a:schemeClr val="bg1"/>
              </a:solidFill>
              <a:latin typeface="Impact" pitchFamily="34" charset="0"/>
              <a:ea typeface="微软雅黑" pitchFamily="34" charset="-122"/>
            </a:endParaRPr>
          </a:p>
        </p:txBody>
      </p:sp>
      <p:sp>
        <p:nvSpPr>
          <p:cNvPr id="59" name="Rectangle 64"/>
          <p:cNvSpPr>
            <a:spLocks noChangeArrowheads="1"/>
          </p:cNvSpPr>
          <p:nvPr/>
        </p:nvSpPr>
        <p:spPr bwMode="auto">
          <a:xfrm>
            <a:off x="3480301" y="2083285"/>
            <a:ext cx="1679575" cy="2107703"/>
          </a:xfrm>
          <a:prstGeom prst="rect">
            <a:avLst/>
          </a:prstGeom>
          <a:solidFill>
            <a:schemeClr val="bg1"/>
          </a:solidFill>
          <a:ln w="6350" cap="flat">
            <a:solidFill>
              <a:schemeClr val="bg1">
                <a:lumMod val="85000"/>
              </a:schemeClr>
            </a:solidFill>
            <a:prstDash val="solid"/>
            <a:miter lim="800000"/>
          </a:ln>
        </p:spPr>
        <p:txBody>
          <a:bodyPr vert="horz" wrap="square" lIns="91440" tIns="45720" rIns="91440" bIns="45720" numCol="1" anchor="ctr" anchorCtr="0" compatLnSpc="1"/>
          <a:lstStyle/>
          <a:p>
            <a:pPr algn="ctr"/>
            <a:endParaRPr lang="zh-CN" altLang="en-US" sz="1200">
              <a:ln w="6350">
                <a:noFill/>
              </a:ln>
              <a:solidFill>
                <a:schemeClr val="tx1">
                  <a:lumMod val="85000"/>
                  <a:lumOff val="15000"/>
                </a:schemeClr>
              </a:solidFill>
              <a:latin typeface="Impact" pitchFamily="34" charset="0"/>
              <a:ea typeface="微软雅黑" pitchFamily="34" charset="-122"/>
            </a:endParaRPr>
          </a:p>
        </p:txBody>
      </p:sp>
      <p:sp>
        <p:nvSpPr>
          <p:cNvPr id="60" name="Rectangle 66"/>
          <p:cNvSpPr>
            <a:spLocks noChangeArrowheads="1"/>
          </p:cNvSpPr>
          <p:nvPr/>
        </p:nvSpPr>
        <p:spPr bwMode="auto">
          <a:xfrm>
            <a:off x="5280501" y="2083285"/>
            <a:ext cx="1679575" cy="2107703"/>
          </a:xfrm>
          <a:prstGeom prst="rect">
            <a:avLst/>
          </a:prstGeom>
          <a:solidFill>
            <a:srgbClr val="37B0E8"/>
          </a:solidFill>
          <a:ln w="6350" cap="flat">
            <a:solidFill>
              <a:schemeClr val="bg1"/>
            </a:solidFill>
            <a:prstDash val="solid"/>
            <a:miter lim="800000"/>
          </a:ln>
        </p:spPr>
        <p:txBody>
          <a:bodyPr vert="horz" wrap="square" lIns="91440" tIns="45720" rIns="91440" bIns="45720" numCol="1" anchor="ctr" anchorCtr="0" compatLnSpc="1"/>
          <a:lstStyle/>
          <a:p>
            <a:pPr algn="ctr"/>
            <a:endParaRPr lang="zh-CN" altLang="en-US" sz="1200">
              <a:ln w="6350">
                <a:noFill/>
              </a:ln>
              <a:solidFill>
                <a:schemeClr val="bg1"/>
              </a:solidFill>
              <a:latin typeface="Impact" pitchFamily="34" charset="0"/>
              <a:ea typeface="微软雅黑" pitchFamily="34" charset="-122"/>
            </a:endParaRPr>
          </a:p>
        </p:txBody>
      </p:sp>
      <p:sp>
        <p:nvSpPr>
          <p:cNvPr id="61" name="Rectangle 68"/>
          <p:cNvSpPr>
            <a:spLocks noChangeArrowheads="1"/>
          </p:cNvSpPr>
          <p:nvPr/>
        </p:nvSpPr>
        <p:spPr bwMode="auto">
          <a:xfrm>
            <a:off x="7080701" y="2083285"/>
            <a:ext cx="1679575" cy="2107703"/>
          </a:xfrm>
          <a:prstGeom prst="rect">
            <a:avLst/>
          </a:prstGeom>
          <a:solidFill>
            <a:schemeClr val="bg1"/>
          </a:solidFill>
          <a:ln w="6350" cap="flat">
            <a:solidFill>
              <a:schemeClr val="bg1">
                <a:lumMod val="85000"/>
              </a:schemeClr>
            </a:solidFill>
            <a:prstDash val="solid"/>
            <a:miter lim="800000"/>
          </a:ln>
        </p:spPr>
        <p:txBody>
          <a:bodyPr vert="horz" wrap="square" lIns="91440" tIns="45720" rIns="91440" bIns="45720" numCol="1" anchor="ctr" anchorCtr="0" compatLnSpc="1"/>
          <a:lstStyle/>
          <a:p>
            <a:pPr algn="ctr"/>
            <a:endParaRPr lang="zh-CN" altLang="en-US" sz="1200">
              <a:ln w="6350">
                <a:noFill/>
              </a:ln>
              <a:solidFill>
                <a:schemeClr val="tx1">
                  <a:lumMod val="85000"/>
                  <a:lumOff val="15000"/>
                </a:schemeClr>
              </a:solidFill>
              <a:latin typeface="Impact" pitchFamily="34" charset="0"/>
              <a:ea typeface="微软雅黑" pitchFamily="34" charset="-122"/>
            </a:endParaRPr>
          </a:p>
        </p:txBody>
      </p:sp>
      <p:sp>
        <p:nvSpPr>
          <p:cNvPr id="62" name="Rectangle 74"/>
          <p:cNvSpPr>
            <a:spLocks noChangeArrowheads="1"/>
          </p:cNvSpPr>
          <p:nvPr/>
        </p:nvSpPr>
        <p:spPr bwMode="auto">
          <a:xfrm>
            <a:off x="1792970" y="2302361"/>
            <a:ext cx="1441450" cy="12157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a:buFont typeface="Arial" charset="0"/>
              <a:buNone/>
            </a:pPr>
            <a:r>
              <a:rPr lang="zh-CN" altLang="en-US" sz="1100" dirty="0">
                <a:solidFill>
                  <a:schemeClr val="bg1"/>
                </a:solidFill>
                <a:latin typeface="微软雅黑" pitchFamily="34" charset="-122"/>
                <a:ea typeface="微软雅黑" pitchFamily="34" charset="-122"/>
              </a:rPr>
              <a:t>添加关键词</a:t>
            </a:r>
            <a:endParaRPr lang="en-US" altLang="zh-CN" sz="1100" dirty="0">
              <a:solidFill>
                <a:schemeClr val="bg1"/>
              </a:solidFill>
              <a:latin typeface="微软雅黑" pitchFamily="34" charset="-122"/>
              <a:ea typeface="微软雅黑" pitchFamily="34" charset="-122"/>
            </a:endParaRPr>
          </a:p>
          <a:p>
            <a:pPr algn="just">
              <a:buFont typeface="Arial" charset="0"/>
              <a:buNone/>
            </a:pPr>
            <a:endParaRPr lang="en-US" altLang="zh-CN" sz="800" dirty="0">
              <a:solidFill>
                <a:schemeClr val="bg1"/>
              </a:solidFill>
              <a:latin typeface="微软雅黑" pitchFamily="34" charset="-122"/>
              <a:ea typeface="微软雅黑" pitchFamily="34" charset="-122"/>
            </a:endParaRPr>
          </a:p>
          <a:p>
            <a:pPr algn="just">
              <a:buFont typeface="Arial" charset="0"/>
              <a:buNone/>
            </a:pPr>
            <a:r>
              <a:rPr lang="zh-CN" altLang="en-US" sz="1000" dirty="0">
                <a:solidFill>
                  <a:schemeClr val="bg1"/>
                </a:solidFill>
                <a:latin typeface="微软雅黑" pitchFamily="34" charset="-122"/>
                <a:ea typeface="微软雅黑" pitchFamily="34" charset="-122"/>
              </a:rPr>
              <a:t>此处可输入相关说明文本内容，或者复制文本内容后粘贴，并选择只保留文字。文本内容建议简洁明了、提纲挈领，尽量保持整体风格统一。</a:t>
            </a:r>
          </a:p>
        </p:txBody>
      </p:sp>
      <p:sp>
        <p:nvSpPr>
          <p:cNvPr id="63" name="Freeform 78"/>
          <p:cNvSpPr>
            <a:spLocks noEditPoints="1"/>
          </p:cNvSpPr>
          <p:nvPr/>
        </p:nvSpPr>
        <p:spPr bwMode="auto">
          <a:xfrm flipH="1">
            <a:off x="5937726" y="3663454"/>
            <a:ext cx="393700" cy="314325"/>
          </a:xfrm>
          <a:custGeom>
            <a:avLst/>
            <a:gdLst>
              <a:gd name="T0" fmla="*/ 127 w 147"/>
              <a:gd name="T1" fmla="*/ 45 h 119"/>
              <a:gd name="T2" fmla="*/ 116 w 147"/>
              <a:gd name="T3" fmla="*/ 45 h 119"/>
              <a:gd name="T4" fmla="*/ 35 w 147"/>
              <a:gd name="T5" fmla="*/ 18 h 119"/>
              <a:gd name="T6" fmla="*/ 17 w 147"/>
              <a:gd name="T7" fmla="*/ 18 h 119"/>
              <a:gd name="T8" fmla="*/ 34 w 147"/>
              <a:gd name="T9" fmla="*/ 21 h 119"/>
              <a:gd name="T10" fmla="*/ 10 w 147"/>
              <a:gd name="T11" fmla="*/ 21 h 119"/>
              <a:gd name="T12" fmla="*/ 10 w 147"/>
              <a:gd name="T13" fmla="*/ 15 h 119"/>
              <a:gd name="T14" fmla="*/ 13 w 147"/>
              <a:gd name="T15" fmla="*/ 11 h 119"/>
              <a:gd name="T16" fmla="*/ 40 w 147"/>
              <a:gd name="T17" fmla="*/ 4 h 119"/>
              <a:gd name="T18" fmla="*/ 101 w 147"/>
              <a:gd name="T19" fmla="*/ 0 h 119"/>
              <a:gd name="T20" fmla="*/ 113 w 147"/>
              <a:gd name="T21" fmla="*/ 21 h 119"/>
              <a:gd name="T22" fmla="*/ 147 w 147"/>
              <a:gd name="T23" fmla="*/ 26 h 119"/>
              <a:gd name="T24" fmla="*/ 147 w 147"/>
              <a:gd name="T25" fmla="*/ 113 h 119"/>
              <a:gd name="T26" fmla="*/ 141 w 147"/>
              <a:gd name="T27" fmla="*/ 119 h 119"/>
              <a:gd name="T28" fmla="*/ 0 w 147"/>
              <a:gd name="T29" fmla="*/ 113 h 119"/>
              <a:gd name="T30" fmla="*/ 0 w 147"/>
              <a:gd name="T31" fmla="*/ 26 h 119"/>
              <a:gd name="T32" fmla="*/ 6 w 147"/>
              <a:gd name="T33" fmla="*/ 21 h 119"/>
              <a:gd name="T34" fmla="*/ 73 w 147"/>
              <a:gd name="T35" fmla="*/ 43 h 119"/>
              <a:gd name="T36" fmla="*/ 87 w 147"/>
              <a:gd name="T37" fmla="*/ 49 h 119"/>
              <a:gd name="T38" fmla="*/ 73 w 147"/>
              <a:gd name="T39" fmla="*/ 81 h 119"/>
              <a:gd name="T40" fmla="*/ 73 w 147"/>
              <a:gd name="T41" fmla="*/ 43 h 119"/>
              <a:gd name="T42" fmla="*/ 82 w 147"/>
              <a:gd name="T43" fmla="*/ 54 h 119"/>
              <a:gd name="T44" fmla="*/ 61 w 147"/>
              <a:gd name="T45" fmla="*/ 62 h 119"/>
              <a:gd name="T46" fmla="*/ 86 w 147"/>
              <a:gd name="T47" fmla="*/ 62 h 119"/>
              <a:gd name="T48" fmla="*/ 82 w 147"/>
              <a:gd name="T49" fmla="*/ 54 h 119"/>
              <a:gd name="T50" fmla="*/ 38 w 147"/>
              <a:gd name="T51" fmla="*/ 32 h 119"/>
              <a:gd name="T52" fmla="*/ 11 w 147"/>
              <a:gd name="T53" fmla="*/ 108 h 119"/>
              <a:gd name="T54" fmla="*/ 136 w 147"/>
              <a:gd name="T55" fmla="*/ 32 h 119"/>
              <a:gd name="T56" fmla="*/ 109 w 147"/>
              <a:gd name="T57" fmla="*/ 32 h 119"/>
              <a:gd name="T58" fmla="*/ 97 w 147"/>
              <a:gd name="T59" fmla="*/ 12 h 119"/>
              <a:gd name="T60" fmla="*/ 44 w 147"/>
              <a:gd name="T61" fmla="*/ 28 h 119"/>
              <a:gd name="T62" fmla="*/ 73 w 147"/>
              <a:gd name="T63" fmla="*/ 23 h 119"/>
              <a:gd name="T64" fmla="*/ 112 w 147"/>
              <a:gd name="T65" fmla="*/ 62 h 119"/>
              <a:gd name="T66" fmla="*/ 34 w 147"/>
              <a:gd name="T67" fmla="*/ 62 h 119"/>
              <a:gd name="T68" fmla="*/ 73 w 147"/>
              <a:gd name="T69" fmla="*/ 35 h 119"/>
              <a:gd name="T70" fmla="*/ 46 w 147"/>
              <a:gd name="T71" fmla="*/ 62 h 119"/>
              <a:gd name="T72" fmla="*/ 101 w 147"/>
              <a:gd name="T73" fmla="*/ 62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47" h="119">
                <a:moveTo>
                  <a:pt x="122" y="40"/>
                </a:moveTo>
                <a:cubicBezTo>
                  <a:pt x="125" y="40"/>
                  <a:pt x="127" y="42"/>
                  <a:pt x="127" y="45"/>
                </a:cubicBezTo>
                <a:cubicBezTo>
                  <a:pt x="127" y="48"/>
                  <a:pt x="125" y="50"/>
                  <a:pt x="122" y="50"/>
                </a:cubicBezTo>
                <a:cubicBezTo>
                  <a:pt x="119" y="50"/>
                  <a:pt x="116" y="48"/>
                  <a:pt x="116" y="45"/>
                </a:cubicBezTo>
                <a:cubicBezTo>
                  <a:pt x="116" y="42"/>
                  <a:pt x="119" y="40"/>
                  <a:pt x="122" y="40"/>
                </a:cubicBezTo>
                <a:close/>
                <a:moveTo>
                  <a:pt x="35" y="18"/>
                </a:moveTo>
                <a:cubicBezTo>
                  <a:pt x="35" y="18"/>
                  <a:pt x="35" y="18"/>
                  <a:pt x="35" y="18"/>
                </a:cubicBezTo>
                <a:cubicBezTo>
                  <a:pt x="17" y="18"/>
                  <a:pt x="17" y="18"/>
                  <a:pt x="17" y="18"/>
                </a:cubicBezTo>
                <a:cubicBezTo>
                  <a:pt x="17" y="21"/>
                  <a:pt x="17" y="21"/>
                  <a:pt x="17" y="21"/>
                </a:cubicBezTo>
                <a:cubicBezTo>
                  <a:pt x="34" y="21"/>
                  <a:pt x="34" y="21"/>
                  <a:pt x="34" y="21"/>
                </a:cubicBezTo>
                <a:cubicBezTo>
                  <a:pt x="35" y="18"/>
                  <a:pt x="35" y="18"/>
                  <a:pt x="35" y="18"/>
                </a:cubicBezTo>
                <a:close/>
                <a:moveTo>
                  <a:pt x="10" y="21"/>
                </a:moveTo>
                <a:cubicBezTo>
                  <a:pt x="10" y="21"/>
                  <a:pt x="10" y="21"/>
                  <a:pt x="10" y="21"/>
                </a:cubicBezTo>
                <a:cubicBezTo>
                  <a:pt x="10" y="15"/>
                  <a:pt x="10" y="15"/>
                  <a:pt x="10" y="15"/>
                </a:cubicBezTo>
                <a:cubicBezTo>
                  <a:pt x="10" y="15"/>
                  <a:pt x="10" y="15"/>
                  <a:pt x="10" y="15"/>
                </a:cubicBezTo>
                <a:cubicBezTo>
                  <a:pt x="10" y="13"/>
                  <a:pt x="12" y="11"/>
                  <a:pt x="13" y="11"/>
                </a:cubicBezTo>
                <a:cubicBezTo>
                  <a:pt x="38" y="11"/>
                  <a:pt x="38" y="11"/>
                  <a:pt x="38" y="11"/>
                </a:cubicBezTo>
                <a:cubicBezTo>
                  <a:pt x="40" y="4"/>
                  <a:pt x="40" y="4"/>
                  <a:pt x="40" y="4"/>
                </a:cubicBezTo>
                <a:cubicBezTo>
                  <a:pt x="41" y="2"/>
                  <a:pt x="44" y="0"/>
                  <a:pt x="46" y="0"/>
                </a:cubicBezTo>
                <a:cubicBezTo>
                  <a:pt x="101" y="0"/>
                  <a:pt x="101" y="0"/>
                  <a:pt x="101" y="0"/>
                </a:cubicBezTo>
                <a:cubicBezTo>
                  <a:pt x="104" y="0"/>
                  <a:pt x="106" y="2"/>
                  <a:pt x="107" y="4"/>
                </a:cubicBezTo>
                <a:cubicBezTo>
                  <a:pt x="113" y="21"/>
                  <a:pt x="113" y="21"/>
                  <a:pt x="113" y="21"/>
                </a:cubicBezTo>
                <a:cubicBezTo>
                  <a:pt x="141" y="21"/>
                  <a:pt x="141" y="21"/>
                  <a:pt x="141" y="21"/>
                </a:cubicBezTo>
                <a:cubicBezTo>
                  <a:pt x="144" y="21"/>
                  <a:pt x="147" y="23"/>
                  <a:pt x="147" y="26"/>
                </a:cubicBezTo>
                <a:cubicBezTo>
                  <a:pt x="147" y="27"/>
                  <a:pt x="147" y="27"/>
                  <a:pt x="147" y="27"/>
                </a:cubicBezTo>
                <a:cubicBezTo>
                  <a:pt x="147" y="113"/>
                  <a:pt x="147" y="113"/>
                  <a:pt x="147" y="113"/>
                </a:cubicBezTo>
                <a:cubicBezTo>
                  <a:pt x="147" y="117"/>
                  <a:pt x="144" y="119"/>
                  <a:pt x="141" y="119"/>
                </a:cubicBezTo>
                <a:cubicBezTo>
                  <a:pt x="141" y="119"/>
                  <a:pt x="141" y="119"/>
                  <a:pt x="141" y="119"/>
                </a:cubicBezTo>
                <a:cubicBezTo>
                  <a:pt x="6" y="119"/>
                  <a:pt x="6" y="119"/>
                  <a:pt x="6" y="119"/>
                </a:cubicBezTo>
                <a:cubicBezTo>
                  <a:pt x="3" y="119"/>
                  <a:pt x="0" y="117"/>
                  <a:pt x="0" y="113"/>
                </a:cubicBezTo>
                <a:cubicBezTo>
                  <a:pt x="0" y="113"/>
                  <a:pt x="0" y="113"/>
                  <a:pt x="0" y="113"/>
                </a:cubicBezTo>
                <a:cubicBezTo>
                  <a:pt x="0" y="26"/>
                  <a:pt x="0" y="26"/>
                  <a:pt x="0" y="26"/>
                </a:cubicBezTo>
                <a:cubicBezTo>
                  <a:pt x="0" y="23"/>
                  <a:pt x="3" y="21"/>
                  <a:pt x="6" y="21"/>
                </a:cubicBezTo>
                <a:cubicBezTo>
                  <a:pt x="6" y="21"/>
                  <a:pt x="6" y="21"/>
                  <a:pt x="6" y="21"/>
                </a:cubicBezTo>
                <a:cubicBezTo>
                  <a:pt x="10" y="21"/>
                  <a:pt x="10" y="21"/>
                  <a:pt x="10" y="21"/>
                </a:cubicBezTo>
                <a:close/>
                <a:moveTo>
                  <a:pt x="73" y="43"/>
                </a:moveTo>
                <a:cubicBezTo>
                  <a:pt x="73" y="43"/>
                  <a:pt x="73" y="43"/>
                  <a:pt x="73" y="43"/>
                </a:cubicBezTo>
                <a:cubicBezTo>
                  <a:pt x="79" y="43"/>
                  <a:pt x="83" y="45"/>
                  <a:pt x="87" y="49"/>
                </a:cubicBezTo>
                <a:cubicBezTo>
                  <a:pt x="90" y="52"/>
                  <a:pt x="92" y="57"/>
                  <a:pt x="92" y="62"/>
                </a:cubicBezTo>
                <a:cubicBezTo>
                  <a:pt x="92" y="73"/>
                  <a:pt x="84" y="81"/>
                  <a:pt x="73" y="81"/>
                </a:cubicBezTo>
                <a:cubicBezTo>
                  <a:pt x="63" y="81"/>
                  <a:pt x="54" y="73"/>
                  <a:pt x="54" y="62"/>
                </a:cubicBezTo>
                <a:cubicBezTo>
                  <a:pt x="54" y="52"/>
                  <a:pt x="63" y="43"/>
                  <a:pt x="73" y="43"/>
                </a:cubicBezTo>
                <a:close/>
                <a:moveTo>
                  <a:pt x="82" y="54"/>
                </a:moveTo>
                <a:cubicBezTo>
                  <a:pt x="82" y="54"/>
                  <a:pt x="82" y="54"/>
                  <a:pt x="82" y="54"/>
                </a:cubicBezTo>
                <a:cubicBezTo>
                  <a:pt x="80" y="51"/>
                  <a:pt x="77" y="50"/>
                  <a:pt x="73" y="50"/>
                </a:cubicBezTo>
                <a:cubicBezTo>
                  <a:pt x="67" y="50"/>
                  <a:pt x="61" y="56"/>
                  <a:pt x="61" y="62"/>
                </a:cubicBezTo>
                <a:cubicBezTo>
                  <a:pt x="61" y="69"/>
                  <a:pt x="67" y="74"/>
                  <a:pt x="73" y="74"/>
                </a:cubicBezTo>
                <a:cubicBezTo>
                  <a:pt x="80" y="74"/>
                  <a:pt x="86" y="69"/>
                  <a:pt x="86" y="62"/>
                </a:cubicBezTo>
                <a:cubicBezTo>
                  <a:pt x="86" y="59"/>
                  <a:pt x="84" y="56"/>
                  <a:pt x="82" y="54"/>
                </a:cubicBezTo>
                <a:cubicBezTo>
                  <a:pt x="82" y="54"/>
                  <a:pt x="82" y="54"/>
                  <a:pt x="82" y="54"/>
                </a:cubicBezTo>
                <a:close/>
                <a:moveTo>
                  <a:pt x="38" y="32"/>
                </a:moveTo>
                <a:cubicBezTo>
                  <a:pt x="38" y="32"/>
                  <a:pt x="38" y="32"/>
                  <a:pt x="38" y="32"/>
                </a:cubicBezTo>
                <a:cubicBezTo>
                  <a:pt x="11" y="32"/>
                  <a:pt x="11" y="32"/>
                  <a:pt x="11" y="32"/>
                </a:cubicBezTo>
                <a:cubicBezTo>
                  <a:pt x="11" y="108"/>
                  <a:pt x="11" y="108"/>
                  <a:pt x="11" y="108"/>
                </a:cubicBezTo>
                <a:cubicBezTo>
                  <a:pt x="136" y="108"/>
                  <a:pt x="136" y="108"/>
                  <a:pt x="136" y="108"/>
                </a:cubicBezTo>
                <a:cubicBezTo>
                  <a:pt x="136" y="32"/>
                  <a:pt x="136" y="32"/>
                  <a:pt x="136" y="32"/>
                </a:cubicBezTo>
                <a:cubicBezTo>
                  <a:pt x="109" y="32"/>
                  <a:pt x="109" y="32"/>
                  <a:pt x="109" y="32"/>
                </a:cubicBezTo>
                <a:cubicBezTo>
                  <a:pt x="109" y="32"/>
                  <a:pt x="109" y="32"/>
                  <a:pt x="109" y="32"/>
                </a:cubicBezTo>
                <a:cubicBezTo>
                  <a:pt x="106" y="32"/>
                  <a:pt x="104" y="31"/>
                  <a:pt x="103" y="28"/>
                </a:cubicBezTo>
                <a:cubicBezTo>
                  <a:pt x="97" y="12"/>
                  <a:pt x="97" y="12"/>
                  <a:pt x="97" y="12"/>
                </a:cubicBezTo>
                <a:cubicBezTo>
                  <a:pt x="50" y="12"/>
                  <a:pt x="50" y="12"/>
                  <a:pt x="50" y="12"/>
                </a:cubicBezTo>
                <a:cubicBezTo>
                  <a:pt x="44" y="28"/>
                  <a:pt x="44" y="28"/>
                  <a:pt x="44" y="28"/>
                </a:cubicBezTo>
                <a:cubicBezTo>
                  <a:pt x="43" y="30"/>
                  <a:pt x="41" y="32"/>
                  <a:pt x="38" y="32"/>
                </a:cubicBezTo>
                <a:close/>
                <a:moveTo>
                  <a:pt x="73" y="23"/>
                </a:moveTo>
                <a:cubicBezTo>
                  <a:pt x="73" y="23"/>
                  <a:pt x="73" y="23"/>
                  <a:pt x="73" y="23"/>
                </a:cubicBezTo>
                <a:cubicBezTo>
                  <a:pt x="95" y="23"/>
                  <a:pt x="112" y="41"/>
                  <a:pt x="112" y="62"/>
                </a:cubicBezTo>
                <a:cubicBezTo>
                  <a:pt x="112" y="84"/>
                  <a:pt x="95" y="101"/>
                  <a:pt x="73" y="101"/>
                </a:cubicBezTo>
                <a:cubicBezTo>
                  <a:pt x="52" y="101"/>
                  <a:pt x="34" y="84"/>
                  <a:pt x="34" y="62"/>
                </a:cubicBezTo>
                <a:cubicBezTo>
                  <a:pt x="34" y="41"/>
                  <a:pt x="52" y="23"/>
                  <a:pt x="73" y="23"/>
                </a:cubicBezTo>
                <a:close/>
                <a:moveTo>
                  <a:pt x="73" y="35"/>
                </a:moveTo>
                <a:cubicBezTo>
                  <a:pt x="73" y="35"/>
                  <a:pt x="73" y="35"/>
                  <a:pt x="73" y="35"/>
                </a:cubicBezTo>
                <a:cubicBezTo>
                  <a:pt x="58" y="35"/>
                  <a:pt x="46" y="47"/>
                  <a:pt x="46" y="62"/>
                </a:cubicBezTo>
                <a:cubicBezTo>
                  <a:pt x="46" y="77"/>
                  <a:pt x="58" y="90"/>
                  <a:pt x="73" y="90"/>
                </a:cubicBezTo>
                <a:cubicBezTo>
                  <a:pt x="89" y="90"/>
                  <a:pt x="101" y="77"/>
                  <a:pt x="101" y="62"/>
                </a:cubicBezTo>
                <a:cubicBezTo>
                  <a:pt x="101" y="47"/>
                  <a:pt x="89" y="35"/>
                  <a:pt x="73" y="35"/>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 name="Freeform 79"/>
          <p:cNvSpPr>
            <a:spLocks noEditPoints="1"/>
          </p:cNvSpPr>
          <p:nvPr/>
        </p:nvSpPr>
        <p:spPr bwMode="auto">
          <a:xfrm flipH="1">
            <a:off x="4154988" y="3658691"/>
            <a:ext cx="390525" cy="323850"/>
          </a:xfrm>
          <a:custGeom>
            <a:avLst/>
            <a:gdLst>
              <a:gd name="T0" fmla="*/ 146 w 146"/>
              <a:gd name="T1" fmla="*/ 94 h 122"/>
              <a:gd name="T2" fmla="*/ 118 w 146"/>
              <a:gd name="T3" fmla="*/ 122 h 122"/>
              <a:gd name="T4" fmla="*/ 28 w 146"/>
              <a:gd name="T5" fmla="*/ 122 h 122"/>
              <a:gd name="T6" fmla="*/ 0 w 146"/>
              <a:gd name="T7" fmla="*/ 94 h 122"/>
              <a:gd name="T8" fmla="*/ 0 w 146"/>
              <a:gd name="T9" fmla="*/ 28 h 122"/>
              <a:gd name="T10" fmla="*/ 28 w 146"/>
              <a:gd name="T11" fmla="*/ 0 h 122"/>
              <a:gd name="T12" fmla="*/ 118 w 146"/>
              <a:gd name="T13" fmla="*/ 0 h 122"/>
              <a:gd name="T14" fmla="*/ 146 w 146"/>
              <a:gd name="T15" fmla="*/ 28 h 122"/>
              <a:gd name="T16" fmla="*/ 146 w 146"/>
              <a:gd name="T17" fmla="*/ 94 h 122"/>
              <a:gd name="T18" fmla="*/ 49 w 146"/>
              <a:gd name="T19" fmla="*/ 27 h 122"/>
              <a:gd name="T20" fmla="*/ 49 w 146"/>
              <a:gd name="T21" fmla="*/ 27 h 122"/>
              <a:gd name="T22" fmla="*/ 101 w 146"/>
              <a:gd name="T23" fmla="*/ 58 h 122"/>
              <a:gd name="T24" fmla="*/ 102 w 146"/>
              <a:gd name="T25" fmla="*/ 62 h 122"/>
              <a:gd name="T26" fmla="*/ 101 w 146"/>
              <a:gd name="T27" fmla="*/ 64 h 122"/>
              <a:gd name="T28" fmla="*/ 48 w 146"/>
              <a:gd name="T29" fmla="*/ 94 h 122"/>
              <a:gd name="T30" fmla="*/ 44 w 146"/>
              <a:gd name="T31" fmla="*/ 93 h 122"/>
              <a:gd name="T32" fmla="*/ 43 w 146"/>
              <a:gd name="T33" fmla="*/ 91 h 122"/>
              <a:gd name="T34" fmla="*/ 43 w 146"/>
              <a:gd name="T35" fmla="*/ 91 h 122"/>
              <a:gd name="T36" fmla="*/ 43 w 146"/>
              <a:gd name="T37" fmla="*/ 30 h 122"/>
              <a:gd name="T38" fmla="*/ 47 w 146"/>
              <a:gd name="T39" fmla="*/ 27 h 122"/>
              <a:gd name="T40" fmla="*/ 49 w 146"/>
              <a:gd name="T41" fmla="*/ 27 h 122"/>
              <a:gd name="T42" fmla="*/ 50 w 146"/>
              <a:gd name="T43" fmla="*/ 36 h 122"/>
              <a:gd name="T44" fmla="*/ 50 w 146"/>
              <a:gd name="T45" fmla="*/ 36 h 122"/>
              <a:gd name="T46" fmla="*/ 50 w 146"/>
              <a:gd name="T47" fmla="*/ 85 h 122"/>
              <a:gd name="T48" fmla="*/ 93 w 146"/>
              <a:gd name="T49" fmla="*/ 61 h 122"/>
              <a:gd name="T50" fmla="*/ 50 w 146"/>
              <a:gd name="T51" fmla="*/ 36 h 122"/>
              <a:gd name="T52" fmla="*/ 11 w 146"/>
              <a:gd name="T53" fmla="*/ 94 h 122"/>
              <a:gd name="T54" fmla="*/ 11 w 146"/>
              <a:gd name="T55" fmla="*/ 94 h 122"/>
              <a:gd name="T56" fmla="*/ 28 w 146"/>
              <a:gd name="T57" fmla="*/ 110 h 122"/>
              <a:gd name="T58" fmla="*/ 118 w 146"/>
              <a:gd name="T59" fmla="*/ 110 h 122"/>
              <a:gd name="T60" fmla="*/ 135 w 146"/>
              <a:gd name="T61" fmla="*/ 94 h 122"/>
              <a:gd name="T62" fmla="*/ 135 w 146"/>
              <a:gd name="T63" fmla="*/ 28 h 122"/>
              <a:gd name="T64" fmla="*/ 118 w 146"/>
              <a:gd name="T65" fmla="*/ 11 h 122"/>
              <a:gd name="T66" fmla="*/ 28 w 146"/>
              <a:gd name="T67" fmla="*/ 11 h 122"/>
              <a:gd name="T68" fmla="*/ 11 w 146"/>
              <a:gd name="T69" fmla="*/ 28 h 122"/>
              <a:gd name="T70" fmla="*/ 11 w 146"/>
              <a:gd name="T71" fmla="*/ 94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46" h="122">
                <a:moveTo>
                  <a:pt x="146" y="94"/>
                </a:moveTo>
                <a:cubicBezTo>
                  <a:pt x="146" y="109"/>
                  <a:pt x="133" y="122"/>
                  <a:pt x="118" y="122"/>
                </a:cubicBezTo>
                <a:cubicBezTo>
                  <a:pt x="28" y="122"/>
                  <a:pt x="28" y="122"/>
                  <a:pt x="28" y="122"/>
                </a:cubicBezTo>
                <a:cubicBezTo>
                  <a:pt x="13" y="122"/>
                  <a:pt x="0" y="109"/>
                  <a:pt x="0" y="94"/>
                </a:cubicBezTo>
                <a:cubicBezTo>
                  <a:pt x="0" y="28"/>
                  <a:pt x="0" y="28"/>
                  <a:pt x="0" y="28"/>
                </a:cubicBezTo>
                <a:cubicBezTo>
                  <a:pt x="0" y="12"/>
                  <a:pt x="13" y="0"/>
                  <a:pt x="28" y="0"/>
                </a:cubicBezTo>
                <a:cubicBezTo>
                  <a:pt x="118" y="0"/>
                  <a:pt x="118" y="0"/>
                  <a:pt x="118" y="0"/>
                </a:cubicBezTo>
                <a:cubicBezTo>
                  <a:pt x="133" y="0"/>
                  <a:pt x="146" y="12"/>
                  <a:pt x="146" y="28"/>
                </a:cubicBezTo>
                <a:cubicBezTo>
                  <a:pt x="146" y="94"/>
                  <a:pt x="146" y="94"/>
                  <a:pt x="146" y="94"/>
                </a:cubicBezTo>
                <a:close/>
                <a:moveTo>
                  <a:pt x="49" y="27"/>
                </a:moveTo>
                <a:cubicBezTo>
                  <a:pt x="49" y="27"/>
                  <a:pt x="49" y="27"/>
                  <a:pt x="49" y="27"/>
                </a:cubicBezTo>
                <a:cubicBezTo>
                  <a:pt x="66" y="38"/>
                  <a:pt x="84" y="48"/>
                  <a:pt x="101" y="58"/>
                </a:cubicBezTo>
                <a:cubicBezTo>
                  <a:pt x="103" y="59"/>
                  <a:pt x="103" y="61"/>
                  <a:pt x="102" y="62"/>
                </a:cubicBezTo>
                <a:cubicBezTo>
                  <a:pt x="102" y="63"/>
                  <a:pt x="102" y="63"/>
                  <a:pt x="101" y="64"/>
                </a:cubicBezTo>
                <a:cubicBezTo>
                  <a:pt x="84" y="74"/>
                  <a:pt x="66" y="84"/>
                  <a:pt x="48" y="94"/>
                </a:cubicBezTo>
                <a:cubicBezTo>
                  <a:pt x="47" y="95"/>
                  <a:pt x="45" y="94"/>
                  <a:pt x="44" y="93"/>
                </a:cubicBezTo>
                <a:cubicBezTo>
                  <a:pt x="44" y="92"/>
                  <a:pt x="43" y="92"/>
                  <a:pt x="43" y="91"/>
                </a:cubicBezTo>
                <a:cubicBezTo>
                  <a:pt x="43" y="91"/>
                  <a:pt x="43" y="91"/>
                  <a:pt x="43" y="91"/>
                </a:cubicBezTo>
                <a:cubicBezTo>
                  <a:pt x="43" y="71"/>
                  <a:pt x="43" y="51"/>
                  <a:pt x="43" y="30"/>
                </a:cubicBezTo>
                <a:cubicBezTo>
                  <a:pt x="43" y="28"/>
                  <a:pt x="45" y="27"/>
                  <a:pt x="47" y="27"/>
                </a:cubicBezTo>
                <a:cubicBezTo>
                  <a:pt x="47" y="27"/>
                  <a:pt x="48" y="27"/>
                  <a:pt x="49" y="27"/>
                </a:cubicBezTo>
                <a:close/>
                <a:moveTo>
                  <a:pt x="50" y="36"/>
                </a:moveTo>
                <a:cubicBezTo>
                  <a:pt x="50" y="36"/>
                  <a:pt x="50" y="36"/>
                  <a:pt x="50" y="36"/>
                </a:cubicBezTo>
                <a:cubicBezTo>
                  <a:pt x="50" y="53"/>
                  <a:pt x="50" y="69"/>
                  <a:pt x="50" y="85"/>
                </a:cubicBezTo>
                <a:cubicBezTo>
                  <a:pt x="64" y="77"/>
                  <a:pt x="78" y="69"/>
                  <a:pt x="93" y="61"/>
                </a:cubicBezTo>
                <a:cubicBezTo>
                  <a:pt x="78" y="53"/>
                  <a:pt x="64" y="44"/>
                  <a:pt x="50" y="36"/>
                </a:cubicBezTo>
                <a:close/>
                <a:moveTo>
                  <a:pt x="11" y="94"/>
                </a:moveTo>
                <a:cubicBezTo>
                  <a:pt x="11" y="94"/>
                  <a:pt x="11" y="94"/>
                  <a:pt x="11" y="94"/>
                </a:cubicBezTo>
                <a:cubicBezTo>
                  <a:pt x="11" y="103"/>
                  <a:pt x="19" y="110"/>
                  <a:pt x="28" y="110"/>
                </a:cubicBezTo>
                <a:cubicBezTo>
                  <a:pt x="118" y="110"/>
                  <a:pt x="118" y="110"/>
                  <a:pt x="118" y="110"/>
                </a:cubicBezTo>
                <a:cubicBezTo>
                  <a:pt x="127" y="110"/>
                  <a:pt x="135" y="103"/>
                  <a:pt x="135" y="94"/>
                </a:cubicBezTo>
                <a:cubicBezTo>
                  <a:pt x="135" y="28"/>
                  <a:pt x="135" y="28"/>
                  <a:pt x="135" y="28"/>
                </a:cubicBezTo>
                <a:cubicBezTo>
                  <a:pt x="135" y="18"/>
                  <a:pt x="127" y="11"/>
                  <a:pt x="118" y="11"/>
                </a:cubicBezTo>
                <a:cubicBezTo>
                  <a:pt x="28" y="11"/>
                  <a:pt x="28" y="11"/>
                  <a:pt x="28" y="11"/>
                </a:cubicBezTo>
                <a:cubicBezTo>
                  <a:pt x="19" y="11"/>
                  <a:pt x="11" y="18"/>
                  <a:pt x="11" y="28"/>
                </a:cubicBezTo>
                <a:cubicBezTo>
                  <a:pt x="11" y="94"/>
                  <a:pt x="11" y="94"/>
                  <a:pt x="11" y="94"/>
                </a:cubicBezTo>
                <a:close/>
              </a:path>
            </a:pathLst>
          </a:custGeom>
          <a:solidFill>
            <a:schemeClr val="tx1">
              <a:lumMod val="65000"/>
              <a:lumOff val="35000"/>
            </a:schemeClr>
          </a:solidFill>
          <a:ln>
            <a:noFill/>
          </a:ln>
        </p:spPr>
        <p:txBody>
          <a:bodyPr/>
          <a:lstStyle/>
          <a:p>
            <a:endParaRPr lang="zh-CN" altLang="en-US"/>
          </a:p>
        </p:txBody>
      </p:sp>
      <p:sp>
        <p:nvSpPr>
          <p:cNvPr id="65" name="Freeform 80"/>
          <p:cNvSpPr>
            <a:spLocks noEditPoints="1"/>
          </p:cNvSpPr>
          <p:nvPr/>
        </p:nvSpPr>
        <p:spPr bwMode="auto">
          <a:xfrm flipH="1">
            <a:off x="2302558" y="3660279"/>
            <a:ext cx="390525" cy="320675"/>
          </a:xfrm>
          <a:custGeom>
            <a:avLst/>
            <a:gdLst>
              <a:gd name="T0" fmla="*/ 6 w 147"/>
              <a:gd name="T1" fmla="*/ 0 h 122"/>
              <a:gd name="T2" fmla="*/ 6 w 147"/>
              <a:gd name="T3" fmla="*/ 0 h 122"/>
              <a:gd name="T4" fmla="*/ 141 w 147"/>
              <a:gd name="T5" fmla="*/ 0 h 122"/>
              <a:gd name="T6" fmla="*/ 147 w 147"/>
              <a:gd name="T7" fmla="*/ 5 h 122"/>
              <a:gd name="T8" fmla="*/ 147 w 147"/>
              <a:gd name="T9" fmla="*/ 5 h 122"/>
              <a:gd name="T10" fmla="*/ 147 w 147"/>
              <a:gd name="T11" fmla="*/ 103 h 122"/>
              <a:gd name="T12" fmla="*/ 141 w 147"/>
              <a:gd name="T13" fmla="*/ 108 h 122"/>
              <a:gd name="T14" fmla="*/ 141 w 147"/>
              <a:gd name="T15" fmla="*/ 108 h 122"/>
              <a:gd name="T16" fmla="*/ 79 w 147"/>
              <a:gd name="T17" fmla="*/ 108 h 122"/>
              <a:gd name="T18" fmla="*/ 79 w 147"/>
              <a:gd name="T19" fmla="*/ 115 h 122"/>
              <a:gd name="T20" fmla="*/ 79 w 147"/>
              <a:gd name="T21" fmla="*/ 115 h 122"/>
              <a:gd name="T22" fmla="*/ 110 w 147"/>
              <a:gd name="T23" fmla="*/ 115 h 122"/>
              <a:gd name="T24" fmla="*/ 114 w 147"/>
              <a:gd name="T25" fmla="*/ 119 h 122"/>
              <a:gd name="T26" fmla="*/ 110 w 147"/>
              <a:gd name="T27" fmla="*/ 122 h 122"/>
              <a:gd name="T28" fmla="*/ 36 w 147"/>
              <a:gd name="T29" fmla="*/ 122 h 122"/>
              <a:gd name="T30" fmla="*/ 33 w 147"/>
              <a:gd name="T31" fmla="*/ 119 h 122"/>
              <a:gd name="T32" fmla="*/ 36 w 147"/>
              <a:gd name="T33" fmla="*/ 115 h 122"/>
              <a:gd name="T34" fmla="*/ 68 w 147"/>
              <a:gd name="T35" fmla="*/ 115 h 122"/>
              <a:gd name="T36" fmla="*/ 68 w 147"/>
              <a:gd name="T37" fmla="*/ 115 h 122"/>
              <a:gd name="T38" fmla="*/ 68 w 147"/>
              <a:gd name="T39" fmla="*/ 108 h 122"/>
              <a:gd name="T40" fmla="*/ 6 w 147"/>
              <a:gd name="T41" fmla="*/ 108 h 122"/>
              <a:gd name="T42" fmla="*/ 0 w 147"/>
              <a:gd name="T43" fmla="*/ 103 h 122"/>
              <a:gd name="T44" fmla="*/ 0 w 147"/>
              <a:gd name="T45" fmla="*/ 103 h 122"/>
              <a:gd name="T46" fmla="*/ 0 w 147"/>
              <a:gd name="T47" fmla="*/ 5 h 122"/>
              <a:gd name="T48" fmla="*/ 6 w 147"/>
              <a:gd name="T49" fmla="*/ 0 h 122"/>
              <a:gd name="T50" fmla="*/ 125 w 147"/>
              <a:gd name="T51" fmla="*/ 81 h 122"/>
              <a:gd name="T52" fmla="*/ 125 w 147"/>
              <a:gd name="T53" fmla="*/ 81 h 122"/>
              <a:gd name="T54" fmla="*/ 131 w 147"/>
              <a:gd name="T55" fmla="*/ 87 h 122"/>
              <a:gd name="T56" fmla="*/ 125 w 147"/>
              <a:gd name="T57" fmla="*/ 93 h 122"/>
              <a:gd name="T58" fmla="*/ 120 w 147"/>
              <a:gd name="T59" fmla="*/ 87 h 122"/>
              <a:gd name="T60" fmla="*/ 125 w 147"/>
              <a:gd name="T61" fmla="*/ 81 h 122"/>
              <a:gd name="T62" fmla="*/ 135 w 147"/>
              <a:gd name="T63" fmla="*/ 11 h 122"/>
              <a:gd name="T64" fmla="*/ 135 w 147"/>
              <a:gd name="T65" fmla="*/ 11 h 122"/>
              <a:gd name="T66" fmla="*/ 11 w 147"/>
              <a:gd name="T67" fmla="*/ 11 h 122"/>
              <a:gd name="T68" fmla="*/ 11 w 147"/>
              <a:gd name="T69" fmla="*/ 97 h 122"/>
              <a:gd name="T70" fmla="*/ 135 w 147"/>
              <a:gd name="T71" fmla="*/ 97 h 122"/>
              <a:gd name="T72" fmla="*/ 135 w 147"/>
              <a:gd name="T73" fmla="*/ 11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47" h="122">
                <a:moveTo>
                  <a:pt x="6" y="0"/>
                </a:moveTo>
                <a:cubicBezTo>
                  <a:pt x="6" y="0"/>
                  <a:pt x="6" y="0"/>
                  <a:pt x="6" y="0"/>
                </a:cubicBezTo>
                <a:cubicBezTo>
                  <a:pt x="141" y="0"/>
                  <a:pt x="141" y="0"/>
                  <a:pt x="141" y="0"/>
                </a:cubicBezTo>
                <a:cubicBezTo>
                  <a:pt x="144" y="0"/>
                  <a:pt x="147" y="2"/>
                  <a:pt x="147" y="5"/>
                </a:cubicBezTo>
                <a:cubicBezTo>
                  <a:pt x="147" y="5"/>
                  <a:pt x="147" y="5"/>
                  <a:pt x="147" y="5"/>
                </a:cubicBezTo>
                <a:cubicBezTo>
                  <a:pt x="147" y="103"/>
                  <a:pt x="147" y="103"/>
                  <a:pt x="147" y="103"/>
                </a:cubicBezTo>
                <a:cubicBezTo>
                  <a:pt x="147" y="106"/>
                  <a:pt x="144" y="108"/>
                  <a:pt x="141" y="108"/>
                </a:cubicBezTo>
                <a:cubicBezTo>
                  <a:pt x="141" y="108"/>
                  <a:pt x="141" y="108"/>
                  <a:pt x="141" y="108"/>
                </a:cubicBezTo>
                <a:cubicBezTo>
                  <a:pt x="79" y="108"/>
                  <a:pt x="79" y="108"/>
                  <a:pt x="79" y="108"/>
                </a:cubicBezTo>
                <a:cubicBezTo>
                  <a:pt x="79" y="115"/>
                  <a:pt x="79" y="115"/>
                  <a:pt x="79" y="115"/>
                </a:cubicBezTo>
                <a:cubicBezTo>
                  <a:pt x="79" y="115"/>
                  <a:pt x="79" y="115"/>
                  <a:pt x="79" y="115"/>
                </a:cubicBezTo>
                <a:cubicBezTo>
                  <a:pt x="110" y="115"/>
                  <a:pt x="110" y="115"/>
                  <a:pt x="110" y="115"/>
                </a:cubicBezTo>
                <a:cubicBezTo>
                  <a:pt x="112" y="115"/>
                  <a:pt x="114" y="117"/>
                  <a:pt x="114" y="119"/>
                </a:cubicBezTo>
                <a:cubicBezTo>
                  <a:pt x="114" y="120"/>
                  <a:pt x="112" y="122"/>
                  <a:pt x="110" y="122"/>
                </a:cubicBezTo>
                <a:cubicBezTo>
                  <a:pt x="36" y="122"/>
                  <a:pt x="36" y="122"/>
                  <a:pt x="36" y="122"/>
                </a:cubicBezTo>
                <a:cubicBezTo>
                  <a:pt x="35" y="122"/>
                  <a:pt x="33" y="120"/>
                  <a:pt x="33" y="119"/>
                </a:cubicBezTo>
                <a:cubicBezTo>
                  <a:pt x="33" y="117"/>
                  <a:pt x="35" y="115"/>
                  <a:pt x="36" y="115"/>
                </a:cubicBezTo>
                <a:cubicBezTo>
                  <a:pt x="68" y="115"/>
                  <a:pt x="68" y="115"/>
                  <a:pt x="68" y="115"/>
                </a:cubicBezTo>
                <a:cubicBezTo>
                  <a:pt x="68" y="115"/>
                  <a:pt x="68" y="115"/>
                  <a:pt x="68" y="115"/>
                </a:cubicBezTo>
                <a:cubicBezTo>
                  <a:pt x="68" y="108"/>
                  <a:pt x="68" y="108"/>
                  <a:pt x="68" y="108"/>
                </a:cubicBezTo>
                <a:cubicBezTo>
                  <a:pt x="6" y="108"/>
                  <a:pt x="6" y="108"/>
                  <a:pt x="6" y="108"/>
                </a:cubicBezTo>
                <a:cubicBezTo>
                  <a:pt x="2" y="108"/>
                  <a:pt x="0" y="106"/>
                  <a:pt x="0" y="103"/>
                </a:cubicBezTo>
                <a:cubicBezTo>
                  <a:pt x="0" y="103"/>
                  <a:pt x="0" y="103"/>
                  <a:pt x="0" y="103"/>
                </a:cubicBezTo>
                <a:cubicBezTo>
                  <a:pt x="0" y="5"/>
                  <a:pt x="0" y="5"/>
                  <a:pt x="0" y="5"/>
                </a:cubicBezTo>
                <a:cubicBezTo>
                  <a:pt x="0" y="2"/>
                  <a:pt x="2" y="0"/>
                  <a:pt x="6" y="0"/>
                </a:cubicBezTo>
                <a:close/>
                <a:moveTo>
                  <a:pt x="125" y="81"/>
                </a:moveTo>
                <a:cubicBezTo>
                  <a:pt x="125" y="81"/>
                  <a:pt x="125" y="81"/>
                  <a:pt x="125" y="81"/>
                </a:cubicBezTo>
                <a:cubicBezTo>
                  <a:pt x="129" y="81"/>
                  <a:pt x="131" y="84"/>
                  <a:pt x="131" y="87"/>
                </a:cubicBezTo>
                <a:cubicBezTo>
                  <a:pt x="131" y="90"/>
                  <a:pt x="129" y="93"/>
                  <a:pt x="125" y="93"/>
                </a:cubicBezTo>
                <a:cubicBezTo>
                  <a:pt x="122" y="93"/>
                  <a:pt x="120" y="90"/>
                  <a:pt x="120" y="87"/>
                </a:cubicBezTo>
                <a:cubicBezTo>
                  <a:pt x="120" y="84"/>
                  <a:pt x="122" y="81"/>
                  <a:pt x="125" y="81"/>
                </a:cubicBezTo>
                <a:close/>
                <a:moveTo>
                  <a:pt x="135" y="11"/>
                </a:moveTo>
                <a:cubicBezTo>
                  <a:pt x="135" y="11"/>
                  <a:pt x="135" y="11"/>
                  <a:pt x="135" y="11"/>
                </a:cubicBezTo>
                <a:cubicBezTo>
                  <a:pt x="11" y="11"/>
                  <a:pt x="11" y="11"/>
                  <a:pt x="11" y="11"/>
                </a:cubicBezTo>
                <a:cubicBezTo>
                  <a:pt x="11" y="40"/>
                  <a:pt x="11" y="68"/>
                  <a:pt x="11" y="97"/>
                </a:cubicBezTo>
                <a:cubicBezTo>
                  <a:pt x="53" y="97"/>
                  <a:pt x="94" y="97"/>
                  <a:pt x="135" y="97"/>
                </a:cubicBezTo>
                <a:cubicBezTo>
                  <a:pt x="135" y="68"/>
                  <a:pt x="135" y="40"/>
                  <a:pt x="135" y="11"/>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6" name="Freeform 81"/>
          <p:cNvSpPr>
            <a:spLocks noEditPoints="1"/>
          </p:cNvSpPr>
          <p:nvPr/>
        </p:nvSpPr>
        <p:spPr bwMode="auto">
          <a:xfrm flipH="1">
            <a:off x="7780789" y="3630116"/>
            <a:ext cx="269875" cy="381000"/>
          </a:xfrm>
          <a:custGeom>
            <a:avLst/>
            <a:gdLst>
              <a:gd name="T0" fmla="*/ 38 w 102"/>
              <a:gd name="T1" fmla="*/ 124 h 144"/>
              <a:gd name="T2" fmla="*/ 38 w 102"/>
              <a:gd name="T3" fmla="*/ 124 h 144"/>
              <a:gd name="T4" fmla="*/ 65 w 102"/>
              <a:gd name="T5" fmla="*/ 124 h 144"/>
              <a:gd name="T6" fmla="*/ 68 w 102"/>
              <a:gd name="T7" fmla="*/ 127 h 144"/>
              <a:gd name="T8" fmla="*/ 68 w 102"/>
              <a:gd name="T9" fmla="*/ 127 h 144"/>
              <a:gd name="T10" fmla="*/ 68 w 102"/>
              <a:gd name="T11" fmla="*/ 141 h 144"/>
              <a:gd name="T12" fmla="*/ 65 w 102"/>
              <a:gd name="T13" fmla="*/ 144 h 144"/>
              <a:gd name="T14" fmla="*/ 65 w 102"/>
              <a:gd name="T15" fmla="*/ 144 h 144"/>
              <a:gd name="T16" fmla="*/ 38 w 102"/>
              <a:gd name="T17" fmla="*/ 144 h 144"/>
              <a:gd name="T18" fmla="*/ 34 w 102"/>
              <a:gd name="T19" fmla="*/ 141 h 144"/>
              <a:gd name="T20" fmla="*/ 34 w 102"/>
              <a:gd name="T21" fmla="*/ 141 h 144"/>
              <a:gd name="T22" fmla="*/ 34 w 102"/>
              <a:gd name="T23" fmla="*/ 127 h 144"/>
              <a:gd name="T24" fmla="*/ 38 w 102"/>
              <a:gd name="T25" fmla="*/ 124 h 144"/>
              <a:gd name="T26" fmla="*/ 51 w 102"/>
              <a:gd name="T27" fmla="*/ 0 h 144"/>
              <a:gd name="T28" fmla="*/ 51 w 102"/>
              <a:gd name="T29" fmla="*/ 0 h 144"/>
              <a:gd name="T30" fmla="*/ 87 w 102"/>
              <a:gd name="T31" fmla="*/ 15 h 144"/>
              <a:gd name="T32" fmla="*/ 87 w 102"/>
              <a:gd name="T33" fmla="*/ 15 h 144"/>
              <a:gd name="T34" fmla="*/ 87 w 102"/>
              <a:gd name="T35" fmla="*/ 15 h 144"/>
              <a:gd name="T36" fmla="*/ 102 w 102"/>
              <a:gd name="T37" fmla="*/ 51 h 144"/>
              <a:gd name="T38" fmla="*/ 98 w 102"/>
              <a:gd name="T39" fmla="*/ 72 h 144"/>
              <a:gd name="T40" fmla="*/ 86 w 102"/>
              <a:gd name="T41" fmla="*/ 89 h 144"/>
              <a:gd name="T42" fmla="*/ 81 w 102"/>
              <a:gd name="T43" fmla="*/ 94 h 144"/>
              <a:gd name="T44" fmla="*/ 68 w 102"/>
              <a:gd name="T45" fmla="*/ 114 h 144"/>
              <a:gd name="T46" fmla="*/ 62 w 102"/>
              <a:gd name="T47" fmla="*/ 119 h 144"/>
              <a:gd name="T48" fmla="*/ 41 w 102"/>
              <a:gd name="T49" fmla="*/ 119 h 144"/>
              <a:gd name="T50" fmla="*/ 35 w 102"/>
              <a:gd name="T51" fmla="*/ 114 h 144"/>
              <a:gd name="T52" fmla="*/ 22 w 102"/>
              <a:gd name="T53" fmla="*/ 94 h 144"/>
              <a:gd name="T54" fmla="*/ 17 w 102"/>
              <a:gd name="T55" fmla="*/ 89 h 144"/>
              <a:gd name="T56" fmla="*/ 17 w 102"/>
              <a:gd name="T57" fmla="*/ 89 h 144"/>
              <a:gd name="T58" fmla="*/ 5 w 102"/>
              <a:gd name="T59" fmla="*/ 72 h 144"/>
              <a:gd name="T60" fmla="*/ 0 w 102"/>
              <a:gd name="T61" fmla="*/ 51 h 144"/>
              <a:gd name="T62" fmla="*/ 15 w 102"/>
              <a:gd name="T63" fmla="*/ 15 h 144"/>
              <a:gd name="T64" fmla="*/ 16 w 102"/>
              <a:gd name="T65" fmla="*/ 14 h 144"/>
              <a:gd name="T66" fmla="*/ 51 w 102"/>
              <a:gd name="T67" fmla="*/ 0 h 144"/>
              <a:gd name="T68" fmla="*/ 80 w 102"/>
              <a:gd name="T69" fmla="*/ 23 h 144"/>
              <a:gd name="T70" fmla="*/ 80 w 102"/>
              <a:gd name="T71" fmla="*/ 23 h 144"/>
              <a:gd name="T72" fmla="*/ 51 w 102"/>
              <a:gd name="T73" fmla="*/ 11 h 144"/>
              <a:gd name="T74" fmla="*/ 23 w 102"/>
              <a:gd name="T75" fmla="*/ 22 h 144"/>
              <a:gd name="T76" fmla="*/ 23 w 102"/>
              <a:gd name="T77" fmla="*/ 23 h 144"/>
              <a:gd name="T78" fmla="*/ 11 w 102"/>
              <a:gd name="T79" fmla="*/ 51 h 144"/>
              <a:gd name="T80" fmla="*/ 15 w 102"/>
              <a:gd name="T81" fmla="*/ 67 h 144"/>
              <a:gd name="T82" fmla="*/ 24 w 102"/>
              <a:gd name="T83" fmla="*/ 80 h 144"/>
              <a:gd name="T84" fmla="*/ 25 w 102"/>
              <a:gd name="T85" fmla="*/ 81 h 144"/>
              <a:gd name="T86" fmla="*/ 30 w 102"/>
              <a:gd name="T87" fmla="*/ 86 h 144"/>
              <a:gd name="T88" fmla="*/ 45 w 102"/>
              <a:gd name="T89" fmla="*/ 108 h 144"/>
              <a:gd name="T90" fmla="*/ 57 w 102"/>
              <a:gd name="T91" fmla="*/ 108 h 144"/>
              <a:gd name="T92" fmla="*/ 73 w 102"/>
              <a:gd name="T93" fmla="*/ 86 h 144"/>
              <a:gd name="T94" fmla="*/ 78 w 102"/>
              <a:gd name="T95" fmla="*/ 81 h 144"/>
              <a:gd name="T96" fmla="*/ 78 w 102"/>
              <a:gd name="T97" fmla="*/ 80 h 144"/>
              <a:gd name="T98" fmla="*/ 88 w 102"/>
              <a:gd name="T99" fmla="*/ 67 h 144"/>
              <a:gd name="T100" fmla="*/ 91 w 102"/>
              <a:gd name="T101" fmla="*/ 51 h 144"/>
              <a:gd name="T102" fmla="*/ 80 w 102"/>
              <a:gd name="T103" fmla="*/ 23 h 144"/>
              <a:gd name="T104" fmla="*/ 62 w 102"/>
              <a:gd name="T105" fmla="*/ 131 h 144"/>
              <a:gd name="T106" fmla="*/ 62 w 102"/>
              <a:gd name="T107" fmla="*/ 131 h 144"/>
              <a:gd name="T108" fmla="*/ 41 w 102"/>
              <a:gd name="T109" fmla="*/ 131 h 144"/>
              <a:gd name="T110" fmla="*/ 41 w 102"/>
              <a:gd name="T111" fmla="*/ 138 h 144"/>
              <a:gd name="T112" fmla="*/ 62 w 102"/>
              <a:gd name="T113" fmla="*/ 138 h 144"/>
              <a:gd name="T114" fmla="*/ 62 w 102"/>
              <a:gd name="T115" fmla="*/ 131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02" h="144">
                <a:moveTo>
                  <a:pt x="38" y="124"/>
                </a:moveTo>
                <a:cubicBezTo>
                  <a:pt x="38" y="124"/>
                  <a:pt x="38" y="124"/>
                  <a:pt x="38" y="124"/>
                </a:cubicBezTo>
                <a:cubicBezTo>
                  <a:pt x="65" y="124"/>
                  <a:pt x="65" y="124"/>
                  <a:pt x="65" y="124"/>
                </a:cubicBezTo>
                <a:cubicBezTo>
                  <a:pt x="67" y="124"/>
                  <a:pt x="68" y="125"/>
                  <a:pt x="68" y="127"/>
                </a:cubicBezTo>
                <a:cubicBezTo>
                  <a:pt x="68" y="127"/>
                  <a:pt x="68" y="127"/>
                  <a:pt x="68" y="127"/>
                </a:cubicBezTo>
                <a:cubicBezTo>
                  <a:pt x="68" y="141"/>
                  <a:pt x="68" y="141"/>
                  <a:pt x="68" y="141"/>
                </a:cubicBezTo>
                <a:cubicBezTo>
                  <a:pt x="68" y="143"/>
                  <a:pt x="67" y="144"/>
                  <a:pt x="65" y="144"/>
                </a:cubicBezTo>
                <a:cubicBezTo>
                  <a:pt x="65" y="144"/>
                  <a:pt x="65" y="144"/>
                  <a:pt x="65" y="144"/>
                </a:cubicBezTo>
                <a:cubicBezTo>
                  <a:pt x="38" y="144"/>
                  <a:pt x="38" y="144"/>
                  <a:pt x="38" y="144"/>
                </a:cubicBezTo>
                <a:cubicBezTo>
                  <a:pt x="36" y="144"/>
                  <a:pt x="34" y="143"/>
                  <a:pt x="34" y="141"/>
                </a:cubicBezTo>
                <a:cubicBezTo>
                  <a:pt x="34" y="141"/>
                  <a:pt x="34" y="141"/>
                  <a:pt x="34" y="141"/>
                </a:cubicBezTo>
                <a:cubicBezTo>
                  <a:pt x="34" y="127"/>
                  <a:pt x="34" y="127"/>
                  <a:pt x="34" y="127"/>
                </a:cubicBezTo>
                <a:cubicBezTo>
                  <a:pt x="34" y="125"/>
                  <a:pt x="36" y="124"/>
                  <a:pt x="38" y="124"/>
                </a:cubicBezTo>
                <a:close/>
                <a:moveTo>
                  <a:pt x="51" y="0"/>
                </a:moveTo>
                <a:cubicBezTo>
                  <a:pt x="51" y="0"/>
                  <a:pt x="51" y="0"/>
                  <a:pt x="51" y="0"/>
                </a:cubicBezTo>
                <a:cubicBezTo>
                  <a:pt x="65" y="0"/>
                  <a:pt x="78" y="5"/>
                  <a:pt x="87" y="15"/>
                </a:cubicBezTo>
                <a:cubicBezTo>
                  <a:pt x="87" y="15"/>
                  <a:pt x="87" y="15"/>
                  <a:pt x="87" y="15"/>
                </a:cubicBezTo>
                <a:cubicBezTo>
                  <a:pt x="87" y="15"/>
                  <a:pt x="87" y="15"/>
                  <a:pt x="87" y="15"/>
                </a:cubicBezTo>
                <a:cubicBezTo>
                  <a:pt x="97" y="24"/>
                  <a:pt x="102" y="37"/>
                  <a:pt x="102" y="51"/>
                </a:cubicBezTo>
                <a:cubicBezTo>
                  <a:pt x="102" y="58"/>
                  <a:pt x="101" y="65"/>
                  <a:pt x="98" y="72"/>
                </a:cubicBezTo>
                <a:cubicBezTo>
                  <a:pt x="95" y="78"/>
                  <a:pt x="91" y="84"/>
                  <a:pt x="86" y="89"/>
                </a:cubicBezTo>
                <a:cubicBezTo>
                  <a:pt x="85" y="90"/>
                  <a:pt x="82" y="92"/>
                  <a:pt x="81" y="94"/>
                </a:cubicBezTo>
                <a:cubicBezTo>
                  <a:pt x="73" y="101"/>
                  <a:pt x="69" y="105"/>
                  <a:pt x="68" y="114"/>
                </a:cubicBezTo>
                <a:cubicBezTo>
                  <a:pt x="67" y="117"/>
                  <a:pt x="65" y="119"/>
                  <a:pt x="62" y="119"/>
                </a:cubicBezTo>
                <a:cubicBezTo>
                  <a:pt x="41" y="119"/>
                  <a:pt x="41" y="119"/>
                  <a:pt x="41" y="119"/>
                </a:cubicBezTo>
                <a:cubicBezTo>
                  <a:pt x="38" y="119"/>
                  <a:pt x="35" y="117"/>
                  <a:pt x="35" y="114"/>
                </a:cubicBezTo>
                <a:cubicBezTo>
                  <a:pt x="34" y="105"/>
                  <a:pt x="30" y="101"/>
                  <a:pt x="22" y="94"/>
                </a:cubicBezTo>
                <a:cubicBezTo>
                  <a:pt x="20" y="92"/>
                  <a:pt x="18" y="90"/>
                  <a:pt x="17" y="89"/>
                </a:cubicBezTo>
                <a:cubicBezTo>
                  <a:pt x="17" y="89"/>
                  <a:pt x="17" y="89"/>
                  <a:pt x="17" y="89"/>
                </a:cubicBezTo>
                <a:cubicBezTo>
                  <a:pt x="12" y="84"/>
                  <a:pt x="7" y="78"/>
                  <a:pt x="5" y="72"/>
                </a:cubicBezTo>
                <a:cubicBezTo>
                  <a:pt x="2" y="65"/>
                  <a:pt x="0" y="58"/>
                  <a:pt x="0" y="51"/>
                </a:cubicBezTo>
                <a:cubicBezTo>
                  <a:pt x="0" y="37"/>
                  <a:pt x="6" y="24"/>
                  <a:pt x="15" y="15"/>
                </a:cubicBezTo>
                <a:cubicBezTo>
                  <a:pt x="16" y="14"/>
                  <a:pt x="16" y="14"/>
                  <a:pt x="16" y="14"/>
                </a:cubicBezTo>
                <a:cubicBezTo>
                  <a:pt x="25" y="5"/>
                  <a:pt x="37" y="0"/>
                  <a:pt x="51" y="0"/>
                </a:cubicBezTo>
                <a:close/>
                <a:moveTo>
                  <a:pt x="80" y="23"/>
                </a:moveTo>
                <a:cubicBezTo>
                  <a:pt x="80" y="23"/>
                  <a:pt x="80" y="23"/>
                  <a:pt x="80" y="23"/>
                </a:cubicBezTo>
                <a:cubicBezTo>
                  <a:pt x="72" y="15"/>
                  <a:pt x="62" y="11"/>
                  <a:pt x="51" y="11"/>
                </a:cubicBezTo>
                <a:cubicBezTo>
                  <a:pt x="40" y="11"/>
                  <a:pt x="31" y="15"/>
                  <a:pt x="23" y="22"/>
                </a:cubicBezTo>
                <a:cubicBezTo>
                  <a:pt x="23" y="23"/>
                  <a:pt x="23" y="23"/>
                  <a:pt x="23" y="23"/>
                </a:cubicBezTo>
                <a:cubicBezTo>
                  <a:pt x="16" y="30"/>
                  <a:pt x="11" y="40"/>
                  <a:pt x="11" y="51"/>
                </a:cubicBezTo>
                <a:cubicBezTo>
                  <a:pt x="11" y="57"/>
                  <a:pt x="13" y="62"/>
                  <a:pt x="15" y="67"/>
                </a:cubicBezTo>
                <a:cubicBezTo>
                  <a:pt x="17" y="72"/>
                  <a:pt x="20" y="77"/>
                  <a:pt x="24" y="80"/>
                </a:cubicBezTo>
                <a:cubicBezTo>
                  <a:pt x="25" y="81"/>
                  <a:pt x="25" y="81"/>
                  <a:pt x="25" y="81"/>
                </a:cubicBezTo>
                <a:cubicBezTo>
                  <a:pt x="27" y="83"/>
                  <a:pt x="29" y="84"/>
                  <a:pt x="30" y="86"/>
                </a:cubicBezTo>
                <a:cubicBezTo>
                  <a:pt x="38" y="93"/>
                  <a:pt x="43" y="98"/>
                  <a:pt x="45" y="108"/>
                </a:cubicBezTo>
                <a:cubicBezTo>
                  <a:pt x="57" y="108"/>
                  <a:pt x="57" y="108"/>
                  <a:pt x="57" y="108"/>
                </a:cubicBezTo>
                <a:cubicBezTo>
                  <a:pt x="60" y="98"/>
                  <a:pt x="65" y="93"/>
                  <a:pt x="73" y="86"/>
                </a:cubicBezTo>
                <a:cubicBezTo>
                  <a:pt x="74" y="84"/>
                  <a:pt x="75" y="83"/>
                  <a:pt x="78" y="81"/>
                </a:cubicBezTo>
                <a:cubicBezTo>
                  <a:pt x="78" y="80"/>
                  <a:pt x="78" y="80"/>
                  <a:pt x="78" y="80"/>
                </a:cubicBezTo>
                <a:cubicBezTo>
                  <a:pt x="82" y="77"/>
                  <a:pt x="85" y="72"/>
                  <a:pt x="88" y="67"/>
                </a:cubicBezTo>
                <a:cubicBezTo>
                  <a:pt x="90" y="62"/>
                  <a:pt x="91" y="57"/>
                  <a:pt x="91" y="51"/>
                </a:cubicBezTo>
                <a:cubicBezTo>
                  <a:pt x="91" y="40"/>
                  <a:pt x="87" y="30"/>
                  <a:pt x="80" y="23"/>
                </a:cubicBezTo>
                <a:close/>
                <a:moveTo>
                  <a:pt x="62" y="131"/>
                </a:moveTo>
                <a:cubicBezTo>
                  <a:pt x="62" y="131"/>
                  <a:pt x="62" y="131"/>
                  <a:pt x="62" y="131"/>
                </a:cubicBezTo>
                <a:cubicBezTo>
                  <a:pt x="41" y="131"/>
                  <a:pt x="41" y="131"/>
                  <a:pt x="41" y="131"/>
                </a:cubicBezTo>
                <a:cubicBezTo>
                  <a:pt x="41" y="138"/>
                  <a:pt x="41" y="138"/>
                  <a:pt x="41" y="138"/>
                </a:cubicBezTo>
                <a:cubicBezTo>
                  <a:pt x="62" y="138"/>
                  <a:pt x="62" y="138"/>
                  <a:pt x="62" y="138"/>
                </a:cubicBezTo>
                <a:cubicBezTo>
                  <a:pt x="62" y="131"/>
                  <a:pt x="62" y="131"/>
                  <a:pt x="62" y="131"/>
                </a:cubicBezTo>
                <a:close/>
              </a:path>
            </a:pathLst>
          </a:custGeom>
          <a:solidFill>
            <a:schemeClr val="tx1">
              <a:lumMod val="65000"/>
              <a:lumOff val="35000"/>
            </a:schemeClr>
          </a:solidFill>
          <a:ln>
            <a:noFill/>
          </a:ln>
        </p:spPr>
        <p:txBody>
          <a:bodyPr/>
          <a:lstStyle/>
          <a:p>
            <a:endParaRPr lang="zh-CN" altLang="en-US"/>
          </a:p>
        </p:txBody>
      </p:sp>
      <p:sp>
        <p:nvSpPr>
          <p:cNvPr id="67" name="Rectangle 74"/>
          <p:cNvSpPr>
            <a:spLocks noChangeArrowheads="1"/>
          </p:cNvSpPr>
          <p:nvPr/>
        </p:nvSpPr>
        <p:spPr bwMode="auto">
          <a:xfrm>
            <a:off x="3599363" y="2302361"/>
            <a:ext cx="1441450" cy="12157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a:buFont typeface="Arial" charset="0"/>
              <a:buNone/>
            </a:pPr>
            <a:r>
              <a:rPr lang="zh-CN" altLang="en-US" sz="1100" dirty="0">
                <a:solidFill>
                  <a:schemeClr val="tx1">
                    <a:lumMod val="65000"/>
                    <a:lumOff val="35000"/>
                  </a:schemeClr>
                </a:solidFill>
                <a:latin typeface="微软雅黑" pitchFamily="34" charset="-122"/>
                <a:ea typeface="微软雅黑" pitchFamily="34" charset="-122"/>
              </a:rPr>
              <a:t>添加关键词</a:t>
            </a:r>
            <a:endParaRPr lang="en-US" altLang="zh-CN" sz="1100" dirty="0">
              <a:solidFill>
                <a:schemeClr val="tx1">
                  <a:lumMod val="65000"/>
                  <a:lumOff val="35000"/>
                </a:schemeClr>
              </a:solidFill>
              <a:latin typeface="微软雅黑" pitchFamily="34" charset="-122"/>
              <a:ea typeface="微软雅黑" pitchFamily="34" charset="-122"/>
            </a:endParaRPr>
          </a:p>
          <a:p>
            <a:pPr algn="just">
              <a:buFont typeface="Arial" charset="0"/>
              <a:buNone/>
            </a:pPr>
            <a:endParaRPr lang="en-US" altLang="zh-CN" sz="800" dirty="0">
              <a:solidFill>
                <a:schemeClr val="tx1">
                  <a:lumMod val="65000"/>
                  <a:lumOff val="35000"/>
                </a:schemeClr>
              </a:solidFill>
              <a:latin typeface="微软雅黑" pitchFamily="34" charset="-122"/>
              <a:ea typeface="微软雅黑" pitchFamily="34" charset="-122"/>
            </a:endParaRPr>
          </a:p>
          <a:p>
            <a:pPr algn="just">
              <a:buFont typeface="Arial" charset="0"/>
              <a:buNone/>
            </a:pPr>
            <a:r>
              <a:rPr lang="zh-CN" altLang="en-US" sz="1000" dirty="0">
                <a:solidFill>
                  <a:schemeClr val="tx1">
                    <a:lumMod val="65000"/>
                    <a:lumOff val="35000"/>
                  </a:schemeClr>
                </a:solidFill>
                <a:latin typeface="微软雅黑" pitchFamily="34" charset="-122"/>
                <a:ea typeface="微软雅黑" pitchFamily="34" charset="-122"/>
              </a:rPr>
              <a:t>此处可输入相关说明文本内容，或者复制文本内容后粘贴，并选择只保留文字。文本内容建议简洁明了、提纲挈领，尽量保持整体风格统一。</a:t>
            </a:r>
          </a:p>
        </p:txBody>
      </p:sp>
      <p:sp>
        <p:nvSpPr>
          <p:cNvPr id="68" name="Rectangle 74"/>
          <p:cNvSpPr>
            <a:spLocks noChangeArrowheads="1"/>
          </p:cNvSpPr>
          <p:nvPr/>
        </p:nvSpPr>
        <p:spPr bwMode="auto">
          <a:xfrm>
            <a:off x="5399562" y="2302361"/>
            <a:ext cx="1441450" cy="12157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a:buFont typeface="Arial" charset="0"/>
              <a:buNone/>
            </a:pPr>
            <a:r>
              <a:rPr lang="zh-CN" altLang="en-US" sz="1100" dirty="0">
                <a:solidFill>
                  <a:schemeClr val="bg1"/>
                </a:solidFill>
                <a:latin typeface="微软雅黑" pitchFamily="34" charset="-122"/>
                <a:ea typeface="微软雅黑" pitchFamily="34" charset="-122"/>
              </a:rPr>
              <a:t>添加关键词</a:t>
            </a:r>
            <a:endParaRPr lang="en-US" altLang="zh-CN" sz="1100" dirty="0">
              <a:solidFill>
                <a:schemeClr val="bg1"/>
              </a:solidFill>
              <a:latin typeface="微软雅黑" pitchFamily="34" charset="-122"/>
              <a:ea typeface="微软雅黑" pitchFamily="34" charset="-122"/>
            </a:endParaRPr>
          </a:p>
          <a:p>
            <a:pPr algn="just">
              <a:buFont typeface="Arial" charset="0"/>
              <a:buNone/>
            </a:pPr>
            <a:endParaRPr lang="en-US" altLang="zh-CN" sz="800" dirty="0">
              <a:solidFill>
                <a:schemeClr val="bg1"/>
              </a:solidFill>
              <a:latin typeface="微软雅黑" pitchFamily="34" charset="-122"/>
              <a:ea typeface="微软雅黑" pitchFamily="34" charset="-122"/>
            </a:endParaRPr>
          </a:p>
          <a:p>
            <a:pPr algn="just">
              <a:buFont typeface="Arial" charset="0"/>
              <a:buNone/>
            </a:pPr>
            <a:r>
              <a:rPr lang="zh-CN" altLang="en-US" sz="1000" dirty="0">
                <a:solidFill>
                  <a:schemeClr val="bg1"/>
                </a:solidFill>
                <a:latin typeface="微软雅黑" pitchFamily="34" charset="-122"/>
                <a:ea typeface="微软雅黑" pitchFamily="34" charset="-122"/>
              </a:rPr>
              <a:t>此处可输入相关说明文本内容，或者复制文本内容后粘贴，并选择只保留文字。文本内容建议简洁明了、提纲挈领，尽量保持整体风格统一。</a:t>
            </a:r>
          </a:p>
        </p:txBody>
      </p:sp>
      <p:sp>
        <p:nvSpPr>
          <p:cNvPr id="69" name="Rectangle 74"/>
          <p:cNvSpPr>
            <a:spLocks noChangeArrowheads="1"/>
          </p:cNvSpPr>
          <p:nvPr/>
        </p:nvSpPr>
        <p:spPr bwMode="auto">
          <a:xfrm>
            <a:off x="7199763" y="2302361"/>
            <a:ext cx="1441450" cy="12157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a:buFont typeface="Arial" charset="0"/>
              <a:buNone/>
            </a:pPr>
            <a:r>
              <a:rPr lang="zh-CN" altLang="en-US" sz="1100" dirty="0">
                <a:solidFill>
                  <a:schemeClr val="tx1">
                    <a:lumMod val="65000"/>
                    <a:lumOff val="35000"/>
                  </a:schemeClr>
                </a:solidFill>
                <a:latin typeface="微软雅黑" pitchFamily="34" charset="-122"/>
                <a:ea typeface="微软雅黑" pitchFamily="34" charset="-122"/>
              </a:rPr>
              <a:t>添加关键词</a:t>
            </a:r>
            <a:endParaRPr lang="en-US" altLang="zh-CN" sz="1100" dirty="0">
              <a:solidFill>
                <a:schemeClr val="tx1">
                  <a:lumMod val="65000"/>
                  <a:lumOff val="35000"/>
                </a:schemeClr>
              </a:solidFill>
              <a:latin typeface="微软雅黑" pitchFamily="34" charset="-122"/>
              <a:ea typeface="微软雅黑" pitchFamily="34" charset="-122"/>
            </a:endParaRPr>
          </a:p>
          <a:p>
            <a:pPr algn="just">
              <a:buFont typeface="Arial" charset="0"/>
              <a:buNone/>
            </a:pPr>
            <a:endParaRPr lang="en-US" altLang="zh-CN" sz="800" dirty="0">
              <a:solidFill>
                <a:schemeClr val="tx1">
                  <a:lumMod val="65000"/>
                  <a:lumOff val="35000"/>
                </a:schemeClr>
              </a:solidFill>
              <a:latin typeface="微软雅黑" pitchFamily="34" charset="-122"/>
              <a:ea typeface="微软雅黑" pitchFamily="34" charset="-122"/>
            </a:endParaRPr>
          </a:p>
          <a:p>
            <a:pPr algn="just">
              <a:buFont typeface="Arial" charset="0"/>
              <a:buNone/>
            </a:pPr>
            <a:r>
              <a:rPr lang="zh-CN" altLang="en-US" sz="1000" dirty="0">
                <a:solidFill>
                  <a:schemeClr val="tx1">
                    <a:lumMod val="65000"/>
                    <a:lumOff val="35000"/>
                  </a:schemeClr>
                </a:solidFill>
                <a:latin typeface="微软雅黑" pitchFamily="34" charset="-122"/>
                <a:ea typeface="微软雅黑" pitchFamily="34" charset="-122"/>
              </a:rPr>
              <a:t>此处可输入相关说明文本内容，或者复制文本内容后粘贴，并选择只保留文字。文本内容建议简洁明了、提纲挈领，尽量保持整体风格统一。</a:t>
            </a:r>
          </a:p>
        </p:txBody>
      </p:sp>
      <p:sp>
        <p:nvSpPr>
          <p:cNvPr id="70" name="矩形 69"/>
          <p:cNvSpPr/>
          <p:nvPr/>
        </p:nvSpPr>
        <p:spPr>
          <a:xfrm>
            <a:off x="1688195" y="1478384"/>
            <a:ext cx="1666875" cy="310871"/>
          </a:xfrm>
          <a:prstGeom prst="rect">
            <a:avLst/>
          </a:prstGeom>
          <a:solidFill>
            <a:srgbClr val="37B0E8"/>
          </a:solidFill>
          <a:ln w="6350" cap="flat">
            <a:solidFill>
              <a:schemeClr val="bg1"/>
            </a:solidFill>
            <a:prstDash val="solid"/>
            <a:miter lim="800000"/>
          </a:ln>
        </p:spPr>
        <p:txBody>
          <a:bodyPr vert="horz" wrap="square" lIns="91440" tIns="45720" rIns="91440" bIns="45720" numCol="1" anchor="ctr" anchorCtr="0" compatLnSpc="1"/>
          <a:lstStyle/>
          <a:p>
            <a:pPr algn="ctr"/>
            <a:r>
              <a:rPr lang="zh-CN" altLang="en-US" sz="1200" dirty="0">
                <a:ln w="6350">
                  <a:noFill/>
                </a:ln>
                <a:solidFill>
                  <a:schemeClr val="bg1"/>
                </a:solidFill>
                <a:latin typeface="Impact" pitchFamily="34" charset="0"/>
                <a:ea typeface="微软雅黑" pitchFamily="34" charset="-122"/>
              </a:rPr>
              <a:t>研究意义一</a:t>
            </a:r>
          </a:p>
        </p:txBody>
      </p:sp>
      <p:sp>
        <p:nvSpPr>
          <p:cNvPr id="71" name="矩形 70"/>
          <p:cNvSpPr/>
          <p:nvPr/>
        </p:nvSpPr>
        <p:spPr>
          <a:xfrm>
            <a:off x="3489826" y="1478384"/>
            <a:ext cx="1666875" cy="310871"/>
          </a:xfrm>
          <a:prstGeom prst="rect">
            <a:avLst/>
          </a:prstGeom>
          <a:solidFill>
            <a:schemeClr val="bg1"/>
          </a:solidFill>
          <a:ln w="6350" cap="flat">
            <a:solidFill>
              <a:schemeClr val="bg1">
                <a:lumMod val="85000"/>
              </a:schemeClr>
            </a:solidFill>
            <a:prstDash val="solid"/>
            <a:miter lim="800000"/>
          </a:ln>
        </p:spPr>
        <p:txBody>
          <a:bodyPr vert="horz" wrap="square" lIns="91440" tIns="45720" rIns="91440" bIns="45720" numCol="1" anchor="ctr" anchorCtr="0" compatLnSpc="1"/>
          <a:lstStyle/>
          <a:p>
            <a:pPr algn="ctr"/>
            <a:r>
              <a:rPr lang="zh-CN" altLang="en-US" sz="1200" dirty="0">
                <a:ln w="6350">
                  <a:noFill/>
                </a:ln>
                <a:solidFill>
                  <a:schemeClr val="tx1">
                    <a:lumMod val="65000"/>
                    <a:lumOff val="35000"/>
                  </a:schemeClr>
                </a:solidFill>
                <a:latin typeface="Impact" pitchFamily="34" charset="0"/>
                <a:ea typeface="微软雅黑" pitchFamily="34" charset="-122"/>
              </a:rPr>
              <a:t>研究意义二</a:t>
            </a:r>
          </a:p>
        </p:txBody>
      </p:sp>
      <p:sp>
        <p:nvSpPr>
          <p:cNvPr id="72" name="矩形 71"/>
          <p:cNvSpPr/>
          <p:nvPr/>
        </p:nvSpPr>
        <p:spPr>
          <a:xfrm>
            <a:off x="7087052" y="1478384"/>
            <a:ext cx="1666875" cy="310871"/>
          </a:xfrm>
          <a:prstGeom prst="rect">
            <a:avLst/>
          </a:prstGeom>
          <a:solidFill>
            <a:schemeClr val="bg1"/>
          </a:solidFill>
          <a:ln w="6350" cap="flat">
            <a:solidFill>
              <a:schemeClr val="bg1">
                <a:lumMod val="85000"/>
              </a:schemeClr>
            </a:solidFill>
            <a:prstDash val="solid"/>
            <a:miter lim="800000"/>
          </a:ln>
        </p:spPr>
        <p:txBody>
          <a:bodyPr vert="horz" wrap="square" lIns="91440" tIns="45720" rIns="91440" bIns="45720" numCol="1" anchor="ctr" anchorCtr="0" compatLnSpc="1"/>
          <a:lstStyle/>
          <a:p>
            <a:pPr algn="ctr"/>
            <a:r>
              <a:rPr lang="zh-CN" altLang="en-US" sz="1200" dirty="0">
                <a:ln w="6350">
                  <a:noFill/>
                </a:ln>
                <a:solidFill>
                  <a:schemeClr val="tx1">
                    <a:lumMod val="65000"/>
                    <a:lumOff val="35000"/>
                  </a:schemeClr>
                </a:solidFill>
                <a:latin typeface="Impact" pitchFamily="34" charset="0"/>
                <a:ea typeface="微软雅黑" pitchFamily="34" charset="-122"/>
              </a:rPr>
              <a:t>研究意义四</a:t>
            </a:r>
          </a:p>
        </p:txBody>
      </p:sp>
      <p:sp>
        <p:nvSpPr>
          <p:cNvPr id="43" name="矩形 42"/>
          <p:cNvSpPr/>
          <p:nvPr/>
        </p:nvSpPr>
        <p:spPr>
          <a:xfrm>
            <a:off x="614945" y="1653245"/>
            <a:ext cx="441146" cy="246221"/>
          </a:xfrm>
          <a:prstGeom prst="rect">
            <a:avLst/>
          </a:prstGeom>
        </p:spPr>
        <p:txBody>
          <a:bodyPr wrap="none">
            <a:spAutoFit/>
          </a:bodyPr>
          <a:lstStyle/>
          <a:p>
            <a:pPr algn="ctr"/>
            <a:r>
              <a:rPr lang="zh-CN" altLang="en-US" sz="1000" dirty="0">
                <a:ln w="6350">
                  <a:noFill/>
                </a:ln>
                <a:solidFill>
                  <a:schemeClr val="bg1"/>
                </a:solidFill>
                <a:latin typeface="Impact" pitchFamily="34" charset="0"/>
                <a:ea typeface="微软雅黑" pitchFamily="34" charset="-122"/>
              </a:rPr>
              <a:t>绪论</a:t>
            </a:r>
          </a:p>
        </p:txBody>
      </p:sp>
      <p:sp>
        <p:nvSpPr>
          <p:cNvPr id="44" name="矩形 43"/>
          <p:cNvSpPr/>
          <p:nvPr/>
        </p:nvSpPr>
        <p:spPr>
          <a:xfrm>
            <a:off x="422584" y="2036065"/>
            <a:ext cx="825867" cy="246221"/>
          </a:xfrm>
          <a:prstGeom prst="rect">
            <a:avLst/>
          </a:prstGeom>
        </p:spPr>
        <p:txBody>
          <a:bodyPr wrap="none">
            <a:spAutoFit/>
          </a:bodyPr>
          <a:lstStyle/>
          <a:p>
            <a:pPr algn="ctr"/>
            <a:r>
              <a:rPr lang="zh-CN" altLang="en-US" sz="1000" dirty="0">
                <a:ln w="6350">
                  <a:noFill/>
                </a:ln>
                <a:solidFill>
                  <a:srgbClr val="586B7F"/>
                </a:solidFill>
                <a:latin typeface="Impact" pitchFamily="34" charset="0"/>
                <a:ea typeface="微软雅黑" pitchFamily="34" charset="-122"/>
              </a:rPr>
              <a:t>思路与方法</a:t>
            </a:r>
          </a:p>
        </p:txBody>
      </p:sp>
      <p:sp>
        <p:nvSpPr>
          <p:cNvPr id="45" name="矩形 44"/>
          <p:cNvSpPr/>
          <p:nvPr/>
        </p:nvSpPr>
        <p:spPr>
          <a:xfrm>
            <a:off x="422585" y="2823369"/>
            <a:ext cx="825867" cy="246221"/>
          </a:xfrm>
          <a:prstGeom prst="rect">
            <a:avLst/>
          </a:prstGeom>
        </p:spPr>
        <p:txBody>
          <a:bodyPr wrap="none">
            <a:spAutoFit/>
          </a:bodyPr>
          <a:lstStyle/>
          <a:p>
            <a:pPr algn="ctr"/>
            <a:r>
              <a:rPr lang="zh-CN" altLang="en-US" sz="1000" dirty="0">
                <a:ln w="6350">
                  <a:noFill/>
                </a:ln>
                <a:solidFill>
                  <a:srgbClr val="586B7F"/>
                </a:solidFill>
                <a:latin typeface="Impact" pitchFamily="34" charset="0"/>
                <a:ea typeface="微软雅黑" pitchFamily="34" charset="-122"/>
              </a:rPr>
              <a:t>成果与应用</a:t>
            </a:r>
          </a:p>
        </p:txBody>
      </p:sp>
      <p:sp>
        <p:nvSpPr>
          <p:cNvPr id="46" name="矩形 45"/>
          <p:cNvSpPr/>
          <p:nvPr/>
        </p:nvSpPr>
        <p:spPr>
          <a:xfrm>
            <a:off x="422585" y="2432846"/>
            <a:ext cx="825867" cy="246221"/>
          </a:xfrm>
          <a:prstGeom prst="rect">
            <a:avLst/>
          </a:prstGeom>
        </p:spPr>
        <p:txBody>
          <a:bodyPr wrap="none">
            <a:spAutoFit/>
          </a:bodyPr>
          <a:lstStyle/>
          <a:p>
            <a:pPr algn="ctr"/>
            <a:r>
              <a:rPr lang="zh-CN" altLang="en-US" sz="1000" dirty="0">
                <a:ln w="6350">
                  <a:noFill/>
                </a:ln>
                <a:solidFill>
                  <a:srgbClr val="586B7F"/>
                </a:solidFill>
                <a:latin typeface="Impact" pitchFamily="34" charset="0"/>
                <a:ea typeface="微软雅黑" pitchFamily="34" charset="-122"/>
              </a:rPr>
              <a:t>技术与难点</a:t>
            </a:r>
          </a:p>
        </p:txBody>
      </p:sp>
      <p:sp>
        <p:nvSpPr>
          <p:cNvPr id="49" name="Freeform 9"/>
          <p:cNvSpPr>
            <a:spLocks noEditPoints="1"/>
          </p:cNvSpPr>
          <p:nvPr/>
        </p:nvSpPr>
        <p:spPr bwMode="auto">
          <a:xfrm>
            <a:off x="83442" y="3272333"/>
            <a:ext cx="231878" cy="151086"/>
          </a:xfrm>
          <a:custGeom>
            <a:avLst/>
            <a:gdLst>
              <a:gd name="T0" fmla="*/ 58 w 215"/>
              <a:gd name="T1" fmla="*/ 83 h 140"/>
              <a:gd name="T2" fmla="*/ 58 w 215"/>
              <a:gd name="T3" fmla="*/ 91 h 140"/>
              <a:gd name="T4" fmla="*/ 161 w 215"/>
              <a:gd name="T5" fmla="*/ 87 h 140"/>
              <a:gd name="T6" fmla="*/ 58 w 215"/>
              <a:gd name="T7" fmla="*/ 73 h 140"/>
              <a:gd name="T8" fmla="*/ 98 w 215"/>
              <a:gd name="T9" fmla="*/ 73 h 140"/>
              <a:gd name="T10" fmla="*/ 102 w 215"/>
              <a:gd name="T11" fmla="*/ 34 h 140"/>
              <a:gd name="T12" fmla="*/ 58 w 215"/>
              <a:gd name="T13" fmla="*/ 30 h 140"/>
              <a:gd name="T14" fmla="*/ 54 w 215"/>
              <a:gd name="T15" fmla="*/ 69 h 140"/>
              <a:gd name="T16" fmla="*/ 63 w 215"/>
              <a:gd name="T17" fmla="*/ 38 h 140"/>
              <a:gd name="T18" fmla="*/ 94 w 215"/>
              <a:gd name="T19" fmla="*/ 38 h 140"/>
              <a:gd name="T20" fmla="*/ 63 w 215"/>
              <a:gd name="T21" fmla="*/ 65 h 140"/>
              <a:gd name="T22" fmla="*/ 27 w 215"/>
              <a:gd name="T23" fmla="*/ 121 h 140"/>
              <a:gd name="T24" fmla="*/ 189 w 215"/>
              <a:gd name="T25" fmla="*/ 121 h 140"/>
              <a:gd name="T26" fmla="*/ 196 w 215"/>
              <a:gd name="T27" fmla="*/ 7 h 140"/>
              <a:gd name="T28" fmla="*/ 27 w 215"/>
              <a:gd name="T29" fmla="*/ 0 h 140"/>
              <a:gd name="T30" fmla="*/ 20 w 215"/>
              <a:gd name="T31" fmla="*/ 114 h 140"/>
              <a:gd name="T32" fmla="*/ 33 w 215"/>
              <a:gd name="T33" fmla="*/ 13 h 140"/>
              <a:gd name="T34" fmla="*/ 182 w 215"/>
              <a:gd name="T35" fmla="*/ 13 h 140"/>
              <a:gd name="T36" fmla="*/ 33 w 215"/>
              <a:gd name="T37" fmla="*/ 107 h 140"/>
              <a:gd name="T38" fmla="*/ 157 w 215"/>
              <a:gd name="T39" fmla="*/ 48 h 140"/>
              <a:gd name="T40" fmla="*/ 111 w 215"/>
              <a:gd name="T41" fmla="*/ 48 h 140"/>
              <a:gd name="T42" fmla="*/ 111 w 215"/>
              <a:gd name="T43" fmla="*/ 56 h 140"/>
              <a:gd name="T44" fmla="*/ 161 w 215"/>
              <a:gd name="T45" fmla="*/ 52 h 140"/>
              <a:gd name="T46" fmla="*/ 157 w 215"/>
              <a:gd name="T47" fmla="*/ 65 h 140"/>
              <a:gd name="T48" fmla="*/ 111 w 215"/>
              <a:gd name="T49" fmla="*/ 65 h 140"/>
              <a:gd name="T50" fmla="*/ 111 w 215"/>
              <a:gd name="T51" fmla="*/ 73 h 140"/>
              <a:gd name="T52" fmla="*/ 161 w 215"/>
              <a:gd name="T53" fmla="*/ 69 h 140"/>
              <a:gd name="T54" fmla="*/ 157 w 215"/>
              <a:gd name="T55" fmla="*/ 30 h 140"/>
              <a:gd name="T56" fmla="*/ 111 w 215"/>
              <a:gd name="T57" fmla="*/ 30 h 140"/>
              <a:gd name="T58" fmla="*/ 111 w 215"/>
              <a:gd name="T59" fmla="*/ 38 h 140"/>
              <a:gd name="T60" fmla="*/ 161 w 215"/>
              <a:gd name="T61" fmla="*/ 34 h 140"/>
              <a:gd name="T62" fmla="*/ 209 w 215"/>
              <a:gd name="T63" fmla="*/ 127 h 140"/>
              <a:gd name="T64" fmla="*/ 7 w 215"/>
              <a:gd name="T65" fmla="*/ 127 h 140"/>
              <a:gd name="T66" fmla="*/ 7 w 215"/>
              <a:gd name="T67" fmla="*/ 140 h 140"/>
              <a:gd name="T68" fmla="*/ 215 w 215"/>
              <a:gd name="T69" fmla="*/ 13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15" h="140">
                <a:moveTo>
                  <a:pt x="157" y="83"/>
                </a:moveTo>
                <a:cubicBezTo>
                  <a:pt x="58" y="83"/>
                  <a:pt x="58" y="83"/>
                  <a:pt x="58" y="83"/>
                </a:cubicBezTo>
                <a:cubicBezTo>
                  <a:pt x="56" y="83"/>
                  <a:pt x="54" y="84"/>
                  <a:pt x="54" y="87"/>
                </a:cubicBezTo>
                <a:cubicBezTo>
                  <a:pt x="54" y="89"/>
                  <a:pt x="56" y="91"/>
                  <a:pt x="58" y="91"/>
                </a:cubicBezTo>
                <a:cubicBezTo>
                  <a:pt x="157" y="91"/>
                  <a:pt x="157" y="91"/>
                  <a:pt x="157" y="91"/>
                </a:cubicBezTo>
                <a:cubicBezTo>
                  <a:pt x="159" y="91"/>
                  <a:pt x="161" y="89"/>
                  <a:pt x="161" y="87"/>
                </a:cubicBezTo>
                <a:cubicBezTo>
                  <a:pt x="161" y="84"/>
                  <a:pt x="159" y="83"/>
                  <a:pt x="157" y="83"/>
                </a:cubicBezTo>
                <a:close/>
                <a:moveTo>
                  <a:pt x="58" y="73"/>
                </a:moveTo>
                <a:cubicBezTo>
                  <a:pt x="58" y="73"/>
                  <a:pt x="58" y="73"/>
                  <a:pt x="58" y="73"/>
                </a:cubicBezTo>
                <a:cubicBezTo>
                  <a:pt x="98" y="73"/>
                  <a:pt x="98" y="73"/>
                  <a:pt x="98" y="73"/>
                </a:cubicBezTo>
                <a:cubicBezTo>
                  <a:pt x="100" y="73"/>
                  <a:pt x="102" y="71"/>
                  <a:pt x="102" y="69"/>
                </a:cubicBezTo>
                <a:cubicBezTo>
                  <a:pt x="102" y="34"/>
                  <a:pt x="102" y="34"/>
                  <a:pt x="102" y="34"/>
                </a:cubicBezTo>
                <a:cubicBezTo>
                  <a:pt x="102" y="32"/>
                  <a:pt x="100" y="30"/>
                  <a:pt x="98" y="30"/>
                </a:cubicBezTo>
                <a:cubicBezTo>
                  <a:pt x="58" y="30"/>
                  <a:pt x="58" y="30"/>
                  <a:pt x="58" y="30"/>
                </a:cubicBezTo>
                <a:cubicBezTo>
                  <a:pt x="56" y="30"/>
                  <a:pt x="54" y="32"/>
                  <a:pt x="54" y="34"/>
                </a:cubicBezTo>
                <a:cubicBezTo>
                  <a:pt x="54" y="69"/>
                  <a:pt x="54" y="69"/>
                  <a:pt x="54" y="69"/>
                </a:cubicBezTo>
                <a:cubicBezTo>
                  <a:pt x="54" y="71"/>
                  <a:pt x="56" y="73"/>
                  <a:pt x="58" y="73"/>
                </a:cubicBezTo>
                <a:close/>
                <a:moveTo>
                  <a:pt x="63" y="38"/>
                </a:moveTo>
                <a:cubicBezTo>
                  <a:pt x="63" y="38"/>
                  <a:pt x="63" y="38"/>
                  <a:pt x="63" y="38"/>
                </a:cubicBezTo>
                <a:cubicBezTo>
                  <a:pt x="94" y="38"/>
                  <a:pt x="94" y="38"/>
                  <a:pt x="94" y="38"/>
                </a:cubicBezTo>
                <a:cubicBezTo>
                  <a:pt x="94" y="65"/>
                  <a:pt x="94" y="65"/>
                  <a:pt x="94" y="65"/>
                </a:cubicBezTo>
                <a:cubicBezTo>
                  <a:pt x="63" y="65"/>
                  <a:pt x="63" y="65"/>
                  <a:pt x="63" y="65"/>
                </a:cubicBezTo>
                <a:cubicBezTo>
                  <a:pt x="63" y="38"/>
                  <a:pt x="63" y="38"/>
                  <a:pt x="63" y="38"/>
                </a:cubicBezTo>
                <a:close/>
                <a:moveTo>
                  <a:pt x="27" y="121"/>
                </a:moveTo>
                <a:cubicBezTo>
                  <a:pt x="27" y="121"/>
                  <a:pt x="27" y="121"/>
                  <a:pt x="27" y="121"/>
                </a:cubicBezTo>
                <a:cubicBezTo>
                  <a:pt x="189" y="121"/>
                  <a:pt x="189" y="121"/>
                  <a:pt x="189" y="121"/>
                </a:cubicBezTo>
                <a:cubicBezTo>
                  <a:pt x="193" y="121"/>
                  <a:pt x="196" y="118"/>
                  <a:pt x="196" y="114"/>
                </a:cubicBezTo>
                <a:cubicBezTo>
                  <a:pt x="196" y="7"/>
                  <a:pt x="196" y="7"/>
                  <a:pt x="196" y="7"/>
                </a:cubicBezTo>
                <a:cubicBezTo>
                  <a:pt x="196" y="3"/>
                  <a:pt x="193" y="0"/>
                  <a:pt x="189" y="0"/>
                </a:cubicBezTo>
                <a:cubicBezTo>
                  <a:pt x="27" y="0"/>
                  <a:pt x="27" y="0"/>
                  <a:pt x="27" y="0"/>
                </a:cubicBezTo>
                <a:cubicBezTo>
                  <a:pt x="23" y="0"/>
                  <a:pt x="20" y="3"/>
                  <a:pt x="20" y="7"/>
                </a:cubicBezTo>
                <a:cubicBezTo>
                  <a:pt x="20" y="114"/>
                  <a:pt x="20" y="114"/>
                  <a:pt x="20" y="114"/>
                </a:cubicBezTo>
                <a:cubicBezTo>
                  <a:pt x="20" y="118"/>
                  <a:pt x="23" y="121"/>
                  <a:pt x="27" y="121"/>
                </a:cubicBezTo>
                <a:close/>
                <a:moveTo>
                  <a:pt x="33" y="13"/>
                </a:moveTo>
                <a:cubicBezTo>
                  <a:pt x="33" y="13"/>
                  <a:pt x="33" y="13"/>
                  <a:pt x="33" y="13"/>
                </a:cubicBezTo>
                <a:cubicBezTo>
                  <a:pt x="182" y="13"/>
                  <a:pt x="182" y="13"/>
                  <a:pt x="182" y="13"/>
                </a:cubicBezTo>
                <a:cubicBezTo>
                  <a:pt x="182" y="107"/>
                  <a:pt x="182" y="107"/>
                  <a:pt x="182" y="107"/>
                </a:cubicBezTo>
                <a:cubicBezTo>
                  <a:pt x="33" y="107"/>
                  <a:pt x="33" y="107"/>
                  <a:pt x="33" y="107"/>
                </a:cubicBezTo>
                <a:cubicBezTo>
                  <a:pt x="33" y="13"/>
                  <a:pt x="33" y="13"/>
                  <a:pt x="33" y="13"/>
                </a:cubicBezTo>
                <a:close/>
                <a:moveTo>
                  <a:pt x="157" y="48"/>
                </a:moveTo>
                <a:cubicBezTo>
                  <a:pt x="157" y="48"/>
                  <a:pt x="157" y="48"/>
                  <a:pt x="157" y="48"/>
                </a:cubicBezTo>
                <a:cubicBezTo>
                  <a:pt x="111" y="48"/>
                  <a:pt x="111" y="48"/>
                  <a:pt x="111" y="48"/>
                </a:cubicBezTo>
                <a:cubicBezTo>
                  <a:pt x="108" y="48"/>
                  <a:pt x="107" y="49"/>
                  <a:pt x="107" y="52"/>
                </a:cubicBezTo>
                <a:cubicBezTo>
                  <a:pt x="107" y="54"/>
                  <a:pt x="108" y="56"/>
                  <a:pt x="111" y="56"/>
                </a:cubicBezTo>
                <a:cubicBezTo>
                  <a:pt x="157" y="56"/>
                  <a:pt x="157" y="56"/>
                  <a:pt x="157" y="56"/>
                </a:cubicBezTo>
                <a:cubicBezTo>
                  <a:pt x="159" y="56"/>
                  <a:pt x="161" y="54"/>
                  <a:pt x="161" y="52"/>
                </a:cubicBezTo>
                <a:cubicBezTo>
                  <a:pt x="161" y="49"/>
                  <a:pt x="159" y="48"/>
                  <a:pt x="157" y="48"/>
                </a:cubicBezTo>
                <a:close/>
                <a:moveTo>
                  <a:pt x="157" y="65"/>
                </a:moveTo>
                <a:cubicBezTo>
                  <a:pt x="157" y="65"/>
                  <a:pt x="157" y="65"/>
                  <a:pt x="157" y="65"/>
                </a:cubicBezTo>
                <a:cubicBezTo>
                  <a:pt x="111" y="65"/>
                  <a:pt x="111" y="65"/>
                  <a:pt x="111" y="65"/>
                </a:cubicBezTo>
                <a:cubicBezTo>
                  <a:pt x="108" y="65"/>
                  <a:pt x="107" y="67"/>
                  <a:pt x="107" y="69"/>
                </a:cubicBezTo>
                <a:cubicBezTo>
                  <a:pt x="107" y="71"/>
                  <a:pt x="108" y="73"/>
                  <a:pt x="111" y="73"/>
                </a:cubicBezTo>
                <a:cubicBezTo>
                  <a:pt x="157" y="73"/>
                  <a:pt x="157" y="73"/>
                  <a:pt x="157" y="73"/>
                </a:cubicBezTo>
                <a:cubicBezTo>
                  <a:pt x="159" y="73"/>
                  <a:pt x="161" y="71"/>
                  <a:pt x="161" y="69"/>
                </a:cubicBezTo>
                <a:cubicBezTo>
                  <a:pt x="161" y="67"/>
                  <a:pt x="159" y="65"/>
                  <a:pt x="157" y="65"/>
                </a:cubicBezTo>
                <a:close/>
                <a:moveTo>
                  <a:pt x="157" y="30"/>
                </a:moveTo>
                <a:cubicBezTo>
                  <a:pt x="157" y="30"/>
                  <a:pt x="157" y="30"/>
                  <a:pt x="157" y="30"/>
                </a:cubicBezTo>
                <a:cubicBezTo>
                  <a:pt x="111" y="30"/>
                  <a:pt x="111" y="30"/>
                  <a:pt x="111" y="30"/>
                </a:cubicBezTo>
                <a:cubicBezTo>
                  <a:pt x="108" y="30"/>
                  <a:pt x="107" y="32"/>
                  <a:pt x="107" y="34"/>
                </a:cubicBezTo>
                <a:cubicBezTo>
                  <a:pt x="107" y="37"/>
                  <a:pt x="108" y="38"/>
                  <a:pt x="111" y="38"/>
                </a:cubicBezTo>
                <a:cubicBezTo>
                  <a:pt x="157" y="38"/>
                  <a:pt x="157" y="38"/>
                  <a:pt x="157" y="38"/>
                </a:cubicBezTo>
                <a:cubicBezTo>
                  <a:pt x="159" y="38"/>
                  <a:pt x="161" y="37"/>
                  <a:pt x="161" y="34"/>
                </a:cubicBezTo>
                <a:cubicBezTo>
                  <a:pt x="161" y="32"/>
                  <a:pt x="159" y="30"/>
                  <a:pt x="157" y="30"/>
                </a:cubicBezTo>
                <a:close/>
                <a:moveTo>
                  <a:pt x="209" y="127"/>
                </a:moveTo>
                <a:cubicBezTo>
                  <a:pt x="209" y="127"/>
                  <a:pt x="209" y="127"/>
                  <a:pt x="209" y="127"/>
                </a:cubicBezTo>
                <a:cubicBezTo>
                  <a:pt x="7" y="127"/>
                  <a:pt x="7" y="127"/>
                  <a:pt x="7" y="127"/>
                </a:cubicBezTo>
                <a:cubicBezTo>
                  <a:pt x="3" y="127"/>
                  <a:pt x="0" y="130"/>
                  <a:pt x="0" y="134"/>
                </a:cubicBezTo>
                <a:cubicBezTo>
                  <a:pt x="0" y="137"/>
                  <a:pt x="3" y="140"/>
                  <a:pt x="7" y="140"/>
                </a:cubicBezTo>
                <a:cubicBezTo>
                  <a:pt x="209" y="140"/>
                  <a:pt x="209" y="140"/>
                  <a:pt x="209" y="140"/>
                </a:cubicBezTo>
                <a:cubicBezTo>
                  <a:pt x="212" y="140"/>
                  <a:pt x="215" y="137"/>
                  <a:pt x="215" y="134"/>
                </a:cubicBezTo>
                <a:cubicBezTo>
                  <a:pt x="215" y="130"/>
                  <a:pt x="212" y="127"/>
                  <a:pt x="209" y="127"/>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50" name="矩形 49"/>
          <p:cNvSpPr/>
          <p:nvPr/>
        </p:nvSpPr>
        <p:spPr>
          <a:xfrm>
            <a:off x="422585" y="3224765"/>
            <a:ext cx="825867" cy="246221"/>
          </a:xfrm>
          <a:prstGeom prst="rect">
            <a:avLst/>
          </a:prstGeom>
        </p:spPr>
        <p:txBody>
          <a:bodyPr wrap="none">
            <a:spAutoFit/>
          </a:bodyPr>
          <a:lstStyle/>
          <a:p>
            <a:pPr algn="ctr"/>
            <a:r>
              <a:rPr lang="zh-CN" altLang="en-US" sz="1000" dirty="0">
                <a:ln w="6350">
                  <a:noFill/>
                </a:ln>
                <a:solidFill>
                  <a:srgbClr val="586B7F"/>
                </a:solidFill>
                <a:latin typeface="Impact" pitchFamily="34" charset="0"/>
                <a:ea typeface="微软雅黑" pitchFamily="34" charset="-122"/>
              </a:rPr>
              <a:t>建议与总结</a:t>
            </a:r>
          </a:p>
        </p:txBody>
      </p:sp>
      <p:pic>
        <p:nvPicPr>
          <p:cNvPr id="42" name="图片 4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665722" y="667040"/>
            <a:ext cx="1568698" cy="669143"/>
          </a:xfrm>
          <a:prstGeom prst="rect">
            <a:avLst/>
          </a:prstGeom>
        </p:spPr>
      </p:pic>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withEffect">
                                  <p:stCondLst>
                                    <p:cond delay="0"/>
                                  </p:stCondLst>
                                  <p:childTnLst>
                                    <p:set>
                                      <p:cBhvr>
                                        <p:cTn id="6" dur="1" fill="hold">
                                          <p:stCondLst>
                                            <p:cond delay="0"/>
                                          </p:stCondLst>
                                        </p:cTn>
                                        <p:tgtEl>
                                          <p:spTgt spid="70"/>
                                        </p:tgtEl>
                                        <p:attrNameLst>
                                          <p:attrName>style.visibility</p:attrName>
                                        </p:attrNameLst>
                                      </p:cBhvr>
                                      <p:to>
                                        <p:strVal val="visible"/>
                                      </p:to>
                                    </p:set>
                                    <p:animEffect transition="in" filter="fade">
                                      <p:cBhvr>
                                        <p:cTn id="7" dur="500"/>
                                        <p:tgtEl>
                                          <p:spTgt spid="70"/>
                                        </p:tgtEl>
                                      </p:cBhvr>
                                    </p:animEffect>
                                    <p:anim calcmode="lin" valueType="num">
                                      <p:cBhvr>
                                        <p:cTn id="8" dur="500" fill="hold"/>
                                        <p:tgtEl>
                                          <p:spTgt spid="70"/>
                                        </p:tgtEl>
                                        <p:attrNameLst>
                                          <p:attrName>ppt_x</p:attrName>
                                        </p:attrNameLst>
                                      </p:cBhvr>
                                      <p:tavLst>
                                        <p:tav tm="0">
                                          <p:val>
                                            <p:strVal val="#ppt_x"/>
                                          </p:val>
                                        </p:tav>
                                        <p:tav tm="100000">
                                          <p:val>
                                            <p:strVal val="#ppt_x"/>
                                          </p:val>
                                        </p:tav>
                                      </p:tavLst>
                                    </p:anim>
                                    <p:anim calcmode="lin" valueType="num">
                                      <p:cBhvr>
                                        <p:cTn id="9" dur="500" fill="hold"/>
                                        <p:tgtEl>
                                          <p:spTgt spid="70"/>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58"/>
                                        </p:tgtEl>
                                        <p:attrNameLst>
                                          <p:attrName>style.visibility</p:attrName>
                                        </p:attrNameLst>
                                      </p:cBhvr>
                                      <p:to>
                                        <p:strVal val="visible"/>
                                      </p:to>
                                    </p:set>
                                    <p:animEffect transition="in" filter="fade">
                                      <p:cBhvr>
                                        <p:cTn id="12" dur="500"/>
                                        <p:tgtEl>
                                          <p:spTgt spid="58"/>
                                        </p:tgtEl>
                                      </p:cBhvr>
                                    </p:animEffect>
                                    <p:anim calcmode="lin" valueType="num">
                                      <p:cBhvr>
                                        <p:cTn id="13" dur="500" fill="hold"/>
                                        <p:tgtEl>
                                          <p:spTgt spid="58"/>
                                        </p:tgtEl>
                                        <p:attrNameLst>
                                          <p:attrName>ppt_x</p:attrName>
                                        </p:attrNameLst>
                                      </p:cBhvr>
                                      <p:tavLst>
                                        <p:tav tm="0">
                                          <p:val>
                                            <p:strVal val="#ppt_x"/>
                                          </p:val>
                                        </p:tav>
                                        <p:tav tm="100000">
                                          <p:val>
                                            <p:strVal val="#ppt_x"/>
                                          </p:val>
                                        </p:tav>
                                      </p:tavLst>
                                    </p:anim>
                                    <p:anim calcmode="lin" valueType="num">
                                      <p:cBhvr>
                                        <p:cTn id="14" dur="500" fill="hold"/>
                                        <p:tgtEl>
                                          <p:spTgt spid="58"/>
                                        </p:tgtEl>
                                        <p:attrNameLst>
                                          <p:attrName>ppt_y</p:attrName>
                                        </p:attrNameLst>
                                      </p:cBhvr>
                                      <p:tavLst>
                                        <p:tav tm="0">
                                          <p:val>
                                            <p:strVal val="#ppt_y+.1"/>
                                          </p:val>
                                        </p:tav>
                                        <p:tav tm="100000">
                                          <p:val>
                                            <p:strVal val="#ppt_y"/>
                                          </p:val>
                                        </p:tav>
                                      </p:tavLst>
                                    </p:anim>
                                  </p:childTnLst>
                                </p:cTn>
                              </p:par>
                              <p:par>
                                <p:cTn id="15" presetID="55" presetClass="entr" presetSubtype="0" fill="hold" grpId="0" nodeType="withEffect">
                                  <p:stCondLst>
                                    <p:cond delay="500"/>
                                  </p:stCondLst>
                                  <p:childTnLst>
                                    <p:set>
                                      <p:cBhvr>
                                        <p:cTn id="16" dur="1" fill="hold">
                                          <p:stCondLst>
                                            <p:cond delay="0"/>
                                          </p:stCondLst>
                                        </p:cTn>
                                        <p:tgtEl>
                                          <p:spTgt spid="62"/>
                                        </p:tgtEl>
                                        <p:attrNameLst>
                                          <p:attrName>style.visibility</p:attrName>
                                        </p:attrNameLst>
                                      </p:cBhvr>
                                      <p:to>
                                        <p:strVal val="visible"/>
                                      </p:to>
                                    </p:set>
                                    <p:anim calcmode="lin" valueType="num">
                                      <p:cBhvr>
                                        <p:cTn id="17" dur="500" fill="hold"/>
                                        <p:tgtEl>
                                          <p:spTgt spid="62"/>
                                        </p:tgtEl>
                                        <p:attrNameLst>
                                          <p:attrName>ppt_w</p:attrName>
                                        </p:attrNameLst>
                                      </p:cBhvr>
                                      <p:tavLst>
                                        <p:tav tm="0">
                                          <p:val>
                                            <p:strVal val="#ppt_w*0.70"/>
                                          </p:val>
                                        </p:tav>
                                        <p:tav tm="100000">
                                          <p:val>
                                            <p:strVal val="#ppt_w"/>
                                          </p:val>
                                        </p:tav>
                                      </p:tavLst>
                                    </p:anim>
                                    <p:anim calcmode="lin" valueType="num">
                                      <p:cBhvr>
                                        <p:cTn id="18" dur="500" fill="hold"/>
                                        <p:tgtEl>
                                          <p:spTgt spid="62"/>
                                        </p:tgtEl>
                                        <p:attrNameLst>
                                          <p:attrName>ppt_h</p:attrName>
                                        </p:attrNameLst>
                                      </p:cBhvr>
                                      <p:tavLst>
                                        <p:tav tm="0">
                                          <p:val>
                                            <p:strVal val="#ppt_h"/>
                                          </p:val>
                                        </p:tav>
                                        <p:tav tm="100000">
                                          <p:val>
                                            <p:strVal val="#ppt_h"/>
                                          </p:val>
                                        </p:tav>
                                      </p:tavLst>
                                    </p:anim>
                                    <p:animEffect transition="in" filter="fade">
                                      <p:cBhvr>
                                        <p:cTn id="19" dur="500"/>
                                        <p:tgtEl>
                                          <p:spTgt spid="62"/>
                                        </p:tgtEl>
                                      </p:cBhvr>
                                    </p:animEffect>
                                  </p:childTnLst>
                                </p:cTn>
                              </p:par>
                              <p:par>
                                <p:cTn id="20" presetID="23" presetClass="entr" presetSubtype="16" fill="hold" grpId="0" nodeType="withEffect">
                                  <p:stCondLst>
                                    <p:cond delay="500"/>
                                  </p:stCondLst>
                                  <p:childTnLst>
                                    <p:set>
                                      <p:cBhvr>
                                        <p:cTn id="21" dur="1" fill="hold">
                                          <p:stCondLst>
                                            <p:cond delay="0"/>
                                          </p:stCondLst>
                                        </p:cTn>
                                        <p:tgtEl>
                                          <p:spTgt spid="65"/>
                                        </p:tgtEl>
                                        <p:attrNameLst>
                                          <p:attrName>style.visibility</p:attrName>
                                        </p:attrNameLst>
                                      </p:cBhvr>
                                      <p:to>
                                        <p:strVal val="visible"/>
                                      </p:to>
                                    </p:set>
                                    <p:anim calcmode="lin" valueType="num">
                                      <p:cBhvr>
                                        <p:cTn id="22" dur="500" fill="hold"/>
                                        <p:tgtEl>
                                          <p:spTgt spid="65"/>
                                        </p:tgtEl>
                                        <p:attrNameLst>
                                          <p:attrName>ppt_w</p:attrName>
                                        </p:attrNameLst>
                                      </p:cBhvr>
                                      <p:tavLst>
                                        <p:tav tm="0">
                                          <p:val>
                                            <p:fltVal val="0"/>
                                          </p:val>
                                        </p:tav>
                                        <p:tav tm="100000">
                                          <p:val>
                                            <p:strVal val="#ppt_w"/>
                                          </p:val>
                                        </p:tav>
                                      </p:tavLst>
                                    </p:anim>
                                    <p:anim calcmode="lin" valueType="num">
                                      <p:cBhvr>
                                        <p:cTn id="23" dur="500" fill="hold"/>
                                        <p:tgtEl>
                                          <p:spTgt spid="65"/>
                                        </p:tgtEl>
                                        <p:attrNameLst>
                                          <p:attrName>ppt_h</p:attrName>
                                        </p:attrNameLst>
                                      </p:cBhvr>
                                      <p:tavLst>
                                        <p:tav tm="0">
                                          <p:val>
                                            <p:fltVal val="0"/>
                                          </p:val>
                                        </p:tav>
                                        <p:tav tm="100000">
                                          <p:val>
                                            <p:strVal val="#ppt_h"/>
                                          </p:val>
                                        </p:tav>
                                      </p:tavLst>
                                    </p:anim>
                                  </p:childTnLst>
                                </p:cTn>
                              </p:par>
                            </p:childTnLst>
                          </p:cTn>
                        </p:par>
                        <p:par>
                          <p:cTn id="24" fill="hold">
                            <p:stCondLst>
                              <p:cond delay="500"/>
                            </p:stCondLst>
                            <p:childTnLst>
                              <p:par>
                                <p:cTn id="25" presetID="47" presetClass="entr" presetSubtype="0" fill="hold" grpId="0" nodeType="afterEffect">
                                  <p:stCondLst>
                                    <p:cond delay="0"/>
                                  </p:stCondLst>
                                  <p:childTnLst>
                                    <p:set>
                                      <p:cBhvr>
                                        <p:cTn id="26" dur="1" fill="hold">
                                          <p:stCondLst>
                                            <p:cond delay="0"/>
                                          </p:stCondLst>
                                        </p:cTn>
                                        <p:tgtEl>
                                          <p:spTgt spid="71"/>
                                        </p:tgtEl>
                                        <p:attrNameLst>
                                          <p:attrName>style.visibility</p:attrName>
                                        </p:attrNameLst>
                                      </p:cBhvr>
                                      <p:to>
                                        <p:strVal val="visible"/>
                                      </p:to>
                                    </p:set>
                                    <p:animEffect transition="in" filter="fade">
                                      <p:cBhvr>
                                        <p:cTn id="27" dur="500"/>
                                        <p:tgtEl>
                                          <p:spTgt spid="71"/>
                                        </p:tgtEl>
                                      </p:cBhvr>
                                    </p:animEffect>
                                    <p:anim calcmode="lin" valueType="num">
                                      <p:cBhvr>
                                        <p:cTn id="28" dur="500" fill="hold"/>
                                        <p:tgtEl>
                                          <p:spTgt spid="71"/>
                                        </p:tgtEl>
                                        <p:attrNameLst>
                                          <p:attrName>ppt_x</p:attrName>
                                        </p:attrNameLst>
                                      </p:cBhvr>
                                      <p:tavLst>
                                        <p:tav tm="0">
                                          <p:val>
                                            <p:strVal val="#ppt_x"/>
                                          </p:val>
                                        </p:tav>
                                        <p:tav tm="100000">
                                          <p:val>
                                            <p:strVal val="#ppt_x"/>
                                          </p:val>
                                        </p:tav>
                                      </p:tavLst>
                                    </p:anim>
                                    <p:anim calcmode="lin" valueType="num">
                                      <p:cBhvr>
                                        <p:cTn id="29" dur="500" fill="hold"/>
                                        <p:tgtEl>
                                          <p:spTgt spid="71"/>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59"/>
                                        </p:tgtEl>
                                        <p:attrNameLst>
                                          <p:attrName>style.visibility</p:attrName>
                                        </p:attrNameLst>
                                      </p:cBhvr>
                                      <p:to>
                                        <p:strVal val="visible"/>
                                      </p:to>
                                    </p:set>
                                    <p:animEffect transition="in" filter="fade">
                                      <p:cBhvr>
                                        <p:cTn id="32" dur="500"/>
                                        <p:tgtEl>
                                          <p:spTgt spid="59"/>
                                        </p:tgtEl>
                                      </p:cBhvr>
                                    </p:animEffect>
                                    <p:anim calcmode="lin" valueType="num">
                                      <p:cBhvr>
                                        <p:cTn id="33" dur="500" fill="hold"/>
                                        <p:tgtEl>
                                          <p:spTgt spid="59"/>
                                        </p:tgtEl>
                                        <p:attrNameLst>
                                          <p:attrName>ppt_x</p:attrName>
                                        </p:attrNameLst>
                                      </p:cBhvr>
                                      <p:tavLst>
                                        <p:tav tm="0">
                                          <p:val>
                                            <p:strVal val="#ppt_x"/>
                                          </p:val>
                                        </p:tav>
                                        <p:tav tm="100000">
                                          <p:val>
                                            <p:strVal val="#ppt_x"/>
                                          </p:val>
                                        </p:tav>
                                      </p:tavLst>
                                    </p:anim>
                                    <p:anim calcmode="lin" valueType="num">
                                      <p:cBhvr>
                                        <p:cTn id="34" dur="500" fill="hold"/>
                                        <p:tgtEl>
                                          <p:spTgt spid="59"/>
                                        </p:tgtEl>
                                        <p:attrNameLst>
                                          <p:attrName>ppt_y</p:attrName>
                                        </p:attrNameLst>
                                      </p:cBhvr>
                                      <p:tavLst>
                                        <p:tav tm="0">
                                          <p:val>
                                            <p:strVal val="#ppt_y+.1"/>
                                          </p:val>
                                        </p:tav>
                                        <p:tav tm="100000">
                                          <p:val>
                                            <p:strVal val="#ppt_y"/>
                                          </p:val>
                                        </p:tav>
                                      </p:tavLst>
                                    </p:anim>
                                  </p:childTnLst>
                                </p:cTn>
                              </p:par>
                              <p:par>
                                <p:cTn id="35" presetID="55" presetClass="entr" presetSubtype="0" fill="hold" grpId="0" nodeType="withEffect">
                                  <p:stCondLst>
                                    <p:cond delay="500"/>
                                  </p:stCondLst>
                                  <p:childTnLst>
                                    <p:set>
                                      <p:cBhvr>
                                        <p:cTn id="36" dur="1" fill="hold">
                                          <p:stCondLst>
                                            <p:cond delay="0"/>
                                          </p:stCondLst>
                                        </p:cTn>
                                        <p:tgtEl>
                                          <p:spTgt spid="67"/>
                                        </p:tgtEl>
                                        <p:attrNameLst>
                                          <p:attrName>style.visibility</p:attrName>
                                        </p:attrNameLst>
                                      </p:cBhvr>
                                      <p:to>
                                        <p:strVal val="visible"/>
                                      </p:to>
                                    </p:set>
                                    <p:anim calcmode="lin" valueType="num">
                                      <p:cBhvr>
                                        <p:cTn id="37" dur="500" fill="hold"/>
                                        <p:tgtEl>
                                          <p:spTgt spid="67"/>
                                        </p:tgtEl>
                                        <p:attrNameLst>
                                          <p:attrName>ppt_w</p:attrName>
                                        </p:attrNameLst>
                                      </p:cBhvr>
                                      <p:tavLst>
                                        <p:tav tm="0">
                                          <p:val>
                                            <p:strVal val="#ppt_w*0.70"/>
                                          </p:val>
                                        </p:tav>
                                        <p:tav tm="100000">
                                          <p:val>
                                            <p:strVal val="#ppt_w"/>
                                          </p:val>
                                        </p:tav>
                                      </p:tavLst>
                                    </p:anim>
                                    <p:anim calcmode="lin" valueType="num">
                                      <p:cBhvr>
                                        <p:cTn id="38" dur="500" fill="hold"/>
                                        <p:tgtEl>
                                          <p:spTgt spid="67"/>
                                        </p:tgtEl>
                                        <p:attrNameLst>
                                          <p:attrName>ppt_h</p:attrName>
                                        </p:attrNameLst>
                                      </p:cBhvr>
                                      <p:tavLst>
                                        <p:tav tm="0">
                                          <p:val>
                                            <p:strVal val="#ppt_h"/>
                                          </p:val>
                                        </p:tav>
                                        <p:tav tm="100000">
                                          <p:val>
                                            <p:strVal val="#ppt_h"/>
                                          </p:val>
                                        </p:tav>
                                      </p:tavLst>
                                    </p:anim>
                                    <p:animEffect transition="in" filter="fade">
                                      <p:cBhvr>
                                        <p:cTn id="39" dur="500"/>
                                        <p:tgtEl>
                                          <p:spTgt spid="67"/>
                                        </p:tgtEl>
                                      </p:cBhvr>
                                    </p:animEffect>
                                  </p:childTnLst>
                                </p:cTn>
                              </p:par>
                              <p:par>
                                <p:cTn id="40" presetID="23" presetClass="entr" presetSubtype="16" fill="hold" grpId="0" nodeType="withEffect">
                                  <p:stCondLst>
                                    <p:cond delay="500"/>
                                  </p:stCondLst>
                                  <p:childTnLst>
                                    <p:set>
                                      <p:cBhvr>
                                        <p:cTn id="41" dur="1" fill="hold">
                                          <p:stCondLst>
                                            <p:cond delay="0"/>
                                          </p:stCondLst>
                                        </p:cTn>
                                        <p:tgtEl>
                                          <p:spTgt spid="64"/>
                                        </p:tgtEl>
                                        <p:attrNameLst>
                                          <p:attrName>style.visibility</p:attrName>
                                        </p:attrNameLst>
                                      </p:cBhvr>
                                      <p:to>
                                        <p:strVal val="visible"/>
                                      </p:to>
                                    </p:set>
                                    <p:anim calcmode="lin" valueType="num">
                                      <p:cBhvr>
                                        <p:cTn id="42" dur="500" fill="hold"/>
                                        <p:tgtEl>
                                          <p:spTgt spid="64"/>
                                        </p:tgtEl>
                                        <p:attrNameLst>
                                          <p:attrName>ppt_w</p:attrName>
                                        </p:attrNameLst>
                                      </p:cBhvr>
                                      <p:tavLst>
                                        <p:tav tm="0">
                                          <p:val>
                                            <p:fltVal val="0"/>
                                          </p:val>
                                        </p:tav>
                                        <p:tav tm="100000">
                                          <p:val>
                                            <p:strVal val="#ppt_w"/>
                                          </p:val>
                                        </p:tav>
                                      </p:tavLst>
                                    </p:anim>
                                    <p:anim calcmode="lin" valueType="num">
                                      <p:cBhvr>
                                        <p:cTn id="43" dur="500" fill="hold"/>
                                        <p:tgtEl>
                                          <p:spTgt spid="64"/>
                                        </p:tgtEl>
                                        <p:attrNameLst>
                                          <p:attrName>ppt_h</p:attrName>
                                        </p:attrNameLst>
                                      </p:cBhvr>
                                      <p:tavLst>
                                        <p:tav tm="0">
                                          <p:val>
                                            <p:fltVal val="0"/>
                                          </p:val>
                                        </p:tav>
                                        <p:tav tm="100000">
                                          <p:val>
                                            <p:strVal val="#ppt_h"/>
                                          </p:val>
                                        </p:tav>
                                      </p:tavLst>
                                    </p:anim>
                                  </p:childTnLst>
                                </p:cTn>
                              </p:par>
                            </p:childTnLst>
                          </p:cTn>
                        </p:par>
                        <p:par>
                          <p:cTn id="44" fill="hold">
                            <p:stCondLst>
                              <p:cond delay="1000"/>
                            </p:stCondLst>
                            <p:childTnLst>
                              <p:par>
                                <p:cTn id="45" presetID="47" presetClass="entr" presetSubtype="0" fill="hold" grpId="0" nodeType="afterEffect">
                                  <p:stCondLst>
                                    <p:cond delay="0"/>
                                  </p:stCondLst>
                                  <p:childTnLst>
                                    <p:set>
                                      <p:cBhvr>
                                        <p:cTn id="46" dur="1" fill="hold">
                                          <p:stCondLst>
                                            <p:cond delay="0"/>
                                          </p:stCondLst>
                                        </p:cTn>
                                        <p:tgtEl>
                                          <p:spTgt spid="57"/>
                                        </p:tgtEl>
                                        <p:attrNameLst>
                                          <p:attrName>style.visibility</p:attrName>
                                        </p:attrNameLst>
                                      </p:cBhvr>
                                      <p:to>
                                        <p:strVal val="visible"/>
                                      </p:to>
                                    </p:set>
                                    <p:animEffect transition="in" filter="fade">
                                      <p:cBhvr>
                                        <p:cTn id="47" dur="500"/>
                                        <p:tgtEl>
                                          <p:spTgt spid="57"/>
                                        </p:tgtEl>
                                      </p:cBhvr>
                                    </p:animEffect>
                                    <p:anim calcmode="lin" valueType="num">
                                      <p:cBhvr>
                                        <p:cTn id="48" dur="500" fill="hold"/>
                                        <p:tgtEl>
                                          <p:spTgt spid="57"/>
                                        </p:tgtEl>
                                        <p:attrNameLst>
                                          <p:attrName>ppt_x</p:attrName>
                                        </p:attrNameLst>
                                      </p:cBhvr>
                                      <p:tavLst>
                                        <p:tav tm="0">
                                          <p:val>
                                            <p:strVal val="#ppt_x"/>
                                          </p:val>
                                        </p:tav>
                                        <p:tav tm="100000">
                                          <p:val>
                                            <p:strVal val="#ppt_x"/>
                                          </p:val>
                                        </p:tav>
                                      </p:tavLst>
                                    </p:anim>
                                    <p:anim calcmode="lin" valueType="num">
                                      <p:cBhvr>
                                        <p:cTn id="49" dur="500" fill="hold"/>
                                        <p:tgtEl>
                                          <p:spTgt spid="57"/>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p:stCondLst>
                                    <p:cond delay="0"/>
                                  </p:stCondLst>
                                  <p:childTnLst>
                                    <p:set>
                                      <p:cBhvr>
                                        <p:cTn id="51" dur="1" fill="hold">
                                          <p:stCondLst>
                                            <p:cond delay="0"/>
                                          </p:stCondLst>
                                        </p:cTn>
                                        <p:tgtEl>
                                          <p:spTgt spid="60"/>
                                        </p:tgtEl>
                                        <p:attrNameLst>
                                          <p:attrName>style.visibility</p:attrName>
                                        </p:attrNameLst>
                                      </p:cBhvr>
                                      <p:to>
                                        <p:strVal val="visible"/>
                                      </p:to>
                                    </p:set>
                                    <p:animEffect transition="in" filter="fade">
                                      <p:cBhvr>
                                        <p:cTn id="52" dur="500"/>
                                        <p:tgtEl>
                                          <p:spTgt spid="60"/>
                                        </p:tgtEl>
                                      </p:cBhvr>
                                    </p:animEffect>
                                    <p:anim calcmode="lin" valueType="num">
                                      <p:cBhvr>
                                        <p:cTn id="53" dur="500" fill="hold"/>
                                        <p:tgtEl>
                                          <p:spTgt spid="60"/>
                                        </p:tgtEl>
                                        <p:attrNameLst>
                                          <p:attrName>ppt_x</p:attrName>
                                        </p:attrNameLst>
                                      </p:cBhvr>
                                      <p:tavLst>
                                        <p:tav tm="0">
                                          <p:val>
                                            <p:strVal val="#ppt_x"/>
                                          </p:val>
                                        </p:tav>
                                        <p:tav tm="100000">
                                          <p:val>
                                            <p:strVal val="#ppt_x"/>
                                          </p:val>
                                        </p:tav>
                                      </p:tavLst>
                                    </p:anim>
                                    <p:anim calcmode="lin" valueType="num">
                                      <p:cBhvr>
                                        <p:cTn id="54" dur="500" fill="hold"/>
                                        <p:tgtEl>
                                          <p:spTgt spid="60"/>
                                        </p:tgtEl>
                                        <p:attrNameLst>
                                          <p:attrName>ppt_y</p:attrName>
                                        </p:attrNameLst>
                                      </p:cBhvr>
                                      <p:tavLst>
                                        <p:tav tm="0">
                                          <p:val>
                                            <p:strVal val="#ppt_y+.1"/>
                                          </p:val>
                                        </p:tav>
                                        <p:tav tm="100000">
                                          <p:val>
                                            <p:strVal val="#ppt_y"/>
                                          </p:val>
                                        </p:tav>
                                      </p:tavLst>
                                    </p:anim>
                                  </p:childTnLst>
                                </p:cTn>
                              </p:par>
                              <p:par>
                                <p:cTn id="55" presetID="55" presetClass="entr" presetSubtype="0" fill="hold" grpId="0" nodeType="withEffect">
                                  <p:stCondLst>
                                    <p:cond delay="500"/>
                                  </p:stCondLst>
                                  <p:childTnLst>
                                    <p:set>
                                      <p:cBhvr>
                                        <p:cTn id="56" dur="1" fill="hold">
                                          <p:stCondLst>
                                            <p:cond delay="0"/>
                                          </p:stCondLst>
                                        </p:cTn>
                                        <p:tgtEl>
                                          <p:spTgt spid="68"/>
                                        </p:tgtEl>
                                        <p:attrNameLst>
                                          <p:attrName>style.visibility</p:attrName>
                                        </p:attrNameLst>
                                      </p:cBhvr>
                                      <p:to>
                                        <p:strVal val="visible"/>
                                      </p:to>
                                    </p:set>
                                    <p:anim calcmode="lin" valueType="num">
                                      <p:cBhvr>
                                        <p:cTn id="57" dur="500" fill="hold"/>
                                        <p:tgtEl>
                                          <p:spTgt spid="68"/>
                                        </p:tgtEl>
                                        <p:attrNameLst>
                                          <p:attrName>ppt_w</p:attrName>
                                        </p:attrNameLst>
                                      </p:cBhvr>
                                      <p:tavLst>
                                        <p:tav tm="0">
                                          <p:val>
                                            <p:strVal val="#ppt_w*0.70"/>
                                          </p:val>
                                        </p:tav>
                                        <p:tav tm="100000">
                                          <p:val>
                                            <p:strVal val="#ppt_w"/>
                                          </p:val>
                                        </p:tav>
                                      </p:tavLst>
                                    </p:anim>
                                    <p:anim calcmode="lin" valueType="num">
                                      <p:cBhvr>
                                        <p:cTn id="58" dur="500" fill="hold"/>
                                        <p:tgtEl>
                                          <p:spTgt spid="68"/>
                                        </p:tgtEl>
                                        <p:attrNameLst>
                                          <p:attrName>ppt_h</p:attrName>
                                        </p:attrNameLst>
                                      </p:cBhvr>
                                      <p:tavLst>
                                        <p:tav tm="0">
                                          <p:val>
                                            <p:strVal val="#ppt_h"/>
                                          </p:val>
                                        </p:tav>
                                        <p:tav tm="100000">
                                          <p:val>
                                            <p:strVal val="#ppt_h"/>
                                          </p:val>
                                        </p:tav>
                                      </p:tavLst>
                                    </p:anim>
                                    <p:animEffect transition="in" filter="fade">
                                      <p:cBhvr>
                                        <p:cTn id="59" dur="500"/>
                                        <p:tgtEl>
                                          <p:spTgt spid="68"/>
                                        </p:tgtEl>
                                      </p:cBhvr>
                                    </p:animEffect>
                                  </p:childTnLst>
                                </p:cTn>
                              </p:par>
                              <p:par>
                                <p:cTn id="60" presetID="23" presetClass="entr" presetSubtype="16" fill="hold" grpId="0" nodeType="withEffect">
                                  <p:stCondLst>
                                    <p:cond delay="500"/>
                                  </p:stCondLst>
                                  <p:childTnLst>
                                    <p:set>
                                      <p:cBhvr>
                                        <p:cTn id="61" dur="1" fill="hold">
                                          <p:stCondLst>
                                            <p:cond delay="0"/>
                                          </p:stCondLst>
                                        </p:cTn>
                                        <p:tgtEl>
                                          <p:spTgt spid="63"/>
                                        </p:tgtEl>
                                        <p:attrNameLst>
                                          <p:attrName>style.visibility</p:attrName>
                                        </p:attrNameLst>
                                      </p:cBhvr>
                                      <p:to>
                                        <p:strVal val="visible"/>
                                      </p:to>
                                    </p:set>
                                    <p:anim calcmode="lin" valueType="num">
                                      <p:cBhvr>
                                        <p:cTn id="62" dur="500" fill="hold"/>
                                        <p:tgtEl>
                                          <p:spTgt spid="63"/>
                                        </p:tgtEl>
                                        <p:attrNameLst>
                                          <p:attrName>ppt_w</p:attrName>
                                        </p:attrNameLst>
                                      </p:cBhvr>
                                      <p:tavLst>
                                        <p:tav tm="0">
                                          <p:val>
                                            <p:fltVal val="0"/>
                                          </p:val>
                                        </p:tav>
                                        <p:tav tm="100000">
                                          <p:val>
                                            <p:strVal val="#ppt_w"/>
                                          </p:val>
                                        </p:tav>
                                      </p:tavLst>
                                    </p:anim>
                                    <p:anim calcmode="lin" valueType="num">
                                      <p:cBhvr>
                                        <p:cTn id="63" dur="500" fill="hold"/>
                                        <p:tgtEl>
                                          <p:spTgt spid="63"/>
                                        </p:tgtEl>
                                        <p:attrNameLst>
                                          <p:attrName>ppt_h</p:attrName>
                                        </p:attrNameLst>
                                      </p:cBhvr>
                                      <p:tavLst>
                                        <p:tav tm="0">
                                          <p:val>
                                            <p:fltVal val="0"/>
                                          </p:val>
                                        </p:tav>
                                        <p:tav tm="100000">
                                          <p:val>
                                            <p:strVal val="#ppt_h"/>
                                          </p:val>
                                        </p:tav>
                                      </p:tavLst>
                                    </p:anim>
                                  </p:childTnLst>
                                </p:cTn>
                              </p:par>
                            </p:childTnLst>
                          </p:cTn>
                        </p:par>
                        <p:par>
                          <p:cTn id="64" fill="hold">
                            <p:stCondLst>
                              <p:cond delay="1500"/>
                            </p:stCondLst>
                            <p:childTnLst>
                              <p:par>
                                <p:cTn id="65" presetID="47" presetClass="entr" presetSubtype="0" fill="hold" grpId="0" nodeType="afterEffect">
                                  <p:stCondLst>
                                    <p:cond delay="0"/>
                                  </p:stCondLst>
                                  <p:childTnLst>
                                    <p:set>
                                      <p:cBhvr>
                                        <p:cTn id="66" dur="1" fill="hold">
                                          <p:stCondLst>
                                            <p:cond delay="0"/>
                                          </p:stCondLst>
                                        </p:cTn>
                                        <p:tgtEl>
                                          <p:spTgt spid="72"/>
                                        </p:tgtEl>
                                        <p:attrNameLst>
                                          <p:attrName>style.visibility</p:attrName>
                                        </p:attrNameLst>
                                      </p:cBhvr>
                                      <p:to>
                                        <p:strVal val="visible"/>
                                      </p:to>
                                    </p:set>
                                    <p:animEffect transition="in" filter="fade">
                                      <p:cBhvr>
                                        <p:cTn id="67" dur="500"/>
                                        <p:tgtEl>
                                          <p:spTgt spid="72"/>
                                        </p:tgtEl>
                                      </p:cBhvr>
                                    </p:animEffect>
                                    <p:anim calcmode="lin" valueType="num">
                                      <p:cBhvr>
                                        <p:cTn id="68" dur="500" fill="hold"/>
                                        <p:tgtEl>
                                          <p:spTgt spid="72"/>
                                        </p:tgtEl>
                                        <p:attrNameLst>
                                          <p:attrName>ppt_x</p:attrName>
                                        </p:attrNameLst>
                                      </p:cBhvr>
                                      <p:tavLst>
                                        <p:tav tm="0">
                                          <p:val>
                                            <p:strVal val="#ppt_x"/>
                                          </p:val>
                                        </p:tav>
                                        <p:tav tm="100000">
                                          <p:val>
                                            <p:strVal val="#ppt_x"/>
                                          </p:val>
                                        </p:tav>
                                      </p:tavLst>
                                    </p:anim>
                                    <p:anim calcmode="lin" valueType="num">
                                      <p:cBhvr>
                                        <p:cTn id="69" dur="500" fill="hold"/>
                                        <p:tgtEl>
                                          <p:spTgt spid="72"/>
                                        </p:tgtEl>
                                        <p:attrNameLst>
                                          <p:attrName>ppt_y</p:attrName>
                                        </p:attrNameLst>
                                      </p:cBhvr>
                                      <p:tavLst>
                                        <p:tav tm="0">
                                          <p:val>
                                            <p:strVal val="#ppt_y-.1"/>
                                          </p:val>
                                        </p:tav>
                                        <p:tav tm="100000">
                                          <p:val>
                                            <p:strVal val="#ppt_y"/>
                                          </p:val>
                                        </p:tav>
                                      </p:tavLst>
                                    </p:anim>
                                  </p:childTnLst>
                                </p:cTn>
                              </p:par>
                              <p:par>
                                <p:cTn id="70" presetID="42" presetClass="entr" presetSubtype="0" fill="hold" grpId="0" nodeType="withEffect">
                                  <p:stCondLst>
                                    <p:cond delay="0"/>
                                  </p:stCondLst>
                                  <p:childTnLst>
                                    <p:set>
                                      <p:cBhvr>
                                        <p:cTn id="71" dur="1" fill="hold">
                                          <p:stCondLst>
                                            <p:cond delay="0"/>
                                          </p:stCondLst>
                                        </p:cTn>
                                        <p:tgtEl>
                                          <p:spTgt spid="61"/>
                                        </p:tgtEl>
                                        <p:attrNameLst>
                                          <p:attrName>style.visibility</p:attrName>
                                        </p:attrNameLst>
                                      </p:cBhvr>
                                      <p:to>
                                        <p:strVal val="visible"/>
                                      </p:to>
                                    </p:set>
                                    <p:animEffect transition="in" filter="fade">
                                      <p:cBhvr>
                                        <p:cTn id="72" dur="500"/>
                                        <p:tgtEl>
                                          <p:spTgt spid="61"/>
                                        </p:tgtEl>
                                      </p:cBhvr>
                                    </p:animEffect>
                                    <p:anim calcmode="lin" valueType="num">
                                      <p:cBhvr>
                                        <p:cTn id="73" dur="500" fill="hold"/>
                                        <p:tgtEl>
                                          <p:spTgt spid="61"/>
                                        </p:tgtEl>
                                        <p:attrNameLst>
                                          <p:attrName>ppt_x</p:attrName>
                                        </p:attrNameLst>
                                      </p:cBhvr>
                                      <p:tavLst>
                                        <p:tav tm="0">
                                          <p:val>
                                            <p:strVal val="#ppt_x"/>
                                          </p:val>
                                        </p:tav>
                                        <p:tav tm="100000">
                                          <p:val>
                                            <p:strVal val="#ppt_x"/>
                                          </p:val>
                                        </p:tav>
                                      </p:tavLst>
                                    </p:anim>
                                    <p:anim calcmode="lin" valueType="num">
                                      <p:cBhvr>
                                        <p:cTn id="74" dur="500" fill="hold"/>
                                        <p:tgtEl>
                                          <p:spTgt spid="61"/>
                                        </p:tgtEl>
                                        <p:attrNameLst>
                                          <p:attrName>ppt_y</p:attrName>
                                        </p:attrNameLst>
                                      </p:cBhvr>
                                      <p:tavLst>
                                        <p:tav tm="0">
                                          <p:val>
                                            <p:strVal val="#ppt_y+.1"/>
                                          </p:val>
                                        </p:tav>
                                        <p:tav tm="100000">
                                          <p:val>
                                            <p:strVal val="#ppt_y"/>
                                          </p:val>
                                        </p:tav>
                                      </p:tavLst>
                                    </p:anim>
                                  </p:childTnLst>
                                </p:cTn>
                              </p:par>
                              <p:par>
                                <p:cTn id="75" presetID="55" presetClass="entr" presetSubtype="0" fill="hold" grpId="0" nodeType="withEffect">
                                  <p:stCondLst>
                                    <p:cond delay="500"/>
                                  </p:stCondLst>
                                  <p:childTnLst>
                                    <p:set>
                                      <p:cBhvr>
                                        <p:cTn id="76" dur="1" fill="hold">
                                          <p:stCondLst>
                                            <p:cond delay="0"/>
                                          </p:stCondLst>
                                        </p:cTn>
                                        <p:tgtEl>
                                          <p:spTgt spid="69"/>
                                        </p:tgtEl>
                                        <p:attrNameLst>
                                          <p:attrName>style.visibility</p:attrName>
                                        </p:attrNameLst>
                                      </p:cBhvr>
                                      <p:to>
                                        <p:strVal val="visible"/>
                                      </p:to>
                                    </p:set>
                                    <p:anim calcmode="lin" valueType="num">
                                      <p:cBhvr>
                                        <p:cTn id="77" dur="500" fill="hold"/>
                                        <p:tgtEl>
                                          <p:spTgt spid="69"/>
                                        </p:tgtEl>
                                        <p:attrNameLst>
                                          <p:attrName>ppt_w</p:attrName>
                                        </p:attrNameLst>
                                      </p:cBhvr>
                                      <p:tavLst>
                                        <p:tav tm="0">
                                          <p:val>
                                            <p:strVal val="#ppt_w*0.70"/>
                                          </p:val>
                                        </p:tav>
                                        <p:tav tm="100000">
                                          <p:val>
                                            <p:strVal val="#ppt_w"/>
                                          </p:val>
                                        </p:tav>
                                      </p:tavLst>
                                    </p:anim>
                                    <p:anim calcmode="lin" valueType="num">
                                      <p:cBhvr>
                                        <p:cTn id="78" dur="500" fill="hold"/>
                                        <p:tgtEl>
                                          <p:spTgt spid="69"/>
                                        </p:tgtEl>
                                        <p:attrNameLst>
                                          <p:attrName>ppt_h</p:attrName>
                                        </p:attrNameLst>
                                      </p:cBhvr>
                                      <p:tavLst>
                                        <p:tav tm="0">
                                          <p:val>
                                            <p:strVal val="#ppt_h"/>
                                          </p:val>
                                        </p:tav>
                                        <p:tav tm="100000">
                                          <p:val>
                                            <p:strVal val="#ppt_h"/>
                                          </p:val>
                                        </p:tav>
                                      </p:tavLst>
                                    </p:anim>
                                    <p:animEffect transition="in" filter="fade">
                                      <p:cBhvr>
                                        <p:cTn id="79" dur="500"/>
                                        <p:tgtEl>
                                          <p:spTgt spid="69"/>
                                        </p:tgtEl>
                                      </p:cBhvr>
                                    </p:animEffect>
                                  </p:childTnLst>
                                </p:cTn>
                              </p:par>
                              <p:par>
                                <p:cTn id="80" presetID="23" presetClass="entr" presetSubtype="16" fill="hold" grpId="0" nodeType="withEffect">
                                  <p:stCondLst>
                                    <p:cond delay="500"/>
                                  </p:stCondLst>
                                  <p:childTnLst>
                                    <p:set>
                                      <p:cBhvr>
                                        <p:cTn id="81" dur="1" fill="hold">
                                          <p:stCondLst>
                                            <p:cond delay="0"/>
                                          </p:stCondLst>
                                        </p:cTn>
                                        <p:tgtEl>
                                          <p:spTgt spid="66"/>
                                        </p:tgtEl>
                                        <p:attrNameLst>
                                          <p:attrName>style.visibility</p:attrName>
                                        </p:attrNameLst>
                                      </p:cBhvr>
                                      <p:to>
                                        <p:strVal val="visible"/>
                                      </p:to>
                                    </p:set>
                                    <p:anim calcmode="lin" valueType="num">
                                      <p:cBhvr>
                                        <p:cTn id="82" dur="500" fill="hold"/>
                                        <p:tgtEl>
                                          <p:spTgt spid="66"/>
                                        </p:tgtEl>
                                        <p:attrNameLst>
                                          <p:attrName>ppt_w</p:attrName>
                                        </p:attrNameLst>
                                      </p:cBhvr>
                                      <p:tavLst>
                                        <p:tav tm="0">
                                          <p:val>
                                            <p:fltVal val="0"/>
                                          </p:val>
                                        </p:tav>
                                        <p:tav tm="100000">
                                          <p:val>
                                            <p:strVal val="#ppt_w"/>
                                          </p:val>
                                        </p:tav>
                                      </p:tavLst>
                                    </p:anim>
                                    <p:anim calcmode="lin" valueType="num">
                                      <p:cBhvr>
                                        <p:cTn id="83" dur="500" fill="hold"/>
                                        <p:tgtEl>
                                          <p:spTgt spid="66"/>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animBg="1"/>
      <p:bldP spid="58" grpId="0" animBg="1"/>
      <p:bldP spid="59" grpId="0" animBg="1"/>
      <p:bldP spid="60" grpId="0" animBg="1"/>
      <p:bldP spid="61" grpId="0" animBg="1"/>
      <p:bldP spid="62" grpId="0"/>
      <p:bldP spid="63" grpId="0" animBg="1"/>
      <p:bldP spid="64" grpId="0" animBg="1"/>
      <p:bldP spid="65" grpId="0" animBg="1"/>
      <p:bldP spid="66" grpId="0" animBg="1"/>
      <p:bldP spid="67" grpId="0"/>
      <p:bldP spid="68" grpId="0"/>
      <p:bldP spid="69" grpId="0"/>
      <p:bldP spid="70" grpId="0" animBg="1"/>
      <p:bldP spid="71" grpId="0" animBg="1"/>
      <p:bldP spid="72"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nvCxnSpPr>
        <p:spPr>
          <a:xfrm flipH="1">
            <a:off x="0" y="2368389"/>
            <a:ext cx="390525" cy="0"/>
          </a:xfrm>
          <a:prstGeom prst="line">
            <a:avLst/>
          </a:prstGeom>
          <a:ln w="6350">
            <a:solidFill>
              <a:srgbClr val="62768C"/>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flipH="1">
            <a:off x="0" y="1977864"/>
            <a:ext cx="390525" cy="0"/>
          </a:xfrm>
          <a:prstGeom prst="line">
            <a:avLst/>
          </a:prstGeom>
          <a:ln w="6350">
            <a:solidFill>
              <a:srgbClr val="62768C"/>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H="1">
            <a:off x="0" y="2762089"/>
            <a:ext cx="390525" cy="0"/>
          </a:xfrm>
          <a:prstGeom prst="line">
            <a:avLst/>
          </a:prstGeom>
          <a:ln w="6350">
            <a:solidFill>
              <a:srgbClr val="62768C"/>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flipH="1">
            <a:off x="0" y="3152614"/>
            <a:ext cx="390525" cy="0"/>
          </a:xfrm>
          <a:prstGeom prst="line">
            <a:avLst/>
          </a:prstGeom>
          <a:ln w="6350">
            <a:solidFill>
              <a:srgbClr val="62768C"/>
            </a:solidFill>
          </a:ln>
        </p:spPr>
        <p:style>
          <a:lnRef idx="1">
            <a:schemeClr val="accent1"/>
          </a:lnRef>
          <a:fillRef idx="0">
            <a:schemeClr val="accent1"/>
          </a:fillRef>
          <a:effectRef idx="0">
            <a:schemeClr val="accent1"/>
          </a:effectRef>
          <a:fontRef idx="minor">
            <a:schemeClr val="tx1"/>
          </a:fontRef>
        </p:style>
      </p:cxnSp>
      <p:grpSp>
        <p:nvGrpSpPr>
          <p:cNvPr id="33" name="组合 32"/>
          <p:cNvGrpSpPr/>
          <p:nvPr/>
        </p:nvGrpSpPr>
        <p:grpSpPr>
          <a:xfrm>
            <a:off x="8632482" y="346839"/>
            <a:ext cx="156623" cy="156623"/>
            <a:chOff x="8689063" y="2493438"/>
            <a:chExt cx="156623" cy="156623"/>
          </a:xfrm>
        </p:grpSpPr>
        <p:sp>
          <p:nvSpPr>
            <p:cNvPr id="26" name="矩形 25"/>
            <p:cNvSpPr/>
            <p:nvPr/>
          </p:nvSpPr>
          <p:spPr>
            <a:xfrm>
              <a:off x="8689063" y="2493438"/>
              <a:ext cx="156623" cy="156623"/>
            </a:xfrm>
            <a:prstGeom prst="rect">
              <a:avLst/>
            </a:prstGeom>
            <a:solidFill>
              <a:srgbClr val="586B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任意多边形 30"/>
            <p:cNvSpPr/>
            <p:nvPr/>
          </p:nvSpPr>
          <p:spPr>
            <a:xfrm rot="10800000">
              <a:off x="8737889" y="2531868"/>
              <a:ext cx="58967" cy="79764"/>
            </a:xfrm>
            <a:custGeom>
              <a:avLst/>
              <a:gdLst>
                <a:gd name="connsiteX0" fmla="*/ 0 w 78581"/>
                <a:gd name="connsiteY0" fmla="*/ 0 h 152400"/>
                <a:gd name="connsiteX1" fmla="*/ 78581 w 78581"/>
                <a:gd name="connsiteY1" fmla="*/ 78581 h 152400"/>
                <a:gd name="connsiteX2" fmla="*/ 4762 w 78581"/>
                <a:gd name="connsiteY2" fmla="*/ 152400 h 152400"/>
              </a:gdLst>
              <a:ahLst/>
              <a:cxnLst>
                <a:cxn ang="0">
                  <a:pos x="connsiteX0" y="connsiteY0"/>
                </a:cxn>
                <a:cxn ang="0">
                  <a:pos x="connsiteX1" y="connsiteY1"/>
                </a:cxn>
                <a:cxn ang="0">
                  <a:pos x="connsiteX2" y="connsiteY2"/>
                </a:cxn>
              </a:cxnLst>
              <a:rect l="l" t="t" r="r" b="b"/>
              <a:pathLst>
                <a:path w="78581" h="152400">
                  <a:moveTo>
                    <a:pt x="0" y="0"/>
                  </a:moveTo>
                  <a:lnTo>
                    <a:pt x="78581" y="78581"/>
                  </a:lnTo>
                  <a:lnTo>
                    <a:pt x="4762" y="152400"/>
                  </a:lnTo>
                </a:path>
              </a:pathLst>
            </a:cu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4" name="组合 33"/>
          <p:cNvGrpSpPr/>
          <p:nvPr/>
        </p:nvGrpSpPr>
        <p:grpSpPr>
          <a:xfrm>
            <a:off x="8789105" y="346839"/>
            <a:ext cx="156623" cy="156623"/>
            <a:chOff x="8845686" y="2493438"/>
            <a:chExt cx="156623" cy="156623"/>
          </a:xfrm>
        </p:grpSpPr>
        <p:sp>
          <p:nvSpPr>
            <p:cNvPr id="30" name="矩形 29"/>
            <p:cNvSpPr/>
            <p:nvPr/>
          </p:nvSpPr>
          <p:spPr>
            <a:xfrm>
              <a:off x="8845686" y="2493438"/>
              <a:ext cx="156623" cy="156623"/>
            </a:xfrm>
            <a:prstGeom prst="rect">
              <a:avLst/>
            </a:prstGeom>
            <a:solidFill>
              <a:srgbClr val="37B0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任意多边形 31"/>
            <p:cNvSpPr/>
            <p:nvPr/>
          </p:nvSpPr>
          <p:spPr>
            <a:xfrm>
              <a:off x="8894513" y="2531868"/>
              <a:ext cx="58967" cy="79764"/>
            </a:xfrm>
            <a:custGeom>
              <a:avLst/>
              <a:gdLst>
                <a:gd name="connsiteX0" fmla="*/ 0 w 78581"/>
                <a:gd name="connsiteY0" fmla="*/ 0 h 152400"/>
                <a:gd name="connsiteX1" fmla="*/ 78581 w 78581"/>
                <a:gd name="connsiteY1" fmla="*/ 78581 h 152400"/>
                <a:gd name="connsiteX2" fmla="*/ 4762 w 78581"/>
                <a:gd name="connsiteY2" fmla="*/ 152400 h 152400"/>
              </a:gdLst>
              <a:ahLst/>
              <a:cxnLst>
                <a:cxn ang="0">
                  <a:pos x="connsiteX0" y="connsiteY0"/>
                </a:cxn>
                <a:cxn ang="0">
                  <a:pos x="connsiteX1" y="connsiteY1"/>
                </a:cxn>
                <a:cxn ang="0">
                  <a:pos x="connsiteX2" y="connsiteY2"/>
                </a:cxn>
              </a:cxnLst>
              <a:rect l="l" t="t" r="r" b="b"/>
              <a:pathLst>
                <a:path w="78581" h="152400">
                  <a:moveTo>
                    <a:pt x="0" y="0"/>
                  </a:moveTo>
                  <a:lnTo>
                    <a:pt x="78581" y="78581"/>
                  </a:lnTo>
                  <a:lnTo>
                    <a:pt x="4762" y="152400"/>
                  </a:lnTo>
                </a:path>
              </a:pathLst>
            </a:cu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5" name="矩形 34">
            <a:hlinkClick r:id="" action="ppaction://hlinkshowjump?jump=previousslide"/>
          </p:cNvPr>
          <p:cNvSpPr/>
          <p:nvPr/>
        </p:nvSpPr>
        <p:spPr>
          <a:xfrm>
            <a:off x="8632479" y="340203"/>
            <a:ext cx="156623" cy="166239"/>
          </a:xfrm>
          <a:prstGeom prst="rect">
            <a:avLst/>
          </a:prstGeom>
          <a:solidFill>
            <a:srgbClr val="37B0E8">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35">
            <a:hlinkClick r:id="" action="ppaction://hlinkshowjump?jump=nextslide"/>
          </p:cNvPr>
          <p:cNvSpPr/>
          <p:nvPr/>
        </p:nvSpPr>
        <p:spPr>
          <a:xfrm>
            <a:off x="8789102" y="340203"/>
            <a:ext cx="156623" cy="166239"/>
          </a:xfrm>
          <a:prstGeom prst="rect">
            <a:avLst/>
          </a:prstGeom>
          <a:solidFill>
            <a:srgbClr val="37B0E8">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矩形 36"/>
          <p:cNvSpPr/>
          <p:nvPr/>
        </p:nvSpPr>
        <p:spPr>
          <a:xfrm>
            <a:off x="-1" y="1588788"/>
            <a:ext cx="1280513" cy="390525"/>
          </a:xfrm>
          <a:prstGeom prst="rect">
            <a:avLst/>
          </a:prstGeom>
          <a:solidFill>
            <a:srgbClr val="37B0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Freeform 11"/>
          <p:cNvSpPr>
            <a:spLocks noEditPoints="1"/>
          </p:cNvSpPr>
          <p:nvPr/>
        </p:nvSpPr>
        <p:spPr bwMode="auto">
          <a:xfrm>
            <a:off x="124293" y="2864285"/>
            <a:ext cx="150176" cy="190798"/>
          </a:xfrm>
          <a:custGeom>
            <a:avLst/>
            <a:gdLst>
              <a:gd name="T0" fmla="*/ 104 w 139"/>
              <a:gd name="T1" fmla="*/ 99 h 177"/>
              <a:gd name="T2" fmla="*/ 91 w 139"/>
              <a:gd name="T3" fmla="*/ 160 h 177"/>
              <a:gd name="T4" fmla="*/ 133 w 139"/>
              <a:gd name="T5" fmla="*/ 164 h 177"/>
              <a:gd name="T6" fmla="*/ 133 w 139"/>
              <a:gd name="T7" fmla="*/ 177 h 177"/>
              <a:gd name="T8" fmla="*/ 0 w 139"/>
              <a:gd name="T9" fmla="*/ 170 h 177"/>
              <a:gd name="T10" fmla="*/ 51 w 139"/>
              <a:gd name="T11" fmla="*/ 164 h 177"/>
              <a:gd name="T12" fmla="*/ 81 w 139"/>
              <a:gd name="T13" fmla="*/ 151 h 177"/>
              <a:gd name="T14" fmla="*/ 10 w 139"/>
              <a:gd name="T15" fmla="*/ 147 h 177"/>
              <a:gd name="T16" fmla="*/ 10 w 139"/>
              <a:gd name="T17" fmla="*/ 139 h 177"/>
              <a:gd name="T18" fmla="*/ 94 w 139"/>
              <a:gd name="T19" fmla="*/ 120 h 177"/>
              <a:gd name="T20" fmla="*/ 84 w 139"/>
              <a:gd name="T21" fmla="*/ 92 h 177"/>
              <a:gd name="T22" fmla="*/ 69 w 139"/>
              <a:gd name="T23" fmla="*/ 94 h 177"/>
              <a:gd name="T24" fmla="*/ 53 w 139"/>
              <a:gd name="T25" fmla="*/ 113 h 177"/>
              <a:gd name="T26" fmla="*/ 46 w 139"/>
              <a:gd name="T27" fmla="*/ 117 h 177"/>
              <a:gd name="T28" fmla="*/ 24 w 139"/>
              <a:gd name="T29" fmla="*/ 109 h 177"/>
              <a:gd name="T30" fmla="*/ 26 w 139"/>
              <a:gd name="T31" fmla="*/ 97 h 177"/>
              <a:gd name="T32" fmla="*/ 21 w 139"/>
              <a:gd name="T33" fmla="*/ 89 h 177"/>
              <a:gd name="T34" fmla="*/ 63 w 139"/>
              <a:gd name="T35" fmla="*/ 24 h 177"/>
              <a:gd name="T36" fmla="*/ 67 w 139"/>
              <a:gd name="T37" fmla="*/ 26 h 177"/>
              <a:gd name="T38" fmla="*/ 69 w 139"/>
              <a:gd name="T39" fmla="*/ 14 h 177"/>
              <a:gd name="T40" fmla="*/ 76 w 139"/>
              <a:gd name="T41" fmla="*/ 2 h 177"/>
              <a:gd name="T42" fmla="*/ 109 w 139"/>
              <a:gd name="T43" fmla="*/ 29 h 177"/>
              <a:gd name="T44" fmla="*/ 96 w 139"/>
              <a:gd name="T45" fmla="*/ 30 h 177"/>
              <a:gd name="T46" fmla="*/ 94 w 139"/>
              <a:gd name="T47" fmla="*/ 42 h 177"/>
              <a:gd name="T48" fmla="*/ 87 w 139"/>
              <a:gd name="T49" fmla="*/ 63 h 177"/>
              <a:gd name="T50" fmla="*/ 92 w 139"/>
              <a:gd name="T51" fmla="*/ 81 h 177"/>
              <a:gd name="T52" fmla="*/ 89 w 139"/>
              <a:gd name="T53" fmla="*/ 26 h 177"/>
              <a:gd name="T54" fmla="*/ 74 w 139"/>
              <a:gd name="T55" fmla="*/ 30 h 177"/>
              <a:gd name="T56" fmla="*/ 89 w 139"/>
              <a:gd name="T57" fmla="*/ 26 h 177"/>
              <a:gd name="T58" fmla="*/ 80 w 139"/>
              <a:gd name="T59" fmla="*/ 59 h 177"/>
              <a:gd name="T60" fmla="*/ 62 w 139"/>
              <a:gd name="T61" fmla="*/ 33 h 177"/>
              <a:gd name="T62" fmla="*/ 54 w 139"/>
              <a:gd name="T63" fmla="*/ 104 h 177"/>
              <a:gd name="T64" fmla="*/ 56 w 139"/>
              <a:gd name="T65" fmla="*/ 76 h 177"/>
              <a:gd name="T66" fmla="*/ 62 w 139"/>
              <a:gd name="T67" fmla="*/ 63 h 177"/>
              <a:gd name="T68" fmla="*/ 82 w 139"/>
              <a:gd name="T69" fmla="*/ 69 h 177"/>
              <a:gd name="T70" fmla="*/ 67 w 139"/>
              <a:gd name="T71" fmla="*/ 69 h 177"/>
              <a:gd name="T72" fmla="*/ 67 w 139"/>
              <a:gd name="T73" fmla="*/ 69 h 177"/>
              <a:gd name="T74" fmla="*/ 75 w 139"/>
              <a:gd name="T75" fmla="*/ 86 h 177"/>
              <a:gd name="T76" fmla="*/ 82 w 139"/>
              <a:gd name="T77" fmla="*/ 83 h 177"/>
              <a:gd name="T78" fmla="*/ 82 w 139"/>
              <a:gd name="T79" fmla="*/ 69 h 177"/>
              <a:gd name="T80" fmla="*/ 33 w 139"/>
              <a:gd name="T81" fmla="*/ 101 h 177"/>
              <a:gd name="T82" fmla="*/ 31 w 139"/>
              <a:gd name="T83" fmla="*/ 104 h 177"/>
              <a:gd name="T84" fmla="*/ 42 w 139"/>
              <a:gd name="T85" fmla="*/ 106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 h="177">
                <a:moveTo>
                  <a:pt x="92" y="81"/>
                </a:moveTo>
                <a:cubicBezTo>
                  <a:pt x="97" y="87"/>
                  <a:pt x="101" y="92"/>
                  <a:pt x="104" y="99"/>
                </a:cubicBezTo>
                <a:cubicBezTo>
                  <a:pt x="106" y="106"/>
                  <a:pt x="108" y="113"/>
                  <a:pt x="108" y="120"/>
                </a:cubicBezTo>
                <a:cubicBezTo>
                  <a:pt x="108" y="136"/>
                  <a:pt x="101" y="150"/>
                  <a:pt x="91" y="160"/>
                </a:cubicBezTo>
                <a:cubicBezTo>
                  <a:pt x="90" y="162"/>
                  <a:pt x="89" y="163"/>
                  <a:pt x="88" y="164"/>
                </a:cubicBezTo>
                <a:cubicBezTo>
                  <a:pt x="133" y="164"/>
                  <a:pt x="133" y="164"/>
                  <a:pt x="133" y="164"/>
                </a:cubicBezTo>
                <a:cubicBezTo>
                  <a:pt x="136" y="164"/>
                  <a:pt x="139" y="167"/>
                  <a:pt x="139" y="170"/>
                </a:cubicBezTo>
                <a:cubicBezTo>
                  <a:pt x="139" y="174"/>
                  <a:pt x="136" y="177"/>
                  <a:pt x="133" y="177"/>
                </a:cubicBezTo>
                <a:cubicBezTo>
                  <a:pt x="91" y="177"/>
                  <a:pt x="49" y="177"/>
                  <a:pt x="7" y="177"/>
                </a:cubicBezTo>
                <a:cubicBezTo>
                  <a:pt x="3" y="177"/>
                  <a:pt x="0" y="174"/>
                  <a:pt x="0" y="170"/>
                </a:cubicBezTo>
                <a:cubicBezTo>
                  <a:pt x="0" y="167"/>
                  <a:pt x="3" y="164"/>
                  <a:pt x="7" y="164"/>
                </a:cubicBezTo>
                <a:cubicBezTo>
                  <a:pt x="51" y="164"/>
                  <a:pt x="51" y="164"/>
                  <a:pt x="51" y="164"/>
                </a:cubicBezTo>
                <a:cubicBezTo>
                  <a:pt x="51" y="164"/>
                  <a:pt x="51" y="164"/>
                  <a:pt x="51" y="164"/>
                </a:cubicBezTo>
                <a:cubicBezTo>
                  <a:pt x="63" y="164"/>
                  <a:pt x="74" y="159"/>
                  <a:pt x="81" y="151"/>
                </a:cubicBezTo>
                <a:cubicBezTo>
                  <a:pt x="83" y="150"/>
                  <a:pt x="84" y="148"/>
                  <a:pt x="85" y="147"/>
                </a:cubicBezTo>
                <a:cubicBezTo>
                  <a:pt x="10" y="147"/>
                  <a:pt x="10" y="147"/>
                  <a:pt x="10" y="147"/>
                </a:cubicBezTo>
                <a:cubicBezTo>
                  <a:pt x="8" y="147"/>
                  <a:pt x="6" y="145"/>
                  <a:pt x="6" y="143"/>
                </a:cubicBezTo>
                <a:cubicBezTo>
                  <a:pt x="6" y="141"/>
                  <a:pt x="8" y="139"/>
                  <a:pt x="10" y="139"/>
                </a:cubicBezTo>
                <a:cubicBezTo>
                  <a:pt x="90" y="139"/>
                  <a:pt x="90" y="139"/>
                  <a:pt x="90" y="139"/>
                </a:cubicBezTo>
                <a:cubicBezTo>
                  <a:pt x="93" y="133"/>
                  <a:pt x="94" y="127"/>
                  <a:pt x="94" y="120"/>
                </a:cubicBezTo>
                <a:cubicBezTo>
                  <a:pt x="94" y="114"/>
                  <a:pt x="93" y="109"/>
                  <a:pt x="91" y="104"/>
                </a:cubicBezTo>
                <a:cubicBezTo>
                  <a:pt x="89" y="100"/>
                  <a:pt x="87" y="96"/>
                  <a:pt x="84" y="92"/>
                </a:cubicBezTo>
                <a:cubicBezTo>
                  <a:pt x="81" y="94"/>
                  <a:pt x="78" y="94"/>
                  <a:pt x="75" y="94"/>
                </a:cubicBezTo>
                <a:cubicBezTo>
                  <a:pt x="73" y="94"/>
                  <a:pt x="71" y="94"/>
                  <a:pt x="69" y="94"/>
                </a:cubicBezTo>
                <a:cubicBezTo>
                  <a:pt x="59" y="111"/>
                  <a:pt x="59" y="111"/>
                  <a:pt x="59" y="111"/>
                </a:cubicBezTo>
                <a:cubicBezTo>
                  <a:pt x="58" y="113"/>
                  <a:pt x="55" y="114"/>
                  <a:pt x="53" y="113"/>
                </a:cubicBezTo>
                <a:cubicBezTo>
                  <a:pt x="50" y="111"/>
                  <a:pt x="50" y="111"/>
                  <a:pt x="50" y="111"/>
                </a:cubicBezTo>
                <a:cubicBezTo>
                  <a:pt x="46" y="117"/>
                  <a:pt x="46" y="117"/>
                  <a:pt x="46" y="117"/>
                </a:cubicBezTo>
                <a:cubicBezTo>
                  <a:pt x="45" y="119"/>
                  <a:pt x="42" y="119"/>
                  <a:pt x="40" y="118"/>
                </a:cubicBezTo>
                <a:cubicBezTo>
                  <a:pt x="24" y="109"/>
                  <a:pt x="24" y="109"/>
                  <a:pt x="24" y="109"/>
                </a:cubicBezTo>
                <a:cubicBezTo>
                  <a:pt x="22" y="108"/>
                  <a:pt x="21" y="105"/>
                  <a:pt x="22" y="103"/>
                </a:cubicBezTo>
                <a:cubicBezTo>
                  <a:pt x="26" y="97"/>
                  <a:pt x="26" y="97"/>
                  <a:pt x="26" y="97"/>
                </a:cubicBezTo>
                <a:cubicBezTo>
                  <a:pt x="22" y="95"/>
                  <a:pt x="22" y="95"/>
                  <a:pt x="22" y="95"/>
                </a:cubicBezTo>
                <a:cubicBezTo>
                  <a:pt x="20" y="94"/>
                  <a:pt x="20" y="91"/>
                  <a:pt x="21" y="89"/>
                </a:cubicBezTo>
                <a:cubicBezTo>
                  <a:pt x="57" y="26"/>
                  <a:pt x="57" y="26"/>
                  <a:pt x="57" y="26"/>
                </a:cubicBezTo>
                <a:cubicBezTo>
                  <a:pt x="58" y="24"/>
                  <a:pt x="61" y="23"/>
                  <a:pt x="63" y="24"/>
                </a:cubicBezTo>
                <a:cubicBezTo>
                  <a:pt x="63" y="24"/>
                  <a:pt x="63" y="24"/>
                  <a:pt x="63" y="24"/>
                </a:cubicBezTo>
                <a:cubicBezTo>
                  <a:pt x="67" y="26"/>
                  <a:pt x="67" y="26"/>
                  <a:pt x="67" y="26"/>
                </a:cubicBezTo>
                <a:cubicBezTo>
                  <a:pt x="73" y="16"/>
                  <a:pt x="73" y="16"/>
                  <a:pt x="73" y="16"/>
                </a:cubicBezTo>
                <a:cubicBezTo>
                  <a:pt x="69" y="14"/>
                  <a:pt x="69" y="14"/>
                  <a:pt x="69" y="14"/>
                </a:cubicBezTo>
                <a:cubicBezTo>
                  <a:pt x="66" y="12"/>
                  <a:pt x="65" y="8"/>
                  <a:pt x="66" y="5"/>
                </a:cubicBezTo>
                <a:cubicBezTo>
                  <a:pt x="68" y="1"/>
                  <a:pt x="72" y="0"/>
                  <a:pt x="76" y="2"/>
                </a:cubicBezTo>
                <a:cubicBezTo>
                  <a:pt x="86" y="8"/>
                  <a:pt x="96" y="14"/>
                  <a:pt x="107" y="20"/>
                </a:cubicBezTo>
                <a:cubicBezTo>
                  <a:pt x="110" y="22"/>
                  <a:pt x="111" y="26"/>
                  <a:pt x="109" y="29"/>
                </a:cubicBezTo>
                <a:cubicBezTo>
                  <a:pt x="107" y="33"/>
                  <a:pt x="103" y="34"/>
                  <a:pt x="100" y="32"/>
                </a:cubicBezTo>
                <a:cubicBezTo>
                  <a:pt x="96" y="30"/>
                  <a:pt x="96" y="30"/>
                  <a:pt x="96" y="30"/>
                </a:cubicBezTo>
                <a:cubicBezTo>
                  <a:pt x="90" y="40"/>
                  <a:pt x="90" y="40"/>
                  <a:pt x="90" y="40"/>
                </a:cubicBezTo>
                <a:cubicBezTo>
                  <a:pt x="94" y="42"/>
                  <a:pt x="94" y="42"/>
                  <a:pt x="94" y="42"/>
                </a:cubicBezTo>
                <a:cubicBezTo>
                  <a:pt x="96" y="43"/>
                  <a:pt x="97" y="46"/>
                  <a:pt x="96" y="48"/>
                </a:cubicBezTo>
                <a:cubicBezTo>
                  <a:pt x="87" y="63"/>
                  <a:pt x="87" y="63"/>
                  <a:pt x="87" y="63"/>
                </a:cubicBezTo>
                <a:cubicBezTo>
                  <a:pt x="91" y="66"/>
                  <a:pt x="93" y="71"/>
                  <a:pt x="93" y="76"/>
                </a:cubicBezTo>
                <a:cubicBezTo>
                  <a:pt x="93" y="78"/>
                  <a:pt x="93" y="80"/>
                  <a:pt x="92" y="81"/>
                </a:cubicBezTo>
                <a:close/>
                <a:moveTo>
                  <a:pt x="89" y="26"/>
                </a:moveTo>
                <a:cubicBezTo>
                  <a:pt x="89" y="26"/>
                  <a:pt x="89" y="26"/>
                  <a:pt x="89" y="26"/>
                </a:cubicBezTo>
                <a:cubicBezTo>
                  <a:pt x="86" y="24"/>
                  <a:pt x="83" y="22"/>
                  <a:pt x="80" y="20"/>
                </a:cubicBezTo>
                <a:cubicBezTo>
                  <a:pt x="74" y="30"/>
                  <a:pt x="74" y="30"/>
                  <a:pt x="74" y="30"/>
                </a:cubicBezTo>
                <a:cubicBezTo>
                  <a:pt x="83" y="36"/>
                  <a:pt x="83" y="36"/>
                  <a:pt x="83" y="36"/>
                </a:cubicBezTo>
                <a:cubicBezTo>
                  <a:pt x="89" y="26"/>
                  <a:pt x="89" y="26"/>
                  <a:pt x="89" y="26"/>
                </a:cubicBezTo>
                <a:close/>
                <a:moveTo>
                  <a:pt x="80" y="59"/>
                </a:moveTo>
                <a:cubicBezTo>
                  <a:pt x="80" y="59"/>
                  <a:pt x="80" y="59"/>
                  <a:pt x="80" y="59"/>
                </a:cubicBezTo>
                <a:cubicBezTo>
                  <a:pt x="87" y="47"/>
                  <a:pt x="87" y="47"/>
                  <a:pt x="87" y="47"/>
                </a:cubicBezTo>
                <a:cubicBezTo>
                  <a:pt x="78" y="43"/>
                  <a:pt x="70" y="38"/>
                  <a:pt x="62" y="33"/>
                </a:cubicBezTo>
                <a:cubicBezTo>
                  <a:pt x="30" y="90"/>
                  <a:pt x="30" y="90"/>
                  <a:pt x="30" y="90"/>
                </a:cubicBezTo>
                <a:cubicBezTo>
                  <a:pt x="38" y="94"/>
                  <a:pt x="46" y="99"/>
                  <a:pt x="54" y="104"/>
                </a:cubicBezTo>
                <a:cubicBezTo>
                  <a:pt x="62" y="90"/>
                  <a:pt x="62" y="90"/>
                  <a:pt x="62" y="90"/>
                </a:cubicBezTo>
                <a:cubicBezTo>
                  <a:pt x="58" y="86"/>
                  <a:pt x="56" y="81"/>
                  <a:pt x="56" y="76"/>
                </a:cubicBezTo>
                <a:cubicBezTo>
                  <a:pt x="56" y="71"/>
                  <a:pt x="58" y="66"/>
                  <a:pt x="62" y="63"/>
                </a:cubicBezTo>
                <a:cubicBezTo>
                  <a:pt x="62" y="63"/>
                  <a:pt x="62" y="63"/>
                  <a:pt x="62" y="63"/>
                </a:cubicBezTo>
                <a:cubicBezTo>
                  <a:pt x="67" y="58"/>
                  <a:pt x="73" y="57"/>
                  <a:pt x="80" y="59"/>
                </a:cubicBezTo>
                <a:close/>
                <a:moveTo>
                  <a:pt x="82" y="69"/>
                </a:moveTo>
                <a:cubicBezTo>
                  <a:pt x="82" y="69"/>
                  <a:pt x="82" y="69"/>
                  <a:pt x="82" y="69"/>
                </a:cubicBezTo>
                <a:cubicBezTo>
                  <a:pt x="78" y="65"/>
                  <a:pt x="71" y="65"/>
                  <a:pt x="67" y="69"/>
                </a:cubicBezTo>
                <a:cubicBezTo>
                  <a:pt x="67" y="69"/>
                  <a:pt x="67" y="69"/>
                  <a:pt x="67" y="69"/>
                </a:cubicBezTo>
                <a:cubicBezTo>
                  <a:pt x="67" y="69"/>
                  <a:pt x="67" y="69"/>
                  <a:pt x="67" y="69"/>
                </a:cubicBezTo>
                <a:cubicBezTo>
                  <a:pt x="65" y="71"/>
                  <a:pt x="64" y="73"/>
                  <a:pt x="64" y="76"/>
                </a:cubicBezTo>
                <a:cubicBezTo>
                  <a:pt x="64" y="82"/>
                  <a:pt x="69" y="86"/>
                  <a:pt x="75" y="86"/>
                </a:cubicBezTo>
                <a:cubicBezTo>
                  <a:pt x="77" y="86"/>
                  <a:pt x="80" y="85"/>
                  <a:pt x="82" y="83"/>
                </a:cubicBezTo>
                <a:cubicBezTo>
                  <a:pt x="82" y="83"/>
                  <a:pt x="82" y="83"/>
                  <a:pt x="82" y="83"/>
                </a:cubicBezTo>
                <a:cubicBezTo>
                  <a:pt x="84" y="81"/>
                  <a:pt x="85" y="79"/>
                  <a:pt x="85" y="76"/>
                </a:cubicBezTo>
                <a:cubicBezTo>
                  <a:pt x="85" y="73"/>
                  <a:pt x="84" y="71"/>
                  <a:pt x="82" y="69"/>
                </a:cubicBezTo>
                <a:cubicBezTo>
                  <a:pt x="82" y="69"/>
                  <a:pt x="82" y="69"/>
                  <a:pt x="82" y="69"/>
                </a:cubicBezTo>
                <a:close/>
                <a:moveTo>
                  <a:pt x="33" y="101"/>
                </a:moveTo>
                <a:cubicBezTo>
                  <a:pt x="33" y="101"/>
                  <a:pt x="33" y="101"/>
                  <a:pt x="33" y="101"/>
                </a:cubicBezTo>
                <a:cubicBezTo>
                  <a:pt x="31" y="104"/>
                  <a:pt x="31" y="104"/>
                  <a:pt x="31" y="104"/>
                </a:cubicBezTo>
                <a:cubicBezTo>
                  <a:pt x="41" y="109"/>
                  <a:pt x="41" y="109"/>
                  <a:pt x="41" y="109"/>
                </a:cubicBezTo>
                <a:cubicBezTo>
                  <a:pt x="42" y="106"/>
                  <a:pt x="42" y="106"/>
                  <a:pt x="42" y="106"/>
                </a:cubicBezTo>
                <a:cubicBezTo>
                  <a:pt x="33" y="101"/>
                  <a:pt x="33" y="101"/>
                  <a:pt x="33" y="101"/>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0" name="Freeform 12"/>
          <p:cNvSpPr>
            <a:spLocks noEditPoints="1"/>
          </p:cNvSpPr>
          <p:nvPr/>
        </p:nvSpPr>
        <p:spPr bwMode="auto">
          <a:xfrm>
            <a:off x="134107" y="2472073"/>
            <a:ext cx="130548" cy="187604"/>
          </a:xfrm>
          <a:custGeom>
            <a:avLst/>
            <a:gdLst>
              <a:gd name="T0" fmla="*/ 3 w 121"/>
              <a:gd name="T1" fmla="*/ 119 h 174"/>
              <a:gd name="T2" fmla="*/ 23 w 121"/>
              <a:gd name="T3" fmla="*/ 115 h 174"/>
              <a:gd name="T4" fmla="*/ 38 w 121"/>
              <a:gd name="T5" fmla="*/ 74 h 174"/>
              <a:gd name="T6" fmla="*/ 38 w 121"/>
              <a:gd name="T7" fmla="*/ 74 h 174"/>
              <a:gd name="T8" fmla="*/ 38 w 121"/>
              <a:gd name="T9" fmla="*/ 29 h 174"/>
              <a:gd name="T10" fmla="*/ 54 w 121"/>
              <a:gd name="T11" fmla="*/ 21 h 174"/>
              <a:gd name="T12" fmla="*/ 60 w 121"/>
              <a:gd name="T13" fmla="*/ 0 h 174"/>
              <a:gd name="T14" fmla="*/ 67 w 121"/>
              <a:gd name="T15" fmla="*/ 21 h 174"/>
              <a:gd name="T16" fmla="*/ 92 w 121"/>
              <a:gd name="T17" fmla="*/ 51 h 174"/>
              <a:gd name="T18" fmla="*/ 82 w 121"/>
              <a:gd name="T19" fmla="*/ 74 h 174"/>
              <a:gd name="T20" fmla="*/ 98 w 121"/>
              <a:gd name="T21" fmla="*/ 115 h 174"/>
              <a:gd name="T22" fmla="*/ 117 w 121"/>
              <a:gd name="T23" fmla="*/ 119 h 174"/>
              <a:gd name="T24" fmla="*/ 102 w 121"/>
              <a:gd name="T25" fmla="*/ 124 h 174"/>
              <a:gd name="T26" fmla="*/ 116 w 121"/>
              <a:gd name="T27" fmla="*/ 159 h 174"/>
              <a:gd name="T28" fmla="*/ 120 w 121"/>
              <a:gd name="T29" fmla="*/ 168 h 174"/>
              <a:gd name="T30" fmla="*/ 113 w 121"/>
              <a:gd name="T31" fmla="*/ 171 h 174"/>
              <a:gd name="T32" fmla="*/ 108 w 121"/>
              <a:gd name="T33" fmla="*/ 162 h 174"/>
              <a:gd name="T34" fmla="*/ 87 w 121"/>
              <a:gd name="T35" fmla="*/ 124 h 174"/>
              <a:gd name="T36" fmla="*/ 67 w 121"/>
              <a:gd name="T37" fmla="*/ 129 h 174"/>
              <a:gd name="T38" fmla="*/ 54 w 121"/>
              <a:gd name="T39" fmla="*/ 129 h 174"/>
              <a:gd name="T40" fmla="*/ 34 w 121"/>
              <a:gd name="T41" fmla="*/ 124 h 174"/>
              <a:gd name="T42" fmla="*/ 13 w 121"/>
              <a:gd name="T43" fmla="*/ 162 h 174"/>
              <a:gd name="T44" fmla="*/ 8 w 121"/>
              <a:gd name="T45" fmla="*/ 171 h 174"/>
              <a:gd name="T46" fmla="*/ 1 w 121"/>
              <a:gd name="T47" fmla="*/ 168 h 174"/>
              <a:gd name="T48" fmla="*/ 5 w 121"/>
              <a:gd name="T49" fmla="*/ 159 h 174"/>
              <a:gd name="T50" fmla="*/ 19 w 121"/>
              <a:gd name="T51" fmla="*/ 124 h 174"/>
              <a:gd name="T52" fmla="*/ 54 w 121"/>
              <a:gd name="T53" fmla="*/ 115 h 174"/>
              <a:gd name="T54" fmla="*/ 54 w 121"/>
              <a:gd name="T55" fmla="*/ 110 h 174"/>
              <a:gd name="T56" fmla="*/ 67 w 121"/>
              <a:gd name="T57" fmla="*/ 110 h 174"/>
              <a:gd name="T58" fmla="*/ 83 w 121"/>
              <a:gd name="T59" fmla="*/ 115 h 174"/>
              <a:gd name="T60" fmla="*/ 54 w 121"/>
              <a:gd name="T61" fmla="*/ 82 h 174"/>
              <a:gd name="T62" fmla="*/ 54 w 121"/>
              <a:gd name="T63" fmla="*/ 115 h 174"/>
              <a:gd name="T64" fmla="*/ 73 w 121"/>
              <a:gd name="T65" fmla="*/ 39 h 174"/>
              <a:gd name="T66" fmla="*/ 48 w 121"/>
              <a:gd name="T67" fmla="*/ 39 h 174"/>
              <a:gd name="T68" fmla="*/ 48 w 121"/>
              <a:gd name="T69" fmla="*/ 64 h 174"/>
              <a:gd name="T70" fmla="*/ 68 w 121"/>
              <a:gd name="T71" fmla="*/ 68 h 174"/>
              <a:gd name="T72" fmla="*/ 73 w 121"/>
              <a:gd name="T73" fmla="*/ 64 h 174"/>
              <a:gd name="T74" fmla="*/ 73 w 121"/>
              <a:gd name="T75" fmla="*/ 39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1" h="174">
                <a:moveTo>
                  <a:pt x="8" y="124"/>
                </a:moveTo>
                <a:cubicBezTo>
                  <a:pt x="5" y="124"/>
                  <a:pt x="3" y="122"/>
                  <a:pt x="3" y="119"/>
                </a:cubicBezTo>
                <a:cubicBezTo>
                  <a:pt x="3" y="117"/>
                  <a:pt x="5" y="115"/>
                  <a:pt x="8" y="115"/>
                </a:cubicBezTo>
                <a:cubicBezTo>
                  <a:pt x="23" y="115"/>
                  <a:pt x="23" y="115"/>
                  <a:pt x="23" y="115"/>
                </a:cubicBezTo>
                <a:cubicBezTo>
                  <a:pt x="42" y="77"/>
                  <a:pt x="42" y="77"/>
                  <a:pt x="42" y="77"/>
                </a:cubicBezTo>
                <a:cubicBezTo>
                  <a:pt x="41" y="76"/>
                  <a:pt x="40" y="75"/>
                  <a:pt x="38" y="74"/>
                </a:cubicBezTo>
                <a:cubicBezTo>
                  <a:pt x="38" y="74"/>
                  <a:pt x="38" y="74"/>
                  <a:pt x="38" y="74"/>
                </a:cubicBezTo>
                <a:cubicBezTo>
                  <a:pt x="38" y="74"/>
                  <a:pt x="38" y="74"/>
                  <a:pt x="38" y="74"/>
                </a:cubicBezTo>
                <a:cubicBezTo>
                  <a:pt x="33" y="68"/>
                  <a:pt x="29" y="60"/>
                  <a:pt x="29" y="51"/>
                </a:cubicBezTo>
                <a:cubicBezTo>
                  <a:pt x="29" y="43"/>
                  <a:pt x="33" y="35"/>
                  <a:pt x="38" y="29"/>
                </a:cubicBezTo>
                <a:cubicBezTo>
                  <a:pt x="39" y="29"/>
                  <a:pt x="39" y="29"/>
                  <a:pt x="39" y="29"/>
                </a:cubicBezTo>
                <a:cubicBezTo>
                  <a:pt x="43" y="25"/>
                  <a:pt x="48" y="22"/>
                  <a:pt x="54" y="21"/>
                </a:cubicBezTo>
                <a:cubicBezTo>
                  <a:pt x="54" y="7"/>
                  <a:pt x="54" y="7"/>
                  <a:pt x="54" y="7"/>
                </a:cubicBezTo>
                <a:cubicBezTo>
                  <a:pt x="54" y="3"/>
                  <a:pt x="57" y="0"/>
                  <a:pt x="60" y="0"/>
                </a:cubicBezTo>
                <a:cubicBezTo>
                  <a:pt x="64" y="0"/>
                  <a:pt x="67" y="3"/>
                  <a:pt x="67" y="7"/>
                </a:cubicBezTo>
                <a:cubicBezTo>
                  <a:pt x="67" y="21"/>
                  <a:pt x="67" y="21"/>
                  <a:pt x="67" y="21"/>
                </a:cubicBezTo>
                <a:cubicBezTo>
                  <a:pt x="73" y="22"/>
                  <a:pt x="78" y="25"/>
                  <a:pt x="82" y="29"/>
                </a:cubicBezTo>
                <a:cubicBezTo>
                  <a:pt x="88" y="35"/>
                  <a:pt x="92" y="43"/>
                  <a:pt x="92" y="51"/>
                </a:cubicBezTo>
                <a:cubicBezTo>
                  <a:pt x="92" y="60"/>
                  <a:pt x="88" y="68"/>
                  <a:pt x="82" y="74"/>
                </a:cubicBezTo>
                <a:cubicBezTo>
                  <a:pt x="82" y="74"/>
                  <a:pt x="82" y="74"/>
                  <a:pt x="82" y="74"/>
                </a:cubicBezTo>
                <a:cubicBezTo>
                  <a:pt x="81" y="75"/>
                  <a:pt x="80" y="76"/>
                  <a:pt x="79" y="77"/>
                </a:cubicBezTo>
                <a:cubicBezTo>
                  <a:pt x="98" y="115"/>
                  <a:pt x="98" y="115"/>
                  <a:pt x="98" y="115"/>
                </a:cubicBezTo>
                <a:cubicBezTo>
                  <a:pt x="113" y="115"/>
                  <a:pt x="113" y="115"/>
                  <a:pt x="113" y="115"/>
                </a:cubicBezTo>
                <a:cubicBezTo>
                  <a:pt x="116" y="115"/>
                  <a:pt x="117" y="117"/>
                  <a:pt x="117" y="119"/>
                </a:cubicBezTo>
                <a:cubicBezTo>
                  <a:pt x="117" y="122"/>
                  <a:pt x="116" y="124"/>
                  <a:pt x="113" y="124"/>
                </a:cubicBezTo>
                <a:cubicBezTo>
                  <a:pt x="102" y="124"/>
                  <a:pt x="102" y="124"/>
                  <a:pt x="102" y="124"/>
                </a:cubicBezTo>
                <a:cubicBezTo>
                  <a:pt x="116" y="153"/>
                  <a:pt x="116" y="153"/>
                  <a:pt x="116" y="153"/>
                </a:cubicBezTo>
                <a:cubicBezTo>
                  <a:pt x="117" y="155"/>
                  <a:pt x="117" y="157"/>
                  <a:pt x="116" y="159"/>
                </a:cubicBezTo>
                <a:cubicBezTo>
                  <a:pt x="117" y="162"/>
                  <a:pt x="117" y="162"/>
                  <a:pt x="117" y="162"/>
                </a:cubicBezTo>
                <a:cubicBezTo>
                  <a:pt x="120" y="168"/>
                  <a:pt x="120" y="168"/>
                  <a:pt x="120" y="168"/>
                </a:cubicBezTo>
                <a:cubicBezTo>
                  <a:pt x="121" y="170"/>
                  <a:pt x="120" y="172"/>
                  <a:pt x="118" y="173"/>
                </a:cubicBezTo>
                <a:cubicBezTo>
                  <a:pt x="116" y="174"/>
                  <a:pt x="114" y="173"/>
                  <a:pt x="113" y="171"/>
                </a:cubicBezTo>
                <a:cubicBezTo>
                  <a:pt x="110" y="165"/>
                  <a:pt x="110" y="165"/>
                  <a:pt x="110" y="165"/>
                </a:cubicBezTo>
                <a:cubicBezTo>
                  <a:pt x="108" y="162"/>
                  <a:pt x="108" y="162"/>
                  <a:pt x="108" y="162"/>
                </a:cubicBezTo>
                <a:cubicBezTo>
                  <a:pt x="106" y="162"/>
                  <a:pt x="104" y="160"/>
                  <a:pt x="103" y="158"/>
                </a:cubicBezTo>
                <a:cubicBezTo>
                  <a:pt x="87" y="124"/>
                  <a:pt x="87" y="124"/>
                  <a:pt x="87" y="124"/>
                </a:cubicBezTo>
                <a:cubicBezTo>
                  <a:pt x="67" y="124"/>
                  <a:pt x="67" y="124"/>
                  <a:pt x="67" y="124"/>
                </a:cubicBezTo>
                <a:cubicBezTo>
                  <a:pt x="67" y="129"/>
                  <a:pt x="67" y="129"/>
                  <a:pt x="67" y="129"/>
                </a:cubicBezTo>
                <a:cubicBezTo>
                  <a:pt x="67" y="132"/>
                  <a:pt x="64" y="136"/>
                  <a:pt x="60" y="136"/>
                </a:cubicBezTo>
                <a:cubicBezTo>
                  <a:pt x="57" y="136"/>
                  <a:pt x="54" y="132"/>
                  <a:pt x="54" y="129"/>
                </a:cubicBezTo>
                <a:cubicBezTo>
                  <a:pt x="54" y="124"/>
                  <a:pt x="54" y="124"/>
                  <a:pt x="54" y="124"/>
                </a:cubicBezTo>
                <a:cubicBezTo>
                  <a:pt x="34" y="124"/>
                  <a:pt x="34" y="124"/>
                  <a:pt x="34" y="124"/>
                </a:cubicBezTo>
                <a:cubicBezTo>
                  <a:pt x="17" y="158"/>
                  <a:pt x="17" y="158"/>
                  <a:pt x="17" y="158"/>
                </a:cubicBezTo>
                <a:cubicBezTo>
                  <a:pt x="16" y="160"/>
                  <a:pt x="15" y="162"/>
                  <a:pt x="13" y="162"/>
                </a:cubicBezTo>
                <a:cubicBezTo>
                  <a:pt x="11" y="165"/>
                  <a:pt x="11" y="165"/>
                  <a:pt x="11" y="165"/>
                </a:cubicBezTo>
                <a:cubicBezTo>
                  <a:pt x="8" y="171"/>
                  <a:pt x="8" y="171"/>
                  <a:pt x="8" y="171"/>
                </a:cubicBezTo>
                <a:cubicBezTo>
                  <a:pt x="7" y="173"/>
                  <a:pt x="5" y="174"/>
                  <a:pt x="3" y="173"/>
                </a:cubicBezTo>
                <a:cubicBezTo>
                  <a:pt x="1" y="172"/>
                  <a:pt x="0" y="170"/>
                  <a:pt x="1" y="168"/>
                </a:cubicBezTo>
                <a:cubicBezTo>
                  <a:pt x="4" y="162"/>
                  <a:pt x="4" y="162"/>
                  <a:pt x="4" y="162"/>
                </a:cubicBezTo>
                <a:cubicBezTo>
                  <a:pt x="5" y="159"/>
                  <a:pt x="5" y="159"/>
                  <a:pt x="5" y="159"/>
                </a:cubicBezTo>
                <a:cubicBezTo>
                  <a:pt x="4" y="157"/>
                  <a:pt x="4" y="155"/>
                  <a:pt x="5" y="153"/>
                </a:cubicBezTo>
                <a:cubicBezTo>
                  <a:pt x="19" y="124"/>
                  <a:pt x="19" y="124"/>
                  <a:pt x="19" y="124"/>
                </a:cubicBezTo>
                <a:cubicBezTo>
                  <a:pt x="8" y="124"/>
                  <a:pt x="8" y="124"/>
                  <a:pt x="8" y="124"/>
                </a:cubicBezTo>
                <a:close/>
                <a:moveTo>
                  <a:pt x="54" y="115"/>
                </a:moveTo>
                <a:cubicBezTo>
                  <a:pt x="54" y="115"/>
                  <a:pt x="54" y="115"/>
                  <a:pt x="54" y="115"/>
                </a:cubicBezTo>
                <a:cubicBezTo>
                  <a:pt x="54" y="110"/>
                  <a:pt x="54" y="110"/>
                  <a:pt x="54" y="110"/>
                </a:cubicBezTo>
                <a:cubicBezTo>
                  <a:pt x="54" y="107"/>
                  <a:pt x="57" y="103"/>
                  <a:pt x="60" y="103"/>
                </a:cubicBezTo>
                <a:cubicBezTo>
                  <a:pt x="64" y="103"/>
                  <a:pt x="67" y="107"/>
                  <a:pt x="67" y="110"/>
                </a:cubicBezTo>
                <a:cubicBezTo>
                  <a:pt x="67" y="115"/>
                  <a:pt x="67" y="115"/>
                  <a:pt x="67" y="115"/>
                </a:cubicBezTo>
                <a:cubicBezTo>
                  <a:pt x="83" y="115"/>
                  <a:pt x="83" y="115"/>
                  <a:pt x="83" y="115"/>
                </a:cubicBezTo>
                <a:cubicBezTo>
                  <a:pt x="67" y="82"/>
                  <a:pt x="67" y="82"/>
                  <a:pt x="67" y="82"/>
                </a:cubicBezTo>
                <a:cubicBezTo>
                  <a:pt x="63" y="83"/>
                  <a:pt x="58" y="83"/>
                  <a:pt x="54" y="82"/>
                </a:cubicBezTo>
                <a:cubicBezTo>
                  <a:pt x="38" y="115"/>
                  <a:pt x="38" y="115"/>
                  <a:pt x="38" y="115"/>
                </a:cubicBezTo>
                <a:cubicBezTo>
                  <a:pt x="54" y="115"/>
                  <a:pt x="54" y="115"/>
                  <a:pt x="54" y="115"/>
                </a:cubicBezTo>
                <a:close/>
                <a:moveTo>
                  <a:pt x="73" y="39"/>
                </a:moveTo>
                <a:cubicBezTo>
                  <a:pt x="73" y="39"/>
                  <a:pt x="73" y="39"/>
                  <a:pt x="73" y="39"/>
                </a:cubicBezTo>
                <a:cubicBezTo>
                  <a:pt x="66" y="32"/>
                  <a:pt x="55" y="32"/>
                  <a:pt x="48" y="39"/>
                </a:cubicBezTo>
                <a:cubicBezTo>
                  <a:pt x="48" y="39"/>
                  <a:pt x="48" y="39"/>
                  <a:pt x="48" y="39"/>
                </a:cubicBezTo>
                <a:cubicBezTo>
                  <a:pt x="45" y="42"/>
                  <a:pt x="43" y="47"/>
                  <a:pt x="43" y="51"/>
                </a:cubicBezTo>
                <a:cubicBezTo>
                  <a:pt x="43" y="56"/>
                  <a:pt x="45" y="61"/>
                  <a:pt x="48" y="64"/>
                </a:cubicBezTo>
                <a:cubicBezTo>
                  <a:pt x="53" y="69"/>
                  <a:pt x="61" y="71"/>
                  <a:pt x="67" y="68"/>
                </a:cubicBezTo>
                <a:cubicBezTo>
                  <a:pt x="68" y="68"/>
                  <a:pt x="68" y="68"/>
                  <a:pt x="68" y="68"/>
                </a:cubicBezTo>
                <a:cubicBezTo>
                  <a:pt x="69" y="67"/>
                  <a:pt x="71" y="66"/>
                  <a:pt x="73" y="64"/>
                </a:cubicBezTo>
                <a:cubicBezTo>
                  <a:pt x="73" y="64"/>
                  <a:pt x="73" y="64"/>
                  <a:pt x="73" y="64"/>
                </a:cubicBezTo>
                <a:cubicBezTo>
                  <a:pt x="76" y="61"/>
                  <a:pt x="78" y="56"/>
                  <a:pt x="78" y="51"/>
                </a:cubicBezTo>
                <a:cubicBezTo>
                  <a:pt x="78" y="47"/>
                  <a:pt x="76" y="42"/>
                  <a:pt x="73" y="39"/>
                </a:cubicBezTo>
                <a:cubicBezTo>
                  <a:pt x="73" y="39"/>
                  <a:pt x="73" y="39"/>
                  <a:pt x="73" y="39"/>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1" name="Freeform 13"/>
          <p:cNvSpPr>
            <a:spLocks noEditPoints="1"/>
          </p:cNvSpPr>
          <p:nvPr/>
        </p:nvSpPr>
        <p:spPr bwMode="auto">
          <a:xfrm>
            <a:off x="93026" y="1695727"/>
            <a:ext cx="212710" cy="176648"/>
          </a:xfrm>
          <a:custGeom>
            <a:avLst/>
            <a:gdLst>
              <a:gd name="T0" fmla="*/ 111 w 197"/>
              <a:gd name="T1" fmla="*/ 11 h 164"/>
              <a:gd name="T2" fmla="*/ 0 w 197"/>
              <a:gd name="T3" fmla="*/ 15 h 164"/>
              <a:gd name="T4" fmla="*/ 105 w 197"/>
              <a:gd name="T5" fmla="*/ 164 h 164"/>
              <a:gd name="T6" fmla="*/ 136 w 197"/>
              <a:gd name="T7" fmla="*/ 159 h 164"/>
              <a:gd name="T8" fmla="*/ 196 w 197"/>
              <a:gd name="T9" fmla="*/ 142 h 164"/>
              <a:gd name="T10" fmla="*/ 52 w 197"/>
              <a:gd name="T11" fmla="*/ 150 h 164"/>
              <a:gd name="T12" fmla="*/ 52 w 197"/>
              <a:gd name="T13" fmla="*/ 22 h 164"/>
              <a:gd name="T14" fmla="*/ 99 w 197"/>
              <a:gd name="T15" fmla="*/ 150 h 164"/>
              <a:gd name="T16" fmla="*/ 99 w 197"/>
              <a:gd name="T17" fmla="*/ 22 h 164"/>
              <a:gd name="T18" fmla="*/ 147 w 197"/>
              <a:gd name="T19" fmla="*/ 149 h 164"/>
              <a:gd name="T20" fmla="*/ 181 w 197"/>
              <a:gd name="T21" fmla="*/ 139 h 164"/>
              <a:gd name="T22" fmla="*/ 23 w 197"/>
              <a:gd name="T23" fmla="*/ 133 h 164"/>
              <a:gd name="T24" fmla="*/ 42 w 197"/>
              <a:gd name="T25" fmla="*/ 134 h 164"/>
              <a:gd name="T26" fmla="*/ 43 w 197"/>
              <a:gd name="T27" fmla="*/ 114 h 164"/>
              <a:gd name="T28" fmla="*/ 23 w 197"/>
              <a:gd name="T29" fmla="*/ 114 h 164"/>
              <a:gd name="T30" fmla="*/ 29 w 197"/>
              <a:gd name="T31" fmla="*/ 120 h 164"/>
              <a:gd name="T32" fmla="*/ 37 w 197"/>
              <a:gd name="T33" fmla="*/ 120 h 164"/>
              <a:gd name="T34" fmla="*/ 37 w 197"/>
              <a:gd name="T35" fmla="*/ 128 h 164"/>
              <a:gd name="T36" fmla="*/ 29 w 197"/>
              <a:gd name="T37" fmla="*/ 127 h 164"/>
              <a:gd name="T38" fmla="*/ 32 w 197"/>
              <a:gd name="T39" fmla="*/ 91 h 164"/>
              <a:gd name="T40" fmla="*/ 36 w 197"/>
              <a:gd name="T41" fmla="*/ 38 h 164"/>
              <a:gd name="T42" fmla="*/ 28 w 197"/>
              <a:gd name="T43" fmla="*/ 87 h 164"/>
              <a:gd name="T44" fmla="*/ 134 w 197"/>
              <a:gd name="T45" fmla="*/ 31 h 164"/>
              <a:gd name="T46" fmla="*/ 149 w 197"/>
              <a:gd name="T47" fmla="*/ 86 h 164"/>
              <a:gd name="T48" fmla="*/ 134 w 197"/>
              <a:gd name="T49" fmla="*/ 31 h 164"/>
              <a:gd name="T50" fmla="*/ 69 w 197"/>
              <a:gd name="T51" fmla="*/ 133 h 164"/>
              <a:gd name="T52" fmla="*/ 88 w 197"/>
              <a:gd name="T53" fmla="*/ 133 h 164"/>
              <a:gd name="T54" fmla="*/ 79 w 197"/>
              <a:gd name="T55" fmla="*/ 110 h 164"/>
              <a:gd name="T56" fmla="*/ 65 w 197"/>
              <a:gd name="T57" fmla="*/ 124 h 164"/>
              <a:gd name="T58" fmla="*/ 75 w 197"/>
              <a:gd name="T59" fmla="*/ 120 h 164"/>
              <a:gd name="T60" fmla="*/ 82 w 197"/>
              <a:gd name="T61" fmla="*/ 120 h 164"/>
              <a:gd name="T62" fmla="*/ 82 w 197"/>
              <a:gd name="T63" fmla="*/ 128 h 164"/>
              <a:gd name="T64" fmla="*/ 74 w 197"/>
              <a:gd name="T65" fmla="*/ 127 h 164"/>
              <a:gd name="T66" fmla="*/ 81 w 197"/>
              <a:gd name="T67" fmla="*/ 91 h 164"/>
              <a:gd name="T68" fmla="*/ 85 w 197"/>
              <a:gd name="T69" fmla="*/ 38 h 164"/>
              <a:gd name="T70" fmla="*/ 77 w 197"/>
              <a:gd name="T71" fmla="*/ 87 h 164"/>
              <a:gd name="T72" fmla="*/ 148 w 197"/>
              <a:gd name="T73" fmla="*/ 109 h 164"/>
              <a:gd name="T74" fmla="*/ 148 w 197"/>
              <a:gd name="T75" fmla="*/ 128 h 164"/>
              <a:gd name="T76" fmla="*/ 167 w 197"/>
              <a:gd name="T77" fmla="*/ 128 h 164"/>
              <a:gd name="T78" fmla="*/ 168 w 197"/>
              <a:gd name="T79" fmla="*/ 109 h 164"/>
              <a:gd name="T80" fmla="*/ 158 w 197"/>
              <a:gd name="T81" fmla="*/ 105 h 164"/>
              <a:gd name="T82" fmla="*/ 154 w 197"/>
              <a:gd name="T83" fmla="*/ 114 h 164"/>
              <a:gd name="T84" fmla="*/ 163 w 197"/>
              <a:gd name="T85" fmla="*/ 118 h 164"/>
              <a:gd name="T86" fmla="*/ 154 w 197"/>
              <a:gd name="T87" fmla="*/ 122 h 164"/>
              <a:gd name="T88" fmla="*/ 154 w 197"/>
              <a:gd name="T89" fmla="*/ 114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97" h="164">
                <a:moveTo>
                  <a:pt x="159" y="6"/>
                </a:moveTo>
                <a:cubicBezTo>
                  <a:pt x="158" y="2"/>
                  <a:pt x="155" y="0"/>
                  <a:pt x="151" y="1"/>
                </a:cubicBezTo>
                <a:cubicBezTo>
                  <a:pt x="111" y="11"/>
                  <a:pt x="111" y="11"/>
                  <a:pt x="111" y="11"/>
                </a:cubicBezTo>
                <a:cubicBezTo>
                  <a:pt x="110" y="10"/>
                  <a:pt x="108" y="8"/>
                  <a:pt x="105" y="8"/>
                </a:cubicBezTo>
                <a:cubicBezTo>
                  <a:pt x="7" y="8"/>
                  <a:pt x="7" y="8"/>
                  <a:pt x="7" y="8"/>
                </a:cubicBezTo>
                <a:cubicBezTo>
                  <a:pt x="3" y="8"/>
                  <a:pt x="0" y="11"/>
                  <a:pt x="0" y="15"/>
                </a:cubicBezTo>
                <a:cubicBezTo>
                  <a:pt x="0" y="157"/>
                  <a:pt x="0" y="157"/>
                  <a:pt x="0" y="157"/>
                </a:cubicBezTo>
                <a:cubicBezTo>
                  <a:pt x="0" y="161"/>
                  <a:pt x="3" y="164"/>
                  <a:pt x="7" y="164"/>
                </a:cubicBezTo>
                <a:cubicBezTo>
                  <a:pt x="105" y="164"/>
                  <a:pt x="105" y="164"/>
                  <a:pt x="105" y="164"/>
                </a:cubicBezTo>
                <a:cubicBezTo>
                  <a:pt x="109" y="164"/>
                  <a:pt x="112" y="161"/>
                  <a:pt x="112" y="157"/>
                </a:cubicBezTo>
                <a:cubicBezTo>
                  <a:pt x="112" y="71"/>
                  <a:pt x="112" y="71"/>
                  <a:pt x="112" y="71"/>
                </a:cubicBezTo>
                <a:cubicBezTo>
                  <a:pt x="136" y="159"/>
                  <a:pt x="136" y="159"/>
                  <a:pt x="136" y="159"/>
                </a:cubicBezTo>
                <a:cubicBezTo>
                  <a:pt x="136" y="162"/>
                  <a:pt x="140" y="164"/>
                  <a:pt x="144" y="163"/>
                </a:cubicBezTo>
                <a:cubicBezTo>
                  <a:pt x="191" y="151"/>
                  <a:pt x="191" y="151"/>
                  <a:pt x="191" y="151"/>
                </a:cubicBezTo>
                <a:cubicBezTo>
                  <a:pt x="195" y="150"/>
                  <a:pt x="197" y="146"/>
                  <a:pt x="196" y="142"/>
                </a:cubicBezTo>
                <a:cubicBezTo>
                  <a:pt x="159" y="6"/>
                  <a:pt x="159" y="6"/>
                  <a:pt x="159" y="6"/>
                </a:cubicBezTo>
                <a:close/>
                <a:moveTo>
                  <a:pt x="52" y="150"/>
                </a:moveTo>
                <a:cubicBezTo>
                  <a:pt x="52" y="150"/>
                  <a:pt x="52" y="150"/>
                  <a:pt x="52" y="150"/>
                </a:cubicBezTo>
                <a:cubicBezTo>
                  <a:pt x="14" y="150"/>
                  <a:pt x="14" y="150"/>
                  <a:pt x="14" y="150"/>
                </a:cubicBezTo>
                <a:cubicBezTo>
                  <a:pt x="14" y="22"/>
                  <a:pt x="14" y="22"/>
                  <a:pt x="14" y="22"/>
                </a:cubicBezTo>
                <a:cubicBezTo>
                  <a:pt x="52" y="22"/>
                  <a:pt x="52" y="22"/>
                  <a:pt x="52" y="22"/>
                </a:cubicBezTo>
                <a:cubicBezTo>
                  <a:pt x="52" y="150"/>
                  <a:pt x="52" y="150"/>
                  <a:pt x="52" y="150"/>
                </a:cubicBezTo>
                <a:close/>
                <a:moveTo>
                  <a:pt x="99" y="150"/>
                </a:moveTo>
                <a:cubicBezTo>
                  <a:pt x="99" y="150"/>
                  <a:pt x="99" y="150"/>
                  <a:pt x="99" y="150"/>
                </a:cubicBezTo>
                <a:cubicBezTo>
                  <a:pt x="60" y="150"/>
                  <a:pt x="60" y="150"/>
                  <a:pt x="60" y="150"/>
                </a:cubicBezTo>
                <a:cubicBezTo>
                  <a:pt x="60" y="22"/>
                  <a:pt x="60" y="22"/>
                  <a:pt x="60" y="22"/>
                </a:cubicBezTo>
                <a:cubicBezTo>
                  <a:pt x="99" y="22"/>
                  <a:pt x="99" y="22"/>
                  <a:pt x="99" y="22"/>
                </a:cubicBezTo>
                <a:cubicBezTo>
                  <a:pt x="99" y="150"/>
                  <a:pt x="99" y="150"/>
                  <a:pt x="99" y="150"/>
                </a:cubicBezTo>
                <a:close/>
                <a:moveTo>
                  <a:pt x="147" y="149"/>
                </a:moveTo>
                <a:cubicBezTo>
                  <a:pt x="147" y="149"/>
                  <a:pt x="147" y="149"/>
                  <a:pt x="147" y="149"/>
                </a:cubicBezTo>
                <a:cubicBezTo>
                  <a:pt x="114" y="25"/>
                  <a:pt x="114" y="25"/>
                  <a:pt x="114" y="25"/>
                </a:cubicBezTo>
                <a:cubicBezTo>
                  <a:pt x="148" y="16"/>
                  <a:pt x="148" y="16"/>
                  <a:pt x="148" y="16"/>
                </a:cubicBezTo>
                <a:cubicBezTo>
                  <a:pt x="181" y="139"/>
                  <a:pt x="181" y="139"/>
                  <a:pt x="181" y="139"/>
                </a:cubicBezTo>
                <a:cubicBezTo>
                  <a:pt x="147" y="149"/>
                  <a:pt x="147" y="149"/>
                  <a:pt x="147" y="149"/>
                </a:cubicBezTo>
                <a:close/>
                <a:moveTo>
                  <a:pt x="23" y="133"/>
                </a:moveTo>
                <a:cubicBezTo>
                  <a:pt x="23" y="133"/>
                  <a:pt x="23" y="133"/>
                  <a:pt x="23" y="133"/>
                </a:cubicBezTo>
                <a:cubicBezTo>
                  <a:pt x="23" y="133"/>
                  <a:pt x="23" y="133"/>
                  <a:pt x="23" y="133"/>
                </a:cubicBezTo>
                <a:cubicBezTo>
                  <a:pt x="26" y="136"/>
                  <a:pt x="29" y="137"/>
                  <a:pt x="33" y="137"/>
                </a:cubicBezTo>
                <a:cubicBezTo>
                  <a:pt x="37" y="137"/>
                  <a:pt x="40" y="136"/>
                  <a:pt x="42" y="134"/>
                </a:cubicBezTo>
                <a:cubicBezTo>
                  <a:pt x="43" y="133"/>
                  <a:pt x="43" y="133"/>
                  <a:pt x="43" y="133"/>
                </a:cubicBezTo>
                <a:cubicBezTo>
                  <a:pt x="45" y="131"/>
                  <a:pt x="47" y="127"/>
                  <a:pt x="47" y="124"/>
                </a:cubicBezTo>
                <a:cubicBezTo>
                  <a:pt x="47" y="120"/>
                  <a:pt x="45" y="116"/>
                  <a:pt x="43" y="114"/>
                </a:cubicBezTo>
                <a:cubicBezTo>
                  <a:pt x="42" y="114"/>
                  <a:pt x="42" y="114"/>
                  <a:pt x="42" y="114"/>
                </a:cubicBezTo>
                <a:cubicBezTo>
                  <a:pt x="40" y="112"/>
                  <a:pt x="37" y="110"/>
                  <a:pt x="33" y="110"/>
                </a:cubicBezTo>
                <a:cubicBezTo>
                  <a:pt x="29" y="110"/>
                  <a:pt x="26" y="112"/>
                  <a:pt x="23" y="114"/>
                </a:cubicBezTo>
                <a:cubicBezTo>
                  <a:pt x="21" y="116"/>
                  <a:pt x="19" y="120"/>
                  <a:pt x="19" y="124"/>
                </a:cubicBezTo>
                <a:cubicBezTo>
                  <a:pt x="19" y="127"/>
                  <a:pt x="21" y="131"/>
                  <a:pt x="23" y="133"/>
                </a:cubicBezTo>
                <a:close/>
                <a:moveTo>
                  <a:pt x="29" y="120"/>
                </a:moveTo>
                <a:cubicBezTo>
                  <a:pt x="29" y="120"/>
                  <a:pt x="29" y="120"/>
                  <a:pt x="29" y="120"/>
                </a:cubicBezTo>
                <a:cubicBezTo>
                  <a:pt x="30" y="119"/>
                  <a:pt x="31" y="118"/>
                  <a:pt x="33" y="118"/>
                </a:cubicBezTo>
                <a:cubicBezTo>
                  <a:pt x="34" y="118"/>
                  <a:pt x="36" y="119"/>
                  <a:pt x="37" y="120"/>
                </a:cubicBezTo>
                <a:cubicBezTo>
                  <a:pt x="37" y="120"/>
                  <a:pt x="37" y="120"/>
                  <a:pt x="37" y="120"/>
                </a:cubicBezTo>
                <a:cubicBezTo>
                  <a:pt x="38" y="121"/>
                  <a:pt x="38" y="122"/>
                  <a:pt x="38" y="124"/>
                </a:cubicBezTo>
                <a:cubicBezTo>
                  <a:pt x="38" y="125"/>
                  <a:pt x="38" y="127"/>
                  <a:pt x="37" y="128"/>
                </a:cubicBezTo>
                <a:cubicBezTo>
                  <a:pt x="36" y="129"/>
                  <a:pt x="34" y="129"/>
                  <a:pt x="33" y="129"/>
                </a:cubicBezTo>
                <a:cubicBezTo>
                  <a:pt x="31" y="129"/>
                  <a:pt x="30" y="129"/>
                  <a:pt x="29" y="128"/>
                </a:cubicBezTo>
                <a:cubicBezTo>
                  <a:pt x="29" y="127"/>
                  <a:pt x="29" y="127"/>
                  <a:pt x="29" y="127"/>
                </a:cubicBezTo>
                <a:cubicBezTo>
                  <a:pt x="28" y="126"/>
                  <a:pt x="27" y="125"/>
                  <a:pt x="27" y="124"/>
                </a:cubicBezTo>
                <a:cubicBezTo>
                  <a:pt x="27" y="122"/>
                  <a:pt x="28" y="121"/>
                  <a:pt x="29" y="120"/>
                </a:cubicBezTo>
                <a:close/>
                <a:moveTo>
                  <a:pt x="32" y="91"/>
                </a:moveTo>
                <a:cubicBezTo>
                  <a:pt x="32" y="91"/>
                  <a:pt x="32" y="91"/>
                  <a:pt x="32" y="91"/>
                </a:cubicBezTo>
                <a:cubicBezTo>
                  <a:pt x="34" y="91"/>
                  <a:pt x="36" y="89"/>
                  <a:pt x="36" y="87"/>
                </a:cubicBezTo>
                <a:cubicBezTo>
                  <a:pt x="36" y="38"/>
                  <a:pt x="36" y="38"/>
                  <a:pt x="36" y="38"/>
                </a:cubicBezTo>
                <a:cubicBezTo>
                  <a:pt x="36" y="35"/>
                  <a:pt x="34" y="34"/>
                  <a:pt x="32" y="34"/>
                </a:cubicBezTo>
                <a:cubicBezTo>
                  <a:pt x="29" y="34"/>
                  <a:pt x="28" y="35"/>
                  <a:pt x="28" y="38"/>
                </a:cubicBezTo>
                <a:cubicBezTo>
                  <a:pt x="28" y="87"/>
                  <a:pt x="28" y="87"/>
                  <a:pt x="28" y="87"/>
                </a:cubicBezTo>
                <a:cubicBezTo>
                  <a:pt x="28" y="89"/>
                  <a:pt x="29" y="91"/>
                  <a:pt x="32" y="91"/>
                </a:cubicBezTo>
                <a:close/>
                <a:moveTo>
                  <a:pt x="134" y="31"/>
                </a:moveTo>
                <a:cubicBezTo>
                  <a:pt x="134" y="31"/>
                  <a:pt x="134" y="31"/>
                  <a:pt x="134" y="31"/>
                </a:cubicBezTo>
                <a:cubicBezTo>
                  <a:pt x="132" y="32"/>
                  <a:pt x="131" y="34"/>
                  <a:pt x="131" y="36"/>
                </a:cubicBezTo>
                <a:cubicBezTo>
                  <a:pt x="144" y="84"/>
                  <a:pt x="144" y="84"/>
                  <a:pt x="144" y="84"/>
                </a:cubicBezTo>
                <a:cubicBezTo>
                  <a:pt x="144" y="86"/>
                  <a:pt x="146" y="87"/>
                  <a:pt x="149" y="86"/>
                </a:cubicBezTo>
                <a:cubicBezTo>
                  <a:pt x="151" y="86"/>
                  <a:pt x="152" y="84"/>
                  <a:pt x="152" y="82"/>
                </a:cubicBezTo>
                <a:cubicBezTo>
                  <a:pt x="139" y="34"/>
                  <a:pt x="139" y="34"/>
                  <a:pt x="139" y="34"/>
                </a:cubicBezTo>
                <a:cubicBezTo>
                  <a:pt x="138" y="32"/>
                  <a:pt x="136" y="31"/>
                  <a:pt x="134" y="31"/>
                </a:cubicBezTo>
                <a:close/>
                <a:moveTo>
                  <a:pt x="69" y="133"/>
                </a:moveTo>
                <a:cubicBezTo>
                  <a:pt x="69" y="133"/>
                  <a:pt x="69" y="133"/>
                  <a:pt x="69" y="133"/>
                </a:cubicBezTo>
                <a:cubicBezTo>
                  <a:pt x="69" y="133"/>
                  <a:pt x="69" y="133"/>
                  <a:pt x="69" y="133"/>
                </a:cubicBezTo>
                <a:cubicBezTo>
                  <a:pt x="71" y="136"/>
                  <a:pt x="75" y="137"/>
                  <a:pt x="79" y="137"/>
                </a:cubicBezTo>
                <a:cubicBezTo>
                  <a:pt x="82" y="137"/>
                  <a:pt x="86" y="136"/>
                  <a:pt x="88" y="134"/>
                </a:cubicBezTo>
                <a:cubicBezTo>
                  <a:pt x="88" y="133"/>
                  <a:pt x="88" y="133"/>
                  <a:pt x="88" y="133"/>
                </a:cubicBezTo>
                <a:cubicBezTo>
                  <a:pt x="91" y="131"/>
                  <a:pt x="92" y="127"/>
                  <a:pt x="92" y="124"/>
                </a:cubicBezTo>
                <a:cubicBezTo>
                  <a:pt x="92" y="120"/>
                  <a:pt x="91" y="116"/>
                  <a:pt x="88" y="114"/>
                </a:cubicBezTo>
                <a:cubicBezTo>
                  <a:pt x="86" y="112"/>
                  <a:pt x="82" y="110"/>
                  <a:pt x="79" y="110"/>
                </a:cubicBezTo>
                <a:cubicBezTo>
                  <a:pt x="75" y="110"/>
                  <a:pt x="71" y="112"/>
                  <a:pt x="69" y="114"/>
                </a:cubicBezTo>
                <a:cubicBezTo>
                  <a:pt x="69" y="114"/>
                  <a:pt x="69" y="114"/>
                  <a:pt x="69" y="114"/>
                </a:cubicBezTo>
                <a:cubicBezTo>
                  <a:pt x="66" y="116"/>
                  <a:pt x="65" y="120"/>
                  <a:pt x="65" y="124"/>
                </a:cubicBezTo>
                <a:cubicBezTo>
                  <a:pt x="65" y="127"/>
                  <a:pt x="66" y="131"/>
                  <a:pt x="69" y="133"/>
                </a:cubicBezTo>
                <a:close/>
                <a:moveTo>
                  <a:pt x="75" y="120"/>
                </a:moveTo>
                <a:cubicBezTo>
                  <a:pt x="75" y="120"/>
                  <a:pt x="75" y="120"/>
                  <a:pt x="75" y="120"/>
                </a:cubicBezTo>
                <a:cubicBezTo>
                  <a:pt x="76" y="119"/>
                  <a:pt x="77" y="118"/>
                  <a:pt x="79" y="118"/>
                </a:cubicBezTo>
                <a:cubicBezTo>
                  <a:pt x="80" y="118"/>
                  <a:pt x="81" y="119"/>
                  <a:pt x="82" y="120"/>
                </a:cubicBezTo>
                <a:cubicBezTo>
                  <a:pt x="82" y="120"/>
                  <a:pt x="82" y="120"/>
                  <a:pt x="82" y="120"/>
                </a:cubicBezTo>
                <a:cubicBezTo>
                  <a:pt x="84" y="121"/>
                  <a:pt x="84" y="122"/>
                  <a:pt x="84" y="124"/>
                </a:cubicBezTo>
                <a:cubicBezTo>
                  <a:pt x="84" y="125"/>
                  <a:pt x="84" y="127"/>
                  <a:pt x="83" y="128"/>
                </a:cubicBezTo>
                <a:cubicBezTo>
                  <a:pt x="82" y="128"/>
                  <a:pt x="82" y="128"/>
                  <a:pt x="82" y="128"/>
                </a:cubicBezTo>
                <a:cubicBezTo>
                  <a:pt x="81" y="129"/>
                  <a:pt x="80" y="129"/>
                  <a:pt x="79" y="129"/>
                </a:cubicBezTo>
                <a:cubicBezTo>
                  <a:pt x="77" y="129"/>
                  <a:pt x="76" y="129"/>
                  <a:pt x="75" y="128"/>
                </a:cubicBezTo>
                <a:cubicBezTo>
                  <a:pt x="74" y="127"/>
                  <a:pt x="74" y="127"/>
                  <a:pt x="74" y="127"/>
                </a:cubicBezTo>
                <a:cubicBezTo>
                  <a:pt x="74" y="126"/>
                  <a:pt x="73" y="125"/>
                  <a:pt x="73" y="124"/>
                </a:cubicBezTo>
                <a:cubicBezTo>
                  <a:pt x="73" y="122"/>
                  <a:pt x="74" y="121"/>
                  <a:pt x="75" y="120"/>
                </a:cubicBezTo>
                <a:close/>
                <a:moveTo>
                  <a:pt x="81" y="91"/>
                </a:moveTo>
                <a:cubicBezTo>
                  <a:pt x="81" y="91"/>
                  <a:pt x="81" y="91"/>
                  <a:pt x="81" y="91"/>
                </a:cubicBezTo>
                <a:cubicBezTo>
                  <a:pt x="83" y="91"/>
                  <a:pt x="85" y="89"/>
                  <a:pt x="85" y="87"/>
                </a:cubicBezTo>
                <a:cubicBezTo>
                  <a:pt x="85" y="38"/>
                  <a:pt x="85" y="38"/>
                  <a:pt x="85" y="38"/>
                </a:cubicBezTo>
                <a:cubicBezTo>
                  <a:pt x="85" y="35"/>
                  <a:pt x="83" y="34"/>
                  <a:pt x="81" y="34"/>
                </a:cubicBezTo>
                <a:cubicBezTo>
                  <a:pt x="79" y="34"/>
                  <a:pt x="77" y="35"/>
                  <a:pt x="77" y="38"/>
                </a:cubicBezTo>
                <a:cubicBezTo>
                  <a:pt x="77" y="87"/>
                  <a:pt x="77" y="87"/>
                  <a:pt x="77" y="87"/>
                </a:cubicBezTo>
                <a:cubicBezTo>
                  <a:pt x="77" y="89"/>
                  <a:pt x="79" y="91"/>
                  <a:pt x="81" y="91"/>
                </a:cubicBezTo>
                <a:close/>
                <a:moveTo>
                  <a:pt x="148" y="109"/>
                </a:moveTo>
                <a:cubicBezTo>
                  <a:pt x="148" y="109"/>
                  <a:pt x="148" y="109"/>
                  <a:pt x="148" y="109"/>
                </a:cubicBezTo>
                <a:cubicBezTo>
                  <a:pt x="146" y="111"/>
                  <a:pt x="144" y="114"/>
                  <a:pt x="144" y="118"/>
                </a:cubicBezTo>
                <a:cubicBezTo>
                  <a:pt x="144" y="122"/>
                  <a:pt x="146" y="125"/>
                  <a:pt x="148" y="128"/>
                </a:cubicBezTo>
                <a:cubicBezTo>
                  <a:pt x="148" y="128"/>
                  <a:pt x="148" y="128"/>
                  <a:pt x="148" y="128"/>
                </a:cubicBezTo>
                <a:cubicBezTo>
                  <a:pt x="151" y="130"/>
                  <a:pt x="154" y="132"/>
                  <a:pt x="158" y="132"/>
                </a:cubicBezTo>
                <a:cubicBezTo>
                  <a:pt x="161" y="132"/>
                  <a:pt x="165" y="131"/>
                  <a:pt x="167" y="128"/>
                </a:cubicBezTo>
                <a:cubicBezTo>
                  <a:pt x="167" y="128"/>
                  <a:pt x="167" y="128"/>
                  <a:pt x="167" y="128"/>
                </a:cubicBezTo>
                <a:cubicBezTo>
                  <a:pt x="168" y="128"/>
                  <a:pt x="168" y="128"/>
                  <a:pt x="168" y="128"/>
                </a:cubicBezTo>
                <a:cubicBezTo>
                  <a:pt x="170" y="126"/>
                  <a:pt x="171" y="122"/>
                  <a:pt x="171" y="118"/>
                </a:cubicBezTo>
                <a:cubicBezTo>
                  <a:pt x="171" y="114"/>
                  <a:pt x="170" y="111"/>
                  <a:pt x="168" y="109"/>
                </a:cubicBezTo>
                <a:cubicBezTo>
                  <a:pt x="168" y="109"/>
                  <a:pt x="168" y="109"/>
                  <a:pt x="168" y="109"/>
                </a:cubicBezTo>
                <a:cubicBezTo>
                  <a:pt x="168" y="109"/>
                  <a:pt x="168" y="109"/>
                  <a:pt x="168" y="109"/>
                </a:cubicBezTo>
                <a:cubicBezTo>
                  <a:pt x="165" y="106"/>
                  <a:pt x="162" y="105"/>
                  <a:pt x="158" y="105"/>
                </a:cubicBezTo>
                <a:cubicBezTo>
                  <a:pt x="154" y="105"/>
                  <a:pt x="151" y="106"/>
                  <a:pt x="148" y="109"/>
                </a:cubicBezTo>
                <a:close/>
                <a:moveTo>
                  <a:pt x="154" y="114"/>
                </a:moveTo>
                <a:cubicBezTo>
                  <a:pt x="154" y="114"/>
                  <a:pt x="154" y="114"/>
                  <a:pt x="154" y="114"/>
                </a:cubicBezTo>
                <a:cubicBezTo>
                  <a:pt x="155" y="113"/>
                  <a:pt x="156" y="113"/>
                  <a:pt x="158" y="113"/>
                </a:cubicBezTo>
                <a:cubicBezTo>
                  <a:pt x="159" y="113"/>
                  <a:pt x="161" y="113"/>
                  <a:pt x="162" y="114"/>
                </a:cubicBezTo>
                <a:cubicBezTo>
                  <a:pt x="163" y="115"/>
                  <a:pt x="163" y="117"/>
                  <a:pt x="163" y="118"/>
                </a:cubicBezTo>
                <a:cubicBezTo>
                  <a:pt x="163" y="120"/>
                  <a:pt x="163" y="121"/>
                  <a:pt x="162" y="122"/>
                </a:cubicBezTo>
                <a:cubicBezTo>
                  <a:pt x="161" y="123"/>
                  <a:pt x="159" y="124"/>
                  <a:pt x="158" y="124"/>
                </a:cubicBezTo>
                <a:cubicBezTo>
                  <a:pt x="156" y="124"/>
                  <a:pt x="155" y="123"/>
                  <a:pt x="154" y="122"/>
                </a:cubicBezTo>
                <a:cubicBezTo>
                  <a:pt x="154" y="122"/>
                  <a:pt x="154" y="122"/>
                  <a:pt x="154" y="122"/>
                </a:cubicBezTo>
                <a:cubicBezTo>
                  <a:pt x="153" y="121"/>
                  <a:pt x="152" y="120"/>
                  <a:pt x="152" y="118"/>
                </a:cubicBezTo>
                <a:cubicBezTo>
                  <a:pt x="152" y="117"/>
                  <a:pt x="153" y="115"/>
                  <a:pt x="154" y="114"/>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8" name="Freeform 10"/>
          <p:cNvSpPr>
            <a:spLocks noEditPoints="1"/>
          </p:cNvSpPr>
          <p:nvPr/>
        </p:nvSpPr>
        <p:spPr bwMode="auto">
          <a:xfrm>
            <a:off x="107850" y="2091788"/>
            <a:ext cx="174824" cy="175280"/>
          </a:xfrm>
          <a:custGeom>
            <a:avLst/>
            <a:gdLst>
              <a:gd name="T0" fmla="*/ 47 w 162"/>
              <a:gd name="T1" fmla="*/ 34 h 163"/>
              <a:gd name="T2" fmla="*/ 34 w 162"/>
              <a:gd name="T3" fmla="*/ 47 h 163"/>
              <a:gd name="T4" fmla="*/ 32 w 162"/>
              <a:gd name="T5" fmla="*/ 61 h 163"/>
              <a:gd name="T6" fmla="*/ 41 w 162"/>
              <a:gd name="T7" fmla="*/ 52 h 163"/>
              <a:gd name="T8" fmla="*/ 52 w 162"/>
              <a:gd name="T9" fmla="*/ 41 h 163"/>
              <a:gd name="T10" fmla="*/ 60 w 162"/>
              <a:gd name="T11" fmla="*/ 32 h 163"/>
              <a:gd name="T12" fmla="*/ 160 w 162"/>
              <a:gd name="T13" fmla="*/ 150 h 163"/>
              <a:gd name="T14" fmla="*/ 130 w 162"/>
              <a:gd name="T15" fmla="*/ 121 h 163"/>
              <a:gd name="T16" fmla="*/ 147 w 162"/>
              <a:gd name="T17" fmla="*/ 74 h 163"/>
              <a:gd name="T18" fmla="*/ 142 w 162"/>
              <a:gd name="T19" fmla="*/ 46 h 163"/>
              <a:gd name="T20" fmla="*/ 126 w 162"/>
              <a:gd name="T21" fmla="*/ 22 h 163"/>
              <a:gd name="T22" fmla="*/ 74 w 162"/>
              <a:gd name="T23" fmla="*/ 0 h 163"/>
              <a:gd name="T24" fmla="*/ 6 w 162"/>
              <a:gd name="T25" fmla="*/ 46 h 163"/>
              <a:gd name="T26" fmla="*/ 5 w 162"/>
              <a:gd name="T27" fmla="*/ 102 h 163"/>
              <a:gd name="T28" fmla="*/ 21 w 162"/>
              <a:gd name="T29" fmla="*/ 126 h 163"/>
              <a:gd name="T30" fmla="*/ 45 w 162"/>
              <a:gd name="T31" fmla="*/ 142 h 163"/>
              <a:gd name="T32" fmla="*/ 45 w 162"/>
              <a:gd name="T33" fmla="*/ 142 h 163"/>
              <a:gd name="T34" fmla="*/ 102 w 162"/>
              <a:gd name="T35" fmla="*/ 142 h 163"/>
              <a:gd name="T36" fmla="*/ 150 w 162"/>
              <a:gd name="T37" fmla="*/ 160 h 163"/>
              <a:gd name="T38" fmla="*/ 160 w 162"/>
              <a:gd name="T39" fmla="*/ 150 h 163"/>
              <a:gd name="T40" fmla="*/ 116 w 162"/>
              <a:gd name="T41" fmla="*/ 117 h 163"/>
              <a:gd name="T42" fmla="*/ 97 w 162"/>
              <a:gd name="T43" fmla="*/ 130 h 163"/>
              <a:gd name="T44" fmla="*/ 51 w 162"/>
              <a:gd name="T45" fmla="*/ 130 h 163"/>
              <a:gd name="T46" fmla="*/ 31 w 162"/>
              <a:gd name="T47" fmla="*/ 117 h 163"/>
              <a:gd name="T48" fmla="*/ 31 w 162"/>
              <a:gd name="T49" fmla="*/ 117 h 163"/>
              <a:gd name="T50" fmla="*/ 18 w 162"/>
              <a:gd name="T51" fmla="*/ 97 h 163"/>
              <a:gd name="T52" fmla="*/ 18 w 162"/>
              <a:gd name="T53" fmla="*/ 51 h 163"/>
              <a:gd name="T54" fmla="*/ 74 w 162"/>
              <a:gd name="T55" fmla="*/ 14 h 163"/>
              <a:gd name="T56" fmla="*/ 116 w 162"/>
              <a:gd name="T57" fmla="*/ 31 h 163"/>
              <a:gd name="T58" fmla="*/ 129 w 162"/>
              <a:gd name="T59" fmla="*/ 51 h 163"/>
              <a:gd name="T60" fmla="*/ 134 w 162"/>
              <a:gd name="T61" fmla="*/ 74 h 163"/>
              <a:gd name="T62" fmla="*/ 116 w 162"/>
              <a:gd name="T63" fmla="*/ 117 h 163"/>
              <a:gd name="T64" fmla="*/ 117 w 162"/>
              <a:gd name="T65" fmla="*/ 70 h 163"/>
              <a:gd name="T66" fmla="*/ 110 w 162"/>
              <a:gd name="T67" fmla="*/ 89 h 163"/>
              <a:gd name="T68" fmla="*/ 102 w 162"/>
              <a:gd name="T69" fmla="*/ 102 h 163"/>
              <a:gd name="T70" fmla="*/ 74 w 162"/>
              <a:gd name="T71" fmla="*/ 114 h 163"/>
              <a:gd name="T72" fmla="*/ 74 w 162"/>
              <a:gd name="T73" fmla="*/ 122 h 163"/>
              <a:gd name="T74" fmla="*/ 107 w 162"/>
              <a:gd name="T75" fmla="*/ 108 h 163"/>
              <a:gd name="T76" fmla="*/ 118 w 162"/>
              <a:gd name="T77" fmla="*/ 92 h 163"/>
              <a:gd name="T78" fmla="*/ 117 w 162"/>
              <a:gd name="T79" fmla="*/ 70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62" h="163">
                <a:moveTo>
                  <a:pt x="55" y="30"/>
                </a:moveTo>
                <a:cubicBezTo>
                  <a:pt x="52" y="31"/>
                  <a:pt x="50" y="33"/>
                  <a:pt x="47" y="34"/>
                </a:cubicBezTo>
                <a:cubicBezTo>
                  <a:pt x="44" y="36"/>
                  <a:pt x="42" y="38"/>
                  <a:pt x="40" y="40"/>
                </a:cubicBezTo>
                <a:cubicBezTo>
                  <a:pt x="38" y="42"/>
                  <a:pt x="36" y="45"/>
                  <a:pt x="34" y="47"/>
                </a:cubicBezTo>
                <a:cubicBezTo>
                  <a:pt x="32" y="50"/>
                  <a:pt x="31" y="53"/>
                  <a:pt x="30" y="55"/>
                </a:cubicBezTo>
                <a:cubicBezTo>
                  <a:pt x="29" y="57"/>
                  <a:pt x="30" y="60"/>
                  <a:pt x="32" y="61"/>
                </a:cubicBezTo>
                <a:cubicBezTo>
                  <a:pt x="34" y="62"/>
                  <a:pt x="36" y="61"/>
                  <a:pt x="37" y="59"/>
                </a:cubicBezTo>
                <a:cubicBezTo>
                  <a:pt x="38" y="56"/>
                  <a:pt x="39" y="54"/>
                  <a:pt x="41" y="52"/>
                </a:cubicBezTo>
                <a:cubicBezTo>
                  <a:pt x="42" y="50"/>
                  <a:pt x="44" y="48"/>
                  <a:pt x="46" y="46"/>
                </a:cubicBezTo>
                <a:cubicBezTo>
                  <a:pt x="48" y="44"/>
                  <a:pt x="49" y="43"/>
                  <a:pt x="52" y="41"/>
                </a:cubicBezTo>
                <a:cubicBezTo>
                  <a:pt x="54" y="40"/>
                  <a:pt x="56" y="38"/>
                  <a:pt x="58" y="37"/>
                </a:cubicBezTo>
                <a:cubicBezTo>
                  <a:pt x="60" y="37"/>
                  <a:pt x="61" y="34"/>
                  <a:pt x="60" y="32"/>
                </a:cubicBezTo>
                <a:cubicBezTo>
                  <a:pt x="59" y="30"/>
                  <a:pt x="57" y="29"/>
                  <a:pt x="55" y="30"/>
                </a:cubicBezTo>
                <a:close/>
                <a:moveTo>
                  <a:pt x="160" y="150"/>
                </a:moveTo>
                <a:cubicBezTo>
                  <a:pt x="160" y="150"/>
                  <a:pt x="160" y="150"/>
                  <a:pt x="160" y="150"/>
                </a:cubicBezTo>
                <a:cubicBezTo>
                  <a:pt x="130" y="121"/>
                  <a:pt x="130" y="121"/>
                  <a:pt x="130" y="121"/>
                </a:cubicBezTo>
                <a:cubicBezTo>
                  <a:pt x="135" y="115"/>
                  <a:pt x="139" y="109"/>
                  <a:pt x="142" y="102"/>
                </a:cubicBezTo>
                <a:cubicBezTo>
                  <a:pt x="145" y="93"/>
                  <a:pt x="147" y="84"/>
                  <a:pt x="147" y="74"/>
                </a:cubicBezTo>
                <a:cubicBezTo>
                  <a:pt x="147" y="64"/>
                  <a:pt x="145" y="55"/>
                  <a:pt x="142" y="46"/>
                </a:cubicBezTo>
                <a:cubicBezTo>
                  <a:pt x="142" y="46"/>
                  <a:pt x="142" y="46"/>
                  <a:pt x="142" y="46"/>
                </a:cubicBezTo>
                <a:cubicBezTo>
                  <a:pt x="138" y="37"/>
                  <a:pt x="133" y="29"/>
                  <a:pt x="126" y="22"/>
                </a:cubicBezTo>
                <a:cubicBezTo>
                  <a:pt x="126" y="22"/>
                  <a:pt x="126" y="22"/>
                  <a:pt x="126" y="22"/>
                </a:cubicBezTo>
                <a:cubicBezTo>
                  <a:pt x="119" y="15"/>
                  <a:pt x="111" y="10"/>
                  <a:pt x="102" y="6"/>
                </a:cubicBezTo>
                <a:cubicBezTo>
                  <a:pt x="93" y="2"/>
                  <a:pt x="84" y="0"/>
                  <a:pt x="74" y="0"/>
                </a:cubicBezTo>
                <a:cubicBezTo>
                  <a:pt x="53" y="0"/>
                  <a:pt x="35" y="8"/>
                  <a:pt x="21" y="22"/>
                </a:cubicBezTo>
                <a:cubicBezTo>
                  <a:pt x="15" y="29"/>
                  <a:pt x="9" y="37"/>
                  <a:pt x="6" y="46"/>
                </a:cubicBezTo>
                <a:cubicBezTo>
                  <a:pt x="2" y="55"/>
                  <a:pt x="0" y="64"/>
                  <a:pt x="0" y="74"/>
                </a:cubicBezTo>
                <a:cubicBezTo>
                  <a:pt x="0" y="84"/>
                  <a:pt x="2" y="93"/>
                  <a:pt x="5" y="102"/>
                </a:cubicBezTo>
                <a:cubicBezTo>
                  <a:pt x="6" y="102"/>
                  <a:pt x="6" y="102"/>
                  <a:pt x="6" y="102"/>
                </a:cubicBezTo>
                <a:cubicBezTo>
                  <a:pt x="9" y="111"/>
                  <a:pt x="15" y="119"/>
                  <a:pt x="21" y="126"/>
                </a:cubicBezTo>
                <a:cubicBezTo>
                  <a:pt x="22" y="126"/>
                  <a:pt x="22" y="126"/>
                  <a:pt x="22" y="126"/>
                </a:cubicBezTo>
                <a:cubicBezTo>
                  <a:pt x="28" y="133"/>
                  <a:pt x="36" y="138"/>
                  <a:pt x="45" y="142"/>
                </a:cubicBezTo>
                <a:cubicBezTo>
                  <a:pt x="45" y="142"/>
                  <a:pt x="45" y="142"/>
                  <a:pt x="45" y="142"/>
                </a:cubicBezTo>
                <a:cubicBezTo>
                  <a:pt x="45" y="142"/>
                  <a:pt x="45" y="142"/>
                  <a:pt x="45" y="142"/>
                </a:cubicBezTo>
                <a:cubicBezTo>
                  <a:pt x="54" y="146"/>
                  <a:pt x="64" y="148"/>
                  <a:pt x="74" y="148"/>
                </a:cubicBezTo>
                <a:cubicBezTo>
                  <a:pt x="84" y="148"/>
                  <a:pt x="93" y="146"/>
                  <a:pt x="102" y="142"/>
                </a:cubicBezTo>
                <a:cubicBezTo>
                  <a:pt x="109" y="139"/>
                  <a:pt x="115" y="135"/>
                  <a:pt x="121" y="131"/>
                </a:cubicBezTo>
                <a:cubicBezTo>
                  <a:pt x="150" y="160"/>
                  <a:pt x="150" y="160"/>
                  <a:pt x="150" y="160"/>
                </a:cubicBezTo>
                <a:cubicBezTo>
                  <a:pt x="153" y="163"/>
                  <a:pt x="157" y="163"/>
                  <a:pt x="160" y="160"/>
                </a:cubicBezTo>
                <a:cubicBezTo>
                  <a:pt x="162" y="157"/>
                  <a:pt x="162" y="153"/>
                  <a:pt x="160" y="150"/>
                </a:cubicBezTo>
                <a:close/>
                <a:moveTo>
                  <a:pt x="116" y="117"/>
                </a:moveTo>
                <a:cubicBezTo>
                  <a:pt x="116" y="117"/>
                  <a:pt x="116" y="117"/>
                  <a:pt x="116" y="117"/>
                </a:cubicBezTo>
                <a:cubicBezTo>
                  <a:pt x="116" y="117"/>
                  <a:pt x="116" y="117"/>
                  <a:pt x="116" y="117"/>
                </a:cubicBezTo>
                <a:cubicBezTo>
                  <a:pt x="111" y="122"/>
                  <a:pt x="104" y="127"/>
                  <a:pt x="97" y="130"/>
                </a:cubicBezTo>
                <a:cubicBezTo>
                  <a:pt x="90" y="133"/>
                  <a:pt x="82" y="134"/>
                  <a:pt x="74" y="134"/>
                </a:cubicBezTo>
                <a:cubicBezTo>
                  <a:pt x="65" y="134"/>
                  <a:pt x="58" y="133"/>
                  <a:pt x="51" y="130"/>
                </a:cubicBezTo>
                <a:cubicBezTo>
                  <a:pt x="51" y="130"/>
                  <a:pt x="51" y="130"/>
                  <a:pt x="51" y="130"/>
                </a:cubicBezTo>
                <a:cubicBezTo>
                  <a:pt x="43" y="127"/>
                  <a:pt x="37" y="122"/>
                  <a:pt x="31" y="117"/>
                </a:cubicBezTo>
                <a:cubicBezTo>
                  <a:pt x="31" y="117"/>
                  <a:pt x="31" y="117"/>
                  <a:pt x="31" y="117"/>
                </a:cubicBezTo>
                <a:cubicBezTo>
                  <a:pt x="31" y="117"/>
                  <a:pt x="31" y="117"/>
                  <a:pt x="31" y="117"/>
                </a:cubicBezTo>
                <a:cubicBezTo>
                  <a:pt x="26" y="111"/>
                  <a:pt x="21" y="104"/>
                  <a:pt x="18" y="97"/>
                </a:cubicBezTo>
                <a:cubicBezTo>
                  <a:pt x="18" y="97"/>
                  <a:pt x="18" y="97"/>
                  <a:pt x="18" y="97"/>
                </a:cubicBezTo>
                <a:cubicBezTo>
                  <a:pt x="15" y="90"/>
                  <a:pt x="13" y="82"/>
                  <a:pt x="13" y="74"/>
                </a:cubicBezTo>
                <a:cubicBezTo>
                  <a:pt x="13" y="66"/>
                  <a:pt x="15" y="58"/>
                  <a:pt x="18" y="51"/>
                </a:cubicBezTo>
                <a:cubicBezTo>
                  <a:pt x="21" y="44"/>
                  <a:pt x="26" y="37"/>
                  <a:pt x="31" y="31"/>
                </a:cubicBezTo>
                <a:cubicBezTo>
                  <a:pt x="42" y="21"/>
                  <a:pt x="57" y="14"/>
                  <a:pt x="74" y="14"/>
                </a:cubicBezTo>
                <a:cubicBezTo>
                  <a:pt x="82" y="14"/>
                  <a:pt x="90" y="15"/>
                  <a:pt x="97" y="18"/>
                </a:cubicBezTo>
                <a:cubicBezTo>
                  <a:pt x="104" y="21"/>
                  <a:pt x="111" y="26"/>
                  <a:pt x="116" y="31"/>
                </a:cubicBezTo>
                <a:cubicBezTo>
                  <a:pt x="117" y="32"/>
                  <a:pt x="117" y="32"/>
                  <a:pt x="117" y="32"/>
                </a:cubicBezTo>
                <a:cubicBezTo>
                  <a:pt x="122" y="37"/>
                  <a:pt x="126" y="44"/>
                  <a:pt x="129" y="51"/>
                </a:cubicBezTo>
                <a:cubicBezTo>
                  <a:pt x="129" y="51"/>
                  <a:pt x="129" y="51"/>
                  <a:pt x="129" y="51"/>
                </a:cubicBezTo>
                <a:cubicBezTo>
                  <a:pt x="132" y="58"/>
                  <a:pt x="134" y="66"/>
                  <a:pt x="134" y="74"/>
                </a:cubicBezTo>
                <a:cubicBezTo>
                  <a:pt x="134" y="82"/>
                  <a:pt x="132" y="90"/>
                  <a:pt x="129" y="97"/>
                </a:cubicBezTo>
                <a:cubicBezTo>
                  <a:pt x="126" y="104"/>
                  <a:pt x="122" y="111"/>
                  <a:pt x="116" y="117"/>
                </a:cubicBezTo>
                <a:close/>
                <a:moveTo>
                  <a:pt x="117" y="70"/>
                </a:moveTo>
                <a:cubicBezTo>
                  <a:pt x="117" y="70"/>
                  <a:pt x="117" y="70"/>
                  <a:pt x="117" y="70"/>
                </a:cubicBezTo>
                <a:cubicBezTo>
                  <a:pt x="115" y="70"/>
                  <a:pt x="113" y="72"/>
                  <a:pt x="113" y="74"/>
                </a:cubicBezTo>
                <a:cubicBezTo>
                  <a:pt x="113" y="79"/>
                  <a:pt x="112" y="84"/>
                  <a:pt x="110" y="89"/>
                </a:cubicBezTo>
                <a:cubicBezTo>
                  <a:pt x="110" y="89"/>
                  <a:pt x="110" y="89"/>
                  <a:pt x="110" y="89"/>
                </a:cubicBezTo>
                <a:cubicBezTo>
                  <a:pt x="108" y="94"/>
                  <a:pt x="105" y="98"/>
                  <a:pt x="102" y="102"/>
                </a:cubicBezTo>
                <a:cubicBezTo>
                  <a:pt x="98" y="106"/>
                  <a:pt x="94" y="109"/>
                  <a:pt x="89" y="111"/>
                </a:cubicBezTo>
                <a:cubicBezTo>
                  <a:pt x="84" y="113"/>
                  <a:pt x="79" y="114"/>
                  <a:pt x="74" y="114"/>
                </a:cubicBezTo>
                <a:cubicBezTo>
                  <a:pt x="71" y="114"/>
                  <a:pt x="70" y="115"/>
                  <a:pt x="70" y="118"/>
                </a:cubicBezTo>
                <a:cubicBezTo>
                  <a:pt x="70" y="120"/>
                  <a:pt x="71" y="122"/>
                  <a:pt x="74" y="122"/>
                </a:cubicBezTo>
                <a:cubicBezTo>
                  <a:pt x="80" y="122"/>
                  <a:pt x="86" y="120"/>
                  <a:pt x="92" y="118"/>
                </a:cubicBezTo>
                <a:cubicBezTo>
                  <a:pt x="98" y="116"/>
                  <a:pt x="103" y="112"/>
                  <a:pt x="107" y="108"/>
                </a:cubicBezTo>
                <a:cubicBezTo>
                  <a:pt x="112" y="103"/>
                  <a:pt x="115" y="98"/>
                  <a:pt x="118" y="92"/>
                </a:cubicBezTo>
                <a:cubicBezTo>
                  <a:pt x="118" y="92"/>
                  <a:pt x="118" y="92"/>
                  <a:pt x="118" y="92"/>
                </a:cubicBezTo>
                <a:cubicBezTo>
                  <a:pt x="120" y="86"/>
                  <a:pt x="121" y="80"/>
                  <a:pt x="121" y="74"/>
                </a:cubicBezTo>
                <a:cubicBezTo>
                  <a:pt x="121" y="72"/>
                  <a:pt x="120" y="70"/>
                  <a:pt x="117" y="70"/>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48" name="矩形 47"/>
          <p:cNvSpPr/>
          <p:nvPr/>
        </p:nvSpPr>
        <p:spPr>
          <a:xfrm>
            <a:off x="5867400" y="242991"/>
            <a:ext cx="2665040" cy="323165"/>
          </a:xfrm>
          <a:prstGeom prst="rect">
            <a:avLst/>
          </a:prstGeom>
        </p:spPr>
        <p:txBody>
          <a:bodyPr wrap="square" lIns="0" tIns="0" rIns="0" bIns="0" anchor="ctr" anchorCtr="0">
            <a:spAutoFit/>
          </a:bodyPr>
          <a:lstStyle/>
          <a:p>
            <a:pPr algn="r">
              <a:lnSpc>
                <a:spcPct val="150000"/>
              </a:lnSpc>
            </a:pPr>
            <a:r>
              <a:rPr lang="zh-CN" altLang="en-US" sz="1400" b="1" dirty="0">
                <a:solidFill>
                  <a:srgbClr val="354454"/>
                </a:solidFill>
                <a:latin typeface="微软雅黑" pitchFamily="34" charset="-122"/>
                <a:ea typeface="微软雅黑" pitchFamily="34" charset="-122"/>
              </a:rPr>
              <a:t>国内外相关研究综述</a:t>
            </a:r>
          </a:p>
        </p:txBody>
      </p:sp>
      <p:grpSp>
        <p:nvGrpSpPr>
          <p:cNvPr id="39" name="组合 38"/>
          <p:cNvGrpSpPr/>
          <p:nvPr/>
        </p:nvGrpSpPr>
        <p:grpSpPr>
          <a:xfrm>
            <a:off x="1592376" y="1173231"/>
            <a:ext cx="4176879" cy="3459401"/>
            <a:chOff x="683568" y="1274812"/>
            <a:chExt cx="4176879" cy="3459401"/>
          </a:xfrm>
          <a:solidFill>
            <a:schemeClr val="bg1">
              <a:lumMod val="85000"/>
              <a:alpha val="80000"/>
            </a:schemeClr>
          </a:solidFill>
          <a:effectLst/>
        </p:grpSpPr>
        <p:sp>
          <p:nvSpPr>
            <p:cNvPr id="40" name="Freeform 6"/>
            <p:cNvSpPr/>
            <p:nvPr/>
          </p:nvSpPr>
          <p:spPr bwMode="auto">
            <a:xfrm>
              <a:off x="2434805" y="1316655"/>
              <a:ext cx="1831230" cy="1562945"/>
            </a:xfrm>
            <a:custGeom>
              <a:avLst/>
              <a:gdLst>
                <a:gd name="T0" fmla="*/ 1160 w 1231"/>
                <a:gd name="T1" fmla="*/ 89 h 1050"/>
                <a:gd name="T2" fmla="*/ 1090 w 1231"/>
                <a:gd name="T3" fmla="*/ 102 h 1050"/>
                <a:gd name="T4" fmla="*/ 1050 w 1231"/>
                <a:gd name="T5" fmla="*/ 50 h 1050"/>
                <a:gd name="T6" fmla="*/ 1007 w 1231"/>
                <a:gd name="T7" fmla="*/ 52 h 1050"/>
                <a:gd name="T8" fmla="*/ 972 w 1231"/>
                <a:gd name="T9" fmla="*/ 20 h 1050"/>
                <a:gd name="T10" fmla="*/ 985 w 1231"/>
                <a:gd name="T11" fmla="*/ 40 h 1050"/>
                <a:gd name="T12" fmla="*/ 961 w 1231"/>
                <a:gd name="T13" fmla="*/ 165 h 1050"/>
                <a:gd name="T14" fmla="*/ 905 w 1231"/>
                <a:gd name="T15" fmla="*/ 263 h 1050"/>
                <a:gd name="T16" fmla="*/ 830 w 1231"/>
                <a:gd name="T17" fmla="*/ 374 h 1050"/>
                <a:gd name="T18" fmla="*/ 912 w 1231"/>
                <a:gd name="T19" fmla="*/ 352 h 1050"/>
                <a:gd name="T20" fmla="*/ 1012 w 1231"/>
                <a:gd name="T21" fmla="*/ 430 h 1050"/>
                <a:gd name="T22" fmla="*/ 834 w 1231"/>
                <a:gd name="T23" fmla="*/ 534 h 1050"/>
                <a:gd name="T24" fmla="*/ 736 w 1231"/>
                <a:gd name="T25" fmla="*/ 583 h 1050"/>
                <a:gd name="T26" fmla="*/ 677 w 1231"/>
                <a:gd name="T27" fmla="*/ 663 h 1050"/>
                <a:gd name="T28" fmla="*/ 585 w 1231"/>
                <a:gd name="T29" fmla="*/ 750 h 1050"/>
                <a:gd name="T30" fmla="*/ 344 w 1231"/>
                <a:gd name="T31" fmla="*/ 806 h 1050"/>
                <a:gd name="T32" fmla="*/ 75 w 1231"/>
                <a:gd name="T33" fmla="*/ 739 h 1050"/>
                <a:gd name="T34" fmla="*/ 9 w 1231"/>
                <a:gd name="T35" fmla="*/ 749 h 1050"/>
                <a:gd name="T36" fmla="*/ 27 w 1231"/>
                <a:gd name="T37" fmla="*/ 812 h 1050"/>
                <a:gd name="T38" fmla="*/ 52 w 1231"/>
                <a:gd name="T39" fmla="*/ 854 h 1050"/>
                <a:gd name="T40" fmla="*/ 130 w 1231"/>
                <a:gd name="T41" fmla="*/ 848 h 1050"/>
                <a:gd name="T42" fmla="*/ 154 w 1231"/>
                <a:gd name="T43" fmla="*/ 928 h 1050"/>
                <a:gd name="T44" fmla="*/ 187 w 1231"/>
                <a:gd name="T45" fmla="*/ 963 h 1050"/>
                <a:gd name="T46" fmla="*/ 217 w 1231"/>
                <a:gd name="T47" fmla="*/ 970 h 1050"/>
                <a:gd name="T48" fmla="*/ 270 w 1231"/>
                <a:gd name="T49" fmla="*/ 951 h 1050"/>
                <a:gd name="T50" fmla="*/ 330 w 1231"/>
                <a:gd name="T51" fmla="*/ 946 h 1050"/>
                <a:gd name="T52" fmla="*/ 292 w 1231"/>
                <a:gd name="T53" fmla="*/ 996 h 1050"/>
                <a:gd name="T54" fmla="*/ 357 w 1231"/>
                <a:gd name="T55" fmla="*/ 1047 h 1050"/>
                <a:gd name="T56" fmla="*/ 396 w 1231"/>
                <a:gd name="T57" fmla="*/ 990 h 1050"/>
                <a:gd name="T58" fmla="*/ 451 w 1231"/>
                <a:gd name="T59" fmla="*/ 942 h 1050"/>
                <a:gd name="T60" fmla="*/ 465 w 1231"/>
                <a:gd name="T61" fmla="*/ 1017 h 1050"/>
                <a:gd name="T62" fmla="*/ 543 w 1231"/>
                <a:gd name="T63" fmla="*/ 1047 h 1050"/>
                <a:gd name="T64" fmla="*/ 581 w 1231"/>
                <a:gd name="T65" fmla="*/ 963 h 1050"/>
                <a:gd name="T66" fmla="*/ 645 w 1231"/>
                <a:gd name="T67" fmla="*/ 934 h 1050"/>
                <a:gd name="T68" fmla="*/ 679 w 1231"/>
                <a:gd name="T69" fmla="*/ 910 h 1050"/>
                <a:gd name="T70" fmla="*/ 719 w 1231"/>
                <a:gd name="T71" fmla="*/ 867 h 1050"/>
                <a:gd name="T72" fmla="*/ 756 w 1231"/>
                <a:gd name="T73" fmla="*/ 851 h 1050"/>
                <a:gd name="T74" fmla="*/ 786 w 1231"/>
                <a:gd name="T75" fmla="*/ 798 h 1050"/>
                <a:gd name="T76" fmla="*/ 825 w 1231"/>
                <a:gd name="T77" fmla="*/ 725 h 1050"/>
                <a:gd name="T78" fmla="*/ 852 w 1231"/>
                <a:gd name="T79" fmla="*/ 772 h 1050"/>
                <a:gd name="T80" fmla="*/ 902 w 1231"/>
                <a:gd name="T81" fmla="*/ 745 h 1050"/>
                <a:gd name="T82" fmla="*/ 929 w 1231"/>
                <a:gd name="T83" fmla="*/ 697 h 1050"/>
                <a:gd name="T84" fmla="*/ 970 w 1231"/>
                <a:gd name="T85" fmla="*/ 688 h 1050"/>
                <a:gd name="T86" fmla="*/ 998 w 1231"/>
                <a:gd name="T87" fmla="*/ 714 h 1050"/>
                <a:gd name="T88" fmla="*/ 1039 w 1231"/>
                <a:gd name="T89" fmla="*/ 768 h 1050"/>
                <a:gd name="T90" fmla="*/ 1067 w 1231"/>
                <a:gd name="T91" fmla="*/ 707 h 1050"/>
                <a:gd name="T92" fmla="*/ 1143 w 1231"/>
                <a:gd name="T93" fmla="*/ 662 h 1050"/>
                <a:gd name="T94" fmla="*/ 1214 w 1231"/>
                <a:gd name="T95" fmla="*/ 639 h 1050"/>
                <a:gd name="T96" fmla="*/ 1203 w 1231"/>
                <a:gd name="T97" fmla="*/ 603 h 1050"/>
                <a:gd name="T98" fmla="*/ 1187 w 1231"/>
                <a:gd name="T99" fmla="*/ 537 h 1050"/>
                <a:gd name="T100" fmla="*/ 1145 w 1231"/>
                <a:gd name="T101" fmla="*/ 543 h 1050"/>
                <a:gd name="T102" fmla="*/ 1121 w 1231"/>
                <a:gd name="T103" fmla="*/ 472 h 1050"/>
                <a:gd name="T104" fmla="*/ 1123 w 1231"/>
                <a:gd name="T105" fmla="*/ 438 h 1050"/>
                <a:gd name="T106" fmla="*/ 1156 w 1231"/>
                <a:gd name="T107" fmla="*/ 392 h 1050"/>
                <a:gd name="T108" fmla="*/ 1134 w 1231"/>
                <a:gd name="T109" fmla="*/ 328 h 1050"/>
                <a:gd name="T110" fmla="*/ 1159 w 1231"/>
                <a:gd name="T111" fmla="*/ 291 h 1050"/>
                <a:gd name="T112" fmla="*/ 1192 w 1231"/>
                <a:gd name="T113" fmla="*/ 282 h 1050"/>
                <a:gd name="T114" fmla="*/ 1205 w 1231"/>
                <a:gd name="T115" fmla="*/ 217 h 1050"/>
                <a:gd name="T116" fmla="*/ 1206 w 1231"/>
                <a:gd name="T117" fmla="*/ 112 h 10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231" h="1050">
                  <a:moveTo>
                    <a:pt x="1206" y="112"/>
                  </a:moveTo>
                  <a:cubicBezTo>
                    <a:pt x="1201" y="97"/>
                    <a:pt x="1201" y="97"/>
                    <a:pt x="1201" y="97"/>
                  </a:cubicBezTo>
                  <a:cubicBezTo>
                    <a:pt x="1189" y="75"/>
                    <a:pt x="1189" y="75"/>
                    <a:pt x="1189" y="75"/>
                  </a:cubicBezTo>
                  <a:cubicBezTo>
                    <a:pt x="1179" y="70"/>
                    <a:pt x="1179" y="70"/>
                    <a:pt x="1179" y="70"/>
                  </a:cubicBezTo>
                  <a:cubicBezTo>
                    <a:pt x="1168" y="75"/>
                    <a:pt x="1168" y="75"/>
                    <a:pt x="1168" y="75"/>
                  </a:cubicBezTo>
                  <a:cubicBezTo>
                    <a:pt x="1162" y="88"/>
                    <a:pt x="1162" y="88"/>
                    <a:pt x="1162" y="88"/>
                  </a:cubicBezTo>
                  <a:cubicBezTo>
                    <a:pt x="1161" y="89"/>
                    <a:pt x="1161" y="89"/>
                    <a:pt x="1161" y="89"/>
                  </a:cubicBezTo>
                  <a:cubicBezTo>
                    <a:pt x="1160" y="89"/>
                    <a:pt x="1160" y="89"/>
                    <a:pt x="1160" y="89"/>
                  </a:cubicBezTo>
                  <a:cubicBezTo>
                    <a:pt x="1159" y="89"/>
                    <a:pt x="1159" y="89"/>
                    <a:pt x="1159" y="89"/>
                  </a:cubicBezTo>
                  <a:cubicBezTo>
                    <a:pt x="1140" y="92"/>
                    <a:pt x="1140" y="92"/>
                    <a:pt x="1140" y="92"/>
                  </a:cubicBezTo>
                  <a:cubicBezTo>
                    <a:pt x="1138" y="94"/>
                    <a:pt x="1136" y="95"/>
                    <a:pt x="1134" y="97"/>
                  </a:cubicBezTo>
                  <a:cubicBezTo>
                    <a:pt x="1130" y="101"/>
                    <a:pt x="1130" y="101"/>
                    <a:pt x="1130" y="101"/>
                  </a:cubicBezTo>
                  <a:cubicBezTo>
                    <a:pt x="1120" y="110"/>
                    <a:pt x="1120" y="110"/>
                    <a:pt x="1120" y="110"/>
                  </a:cubicBezTo>
                  <a:cubicBezTo>
                    <a:pt x="1117" y="111"/>
                    <a:pt x="1117" y="111"/>
                    <a:pt x="1117" y="111"/>
                  </a:cubicBezTo>
                  <a:cubicBezTo>
                    <a:pt x="1108" y="112"/>
                    <a:pt x="1108" y="112"/>
                    <a:pt x="1108" y="112"/>
                  </a:cubicBezTo>
                  <a:cubicBezTo>
                    <a:pt x="1104" y="112"/>
                    <a:pt x="1098" y="108"/>
                    <a:pt x="1090" y="102"/>
                  </a:cubicBezTo>
                  <a:cubicBezTo>
                    <a:pt x="1089" y="101"/>
                    <a:pt x="1089" y="101"/>
                    <a:pt x="1089" y="101"/>
                  </a:cubicBezTo>
                  <a:cubicBezTo>
                    <a:pt x="1075" y="88"/>
                    <a:pt x="1068" y="78"/>
                    <a:pt x="1068" y="72"/>
                  </a:cubicBezTo>
                  <a:cubicBezTo>
                    <a:pt x="1068" y="55"/>
                    <a:pt x="1068" y="55"/>
                    <a:pt x="1068" y="55"/>
                  </a:cubicBezTo>
                  <a:cubicBezTo>
                    <a:pt x="1068" y="54"/>
                    <a:pt x="1068" y="54"/>
                    <a:pt x="1068" y="54"/>
                  </a:cubicBezTo>
                  <a:cubicBezTo>
                    <a:pt x="1068" y="53"/>
                    <a:pt x="1068" y="53"/>
                    <a:pt x="1068" y="53"/>
                  </a:cubicBezTo>
                  <a:cubicBezTo>
                    <a:pt x="1070" y="50"/>
                    <a:pt x="1070" y="50"/>
                    <a:pt x="1070" y="50"/>
                  </a:cubicBezTo>
                  <a:cubicBezTo>
                    <a:pt x="1050" y="43"/>
                    <a:pt x="1050" y="43"/>
                    <a:pt x="1050" y="43"/>
                  </a:cubicBezTo>
                  <a:cubicBezTo>
                    <a:pt x="1050" y="50"/>
                    <a:pt x="1050" y="50"/>
                    <a:pt x="1050" y="50"/>
                  </a:cubicBezTo>
                  <a:cubicBezTo>
                    <a:pt x="1050" y="52"/>
                    <a:pt x="1047" y="55"/>
                    <a:pt x="1044" y="57"/>
                  </a:cubicBezTo>
                  <a:cubicBezTo>
                    <a:pt x="1037" y="59"/>
                    <a:pt x="1037" y="59"/>
                    <a:pt x="1037" y="59"/>
                  </a:cubicBezTo>
                  <a:cubicBezTo>
                    <a:pt x="1034" y="59"/>
                    <a:pt x="1034" y="59"/>
                    <a:pt x="1034" y="59"/>
                  </a:cubicBezTo>
                  <a:cubicBezTo>
                    <a:pt x="1034" y="58"/>
                    <a:pt x="1034" y="58"/>
                    <a:pt x="1034" y="58"/>
                  </a:cubicBezTo>
                  <a:cubicBezTo>
                    <a:pt x="1024" y="56"/>
                    <a:pt x="1024" y="56"/>
                    <a:pt x="1024" y="56"/>
                  </a:cubicBezTo>
                  <a:cubicBezTo>
                    <a:pt x="1026" y="63"/>
                    <a:pt x="1026" y="63"/>
                    <a:pt x="1026" y="63"/>
                  </a:cubicBezTo>
                  <a:cubicBezTo>
                    <a:pt x="1008" y="52"/>
                    <a:pt x="1008" y="52"/>
                    <a:pt x="1008" y="52"/>
                  </a:cubicBezTo>
                  <a:cubicBezTo>
                    <a:pt x="1007" y="52"/>
                    <a:pt x="1007" y="52"/>
                    <a:pt x="1007" y="52"/>
                  </a:cubicBezTo>
                  <a:cubicBezTo>
                    <a:pt x="1007" y="51"/>
                    <a:pt x="1007" y="51"/>
                    <a:pt x="1007" y="51"/>
                  </a:cubicBezTo>
                  <a:cubicBezTo>
                    <a:pt x="1004" y="43"/>
                    <a:pt x="1003" y="36"/>
                    <a:pt x="1003" y="28"/>
                  </a:cubicBezTo>
                  <a:cubicBezTo>
                    <a:pt x="1003" y="21"/>
                    <a:pt x="1003" y="17"/>
                    <a:pt x="1006" y="14"/>
                  </a:cubicBezTo>
                  <a:cubicBezTo>
                    <a:pt x="1010" y="6"/>
                    <a:pt x="1010" y="6"/>
                    <a:pt x="1010" y="6"/>
                  </a:cubicBezTo>
                  <a:cubicBezTo>
                    <a:pt x="1009" y="0"/>
                    <a:pt x="1009" y="0"/>
                    <a:pt x="1009" y="0"/>
                  </a:cubicBezTo>
                  <a:cubicBezTo>
                    <a:pt x="991" y="3"/>
                    <a:pt x="991" y="3"/>
                    <a:pt x="991" y="3"/>
                  </a:cubicBezTo>
                  <a:cubicBezTo>
                    <a:pt x="982" y="3"/>
                    <a:pt x="976" y="9"/>
                    <a:pt x="972" y="19"/>
                  </a:cubicBezTo>
                  <a:cubicBezTo>
                    <a:pt x="972" y="20"/>
                    <a:pt x="972" y="20"/>
                    <a:pt x="972" y="20"/>
                  </a:cubicBezTo>
                  <a:cubicBezTo>
                    <a:pt x="962" y="36"/>
                    <a:pt x="962" y="36"/>
                    <a:pt x="962" y="36"/>
                  </a:cubicBezTo>
                  <a:cubicBezTo>
                    <a:pt x="972" y="35"/>
                    <a:pt x="972" y="35"/>
                    <a:pt x="972" y="35"/>
                  </a:cubicBezTo>
                  <a:cubicBezTo>
                    <a:pt x="973" y="35"/>
                    <a:pt x="973" y="35"/>
                    <a:pt x="973" y="35"/>
                  </a:cubicBezTo>
                  <a:cubicBezTo>
                    <a:pt x="974" y="35"/>
                    <a:pt x="974" y="35"/>
                    <a:pt x="974" y="35"/>
                  </a:cubicBezTo>
                  <a:cubicBezTo>
                    <a:pt x="974" y="36"/>
                    <a:pt x="974" y="36"/>
                    <a:pt x="974" y="36"/>
                  </a:cubicBezTo>
                  <a:cubicBezTo>
                    <a:pt x="983" y="39"/>
                    <a:pt x="983" y="39"/>
                    <a:pt x="983" y="39"/>
                  </a:cubicBezTo>
                  <a:cubicBezTo>
                    <a:pt x="984" y="39"/>
                    <a:pt x="984" y="39"/>
                    <a:pt x="984" y="39"/>
                  </a:cubicBezTo>
                  <a:cubicBezTo>
                    <a:pt x="985" y="40"/>
                    <a:pt x="985" y="40"/>
                    <a:pt x="985" y="40"/>
                  </a:cubicBezTo>
                  <a:cubicBezTo>
                    <a:pt x="985" y="42"/>
                    <a:pt x="985" y="42"/>
                    <a:pt x="985" y="42"/>
                  </a:cubicBezTo>
                  <a:cubicBezTo>
                    <a:pt x="987" y="57"/>
                    <a:pt x="987" y="57"/>
                    <a:pt x="987" y="57"/>
                  </a:cubicBezTo>
                  <a:cubicBezTo>
                    <a:pt x="991" y="70"/>
                    <a:pt x="991" y="70"/>
                    <a:pt x="991" y="70"/>
                  </a:cubicBezTo>
                  <a:cubicBezTo>
                    <a:pt x="991" y="71"/>
                    <a:pt x="991" y="71"/>
                    <a:pt x="991" y="71"/>
                  </a:cubicBezTo>
                  <a:cubicBezTo>
                    <a:pt x="991" y="72"/>
                    <a:pt x="991" y="72"/>
                    <a:pt x="991" y="72"/>
                  </a:cubicBezTo>
                  <a:cubicBezTo>
                    <a:pt x="991" y="72"/>
                    <a:pt x="991" y="72"/>
                    <a:pt x="991" y="72"/>
                  </a:cubicBezTo>
                  <a:cubicBezTo>
                    <a:pt x="968" y="117"/>
                    <a:pt x="968" y="117"/>
                    <a:pt x="968" y="117"/>
                  </a:cubicBezTo>
                  <a:cubicBezTo>
                    <a:pt x="964" y="123"/>
                    <a:pt x="962" y="140"/>
                    <a:pt x="961" y="165"/>
                  </a:cubicBezTo>
                  <a:cubicBezTo>
                    <a:pt x="961" y="167"/>
                    <a:pt x="961" y="167"/>
                    <a:pt x="961" y="167"/>
                  </a:cubicBezTo>
                  <a:cubicBezTo>
                    <a:pt x="952" y="184"/>
                    <a:pt x="952" y="184"/>
                    <a:pt x="952" y="184"/>
                  </a:cubicBezTo>
                  <a:cubicBezTo>
                    <a:pt x="958" y="191"/>
                    <a:pt x="958" y="191"/>
                    <a:pt x="958" y="191"/>
                  </a:cubicBezTo>
                  <a:cubicBezTo>
                    <a:pt x="958" y="192"/>
                    <a:pt x="958" y="192"/>
                    <a:pt x="958" y="192"/>
                  </a:cubicBezTo>
                  <a:cubicBezTo>
                    <a:pt x="959" y="203"/>
                    <a:pt x="958" y="209"/>
                    <a:pt x="955" y="210"/>
                  </a:cubicBezTo>
                  <a:cubicBezTo>
                    <a:pt x="953" y="211"/>
                    <a:pt x="953" y="211"/>
                    <a:pt x="953" y="211"/>
                  </a:cubicBezTo>
                  <a:cubicBezTo>
                    <a:pt x="948" y="214"/>
                    <a:pt x="932" y="230"/>
                    <a:pt x="907" y="261"/>
                  </a:cubicBezTo>
                  <a:cubicBezTo>
                    <a:pt x="905" y="263"/>
                    <a:pt x="905" y="263"/>
                    <a:pt x="905" y="263"/>
                  </a:cubicBezTo>
                  <a:cubicBezTo>
                    <a:pt x="903" y="263"/>
                    <a:pt x="903" y="263"/>
                    <a:pt x="903" y="263"/>
                  </a:cubicBezTo>
                  <a:cubicBezTo>
                    <a:pt x="901" y="261"/>
                    <a:pt x="901" y="261"/>
                    <a:pt x="901" y="261"/>
                  </a:cubicBezTo>
                  <a:cubicBezTo>
                    <a:pt x="892" y="255"/>
                    <a:pt x="884" y="250"/>
                    <a:pt x="879" y="244"/>
                  </a:cubicBezTo>
                  <a:cubicBezTo>
                    <a:pt x="875" y="241"/>
                    <a:pt x="865" y="239"/>
                    <a:pt x="848" y="239"/>
                  </a:cubicBezTo>
                  <a:cubicBezTo>
                    <a:pt x="847" y="271"/>
                    <a:pt x="847" y="271"/>
                    <a:pt x="847" y="271"/>
                  </a:cubicBezTo>
                  <a:cubicBezTo>
                    <a:pt x="846" y="272"/>
                    <a:pt x="846" y="272"/>
                    <a:pt x="846" y="272"/>
                  </a:cubicBezTo>
                  <a:cubicBezTo>
                    <a:pt x="834" y="332"/>
                    <a:pt x="834" y="332"/>
                    <a:pt x="834" y="332"/>
                  </a:cubicBezTo>
                  <a:cubicBezTo>
                    <a:pt x="831" y="339"/>
                    <a:pt x="830" y="353"/>
                    <a:pt x="830" y="374"/>
                  </a:cubicBezTo>
                  <a:cubicBezTo>
                    <a:pt x="835" y="380"/>
                    <a:pt x="835" y="380"/>
                    <a:pt x="835" y="380"/>
                  </a:cubicBezTo>
                  <a:cubicBezTo>
                    <a:pt x="839" y="372"/>
                    <a:pt x="839" y="372"/>
                    <a:pt x="839" y="372"/>
                  </a:cubicBezTo>
                  <a:cubicBezTo>
                    <a:pt x="840" y="372"/>
                    <a:pt x="840" y="372"/>
                    <a:pt x="840" y="372"/>
                  </a:cubicBezTo>
                  <a:cubicBezTo>
                    <a:pt x="841" y="370"/>
                    <a:pt x="841" y="370"/>
                    <a:pt x="841" y="370"/>
                  </a:cubicBezTo>
                  <a:cubicBezTo>
                    <a:pt x="856" y="362"/>
                    <a:pt x="856" y="362"/>
                    <a:pt x="856" y="362"/>
                  </a:cubicBezTo>
                  <a:cubicBezTo>
                    <a:pt x="901" y="369"/>
                    <a:pt x="901" y="369"/>
                    <a:pt x="901" y="369"/>
                  </a:cubicBezTo>
                  <a:cubicBezTo>
                    <a:pt x="905" y="363"/>
                    <a:pt x="905" y="363"/>
                    <a:pt x="905" y="363"/>
                  </a:cubicBezTo>
                  <a:cubicBezTo>
                    <a:pt x="912" y="352"/>
                    <a:pt x="912" y="352"/>
                    <a:pt x="912" y="352"/>
                  </a:cubicBezTo>
                  <a:cubicBezTo>
                    <a:pt x="913" y="352"/>
                    <a:pt x="913" y="352"/>
                    <a:pt x="913" y="352"/>
                  </a:cubicBezTo>
                  <a:cubicBezTo>
                    <a:pt x="914" y="351"/>
                    <a:pt x="914" y="351"/>
                    <a:pt x="914" y="351"/>
                  </a:cubicBezTo>
                  <a:cubicBezTo>
                    <a:pt x="931" y="348"/>
                    <a:pt x="931" y="348"/>
                    <a:pt x="931" y="348"/>
                  </a:cubicBezTo>
                  <a:cubicBezTo>
                    <a:pt x="954" y="346"/>
                    <a:pt x="954" y="346"/>
                    <a:pt x="954" y="346"/>
                  </a:cubicBezTo>
                  <a:cubicBezTo>
                    <a:pt x="961" y="348"/>
                    <a:pt x="969" y="357"/>
                    <a:pt x="979" y="370"/>
                  </a:cubicBezTo>
                  <a:cubicBezTo>
                    <a:pt x="1007" y="384"/>
                    <a:pt x="1022" y="397"/>
                    <a:pt x="1025" y="408"/>
                  </a:cubicBezTo>
                  <a:cubicBezTo>
                    <a:pt x="1027" y="413"/>
                    <a:pt x="1027" y="417"/>
                    <a:pt x="1025" y="422"/>
                  </a:cubicBezTo>
                  <a:cubicBezTo>
                    <a:pt x="1023" y="427"/>
                    <a:pt x="1019" y="430"/>
                    <a:pt x="1012" y="430"/>
                  </a:cubicBezTo>
                  <a:cubicBezTo>
                    <a:pt x="1011" y="430"/>
                    <a:pt x="1011" y="430"/>
                    <a:pt x="1011" y="430"/>
                  </a:cubicBezTo>
                  <a:cubicBezTo>
                    <a:pt x="977" y="429"/>
                    <a:pt x="958" y="429"/>
                    <a:pt x="951" y="431"/>
                  </a:cubicBezTo>
                  <a:cubicBezTo>
                    <a:pt x="934" y="442"/>
                    <a:pt x="934" y="442"/>
                    <a:pt x="934" y="442"/>
                  </a:cubicBezTo>
                  <a:cubicBezTo>
                    <a:pt x="914" y="457"/>
                    <a:pt x="900" y="465"/>
                    <a:pt x="892" y="465"/>
                  </a:cubicBezTo>
                  <a:cubicBezTo>
                    <a:pt x="879" y="467"/>
                    <a:pt x="879" y="467"/>
                    <a:pt x="879" y="467"/>
                  </a:cubicBezTo>
                  <a:cubicBezTo>
                    <a:pt x="870" y="501"/>
                    <a:pt x="870" y="501"/>
                    <a:pt x="870" y="501"/>
                  </a:cubicBezTo>
                  <a:cubicBezTo>
                    <a:pt x="868" y="512"/>
                    <a:pt x="865" y="519"/>
                    <a:pt x="859" y="523"/>
                  </a:cubicBezTo>
                  <a:cubicBezTo>
                    <a:pt x="853" y="529"/>
                    <a:pt x="845" y="532"/>
                    <a:pt x="834" y="534"/>
                  </a:cubicBezTo>
                  <a:cubicBezTo>
                    <a:pt x="821" y="537"/>
                    <a:pt x="810" y="541"/>
                    <a:pt x="799" y="548"/>
                  </a:cubicBezTo>
                  <a:cubicBezTo>
                    <a:pt x="788" y="572"/>
                    <a:pt x="788" y="572"/>
                    <a:pt x="788" y="572"/>
                  </a:cubicBezTo>
                  <a:cubicBezTo>
                    <a:pt x="787" y="573"/>
                    <a:pt x="787" y="573"/>
                    <a:pt x="787" y="573"/>
                  </a:cubicBezTo>
                  <a:cubicBezTo>
                    <a:pt x="786" y="573"/>
                    <a:pt x="786" y="573"/>
                    <a:pt x="786" y="573"/>
                  </a:cubicBezTo>
                  <a:cubicBezTo>
                    <a:pt x="785" y="573"/>
                    <a:pt x="785" y="573"/>
                    <a:pt x="785" y="573"/>
                  </a:cubicBezTo>
                  <a:cubicBezTo>
                    <a:pt x="754" y="586"/>
                    <a:pt x="754" y="586"/>
                    <a:pt x="754" y="586"/>
                  </a:cubicBezTo>
                  <a:cubicBezTo>
                    <a:pt x="752" y="586"/>
                    <a:pt x="752" y="586"/>
                    <a:pt x="752" y="586"/>
                  </a:cubicBezTo>
                  <a:cubicBezTo>
                    <a:pt x="736" y="583"/>
                    <a:pt x="736" y="583"/>
                    <a:pt x="736" y="583"/>
                  </a:cubicBezTo>
                  <a:cubicBezTo>
                    <a:pt x="723" y="581"/>
                    <a:pt x="714" y="577"/>
                    <a:pt x="708" y="573"/>
                  </a:cubicBezTo>
                  <a:cubicBezTo>
                    <a:pt x="699" y="569"/>
                    <a:pt x="690" y="568"/>
                    <a:pt x="681" y="571"/>
                  </a:cubicBezTo>
                  <a:cubicBezTo>
                    <a:pt x="672" y="583"/>
                    <a:pt x="668" y="597"/>
                    <a:pt x="669" y="613"/>
                  </a:cubicBezTo>
                  <a:cubicBezTo>
                    <a:pt x="670" y="621"/>
                    <a:pt x="672" y="627"/>
                    <a:pt x="674" y="628"/>
                  </a:cubicBezTo>
                  <a:cubicBezTo>
                    <a:pt x="679" y="628"/>
                    <a:pt x="679" y="628"/>
                    <a:pt x="679" y="628"/>
                  </a:cubicBezTo>
                  <a:cubicBezTo>
                    <a:pt x="684" y="624"/>
                    <a:pt x="684" y="624"/>
                    <a:pt x="684" y="624"/>
                  </a:cubicBezTo>
                  <a:cubicBezTo>
                    <a:pt x="685" y="646"/>
                    <a:pt x="685" y="646"/>
                    <a:pt x="685" y="646"/>
                  </a:cubicBezTo>
                  <a:cubicBezTo>
                    <a:pt x="685" y="654"/>
                    <a:pt x="683" y="659"/>
                    <a:pt x="677" y="663"/>
                  </a:cubicBezTo>
                  <a:cubicBezTo>
                    <a:pt x="674" y="666"/>
                    <a:pt x="668" y="669"/>
                    <a:pt x="659" y="672"/>
                  </a:cubicBezTo>
                  <a:cubicBezTo>
                    <a:pt x="653" y="673"/>
                    <a:pt x="653" y="673"/>
                    <a:pt x="653" y="673"/>
                  </a:cubicBezTo>
                  <a:cubicBezTo>
                    <a:pt x="646" y="676"/>
                    <a:pt x="632" y="694"/>
                    <a:pt x="610" y="728"/>
                  </a:cubicBezTo>
                  <a:cubicBezTo>
                    <a:pt x="610" y="729"/>
                    <a:pt x="610" y="729"/>
                    <a:pt x="610" y="729"/>
                  </a:cubicBezTo>
                  <a:cubicBezTo>
                    <a:pt x="610" y="729"/>
                    <a:pt x="610" y="729"/>
                    <a:pt x="610" y="729"/>
                  </a:cubicBezTo>
                  <a:cubicBezTo>
                    <a:pt x="589" y="741"/>
                    <a:pt x="589" y="741"/>
                    <a:pt x="589" y="741"/>
                  </a:cubicBezTo>
                  <a:cubicBezTo>
                    <a:pt x="592" y="741"/>
                    <a:pt x="594" y="743"/>
                    <a:pt x="594" y="745"/>
                  </a:cubicBezTo>
                  <a:cubicBezTo>
                    <a:pt x="593" y="748"/>
                    <a:pt x="591" y="749"/>
                    <a:pt x="585" y="750"/>
                  </a:cubicBezTo>
                  <a:cubicBezTo>
                    <a:pt x="527" y="748"/>
                    <a:pt x="527" y="748"/>
                    <a:pt x="527" y="748"/>
                  </a:cubicBezTo>
                  <a:cubicBezTo>
                    <a:pt x="461" y="746"/>
                    <a:pt x="410" y="764"/>
                    <a:pt x="374" y="801"/>
                  </a:cubicBezTo>
                  <a:cubicBezTo>
                    <a:pt x="373" y="802"/>
                    <a:pt x="373" y="802"/>
                    <a:pt x="373" y="802"/>
                  </a:cubicBezTo>
                  <a:cubicBezTo>
                    <a:pt x="372" y="803"/>
                    <a:pt x="372" y="803"/>
                    <a:pt x="372" y="803"/>
                  </a:cubicBezTo>
                  <a:cubicBezTo>
                    <a:pt x="371" y="803"/>
                    <a:pt x="371" y="803"/>
                    <a:pt x="371" y="803"/>
                  </a:cubicBezTo>
                  <a:cubicBezTo>
                    <a:pt x="347" y="805"/>
                    <a:pt x="347" y="805"/>
                    <a:pt x="347" y="805"/>
                  </a:cubicBezTo>
                  <a:cubicBezTo>
                    <a:pt x="345" y="806"/>
                    <a:pt x="345" y="806"/>
                    <a:pt x="345" y="806"/>
                  </a:cubicBezTo>
                  <a:cubicBezTo>
                    <a:pt x="344" y="806"/>
                    <a:pt x="344" y="806"/>
                    <a:pt x="344" y="806"/>
                  </a:cubicBezTo>
                  <a:cubicBezTo>
                    <a:pt x="337" y="790"/>
                    <a:pt x="337" y="790"/>
                    <a:pt x="337" y="790"/>
                  </a:cubicBezTo>
                  <a:cubicBezTo>
                    <a:pt x="312" y="796"/>
                    <a:pt x="312" y="796"/>
                    <a:pt x="312" y="796"/>
                  </a:cubicBezTo>
                  <a:cubicBezTo>
                    <a:pt x="299" y="797"/>
                    <a:pt x="282" y="793"/>
                    <a:pt x="263" y="783"/>
                  </a:cubicBezTo>
                  <a:cubicBezTo>
                    <a:pt x="245" y="776"/>
                    <a:pt x="229" y="765"/>
                    <a:pt x="213" y="753"/>
                  </a:cubicBezTo>
                  <a:cubicBezTo>
                    <a:pt x="203" y="745"/>
                    <a:pt x="190" y="739"/>
                    <a:pt x="174" y="737"/>
                  </a:cubicBezTo>
                  <a:cubicBezTo>
                    <a:pt x="152" y="734"/>
                    <a:pt x="152" y="734"/>
                    <a:pt x="152" y="734"/>
                  </a:cubicBezTo>
                  <a:cubicBezTo>
                    <a:pt x="128" y="738"/>
                    <a:pt x="128" y="738"/>
                    <a:pt x="128" y="738"/>
                  </a:cubicBezTo>
                  <a:cubicBezTo>
                    <a:pt x="110" y="741"/>
                    <a:pt x="92" y="741"/>
                    <a:pt x="75" y="739"/>
                  </a:cubicBezTo>
                  <a:cubicBezTo>
                    <a:pt x="55" y="738"/>
                    <a:pt x="31" y="732"/>
                    <a:pt x="2" y="723"/>
                  </a:cubicBezTo>
                  <a:cubicBezTo>
                    <a:pt x="0" y="728"/>
                    <a:pt x="0" y="728"/>
                    <a:pt x="0" y="728"/>
                  </a:cubicBezTo>
                  <a:cubicBezTo>
                    <a:pt x="1" y="728"/>
                    <a:pt x="1" y="728"/>
                    <a:pt x="1" y="728"/>
                  </a:cubicBezTo>
                  <a:cubicBezTo>
                    <a:pt x="1" y="728"/>
                    <a:pt x="1" y="728"/>
                    <a:pt x="1" y="728"/>
                  </a:cubicBezTo>
                  <a:cubicBezTo>
                    <a:pt x="2" y="728"/>
                    <a:pt x="2" y="728"/>
                    <a:pt x="2" y="728"/>
                  </a:cubicBezTo>
                  <a:cubicBezTo>
                    <a:pt x="2" y="729"/>
                    <a:pt x="2" y="729"/>
                    <a:pt x="2" y="729"/>
                  </a:cubicBezTo>
                  <a:cubicBezTo>
                    <a:pt x="3" y="736"/>
                    <a:pt x="3" y="736"/>
                    <a:pt x="3" y="736"/>
                  </a:cubicBezTo>
                  <a:cubicBezTo>
                    <a:pt x="9" y="749"/>
                    <a:pt x="9" y="749"/>
                    <a:pt x="9" y="749"/>
                  </a:cubicBezTo>
                  <a:cubicBezTo>
                    <a:pt x="23" y="767"/>
                    <a:pt x="23" y="767"/>
                    <a:pt x="23" y="767"/>
                  </a:cubicBezTo>
                  <a:cubicBezTo>
                    <a:pt x="24" y="769"/>
                    <a:pt x="24" y="769"/>
                    <a:pt x="24" y="769"/>
                  </a:cubicBezTo>
                  <a:cubicBezTo>
                    <a:pt x="21" y="782"/>
                    <a:pt x="21" y="782"/>
                    <a:pt x="21" y="782"/>
                  </a:cubicBezTo>
                  <a:cubicBezTo>
                    <a:pt x="21" y="783"/>
                    <a:pt x="21" y="783"/>
                    <a:pt x="21" y="783"/>
                  </a:cubicBezTo>
                  <a:cubicBezTo>
                    <a:pt x="21" y="783"/>
                    <a:pt x="21" y="783"/>
                    <a:pt x="21" y="783"/>
                  </a:cubicBezTo>
                  <a:cubicBezTo>
                    <a:pt x="12" y="794"/>
                    <a:pt x="12" y="794"/>
                    <a:pt x="12" y="794"/>
                  </a:cubicBezTo>
                  <a:cubicBezTo>
                    <a:pt x="21" y="803"/>
                    <a:pt x="21" y="803"/>
                    <a:pt x="21" y="803"/>
                  </a:cubicBezTo>
                  <a:cubicBezTo>
                    <a:pt x="25" y="806"/>
                    <a:pt x="27" y="809"/>
                    <a:pt x="27" y="812"/>
                  </a:cubicBezTo>
                  <a:cubicBezTo>
                    <a:pt x="29" y="825"/>
                    <a:pt x="29" y="825"/>
                    <a:pt x="29" y="825"/>
                  </a:cubicBezTo>
                  <a:cubicBezTo>
                    <a:pt x="39" y="835"/>
                    <a:pt x="39" y="835"/>
                    <a:pt x="39" y="835"/>
                  </a:cubicBezTo>
                  <a:cubicBezTo>
                    <a:pt x="39" y="837"/>
                    <a:pt x="39" y="837"/>
                    <a:pt x="39" y="837"/>
                  </a:cubicBezTo>
                  <a:cubicBezTo>
                    <a:pt x="41" y="845"/>
                    <a:pt x="41" y="845"/>
                    <a:pt x="41" y="845"/>
                  </a:cubicBezTo>
                  <a:cubicBezTo>
                    <a:pt x="41" y="852"/>
                    <a:pt x="41" y="852"/>
                    <a:pt x="41" y="852"/>
                  </a:cubicBezTo>
                  <a:cubicBezTo>
                    <a:pt x="47" y="857"/>
                    <a:pt x="47" y="857"/>
                    <a:pt x="47" y="857"/>
                  </a:cubicBezTo>
                  <a:cubicBezTo>
                    <a:pt x="51" y="856"/>
                    <a:pt x="51" y="856"/>
                    <a:pt x="51" y="856"/>
                  </a:cubicBezTo>
                  <a:cubicBezTo>
                    <a:pt x="52" y="854"/>
                    <a:pt x="52" y="854"/>
                    <a:pt x="52" y="854"/>
                  </a:cubicBezTo>
                  <a:cubicBezTo>
                    <a:pt x="54" y="848"/>
                    <a:pt x="57" y="845"/>
                    <a:pt x="62" y="845"/>
                  </a:cubicBezTo>
                  <a:cubicBezTo>
                    <a:pt x="68" y="843"/>
                    <a:pt x="68" y="843"/>
                    <a:pt x="68" y="843"/>
                  </a:cubicBezTo>
                  <a:cubicBezTo>
                    <a:pt x="104" y="839"/>
                    <a:pt x="104" y="839"/>
                    <a:pt x="104" y="839"/>
                  </a:cubicBezTo>
                  <a:cubicBezTo>
                    <a:pt x="119" y="834"/>
                    <a:pt x="119" y="834"/>
                    <a:pt x="119" y="834"/>
                  </a:cubicBezTo>
                  <a:cubicBezTo>
                    <a:pt x="120" y="833"/>
                    <a:pt x="120" y="833"/>
                    <a:pt x="120" y="833"/>
                  </a:cubicBezTo>
                  <a:cubicBezTo>
                    <a:pt x="122" y="832"/>
                    <a:pt x="122" y="832"/>
                    <a:pt x="122" y="832"/>
                  </a:cubicBezTo>
                  <a:cubicBezTo>
                    <a:pt x="130" y="848"/>
                    <a:pt x="130" y="848"/>
                    <a:pt x="130" y="848"/>
                  </a:cubicBezTo>
                  <a:cubicBezTo>
                    <a:pt x="130" y="848"/>
                    <a:pt x="130" y="848"/>
                    <a:pt x="130" y="848"/>
                  </a:cubicBezTo>
                  <a:cubicBezTo>
                    <a:pt x="131" y="852"/>
                    <a:pt x="130" y="856"/>
                    <a:pt x="128" y="859"/>
                  </a:cubicBezTo>
                  <a:cubicBezTo>
                    <a:pt x="108" y="888"/>
                    <a:pt x="108" y="888"/>
                    <a:pt x="108" y="888"/>
                  </a:cubicBezTo>
                  <a:cubicBezTo>
                    <a:pt x="110" y="892"/>
                    <a:pt x="110" y="892"/>
                    <a:pt x="110" y="892"/>
                  </a:cubicBezTo>
                  <a:cubicBezTo>
                    <a:pt x="119" y="901"/>
                    <a:pt x="119" y="901"/>
                    <a:pt x="119" y="901"/>
                  </a:cubicBezTo>
                  <a:cubicBezTo>
                    <a:pt x="128" y="907"/>
                    <a:pt x="128" y="907"/>
                    <a:pt x="128" y="907"/>
                  </a:cubicBezTo>
                  <a:cubicBezTo>
                    <a:pt x="128" y="907"/>
                    <a:pt x="128" y="907"/>
                    <a:pt x="128" y="907"/>
                  </a:cubicBezTo>
                  <a:cubicBezTo>
                    <a:pt x="132" y="912"/>
                    <a:pt x="136" y="916"/>
                    <a:pt x="140" y="917"/>
                  </a:cubicBezTo>
                  <a:cubicBezTo>
                    <a:pt x="145" y="919"/>
                    <a:pt x="150" y="923"/>
                    <a:pt x="154" y="928"/>
                  </a:cubicBezTo>
                  <a:cubicBezTo>
                    <a:pt x="154" y="930"/>
                    <a:pt x="154" y="930"/>
                    <a:pt x="154" y="930"/>
                  </a:cubicBezTo>
                  <a:cubicBezTo>
                    <a:pt x="161" y="933"/>
                    <a:pt x="161" y="933"/>
                    <a:pt x="161" y="933"/>
                  </a:cubicBezTo>
                  <a:cubicBezTo>
                    <a:pt x="163" y="934"/>
                    <a:pt x="163" y="934"/>
                    <a:pt x="163" y="934"/>
                  </a:cubicBezTo>
                  <a:cubicBezTo>
                    <a:pt x="164" y="934"/>
                    <a:pt x="164" y="934"/>
                    <a:pt x="164" y="934"/>
                  </a:cubicBezTo>
                  <a:cubicBezTo>
                    <a:pt x="166" y="941"/>
                    <a:pt x="166" y="941"/>
                    <a:pt x="166" y="941"/>
                  </a:cubicBezTo>
                  <a:cubicBezTo>
                    <a:pt x="167" y="949"/>
                    <a:pt x="167" y="949"/>
                    <a:pt x="167" y="949"/>
                  </a:cubicBezTo>
                  <a:cubicBezTo>
                    <a:pt x="170" y="960"/>
                    <a:pt x="170" y="960"/>
                    <a:pt x="170" y="960"/>
                  </a:cubicBezTo>
                  <a:cubicBezTo>
                    <a:pt x="187" y="963"/>
                    <a:pt x="187" y="963"/>
                    <a:pt x="187" y="963"/>
                  </a:cubicBezTo>
                  <a:cubicBezTo>
                    <a:pt x="188" y="963"/>
                    <a:pt x="188" y="963"/>
                    <a:pt x="188" y="963"/>
                  </a:cubicBezTo>
                  <a:cubicBezTo>
                    <a:pt x="189" y="963"/>
                    <a:pt x="189" y="963"/>
                    <a:pt x="189" y="963"/>
                  </a:cubicBezTo>
                  <a:cubicBezTo>
                    <a:pt x="189" y="964"/>
                    <a:pt x="189" y="964"/>
                    <a:pt x="189" y="964"/>
                  </a:cubicBezTo>
                  <a:cubicBezTo>
                    <a:pt x="190" y="965"/>
                    <a:pt x="190" y="965"/>
                    <a:pt x="190" y="965"/>
                  </a:cubicBezTo>
                  <a:cubicBezTo>
                    <a:pt x="194" y="975"/>
                    <a:pt x="194" y="975"/>
                    <a:pt x="194" y="975"/>
                  </a:cubicBezTo>
                  <a:cubicBezTo>
                    <a:pt x="208" y="980"/>
                    <a:pt x="208" y="980"/>
                    <a:pt x="208" y="980"/>
                  </a:cubicBezTo>
                  <a:cubicBezTo>
                    <a:pt x="218" y="975"/>
                    <a:pt x="218" y="975"/>
                    <a:pt x="218" y="975"/>
                  </a:cubicBezTo>
                  <a:cubicBezTo>
                    <a:pt x="217" y="970"/>
                    <a:pt x="217" y="970"/>
                    <a:pt x="217" y="970"/>
                  </a:cubicBezTo>
                  <a:cubicBezTo>
                    <a:pt x="208" y="961"/>
                    <a:pt x="208" y="961"/>
                    <a:pt x="208" y="961"/>
                  </a:cubicBezTo>
                  <a:cubicBezTo>
                    <a:pt x="209" y="960"/>
                    <a:pt x="209" y="960"/>
                    <a:pt x="209" y="960"/>
                  </a:cubicBezTo>
                  <a:cubicBezTo>
                    <a:pt x="209" y="959"/>
                    <a:pt x="209" y="959"/>
                    <a:pt x="209" y="959"/>
                  </a:cubicBezTo>
                  <a:cubicBezTo>
                    <a:pt x="217" y="944"/>
                    <a:pt x="217" y="944"/>
                    <a:pt x="217" y="944"/>
                  </a:cubicBezTo>
                  <a:cubicBezTo>
                    <a:pt x="233" y="944"/>
                    <a:pt x="233" y="944"/>
                    <a:pt x="233" y="944"/>
                  </a:cubicBezTo>
                  <a:cubicBezTo>
                    <a:pt x="234" y="945"/>
                    <a:pt x="234" y="945"/>
                    <a:pt x="234" y="945"/>
                  </a:cubicBezTo>
                  <a:cubicBezTo>
                    <a:pt x="257" y="953"/>
                    <a:pt x="257" y="953"/>
                    <a:pt x="257" y="953"/>
                  </a:cubicBezTo>
                  <a:cubicBezTo>
                    <a:pt x="270" y="951"/>
                    <a:pt x="270" y="951"/>
                    <a:pt x="270" y="951"/>
                  </a:cubicBezTo>
                  <a:cubicBezTo>
                    <a:pt x="281" y="941"/>
                    <a:pt x="281" y="941"/>
                    <a:pt x="281" y="941"/>
                  </a:cubicBezTo>
                  <a:cubicBezTo>
                    <a:pt x="292" y="927"/>
                    <a:pt x="300" y="921"/>
                    <a:pt x="305" y="924"/>
                  </a:cubicBezTo>
                  <a:cubicBezTo>
                    <a:pt x="310" y="923"/>
                    <a:pt x="310" y="923"/>
                    <a:pt x="310" y="923"/>
                  </a:cubicBezTo>
                  <a:cubicBezTo>
                    <a:pt x="317" y="923"/>
                    <a:pt x="320" y="924"/>
                    <a:pt x="322" y="925"/>
                  </a:cubicBezTo>
                  <a:cubicBezTo>
                    <a:pt x="323" y="926"/>
                    <a:pt x="323" y="928"/>
                    <a:pt x="323" y="929"/>
                  </a:cubicBezTo>
                  <a:cubicBezTo>
                    <a:pt x="323" y="932"/>
                    <a:pt x="326" y="937"/>
                    <a:pt x="330" y="945"/>
                  </a:cubicBezTo>
                  <a:cubicBezTo>
                    <a:pt x="330" y="945"/>
                    <a:pt x="330" y="945"/>
                    <a:pt x="330" y="945"/>
                  </a:cubicBezTo>
                  <a:cubicBezTo>
                    <a:pt x="330" y="946"/>
                    <a:pt x="330" y="946"/>
                    <a:pt x="330" y="946"/>
                  </a:cubicBezTo>
                  <a:cubicBezTo>
                    <a:pt x="332" y="956"/>
                    <a:pt x="332" y="956"/>
                    <a:pt x="332" y="956"/>
                  </a:cubicBezTo>
                  <a:cubicBezTo>
                    <a:pt x="332" y="958"/>
                    <a:pt x="332" y="958"/>
                    <a:pt x="332" y="958"/>
                  </a:cubicBezTo>
                  <a:cubicBezTo>
                    <a:pt x="330" y="969"/>
                    <a:pt x="330" y="969"/>
                    <a:pt x="330" y="969"/>
                  </a:cubicBezTo>
                  <a:cubicBezTo>
                    <a:pt x="330" y="970"/>
                    <a:pt x="330" y="970"/>
                    <a:pt x="330" y="970"/>
                  </a:cubicBezTo>
                  <a:cubicBezTo>
                    <a:pt x="329" y="970"/>
                    <a:pt x="329" y="970"/>
                    <a:pt x="329" y="970"/>
                  </a:cubicBezTo>
                  <a:cubicBezTo>
                    <a:pt x="317" y="984"/>
                    <a:pt x="317" y="984"/>
                    <a:pt x="317" y="984"/>
                  </a:cubicBezTo>
                  <a:cubicBezTo>
                    <a:pt x="317" y="985"/>
                    <a:pt x="317" y="985"/>
                    <a:pt x="317" y="985"/>
                  </a:cubicBezTo>
                  <a:cubicBezTo>
                    <a:pt x="292" y="996"/>
                    <a:pt x="292" y="996"/>
                    <a:pt x="292" y="996"/>
                  </a:cubicBezTo>
                  <a:cubicBezTo>
                    <a:pt x="288" y="1003"/>
                    <a:pt x="288" y="1003"/>
                    <a:pt x="288" y="1003"/>
                  </a:cubicBezTo>
                  <a:cubicBezTo>
                    <a:pt x="285" y="1023"/>
                    <a:pt x="285" y="1023"/>
                    <a:pt x="285" y="1023"/>
                  </a:cubicBezTo>
                  <a:cubicBezTo>
                    <a:pt x="287" y="1032"/>
                    <a:pt x="287" y="1032"/>
                    <a:pt x="287" y="1032"/>
                  </a:cubicBezTo>
                  <a:cubicBezTo>
                    <a:pt x="293" y="1043"/>
                    <a:pt x="293" y="1043"/>
                    <a:pt x="293" y="1043"/>
                  </a:cubicBezTo>
                  <a:cubicBezTo>
                    <a:pt x="296" y="1045"/>
                    <a:pt x="296" y="1045"/>
                    <a:pt x="296" y="1045"/>
                  </a:cubicBezTo>
                  <a:cubicBezTo>
                    <a:pt x="304" y="1050"/>
                    <a:pt x="304" y="1050"/>
                    <a:pt x="304" y="1050"/>
                  </a:cubicBezTo>
                  <a:cubicBezTo>
                    <a:pt x="333" y="1050"/>
                    <a:pt x="333" y="1050"/>
                    <a:pt x="333" y="1050"/>
                  </a:cubicBezTo>
                  <a:cubicBezTo>
                    <a:pt x="357" y="1047"/>
                    <a:pt x="357" y="1047"/>
                    <a:pt x="357" y="1047"/>
                  </a:cubicBezTo>
                  <a:cubicBezTo>
                    <a:pt x="361" y="1043"/>
                    <a:pt x="361" y="1043"/>
                    <a:pt x="361" y="1043"/>
                  </a:cubicBezTo>
                  <a:cubicBezTo>
                    <a:pt x="364" y="1039"/>
                    <a:pt x="368" y="1038"/>
                    <a:pt x="370" y="1038"/>
                  </a:cubicBezTo>
                  <a:cubicBezTo>
                    <a:pt x="386" y="1041"/>
                    <a:pt x="386" y="1041"/>
                    <a:pt x="386" y="1041"/>
                  </a:cubicBezTo>
                  <a:cubicBezTo>
                    <a:pt x="388" y="1038"/>
                    <a:pt x="388" y="1038"/>
                    <a:pt x="388" y="1038"/>
                  </a:cubicBezTo>
                  <a:cubicBezTo>
                    <a:pt x="386" y="1033"/>
                    <a:pt x="386" y="1029"/>
                    <a:pt x="389" y="1025"/>
                  </a:cubicBezTo>
                  <a:cubicBezTo>
                    <a:pt x="396" y="1013"/>
                    <a:pt x="396" y="1013"/>
                    <a:pt x="396" y="1013"/>
                  </a:cubicBezTo>
                  <a:cubicBezTo>
                    <a:pt x="396" y="991"/>
                    <a:pt x="396" y="991"/>
                    <a:pt x="396" y="991"/>
                  </a:cubicBezTo>
                  <a:cubicBezTo>
                    <a:pt x="396" y="990"/>
                    <a:pt x="396" y="990"/>
                    <a:pt x="396" y="990"/>
                  </a:cubicBezTo>
                  <a:cubicBezTo>
                    <a:pt x="408" y="954"/>
                    <a:pt x="408" y="954"/>
                    <a:pt x="408" y="954"/>
                  </a:cubicBezTo>
                  <a:cubicBezTo>
                    <a:pt x="409" y="954"/>
                    <a:pt x="409" y="954"/>
                    <a:pt x="409" y="954"/>
                  </a:cubicBezTo>
                  <a:cubicBezTo>
                    <a:pt x="409" y="953"/>
                    <a:pt x="409" y="953"/>
                    <a:pt x="409" y="953"/>
                  </a:cubicBezTo>
                  <a:cubicBezTo>
                    <a:pt x="410" y="953"/>
                    <a:pt x="410" y="953"/>
                    <a:pt x="410" y="953"/>
                  </a:cubicBezTo>
                  <a:cubicBezTo>
                    <a:pt x="410" y="952"/>
                    <a:pt x="410" y="952"/>
                    <a:pt x="410" y="952"/>
                  </a:cubicBezTo>
                  <a:cubicBezTo>
                    <a:pt x="431" y="935"/>
                    <a:pt x="431" y="935"/>
                    <a:pt x="431" y="935"/>
                  </a:cubicBezTo>
                  <a:cubicBezTo>
                    <a:pt x="432" y="934"/>
                    <a:pt x="432" y="934"/>
                    <a:pt x="432" y="934"/>
                  </a:cubicBezTo>
                  <a:cubicBezTo>
                    <a:pt x="451" y="942"/>
                    <a:pt x="451" y="942"/>
                    <a:pt x="451" y="942"/>
                  </a:cubicBezTo>
                  <a:cubicBezTo>
                    <a:pt x="461" y="949"/>
                    <a:pt x="465" y="954"/>
                    <a:pt x="465" y="958"/>
                  </a:cubicBezTo>
                  <a:cubicBezTo>
                    <a:pt x="464" y="973"/>
                    <a:pt x="464" y="973"/>
                    <a:pt x="464" y="973"/>
                  </a:cubicBezTo>
                  <a:cubicBezTo>
                    <a:pt x="458" y="983"/>
                    <a:pt x="458" y="983"/>
                    <a:pt x="458" y="983"/>
                  </a:cubicBezTo>
                  <a:cubicBezTo>
                    <a:pt x="453" y="996"/>
                    <a:pt x="453" y="996"/>
                    <a:pt x="453" y="996"/>
                  </a:cubicBezTo>
                  <a:cubicBezTo>
                    <a:pt x="453" y="1012"/>
                    <a:pt x="453" y="1012"/>
                    <a:pt x="453" y="1012"/>
                  </a:cubicBezTo>
                  <a:cubicBezTo>
                    <a:pt x="458" y="1019"/>
                    <a:pt x="458" y="1019"/>
                    <a:pt x="458" y="1019"/>
                  </a:cubicBezTo>
                  <a:cubicBezTo>
                    <a:pt x="464" y="1018"/>
                    <a:pt x="464" y="1018"/>
                    <a:pt x="464" y="1018"/>
                  </a:cubicBezTo>
                  <a:cubicBezTo>
                    <a:pt x="465" y="1017"/>
                    <a:pt x="465" y="1017"/>
                    <a:pt x="465" y="1017"/>
                  </a:cubicBezTo>
                  <a:cubicBezTo>
                    <a:pt x="476" y="1018"/>
                    <a:pt x="476" y="1018"/>
                    <a:pt x="476" y="1018"/>
                  </a:cubicBezTo>
                  <a:cubicBezTo>
                    <a:pt x="481" y="1021"/>
                    <a:pt x="485" y="1025"/>
                    <a:pt x="488" y="1032"/>
                  </a:cubicBezTo>
                  <a:cubicBezTo>
                    <a:pt x="494" y="1034"/>
                    <a:pt x="494" y="1034"/>
                    <a:pt x="494" y="1034"/>
                  </a:cubicBezTo>
                  <a:cubicBezTo>
                    <a:pt x="494" y="1034"/>
                    <a:pt x="494" y="1034"/>
                    <a:pt x="494" y="1034"/>
                  </a:cubicBezTo>
                  <a:cubicBezTo>
                    <a:pt x="495" y="1034"/>
                    <a:pt x="495" y="1034"/>
                    <a:pt x="495" y="1034"/>
                  </a:cubicBezTo>
                  <a:cubicBezTo>
                    <a:pt x="519" y="1045"/>
                    <a:pt x="519" y="1045"/>
                    <a:pt x="519" y="1045"/>
                  </a:cubicBezTo>
                  <a:cubicBezTo>
                    <a:pt x="529" y="1049"/>
                    <a:pt x="529" y="1049"/>
                    <a:pt x="529" y="1049"/>
                  </a:cubicBezTo>
                  <a:cubicBezTo>
                    <a:pt x="543" y="1047"/>
                    <a:pt x="543" y="1047"/>
                    <a:pt x="543" y="1047"/>
                  </a:cubicBezTo>
                  <a:cubicBezTo>
                    <a:pt x="550" y="1039"/>
                    <a:pt x="550" y="1039"/>
                    <a:pt x="550" y="1039"/>
                  </a:cubicBezTo>
                  <a:cubicBezTo>
                    <a:pt x="558" y="1005"/>
                    <a:pt x="558" y="1005"/>
                    <a:pt x="558" y="1005"/>
                  </a:cubicBezTo>
                  <a:cubicBezTo>
                    <a:pt x="559" y="986"/>
                    <a:pt x="559" y="986"/>
                    <a:pt x="559" y="986"/>
                  </a:cubicBezTo>
                  <a:cubicBezTo>
                    <a:pt x="559" y="985"/>
                    <a:pt x="559" y="985"/>
                    <a:pt x="559" y="985"/>
                  </a:cubicBezTo>
                  <a:cubicBezTo>
                    <a:pt x="560" y="984"/>
                    <a:pt x="560" y="984"/>
                    <a:pt x="560" y="984"/>
                  </a:cubicBezTo>
                  <a:cubicBezTo>
                    <a:pt x="561" y="983"/>
                    <a:pt x="561" y="983"/>
                    <a:pt x="561" y="983"/>
                  </a:cubicBezTo>
                  <a:cubicBezTo>
                    <a:pt x="574" y="972"/>
                    <a:pt x="574" y="972"/>
                    <a:pt x="574" y="972"/>
                  </a:cubicBezTo>
                  <a:cubicBezTo>
                    <a:pt x="581" y="963"/>
                    <a:pt x="581" y="963"/>
                    <a:pt x="581" y="963"/>
                  </a:cubicBezTo>
                  <a:cubicBezTo>
                    <a:pt x="582" y="962"/>
                    <a:pt x="582" y="962"/>
                    <a:pt x="582" y="962"/>
                  </a:cubicBezTo>
                  <a:cubicBezTo>
                    <a:pt x="596" y="956"/>
                    <a:pt x="596" y="956"/>
                    <a:pt x="596" y="956"/>
                  </a:cubicBezTo>
                  <a:cubicBezTo>
                    <a:pt x="604" y="951"/>
                    <a:pt x="604" y="951"/>
                    <a:pt x="604" y="951"/>
                  </a:cubicBezTo>
                  <a:cubicBezTo>
                    <a:pt x="614" y="947"/>
                    <a:pt x="614" y="947"/>
                    <a:pt x="614" y="947"/>
                  </a:cubicBezTo>
                  <a:cubicBezTo>
                    <a:pt x="609" y="926"/>
                    <a:pt x="609" y="926"/>
                    <a:pt x="609" y="926"/>
                  </a:cubicBezTo>
                  <a:cubicBezTo>
                    <a:pt x="632" y="929"/>
                    <a:pt x="632" y="929"/>
                    <a:pt x="632" y="929"/>
                  </a:cubicBezTo>
                  <a:cubicBezTo>
                    <a:pt x="632" y="930"/>
                    <a:pt x="632" y="930"/>
                    <a:pt x="632" y="930"/>
                  </a:cubicBezTo>
                  <a:cubicBezTo>
                    <a:pt x="645" y="934"/>
                    <a:pt x="645" y="934"/>
                    <a:pt x="645" y="934"/>
                  </a:cubicBezTo>
                  <a:cubicBezTo>
                    <a:pt x="645" y="934"/>
                    <a:pt x="645" y="934"/>
                    <a:pt x="645" y="934"/>
                  </a:cubicBezTo>
                  <a:cubicBezTo>
                    <a:pt x="648" y="921"/>
                    <a:pt x="648" y="921"/>
                    <a:pt x="648" y="921"/>
                  </a:cubicBezTo>
                  <a:cubicBezTo>
                    <a:pt x="648" y="919"/>
                    <a:pt x="648" y="919"/>
                    <a:pt x="648" y="919"/>
                  </a:cubicBezTo>
                  <a:cubicBezTo>
                    <a:pt x="650" y="919"/>
                    <a:pt x="650" y="919"/>
                    <a:pt x="650" y="919"/>
                  </a:cubicBezTo>
                  <a:cubicBezTo>
                    <a:pt x="652" y="919"/>
                    <a:pt x="652" y="919"/>
                    <a:pt x="652" y="919"/>
                  </a:cubicBezTo>
                  <a:cubicBezTo>
                    <a:pt x="663" y="922"/>
                    <a:pt x="663" y="922"/>
                    <a:pt x="663" y="922"/>
                  </a:cubicBezTo>
                  <a:cubicBezTo>
                    <a:pt x="668" y="922"/>
                    <a:pt x="668" y="922"/>
                    <a:pt x="668" y="922"/>
                  </a:cubicBezTo>
                  <a:cubicBezTo>
                    <a:pt x="679" y="910"/>
                    <a:pt x="679" y="910"/>
                    <a:pt x="679" y="910"/>
                  </a:cubicBezTo>
                  <a:cubicBezTo>
                    <a:pt x="679" y="910"/>
                    <a:pt x="679" y="910"/>
                    <a:pt x="679" y="910"/>
                  </a:cubicBezTo>
                  <a:cubicBezTo>
                    <a:pt x="680" y="910"/>
                    <a:pt x="680" y="910"/>
                    <a:pt x="680" y="910"/>
                  </a:cubicBezTo>
                  <a:cubicBezTo>
                    <a:pt x="681" y="910"/>
                    <a:pt x="681" y="910"/>
                    <a:pt x="681" y="910"/>
                  </a:cubicBezTo>
                  <a:cubicBezTo>
                    <a:pt x="694" y="907"/>
                    <a:pt x="694" y="907"/>
                    <a:pt x="694" y="907"/>
                  </a:cubicBezTo>
                  <a:cubicBezTo>
                    <a:pt x="706" y="896"/>
                    <a:pt x="706" y="896"/>
                    <a:pt x="706" y="896"/>
                  </a:cubicBezTo>
                  <a:cubicBezTo>
                    <a:pt x="712" y="887"/>
                    <a:pt x="712" y="887"/>
                    <a:pt x="712" y="887"/>
                  </a:cubicBezTo>
                  <a:cubicBezTo>
                    <a:pt x="712" y="876"/>
                    <a:pt x="712" y="876"/>
                    <a:pt x="712" y="876"/>
                  </a:cubicBezTo>
                  <a:cubicBezTo>
                    <a:pt x="712" y="872"/>
                    <a:pt x="714" y="869"/>
                    <a:pt x="719" y="867"/>
                  </a:cubicBezTo>
                  <a:cubicBezTo>
                    <a:pt x="720" y="867"/>
                    <a:pt x="720" y="867"/>
                    <a:pt x="720" y="867"/>
                  </a:cubicBezTo>
                  <a:cubicBezTo>
                    <a:pt x="721" y="867"/>
                    <a:pt x="721" y="867"/>
                    <a:pt x="721" y="867"/>
                  </a:cubicBezTo>
                  <a:cubicBezTo>
                    <a:pt x="734" y="868"/>
                    <a:pt x="734" y="868"/>
                    <a:pt x="734" y="868"/>
                  </a:cubicBezTo>
                  <a:cubicBezTo>
                    <a:pt x="739" y="865"/>
                    <a:pt x="739" y="865"/>
                    <a:pt x="739" y="865"/>
                  </a:cubicBezTo>
                  <a:cubicBezTo>
                    <a:pt x="741" y="855"/>
                    <a:pt x="741" y="855"/>
                    <a:pt x="741" y="855"/>
                  </a:cubicBezTo>
                  <a:cubicBezTo>
                    <a:pt x="755" y="851"/>
                    <a:pt x="755" y="851"/>
                    <a:pt x="755" y="851"/>
                  </a:cubicBezTo>
                  <a:cubicBezTo>
                    <a:pt x="756" y="851"/>
                    <a:pt x="756" y="851"/>
                    <a:pt x="756" y="851"/>
                  </a:cubicBezTo>
                  <a:cubicBezTo>
                    <a:pt x="756" y="851"/>
                    <a:pt x="756" y="851"/>
                    <a:pt x="756" y="851"/>
                  </a:cubicBezTo>
                  <a:cubicBezTo>
                    <a:pt x="774" y="853"/>
                    <a:pt x="774" y="853"/>
                    <a:pt x="774" y="853"/>
                  </a:cubicBezTo>
                  <a:cubicBezTo>
                    <a:pt x="788" y="850"/>
                    <a:pt x="788" y="850"/>
                    <a:pt x="788" y="850"/>
                  </a:cubicBezTo>
                  <a:cubicBezTo>
                    <a:pt x="796" y="841"/>
                    <a:pt x="796" y="841"/>
                    <a:pt x="796" y="841"/>
                  </a:cubicBezTo>
                  <a:cubicBezTo>
                    <a:pt x="801" y="830"/>
                    <a:pt x="801" y="830"/>
                    <a:pt x="801" y="830"/>
                  </a:cubicBezTo>
                  <a:cubicBezTo>
                    <a:pt x="791" y="819"/>
                    <a:pt x="791" y="819"/>
                    <a:pt x="791" y="819"/>
                  </a:cubicBezTo>
                  <a:cubicBezTo>
                    <a:pt x="791" y="819"/>
                    <a:pt x="791" y="819"/>
                    <a:pt x="791" y="819"/>
                  </a:cubicBezTo>
                  <a:cubicBezTo>
                    <a:pt x="789" y="810"/>
                    <a:pt x="789" y="810"/>
                    <a:pt x="789" y="810"/>
                  </a:cubicBezTo>
                  <a:cubicBezTo>
                    <a:pt x="786" y="798"/>
                    <a:pt x="786" y="798"/>
                    <a:pt x="786" y="798"/>
                  </a:cubicBezTo>
                  <a:cubicBezTo>
                    <a:pt x="786" y="797"/>
                    <a:pt x="786" y="797"/>
                    <a:pt x="786" y="797"/>
                  </a:cubicBezTo>
                  <a:cubicBezTo>
                    <a:pt x="792" y="786"/>
                    <a:pt x="792" y="786"/>
                    <a:pt x="792" y="786"/>
                  </a:cubicBezTo>
                  <a:cubicBezTo>
                    <a:pt x="792" y="783"/>
                    <a:pt x="794" y="778"/>
                    <a:pt x="800" y="772"/>
                  </a:cubicBezTo>
                  <a:cubicBezTo>
                    <a:pt x="808" y="757"/>
                    <a:pt x="808" y="757"/>
                    <a:pt x="808" y="757"/>
                  </a:cubicBezTo>
                  <a:cubicBezTo>
                    <a:pt x="808" y="757"/>
                    <a:pt x="808" y="757"/>
                    <a:pt x="808" y="757"/>
                  </a:cubicBezTo>
                  <a:cubicBezTo>
                    <a:pt x="808" y="757"/>
                    <a:pt x="808" y="757"/>
                    <a:pt x="808" y="757"/>
                  </a:cubicBezTo>
                  <a:cubicBezTo>
                    <a:pt x="815" y="745"/>
                    <a:pt x="815" y="745"/>
                    <a:pt x="815" y="745"/>
                  </a:cubicBezTo>
                  <a:cubicBezTo>
                    <a:pt x="825" y="725"/>
                    <a:pt x="825" y="725"/>
                    <a:pt x="825" y="725"/>
                  </a:cubicBezTo>
                  <a:cubicBezTo>
                    <a:pt x="835" y="739"/>
                    <a:pt x="835" y="739"/>
                    <a:pt x="835" y="739"/>
                  </a:cubicBezTo>
                  <a:cubicBezTo>
                    <a:pt x="836" y="739"/>
                    <a:pt x="836" y="739"/>
                    <a:pt x="836" y="739"/>
                  </a:cubicBezTo>
                  <a:cubicBezTo>
                    <a:pt x="836" y="740"/>
                    <a:pt x="836" y="740"/>
                    <a:pt x="836" y="740"/>
                  </a:cubicBezTo>
                  <a:cubicBezTo>
                    <a:pt x="839" y="754"/>
                    <a:pt x="839" y="754"/>
                    <a:pt x="839" y="754"/>
                  </a:cubicBezTo>
                  <a:cubicBezTo>
                    <a:pt x="839" y="754"/>
                    <a:pt x="839" y="754"/>
                    <a:pt x="839" y="754"/>
                  </a:cubicBezTo>
                  <a:cubicBezTo>
                    <a:pt x="841" y="768"/>
                    <a:pt x="841" y="768"/>
                    <a:pt x="841" y="768"/>
                  </a:cubicBezTo>
                  <a:cubicBezTo>
                    <a:pt x="851" y="772"/>
                    <a:pt x="851" y="772"/>
                    <a:pt x="851" y="772"/>
                  </a:cubicBezTo>
                  <a:cubicBezTo>
                    <a:pt x="852" y="772"/>
                    <a:pt x="852" y="772"/>
                    <a:pt x="852" y="772"/>
                  </a:cubicBezTo>
                  <a:cubicBezTo>
                    <a:pt x="854" y="774"/>
                    <a:pt x="854" y="774"/>
                    <a:pt x="854" y="774"/>
                  </a:cubicBezTo>
                  <a:cubicBezTo>
                    <a:pt x="855" y="773"/>
                    <a:pt x="855" y="773"/>
                    <a:pt x="855" y="773"/>
                  </a:cubicBezTo>
                  <a:cubicBezTo>
                    <a:pt x="863" y="759"/>
                    <a:pt x="863" y="759"/>
                    <a:pt x="863" y="759"/>
                  </a:cubicBezTo>
                  <a:cubicBezTo>
                    <a:pt x="868" y="745"/>
                    <a:pt x="868" y="745"/>
                    <a:pt x="868" y="745"/>
                  </a:cubicBezTo>
                  <a:cubicBezTo>
                    <a:pt x="870" y="745"/>
                    <a:pt x="870" y="745"/>
                    <a:pt x="870" y="745"/>
                  </a:cubicBezTo>
                  <a:cubicBezTo>
                    <a:pt x="872" y="746"/>
                    <a:pt x="872" y="746"/>
                    <a:pt x="872" y="746"/>
                  </a:cubicBezTo>
                  <a:cubicBezTo>
                    <a:pt x="892" y="753"/>
                    <a:pt x="892" y="753"/>
                    <a:pt x="892" y="753"/>
                  </a:cubicBezTo>
                  <a:cubicBezTo>
                    <a:pt x="902" y="745"/>
                    <a:pt x="902" y="745"/>
                    <a:pt x="902" y="745"/>
                  </a:cubicBezTo>
                  <a:cubicBezTo>
                    <a:pt x="903" y="745"/>
                    <a:pt x="903" y="745"/>
                    <a:pt x="903" y="745"/>
                  </a:cubicBezTo>
                  <a:cubicBezTo>
                    <a:pt x="904" y="745"/>
                    <a:pt x="904" y="745"/>
                    <a:pt x="904" y="745"/>
                  </a:cubicBezTo>
                  <a:cubicBezTo>
                    <a:pt x="914" y="744"/>
                    <a:pt x="914" y="744"/>
                    <a:pt x="914" y="744"/>
                  </a:cubicBezTo>
                  <a:cubicBezTo>
                    <a:pt x="921" y="732"/>
                    <a:pt x="921" y="732"/>
                    <a:pt x="921" y="732"/>
                  </a:cubicBezTo>
                  <a:cubicBezTo>
                    <a:pt x="921" y="718"/>
                    <a:pt x="921" y="718"/>
                    <a:pt x="921" y="718"/>
                  </a:cubicBezTo>
                  <a:cubicBezTo>
                    <a:pt x="925" y="696"/>
                    <a:pt x="925" y="696"/>
                    <a:pt x="925" y="696"/>
                  </a:cubicBezTo>
                  <a:cubicBezTo>
                    <a:pt x="927" y="697"/>
                    <a:pt x="927" y="697"/>
                    <a:pt x="927" y="697"/>
                  </a:cubicBezTo>
                  <a:cubicBezTo>
                    <a:pt x="929" y="697"/>
                    <a:pt x="929" y="697"/>
                    <a:pt x="929" y="697"/>
                  </a:cubicBezTo>
                  <a:cubicBezTo>
                    <a:pt x="944" y="700"/>
                    <a:pt x="944" y="700"/>
                    <a:pt x="944" y="700"/>
                  </a:cubicBezTo>
                  <a:cubicBezTo>
                    <a:pt x="951" y="688"/>
                    <a:pt x="951" y="688"/>
                    <a:pt x="951" y="688"/>
                  </a:cubicBezTo>
                  <a:cubicBezTo>
                    <a:pt x="952" y="688"/>
                    <a:pt x="952" y="688"/>
                    <a:pt x="952" y="688"/>
                  </a:cubicBezTo>
                  <a:cubicBezTo>
                    <a:pt x="953" y="688"/>
                    <a:pt x="953" y="688"/>
                    <a:pt x="953" y="688"/>
                  </a:cubicBezTo>
                  <a:cubicBezTo>
                    <a:pt x="967" y="686"/>
                    <a:pt x="967" y="686"/>
                    <a:pt x="967" y="686"/>
                  </a:cubicBezTo>
                  <a:cubicBezTo>
                    <a:pt x="969" y="686"/>
                    <a:pt x="969" y="686"/>
                    <a:pt x="969" y="686"/>
                  </a:cubicBezTo>
                  <a:cubicBezTo>
                    <a:pt x="969" y="687"/>
                    <a:pt x="969" y="687"/>
                    <a:pt x="969" y="687"/>
                  </a:cubicBezTo>
                  <a:cubicBezTo>
                    <a:pt x="970" y="688"/>
                    <a:pt x="970" y="688"/>
                    <a:pt x="970" y="688"/>
                  </a:cubicBezTo>
                  <a:cubicBezTo>
                    <a:pt x="977" y="697"/>
                    <a:pt x="977" y="697"/>
                    <a:pt x="977" y="697"/>
                  </a:cubicBezTo>
                  <a:cubicBezTo>
                    <a:pt x="977" y="698"/>
                    <a:pt x="977" y="698"/>
                    <a:pt x="977" y="698"/>
                  </a:cubicBezTo>
                  <a:cubicBezTo>
                    <a:pt x="978" y="699"/>
                    <a:pt x="978" y="699"/>
                    <a:pt x="978" y="699"/>
                  </a:cubicBezTo>
                  <a:cubicBezTo>
                    <a:pt x="978" y="700"/>
                    <a:pt x="978" y="700"/>
                    <a:pt x="978" y="700"/>
                  </a:cubicBezTo>
                  <a:cubicBezTo>
                    <a:pt x="979" y="714"/>
                    <a:pt x="979" y="714"/>
                    <a:pt x="979" y="714"/>
                  </a:cubicBezTo>
                  <a:cubicBezTo>
                    <a:pt x="986" y="720"/>
                    <a:pt x="986" y="720"/>
                    <a:pt x="986" y="720"/>
                  </a:cubicBezTo>
                  <a:cubicBezTo>
                    <a:pt x="996" y="711"/>
                    <a:pt x="996" y="711"/>
                    <a:pt x="996" y="711"/>
                  </a:cubicBezTo>
                  <a:cubicBezTo>
                    <a:pt x="998" y="714"/>
                    <a:pt x="998" y="714"/>
                    <a:pt x="998" y="714"/>
                  </a:cubicBezTo>
                  <a:cubicBezTo>
                    <a:pt x="1001" y="717"/>
                    <a:pt x="1003" y="721"/>
                    <a:pt x="1003" y="725"/>
                  </a:cubicBezTo>
                  <a:cubicBezTo>
                    <a:pt x="1003" y="737"/>
                    <a:pt x="1003" y="737"/>
                    <a:pt x="1003" y="737"/>
                  </a:cubicBezTo>
                  <a:cubicBezTo>
                    <a:pt x="998" y="750"/>
                    <a:pt x="998" y="750"/>
                    <a:pt x="998" y="750"/>
                  </a:cubicBezTo>
                  <a:cubicBezTo>
                    <a:pt x="1001" y="755"/>
                    <a:pt x="1001" y="755"/>
                    <a:pt x="1001" y="755"/>
                  </a:cubicBezTo>
                  <a:cubicBezTo>
                    <a:pt x="1008" y="763"/>
                    <a:pt x="1008" y="763"/>
                    <a:pt x="1008" y="763"/>
                  </a:cubicBezTo>
                  <a:cubicBezTo>
                    <a:pt x="1037" y="767"/>
                    <a:pt x="1037" y="767"/>
                    <a:pt x="1037" y="767"/>
                  </a:cubicBezTo>
                  <a:cubicBezTo>
                    <a:pt x="1038" y="768"/>
                    <a:pt x="1038" y="768"/>
                    <a:pt x="1038" y="768"/>
                  </a:cubicBezTo>
                  <a:cubicBezTo>
                    <a:pt x="1039" y="768"/>
                    <a:pt x="1039" y="768"/>
                    <a:pt x="1039" y="768"/>
                  </a:cubicBezTo>
                  <a:cubicBezTo>
                    <a:pt x="1041" y="770"/>
                    <a:pt x="1041" y="770"/>
                    <a:pt x="1041" y="770"/>
                  </a:cubicBezTo>
                  <a:cubicBezTo>
                    <a:pt x="1050" y="759"/>
                    <a:pt x="1050" y="759"/>
                    <a:pt x="1050" y="759"/>
                  </a:cubicBezTo>
                  <a:cubicBezTo>
                    <a:pt x="1050" y="759"/>
                    <a:pt x="1050" y="759"/>
                    <a:pt x="1050" y="759"/>
                  </a:cubicBezTo>
                  <a:cubicBezTo>
                    <a:pt x="1057" y="752"/>
                    <a:pt x="1057" y="752"/>
                    <a:pt x="1057" y="752"/>
                  </a:cubicBezTo>
                  <a:cubicBezTo>
                    <a:pt x="1054" y="741"/>
                    <a:pt x="1054" y="741"/>
                    <a:pt x="1054" y="741"/>
                  </a:cubicBezTo>
                  <a:cubicBezTo>
                    <a:pt x="1047" y="697"/>
                    <a:pt x="1047" y="697"/>
                    <a:pt x="1047" y="697"/>
                  </a:cubicBezTo>
                  <a:cubicBezTo>
                    <a:pt x="1067" y="707"/>
                    <a:pt x="1067" y="707"/>
                    <a:pt x="1067" y="707"/>
                  </a:cubicBezTo>
                  <a:cubicBezTo>
                    <a:pt x="1067" y="707"/>
                    <a:pt x="1067" y="707"/>
                    <a:pt x="1067" y="707"/>
                  </a:cubicBezTo>
                  <a:cubicBezTo>
                    <a:pt x="1068" y="707"/>
                    <a:pt x="1068" y="707"/>
                    <a:pt x="1068" y="707"/>
                  </a:cubicBezTo>
                  <a:cubicBezTo>
                    <a:pt x="1077" y="718"/>
                    <a:pt x="1077" y="718"/>
                    <a:pt x="1077" y="718"/>
                  </a:cubicBezTo>
                  <a:cubicBezTo>
                    <a:pt x="1083" y="723"/>
                    <a:pt x="1083" y="723"/>
                    <a:pt x="1083" y="723"/>
                  </a:cubicBezTo>
                  <a:cubicBezTo>
                    <a:pt x="1091" y="718"/>
                    <a:pt x="1091" y="718"/>
                    <a:pt x="1091" y="718"/>
                  </a:cubicBezTo>
                  <a:cubicBezTo>
                    <a:pt x="1120" y="686"/>
                    <a:pt x="1120" y="686"/>
                    <a:pt x="1120" y="686"/>
                  </a:cubicBezTo>
                  <a:cubicBezTo>
                    <a:pt x="1121" y="686"/>
                    <a:pt x="1121" y="686"/>
                    <a:pt x="1121" y="686"/>
                  </a:cubicBezTo>
                  <a:cubicBezTo>
                    <a:pt x="1131" y="679"/>
                    <a:pt x="1131" y="679"/>
                    <a:pt x="1131" y="679"/>
                  </a:cubicBezTo>
                  <a:cubicBezTo>
                    <a:pt x="1143" y="662"/>
                    <a:pt x="1143" y="662"/>
                    <a:pt x="1143" y="662"/>
                  </a:cubicBezTo>
                  <a:cubicBezTo>
                    <a:pt x="1143" y="661"/>
                    <a:pt x="1143" y="661"/>
                    <a:pt x="1143" y="661"/>
                  </a:cubicBezTo>
                  <a:cubicBezTo>
                    <a:pt x="1159" y="665"/>
                    <a:pt x="1159" y="665"/>
                    <a:pt x="1159" y="665"/>
                  </a:cubicBezTo>
                  <a:cubicBezTo>
                    <a:pt x="1167" y="665"/>
                    <a:pt x="1167" y="665"/>
                    <a:pt x="1167" y="665"/>
                  </a:cubicBezTo>
                  <a:cubicBezTo>
                    <a:pt x="1167" y="659"/>
                    <a:pt x="1168" y="654"/>
                    <a:pt x="1169" y="652"/>
                  </a:cubicBezTo>
                  <a:cubicBezTo>
                    <a:pt x="1181" y="638"/>
                    <a:pt x="1181" y="638"/>
                    <a:pt x="1181" y="638"/>
                  </a:cubicBezTo>
                  <a:cubicBezTo>
                    <a:pt x="1184" y="636"/>
                    <a:pt x="1184" y="636"/>
                    <a:pt x="1184" y="636"/>
                  </a:cubicBezTo>
                  <a:cubicBezTo>
                    <a:pt x="1198" y="641"/>
                    <a:pt x="1198" y="641"/>
                    <a:pt x="1198" y="641"/>
                  </a:cubicBezTo>
                  <a:cubicBezTo>
                    <a:pt x="1214" y="639"/>
                    <a:pt x="1214" y="639"/>
                    <a:pt x="1214" y="639"/>
                  </a:cubicBezTo>
                  <a:cubicBezTo>
                    <a:pt x="1225" y="627"/>
                    <a:pt x="1225" y="627"/>
                    <a:pt x="1225" y="627"/>
                  </a:cubicBezTo>
                  <a:cubicBezTo>
                    <a:pt x="1231" y="617"/>
                    <a:pt x="1231" y="617"/>
                    <a:pt x="1231" y="617"/>
                  </a:cubicBezTo>
                  <a:cubicBezTo>
                    <a:pt x="1227" y="611"/>
                    <a:pt x="1227" y="611"/>
                    <a:pt x="1227" y="611"/>
                  </a:cubicBezTo>
                  <a:cubicBezTo>
                    <a:pt x="1218" y="616"/>
                    <a:pt x="1218" y="616"/>
                    <a:pt x="1218" y="616"/>
                  </a:cubicBezTo>
                  <a:cubicBezTo>
                    <a:pt x="1217" y="615"/>
                    <a:pt x="1217" y="615"/>
                    <a:pt x="1217" y="615"/>
                  </a:cubicBezTo>
                  <a:cubicBezTo>
                    <a:pt x="1216" y="614"/>
                    <a:pt x="1216" y="614"/>
                    <a:pt x="1216" y="614"/>
                  </a:cubicBezTo>
                  <a:cubicBezTo>
                    <a:pt x="1204" y="603"/>
                    <a:pt x="1204" y="603"/>
                    <a:pt x="1204" y="603"/>
                  </a:cubicBezTo>
                  <a:cubicBezTo>
                    <a:pt x="1203" y="603"/>
                    <a:pt x="1203" y="603"/>
                    <a:pt x="1203" y="603"/>
                  </a:cubicBezTo>
                  <a:cubicBezTo>
                    <a:pt x="1208" y="584"/>
                    <a:pt x="1208" y="584"/>
                    <a:pt x="1208" y="584"/>
                  </a:cubicBezTo>
                  <a:cubicBezTo>
                    <a:pt x="1210" y="570"/>
                    <a:pt x="1210" y="570"/>
                    <a:pt x="1210" y="570"/>
                  </a:cubicBezTo>
                  <a:cubicBezTo>
                    <a:pt x="1206" y="559"/>
                    <a:pt x="1206" y="559"/>
                    <a:pt x="1206" y="559"/>
                  </a:cubicBezTo>
                  <a:cubicBezTo>
                    <a:pt x="1196" y="555"/>
                    <a:pt x="1196" y="555"/>
                    <a:pt x="1196" y="555"/>
                  </a:cubicBezTo>
                  <a:cubicBezTo>
                    <a:pt x="1196" y="554"/>
                    <a:pt x="1196" y="554"/>
                    <a:pt x="1196" y="554"/>
                  </a:cubicBezTo>
                  <a:cubicBezTo>
                    <a:pt x="1196" y="554"/>
                    <a:pt x="1196" y="554"/>
                    <a:pt x="1196" y="554"/>
                  </a:cubicBezTo>
                  <a:cubicBezTo>
                    <a:pt x="1195" y="553"/>
                    <a:pt x="1195" y="553"/>
                    <a:pt x="1195" y="553"/>
                  </a:cubicBezTo>
                  <a:cubicBezTo>
                    <a:pt x="1187" y="537"/>
                    <a:pt x="1187" y="537"/>
                    <a:pt x="1187" y="537"/>
                  </a:cubicBezTo>
                  <a:cubicBezTo>
                    <a:pt x="1185" y="534"/>
                    <a:pt x="1185" y="534"/>
                    <a:pt x="1185" y="534"/>
                  </a:cubicBezTo>
                  <a:cubicBezTo>
                    <a:pt x="1174" y="548"/>
                    <a:pt x="1174" y="548"/>
                    <a:pt x="1174" y="548"/>
                  </a:cubicBezTo>
                  <a:cubicBezTo>
                    <a:pt x="1162" y="556"/>
                    <a:pt x="1162" y="556"/>
                    <a:pt x="1162" y="556"/>
                  </a:cubicBezTo>
                  <a:cubicBezTo>
                    <a:pt x="1159" y="557"/>
                    <a:pt x="1159" y="557"/>
                    <a:pt x="1159" y="557"/>
                  </a:cubicBezTo>
                  <a:cubicBezTo>
                    <a:pt x="1159" y="557"/>
                    <a:pt x="1159" y="557"/>
                    <a:pt x="1159" y="557"/>
                  </a:cubicBezTo>
                  <a:cubicBezTo>
                    <a:pt x="1158" y="555"/>
                    <a:pt x="1158" y="555"/>
                    <a:pt x="1158" y="555"/>
                  </a:cubicBezTo>
                  <a:cubicBezTo>
                    <a:pt x="1145" y="543"/>
                    <a:pt x="1145" y="543"/>
                    <a:pt x="1145" y="543"/>
                  </a:cubicBezTo>
                  <a:cubicBezTo>
                    <a:pt x="1145" y="543"/>
                    <a:pt x="1145" y="543"/>
                    <a:pt x="1145" y="543"/>
                  </a:cubicBezTo>
                  <a:cubicBezTo>
                    <a:pt x="1136" y="523"/>
                    <a:pt x="1136" y="523"/>
                    <a:pt x="1136" y="523"/>
                  </a:cubicBezTo>
                  <a:cubicBezTo>
                    <a:pt x="1136" y="523"/>
                    <a:pt x="1136" y="523"/>
                    <a:pt x="1136" y="523"/>
                  </a:cubicBezTo>
                  <a:cubicBezTo>
                    <a:pt x="1132" y="509"/>
                    <a:pt x="1132" y="509"/>
                    <a:pt x="1132" y="509"/>
                  </a:cubicBezTo>
                  <a:cubicBezTo>
                    <a:pt x="1132" y="508"/>
                    <a:pt x="1132" y="508"/>
                    <a:pt x="1132" y="508"/>
                  </a:cubicBezTo>
                  <a:cubicBezTo>
                    <a:pt x="1132" y="488"/>
                    <a:pt x="1132" y="488"/>
                    <a:pt x="1132" y="488"/>
                  </a:cubicBezTo>
                  <a:cubicBezTo>
                    <a:pt x="1131" y="475"/>
                    <a:pt x="1131" y="475"/>
                    <a:pt x="1131" y="475"/>
                  </a:cubicBezTo>
                  <a:cubicBezTo>
                    <a:pt x="1121" y="472"/>
                    <a:pt x="1121" y="472"/>
                    <a:pt x="1121" y="472"/>
                  </a:cubicBezTo>
                  <a:cubicBezTo>
                    <a:pt x="1121" y="472"/>
                    <a:pt x="1121" y="472"/>
                    <a:pt x="1121" y="472"/>
                  </a:cubicBezTo>
                  <a:cubicBezTo>
                    <a:pt x="1121" y="471"/>
                    <a:pt x="1121" y="471"/>
                    <a:pt x="1121" y="471"/>
                  </a:cubicBezTo>
                  <a:cubicBezTo>
                    <a:pt x="1099" y="454"/>
                    <a:pt x="1099" y="454"/>
                    <a:pt x="1099" y="454"/>
                  </a:cubicBezTo>
                  <a:cubicBezTo>
                    <a:pt x="1100" y="452"/>
                    <a:pt x="1100" y="452"/>
                    <a:pt x="1100" y="452"/>
                  </a:cubicBezTo>
                  <a:cubicBezTo>
                    <a:pt x="1110" y="441"/>
                    <a:pt x="1110" y="441"/>
                    <a:pt x="1110" y="441"/>
                  </a:cubicBezTo>
                  <a:cubicBezTo>
                    <a:pt x="1110" y="440"/>
                    <a:pt x="1110" y="440"/>
                    <a:pt x="1110" y="440"/>
                  </a:cubicBezTo>
                  <a:cubicBezTo>
                    <a:pt x="1110" y="439"/>
                    <a:pt x="1110" y="439"/>
                    <a:pt x="1110" y="439"/>
                  </a:cubicBezTo>
                  <a:cubicBezTo>
                    <a:pt x="1112" y="439"/>
                    <a:pt x="1112" y="439"/>
                    <a:pt x="1112" y="439"/>
                  </a:cubicBezTo>
                  <a:cubicBezTo>
                    <a:pt x="1123" y="438"/>
                    <a:pt x="1123" y="438"/>
                    <a:pt x="1123" y="438"/>
                  </a:cubicBezTo>
                  <a:cubicBezTo>
                    <a:pt x="1124" y="438"/>
                    <a:pt x="1124" y="438"/>
                    <a:pt x="1124" y="438"/>
                  </a:cubicBezTo>
                  <a:cubicBezTo>
                    <a:pt x="1127" y="438"/>
                    <a:pt x="1131" y="440"/>
                    <a:pt x="1134" y="443"/>
                  </a:cubicBezTo>
                  <a:cubicBezTo>
                    <a:pt x="1143" y="451"/>
                    <a:pt x="1143" y="451"/>
                    <a:pt x="1143" y="451"/>
                  </a:cubicBezTo>
                  <a:cubicBezTo>
                    <a:pt x="1154" y="443"/>
                    <a:pt x="1154" y="443"/>
                    <a:pt x="1154" y="443"/>
                  </a:cubicBezTo>
                  <a:cubicBezTo>
                    <a:pt x="1161" y="432"/>
                    <a:pt x="1161" y="432"/>
                    <a:pt x="1161" y="432"/>
                  </a:cubicBezTo>
                  <a:cubicBezTo>
                    <a:pt x="1161" y="423"/>
                    <a:pt x="1161" y="423"/>
                    <a:pt x="1161" y="423"/>
                  </a:cubicBezTo>
                  <a:cubicBezTo>
                    <a:pt x="1159" y="401"/>
                    <a:pt x="1159" y="401"/>
                    <a:pt x="1159" y="401"/>
                  </a:cubicBezTo>
                  <a:cubicBezTo>
                    <a:pt x="1156" y="392"/>
                    <a:pt x="1156" y="392"/>
                    <a:pt x="1156" y="392"/>
                  </a:cubicBezTo>
                  <a:cubicBezTo>
                    <a:pt x="1141" y="390"/>
                    <a:pt x="1141" y="390"/>
                    <a:pt x="1141" y="390"/>
                  </a:cubicBezTo>
                  <a:cubicBezTo>
                    <a:pt x="1141" y="381"/>
                    <a:pt x="1141" y="381"/>
                    <a:pt x="1141" y="381"/>
                  </a:cubicBezTo>
                  <a:cubicBezTo>
                    <a:pt x="1127" y="363"/>
                    <a:pt x="1127" y="363"/>
                    <a:pt x="1127" y="363"/>
                  </a:cubicBezTo>
                  <a:cubicBezTo>
                    <a:pt x="1127" y="363"/>
                    <a:pt x="1127" y="363"/>
                    <a:pt x="1127" y="363"/>
                  </a:cubicBezTo>
                  <a:cubicBezTo>
                    <a:pt x="1120" y="350"/>
                    <a:pt x="1120" y="350"/>
                    <a:pt x="1120" y="350"/>
                  </a:cubicBezTo>
                  <a:cubicBezTo>
                    <a:pt x="1119" y="349"/>
                    <a:pt x="1119" y="349"/>
                    <a:pt x="1119" y="349"/>
                  </a:cubicBezTo>
                  <a:cubicBezTo>
                    <a:pt x="1119" y="348"/>
                    <a:pt x="1119" y="348"/>
                    <a:pt x="1119" y="348"/>
                  </a:cubicBezTo>
                  <a:cubicBezTo>
                    <a:pt x="1134" y="328"/>
                    <a:pt x="1134" y="328"/>
                    <a:pt x="1134" y="328"/>
                  </a:cubicBezTo>
                  <a:cubicBezTo>
                    <a:pt x="1134" y="327"/>
                    <a:pt x="1134" y="327"/>
                    <a:pt x="1134" y="327"/>
                  </a:cubicBezTo>
                  <a:cubicBezTo>
                    <a:pt x="1134" y="326"/>
                    <a:pt x="1134" y="326"/>
                    <a:pt x="1134" y="326"/>
                  </a:cubicBezTo>
                  <a:cubicBezTo>
                    <a:pt x="1134" y="326"/>
                    <a:pt x="1134" y="326"/>
                    <a:pt x="1134" y="326"/>
                  </a:cubicBezTo>
                  <a:cubicBezTo>
                    <a:pt x="1136" y="326"/>
                    <a:pt x="1136" y="326"/>
                    <a:pt x="1136" y="326"/>
                  </a:cubicBezTo>
                  <a:cubicBezTo>
                    <a:pt x="1142" y="325"/>
                    <a:pt x="1142" y="325"/>
                    <a:pt x="1142" y="325"/>
                  </a:cubicBezTo>
                  <a:cubicBezTo>
                    <a:pt x="1150" y="319"/>
                    <a:pt x="1150" y="319"/>
                    <a:pt x="1150" y="319"/>
                  </a:cubicBezTo>
                  <a:cubicBezTo>
                    <a:pt x="1159" y="291"/>
                    <a:pt x="1159" y="291"/>
                    <a:pt x="1159" y="291"/>
                  </a:cubicBezTo>
                  <a:cubicBezTo>
                    <a:pt x="1159" y="291"/>
                    <a:pt x="1159" y="291"/>
                    <a:pt x="1159" y="291"/>
                  </a:cubicBezTo>
                  <a:cubicBezTo>
                    <a:pt x="1159" y="290"/>
                    <a:pt x="1159" y="290"/>
                    <a:pt x="1159" y="290"/>
                  </a:cubicBezTo>
                  <a:cubicBezTo>
                    <a:pt x="1170" y="278"/>
                    <a:pt x="1170" y="278"/>
                    <a:pt x="1170" y="278"/>
                  </a:cubicBezTo>
                  <a:cubicBezTo>
                    <a:pt x="1170" y="277"/>
                    <a:pt x="1170" y="277"/>
                    <a:pt x="1170" y="277"/>
                  </a:cubicBezTo>
                  <a:cubicBezTo>
                    <a:pt x="1171" y="277"/>
                    <a:pt x="1171" y="277"/>
                    <a:pt x="1171" y="277"/>
                  </a:cubicBezTo>
                  <a:cubicBezTo>
                    <a:pt x="1172" y="277"/>
                    <a:pt x="1172" y="277"/>
                    <a:pt x="1172" y="277"/>
                  </a:cubicBezTo>
                  <a:cubicBezTo>
                    <a:pt x="1184" y="274"/>
                    <a:pt x="1184" y="274"/>
                    <a:pt x="1184" y="274"/>
                  </a:cubicBezTo>
                  <a:cubicBezTo>
                    <a:pt x="1184" y="275"/>
                    <a:pt x="1184" y="275"/>
                    <a:pt x="1184" y="275"/>
                  </a:cubicBezTo>
                  <a:cubicBezTo>
                    <a:pt x="1192" y="282"/>
                    <a:pt x="1192" y="282"/>
                    <a:pt x="1192" y="282"/>
                  </a:cubicBezTo>
                  <a:cubicBezTo>
                    <a:pt x="1195" y="283"/>
                    <a:pt x="1195" y="283"/>
                    <a:pt x="1195" y="283"/>
                  </a:cubicBezTo>
                  <a:cubicBezTo>
                    <a:pt x="1200" y="261"/>
                    <a:pt x="1200" y="261"/>
                    <a:pt x="1200" y="261"/>
                  </a:cubicBezTo>
                  <a:cubicBezTo>
                    <a:pt x="1195" y="246"/>
                    <a:pt x="1195" y="246"/>
                    <a:pt x="1195" y="246"/>
                  </a:cubicBezTo>
                  <a:cubicBezTo>
                    <a:pt x="1194" y="246"/>
                    <a:pt x="1194" y="246"/>
                    <a:pt x="1194" y="246"/>
                  </a:cubicBezTo>
                  <a:cubicBezTo>
                    <a:pt x="1194" y="244"/>
                    <a:pt x="1194" y="244"/>
                    <a:pt x="1194" y="244"/>
                  </a:cubicBezTo>
                  <a:cubicBezTo>
                    <a:pt x="1196" y="227"/>
                    <a:pt x="1196" y="227"/>
                    <a:pt x="1196" y="227"/>
                  </a:cubicBezTo>
                  <a:cubicBezTo>
                    <a:pt x="1196" y="226"/>
                    <a:pt x="1196" y="226"/>
                    <a:pt x="1196" y="226"/>
                  </a:cubicBezTo>
                  <a:cubicBezTo>
                    <a:pt x="1205" y="217"/>
                    <a:pt x="1205" y="217"/>
                    <a:pt x="1205" y="217"/>
                  </a:cubicBezTo>
                  <a:cubicBezTo>
                    <a:pt x="1210" y="207"/>
                    <a:pt x="1210" y="207"/>
                    <a:pt x="1210" y="207"/>
                  </a:cubicBezTo>
                  <a:cubicBezTo>
                    <a:pt x="1211" y="199"/>
                    <a:pt x="1211" y="199"/>
                    <a:pt x="1211" y="199"/>
                  </a:cubicBezTo>
                  <a:cubicBezTo>
                    <a:pt x="1211" y="194"/>
                    <a:pt x="1209" y="188"/>
                    <a:pt x="1205" y="177"/>
                  </a:cubicBezTo>
                  <a:cubicBezTo>
                    <a:pt x="1205" y="161"/>
                    <a:pt x="1205" y="161"/>
                    <a:pt x="1205" y="161"/>
                  </a:cubicBezTo>
                  <a:cubicBezTo>
                    <a:pt x="1205" y="160"/>
                    <a:pt x="1205" y="160"/>
                    <a:pt x="1205" y="160"/>
                  </a:cubicBezTo>
                  <a:cubicBezTo>
                    <a:pt x="1208" y="146"/>
                    <a:pt x="1208" y="146"/>
                    <a:pt x="1208" y="146"/>
                  </a:cubicBezTo>
                  <a:cubicBezTo>
                    <a:pt x="1205" y="139"/>
                    <a:pt x="1203" y="134"/>
                    <a:pt x="1203" y="131"/>
                  </a:cubicBezTo>
                  <a:lnTo>
                    <a:pt x="1206" y="112"/>
                  </a:lnTo>
                  <a:close/>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41" name="Freeform 7"/>
            <p:cNvSpPr/>
            <p:nvPr/>
          </p:nvSpPr>
          <p:spPr bwMode="auto">
            <a:xfrm>
              <a:off x="683568" y="1692008"/>
              <a:ext cx="1671244" cy="1266355"/>
            </a:xfrm>
            <a:custGeom>
              <a:avLst/>
              <a:gdLst>
                <a:gd name="T0" fmla="*/ 1124 w 1124"/>
                <a:gd name="T1" fmla="*/ 456 h 851"/>
                <a:gd name="T2" fmla="*/ 1084 w 1124"/>
                <a:gd name="T3" fmla="*/ 356 h 851"/>
                <a:gd name="T4" fmla="*/ 1053 w 1124"/>
                <a:gd name="T5" fmla="*/ 351 h 851"/>
                <a:gd name="T6" fmla="*/ 1005 w 1124"/>
                <a:gd name="T7" fmla="*/ 306 h 851"/>
                <a:gd name="T8" fmla="*/ 889 w 1124"/>
                <a:gd name="T9" fmla="*/ 276 h 851"/>
                <a:gd name="T10" fmla="*/ 892 w 1124"/>
                <a:gd name="T11" fmla="*/ 107 h 851"/>
                <a:gd name="T12" fmla="*/ 809 w 1124"/>
                <a:gd name="T13" fmla="*/ 44 h 851"/>
                <a:gd name="T14" fmla="*/ 766 w 1124"/>
                <a:gd name="T15" fmla="*/ 3 h 851"/>
                <a:gd name="T16" fmla="*/ 703 w 1124"/>
                <a:gd name="T17" fmla="*/ 57 h 851"/>
                <a:gd name="T18" fmla="*/ 580 w 1124"/>
                <a:gd name="T19" fmla="*/ 91 h 851"/>
                <a:gd name="T20" fmla="*/ 532 w 1124"/>
                <a:gd name="T21" fmla="*/ 194 h 851"/>
                <a:gd name="T22" fmla="*/ 502 w 1124"/>
                <a:gd name="T23" fmla="*/ 198 h 851"/>
                <a:gd name="T24" fmla="*/ 407 w 1124"/>
                <a:gd name="T25" fmla="*/ 191 h 851"/>
                <a:gd name="T26" fmla="*/ 420 w 1124"/>
                <a:gd name="T27" fmla="*/ 289 h 851"/>
                <a:gd name="T28" fmla="*/ 406 w 1124"/>
                <a:gd name="T29" fmla="*/ 336 h 851"/>
                <a:gd name="T30" fmla="*/ 399 w 1124"/>
                <a:gd name="T31" fmla="*/ 336 h 851"/>
                <a:gd name="T32" fmla="*/ 355 w 1124"/>
                <a:gd name="T33" fmla="*/ 382 h 851"/>
                <a:gd name="T34" fmla="*/ 286 w 1124"/>
                <a:gd name="T35" fmla="*/ 403 h 851"/>
                <a:gd name="T36" fmla="*/ 235 w 1124"/>
                <a:gd name="T37" fmla="*/ 396 h 851"/>
                <a:gd name="T38" fmla="*/ 157 w 1124"/>
                <a:gd name="T39" fmla="*/ 437 h 851"/>
                <a:gd name="T40" fmla="*/ 104 w 1124"/>
                <a:gd name="T41" fmla="*/ 423 h 851"/>
                <a:gd name="T42" fmla="*/ 87 w 1124"/>
                <a:gd name="T43" fmla="*/ 426 h 851"/>
                <a:gd name="T44" fmla="*/ 11 w 1124"/>
                <a:gd name="T45" fmla="*/ 463 h 851"/>
                <a:gd name="T46" fmla="*/ 11 w 1124"/>
                <a:gd name="T47" fmla="*/ 516 h 851"/>
                <a:gd name="T48" fmla="*/ 49 w 1124"/>
                <a:gd name="T49" fmla="*/ 561 h 851"/>
                <a:gd name="T50" fmla="*/ 35 w 1124"/>
                <a:gd name="T51" fmla="*/ 614 h 851"/>
                <a:gd name="T52" fmla="*/ 35 w 1124"/>
                <a:gd name="T53" fmla="*/ 633 h 851"/>
                <a:gd name="T54" fmla="*/ 59 w 1124"/>
                <a:gd name="T55" fmla="*/ 717 h 851"/>
                <a:gd name="T56" fmla="*/ 95 w 1124"/>
                <a:gd name="T57" fmla="*/ 741 h 851"/>
                <a:gd name="T58" fmla="*/ 148 w 1124"/>
                <a:gd name="T59" fmla="*/ 765 h 851"/>
                <a:gd name="T60" fmla="*/ 181 w 1124"/>
                <a:gd name="T61" fmla="*/ 845 h 851"/>
                <a:gd name="T62" fmla="*/ 223 w 1124"/>
                <a:gd name="T63" fmla="*/ 850 h 851"/>
                <a:gd name="T64" fmla="*/ 238 w 1124"/>
                <a:gd name="T65" fmla="*/ 817 h 851"/>
                <a:gd name="T66" fmla="*/ 271 w 1124"/>
                <a:gd name="T67" fmla="*/ 800 h 851"/>
                <a:gd name="T68" fmla="*/ 374 w 1124"/>
                <a:gd name="T69" fmla="*/ 805 h 851"/>
                <a:gd name="T70" fmla="*/ 406 w 1124"/>
                <a:gd name="T71" fmla="*/ 818 h 851"/>
                <a:gd name="T72" fmla="*/ 433 w 1124"/>
                <a:gd name="T73" fmla="*/ 828 h 851"/>
                <a:gd name="T74" fmla="*/ 490 w 1124"/>
                <a:gd name="T75" fmla="*/ 827 h 851"/>
                <a:gd name="T76" fmla="*/ 582 w 1124"/>
                <a:gd name="T77" fmla="*/ 811 h 851"/>
                <a:gd name="T78" fmla="*/ 670 w 1124"/>
                <a:gd name="T79" fmla="*/ 800 h 851"/>
                <a:gd name="T80" fmla="*/ 738 w 1124"/>
                <a:gd name="T81" fmla="*/ 832 h 851"/>
                <a:gd name="T82" fmla="*/ 781 w 1124"/>
                <a:gd name="T83" fmla="*/ 841 h 851"/>
                <a:gd name="T84" fmla="*/ 818 w 1124"/>
                <a:gd name="T85" fmla="*/ 838 h 851"/>
                <a:gd name="T86" fmla="*/ 808 w 1124"/>
                <a:gd name="T87" fmla="*/ 810 h 851"/>
                <a:gd name="T88" fmla="*/ 821 w 1124"/>
                <a:gd name="T89" fmla="*/ 794 h 851"/>
                <a:gd name="T90" fmla="*/ 824 w 1124"/>
                <a:gd name="T91" fmla="*/ 769 h 851"/>
                <a:gd name="T92" fmla="*/ 794 w 1124"/>
                <a:gd name="T93" fmla="*/ 739 h 851"/>
                <a:gd name="T94" fmla="*/ 795 w 1124"/>
                <a:gd name="T95" fmla="*/ 723 h 851"/>
                <a:gd name="T96" fmla="*/ 813 w 1124"/>
                <a:gd name="T97" fmla="*/ 686 h 851"/>
                <a:gd name="T98" fmla="*/ 865 w 1124"/>
                <a:gd name="T99" fmla="*/ 684 h 851"/>
                <a:gd name="T100" fmla="*/ 909 w 1124"/>
                <a:gd name="T101" fmla="*/ 672 h 851"/>
                <a:gd name="T102" fmla="*/ 937 w 1124"/>
                <a:gd name="T103" fmla="*/ 647 h 851"/>
                <a:gd name="T104" fmla="*/ 937 w 1124"/>
                <a:gd name="T105" fmla="*/ 634 h 851"/>
                <a:gd name="T106" fmla="*/ 935 w 1124"/>
                <a:gd name="T107" fmla="*/ 606 h 851"/>
                <a:gd name="T108" fmla="*/ 980 w 1124"/>
                <a:gd name="T109" fmla="*/ 580 h 851"/>
                <a:gd name="T110" fmla="*/ 1022 w 1124"/>
                <a:gd name="T111" fmla="*/ 530 h 851"/>
                <a:gd name="T112" fmla="*/ 1050 w 1124"/>
                <a:gd name="T113" fmla="*/ 511 h 851"/>
                <a:gd name="T114" fmla="*/ 1095 w 1124"/>
                <a:gd name="T115" fmla="*/ 507 h 851"/>
                <a:gd name="T116" fmla="*/ 1119 w 1124"/>
                <a:gd name="T117" fmla="*/ 465 h 8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124" h="851">
                  <a:moveTo>
                    <a:pt x="1122" y="458"/>
                  </a:moveTo>
                  <a:cubicBezTo>
                    <a:pt x="1123" y="457"/>
                    <a:pt x="1123" y="457"/>
                    <a:pt x="1123" y="457"/>
                  </a:cubicBezTo>
                  <a:cubicBezTo>
                    <a:pt x="1124" y="457"/>
                    <a:pt x="1124" y="457"/>
                    <a:pt x="1124" y="457"/>
                  </a:cubicBezTo>
                  <a:cubicBezTo>
                    <a:pt x="1124" y="456"/>
                    <a:pt x="1124" y="456"/>
                    <a:pt x="1124" y="456"/>
                  </a:cubicBezTo>
                  <a:cubicBezTo>
                    <a:pt x="1101" y="393"/>
                    <a:pt x="1101" y="393"/>
                    <a:pt x="1101" y="393"/>
                  </a:cubicBezTo>
                  <a:cubicBezTo>
                    <a:pt x="1088" y="382"/>
                    <a:pt x="1088" y="382"/>
                    <a:pt x="1088" y="382"/>
                  </a:cubicBezTo>
                  <a:cubicBezTo>
                    <a:pt x="1088" y="381"/>
                    <a:pt x="1088" y="381"/>
                    <a:pt x="1088" y="381"/>
                  </a:cubicBezTo>
                  <a:cubicBezTo>
                    <a:pt x="1084" y="356"/>
                    <a:pt x="1084" y="356"/>
                    <a:pt x="1084" y="356"/>
                  </a:cubicBezTo>
                  <a:cubicBezTo>
                    <a:pt x="1055" y="351"/>
                    <a:pt x="1055" y="351"/>
                    <a:pt x="1055" y="351"/>
                  </a:cubicBezTo>
                  <a:cubicBezTo>
                    <a:pt x="1055" y="351"/>
                    <a:pt x="1055" y="351"/>
                    <a:pt x="1055" y="351"/>
                  </a:cubicBezTo>
                  <a:cubicBezTo>
                    <a:pt x="1053" y="351"/>
                    <a:pt x="1053" y="351"/>
                    <a:pt x="1053" y="351"/>
                  </a:cubicBezTo>
                  <a:cubicBezTo>
                    <a:pt x="1053" y="351"/>
                    <a:pt x="1053" y="351"/>
                    <a:pt x="1053" y="351"/>
                  </a:cubicBezTo>
                  <a:cubicBezTo>
                    <a:pt x="1053" y="349"/>
                    <a:pt x="1053" y="349"/>
                    <a:pt x="1053" y="349"/>
                  </a:cubicBezTo>
                  <a:cubicBezTo>
                    <a:pt x="1053" y="349"/>
                    <a:pt x="1053" y="349"/>
                    <a:pt x="1053" y="349"/>
                  </a:cubicBezTo>
                  <a:cubicBezTo>
                    <a:pt x="1049" y="339"/>
                    <a:pt x="1040" y="329"/>
                    <a:pt x="1026" y="318"/>
                  </a:cubicBezTo>
                  <a:cubicBezTo>
                    <a:pt x="1019" y="311"/>
                    <a:pt x="1011" y="307"/>
                    <a:pt x="1005" y="306"/>
                  </a:cubicBezTo>
                  <a:cubicBezTo>
                    <a:pt x="1000" y="303"/>
                    <a:pt x="995" y="301"/>
                    <a:pt x="992" y="298"/>
                  </a:cubicBezTo>
                  <a:cubicBezTo>
                    <a:pt x="983" y="292"/>
                    <a:pt x="952" y="287"/>
                    <a:pt x="897" y="286"/>
                  </a:cubicBezTo>
                  <a:cubicBezTo>
                    <a:pt x="895" y="286"/>
                    <a:pt x="895" y="286"/>
                    <a:pt x="895" y="286"/>
                  </a:cubicBezTo>
                  <a:cubicBezTo>
                    <a:pt x="889" y="276"/>
                    <a:pt x="889" y="276"/>
                    <a:pt x="889" y="276"/>
                  </a:cubicBezTo>
                  <a:cubicBezTo>
                    <a:pt x="886" y="270"/>
                    <a:pt x="884" y="265"/>
                    <a:pt x="884" y="258"/>
                  </a:cubicBezTo>
                  <a:cubicBezTo>
                    <a:pt x="884" y="251"/>
                    <a:pt x="893" y="226"/>
                    <a:pt x="912" y="185"/>
                  </a:cubicBezTo>
                  <a:cubicBezTo>
                    <a:pt x="902" y="155"/>
                    <a:pt x="902" y="155"/>
                    <a:pt x="902" y="155"/>
                  </a:cubicBezTo>
                  <a:cubicBezTo>
                    <a:pt x="892" y="107"/>
                    <a:pt x="892" y="107"/>
                    <a:pt x="892" y="107"/>
                  </a:cubicBezTo>
                  <a:cubicBezTo>
                    <a:pt x="890" y="100"/>
                    <a:pt x="879" y="94"/>
                    <a:pt x="858" y="87"/>
                  </a:cubicBezTo>
                  <a:cubicBezTo>
                    <a:pt x="854" y="86"/>
                    <a:pt x="850" y="85"/>
                    <a:pt x="846" y="82"/>
                  </a:cubicBezTo>
                  <a:cubicBezTo>
                    <a:pt x="838" y="78"/>
                    <a:pt x="833" y="72"/>
                    <a:pt x="830" y="65"/>
                  </a:cubicBezTo>
                  <a:cubicBezTo>
                    <a:pt x="826" y="56"/>
                    <a:pt x="819" y="48"/>
                    <a:pt x="809" y="44"/>
                  </a:cubicBezTo>
                  <a:cubicBezTo>
                    <a:pt x="808" y="43"/>
                    <a:pt x="808" y="43"/>
                    <a:pt x="808" y="43"/>
                  </a:cubicBezTo>
                  <a:cubicBezTo>
                    <a:pt x="808" y="42"/>
                    <a:pt x="808" y="42"/>
                    <a:pt x="808" y="42"/>
                  </a:cubicBezTo>
                  <a:cubicBezTo>
                    <a:pt x="799" y="0"/>
                    <a:pt x="799" y="0"/>
                    <a:pt x="799" y="0"/>
                  </a:cubicBezTo>
                  <a:cubicBezTo>
                    <a:pt x="766" y="3"/>
                    <a:pt x="766" y="3"/>
                    <a:pt x="766" y="3"/>
                  </a:cubicBezTo>
                  <a:cubicBezTo>
                    <a:pt x="763" y="12"/>
                    <a:pt x="763" y="12"/>
                    <a:pt x="763" y="12"/>
                  </a:cubicBezTo>
                  <a:cubicBezTo>
                    <a:pt x="759" y="27"/>
                    <a:pt x="755" y="34"/>
                    <a:pt x="750" y="34"/>
                  </a:cubicBezTo>
                  <a:cubicBezTo>
                    <a:pt x="728" y="40"/>
                    <a:pt x="728" y="40"/>
                    <a:pt x="728" y="40"/>
                  </a:cubicBezTo>
                  <a:cubicBezTo>
                    <a:pt x="715" y="45"/>
                    <a:pt x="707" y="51"/>
                    <a:pt x="703" y="57"/>
                  </a:cubicBezTo>
                  <a:cubicBezTo>
                    <a:pt x="701" y="60"/>
                    <a:pt x="699" y="68"/>
                    <a:pt x="697" y="79"/>
                  </a:cubicBezTo>
                  <a:cubicBezTo>
                    <a:pt x="695" y="91"/>
                    <a:pt x="693" y="100"/>
                    <a:pt x="690" y="106"/>
                  </a:cubicBezTo>
                  <a:cubicBezTo>
                    <a:pt x="686" y="115"/>
                    <a:pt x="680" y="122"/>
                    <a:pt x="670" y="125"/>
                  </a:cubicBezTo>
                  <a:cubicBezTo>
                    <a:pt x="653" y="132"/>
                    <a:pt x="622" y="120"/>
                    <a:pt x="580" y="91"/>
                  </a:cubicBezTo>
                  <a:cubicBezTo>
                    <a:pt x="524" y="163"/>
                    <a:pt x="524" y="163"/>
                    <a:pt x="524" y="163"/>
                  </a:cubicBezTo>
                  <a:cubicBezTo>
                    <a:pt x="530" y="193"/>
                    <a:pt x="530" y="193"/>
                    <a:pt x="530" y="193"/>
                  </a:cubicBezTo>
                  <a:cubicBezTo>
                    <a:pt x="531" y="193"/>
                    <a:pt x="531" y="193"/>
                    <a:pt x="531" y="193"/>
                  </a:cubicBezTo>
                  <a:cubicBezTo>
                    <a:pt x="532" y="194"/>
                    <a:pt x="532" y="194"/>
                    <a:pt x="532" y="194"/>
                  </a:cubicBezTo>
                  <a:cubicBezTo>
                    <a:pt x="530" y="195"/>
                    <a:pt x="530" y="195"/>
                    <a:pt x="530" y="195"/>
                  </a:cubicBezTo>
                  <a:cubicBezTo>
                    <a:pt x="530" y="196"/>
                    <a:pt x="530" y="196"/>
                    <a:pt x="530" y="196"/>
                  </a:cubicBezTo>
                  <a:cubicBezTo>
                    <a:pt x="528" y="200"/>
                    <a:pt x="524" y="202"/>
                    <a:pt x="519" y="203"/>
                  </a:cubicBezTo>
                  <a:cubicBezTo>
                    <a:pt x="513" y="205"/>
                    <a:pt x="508" y="202"/>
                    <a:pt x="502" y="198"/>
                  </a:cubicBezTo>
                  <a:cubicBezTo>
                    <a:pt x="496" y="194"/>
                    <a:pt x="480" y="191"/>
                    <a:pt x="455" y="189"/>
                  </a:cubicBezTo>
                  <a:cubicBezTo>
                    <a:pt x="443" y="189"/>
                    <a:pt x="443" y="189"/>
                    <a:pt x="443" y="189"/>
                  </a:cubicBezTo>
                  <a:cubicBezTo>
                    <a:pt x="426" y="187"/>
                    <a:pt x="426" y="187"/>
                    <a:pt x="426" y="187"/>
                  </a:cubicBezTo>
                  <a:cubicBezTo>
                    <a:pt x="407" y="191"/>
                    <a:pt x="407" y="191"/>
                    <a:pt x="407" y="191"/>
                  </a:cubicBezTo>
                  <a:cubicBezTo>
                    <a:pt x="415" y="202"/>
                    <a:pt x="415" y="202"/>
                    <a:pt x="415" y="202"/>
                  </a:cubicBezTo>
                  <a:cubicBezTo>
                    <a:pt x="422" y="211"/>
                    <a:pt x="425" y="217"/>
                    <a:pt x="424" y="220"/>
                  </a:cubicBezTo>
                  <a:cubicBezTo>
                    <a:pt x="417" y="265"/>
                    <a:pt x="417" y="265"/>
                    <a:pt x="417" y="265"/>
                  </a:cubicBezTo>
                  <a:cubicBezTo>
                    <a:pt x="420" y="289"/>
                    <a:pt x="420" y="289"/>
                    <a:pt x="420" y="289"/>
                  </a:cubicBezTo>
                  <a:cubicBezTo>
                    <a:pt x="421" y="289"/>
                    <a:pt x="421" y="289"/>
                    <a:pt x="421" y="289"/>
                  </a:cubicBezTo>
                  <a:cubicBezTo>
                    <a:pt x="421" y="290"/>
                    <a:pt x="421" y="290"/>
                    <a:pt x="421" y="290"/>
                  </a:cubicBezTo>
                  <a:cubicBezTo>
                    <a:pt x="420" y="291"/>
                    <a:pt x="420" y="291"/>
                    <a:pt x="420" y="291"/>
                  </a:cubicBezTo>
                  <a:cubicBezTo>
                    <a:pt x="406" y="336"/>
                    <a:pt x="406" y="336"/>
                    <a:pt x="406" y="336"/>
                  </a:cubicBezTo>
                  <a:cubicBezTo>
                    <a:pt x="406" y="340"/>
                    <a:pt x="404" y="342"/>
                    <a:pt x="403" y="341"/>
                  </a:cubicBezTo>
                  <a:cubicBezTo>
                    <a:pt x="402" y="341"/>
                    <a:pt x="402" y="341"/>
                    <a:pt x="402" y="341"/>
                  </a:cubicBezTo>
                  <a:cubicBezTo>
                    <a:pt x="402" y="340"/>
                    <a:pt x="402" y="340"/>
                    <a:pt x="402" y="340"/>
                  </a:cubicBezTo>
                  <a:cubicBezTo>
                    <a:pt x="399" y="336"/>
                    <a:pt x="399" y="336"/>
                    <a:pt x="399" y="336"/>
                  </a:cubicBezTo>
                  <a:cubicBezTo>
                    <a:pt x="397" y="331"/>
                    <a:pt x="395" y="329"/>
                    <a:pt x="393" y="329"/>
                  </a:cubicBezTo>
                  <a:cubicBezTo>
                    <a:pt x="392" y="330"/>
                    <a:pt x="390" y="333"/>
                    <a:pt x="389" y="339"/>
                  </a:cubicBezTo>
                  <a:cubicBezTo>
                    <a:pt x="386" y="351"/>
                    <a:pt x="379" y="362"/>
                    <a:pt x="367" y="373"/>
                  </a:cubicBezTo>
                  <a:cubicBezTo>
                    <a:pt x="355" y="382"/>
                    <a:pt x="355" y="382"/>
                    <a:pt x="355" y="382"/>
                  </a:cubicBezTo>
                  <a:cubicBezTo>
                    <a:pt x="348" y="386"/>
                    <a:pt x="348" y="386"/>
                    <a:pt x="348" y="386"/>
                  </a:cubicBezTo>
                  <a:cubicBezTo>
                    <a:pt x="348" y="386"/>
                    <a:pt x="348" y="386"/>
                    <a:pt x="348" y="386"/>
                  </a:cubicBezTo>
                  <a:cubicBezTo>
                    <a:pt x="303" y="387"/>
                    <a:pt x="303" y="387"/>
                    <a:pt x="303" y="387"/>
                  </a:cubicBezTo>
                  <a:cubicBezTo>
                    <a:pt x="286" y="403"/>
                    <a:pt x="286" y="403"/>
                    <a:pt x="286" y="403"/>
                  </a:cubicBezTo>
                  <a:cubicBezTo>
                    <a:pt x="285" y="403"/>
                    <a:pt x="285" y="403"/>
                    <a:pt x="285" y="403"/>
                  </a:cubicBezTo>
                  <a:cubicBezTo>
                    <a:pt x="284" y="403"/>
                    <a:pt x="284" y="403"/>
                    <a:pt x="284" y="403"/>
                  </a:cubicBezTo>
                  <a:cubicBezTo>
                    <a:pt x="283" y="403"/>
                    <a:pt x="283" y="403"/>
                    <a:pt x="283" y="403"/>
                  </a:cubicBezTo>
                  <a:cubicBezTo>
                    <a:pt x="235" y="396"/>
                    <a:pt x="235" y="396"/>
                    <a:pt x="235" y="396"/>
                  </a:cubicBezTo>
                  <a:cubicBezTo>
                    <a:pt x="228" y="405"/>
                    <a:pt x="220" y="407"/>
                    <a:pt x="213" y="406"/>
                  </a:cubicBezTo>
                  <a:cubicBezTo>
                    <a:pt x="206" y="404"/>
                    <a:pt x="194" y="407"/>
                    <a:pt x="177" y="413"/>
                  </a:cubicBezTo>
                  <a:cubicBezTo>
                    <a:pt x="158" y="436"/>
                    <a:pt x="158" y="436"/>
                    <a:pt x="158" y="436"/>
                  </a:cubicBezTo>
                  <a:cubicBezTo>
                    <a:pt x="157" y="437"/>
                    <a:pt x="157" y="437"/>
                    <a:pt x="157" y="437"/>
                  </a:cubicBezTo>
                  <a:cubicBezTo>
                    <a:pt x="127" y="438"/>
                    <a:pt x="127" y="438"/>
                    <a:pt x="127" y="438"/>
                  </a:cubicBezTo>
                  <a:cubicBezTo>
                    <a:pt x="127" y="412"/>
                    <a:pt x="127" y="412"/>
                    <a:pt x="127" y="412"/>
                  </a:cubicBezTo>
                  <a:cubicBezTo>
                    <a:pt x="108" y="412"/>
                    <a:pt x="108" y="412"/>
                    <a:pt x="108" y="412"/>
                  </a:cubicBezTo>
                  <a:cubicBezTo>
                    <a:pt x="104" y="423"/>
                    <a:pt x="104" y="423"/>
                    <a:pt x="104" y="423"/>
                  </a:cubicBezTo>
                  <a:cubicBezTo>
                    <a:pt x="90" y="427"/>
                    <a:pt x="90" y="427"/>
                    <a:pt x="90" y="427"/>
                  </a:cubicBezTo>
                  <a:cubicBezTo>
                    <a:pt x="88" y="427"/>
                    <a:pt x="88" y="427"/>
                    <a:pt x="88" y="427"/>
                  </a:cubicBezTo>
                  <a:cubicBezTo>
                    <a:pt x="88" y="426"/>
                    <a:pt x="88" y="426"/>
                    <a:pt x="88" y="426"/>
                  </a:cubicBezTo>
                  <a:cubicBezTo>
                    <a:pt x="87" y="426"/>
                    <a:pt x="87" y="426"/>
                    <a:pt x="87" y="426"/>
                  </a:cubicBezTo>
                  <a:cubicBezTo>
                    <a:pt x="78" y="420"/>
                    <a:pt x="67" y="416"/>
                    <a:pt x="56" y="415"/>
                  </a:cubicBezTo>
                  <a:cubicBezTo>
                    <a:pt x="50" y="414"/>
                    <a:pt x="42" y="418"/>
                    <a:pt x="31" y="428"/>
                  </a:cubicBezTo>
                  <a:cubicBezTo>
                    <a:pt x="20" y="438"/>
                    <a:pt x="11" y="447"/>
                    <a:pt x="7" y="455"/>
                  </a:cubicBezTo>
                  <a:cubicBezTo>
                    <a:pt x="9" y="456"/>
                    <a:pt x="11" y="459"/>
                    <a:pt x="11" y="463"/>
                  </a:cubicBezTo>
                  <a:cubicBezTo>
                    <a:pt x="12" y="468"/>
                    <a:pt x="13" y="472"/>
                    <a:pt x="13" y="478"/>
                  </a:cubicBezTo>
                  <a:cubicBezTo>
                    <a:pt x="12" y="483"/>
                    <a:pt x="10" y="487"/>
                    <a:pt x="7" y="489"/>
                  </a:cubicBezTo>
                  <a:cubicBezTo>
                    <a:pt x="4" y="491"/>
                    <a:pt x="2" y="498"/>
                    <a:pt x="0" y="509"/>
                  </a:cubicBezTo>
                  <a:cubicBezTo>
                    <a:pt x="11" y="516"/>
                    <a:pt x="11" y="516"/>
                    <a:pt x="11" y="516"/>
                  </a:cubicBezTo>
                  <a:cubicBezTo>
                    <a:pt x="26" y="500"/>
                    <a:pt x="26" y="500"/>
                    <a:pt x="26" y="500"/>
                  </a:cubicBezTo>
                  <a:cubicBezTo>
                    <a:pt x="45" y="522"/>
                    <a:pt x="45" y="522"/>
                    <a:pt x="45" y="522"/>
                  </a:cubicBezTo>
                  <a:cubicBezTo>
                    <a:pt x="45" y="523"/>
                    <a:pt x="45" y="523"/>
                    <a:pt x="45" y="523"/>
                  </a:cubicBezTo>
                  <a:cubicBezTo>
                    <a:pt x="49" y="561"/>
                    <a:pt x="49" y="561"/>
                    <a:pt x="49" y="561"/>
                  </a:cubicBezTo>
                  <a:cubicBezTo>
                    <a:pt x="49" y="562"/>
                    <a:pt x="49" y="562"/>
                    <a:pt x="49" y="562"/>
                  </a:cubicBezTo>
                  <a:cubicBezTo>
                    <a:pt x="48" y="562"/>
                    <a:pt x="48" y="562"/>
                    <a:pt x="48" y="562"/>
                  </a:cubicBezTo>
                  <a:cubicBezTo>
                    <a:pt x="37" y="614"/>
                    <a:pt x="37" y="614"/>
                    <a:pt x="37" y="614"/>
                  </a:cubicBezTo>
                  <a:cubicBezTo>
                    <a:pt x="35" y="614"/>
                    <a:pt x="35" y="614"/>
                    <a:pt x="35" y="614"/>
                  </a:cubicBezTo>
                  <a:cubicBezTo>
                    <a:pt x="19" y="614"/>
                    <a:pt x="8" y="615"/>
                    <a:pt x="4" y="618"/>
                  </a:cubicBezTo>
                  <a:cubicBezTo>
                    <a:pt x="5" y="621"/>
                    <a:pt x="12" y="627"/>
                    <a:pt x="24" y="634"/>
                  </a:cubicBezTo>
                  <a:cubicBezTo>
                    <a:pt x="33" y="633"/>
                    <a:pt x="33" y="633"/>
                    <a:pt x="33" y="633"/>
                  </a:cubicBezTo>
                  <a:cubicBezTo>
                    <a:pt x="35" y="633"/>
                    <a:pt x="35" y="633"/>
                    <a:pt x="35" y="633"/>
                  </a:cubicBezTo>
                  <a:cubicBezTo>
                    <a:pt x="36" y="633"/>
                    <a:pt x="36" y="633"/>
                    <a:pt x="36" y="633"/>
                  </a:cubicBezTo>
                  <a:cubicBezTo>
                    <a:pt x="59" y="656"/>
                    <a:pt x="59" y="656"/>
                    <a:pt x="59" y="656"/>
                  </a:cubicBezTo>
                  <a:cubicBezTo>
                    <a:pt x="68" y="663"/>
                    <a:pt x="67" y="676"/>
                    <a:pt x="55" y="696"/>
                  </a:cubicBezTo>
                  <a:cubicBezTo>
                    <a:pt x="59" y="717"/>
                    <a:pt x="59" y="717"/>
                    <a:pt x="59" y="717"/>
                  </a:cubicBezTo>
                  <a:cubicBezTo>
                    <a:pt x="68" y="719"/>
                    <a:pt x="68" y="719"/>
                    <a:pt x="68" y="719"/>
                  </a:cubicBezTo>
                  <a:cubicBezTo>
                    <a:pt x="103" y="719"/>
                    <a:pt x="103" y="719"/>
                    <a:pt x="103" y="719"/>
                  </a:cubicBezTo>
                  <a:cubicBezTo>
                    <a:pt x="85" y="736"/>
                    <a:pt x="85" y="736"/>
                    <a:pt x="85" y="736"/>
                  </a:cubicBezTo>
                  <a:cubicBezTo>
                    <a:pt x="95" y="741"/>
                    <a:pt x="95" y="741"/>
                    <a:pt x="95" y="741"/>
                  </a:cubicBezTo>
                  <a:cubicBezTo>
                    <a:pt x="109" y="749"/>
                    <a:pt x="109" y="749"/>
                    <a:pt x="109" y="749"/>
                  </a:cubicBezTo>
                  <a:cubicBezTo>
                    <a:pt x="146" y="764"/>
                    <a:pt x="146" y="764"/>
                    <a:pt x="146" y="764"/>
                  </a:cubicBezTo>
                  <a:cubicBezTo>
                    <a:pt x="147" y="765"/>
                    <a:pt x="147" y="765"/>
                    <a:pt x="147" y="765"/>
                  </a:cubicBezTo>
                  <a:cubicBezTo>
                    <a:pt x="148" y="765"/>
                    <a:pt x="148" y="765"/>
                    <a:pt x="148" y="765"/>
                  </a:cubicBezTo>
                  <a:cubicBezTo>
                    <a:pt x="152" y="822"/>
                    <a:pt x="152" y="822"/>
                    <a:pt x="152" y="822"/>
                  </a:cubicBezTo>
                  <a:cubicBezTo>
                    <a:pt x="153" y="833"/>
                    <a:pt x="161" y="841"/>
                    <a:pt x="177" y="847"/>
                  </a:cubicBezTo>
                  <a:cubicBezTo>
                    <a:pt x="180" y="845"/>
                    <a:pt x="180" y="845"/>
                    <a:pt x="180" y="845"/>
                  </a:cubicBezTo>
                  <a:cubicBezTo>
                    <a:pt x="181" y="845"/>
                    <a:pt x="181" y="845"/>
                    <a:pt x="181" y="845"/>
                  </a:cubicBezTo>
                  <a:cubicBezTo>
                    <a:pt x="182" y="845"/>
                    <a:pt x="182" y="845"/>
                    <a:pt x="182" y="845"/>
                  </a:cubicBezTo>
                  <a:cubicBezTo>
                    <a:pt x="220" y="851"/>
                    <a:pt x="220" y="851"/>
                    <a:pt x="220" y="851"/>
                  </a:cubicBezTo>
                  <a:cubicBezTo>
                    <a:pt x="223" y="851"/>
                    <a:pt x="223" y="851"/>
                    <a:pt x="223" y="851"/>
                  </a:cubicBezTo>
                  <a:cubicBezTo>
                    <a:pt x="223" y="850"/>
                    <a:pt x="223" y="850"/>
                    <a:pt x="223" y="850"/>
                  </a:cubicBezTo>
                  <a:cubicBezTo>
                    <a:pt x="224" y="849"/>
                    <a:pt x="224" y="849"/>
                    <a:pt x="224" y="849"/>
                  </a:cubicBezTo>
                  <a:cubicBezTo>
                    <a:pt x="228" y="841"/>
                    <a:pt x="231" y="836"/>
                    <a:pt x="231" y="834"/>
                  </a:cubicBezTo>
                  <a:cubicBezTo>
                    <a:pt x="231" y="833"/>
                    <a:pt x="231" y="833"/>
                    <a:pt x="231" y="833"/>
                  </a:cubicBezTo>
                  <a:cubicBezTo>
                    <a:pt x="230" y="827"/>
                    <a:pt x="233" y="821"/>
                    <a:pt x="238" y="817"/>
                  </a:cubicBezTo>
                  <a:cubicBezTo>
                    <a:pt x="244" y="813"/>
                    <a:pt x="247" y="809"/>
                    <a:pt x="249" y="804"/>
                  </a:cubicBezTo>
                  <a:cubicBezTo>
                    <a:pt x="250" y="803"/>
                    <a:pt x="250" y="803"/>
                    <a:pt x="250" y="803"/>
                  </a:cubicBezTo>
                  <a:cubicBezTo>
                    <a:pt x="252" y="798"/>
                    <a:pt x="259" y="796"/>
                    <a:pt x="271" y="800"/>
                  </a:cubicBezTo>
                  <a:cubicBezTo>
                    <a:pt x="271" y="800"/>
                    <a:pt x="271" y="800"/>
                    <a:pt x="271" y="800"/>
                  </a:cubicBezTo>
                  <a:cubicBezTo>
                    <a:pt x="284" y="807"/>
                    <a:pt x="284" y="807"/>
                    <a:pt x="284" y="807"/>
                  </a:cubicBezTo>
                  <a:cubicBezTo>
                    <a:pt x="328" y="816"/>
                    <a:pt x="328" y="816"/>
                    <a:pt x="328" y="816"/>
                  </a:cubicBezTo>
                  <a:cubicBezTo>
                    <a:pt x="355" y="813"/>
                    <a:pt x="355" y="813"/>
                    <a:pt x="355" y="813"/>
                  </a:cubicBezTo>
                  <a:cubicBezTo>
                    <a:pt x="374" y="805"/>
                    <a:pt x="374" y="805"/>
                    <a:pt x="374" y="805"/>
                  </a:cubicBezTo>
                  <a:cubicBezTo>
                    <a:pt x="377" y="800"/>
                    <a:pt x="380" y="798"/>
                    <a:pt x="382" y="797"/>
                  </a:cubicBezTo>
                  <a:cubicBezTo>
                    <a:pt x="386" y="796"/>
                    <a:pt x="391" y="798"/>
                    <a:pt x="396" y="802"/>
                  </a:cubicBezTo>
                  <a:cubicBezTo>
                    <a:pt x="399" y="804"/>
                    <a:pt x="399" y="804"/>
                    <a:pt x="399" y="804"/>
                  </a:cubicBezTo>
                  <a:cubicBezTo>
                    <a:pt x="402" y="806"/>
                    <a:pt x="404" y="810"/>
                    <a:pt x="406" y="818"/>
                  </a:cubicBezTo>
                  <a:cubicBezTo>
                    <a:pt x="420" y="828"/>
                    <a:pt x="420" y="828"/>
                    <a:pt x="420" y="828"/>
                  </a:cubicBezTo>
                  <a:cubicBezTo>
                    <a:pt x="430" y="828"/>
                    <a:pt x="430" y="828"/>
                    <a:pt x="430" y="828"/>
                  </a:cubicBezTo>
                  <a:cubicBezTo>
                    <a:pt x="431" y="828"/>
                    <a:pt x="431" y="828"/>
                    <a:pt x="431" y="828"/>
                  </a:cubicBezTo>
                  <a:cubicBezTo>
                    <a:pt x="433" y="828"/>
                    <a:pt x="433" y="828"/>
                    <a:pt x="433" y="828"/>
                  </a:cubicBezTo>
                  <a:cubicBezTo>
                    <a:pt x="433" y="828"/>
                    <a:pt x="433" y="828"/>
                    <a:pt x="433" y="828"/>
                  </a:cubicBezTo>
                  <a:cubicBezTo>
                    <a:pt x="448" y="834"/>
                    <a:pt x="448" y="834"/>
                    <a:pt x="448" y="834"/>
                  </a:cubicBezTo>
                  <a:cubicBezTo>
                    <a:pt x="475" y="832"/>
                    <a:pt x="475" y="832"/>
                    <a:pt x="475" y="832"/>
                  </a:cubicBezTo>
                  <a:cubicBezTo>
                    <a:pt x="490" y="827"/>
                    <a:pt x="490" y="827"/>
                    <a:pt x="490" y="827"/>
                  </a:cubicBezTo>
                  <a:cubicBezTo>
                    <a:pt x="529" y="831"/>
                    <a:pt x="529" y="831"/>
                    <a:pt x="529" y="831"/>
                  </a:cubicBezTo>
                  <a:cubicBezTo>
                    <a:pt x="546" y="826"/>
                    <a:pt x="546" y="826"/>
                    <a:pt x="546" y="826"/>
                  </a:cubicBezTo>
                  <a:cubicBezTo>
                    <a:pt x="566" y="818"/>
                    <a:pt x="566" y="818"/>
                    <a:pt x="566" y="818"/>
                  </a:cubicBezTo>
                  <a:cubicBezTo>
                    <a:pt x="570" y="815"/>
                    <a:pt x="575" y="813"/>
                    <a:pt x="582" y="811"/>
                  </a:cubicBezTo>
                  <a:cubicBezTo>
                    <a:pt x="620" y="811"/>
                    <a:pt x="620" y="811"/>
                    <a:pt x="620" y="811"/>
                  </a:cubicBezTo>
                  <a:cubicBezTo>
                    <a:pt x="634" y="806"/>
                    <a:pt x="634" y="806"/>
                    <a:pt x="634" y="806"/>
                  </a:cubicBezTo>
                  <a:cubicBezTo>
                    <a:pt x="639" y="802"/>
                    <a:pt x="644" y="800"/>
                    <a:pt x="648" y="800"/>
                  </a:cubicBezTo>
                  <a:cubicBezTo>
                    <a:pt x="670" y="800"/>
                    <a:pt x="670" y="800"/>
                    <a:pt x="670" y="800"/>
                  </a:cubicBezTo>
                  <a:cubicBezTo>
                    <a:pt x="681" y="808"/>
                    <a:pt x="681" y="808"/>
                    <a:pt x="681" y="808"/>
                  </a:cubicBezTo>
                  <a:cubicBezTo>
                    <a:pt x="710" y="814"/>
                    <a:pt x="710" y="814"/>
                    <a:pt x="710" y="814"/>
                  </a:cubicBezTo>
                  <a:cubicBezTo>
                    <a:pt x="715" y="814"/>
                    <a:pt x="719" y="818"/>
                    <a:pt x="726" y="824"/>
                  </a:cubicBezTo>
                  <a:cubicBezTo>
                    <a:pt x="738" y="832"/>
                    <a:pt x="738" y="832"/>
                    <a:pt x="738" y="832"/>
                  </a:cubicBezTo>
                  <a:cubicBezTo>
                    <a:pt x="739" y="833"/>
                    <a:pt x="739" y="833"/>
                    <a:pt x="739" y="833"/>
                  </a:cubicBezTo>
                  <a:cubicBezTo>
                    <a:pt x="768" y="834"/>
                    <a:pt x="768" y="834"/>
                    <a:pt x="768" y="834"/>
                  </a:cubicBezTo>
                  <a:cubicBezTo>
                    <a:pt x="768" y="834"/>
                    <a:pt x="768" y="834"/>
                    <a:pt x="768" y="834"/>
                  </a:cubicBezTo>
                  <a:cubicBezTo>
                    <a:pt x="781" y="841"/>
                    <a:pt x="781" y="841"/>
                    <a:pt x="781" y="841"/>
                  </a:cubicBezTo>
                  <a:cubicBezTo>
                    <a:pt x="799" y="844"/>
                    <a:pt x="799" y="844"/>
                    <a:pt x="799" y="844"/>
                  </a:cubicBezTo>
                  <a:cubicBezTo>
                    <a:pt x="799" y="844"/>
                    <a:pt x="799" y="844"/>
                    <a:pt x="799" y="844"/>
                  </a:cubicBezTo>
                  <a:cubicBezTo>
                    <a:pt x="814" y="847"/>
                    <a:pt x="814" y="847"/>
                    <a:pt x="814" y="847"/>
                  </a:cubicBezTo>
                  <a:cubicBezTo>
                    <a:pt x="818" y="838"/>
                    <a:pt x="818" y="838"/>
                    <a:pt x="818" y="838"/>
                  </a:cubicBezTo>
                  <a:cubicBezTo>
                    <a:pt x="812" y="824"/>
                    <a:pt x="812" y="824"/>
                    <a:pt x="812" y="824"/>
                  </a:cubicBezTo>
                  <a:cubicBezTo>
                    <a:pt x="809" y="811"/>
                    <a:pt x="809" y="811"/>
                    <a:pt x="809" y="811"/>
                  </a:cubicBezTo>
                  <a:cubicBezTo>
                    <a:pt x="809" y="810"/>
                    <a:pt x="809" y="810"/>
                    <a:pt x="809" y="810"/>
                  </a:cubicBezTo>
                  <a:cubicBezTo>
                    <a:pt x="808" y="810"/>
                    <a:pt x="808" y="810"/>
                    <a:pt x="808" y="810"/>
                  </a:cubicBezTo>
                  <a:cubicBezTo>
                    <a:pt x="810" y="808"/>
                    <a:pt x="810" y="808"/>
                    <a:pt x="810" y="808"/>
                  </a:cubicBezTo>
                  <a:cubicBezTo>
                    <a:pt x="820" y="795"/>
                    <a:pt x="820" y="795"/>
                    <a:pt x="820" y="795"/>
                  </a:cubicBezTo>
                  <a:cubicBezTo>
                    <a:pt x="820" y="794"/>
                    <a:pt x="820" y="794"/>
                    <a:pt x="820" y="794"/>
                  </a:cubicBezTo>
                  <a:cubicBezTo>
                    <a:pt x="821" y="794"/>
                    <a:pt x="821" y="794"/>
                    <a:pt x="821" y="794"/>
                  </a:cubicBezTo>
                  <a:cubicBezTo>
                    <a:pt x="821" y="793"/>
                    <a:pt x="821" y="793"/>
                    <a:pt x="821" y="793"/>
                  </a:cubicBezTo>
                  <a:cubicBezTo>
                    <a:pt x="830" y="787"/>
                    <a:pt x="830" y="787"/>
                    <a:pt x="830" y="787"/>
                  </a:cubicBezTo>
                  <a:cubicBezTo>
                    <a:pt x="828" y="782"/>
                    <a:pt x="828" y="782"/>
                    <a:pt x="828" y="782"/>
                  </a:cubicBezTo>
                  <a:cubicBezTo>
                    <a:pt x="824" y="769"/>
                    <a:pt x="824" y="769"/>
                    <a:pt x="824" y="769"/>
                  </a:cubicBezTo>
                  <a:cubicBezTo>
                    <a:pt x="824" y="767"/>
                    <a:pt x="822" y="765"/>
                    <a:pt x="818" y="762"/>
                  </a:cubicBezTo>
                  <a:cubicBezTo>
                    <a:pt x="808" y="751"/>
                    <a:pt x="808" y="751"/>
                    <a:pt x="808" y="751"/>
                  </a:cubicBezTo>
                  <a:cubicBezTo>
                    <a:pt x="795" y="740"/>
                    <a:pt x="795" y="740"/>
                    <a:pt x="795" y="740"/>
                  </a:cubicBezTo>
                  <a:cubicBezTo>
                    <a:pt x="794" y="739"/>
                    <a:pt x="794" y="739"/>
                    <a:pt x="794" y="739"/>
                  </a:cubicBezTo>
                  <a:cubicBezTo>
                    <a:pt x="793" y="738"/>
                    <a:pt x="793" y="738"/>
                    <a:pt x="793" y="738"/>
                  </a:cubicBezTo>
                  <a:cubicBezTo>
                    <a:pt x="793" y="738"/>
                    <a:pt x="793" y="738"/>
                    <a:pt x="793" y="738"/>
                  </a:cubicBezTo>
                  <a:cubicBezTo>
                    <a:pt x="793" y="736"/>
                    <a:pt x="793" y="736"/>
                    <a:pt x="793" y="736"/>
                  </a:cubicBezTo>
                  <a:cubicBezTo>
                    <a:pt x="795" y="723"/>
                    <a:pt x="795" y="723"/>
                    <a:pt x="795" y="723"/>
                  </a:cubicBezTo>
                  <a:cubicBezTo>
                    <a:pt x="795" y="713"/>
                    <a:pt x="795" y="713"/>
                    <a:pt x="795" y="713"/>
                  </a:cubicBezTo>
                  <a:cubicBezTo>
                    <a:pt x="789" y="697"/>
                    <a:pt x="789" y="697"/>
                    <a:pt x="789" y="697"/>
                  </a:cubicBezTo>
                  <a:cubicBezTo>
                    <a:pt x="805" y="693"/>
                    <a:pt x="805" y="693"/>
                    <a:pt x="805" y="693"/>
                  </a:cubicBezTo>
                  <a:cubicBezTo>
                    <a:pt x="813" y="686"/>
                    <a:pt x="813" y="686"/>
                    <a:pt x="813" y="686"/>
                  </a:cubicBezTo>
                  <a:cubicBezTo>
                    <a:pt x="832" y="686"/>
                    <a:pt x="832" y="686"/>
                    <a:pt x="832" y="686"/>
                  </a:cubicBezTo>
                  <a:cubicBezTo>
                    <a:pt x="851" y="683"/>
                    <a:pt x="851" y="683"/>
                    <a:pt x="851" y="683"/>
                  </a:cubicBezTo>
                  <a:cubicBezTo>
                    <a:pt x="852" y="683"/>
                    <a:pt x="852" y="683"/>
                    <a:pt x="852" y="683"/>
                  </a:cubicBezTo>
                  <a:cubicBezTo>
                    <a:pt x="865" y="684"/>
                    <a:pt x="865" y="684"/>
                    <a:pt x="865" y="684"/>
                  </a:cubicBezTo>
                  <a:cubicBezTo>
                    <a:pt x="880" y="679"/>
                    <a:pt x="880" y="679"/>
                    <a:pt x="880" y="679"/>
                  </a:cubicBezTo>
                  <a:cubicBezTo>
                    <a:pt x="897" y="677"/>
                    <a:pt x="897" y="677"/>
                    <a:pt x="897" y="677"/>
                  </a:cubicBezTo>
                  <a:cubicBezTo>
                    <a:pt x="908" y="672"/>
                    <a:pt x="908" y="672"/>
                    <a:pt x="908" y="672"/>
                  </a:cubicBezTo>
                  <a:cubicBezTo>
                    <a:pt x="909" y="672"/>
                    <a:pt x="909" y="672"/>
                    <a:pt x="909" y="672"/>
                  </a:cubicBezTo>
                  <a:cubicBezTo>
                    <a:pt x="939" y="667"/>
                    <a:pt x="939" y="667"/>
                    <a:pt x="939" y="667"/>
                  </a:cubicBezTo>
                  <a:cubicBezTo>
                    <a:pt x="944" y="662"/>
                    <a:pt x="944" y="662"/>
                    <a:pt x="944" y="662"/>
                  </a:cubicBezTo>
                  <a:cubicBezTo>
                    <a:pt x="942" y="656"/>
                    <a:pt x="942" y="656"/>
                    <a:pt x="942" y="656"/>
                  </a:cubicBezTo>
                  <a:cubicBezTo>
                    <a:pt x="937" y="647"/>
                    <a:pt x="937" y="647"/>
                    <a:pt x="937" y="647"/>
                  </a:cubicBezTo>
                  <a:cubicBezTo>
                    <a:pt x="937" y="646"/>
                    <a:pt x="937" y="646"/>
                    <a:pt x="937" y="646"/>
                  </a:cubicBezTo>
                  <a:cubicBezTo>
                    <a:pt x="936" y="645"/>
                    <a:pt x="936" y="645"/>
                    <a:pt x="936" y="645"/>
                  </a:cubicBezTo>
                  <a:cubicBezTo>
                    <a:pt x="936" y="645"/>
                    <a:pt x="936" y="645"/>
                    <a:pt x="936" y="645"/>
                  </a:cubicBezTo>
                  <a:cubicBezTo>
                    <a:pt x="937" y="634"/>
                    <a:pt x="937" y="634"/>
                    <a:pt x="937" y="634"/>
                  </a:cubicBezTo>
                  <a:cubicBezTo>
                    <a:pt x="938" y="633"/>
                    <a:pt x="938" y="633"/>
                    <a:pt x="938" y="633"/>
                  </a:cubicBezTo>
                  <a:cubicBezTo>
                    <a:pt x="938" y="619"/>
                    <a:pt x="938" y="619"/>
                    <a:pt x="938" y="619"/>
                  </a:cubicBezTo>
                  <a:cubicBezTo>
                    <a:pt x="935" y="607"/>
                    <a:pt x="935" y="607"/>
                    <a:pt x="935" y="607"/>
                  </a:cubicBezTo>
                  <a:cubicBezTo>
                    <a:pt x="935" y="606"/>
                    <a:pt x="935" y="606"/>
                    <a:pt x="935" y="606"/>
                  </a:cubicBezTo>
                  <a:cubicBezTo>
                    <a:pt x="942" y="592"/>
                    <a:pt x="942" y="592"/>
                    <a:pt x="942" y="592"/>
                  </a:cubicBezTo>
                  <a:cubicBezTo>
                    <a:pt x="945" y="586"/>
                    <a:pt x="948" y="582"/>
                    <a:pt x="953" y="582"/>
                  </a:cubicBezTo>
                  <a:cubicBezTo>
                    <a:pt x="970" y="584"/>
                    <a:pt x="970" y="584"/>
                    <a:pt x="970" y="584"/>
                  </a:cubicBezTo>
                  <a:cubicBezTo>
                    <a:pt x="973" y="584"/>
                    <a:pt x="977" y="582"/>
                    <a:pt x="980" y="580"/>
                  </a:cubicBezTo>
                  <a:cubicBezTo>
                    <a:pt x="1007" y="543"/>
                    <a:pt x="1007" y="543"/>
                    <a:pt x="1007" y="543"/>
                  </a:cubicBezTo>
                  <a:cubicBezTo>
                    <a:pt x="1007" y="542"/>
                    <a:pt x="1007" y="542"/>
                    <a:pt x="1007" y="542"/>
                  </a:cubicBezTo>
                  <a:cubicBezTo>
                    <a:pt x="1008" y="542"/>
                    <a:pt x="1008" y="542"/>
                    <a:pt x="1008" y="542"/>
                  </a:cubicBezTo>
                  <a:cubicBezTo>
                    <a:pt x="1022" y="530"/>
                    <a:pt x="1022" y="530"/>
                    <a:pt x="1022" y="530"/>
                  </a:cubicBezTo>
                  <a:cubicBezTo>
                    <a:pt x="1024" y="529"/>
                    <a:pt x="1024" y="529"/>
                    <a:pt x="1024" y="529"/>
                  </a:cubicBezTo>
                  <a:cubicBezTo>
                    <a:pt x="1029" y="527"/>
                    <a:pt x="1032" y="525"/>
                    <a:pt x="1035" y="524"/>
                  </a:cubicBezTo>
                  <a:cubicBezTo>
                    <a:pt x="1038" y="520"/>
                    <a:pt x="1038" y="520"/>
                    <a:pt x="1038" y="520"/>
                  </a:cubicBezTo>
                  <a:cubicBezTo>
                    <a:pt x="1043" y="514"/>
                    <a:pt x="1047" y="511"/>
                    <a:pt x="1050" y="511"/>
                  </a:cubicBezTo>
                  <a:cubicBezTo>
                    <a:pt x="1073" y="516"/>
                    <a:pt x="1073" y="516"/>
                    <a:pt x="1073" y="516"/>
                  </a:cubicBezTo>
                  <a:cubicBezTo>
                    <a:pt x="1093" y="507"/>
                    <a:pt x="1093" y="507"/>
                    <a:pt x="1093" y="507"/>
                  </a:cubicBezTo>
                  <a:cubicBezTo>
                    <a:pt x="1094" y="507"/>
                    <a:pt x="1094" y="507"/>
                    <a:pt x="1094" y="507"/>
                  </a:cubicBezTo>
                  <a:cubicBezTo>
                    <a:pt x="1095" y="507"/>
                    <a:pt x="1095" y="507"/>
                    <a:pt x="1095" y="507"/>
                  </a:cubicBezTo>
                  <a:cubicBezTo>
                    <a:pt x="1106" y="505"/>
                    <a:pt x="1106" y="505"/>
                    <a:pt x="1106" y="505"/>
                  </a:cubicBezTo>
                  <a:cubicBezTo>
                    <a:pt x="1116" y="501"/>
                    <a:pt x="1116" y="501"/>
                    <a:pt x="1116" y="501"/>
                  </a:cubicBezTo>
                  <a:cubicBezTo>
                    <a:pt x="1116" y="485"/>
                    <a:pt x="1116" y="485"/>
                    <a:pt x="1116" y="485"/>
                  </a:cubicBezTo>
                  <a:cubicBezTo>
                    <a:pt x="1119" y="465"/>
                    <a:pt x="1119" y="465"/>
                    <a:pt x="1119" y="465"/>
                  </a:cubicBezTo>
                  <a:cubicBezTo>
                    <a:pt x="1119" y="465"/>
                    <a:pt x="1119" y="465"/>
                    <a:pt x="1119" y="465"/>
                  </a:cubicBezTo>
                  <a:cubicBezTo>
                    <a:pt x="1119" y="464"/>
                    <a:pt x="1119" y="464"/>
                    <a:pt x="1119" y="464"/>
                  </a:cubicBezTo>
                  <a:cubicBezTo>
                    <a:pt x="1122" y="458"/>
                    <a:pt x="1122" y="458"/>
                    <a:pt x="1122" y="458"/>
                  </a:cubicBezTo>
                  <a:close/>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42" name="Freeform 8"/>
            <p:cNvSpPr/>
            <p:nvPr/>
          </p:nvSpPr>
          <p:spPr bwMode="auto">
            <a:xfrm>
              <a:off x="2085296" y="2375027"/>
              <a:ext cx="1169132" cy="990686"/>
            </a:xfrm>
            <a:custGeom>
              <a:avLst/>
              <a:gdLst>
                <a:gd name="T0" fmla="*/ 458 w 786"/>
                <a:gd name="T1" fmla="*/ 256 h 665"/>
                <a:gd name="T2" fmla="*/ 445 w 786"/>
                <a:gd name="T3" fmla="*/ 277 h 665"/>
                <a:gd name="T4" fmla="*/ 393 w 786"/>
                <a:gd name="T5" fmla="*/ 228 h 665"/>
                <a:gd name="T6" fmla="*/ 349 w 786"/>
                <a:gd name="T7" fmla="*/ 196 h 665"/>
                <a:gd name="T8" fmla="*/ 354 w 786"/>
                <a:gd name="T9" fmla="*/ 130 h 665"/>
                <a:gd name="T10" fmla="*/ 298 w 786"/>
                <a:gd name="T11" fmla="*/ 141 h 665"/>
                <a:gd name="T12" fmla="*/ 267 w 786"/>
                <a:gd name="T13" fmla="*/ 128 h 665"/>
                <a:gd name="T14" fmla="*/ 249 w 786"/>
                <a:gd name="T15" fmla="*/ 68 h 665"/>
                <a:gd name="T16" fmla="*/ 231 w 786"/>
                <a:gd name="T17" fmla="*/ 27 h 665"/>
                <a:gd name="T18" fmla="*/ 185 w 786"/>
                <a:gd name="T19" fmla="*/ 4 h 665"/>
                <a:gd name="T20" fmla="*/ 165 w 786"/>
                <a:gd name="T21" fmla="*/ 54 h 665"/>
                <a:gd name="T22" fmla="*/ 97 w 786"/>
                <a:gd name="T23" fmla="*/ 70 h 665"/>
                <a:gd name="T24" fmla="*/ 51 w 786"/>
                <a:gd name="T25" fmla="*/ 114 h 665"/>
                <a:gd name="T26" fmla="*/ 10 w 786"/>
                <a:gd name="T27" fmla="*/ 130 h 665"/>
                <a:gd name="T28" fmla="*/ 6 w 786"/>
                <a:gd name="T29" fmla="*/ 194 h 665"/>
                <a:gd name="T30" fmla="*/ 67 w 786"/>
                <a:gd name="T31" fmla="*/ 204 h 665"/>
                <a:gd name="T32" fmla="*/ 118 w 786"/>
                <a:gd name="T33" fmla="*/ 226 h 665"/>
                <a:gd name="T34" fmla="*/ 189 w 786"/>
                <a:gd name="T35" fmla="*/ 239 h 665"/>
                <a:gd name="T36" fmla="*/ 261 w 786"/>
                <a:gd name="T37" fmla="*/ 244 h 665"/>
                <a:gd name="T38" fmla="*/ 304 w 786"/>
                <a:gd name="T39" fmla="*/ 257 h 665"/>
                <a:gd name="T40" fmla="*/ 369 w 786"/>
                <a:gd name="T41" fmla="*/ 289 h 665"/>
                <a:gd name="T42" fmla="*/ 449 w 786"/>
                <a:gd name="T43" fmla="*/ 330 h 665"/>
                <a:gd name="T44" fmla="*/ 472 w 786"/>
                <a:gd name="T45" fmla="*/ 378 h 665"/>
                <a:gd name="T46" fmla="*/ 467 w 786"/>
                <a:gd name="T47" fmla="*/ 485 h 665"/>
                <a:gd name="T48" fmla="*/ 420 w 786"/>
                <a:gd name="T49" fmla="*/ 531 h 665"/>
                <a:gd name="T50" fmla="*/ 421 w 786"/>
                <a:gd name="T51" fmla="*/ 568 h 665"/>
                <a:gd name="T52" fmla="*/ 417 w 786"/>
                <a:gd name="T53" fmla="*/ 611 h 665"/>
                <a:gd name="T54" fmla="*/ 431 w 786"/>
                <a:gd name="T55" fmla="*/ 609 h 665"/>
                <a:gd name="T56" fmla="*/ 447 w 786"/>
                <a:gd name="T57" fmla="*/ 585 h 665"/>
                <a:gd name="T58" fmla="*/ 454 w 786"/>
                <a:gd name="T59" fmla="*/ 575 h 665"/>
                <a:gd name="T60" fmla="*/ 476 w 786"/>
                <a:gd name="T61" fmla="*/ 554 h 665"/>
                <a:gd name="T62" fmla="*/ 514 w 786"/>
                <a:gd name="T63" fmla="*/ 589 h 665"/>
                <a:gd name="T64" fmla="*/ 554 w 786"/>
                <a:gd name="T65" fmla="*/ 608 h 665"/>
                <a:gd name="T66" fmla="*/ 575 w 786"/>
                <a:gd name="T67" fmla="*/ 631 h 665"/>
                <a:gd name="T68" fmla="*/ 617 w 786"/>
                <a:gd name="T69" fmla="*/ 658 h 665"/>
                <a:gd name="T70" fmla="*/ 632 w 786"/>
                <a:gd name="T71" fmla="*/ 637 h 665"/>
                <a:gd name="T72" fmla="*/ 627 w 786"/>
                <a:gd name="T73" fmla="*/ 612 h 665"/>
                <a:gd name="T74" fmla="*/ 672 w 786"/>
                <a:gd name="T75" fmla="*/ 594 h 665"/>
                <a:gd name="T76" fmla="*/ 659 w 786"/>
                <a:gd name="T77" fmla="*/ 541 h 665"/>
                <a:gd name="T78" fmla="*/ 684 w 786"/>
                <a:gd name="T79" fmla="*/ 501 h 665"/>
                <a:gd name="T80" fmla="*/ 724 w 786"/>
                <a:gd name="T81" fmla="*/ 508 h 665"/>
                <a:gd name="T82" fmla="*/ 741 w 786"/>
                <a:gd name="T83" fmla="*/ 483 h 665"/>
                <a:gd name="T84" fmla="*/ 779 w 786"/>
                <a:gd name="T85" fmla="*/ 451 h 665"/>
                <a:gd name="T86" fmla="*/ 734 w 786"/>
                <a:gd name="T87" fmla="*/ 397 h 665"/>
                <a:gd name="T88" fmla="*/ 698 w 786"/>
                <a:gd name="T89" fmla="*/ 376 h 665"/>
                <a:gd name="T90" fmla="*/ 686 w 786"/>
                <a:gd name="T91" fmla="*/ 423 h 665"/>
                <a:gd name="T92" fmla="*/ 702 w 786"/>
                <a:gd name="T93" fmla="*/ 440 h 665"/>
                <a:gd name="T94" fmla="*/ 698 w 786"/>
                <a:gd name="T95" fmla="*/ 465 h 665"/>
                <a:gd name="T96" fmla="*/ 670 w 786"/>
                <a:gd name="T97" fmla="*/ 474 h 665"/>
                <a:gd name="T98" fmla="*/ 660 w 786"/>
                <a:gd name="T99" fmla="*/ 500 h 665"/>
                <a:gd name="T100" fmla="*/ 638 w 786"/>
                <a:gd name="T101" fmla="*/ 477 h 665"/>
                <a:gd name="T102" fmla="*/ 614 w 786"/>
                <a:gd name="T103" fmla="*/ 463 h 665"/>
                <a:gd name="T104" fmla="*/ 617 w 786"/>
                <a:gd name="T105" fmla="*/ 433 h 665"/>
                <a:gd name="T106" fmla="*/ 593 w 786"/>
                <a:gd name="T107" fmla="*/ 375 h 665"/>
                <a:gd name="T108" fmla="*/ 525 w 786"/>
                <a:gd name="T109" fmla="*/ 338 h 665"/>
                <a:gd name="T110" fmla="*/ 512 w 786"/>
                <a:gd name="T111" fmla="*/ 311 h 665"/>
                <a:gd name="T112" fmla="*/ 521 w 786"/>
                <a:gd name="T113" fmla="*/ 279 h 665"/>
                <a:gd name="T114" fmla="*/ 546 w 786"/>
                <a:gd name="T115" fmla="*/ 220 h 665"/>
                <a:gd name="T116" fmla="*/ 489 w 786"/>
                <a:gd name="T117" fmla="*/ 249 h 6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786" h="665">
                  <a:moveTo>
                    <a:pt x="467" y="241"/>
                  </a:moveTo>
                  <a:cubicBezTo>
                    <a:pt x="456" y="241"/>
                    <a:pt x="456" y="241"/>
                    <a:pt x="456" y="241"/>
                  </a:cubicBezTo>
                  <a:cubicBezTo>
                    <a:pt x="452" y="248"/>
                    <a:pt x="452" y="248"/>
                    <a:pt x="452" y="248"/>
                  </a:cubicBezTo>
                  <a:cubicBezTo>
                    <a:pt x="458" y="254"/>
                    <a:pt x="458" y="254"/>
                    <a:pt x="458" y="254"/>
                  </a:cubicBezTo>
                  <a:cubicBezTo>
                    <a:pt x="458" y="255"/>
                    <a:pt x="458" y="255"/>
                    <a:pt x="458" y="255"/>
                  </a:cubicBezTo>
                  <a:cubicBezTo>
                    <a:pt x="458" y="256"/>
                    <a:pt x="458" y="256"/>
                    <a:pt x="458" y="256"/>
                  </a:cubicBezTo>
                  <a:cubicBezTo>
                    <a:pt x="461" y="265"/>
                    <a:pt x="461" y="265"/>
                    <a:pt x="461" y="265"/>
                  </a:cubicBezTo>
                  <a:cubicBezTo>
                    <a:pt x="462" y="265"/>
                    <a:pt x="462" y="265"/>
                    <a:pt x="462" y="265"/>
                  </a:cubicBezTo>
                  <a:cubicBezTo>
                    <a:pt x="462" y="268"/>
                    <a:pt x="462" y="268"/>
                    <a:pt x="462" y="268"/>
                  </a:cubicBezTo>
                  <a:cubicBezTo>
                    <a:pt x="461" y="268"/>
                    <a:pt x="461" y="268"/>
                    <a:pt x="461" y="268"/>
                  </a:cubicBezTo>
                  <a:cubicBezTo>
                    <a:pt x="445" y="276"/>
                    <a:pt x="445" y="276"/>
                    <a:pt x="445" y="276"/>
                  </a:cubicBezTo>
                  <a:cubicBezTo>
                    <a:pt x="445" y="277"/>
                    <a:pt x="445" y="277"/>
                    <a:pt x="445" y="277"/>
                  </a:cubicBezTo>
                  <a:cubicBezTo>
                    <a:pt x="444" y="277"/>
                    <a:pt x="444" y="277"/>
                    <a:pt x="444" y="277"/>
                  </a:cubicBezTo>
                  <a:cubicBezTo>
                    <a:pt x="443" y="277"/>
                    <a:pt x="443" y="277"/>
                    <a:pt x="443" y="277"/>
                  </a:cubicBezTo>
                  <a:cubicBezTo>
                    <a:pt x="432" y="275"/>
                    <a:pt x="425" y="272"/>
                    <a:pt x="423" y="267"/>
                  </a:cubicBezTo>
                  <a:cubicBezTo>
                    <a:pt x="419" y="259"/>
                    <a:pt x="419" y="259"/>
                    <a:pt x="419" y="259"/>
                  </a:cubicBezTo>
                  <a:cubicBezTo>
                    <a:pt x="398" y="254"/>
                    <a:pt x="398" y="254"/>
                    <a:pt x="398" y="254"/>
                  </a:cubicBezTo>
                  <a:cubicBezTo>
                    <a:pt x="393" y="228"/>
                    <a:pt x="393" y="228"/>
                    <a:pt x="393" y="228"/>
                  </a:cubicBezTo>
                  <a:cubicBezTo>
                    <a:pt x="389" y="228"/>
                    <a:pt x="385" y="225"/>
                    <a:pt x="383" y="223"/>
                  </a:cubicBezTo>
                  <a:cubicBezTo>
                    <a:pt x="383" y="221"/>
                    <a:pt x="383" y="221"/>
                    <a:pt x="383" y="221"/>
                  </a:cubicBezTo>
                  <a:cubicBezTo>
                    <a:pt x="379" y="217"/>
                    <a:pt x="376" y="214"/>
                    <a:pt x="372" y="213"/>
                  </a:cubicBezTo>
                  <a:cubicBezTo>
                    <a:pt x="367" y="211"/>
                    <a:pt x="362" y="207"/>
                    <a:pt x="358" y="201"/>
                  </a:cubicBezTo>
                  <a:cubicBezTo>
                    <a:pt x="349" y="196"/>
                    <a:pt x="349" y="196"/>
                    <a:pt x="349" y="196"/>
                  </a:cubicBezTo>
                  <a:cubicBezTo>
                    <a:pt x="349" y="196"/>
                    <a:pt x="349" y="196"/>
                    <a:pt x="349" y="196"/>
                  </a:cubicBezTo>
                  <a:cubicBezTo>
                    <a:pt x="338" y="185"/>
                    <a:pt x="338" y="185"/>
                    <a:pt x="338" y="185"/>
                  </a:cubicBezTo>
                  <a:cubicBezTo>
                    <a:pt x="335" y="175"/>
                    <a:pt x="335" y="175"/>
                    <a:pt x="335" y="175"/>
                  </a:cubicBezTo>
                  <a:cubicBezTo>
                    <a:pt x="335" y="174"/>
                    <a:pt x="335" y="174"/>
                    <a:pt x="335" y="174"/>
                  </a:cubicBezTo>
                  <a:cubicBezTo>
                    <a:pt x="357" y="144"/>
                    <a:pt x="357" y="144"/>
                    <a:pt x="357" y="144"/>
                  </a:cubicBezTo>
                  <a:cubicBezTo>
                    <a:pt x="358" y="142"/>
                    <a:pt x="358" y="141"/>
                    <a:pt x="358" y="140"/>
                  </a:cubicBezTo>
                  <a:cubicBezTo>
                    <a:pt x="354" y="130"/>
                    <a:pt x="354" y="130"/>
                    <a:pt x="354" y="130"/>
                  </a:cubicBezTo>
                  <a:cubicBezTo>
                    <a:pt x="342" y="135"/>
                    <a:pt x="342" y="135"/>
                    <a:pt x="342" y="135"/>
                  </a:cubicBezTo>
                  <a:cubicBezTo>
                    <a:pt x="341" y="135"/>
                    <a:pt x="341" y="135"/>
                    <a:pt x="341" y="135"/>
                  </a:cubicBezTo>
                  <a:cubicBezTo>
                    <a:pt x="341" y="136"/>
                    <a:pt x="341" y="136"/>
                    <a:pt x="341" y="136"/>
                  </a:cubicBezTo>
                  <a:cubicBezTo>
                    <a:pt x="341" y="136"/>
                    <a:pt x="341" y="136"/>
                    <a:pt x="341" y="136"/>
                  </a:cubicBezTo>
                  <a:cubicBezTo>
                    <a:pt x="310" y="138"/>
                    <a:pt x="310" y="138"/>
                    <a:pt x="310" y="138"/>
                  </a:cubicBezTo>
                  <a:cubicBezTo>
                    <a:pt x="298" y="141"/>
                    <a:pt x="298" y="141"/>
                    <a:pt x="298" y="141"/>
                  </a:cubicBezTo>
                  <a:cubicBezTo>
                    <a:pt x="294" y="145"/>
                    <a:pt x="294" y="145"/>
                    <a:pt x="294" y="145"/>
                  </a:cubicBezTo>
                  <a:cubicBezTo>
                    <a:pt x="292" y="149"/>
                    <a:pt x="292" y="149"/>
                    <a:pt x="292" y="149"/>
                  </a:cubicBezTo>
                  <a:cubicBezTo>
                    <a:pt x="289" y="152"/>
                    <a:pt x="285" y="154"/>
                    <a:pt x="279" y="153"/>
                  </a:cubicBezTo>
                  <a:cubicBezTo>
                    <a:pt x="278" y="152"/>
                    <a:pt x="278" y="152"/>
                    <a:pt x="278" y="152"/>
                  </a:cubicBezTo>
                  <a:cubicBezTo>
                    <a:pt x="268" y="145"/>
                    <a:pt x="268" y="145"/>
                    <a:pt x="268" y="145"/>
                  </a:cubicBezTo>
                  <a:cubicBezTo>
                    <a:pt x="267" y="128"/>
                    <a:pt x="267" y="128"/>
                    <a:pt x="267" y="128"/>
                  </a:cubicBezTo>
                  <a:cubicBezTo>
                    <a:pt x="262" y="123"/>
                    <a:pt x="258" y="119"/>
                    <a:pt x="257" y="116"/>
                  </a:cubicBezTo>
                  <a:cubicBezTo>
                    <a:pt x="254" y="101"/>
                    <a:pt x="254" y="101"/>
                    <a:pt x="254" y="101"/>
                  </a:cubicBezTo>
                  <a:cubicBezTo>
                    <a:pt x="247" y="92"/>
                    <a:pt x="247" y="92"/>
                    <a:pt x="247" y="92"/>
                  </a:cubicBezTo>
                  <a:cubicBezTo>
                    <a:pt x="240" y="86"/>
                    <a:pt x="240" y="86"/>
                    <a:pt x="240" y="86"/>
                  </a:cubicBezTo>
                  <a:cubicBezTo>
                    <a:pt x="236" y="84"/>
                    <a:pt x="236" y="84"/>
                    <a:pt x="236" y="84"/>
                  </a:cubicBezTo>
                  <a:cubicBezTo>
                    <a:pt x="249" y="68"/>
                    <a:pt x="249" y="68"/>
                    <a:pt x="249" y="68"/>
                  </a:cubicBezTo>
                  <a:cubicBezTo>
                    <a:pt x="252" y="59"/>
                    <a:pt x="252" y="59"/>
                    <a:pt x="252" y="59"/>
                  </a:cubicBezTo>
                  <a:cubicBezTo>
                    <a:pt x="238" y="42"/>
                    <a:pt x="238" y="42"/>
                    <a:pt x="238" y="42"/>
                  </a:cubicBezTo>
                  <a:cubicBezTo>
                    <a:pt x="237" y="42"/>
                    <a:pt x="237" y="42"/>
                    <a:pt x="237" y="42"/>
                  </a:cubicBezTo>
                  <a:cubicBezTo>
                    <a:pt x="237" y="41"/>
                    <a:pt x="237" y="41"/>
                    <a:pt x="237" y="41"/>
                  </a:cubicBezTo>
                  <a:cubicBezTo>
                    <a:pt x="231" y="28"/>
                    <a:pt x="231" y="28"/>
                    <a:pt x="231" y="28"/>
                  </a:cubicBezTo>
                  <a:cubicBezTo>
                    <a:pt x="231" y="27"/>
                    <a:pt x="231" y="27"/>
                    <a:pt x="231" y="27"/>
                  </a:cubicBezTo>
                  <a:cubicBezTo>
                    <a:pt x="229" y="20"/>
                    <a:pt x="229" y="20"/>
                    <a:pt x="229" y="20"/>
                  </a:cubicBezTo>
                  <a:cubicBezTo>
                    <a:pt x="221" y="13"/>
                    <a:pt x="221" y="13"/>
                    <a:pt x="221" y="13"/>
                  </a:cubicBezTo>
                  <a:cubicBezTo>
                    <a:pt x="221" y="12"/>
                    <a:pt x="221" y="12"/>
                    <a:pt x="221" y="12"/>
                  </a:cubicBezTo>
                  <a:cubicBezTo>
                    <a:pt x="211" y="2"/>
                    <a:pt x="211" y="2"/>
                    <a:pt x="211" y="2"/>
                  </a:cubicBezTo>
                  <a:cubicBezTo>
                    <a:pt x="198" y="0"/>
                    <a:pt x="198" y="0"/>
                    <a:pt x="198" y="0"/>
                  </a:cubicBezTo>
                  <a:cubicBezTo>
                    <a:pt x="185" y="4"/>
                    <a:pt x="185" y="4"/>
                    <a:pt x="185" y="4"/>
                  </a:cubicBezTo>
                  <a:cubicBezTo>
                    <a:pt x="183" y="7"/>
                    <a:pt x="183" y="7"/>
                    <a:pt x="183" y="7"/>
                  </a:cubicBezTo>
                  <a:cubicBezTo>
                    <a:pt x="181" y="26"/>
                    <a:pt x="181" y="26"/>
                    <a:pt x="181" y="26"/>
                  </a:cubicBezTo>
                  <a:cubicBezTo>
                    <a:pt x="181" y="48"/>
                    <a:pt x="181" y="48"/>
                    <a:pt x="181" y="48"/>
                  </a:cubicBezTo>
                  <a:cubicBezTo>
                    <a:pt x="178" y="48"/>
                    <a:pt x="178" y="48"/>
                    <a:pt x="178" y="48"/>
                  </a:cubicBezTo>
                  <a:cubicBezTo>
                    <a:pt x="165" y="53"/>
                    <a:pt x="165" y="53"/>
                    <a:pt x="165" y="53"/>
                  </a:cubicBezTo>
                  <a:cubicBezTo>
                    <a:pt x="165" y="54"/>
                    <a:pt x="165" y="54"/>
                    <a:pt x="165" y="54"/>
                  </a:cubicBezTo>
                  <a:cubicBezTo>
                    <a:pt x="153" y="54"/>
                    <a:pt x="153" y="54"/>
                    <a:pt x="153" y="54"/>
                  </a:cubicBezTo>
                  <a:cubicBezTo>
                    <a:pt x="147" y="58"/>
                    <a:pt x="140" y="61"/>
                    <a:pt x="132" y="64"/>
                  </a:cubicBezTo>
                  <a:cubicBezTo>
                    <a:pt x="131" y="65"/>
                    <a:pt x="131" y="65"/>
                    <a:pt x="131" y="65"/>
                  </a:cubicBezTo>
                  <a:cubicBezTo>
                    <a:pt x="130" y="65"/>
                    <a:pt x="130" y="65"/>
                    <a:pt x="130" y="65"/>
                  </a:cubicBezTo>
                  <a:cubicBezTo>
                    <a:pt x="107" y="59"/>
                    <a:pt x="107" y="59"/>
                    <a:pt x="107" y="59"/>
                  </a:cubicBezTo>
                  <a:cubicBezTo>
                    <a:pt x="97" y="70"/>
                    <a:pt x="97" y="70"/>
                    <a:pt x="97" y="70"/>
                  </a:cubicBezTo>
                  <a:cubicBezTo>
                    <a:pt x="95" y="72"/>
                    <a:pt x="90" y="75"/>
                    <a:pt x="84" y="77"/>
                  </a:cubicBezTo>
                  <a:cubicBezTo>
                    <a:pt x="69" y="88"/>
                    <a:pt x="69" y="88"/>
                    <a:pt x="69" y="88"/>
                  </a:cubicBezTo>
                  <a:cubicBezTo>
                    <a:pt x="62" y="100"/>
                    <a:pt x="62" y="100"/>
                    <a:pt x="62" y="100"/>
                  </a:cubicBezTo>
                  <a:cubicBezTo>
                    <a:pt x="62" y="101"/>
                    <a:pt x="62" y="101"/>
                    <a:pt x="62" y="101"/>
                  </a:cubicBezTo>
                  <a:cubicBezTo>
                    <a:pt x="61" y="101"/>
                    <a:pt x="61" y="101"/>
                    <a:pt x="61" y="101"/>
                  </a:cubicBezTo>
                  <a:cubicBezTo>
                    <a:pt x="57" y="108"/>
                    <a:pt x="54" y="112"/>
                    <a:pt x="51" y="114"/>
                  </a:cubicBezTo>
                  <a:cubicBezTo>
                    <a:pt x="43" y="125"/>
                    <a:pt x="43" y="125"/>
                    <a:pt x="43" y="125"/>
                  </a:cubicBezTo>
                  <a:cubicBezTo>
                    <a:pt x="43" y="126"/>
                    <a:pt x="43" y="126"/>
                    <a:pt x="43" y="126"/>
                  </a:cubicBezTo>
                  <a:cubicBezTo>
                    <a:pt x="42" y="126"/>
                    <a:pt x="42" y="126"/>
                    <a:pt x="42" y="126"/>
                  </a:cubicBezTo>
                  <a:cubicBezTo>
                    <a:pt x="37" y="130"/>
                    <a:pt x="37" y="130"/>
                    <a:pt x="37" y="130"/>
                  </a:cubicBezTo>
                  <a:cubicBezTo>
                    <a:pt x="34" y="131"/>
                    <a:pt x="30" y="132"/>
                    <a:pt x="27" y="132"/>
                  </a:cubicBezTo>
                  <a:cubicBezTo>
                    <a:pt x="10" y="130"/>
                    <a:pt x="10" y="130"/>
                    <a:pt x="10" y="130"/>
                  </a:cubicBezTo>
                  <a:cubicBezTo>
                    <a:pt x="6" y="137"/>
                    <a:pt x="6" y="137"/>
                    <a:pt x="6" y="137"/>
                  </a:cubicBezTo>
                  <a:cubicBezTo>
                    <a:pt x="0" y="148"/>
                    <a:pt x="0" y="148"/>
                    <a:pt x="0" y="148"/>
                  </a:cubicBezTo>
                  <a:cubicBezTo>
                    <a:pt x="3" y="159"/>
                    <a:pt x="3" y="159"/>
                    <a:pt x="3" y="159"/>
                  </a:cubicBezTo>
                  <a:cubicBezTo>
                    <a:pt x="1" y="186"/>
                    <a:pt x="1" y="186"/>
                    <a:pt x="1" y="186"/>
                  </a:cubicBezTo>
                  <a:cubicBezTo>
                    <a:pt x="6" y="194"/>
                    <a:pt x="6" y="194"/>
                    <a:pt x="6" y="194"/>
                  </a:cubicBezTo>
                  <a:cubicBezTo>
                    <a:pt x="6" y="194"/>
                    <a:pt x="6" y="194"/>
                    <a:pt x="6" y="194"/>
                  </a:cubicBezTo>
                  <a:cubicBezTo>
                    <a:pt x="8" y="201"/>
                    <a:pt x="8" y="201"/>
                    <a:pt x="8" y="201"/>
                  </a:cubicBezTo>
                  <a:cubicBezTo>
                    <a:pt x="18" y="201"/>
                    <a:pt x="18" y="201"/>
                    <a:pt x="18" y="201"/>
                  </a:cubicBezTo>
                  <a:cubicBezTo>
                    <a:pt x="34" y="204"/>
                    <a:pt x="34" y="204"/>
                    <a:pt x="34" y="204"/>
                  </a:cubicBezTo>
                  <a:cubicBezTo>
                    <a:pt x="56" y="205"/>
                    <a:pt x="56" y="205"/>
                    <a:pt x="56" y="205"/>
                  </a:cubicBezTo>
                  <a:cubicBezTo>
                    <a:pt x="65" y="204"/>
                    <a:pt x="65" y="204"/>
                    <a:pt x="65" y="204"/>
                  </a:cubicBezTo>
                  <a:cubicBezTo>
                    <a:pt x="67" y="204"/>
                    <a:pt x="67" y="204"/>
                    <a:pt x="67" y="204"/>
                  </a:cubicBezTo>
                  <a:cubicBezTo>
                    <a:pt x="67" y="204"/>
                    <a:pt x="67" y="204"/>
                    <a:pt x="67" y="204"/>
                  </a:cubicBezTo>
                  <a:cubicBezTo>
                    <a:pt x="86" y="211"/>
                    <a:pt x="86" y="211"/>
                    <a:pt x="86" y="211"/>
                  </a:cubicBezTo>
                  <a:cubicBezTo>
                    <a:pt x="87" y="211"/>
                    <a:pt x="87" y="211"/>
                    <a:pt x="87" y="211"/>
                  </a:cubicBezTo>
                  <a:cubicBezTo>
                    <a:pt x="96" y="219"/>
                    <a:pt x="96" y="219"/>
                    <a:pt x="96" y="219"/>
                  </a:cubicBezTo>
                  <a:cubicBezTo>
                    <a:pt x="117" y="226"/>
                    <a:pt x="117" y="226"/>
                    <a:pt x="117" y="226"/>
                  </a:cubicBezTo>
                  <a:cubicBezTo>
                    <a:pt x="118" y="226"/>
                    <a:pt x="118" y="226"/>
                    <a:pt x="118" y="226"/>
                  </a:cubicBezTo>
                  <a:cubicBezTo>
                    <a:pt x="132" y="234"/>
                    <a:pt x="132" y="234"/>
                    <a:pt x="132" y="234"/>
                  </a:cubicBezTo>
                  <a:cubicBezTo>
                    <a:pt x="165" y="265"/>
                    <a:pt x="165" y="265"/>
                    <a:pt x="165" y="265"/>
                  </a:cubicBezTo>
                  <a:cubicBezTo>
                    <a:pt x="181" y="272"/>
                    <a:pt x="181" y="272"/>
                    <a:pt x="181" y="272"/>
                  </a:cubicBezTo>
                  <a:cubicBezTo>
                    <a:pt x="187" y="270"/>
                    <a:pt x="187" y="270"/>
                    <a:pt x="187" y="270"/>
                  </a:cubicBezTo>
                  <a:cubicBezTo>
                    <a:pt x="193" y="258"/>
                    <a:pt x="193" y="258"/>
                    <a:pt x="193" y="258"/>
                  </a:cubicBezTo>
                  <a:cubicBezTo>
                    <a:pt x="189" y="239"/>
                    <a:pt x="189" y="239"/>
                    <a:pt x="189" y="239"/>
                  </a:cubicBezTo>
                  <a:cubicBezTo>
                    <a:pt x="189" y="234"/>
                    <a:pt x="194" y="230"/>
                    <a:pt x="202" y="227"/>
                  </a:cubicBezTo>
                  <a:cubicBezTo>
                    <a:pt x="203" y="226"/>
                    <a:pt x="203" y="226"/>
                    <a:pt x="203" y="226"/>
                  </a:cubicBezTo>
                  <a:cubicBezTo>
                    <a:pt x="245" y="251"/>
                    <a:pt x="245" y="251"/>
                    <a:pt x="245" y="251"/>
                  </a:cubicBezTo>
                  <a:cubicBezTo>
                    <a:pt x="250" y="250"/>
                    <a:pt x="250" y="250"/>
                    <a:pt x="250" y="250"/>
                  </a:cubicBezTo>
                  <a:cubicBezTo>
                    <a:pt x="260" y="244"/>
                    <a:pt x="260" y="244"/>
                    <a:pt x="260" y="244"/>
                  </a:cubicBezTo>
                  <a:cubicBezTo>
                    <a:pt x="261" y="244"/>
                    <a:pt x="261" y="244"/>
                    <a:pt x="261" y="244"/>
                  </a:cubicBezTo>
                  <a:cubicBezTo>
                    <a:pt x="267" y="245"/>
                    <a:pt x="267" y="245"/>
                    <a:pt x="267" y="245"/>
                  </a:cubicBezTo>
                  <a:cubicBezTo>
                    <a:pt x="275" y="238"/>
                    <a:pt x="275" y="238"/>
                    <a:pt x="275" y="238"/>
                  </a:cubicBezTo>
                  <a:cubicBezTo>
                    <a:pt x="276" y="237"/>
                    <a:pt x="276" y="237"/>
                    <a:pt x="276" y="237"/>
                  </a:cubicBezTo>
                  <a:cubicBezTo>
                    <a:pt x="278" y="239"/>
                    <a:pt x="278" y="239"/>
                    <a:pt x="278" y="239"/>
                  </a:cubicBezTo>
                  <a:cubicBezTo>
                    <a:pt x="303" y="256"/>
                    <a:pt x="303" y="256"/>
                    <a:pt x="303" y="256"/>
                  </a:cubicBezTo>
                  <a:cubicBezTo>
                    <a:pt x="304" y="257"/>
                    <a:pt x="304" y="257"/>
                    <a:pt x="304" y="257"/>
                  </a:cubicBezTo>
                  <a:cubicBezTo>
                    <a:pt x="320" y="270"/>
                    <a:pt x="320" y="270"/>
                    <a:pt x="320" y="270"/>
                  </a:cubicBezTo>
                  <a:cubicBezTo>
                    <a:pt x="324" y="272"/>
                    <a:pt x="329" y="277"/>
                    <a:pt x="334" y="284"/>
                  </a:cubicBezTo>
                  <a:cubicBezTo>
                    <a:pt x="342" y="292"/>
                    <a:pt x="342" y="292"/>
                    <a:pt x="342" y="292"/>
                  </a:cubicBezTo>
                  <a:cubicBezTo>
                    <a:pt x="348" y="292"/>
                    <a:pt x="348" y="292"/>
                    <a:pt x="348" y="292"/>
                  </a:cubicBezTo>
                  <a:cubicBezTo>
                    <a:pt x="355" y="279"/>
                    <a:pt x="355" y="279"/>
                    <a:pt x="355" y="279"/>
                  </a:cubicBezTo>
                  <a:cubicBezTo>
                    <a:pt x="369" y="289"/>
                    <a:pt x="369" y="289"/>
                    <a:pt x="369" y="289"/>
                  </a:cubicBezTo>
                  <a:cubicBezTo>
                    <a:pt x="370" y="289"/>
                    <a:pt x="370" y="289"/>
                    <a:pt x="370" y="289"/>
                  </a:cubicBezTo>
                  <a:cubicBezTo>
                    <a:pt x="371" y="289"/>
                    <a:pt x="371" y="289"/>
                    <a:pt x="371" y="289"/>
                  </a:cubicBezTo>
                  <a:cubicBezTo>
                    <a:pt x="383" y="303"/>
                    <a:pt x="383" y="303"/>
                    <a:pt x="383" y="303"/>
                  </a:cubicBezTo>
                  <a:cubicBezTo>
                    <a:pt x="414" y="327"/>
                    <a:pt x="414" y="327"/>
                    <a:pt x="414" y="327"/>
                  </a:cubicBezTo>
                  <a:cubicBezTo>
                    <a:pt x="423" y="337"/>
                    <a:pt x="423" y="337"/>
                    <a:pt x="423" y="337"/>
                  </a:cubicBezTo>
                  <a:cubicBezTo>
                    <a:pt x="449" y="330"/>
                    <a:pt x="449" y="330"/>
                    <a:pt x="449" y="330"/>
                  </a:cubicBezTo>
                  <a:cubicBezTo>
                    <a:pt x="451" y="350"/>
                    <a:pt x="451" y="350"/>
                    <a:pt x="451" y="350"/>
                  </a:cubicBezTo>
                  <a:cubicBezTo>
                    <a:pt x="463" y="361"/>
                    <a:pt x="463" y="361"/>
                    <a:pt x="463" y="361"/>
                  </a:cubicBezTo>
                  <a:cubicBezTo>
                    <a:pt x="463" y="362"/>
                    <a:pt x="463" y="362"/>
                    <a:pt x="463" y="362"/>
                  </a:cubicBezTo>
                  <a:cubicBezTo>
                    <a:pt x="472" y="377"/>
                    <a:pt x="472" y="377"/>
                    <a:pt x="472" y="377"/>
                  </a:cubicBezTo>
                  <a:cubicBezTo>
                    <a:pt x="472" y="377"/>
                    <a:pt x="472" y="377"/>
                    <a:pt x="472" y="377"/>
                  </a:cubicBezTo>
                  <a:cubicBezTo>
                    <a:pt x="472" y="378"/>
                    <a:pt x="472" y="378"/>
                    <a:pt x="472" y="378"/>
                  </a:cubicBezTo>
                  <a:cubicBezTo>
                    <a:pt x="472" y="379"/>
                    <a:pt x="472" y="379"/>
                    <a:pt x="472" y="379"/>
                  </a:cubicBezTo>
                  <a:cubicBezTo>
                    <a:pt x="483" y="426"/>
                    <a:pt x="483" y="426"/>
                    <a:pt x="483" y="426"/>
                  </a:cubicBezTo>
                  <a:cubicBezTo>
                    <a:pt x="493" y="445"/>
                    <a:pt x="493" y="445"/>
                    <a:pt x="493" y="445"/>
                  </a:cubicBezTo>
                  <a:cubicBezTo>
                    <a:pt x="479" y="481"/>
                    <a:pt x="479" y="481"/>
                    <a:pt x="479" y="481"/>
                  </a:cubicBezTo>
                  <a:cubicBezTo>
                    <a:pt x="479" y="483"/>
                    <a:pt x="479" y="483"/>
                    <a:pt x="479" y="483"/>
                  </a:cubicBezTo>
                  <a:cubicBezTo>
                    <a:pt x="467" y="485"/>
                    <a:pt x="467" y="485"/>
                    <a:pt x="467" y="485"/>
                  </a:cubicBezTo>
                  <a:cubicBezTo>
                    <a:pt x="467" y="496"/>
                    <a:pt x="467" y="496"/>
                    <a:pt x="467" y="496"/>
                  </a:cubicBezTo>
                  <a:cubicBezTo>
                    <a:pt x="467" y="497"/>
                    <a:pt x="467" y="497"/>
                    <a:pt x="467" y="497"/>
                  </a:cubicBezTo>
                  <a:cubicBezTo>
                    <a:pt x="455" y="516"/>
                    <a:pt x="455" y="516"/>
                    <a:pt x="455" y="516"/>
                  </a:cubicBezTo>
                  <a:cubicBezTo>
                    <a:pt x="454" y="516"/>
                    <a:pt x="454" y="516"/>
                    <a:pt x="454" y="516"/>
                  </a:cubicBezTo>
                  <a:cubicBezTo>
                    <a:pt x="437" y="517"/>
                    <a:pt x="437" y="517"/>
                    <a:pt x="437" y="517"/>
                  </a:cubicBezTo>
                  <a:cubicBezTo>
                    <a:pt x="420" y="531"/>
                    <a:pt x="420" y="531"/>
                    <a:pt x="420" y="531"/>
                  </a:cubicBezTo>
                  <a:cubicBezTo>
                    <a:pt x="423" y="533"/>
                    <a:pt x="425" y="534"/>
                    <a:pt x="430" y="536"/>
                  </a:cubicBezTo>
                  <a:cubicBezTo>
                    <a:pt x="437" y="539"/>
                    <a:pt x="438" y="544"/>
                    <a:pt x="434" y="554"/>
                  </a:cubicBezTo>
                  <a:cubicBezTo>
                    <a:pt x="434" y="554"/>
                    <a:pt x="434" y="554"/>
                    <a:pt x="434" y="554"/>
                  </a:cubicBezTo>
                  <a:cubicBezTo>
                    <a:pt x="423" y="566"/>
                    <a:pt x="423" y="566"/>
                    <a:pt x="423" y="566"/>
                  </a:cubicBezTo>
                  <a:cubicBezTo>
                    <a:pt x="422" y="566"/>
                    <a:pt x="422" y="566"/>
                    <a:pt x="422" y="566"/>
                  </a:cubicBezTo>
                  <a:cubicBezTo>
                    <a:pt x="421" y="568"/>
                    <a:pt x="421" y="568"/>
                    <a:pt x="421" y="568"/>
                  </a:cubicBezTo>
                  <a:cubicBezTo>
                    <a:pt x="420" y="568"/>
                    <a:pt x="420" y="568"/>
                    <a:pt x="420" y="568"/>
                  </a:cubicBezTo>
                  <a:cubicBezTo>
                    <a:pt x="420" y="568"/>
                    <a:pt x="420" y="568"/>
                    <a:pt x="420" y="568"/>
                  </a:cubicBezTo>
                  <a:cubicBezTo>
                    <a:pt x="387" y="563"/>
                    <a:pt x="387" y="563"/>
                    <a:pt x="387" y="563"/>
                  </a:cubicBezTo>
                  <a:cubicBezTo>
                    <a:pt x="386" y="574"/>
                    <a:pt x="386" y="574"/>
                    <a:pt x="386" y="574"/>
                  </a:cubicBezTo>
                  <a:cubicBezTo>
                    <a:pt x="389" y="599"/>
                    <a:pt x="389" y="599"/>
                    <a:pt x="389" y="599"/>
                  </a:cubicBezTo>
                  <a:cubicBezTo>
                    <a:pt x="417" y="611"/>
                    <a:pt x="417" y="611"/>
                    <a:pt x="417" y="611"/>
                  </a:cubicBezTo>
                  <a:cubicBezTo>
                    <a:pt x="417" y="612"/>
                    <a:pt x="417" y="612"/>
                    <a:pt x="417" y="612"/>
                  </a:cubicBezTo>
                  <a:cubicBezTo>
                    <a:pt x="427" y="609"/>
                    <a:pt x="427" y="609"/>
                    <a:pt x="427" y="609"/>
                  </a:cubicBezTo>
                  <a:cubicBezTo>
                    <a:pt x="428" y="608"/>
                    <a:pt x="428" y="608"/>
                    <a:pt x="428" y="608"/>
                  </a:cubicBezTo>
                  <a:cubicBezTo>
                    <a:pt x="429" y="608"/>
                    <a:pt x="429" y="608"/>
                    <a:pt x="429" y="608"/>
                  </a:cubicBezTo>
                  <a:cubicBezTo>
                    <a:pt x="430" y="609"/>
                    <a:pt x="430" y="609"/>
                    <a:pt x="430" y="609"/>
                  </a:cubicBezTo>
                  <a:cubicBezTo>
                    <a:pt x="431" y="609"/>
                    <a:pt x="431" y="609"/>
                    <a:pt x="431" y="609"/>
                  </a:cubicBezTo>
                  <a:cubicBezTo>
                    <a:pt x="438" y="613"/>
                    <a:pt x="438" y="613"/>
                    <a:pt x="438" y="613"/>
                  </a:cubicBezTo>
                  <a:cubicBezTo>
                    <a:pt x="450" y="613"/>
                    <a:pt x="450" y="613"/>
                    <a:pt x="450" y="613"/>
                  </a:cubicBezTo>
                  <a:cubicBezTo>
                    <a:pt x="454" y="612"/>
                    <a:pt x="454" y="612"/>
                    <a:pt x="454" y="612"/>
                  </a:cubicBezTo>
                  <a:cubicBezTo>
                    <a:pt x="450" y="599"/>
                    <a:pt x="450" y="599"/>
                    <a:pt x="450" y="599"/>
                  </a:cubicBezTo>
                  <a:cubicBezTo>
                    <a:pt x="447" y="585"/>
                    <a:pt x="447" y="585"/>
                    <a:pt x="447" y="585"/>
                  </a:cubicBezTo>
                  <a:cubicBezTo>
                    <a:pt x="447" y="585"/>
                    <a:pt x="447" y="585"/>
                    <a:pt x="447" y="585"/>
                  </a:cubicBezTo>
                  <a:cubicBezTo>
                    <a:pt x="447" y="583"/>
                    <a:pt x="447" y="583"/>
                    <a:pt x="447" y="583"/>
                  </a:cubicBezTo>
                  <a:cubicBezTo>
                    <a:pt x="448" y="583"/>
                    <a:pt x="448" y="583"/>
                    <a:pt x="448" y="583"/>
                  </a:cubicBezTo>
                  <a:cubicBezTo>
                    <a:pt x="448" y="582"/>
                    <a:pt x="448" y="582"/>
                    <a:pt x="448" y="582"/>
                  </a:cubicBezTo>
                  <a:cubicBezTo>
                    <a:pt x="452" y="577"/>
                    <a:pt x="452" y="577"/>
                    <a:pt x="452" y="577"/>
                  </a:cubicBezTo>
                  <a:cubicBezTo>
                    <a:pt x="454" y="576"/>
                    <a:pt x="454" y="576"/>
                    <a:pt x="454" y="576"/>
                  </a:cubicBezTo>
                  <a:cubicBezTo>
                    <a:pt x="454" y="575"/>
                    <a:pt x="454" y="575"/>
                    <a:pt x="454" y="575"/>
                  </a:cubicBezTo>
                  <a:cubicBezTo>
                    <a:pt x="462" y="565"/>
                    <a:pt x="462" y="565"/>
                    <a:pt x="462" y="565"/>
                  </a:cubicBezTo>
                  <a:cubicBezTo>
                    <a:pt x="463" y="564"/>
                    <a:pt x="463" y="564"/>
                    <a:pt x="463" y="564"/>
                  </a:cubicBezTo>
                  <a:cubicBezTo>
                    <a:pt x="475" y="554"/>
                    <a:pt x="475" y="554"/>
                    <a:pt x="475" y="554"/>
                  </a:cubicBezTo>
                  <a:cubicBezTo>
                    <a:pt x="476" y="554"/>
                    <a:pt x="476" y="554"/>
                    <a:pt x="476" y="554"/>
                  </a:cubicBezTo>
                  <a:cubicBezTo>
                    <a:pt x="476" y="554"/>
                    <a:pt x="476" y="554"/>
                    <a:pt x="476" y="554"/>
                  </a:cubicBezTo>
                  <a:cubicBezTo>
                    <a:pt x="476" y="554"/>
                    <a:pt x="476" y="554"/>
                    <a:pt x="476" y="554"/>
                  </a:cubicBezTo>
                  <a:cubicBezTo>
                    <a:pt x="492" y="552"/>
                    <a:pt x="492" y="552"/>
                    <a:pt x="492" y="552"/>
                  </a:cubicBezTo>
                  <a:cubicBezTo>
                    <a:pt x="492" y="556"/>
                    <a:pt x="492" y="556"/>
                    <a:pt x="492" y="556"/>
                  </a:cubicBezTo>
                  <a:cubicBezTo>
                    <a:pt x="492" y="561"/>
                    <a:pt x="492" y="564"/>
                    <a:pt x="493" y="566"/>
                  </a:cubicBezTo>
                  <a:cubicBezTo>
                    <a:pt x="496" y="572"/>
                    <a:pt x="496" y="572"/>
                    <a:pt x="496" y="572"/>
                  </a:cubicBezTo>
                  <a:cubicBezTo>
                    <a:pt x="500" y="581"/>
                    <a:pt x="500" y="581"/>
                    <a:pt x="500" y="581"/>
                  </a:cubicBezTo>
                  <a:cubicBezTo>
                    <a:pt x="514" y="589"/>
                    <a:pt x="514" y="589"/>
                    <a:pt x="514" y="589"/>
                  </a:cubicBezTo>
                  <a:cubicBezTo>
                    <a:pt x="552" y="592"/>
                    <a:pt x="552" y="592"/>
                    <a:pt x="552" y="592"/>
                  </a:cubicBezTo>
                  <a:cubicBezTo>
                    <a:pt x="553" y="592"/>
                    <a:pt x="553" y="592"/>
                    <a:pt x="553" y="592"/>
                  </a:cubicBezTo>
                  <a:cubicBezTo>
                    <a:pt x="555" y="592"/>
                    <a:pt x="555" y="592"/>
                    <a:pt x="555" y="592"/>
                  </a:cubicBezTo>
                  <a:cubicBezTo>
                    <a:pt x="555" y="594"/>
                    <a:pt x="555" y="594"/>
                    <a:pt x="555" y="594"/>
                  </a:cubicBezTo>
                  <a:cubicBezTo>
                    <a:pt x="555" y="596"/>
                    <a:pt x="555" y="596"/>
                    <a:pt x="555" y="596"/>
                  </a:cubicBezTo>
                  <a:cubicBezTo>
                    <a:pt x="554" y="608"/>
                    <a:pt x="554" y="608"/>
                    <a:pt x="554" y="608"/>
                  </a:cubicBezTo>
                  <a:cubicBezTo>
                    <a:pt x="565" y="620"/>
                    <a:pt x="565" y="620"/>
                    <a:pt x="565" y="620"/>
                  </a:cubicBezTo>
                  <a:cubicBezTo>
                    <a:pt x="573" y="623"/>
                    <a:pt x="573" y="623"/>
                    <a:pt x="573" y="623"/>
                  </a:cubicBezTo>
                  <a:cubicBezTo>
                    <a:pt x="574" y="624"/>
                    <a:pt x="574" y="624"/>
                    <a:pt x="574" y="624"/>
                  </a:cubicBezTo>
                  <a:cubicBezTo>
                    <a:pt x="574" y="625"/>
                    <a:pt x="574" y="625"/>
                    <a:pt x="574" y="625"/>
                  </a:cubicBezTo>
                  <a:cubicBezTo>
                    <a:pt x="575" y="626"/>
                    <a:pt x="575" y="626"/>
                    <a:pt x="575" y="626"/>
                  </a:cubicBezTo>
                  <a:cubicBezTo>
                    <a:pt x="575" y="631"/>
                    <a:pt x="575" y="631"/>
                    <a:pt x="575" y="631"/>
                  </a:cubicBezTo>
                  <a:cubicBezTo>
                    <a:pt x="575" y="638"/>
                    <a:pt x="575" y="638"/>
                    <a:pt x="575" y="638"/>
                  </a:cubicBezTo>
                  <a:cubicBezTo>
                    <a:pt x="572" y="652"/>
                    <a:pt x="572" y="652"/>
                    <a:pt x="572" y="652"/>
                  </a:cubicBezTo>
                  <a:cubicBezTo>
                    <a:pt x="576" y="655"/>
                    <a:pt x="576" y="655"/>
                    <a:pt x="576" y="655"/>
                  </a:cubicBezTo>
                  <a:cubicBezTo>
                    <a:pt x="582" y="654"/>
                    <a:pt x="587" y="654"/>
                    <a:pt x="592" y="658"/>
                  </a:cubicBezTo>
                  <a:cubicBezTo>
                    <a:pt x="607" y="665"/>
                    <a:pt x="607" y="665"/>
                    <a:pt x="607" y="665"/>
                  </a:cubicBezTo>
                  <a:cubicBezTo>
                    <a:pt x="617" y="658"/>
                    <a:pt x="617" y="658"/>
                    <a:pt x="617" y="658"/>
                  </a:cubicBezTo>
                  <a:cubicBezTo>
                    <a:pt x="627" y="647"/>
                    <a:pt x="627" y="647"/>
                    <a:pt x="627" y="647"/>
                  </a:cubicBezTo>
                  <a:cubicBezTo>
                    <a:pt x="628" y="642"/>
                    <a:pt x="628" y="642"/>
                    <a:pt x="628" y="642"/>
                  </a:cubicBezTo>
                  <a:cubicBezTo>
                    <a:pt x="629" y="641"/>
                    <a:pt x="629" y="641"/>
                    <a:pt x="629" y="641"/>
                  </a:cubicBezTo>
                  <a:cubicBezTo>
                    <a:pt x="630" y="640"/>
                    <a:pt x="630" y="640"/>
                    <a:pt x="630" y="640"/>
                  </a:cubicBezTo>
                  <a:cubicBezTo>
                    <a:pt x="632" y="639"/>
                    <a:pt x="632" y="639"/>
                    <a:pt x="632" y="639"/>
                  </a:cubicBezTo>
                  <a:cubicBezTo>
                    <a:pt x="632" y="637"/>
                    <a:pt x="632" y="637"/>
                    <a:pt x="632" y="637"/>
                  </a:cubicBezTo>
                  <a:cubicBezTo>
                    <a:pt x="628" y="623"/>
                    <a:pt x="628" y="623"/>
                    <a:pt x="628" y="623"/>
                  </a:cubicBezTo>
                  <a:cubicBezTo>
                    <a:pt x="627" y="615"/>
                    <a:pt x="627" y="615"/>
                    <a:pt x="627" y="615"/>
                  </a:cubicBezTo>
                  <a:cubicBezTo>
                    <a:pt x="627" y="614"/>
                    <a:pt x="627" y="614"/>
                    <a:pt x="627" y="614"/>
                  </a:cubicBezTo>
                  <a:cubicBezTo>
                    <a:pt x="627" y="614"/>
                    <a:pt x="627" y="614"/>
                    <a:pt x="627" y="614"/>
                  </a:cubicBezTo>
                  <a:cubicBezTo>
                    <a:pt x="627" y="613"/>
                    <a:pt x="627" y="613"/>
                    <a:pt x="627" y="613"/>
                  </a:cubicBezTo>
                  <a:cubicBezTo>
                    <a:pt x="627" y="612"/>
                    <a:pt x="627" y="612"/>
                    <a:pt x="627" y="612"/>
                  </a:cubicBezTo>
                  <a:cubicBezTo>
                    <a:pt x="633" y="603"/>
                    <a:pt x="633" y="603"/>
                    <a:pt x="633" y="603"/>
                  </a:cubicBezTo>
                  <a:cubicBezTo>
                    <a:pt x="634" y="603"/>
                    <a:pt x="634" y="603"/>
                    <a:pt x="634" y="603"/>
                  </a:cubicBezTo>
                  <a:cubicBezTo>
                    <a:pt x="645" y="595"/>
                    <a:pt x="645" y="595"/>
                    <a:pt x="645" y="595"/>
                  </a:cubicBezTo>
                  <a:cubicBezTo>
                    <a:pt x="645" y="595"/>
                    <a:pt x="645" y="595"/>
                    <a:pt x="645" y="595"/>
                  </a:cubicBezTo>
                  <a:cubicBezTo>
                    <a:pt x="668" y="595"/>
                    <a:pt x="668" y="595"/>
                    <a:pt x="668" y="595"/>
                  </a:cubicBezTo>
                  <a:cubicBezTo>
                    <a:pt x="672" y="594"/>
                    <a:pt x="672" y="594"/>
                    <a:pt x="672" y="594"/>
                  </a:cubicBezTo>
                  <a:cubicBezTo>
                    <a:pt x="671" y="582"/>
                    <a:pt x="671" y="582"/>
                    <a:pt x="671" y="582"/>
                  </a:cubicBezTo>
                  <a:cubicBezTo>
                    <a:pt x="667" y="572"/>
                    <a:pt x="667" y="572"/>
                    <a:pt x="667" y="572"/>
                  </a:cubicBezTo>
                  <a:cubicBezTo>
                    <a:pt x="660" y="559"/>
                    <a:pt x="660" y="559"/>
                    <a:pt x="660" y="559"/>
                  </a:cubicBezTo>
                  <a:cubicBezTo>
                    <a:pt x="659" y="559"/>
                    <a:pt x="659" y="559"/>
                    <a:pt x="659" y="559"/>
                  </a:cubicBezTo>
                  <a:cubicBezTo>
                    <a:pt x="659" y="558"/>
                    <a:pt x="659" y="558"/>
                    <a:pt x="659" y="558"/>
                  </a:cubicBezTo>
                  <a:cubicBezTo>
                    <a:pt x="659" y="541"/>
                    <a:pt x="659" y="541"/>
                    <a:pt x="659" y="541"/>
                  </a:cubicBezTo>
                  <a:cubicBezTo>
                    <a:pt x="659" y="540"/>
                    <a:pt x="659" y="540"/>
                    <a:pt x="659" y="540"/>
                  </a:cubicBezTo>
                  <a:cubicBezTo>
                    <a:pt x="663" y="530"/>
                    <a:pt x="663" y="530"/>
                    <a:pt x="663" y="530"/>
                  </a:cubicBezTo>
                  <a:cubicBezTo>
                    <a:pt x="664" y="529"/>
                    <a:pt x="664" y="529"/>
                    <a:pt x="664" y="529"/>
                  </a:cubicBezTo>
                  <a:cubicBezTo>
                    <a:pt x="683" y="502"/>
                    <a:pt x="683" y="502"/>
                    <a:pt x="683" y="502"/>
                  </a:cubicBezTo>
                  <a:cubicBezTo>
                    <a:pt x="683" y="501"/>
                    <a:pt x="683" y="501"/>
                    <a:pt x="683" y="501"/>
                  </a:cubicBezTo>
                  <a:cubicBezTo>
                    <a:pt x="684" y="501"/>
                    <a:pt x="684" y="501"/>
                    <a:pt x="684" y="501"/>
                  </a:cubicBezTo>
                  <a:cubicBezTo>
                    <a:pt x="685" y="501"/>
                    <a:pt x="685" y="501"/>
                    <a:pt x="685" y="501"/>
                  </a:cubicBezTo>
                  <a:cubicBezTo>
                    <a:pt x="689" y="501"/>
                    <a:pt x="689" y="501"/>
                    <a:pt x="689" y="501"/>
                  </a:cubicBezTo>
                  <a:cubicBezTo>
                    <a:pt x="696" y="501"/>
                    <a:pt x="696" y="501"/>
                    <a:pt x="696" y="501"/>
                  </a:cubicBezTo>
                  <a:cubicBezTo>
                    <a:pt x="712" y="510"/>
                    <a:pt x="712" y="510"/>
                    <a:pt x="712" y="510"/>
                  </a:cubicBezTo>
                  <a:cubicBezTo>
                    <a:pt x="723" y="513"/>
                    <a:pt x="723" y="513"/>
                    <a:pt x="723" y="513"/>
                  </a:cubicBezTo>
                  <a:cubicBezTo>
                    <a:pt x="724" y="508"/>
                    <a:pt x="724" y="508"/>
                    <a:pt x="724" y="508"/>
                  </a:cubicBezTo>
                  <a:cubicBezTo>
                    <a:pt x="722" y="507"/>
                    <a:pt x="722" y="507"/>
                    <a:pt x="722" y="507"/>
                  </a:cubicBezTo>
                  <a:cubicBezTo>
                    <a:pt x="722" y="505"/>
                    <a:pt x="722" y="505"/>
                    <a:pt x="722" y="505"/>
                  </a:cubicBezTo>
                  <a:cubicBezTo>
                    <a:pt x="722" y="501"/>
                    <a:pt x="724" y="497"/>
                    <a:pt x="728" y="494"/>
                  </a:cubicBezTo>
                  <a:cubicBezTo>
                    <a:pt x="740" y="485"/>
                    <a:pt x="740" y="485"/>
                    <a:pt x="740" y="485"/>
                  </a:cubicBezTo>
                  <a:cubicBezTo>
                    <a:pt x="741" y="484"/>
                    <a:pt x="741" y="484"/>
                    <a:pt x="741" y="484"/>
                  </a:cubicBezTo>
                  <a:cubicBezTo>
                    <a:pt x="741" y="483"/>
                    <a:pt x="741" y="483"/>
                    <a:pt x="741" y="483"/>
                  </a:cubicBezTo>
                  <a:cubicBezTo>
                    <a:pt x="748" y="481"/>
                    <a:pt x="752" y="480"/>
                    <a:pt x="755" y="480"/>
                  </a:cubicBezTo>
                  <a:cubicBezTo>
                    <a:pt x="766" y="479"/>
                    <a:pt x="766" y="479"/>
                    <a:pt x="766" y="479"/>
                  </a:cubicBezTo>
                  <a:cubicBezTo>
                    <a:pt x="767" y="479"/>
                    <a:pt x="767" y="479"/>
                    <a:pt x="767" y="479"/>
                  </a:cubicBezTo>
                  <a:cubicBezTo>
                    <a:pt x="774" y="480"/>
                    <a:pt x="774" y="480"/>
                    <a:pt x="774" y="480"/>
                  </a:cubicBezTo>
                  <a:cubicBezTo>
                    <a:pt x="779" y="463"/>
                    <a:pt x="779" y="463"/>
                    <a:pt x="779" y="463"/>
                  </a:cubicBezTo>
                  <a:cubicBezTo>
                    <a:pt x="779" y="451"/>
                    <a:pt x="779" y="451"/>
                    <a:pt x="779" y="451"/>
                  </a:cubicBezTo>
                  <a:cubicBezTo>
                    <a:pt x="779" y="443"/>
                    <a:pt x="779" y="439"/>
                    <a:pt x="781" y="437"/>
                  </a:cubicBezTo>
                  <a:cubicBezTo>
                    <a:pt x="786" y="428"/>
                    <a:pt x="786" y="428"/>
                    <a:pt x="786" y="428"/>
                  </a:cubicBezTo>
                  <a:cubicBezTo>
                    <a:pt x="780" y="420"/>
                    <a:pt x="780" y="420"/>
                    <a:pt x="780" y="420"/>
                  </a:cubicBezTo>
                  <a:cubicBezTo>
                    <a:pt x="772" y="414"/>
                    <a:pt x="772" y="414"/>
                    <a:pt x="772" y="414"/>
                  </a:cubicBezTo>
                  <a:cubicBezTo>
                    <a:pt x="754" y="410"/>
                    <a:pt x="754" y="410"/>
                    <a:pt x="754" y="410"/>
                  </a:cubicBezTo>
                  <a:cubicBezTo>
                    <a:pt x="751" y="410"/>
                    <a:pt x="745" y="406"/>
                    <a:pt x="734" y="397"/>
                  </a:cubicBezTo>
                  <a:cubicBezTo>
                    <a:pt x="724" y="392"/>
                    <a:pt x="724" y="392"/>
                    <a:pt x="724" y="392"/>
                  </a:cubicBezTo>
                  <a:cubicBezTo>
                    <a:pt x="723" y="392"/>
                    <a:pt x="723" y="392"/>
                    <a:pt x="723" y="392"/>
                  </a:cubicBezTo>
                  <a:cubicBezTo>
                    <a:pt x="723" y="392"/>
                    <a:pt x="723" y="392"/>
                    <a:pt x="723" y="392"/>
                  </a:cubicBezTo>
                  <a:cubicBezTo>
                    <a:pt x="710" y="377"/>
                    <a:pt x="710" y="377"/>
                    <a:pt x="710" y="377"/>
                  </a:cubicBezTo>
                  <a:cubicBezTo>
                    <a:pt x="698" y="377"/>
                    <a:pt x="698" y="377"/>
                    <a:pt x="698" y="377"/>
                  </a:cubicBezTo>
                  <a:cubicBezTo>
                    <a:pt x="698" y="376"/>
                    <a:pt x="698" y="376"/>
                    <a:pt x="698" y="376"/>
                  </a:cubicBezTo>
                  <a:cubicBezTo>
                    <a:pt x="697" y="376"/>
                    <a:pt x="697" y="376"/>
                    <a:pt x="697" y="376"/>
                  </a:cubicBezTo>
                  <a:cubicBezTo>
                    <a:pt x="687" y="370"/>
                    <a:pt x="687" y="370"/>
                    <a:pt x="687" y="370"/>
                  </a:cubicBezTo>
                  <a:cubicBezTo>
                    <a:pt x="680" y="379"/>
                    <a:pt x="680" y="379"/>
                    <a:pt x="680" y="379"/>
                  </a:cubicBezTo>
                  <a:cubicBezTo>
                    <a:pt x="679" y="411"/>
                    <a:pt x="679" y="411"/>
                    <a:pt x="679" y="411"/>
                  </a:cubicBezTo>
                  <a:cubicBezTo>
                    <a:pt x="681" y="423"/>
                    <a:pt x="681" y="423"/>
                    <a:pt x="681" y="423"/>
                  </a:cubicBezTo>
                  <a:cubicBezTo>
                    <a:pt x="686" y="423"/>
                    <a:pt x="686" y="423"/>
                    <a:pt x="686" y="423"/>
                  </a:cubicBezTo>
                  <a:cubicBezTo>
                    <a:pt x="687" y="424"/>
                    <a:pt x="687" y="424"/>
                    <a:pt x="687" y="424"/>
                  </a:cubicBezTo>
                  <a:cubicBezTo>
                    <a:pt x="696" y="427"/>
                    <a:pt x="696" y="427"/>
                    <a:pt x="696" y="427"/>
                  </a:cubicBezTo>
                  <a:cubicBezTo>
                    <a:pt x="696" y="428"/>
                    <a:pt x="696" y="428"/>
                    <a:pt x="696" y="428"/>
                  </a:cubicBezTo>
                  <a:cubicBezTo>
                    <a:pt x="696" y="428"/>
                    <a:pt x="696" y="428"/>
                    <a:pt x="696" y="428"/>
                  </a:cubicBezTo>
                  <a:cubicBezTo>
                    <a:pt x="701" y="440"/>
                    <a:pt x="701" y="440"/>
                    <a:pt x="701" y="440"/>
                  </a:cubicBezTo>
                  <a:cubicBezTo>
                    <a:pt x="702" y="440"/>
                    <a:pt x="702" y="440"/>
                    <a:pt x="702" y="440"/>
                  </a:cubicBezTo>
                  <a:cubicBezTo>
                    <a:pt x="702" y="441"/>
                    <a:pt x="702" y="441"/>
                    <a:pt x="702" y="441"/>
                  </a:cubicBezTo>
                  <a:cubicBezTo>
                    <a:pt x="702" y="441"/>
                    <a:pt x="702" y="441"/>
                    <a:pt x="702" y="441"/>
                  </a:cubicBezTo>
                  <a:cubicBezTo>
                    <a:pt x="699" y="463"/>
                    <a:pt x="699" y="463"/>
                    <a:pt x="699" y="463"/>
                  </a:cubicBezTo>
                  <a:cubicBezTo>
                    <a:pt x="699" y="464"/>
                    <a:pt x="699" y="464"/>
                    <a:pt x="699" y="464"/>
                  </a:cubicBezTo>
                  <a:cubicBezTo>
                    <a:pt x="699" y="465"/>
                    <a:pt x="699" y="465"/>
                    <a:pt x="699" y="465"/>
                  </a:cubicBezTo>
                  <a:cubicBezTo>
                    <a:pt x="698" y="465"/>
                    <a:pt x="698" y="465"/>
                    <a:pt x="698" y="465"/>
                  </a:cubicBezTo>
                  <a:cubicBezTo>
                    <a:pt x="695" y="468"/>
                    <a:pt x="692" y="469"/>
                    <a:pt x="689" y="471"/>
                  </a:cubicBezTo>
                  <a:cubicBezTo>
                    <a:pt x="687" y="472"/>
                    <a:pt x="687" y="472"/>
                    <a:pt x="687" y="472"/>
                  </a:cubicBezTo>
                  <a:cubicBezTo>
                    <a:pt x="687" y="471"/>
                    <a:pt x="687" y="471"/>
                    <a:pt x="687" y="471"/>
                  </a:cubicBezTo>
                  <a:cubicBezTo>
                    <a:pt x="686" y="471"/>
                    <a:pt x="686" y="471"/>
                    <a:pt x="686" y="471"/>
                  </a:cubicBezTo>
                  <a:cubicBezTo>
                    <a:pt x="681" y="470"/>
                    <a:pt x="681" y="470"/>
                    <a:pt x="681" y="470"/>
                  </a:cubicBezTo>
                  <a:cubicBezTo>
                    <a:pt x="670" y="474"/>
                    <a:pt x="670" y="474"/>
                    <a:pt x="670" y="474"/>
                  </a:cubicBezTo>
                  <a:cubicBezTo>
                    <a:pt x="669" y="474"/>
                    <a:pt x="669" y="474"/>
                    <a:pt x="669" y="474"/>
                  </a:cubicBezTo>
                  <a:cubicBezTo>
                    <a:pt x="670" y="476"/>
                    <a:pt x="670" y="476"/>
                    <a:pt x="670" y="476"/>
                  </a:cubicBezTo>
                  <a:cubicBezTo>
                    <a:pt x="671" y="477"/>
                    <a:pt x="671" y="477"/>
                    <a:pt x="671" y="477"/>
                  </a:cubicBezTo>
                  <a:cubicBezTo>
                    <a:pt x="673" y="495"/>
                    <a:pt x="673" y="495"/>
                    <a:pt x="673" y="495"/>
                  </a:cubicBezTo>
                  <a:cubicBezTo>
                    <a:pt x="673" y="498"/>
                    <a:pt x="672" y="499"/>
                    <a:pt x="669" y="500"/>
                  </a:cubicBezTo>
                  <a:cubicBezTo>
                    <a:pt x="660" y="500"/>
                    <a:pt x="660" y="500"/>
                    <a:pt x="660" y="500"/>
                  </a:cubicBezTo>
                  <a:cubicBezTo>
                    <a:pt x="656" y="499"/>
                    <a:pt x="654" y="498"/>
                    <a:pt x="652" y="496"/>
                  </a:cubicBezTo>
                  <a:cubicBezTo>
                    <a:pt x="644" y="490"/>
                    <a:pt x="644" y="490"/>
                    <a:pt x="644" y="490"/>
                  </a:cubicBezTo>
                  <a:cubicBezTo>
                    <a:pt x="643" y="489"/>
                    <a:pt x="643" y="489"/>
                    <a:pt x="643" y="489"/>
                  </a:cubicBezTo>
                  <a:cubicBezTo>
                    <a:pt x="643" y="489"/>
                    <a:pt x="643" y="489"/>
                    <a:pt x="643" y="489"/>
                  </a:cubicBezTo>
                  <a:cubicBezTo>
                    <a:pt x="643" y="488"/>
                    <a:pt x="643" y="488"/>
                    <a:pt x="643" y="488"/>
                  </a:cubicBezTo>
                  <a:cubicBezTo>
                    <a:pt x="638" y="477"/>
                    <a:pt x="638" y="477"/>
                    <a:pt x="638" y="477"/>
                  </a:cubicBezTo>
                  <a:cubicBezTo>
                    <a:pt x="636" y="475"/>
                    <a:pt x="633" y="473"/>
                    <a:pt x="626" y="471"/>
                  </a:cubicBezTo>
                  <a:cubicBezTo>
                    <a:pt x="625" y="471"/>
                    <a:pt x="625" y="471"/>
                    <a:pt x="625" y="471"/>
                  </a:cubicBezTo>
                  <a:cubicBezTo>
                    <a:pt x="625" y="471"/>
                    <a:pt x="625" y="471"/>
                    <a:pt x="625" y="471"/>
                  </a:cubicBezTo>
                  <a:cubicBezTo>
                    <a:pt x="615" y="464"/>
                    <a:pt x="615" y="464"/>
                    <a:pt x="615" y="464"/>
                  </a:cubicBezTo>
                  <a:cubicBezTo>
                    <a:pt x="614" y="464"/>
                    <a:pt x="614" y="464"/>
                    <a:pt x="614" y="464"/>
                  </a:cubicBezTo>
                  <a:cubicBezTo>
                    <a:pt x="614" y="463"/>
                    <a:pt x="614" y="463"/>
                    <a:pt x="614" y="463"/>
                  </a:cubicBezTo>
                  <a:cubicBezTo>
                    <a:pt x="611" y="451"/>
                    <a:pt x="611" y="451"/>
                    <a:pt x="611" y="451"/>
                  </a:cubicBezTo>
                  <a:cubicBezTo>
                    <a:pt x="612" y="442"/>
                    <a:pt x="612" y="442"/>
                    <a:pt x="612" y="442"/>
                  </a:cubicBezTo>
                  <a:cubicBezTo>
                    <a:pt x="613" y="442"/>
                    <a:pt x="613" y="442"/>
                    <a:pt x="613" y="442"/>
                  </a:cubicBezTo>
                  <a:cubicBezTo>
                    <a:pt x="613" y="441"/>
                    <a:pt x="613" y="441"/>
                    <a:pt x="613" y="441"/>
                  </a:cubicBezTo>
                  <a:cubicBezTo>
                    <a:pt x="617" y="437"/>
                    <a:pt x="617" y="437"/>
                    <a:pt x="617" y="437"/>
                  </a:cubicBezTo>
                  <a:cubicBezTo>
                    <a:pt x="617" y="433"/>
                    <a:pt x="617" y="433"/>
                    <a:pt x="617" y="433"/>
                  </a:cubicBezTo>
                  <a:cubicBezTo>
                    <a:pt x="613" y="421"/>
                    <a:pt x="613" y="421"/>
                    <a:pt x="613" y="421"/>
                  </a:cubicBezTo>
                  <a:cubicBezTo>
                    <a:pt x="603" y="412"/>
                    <a:pt x="603" y="412"/>
                    <a:pt x="603" y="412"/>
                  </a:cubicBezTo>
                  <a:cubicBezTo>
                    <a:pt x="603" y="410"/>
                    <a:pt x="603" y="410"/>
                    <a:pt x="603" y="410"/>
                  </a:cubicBezTo>
                  <a:cubicBezTo>
                    <a:pt x="600" y="382"/>
                    <a:pt x="600" y="382"/>
                    <a:pt x="600" y="382"/>
                  </a:cubicBezTo>
                  <a:cubicBezTo>
                    <a:pt x="594" y="375"/>
                    <a:pt x="594" y="375"/>
                    <a:pt x="594" y="375"/>
                  </a:cubicBezTo>
                  <a:cubicBezTo>
                    <a:pt x="593" y="375"/>
                    <a:pt x="593" y="375"/>
                    <a:pt x="593" y="375"/>
                  </a:cubicBezTo>
                  <a:cubicBezTo>
                    <a:pt x="592" y="374"/>
                    <a:pt x="592" y="374"/>
                    <a:pt x="592" y="374"/>
                  </a:cubicBezTo>
                  <a:cubicBezTo>
                    <a:pt x="587" y="361"/>
                    <a:pt x="587" y="361"/>
                    <a:pt x="587" y="361"/>
                  </a:cubicBezTo>
                  <a:cubicBezTo>
                    <a:pt x="562" y="359"/>
                    <a:pt x="562" y="359"/>
                    <a:pt x="562" y="359"/>
                  </a:cubicBezTo>
                  <a:cubicBezTo>
                    <a:pt x="556" y="357"/>
                    <a:pt x="552" y="352"/>
                    <a:pt x="549" y="347"/>
                  </a:cubicBezTo>
                  <a:cubicBezTo>
                    <a:pt x="538" y="347"/>
                    <a:pt x="538" y="347"/>
                    <a:pt x="538" y="347"/>
                  </a:cubicBezTo>
                  <a:cubicBezTo>
                    <a:pt x="534" y="345"/>
                    <a:pt x="529" y="343"/>
                    <a:pt x="525" y="338"/>
                  </a:cubicBezTo>
                  <a:cubicBezTo>
                    <a:pt x="523" y="337"/>
                    <a:pt x="523" y="337"/>
                    <a:pt x="523" y="337"/>
                  </a:cubicBezTo>
                  <a:cubicBezTo>
                    <a:pt x="520" y="334"/>
                    <a:pt x="518" y="330"/>
                    <a:pt x="515" y="324"/>
                  </a:cubicBezTo>
                  <a:cubicBezTo>
                    <a:pt x="514" y="323"/>
                    <a:pt x="514" y="323"/>
                    <a:pt x="514" y="323"/>
                  </a:cubicBezTo>
                  <a:cubicBezTo>
                    <a:pt x="512" y="312"/>
                    <a:pt x="512" y="312"/>
                    <a:pt x="512" y="312"/>
                  </a:cubicBezTo>
                  <a:cubicBezTo>
                    <a:pt x="512" y="312"/>
                    <a:pt x="512" y="312"/>
                    <a:pt x="512" y="312"/>
                  </a:cubicBezTo>
                  <a:cubicBezTo>
                    <a:pt x="512" y="311"/>
                    <a:pt x="512" y="311"/>
                    <a:pt x="512" y="311"/>
                  </a:cubicBezTo>
                  <a:cubicBezTo>
                    <a:pt x="516" y="290"/>
                    <a:pt x="516" y="290"/>
                    <a:pt x="516" y="290"/>
                  </a:cubicBezTo>
                  <a:cubicBezTo>
                    <a:pt x="516" y="289"/>
                    <a:pt x="516" y="289"/>
                    <a:pt x="516" y="289"/>
                  </a:cubicBezTo>
                  <a:cubicBezTo>
                    <a:pt x="520" y="280"/>
                    <a:pt x="520" y="280"/>
                    <a:pt x="520" y="280"/>
                  </a:cubicBezTo>
                  <a:cubicBezTo>
                    <a:pt x="520" y="279"/>
                    <a:pt x="520" y="279"/>
                    <a:pt x="520" y="279"/>
                  </a:cubicBezTo>
                  <a:cubicBezTo>
                    <a:pt x="520" y="279"/>
                    <a:pt x="520" y="279"/>
                    <a:pt x="520" y="279"/>
                  </a:cubicBezTo>
                  <a:cubicBezTo>
                    <a:pt x="521" y="279"/>
                    <a:pt x="521" y="279"/>
                    <a:pt x="521" y="279"/>
                  </a:cubicBezTo>
                  <a:cubicBezTo>
                    <a:pt x="547" y="268"/>
                    <a:pt x="547" y="268"/>
                    <a:pt x="547" y="268"/>
                  </a:cubicBezTo>
                  <a:cubicBezTo>
                    <a:pt x="558" y="255"/>
                    <a:pt x="558" y="255"/>
                    <a:pt x="558" y="255"/>
                  </a:cubicBezTo>
                  <a:cubicBezTo>
                    <a:pt x="560" y="245"/>
                    <a:pt x="560" y="245"/>
                    <a:pt x="560" y="245"/>
                  </a:cubicBezTo>
                  <a:cubicBezTo>
                    <a:pt x="558" y="237"/>
                    <a:pt x="558" y="237"/>
                    <a:pt x="558" y="237"/>
                  </a:cubicBezTo>
                  <a:cubicBezTo>
                    <a:pt x="554" y="228"/>
                    <a:pt x="552" y="223"/>
                    <a:pt x="552" y="219"/>
                  </a:cubicBezTo>
                  <a:cubicBezTo>
                    <a:pt x="546" y="220"/>
                    <a:pt x="546" y="220"/>
                    <a:pt x="546" y="220"/>
                  </a:cubicBezTo>
                  <a:cubicBezTo>
                    <a:pt x="536" y="219"/>
                    <a:pt x="536" y="219"/>
                    <a:pt x="536" y="219"/>
                  </a:cubicBezTo>
                  <a:cubicBezTo>
                    <a:pt x="534" y="220"/>
                    <a:pt x="529" y="226"/>
                    <a:pt x="521" y="235"/>
                  </a:cubicBezTo>
                  <a:cubicBezTo>
                    <a:pt x="509" y="246"/>
                    <a:pt x="509" y="246"/>
                    <a:pt x="509" y="246"/>
                  </a:cubicBezTo>
                  <a:cubicBezTo>
                    <a:pt x="509" y="246"/>
                    <a:pt x="509" y="246"/>
                    <a:pt x="509" y="246"/>
                  </a:cubicBezTo>
                  <a:cubicBezTo>
                    <a:pt x="508" y="247"/>
                    <a:pt x="508" y="247"/>
                    <a:pt x="508" y="247"/>
                  </a:cubicBezTo>
                  <a:cubicBezTo>
                    <a:pt x="499" y="249"/>
                    <a:pt x="493" y="250"/>
                    <a:pt x="489" y="249"/>
                  </a:cubicBezTo>
                  <a:lnTo>
                    <a:pt x="467" y="241"/>
                  </a:lnTo>
                  <a:close/>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43" name="Freeform 9"/>
            <p:cNvSpPr/>
            <p:nvPr/>
          </p:nvSpPr>
          <p:spPr bwMode="auto">
            <a:xfrm>
              <a:off x="3027986" y="2698692"/>
              <a:ext cx="413504" cy="740861"/>
            </a:xfrm>
            <a:custGeom>
              <a:avLst/>
              <a:gdLst>
                <a:gd name="T0" fmla="*/ 82 w 278"/>
                <a:gd name="T1" fmla="*/ 155 h 498"/>
                <a:gd name="T2" fmla="*/ 105 w 278"/>
                <a:gd name="T3" fmla="*/ 173 h 498"/>
                <a:gd name="T4" fmla="*/ 140 w 278"/>
                <a:gd name="T5" fmla="*/ 191 h 498"/>
                <a:gd name="T6" fmla="*/ 152 w 278"/>
                <a:gd name="T7" fmla="*/ 197 h 498"/>
                <a:gd name="T8" fmla="*/ 161 w 278"/>
                <a:gd name="T9" fmla="*/ 211 h 498"/>
                <a:gd name="T10" fmla="*/ 152 w 278"/>
                <a:gd name="T11" fmla="*/ 234 h 498"/>
                <a:gd name="T12" fmla="*/ 152 w 278"/>
                <a:gd name="T13" fmla="*/ 248 h 498"/>
                <a:gd name="T14" fmla="*/ 144 w 278"/>
                <a:gd name="T15" fmla="*/ 272 h 498"/>
                <a:gd name="T16" fmla="*/ 121 w 278"/>
                <a:gd name="T17" fmla="*/ 270 h 498"/>
                <a:gd name="T18" fmla="*/ 96 w 278"/>
                <a:gd name="T19" fmla="*/ 286 h 498"/>
                <a:gd name="T20" fmla="*/ 100 w 278"/>
                <a:gd name="T21" fmla="*/ 305 h 498"/>
                <a:gd name="T22" fmla="*/ 60 w 278"/>
                <a:gd name="T23" fmla="*/ 291 h 498"/>
                <a:gd name="T24" fmla="*/ 33 w 278"/>
                <a:gd name="T25" fmla="*/ 324 h 498"/>
                <a:gd name="T26" fmla="*/ 40 w 278"/>
                <a:gd name="T27" fmla="*/ 351 h 498"/>
                <a:gd name="T28" fmla="*/ 45 w 278"/>
                <a:gd name="T29" fmla="*/ 379 h 498"/>
                <a:gd name="T30" fmla="*/ 35 w 278"/>
                <a:gd name="T31" fmla="*/ 385 h 498"/>
                <a:gd name="T32" fmla="*/ 0 w 278"/>
                <a:gd name="T33" fmla="*/ 398 h 498"/>
                <a:gd name="T34" fmla="*/ 6 w 278"/>
                <a:gd name="T35" fmla="*/ 419 h 498"/>
                <a:gd name="T36" fmla="*/ 25 w 278"/>
                <a:gd name="T37" fmla="*/ 447 h 498"/>
                <a:gd name="T38" fmla="*/ 58 w 278"/>
                <a:gd name="T39" fmla="*/ 435 h 498"/>
                <a:gd name="T40" fmla="*/ 81 w 278"/>
                <a:gd name="T41" fmla="*/ 459 h 498"/>
                <a:gd name="T42" fmla="*/ 89 w 278"/>
                <a:gd name="T43" fmla="*/ 458 h 498"/>
                <a:gd name="T44" fmla="*/ 108 w 278"/>
                <a:gd name="T45" fmla="*/ 465 h 498"/>
                <a:gd name="T46" fmla="*/ 142 w 278"/>
                <a:gd name="T47" fmla="*/ 470 h 498"/>
                <a:gd name="T48" fmla="*/ 169 w 278"/>
                <a:gd name="T49" fmla="*/ 473 h 498"/>
                <a:gd name="T50" fmla="*/ 180 w 278"/>
                <a:gd name="T51" fmla="*/ 481 h 498"/>
                <a:gd name="T52" fmla="*/ 195 w 278"/>
                <a:gd name="T53" fmla="*/ 495 h 498"/>
                <a:gd name="T54" fmla="*/ 213 w 278"/>
                <a:gd name="T55" fmla="*/ 482 h 498"/>
                <a:gd name="T56" fmla="*/ 206 w 278"/>
                <a:gd name="T57" fmla="*/ 472 h 498"/>
                <a:gd name="T58" fmla="*/ 213 w 278"/>
                <a:gd name="T59" fmla="*/ 444 h 498"/>
                <a:gd name="T60" fmla="*/ 231 w 278"/>
                <a:gd name="T61" fmla="*/ 442 h 498"/>
                <a:gd name="T62" fmla="*/ 208 w 278"/>
                <a:gd name="T63" fmla="*/ 418 h 498"/>
                <a:gd name="T64" fmla="*/ 202 w 278"/>
                <a:gd name="T65" fmla="*/ 409 h 498"/>
                <a:gd name="T66" fmla="*/ 209 w 278"/>
                <a:gd name="T67" fmla="*/ 399 h 498"/>
                <a:gd name="T68" fmla="*/ 260 w 278"/>
                <a:gd name="T69" fmla="*/ 402 h 498"/>
                <a:gd name="T70" fmla="*/ 278 w 278"/>
                <a:gd name="T71" fmla="*/ 399 h 498"/>
                <a:gd name="T72" fmla="*/ 249 w 278"/>
                <a:gd name="T73" fmla="*/ 323 h 498"/>
                <a:gd name="T74" fmla="*/ 235 w 278"/>
                <a:gd name="T75" fmla="*/ 317 h 498"/>
                <a:gd name="T76" fmla="*/ 233 w 278"/>
                <a:gd name="T77" fmla="*/ 297 h 498"/>
                <a:gd name="T78" fmla="*/ 237 w 278"/>
                <a:gd name="T79" fmla="*/ 164 h 498"/>
                <a:gd name="T80" fmla="*/ 240 w 278"/>
                <a:gd name="T81" fmla="*/ 139 h 498"/>
                <a:gd name="T82" fmla="*/ 249 w 278"/>
                <a:gd name="T83" fmla="*/ 105 h 498"/>
                <a:gd name="T84" fmla="*/ 239 w 278"/>
                <a:gd name="T85" fmla="*/ 93 h 498"/>
                <a:gd name="T86" fmla="*/ 237 w 278"/>
                <a:gd name="T87" fmla="*/ 75 h 498"/>
                <a:gd name="T88" fmla="*/ 256 w 278"/>
                <a:gd name="T89" fmla="*/ 51 h 498"/>
                <a:gd name="T90" fmla="*/ 251 w 278"/>
                <a:gd name="T91" fmla="*/ 31 h 498"/>
                <a:gd name="T92" fmla="*/ 259 w 278"/>
                <a:gd name="T93" fmla="*/ 17 h 498"/>
                <a:gd name="T94" fmla="*/ 268 w 278"/>
                <a:gd name="T95" fmla="*/ 1 h 498"/>
                <a:gd name="T96" fmla="*/ 251 w 278"/>
                <a:gd name="T97" fmla="*/ 16 h 498"/>
                <a:gd name="T98" fmla="*/ 220 w 278"/>
                <a:gd name="T99" fmla="*/ 6 h 498"/>
                <a:gd name="T100" fmla="*/ 187 w 278"/>
                <a:gd name="T101" fmla="*/ 40 h 498"/>
                <a:gd name="T102" fmla="*/ 180 w 278"/>
                <a:gd name="T103" fmla="*/ 50 h 498"/>
                <a:gd name="T104" fmla="*/ 166 w 278"/>
                <a:gd name="T105" fmla="*/ 78 h 498"/>
                <a:gd name="T106" fmla="*/ 158 w 278"/>
                <a:gd name="T107" fmla="*/ 113 h 498"/>
                <a:gd name="T108" fmla="*/ 149 w 278"/>
                <a:gd name="T109" fmla="*/ 124 h 498"/>
                <a:gd name="T110" fmla="*/ 148 w 278"/>
                <a:gd name="T111" fmla="*/ 126 h 498"/>
                <a:gd name="T112" fmla="*/ 131 w 278"/>
                <a:gd name="T113" fmla="*/ 128 h 498"/>
                <a:gd name="T114" fmla="*/ 104 w 278"/>
                <a:gd name="T115" fmla="*/ 119 h 4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78" h="498">
                  <a:moveTo>
                    <a:pt x="93" y="113"/>
                  </a:moveTo>
                  <a:cubicBezTo>
                    <a:pt x="89" y="113"/>
                    <a:pt x="89" y="113"/>
                    <a:pt x="89" y="113"/>
                  </a:cubicBezTo>
                  <a:cubicBezTo>
                    <a:pt x="82" y="155"/>
                    <a:pt x="82" y="155"/>
                    <a:pt x="82" y="155"/>
                  </a:cubicBezTo>
                  <a:cubicBezTo>
                    <a:pt x="93" y="168"/>
                    <a:pt x="93" y="168"/>
                    <a:pt x="93" y="168"/>
                  </a:cubicBezTo>
                  <a:cubicBezTo>
                    <a:pt x="104" y="173"/>
                    <a:pt x="104" y="173"/>
                    <a:pt x="104" y="173"/>
                  </a:cubicBezTo>
                  <a:cubicBezTo>
                    <a:pt x="105" y="173"/>
                    <a:pt x="105" y="173"/>
                    <a:pt x="105" y="173"/>
                  </a:cubicBezTo>
                  <a:cubicBezTo>
                    <a:pt x="106" y="174"/>
                    <a:pt x="106" y="174"/>
                    <a:pt x="106" y="174"/>
                  </a:cubicBezTo>
                  <a:cubicBezTo>
                    <a:pt x="120" y="186"/>
                    <a:pt x="120" y="186"/>
                    <a:pt x="120" y="186"/>
                  </a:cubicBezTo>
                  <a:cubicBezTo>
                    <a:pt x="140" y="191"/>
                    <a:pt x="140" y="191"/>
                    <a:pt x="140" y="191"/>
                  </a:cubicBezTo>
                  <a:cubicBezTo>
                    <a:pt x="141" y="191"/>
                    <a:pt x="141" y="191"/>
                    <a:pt x="141" y="191"/>
                  </a:cubicBezTo>
                  <a:cubicBezTo>
                    <a:pt x="151" y="197"/>
                    <a:pt x="151" y="197"/>
                    <a:pt x="151" y="197"/>
                  </a:cubicBezTo>
                  <a:cubicBezTo>
                    <a:pt x="152" y="197"/>
                    <a:pt x="152" y="197"/>
                    <a:pt x="152" y="197"/>
                  </a:cubicBezTo>
                  <a:cubicBezTo>
                    <a:pt x="152" y="199"/>
                    <a:pt x="152" y="199"/>
                    <a:pt x="152" y="199"/>
                  </a:cubicBezTo>
                  <a:cubicBezTo>
                    <a:pt x="160" y="210"/>
                    <a:pt x="160" y="210"/>
                    <a:pt x="160" y="210"/>
                  </a:cubicBezTo>
                  <a:cubicBezTo>
                    <a:pt x="161" y="211"/>
                    <a:pt x="161" y="211"/>
                    <a:pt x="161" y="211"/>
                  </a:cubicBezTo>
                  <a:cubicBezTo>
                    <a:pt x="160" y="213"/>
                    <a:pt x="160" y="213"/>
                    <a:pt x="160" y="213"/>
                  </a:cubicBezTo>
                  <a:cubicBezTo>
                    <a:pt x="153" y="224"/>
                    <a:pt x="153" y="224"/>
                    <a:pt x="153" y="224"/>
                  </a:cubicBezTo>
                  <a:cubicBezTo>
                    <a:pt x="152" y="225"/>
                    <a:pt x="152" y="228"/>
                    <a:pt x="152" y="234"/>
                  </a:cubicBezTo>
                  <a:cubicBezTo>
                    <a:pt x="153" y="234"/>
                    <a:pt x="153" y="234"/>
                    <a:pt x="153" y="234"/>
                  </a:cubicBezTo>
                  <a:cubicBezTo>
                    <a:pt x="153" y="247"/>
                    <a:pt x="153" y="247"/>
                    <a:pt x="153" y="247"/>
                  </a:cubicBezTo>
                  <a:cubicBezTo>
                    <a:pt x="152" y="248"/>
                    <a:pt x="152" y="248"/>
                    <a:pt x="152" y="248"/>
                  </a:cubicBezTo>
                  <a:cubicBezTo>
                    <a:pt x="146" y="268"/>
                    <a:pt x="146" y="268"/>
                    <a:pt x="146" y="268"/>
                  </a:cubicBezTo>
                  <a:cubicBezTo>
                    <a:pt x="145" y="272"/>
                    <a:pt x="145" y="272"/>
                    <a:pt x="145" y="272"/>
                  </a:cubicBezTo>
                  <a:cubicBezTo>
                    <a:pt x="144" y="272"/>
                    <a:pt x="144" y="272"/>
                    <a:pt x="144" y="272"/>
                  </a:cubicBezTo>
                  <a:cubicBezTo>
                    <a:pt x="142" y="271"/>
                    <a:pt x="142" y="271"/>
                    <a:pt x="142" y="271"/>
                  </a:cubicBezTo>
                  <a:cubicBezTo>
                    <a:pt x="133" y="269"/>
                    <a:pt x="133" y="269"/>
                    <a:pt x="133" y="269"/>
                  </a:cubicBezTo>
                  <a:cubicBezTo>
                    <a:pt x="121" y="270"/>
                    <a:pt x="121" y="270"/>
                    <a:pt x="121" y="270"/>
                  </a:cubicBezTo>
                  <a:cubicBezTo>
                    <a:pt x="111" y="273"/>
                    <a:pt x="111" y="273"/>
                    <a:pt x="111" y="273"/>
                  </a:cubicBezTo>
                  <a:cubicBezTo>
                    <a:pt x="99" y="283"/>
                    <a:pt x="99" y="283"/>
                    <a:pt x="99" y="283"/>
                  </a:cubicBezTo>
                  <a:cubicBezTo>
                    <a:pt x="96" y="286"/>
                    <a:pt x="96" y="286"/>
                    <a:pt x="96" y="286"/>
                  </a:cubicBezTo>
                  <a:cubicBezTo>
                    <a:pt x="111" y="293"/>
                    <a:pt x="111" y="293"/>
                    <a:pt x="111" y="293"/>
                  </a:cubicBezTo>
                  <a:cubicBezTo>
                    <a:pt x="110" y="296"/>
                    <a:pt x="110" y="296"/>
                    <a:pt x="110" y="296"/>
                  </a:cubicBezTo>
                  <a:cubicBezTo>
                    <a:pt x="109" y="300"/>
                    <a:pt x="106" y="303"/>
                    <a:pt x="100" y="305"/>
                  </a:cubicBezTo>
                  <a:cubicBezTo>
                    <a:pt x="91" y="306"/>
                    <a:pt x="91" y="306"/>
                    <a:pt x="91" y="306"/>
                  </a:cubicBezTo>
                  <a:cubicBezTo>
                    <a:pt x="75" y="300"/>
                    <a:pt x="75" y="300"/>
                    <a:pt x="75" y="300"/>
                  </a:cubicBezTo>
                  <a:cubicBezTo>
                    <a:pt x="60" y="291"/>
                    <a:pt x="60" y="291"/>
                    <a:pt x="60" y="291"/>
                  </a:cubicBezTo>
                  <a:cubicBezTo>
                    <a:pt x="54" y="291"/>
                    <a:pt x="54" y="291"/>
                    <a:pt x="54" y="291"/>
                  </a:cubicBezTo>
                  <a:cubicBezTo>
                    <a:pt x="37" y="316"/>
                    <a:pt x="37" y="316"/>
                    <a:pt x="37" y="316"/>
                  </a:cubicBezTo>
                  <a:cubicBezTo>
                    <a:pt x="33" y="324"/>
                    <a:pt x="33" y="324"/>
                    <a:pt x="33" y="324"/>
                  </a:cubicBezTo>
                  <a:cubicBezTo>
                    <a:pt x="33" y="339"/>
                    <a:pt x="33" y="339"/>
                    <a:pt x="33" y="339"/>
                  </a:cubicBezTo>
                  <a:cubicBezTo>
                    <a:pt x="40" y="351"/>
                    <a:pt x="40" y="351"/>
                    <a:pt x="40" y="351"/>
                  </a:cubicBezTo>
                  <a:cubicBezTo>
                    <a:pt x="40" y="351"/>
                    <a:pt x="40" y="351"/>
                    <a:pt x="40" y="351"/>
                  </a:cubicBezTo>
                  <a:cubicBezTo>
                    <a:pt x="44" y="362"/>
                    <a:pt x="44" y="362"/>
                    <a:pt x="44" y="362"/>
                  </a:cubicBezTo>
                  <a:cubicBezTo>
                    <a:pt x="44" y="364"/>
                    <a:pt x="44" y="364"/>
                    <a:pt x="44" y="364"/>
                  </a:cubicBezTo>
                  <a:cubicBezTo>
                    <a:pt x="45" y="379"/>
                    <a:pt x="45" y="379"/>
                    <a:pt x="45" y="379"/>
                  </a:cubicBezTo>
                  <a:cubicBezTo>
                    <a:pt x="45" y="382"/>
                    <a:pt x="45" y="382"/>
                    <a:pt x="45" y="382"/>
                  </a:cubicBezTo>
                  <a:cubicBezTo>
                    <a:pt x="46" y="383"/>
                    <a:pt x="46" y="383"/>
                    <a:pt x="46" y="383"/>
                  </a:cubicBezTo>
                  <a:cubicBezTo>
                    <a:pt x="35" y="385"/>
                    <a:pt x="35" y="385"/>
                    <a:pt x="35" y="385"/>
                  </a:cubicBezTo>
                  <a:cubicBezTo>
                    <a:pt x="14" y="385"/>
                    <a:pt x="14" y="385"/>
                    <a:pt x="14" y="385"/>
                  </a:cubicBezTo>
                  <a:cubicBezTo>
                    <a:pt x="4" y="391"/>
                    <a:pt x="4" y="391"/>
                    <a:pt x="4" y="391"/>
                  </a:cubicBezTo>
                  <a:cubicBezTo>
                    <a:pt x="0" y="398"/>
                    <a:pt x="0" y="398"/>
                    <a:pt x="0" y="398"/>
                  </a:cubicBezTo>
                  <a:cubicBezTo>
                    <a:pt x="1" y="399"/>
                    <a:pt x="1" y="399"/>
                    <a:pt x="1" y="399"/>
                  </a:cubicBezTo>
                  <a:cubicBezTo>
                    <a:pt x="5" y="419"/>
                    <a:pt x="5" y="419"/>
                    <a:pt x="5" y="419"/>
                  </a:cubicBezTo>
                  <a:cubicBezTo>
                    <a:pt x="6" y="419"/>
                    <a:pt x="6" y="419"/>
                    <a:pt x="6" y="419"/>
                  </a:cubicBezTo>
                  <a:cubicBezTo>
                    <a:pt x="6" y="428"/>
                    <a:pt x="6" y="428"/>
                    <a:pt x="6" y="428"/>
                  </a:cubicBezTo>
                  <a:cubicBezTo>
                    <a:pt x="11" y="437"/>
                    <a:pt x="11" y="437"/>
                    <a:pt x="11" y="437"/>
                  </a:cubicBezTo>
                  <a:cubicBezTo>
                    <a:pt x="25" y="447"/>
                    <a:pt x="25" y="447"/>
                    <a:pt x="25" y="447"/>
                  </a:cubicBezTo>
                  <a:cubicBezTo>
                    <a:pt x="46" y="442"/>
                    <a:pt x="46" y="442"/>
                    <a:pt x="46" y="442"/>
                  </a:cubicBezTo>
                  <a:cubicBezTo>
                    <a:pt x="57" y="435"/>
                    <a:pt x="57" y="435"/>
                    <a:pt x="57" y="435"/>
                  </a:cubicBezTo>
                  <a:cubicBezTo>
                    <a:pt x="58" y="435"/>
                    <a:pt x="58" y="435"/>
                    <a:pt x="58" y="435"/>
                  </a:cubicBezTo>
                  <a:cubicBezTo>
                    <a:pt x="68" y="435"/>
                    <a:pt x="68" y="435"/>
                    <a:pt x="68" y="435"/>
                  </a:cubicBezTo>
                  <a:cubicBezTo>
                    <a:pt x="73" y="448"/>
                    <a:pt x="73" y="448"/>
                    <a:pt x="73" y="448"/>
                  </a:cubicBezTo>
                  <a:cubicBezTo>
                    <a:pt x="77" y="451"/>
                    <a:pt x="80" y="455"/>
                    <a:pt x="81" y="459"/>
                  </a:cubicBezTo>
                  <a:cubicBezTo>
                    <a:pt x="86" y="458"/>
                    <a:pt x="86" y="458"/>
                    <a:pt x="86" y="458"/>
                  </a:cubicBezTo>
                  <a:cubicBezTo>
                    <a:pt x="87" y="458"/>
                    <a:pt x="87" y="458"/>
                    <a:pt x="87" y="458"/>
                  </a:cubicBezTo>
                  <a:cubicBezTo>
                    <a:pt x="89" y="458"/>
                    <a:pt x="89" y="458"/>
                    <a:pt x="89" y="458"/>
                  </a:cubicBezTo>
                  <a:cubicBezTo>
                    <a:pt x="89" y="457"/>
                    <a:pt x="89" y="457"/>
                    <a:pt x="89" y="457"/>
                  </a:cubicBezTo>
                  <a:cubicBezTo>
                    <a:pt x="99" y="449"/>
                    <a:pt x="99" y="449"/>
                    <a:pt x="99" y="449"/>
                  </a:cubicBezTo>
                  <a:cubicBezTo>
                    <a:pt x="108" y="465"/>
                    <a:pt x="108" y="465"/>
                    <a:pt x="108" y="465"/>
                  </a:cubicBezTo>
                  <a:cubicBezTo>
                    <a:pt x="118" y="471"/>
                    <a:pt x="118" y="471"/>
                    <a:pt x="118" y="471"/>
                  </a:cubicBezTo>
                  <a:cubicBezTo>
                    <a:pt x="131" y="471"/>
                    <a:pt x="131" y="471"/>
                    <a:pt x="131" y="471"/>
                  </a:cubicBezTo>
                  <a:cubicBezTo>
                    <a:pt x="142" y="470"/>
                    <a:pt x="142" y="470"/>
                    <a:pt x="142" y="470"/>
                  </a:cubicBezTo>
                  <a:cubicBezTo>
                    <a:pt x="144" y="470"/>
                    <a:pt x="144" y="470"/>
                    <a:pt x="144" y="470"/>
                  </a:cubicBezTo>
                  <a:cubicBezTo>
                    <a:pt x="169" y="473"/>
                    <a:pt x="169" y="473"/>
                    <a:pt x="169" y="473"/>
                  </a:cubicBezTo>
                  <a:cubicBezTo>
                    <a:pt x="169" y="473"/>
                    <a:pt x="169" y="473"/>
                    <a:pt x="169" y="473"/>
                  </a:cubicBezTo>
                  <a:cubicBezTo>
                    <a:pt x="169" y="474"/>
                    <a:pt x="169" y="474"/>
                    <a:pt x="169" y="474"/>
                  </a:cubicBezTo>
                  <a:cubicBezTo>
                    <a:pt x="180" y="480"/>
                    <a:pt x="180" y="480"/>
                    <a:pt x="180" y="480"/>
                  </a:cubicBezTo>
                  <a:cubicBezTo>
                    <a:pt x="180" y="481"/>
                    <a:pt x="180" y="481"/>
                    <a:pt x="180" y="481"/>
                  </a:cubicBezTo>
                  <a:cubicBezTo>
                    <a:pt x="189" y="488"/>
                    <a:pt x="189" y="488"/>
                    <a:pt x="189" y="488"/>
                  </a:cubicBezTo>
                  <a:cubicBezTo>
                    <a:pt x="189" y="488"/>
                    <a:pt x="189" y="488"/>
                    <a:pt x="189" y="488"/>
                  </a:cubicBezTo>
                  <a:cubicBezTo>
                    <a:pt x="195" y="495"/>
                    <a:pt x="195" y="495"/>
                    <a:pt x="195" y="495"/>
                  </a:cubicBezTo>
                  <a:cubicBezTo>
                    <a:pt x="202" y="498"/>
                    <a:pt x="202" y="498"/>
                    <a:pt x="202" y="498"/>
                  </a:cubicBezTo>
                  <a:cubicBezTo>
                    <a:pt x="213" y="497"/>
                    <a:pt x="213" y="497"/>
                    <a:pt x="213" y="497"/>
                  </a:cubicBezTo>
                  <a:cubicBezTo>
                    <a:pt x="213" y="482"/>
                    <a:pt x="213" y="482"/>
                    <a:pt x="213" y="482"/>
                  </a:cubicBezTo>
                  <a:cubicBezTo>
                    <a:pt x="207" y="473"/>
                    <a:pt x="207" y="473"/>
                    <a:pt x="207" y="473"/>
                  </a:cubicBezTo>
                  <a:cubicBezTo>
                    <a:pt x="206" y="473"/>
                    <a:pt x="206" y="473"/>
                    <a:pt x="206" y="473"/>
                  </a:cubicBezTo>
                  <a:cubicBezTo>
                    <a:pt x="206" y="472"/>
                    <a:pt x="206" y="472"/>
                    <a:pt x="206" y="472"/>
                  </a:cubicBezTo>
                  <a:cubicBezTo>
                    <a:pt x="202" y="454"/>
                    <a:pt x="202" y="454"/>
                    <a:pt x="202" y="454"/>
                  </a:cubicBezTo>
                  <a:cubicBezTo>
                    <a:pt x="212" y="444"/>
                    <a:pt x="212" y="444"/>
                    <a:pt x="212" y="444"/>
                  </a:cubicBezTo>
                  <a:cubicBezTo>
                    <a:pt x="213" y="444"/>
                    <a:pt x="213" y="444"/>
                    <a:pt x="213" y="444"/>
                  </a:cubicBezTo>
                  <a:cubicBezTo>
                    <a:pt x="213" y="444"/>
                    <a:pt x="213" y="444"/>
                    <a:pt x="213" y="444"/>
                  </a:cubicBezTo>
                  <a:cubicBezTo>
                    <a:pt x="222" y="442"/>
                    <a:pt x="222" y="442"/>
                    <a:pt x="222" y="442"/>
                  </a:cubicBezTo>
                  <a:cubicBezTo>
                    <a:pt x="231" y="442"/>
                    <a:pt x="231" y="442"/>
                    <a:pt x="231" y="442"/>
                  </a:cubicBezTo>
                  <a:cubicBezTo>
                    <a:pt x="233" y="439"/>
                    <a:pt x="233" y="439"/>
                    <a:pt x="233" y="439"/>
                  </a:cubicBezTo>
                  <a:cubicBezTo>
                    <a:pt x="228" y="431"/>
                    <a:pt x="228" y="431"/>
                    <a:pt x="228" y="431"/>
                  </a:cubicBezTo>
                  <a:cubicBezTo>
                    <a:pt x="208" y="418"/>
                    <a:pt x="208" y="418"/>
                    <a:pt x="208" y="418"/>
                  </a:cubicBezTo>
                  <a:cubicBezTo>
                    <a:pt x="203" y="411"/>
                    <a:pt x="203" y="411"/>
                    <a:pt x="203" y="411"/>
                  </a:cubicBezTo>
                  <a:cubicBezTo>
                    <a:pt x="202" y="410"/>
                    <a:pt x="202" y="410"/>
                    <a:pt x="202" y="410"/>
                  </a:cubicBezTo>
                  <a:cubicBezTo>
                    <a:pt x="202" y="409"/>
                    <a:pt x="202" y="409"/>
                    <a:pt x="202" y="409"/>
                  </a:cubicBezTo>
                  <a:cubicBezTo>
                    <a:pt x="202" y="408"/>
                    <a:pt x="202" y="408"/>
                    <a:pt x="202" y="408"/>
                  </a:cubicBezTo>
                  <a:cubicBezTo>
                    <a:pt x="208" y="397"/>
                    <a:pt x="208" y="397"/>
                    <a:pt x="208" y="397"/>
                  </a:cubicBezTo>
                  <a:cubicBezTo>
                    <a:pt x="209" y="399"/>
                    <a:pt x="209" y="399"/>
                    <a:pt x="209" y="399"/>
                  </a:cubicBezTo>
                  <a:cubicBezTo>
                    <a:pt x="223" y="402"/>
                    <a:pt x="223" y="402"/>
                    <a:pt x="223" y="402"/>
                  </a:cubicBezTo>
                  <a:cubicBezTo>
                    <a:pt x="260" y="401"/>
                    <a:pt x="260" y="401"/>
                    <a:pt x="260" y="401"/>
                  </a:cubicBezTo>
                  <a:cubicBezTo>
                    <a:pt x="260" y="402"/>
                    <a:pt x="260" y="402"/>
                    <a:pt x="260" y="402"/>
                  </a:cubicBezTo>
                  <a:cubicBezTo>
                    <a:pt x="261" y="402"/>
                    <a:pt x="261" y="402"/>
                    <a:pt x="261" y="402"/>
                  </a:cubicBezTo>
                  <a:cubicBezTo>
                    <a:pt x="271" y="405"/>
                    <a:pt x="271" y="405"/>
                    <a:pt x="271" y="405"/>
                  </a:cubicBezTo>
                  <a:cubicBezTo>
                    <a:pt x="278" y="399"/>
                    <a:pt x="278" y="399"/>
                    <a:pt x="278" y="399"/>
                  </a:cubicBezTo>
                  <a:cubicBezTo>
                    <a:pt x="275" y="377"/>
                    <a:pt x="275" y="377"/>
                    <a:pt x="275" y="377"/>
                  </a:cubicBezTo>
                  <a:cubicBezTo>
                    <a:pt x="262" y="369"/>
                    <a:pt x="262" y="369"/>
                    <a:pt x="262" y="369"/>
                  </a:cubicBezTo>
                  <a:cubicBezTo>
                    <a:pt x="251" y="363"/>
                    <a:pt x="247" y="348"/>
                    <a:pt x="249" y="323"/>
                  </a:cubicBezTo>
                  <a:cubicBezTo>
                    <a:pt x="238" y="317"/>
                    <a:pt x="238" y="317"/>
                    <a:pt x="238" y="317"/>
                  </a:cubicBezTo>
                  <a:cubicBezTo>
                    <a:pt x="237" y="317"/>
                    <a:pt x="237" y="317"/>
                    <a:pt x="237" y="317"/>
                  </a:cubicBezTo>
                  <a:cubicBezTo>
                    <a:pt x="235" y="317"/>
                    <a:pt x="235" y="317"/>
                    <a:pt x="235" y="317"/>
                  </a:cubicBezTo>
                  <a:cubicBezTo>
                    <a:pt x="235" y="315"/>
                    <a:pt x="235" y="315"/>
                    <a:pt x="235" y="315"/>
                  </a:cubicBezTo>
                  <a:cubicBezTo>
                    <a:pt x="235" y="315"/>
                    <a:pt x="235" y="315"/>
                    <a:pt x="235" y="315"/>
                  </a:cubicBezTo>
                  <a:cubicBezTo>
                    <a:pt x="233" y="297"/>
                    <a:pt x="233" y="297"/>
                    <a:pt x="233" y="297"/>
                  </a:cubicBezTo>
                  <a:cubicBezTo>
                    <a:pt x="249" y="226"/>
                    <a:pt x="249" y="226"/>
                    <a:pt x="249" y="226"/>
                  </a:cubicBezTo>
                  <a:cubicBezTo>
                    <a:pt x="242" y="206"/>
                    <a:pt x="239" y="192"/>
                    <a:pt x="239" y="185"/>
                  </a:cubicBezTo>
                  <a:cubicBezTo>
                    <a:pt x="237" y="164"/>
                    <a:pt x="237" y="164"/>
                    <a:pt x="237" y="164"/>
                  </a:cubicBezTo>
                  <a:cubicBezTo>
                    <a:pt x="239" y="142"/>
                    <a:pt x="239" y="142"/>
                    <a:pt x="239" y="142"/>
                  </a:cubicBezTo>
                  <a:cubicBezTo>
                    <a:pt x="239" y="140"/>
                    <a:pt x="239" y="140"/>
                    <a:pt x="239" y="140"/>
                  </a:cubicBezTo>
                  <a:cubicBezTo>
                    <a:pt x="240" y="139"/>
                    <a:pt x="240" y="139"/>
                    <a:pt x="240" y="139"/>
                  </a:cubicBezTo>
                  <a:cubicBezTo>
                    <a:pt x="254" y="128"/>
                    <a:pt x="254" y="128"/>
                    <a:pt x="254" y="128"/>
                  </a:cubicBezTo>
                  <a:cubicBezTo>
                    <a:pt x="254" y="117"/>
                    <a:pt x="254" y="117"/>
                    <a:pt x="254" y="117"/>
                  </a:cubicBezTo>
                  <a:cubicBezTo>
                    <a:pt x="254" y="115"/>
                    <a:pt x="253" y="111"/>
                    <a:pt x="249" y="105"/>
                  </a:cubicBezTo>
                  <a:cubicBezTo>
                    <a:pt x="240" y="95"/>
                    <a:pt x="240" y="95"/>
                    <a:pt x="240" y="95"/>
                  </a:cubicBezTo>
                  <a:cubicBezTo>
                    <a:pt x="239" y="95"/>
                    <a:pt x="239" y="95"/>
                    <a:pt x="239" y="95"/>
                  </a:cubicBezTo>
                  <a:cubicBezTo>
                    <a:pt x="239" y="93"/>
                    <a:pt x="239" y="93"/>
                    <a:pt x="239" y="93"/>
                  </a:cubicBezTo>
                  <a:cubicBezTo>
                    <a:pt x="237" y="77"/>
                    <a:pt x="237" y="77"/>
                    <a:pt x="237" y="77"/>
                  </a:cubicBezTo>
                  <a:cubicBezTo>
                    <a:pt x="237" y="76"/>
                    <a:pt x="237" y="76"/>
                    <a:pt x="237" y="76"/>
                  </a:cubicBezTo>
                  <a:cubicBezTo>
                    <a:pt x="237" y="75"/>
                    <a:pt x="237" y="75"/>
                    <a:pt x="237" y="75"/>
                  </a:cubicBezTo>
                  <a:cubicBezTo>
                    <a:pt x="238" y="75"/>
                    <a:pt x="238" y="75"/>
                    <a:pt x="238" y="75"/>
                  </a:cubicBezTo>
                  <a:cubicBezTo>
                    <a:pt x="238" y="74"/>
                    <a:pt x="238" y="74"/>
                    <a:pt x="238" y="74"/>
                  </a:cubicBezTo>
                  <a:cubicBezTo>
                    <a:pt x="256" y="51"/>
                    <a:pt x="256" y="51"/>
                    <a:pt x="256" y="51"/>
                  </a:cubicBezTo>
                  <a:cubicBezTo>
                    <a:pt x="256" y="42"/>
                    <a:pt x="256" y="42"/>
                    <a:pt x="256" y="42"/>
                  </a:cubicBezTo>
                  <a:cubicBezTo>
                    <a:pt x="251" y="31"/>
                    <a:pt x="251" y="31"/>
                    <a:pt x="251" y="31"/>
                  </a:cubicBezTo>
                  <a:cubicBezTo>
                    <a:pt x="251" y="31"/>
                    <a:pt x="251" y="31"/>
                    <a:pt x="251" y="31"/>
                  </a:cubicBezTo>
                  <a:cubicBezTo>
                    <a:pt x="250" y="29"/>
                    <a:pt x="250" y="29"/>
                    <a:pt x="250" y="29"/>
                  </a:cubicBezTo>
                  <a:cubicBezTo>
                    <a:pt x="259" y="18"/>
                    <a:pt x="259" y="18"/>
                    <a:pt x="259" y="18"/>
                  </a:cubicBezTo>
                  <a:cubicBezTo>
                    <a:pt x="259" y="17"/>
                    <a:pt x="259" y="17"/>
                    <a:pt x="259" y="17"/>
                  </a:cubicBezTo>
                  <a:cubicBezTo>
                    <a:pt x="260" y="17"/>
                    <a:pt x="260" y="17"/>
                    <a:pt x="260" y="17"/>
                  </a:cubicBezTo>
                  <a:cubicBezTo>
                    <a:pt x="269" y="10"/>
                    <a:pt x="269" y="10"/>
                    <a:pt x="269" y="10"/>
                  </a:cubicBezTo>
                  <a:cubicBezTo>
                    <a:pt x="268" y="1"/>
                    <a:pt x="268" y="1"/>
                    <a:pt x="268" y="1"/>
                  </a:cubicBezTo>
                  <a:cubicBezTo>
                    <a:pt x="263" y="1"/>
                    <a:pt x="263" y="1"/>
                    <a:pt x="263" y="1"/>
                  </a:cubicBezTo>
                  <a:cubicBezTo>
                    <a:pt x="255" y="0"/>
                    <a:pt x="255" y="0"/>
                    <a:pt x="255" y="0"/>
                  </a:cubicBezTo>
                  <a:cubicBezTo>
                    <a:pt x="251" y="16"/>
                    <a:pt x="251" y="16"/>
                    <a:pt x="251" y="16"/>
                  </a:cubicBezTo>
                  <a:cubicBezTo>
                    <a:pt x="249" y="15"/>
                    <a:pt x="249" y="15"/>
                    <a:pt x="249" y="15"/>
                  </a:cubicBezTo>
                  <a:cubicBezTo>
                    <a:pt x="231" y="8"/>
                    <a:pt x="231" y="8"/>
                    <a:pt x="231" y="8"/>
                  </a:cubicBezTo>
                  <a:cubicBezTo>
                    <a:pt x="220" y="6"/>
                    <a:pt x="220" y="6"/>
                    <a:pt x="220" y="6"/>
                  </a:cubicBezTo>
                  <a:cubicBezTo>
                    <a:pt x="224" y="24"/>
                    <a:pt x="224" y="24"/>
                    <a:pt x="224" y="24"/>
                  </a:cubicBezTo>
                  <a:cubicBezTo>
                    <a:pt x="209" y="28"/>
                    <a:pt x="209" y="28"/>
                    <a:pt x="209" y="28"/>
                  </a:cubicBezTo>
                  <a:cubicBezTo>
                    <a:pt x="187" y="40"/>
                    <a:pt x="187" y="40"/>
                    <a:pt x="187" y="40"/>
                  </a:cubicBezTo>
                  <a:cubicBezTo>
                    <a:pt x="180" y="49"/>
                    <a:pt x="180" y="49"/>
                    <a:pt x="180" y="49"/>
                  </a:cubicBezTo>
                  <a:cubicBezTo>
                    <a:pt x="180" y="50"/>
                    <a:pt x="180" y="50"/>
                    <a:pt x="180" y="50"/>
                  </a:cubicBezTo>
                  <a:cubicBezTo>
                    <a:pt x="180" y="50"/>
                    <a:pt x="180" y="50"/>
                    <a:pt x="180" y="50"/>
                  </a:cubicBezTo>
                  <a:cubicBezTo>
                    <a:pt x="168" y="60"/>
                    <a:pt x="168" y="60"/>
                    <a:pt x="168" y="60"/>
                  </a:cubicBezTo>
                  <a:cubicBezTo>
                    <a:pt x="166" y="77"/>
                    <a:pt x="166" y="77"/>
                    <a:pt x="166" y="77"/>
                  </a:cubicBezTo>
                  <a:cubicBezTo>
                    <a:pt x="166" y="78"/>
                    <a:pt x="166" y="78"/>
                    <a:pt x="166" y="78"/>
                  </a:cubicBezTo>
                  <a:cubicBezTo>
                    <a:pt x="160" y="102"/>
                    <a:pt x="160" y="102"/>
                    <a:pt x="160" y="102"/>
                  </a:cubicBezTo>
                  <a:cubicBezTo>
                    <a:pt x="160" y="102"/>
                    <a:pt x="160" y="102"/>
                    <a:pt x="160" y="102"/>
                  </a:cubicBezTo>
                  <a:cubicBezTo>
                    <a:pt x="158" y="113"/>
                    <a:pt x="158" y="113"/>
                    <a:pt x="158" y="113"/>
                  </a:cubicBezTo>
                  <a:cubicBezTo>
                    <a:pt x="158" y="113"/>
                    <a:pt x="158" y="113"/>
                    <a:pt x="158" y="113"/>
                  </a:cubicBezTo>
                  <a:cubicBezTo>
                    <a:pt x="157" y="114"/>
                    <a:pt x="157" y="114"/>
                    <a:pt x="157" y="114"/>
                  </a:cubicBezTo>
                  <a:cubicBezTo>
                    <a:pt x="149" y="124"/>
                    <a:pt x="149" y="124"/>
                    <a:pt x="149" y="124"/>
                  </a:cubicBezTo>
                  <a:cubicBezTo>
                    <a:pt x="149" y="124"/>
                    <a:pt x="149" y="124"/>
                    <a:pt x="149" y="124"/>
                  </a:cubicBezTo>
                  <a:cubicBezTo>
                    <a:pt x="149" y="125"/>
                    <a:pt x="149" y="125"/>
                    <a:pt x="149" y="125"/>
                  </a:cubicBezTo>
                  <a:cubicBezTo>
                    <a:pt x="148" y="126"/>
                    <a:pt x="148" y="126"/>
                    <a:pt x="148" y="126"/>
                  </a:cubicBezTo>
                  <a:cubicBezTo>
                    <a:pt x="147" y="126"/>
                    <a:pt x="147" y="126"/>
                    <a:pt x="147" y="126"/>
                  </a:cubicBezTo>
                  <a:cubicBezTo>
                    <a:pt x="131" y="128"/>
                    <a:pt x="131" y="128"/>
                    <a:pt x="131" y="128"/>
                  </a:cubicBezTo>
                  <a:cubicBezTo>
                    <a:pt x="131" y="128"/>
                    <a:pt x="131" y="128"/>
                    <a:pt x="131" y="128"/>
                  </a:cubicBezTo>
                  <a:cubicBezTo>
                    <a:pt x="130" y="128"/>
                    <a:pt x="130" y="128"/>
                    <a:pt x="130" y="128"/>
                  </a:cubicBezTo>
                  <a:cubicBezTo>
                    <a:pt x="105" y="120"/>
                    <a:pt x="105" y="120"/>
                    <a:pt x="105" y="120"/>
                  </a:cubicBezTo>
                  <a:cubicBezTo>
                    <a:pt x="104" y="119"/>
                    <a:pt x="104" y="119"/>
                    <a:pt x="104" y="119"/>
                  </a:cubicBezTo>
                  <a:lnTo>
                    <a:pt x="93" y="113"/>
                  </a:lnTo>
                  <a:close/>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44" name="Freeform 10"/>
            <p:cNvSpPr/>
            <p:nvPr/>
          </p:nvSpPr>
          <p:spPr bwMode="auto">
            <a:xfrm>
              <a:off x="2915996" y="2718383"/>
              <a:ext cx="233826" cy="392583"/>
            </a:xfrm>
            <a:custGeom>
              <a:avLst/>
              <a:gdLst>
                <a:gd name="T0" fmla="*/ 80 w 158"/>
                <a:gd name="T1" fmla="*/ 50 h 263"/>
                <a:gd name="T2" fmla="*/ 80 w 158"/>
                <a:gd name="T3" fmla="*/ 74 h 263"/>
                <a:gd name="T4" fmla="*/ 71 w 158"/>
                <a:gd name="T5" fmla="*/ 94 h 263"/>
                <a:gd name="T6" fmla="*/ 65 w 158"/>
                <a:gd name="T7" fmla="*/ 106 h 263"/>
                <a:gd name="T8" fmla="*/ 63 w 158"/>
                <a:gd name="T9" fmla="*/ 106 h 263"/>
                <a:gd name="T10" fmla="*/ 37 w 158"/>
                <a:gd name="T11" fmla="*/ 112 h 263"/>
                <a:gd name="T12" fmla="*/ 0 w 158"/>
                <a:gd name="T13" fmla="*/ 116 h 263"/>
                <a:gd name="T14" fmla="*/ 31 w 158"/>
                <a:gd name="T15" fmla="*/ 123 h 263"/>
                <a:gd name="T16" fmla="*/ 34 w 158"/>
                <a:gd name="T17" fmla="*/ 123 h 263"/>
                <a:gd name="T18" fmla="*/ 35 w 158"/>
                <a:gd name="T19" fmla="*/ 125 h 263"/>
                <a:gd name="T20" fmla="*/ 48 w 158"/>
                <a:gd name="T21" fmla="*/ 145 h 263"/>
                <a:gd name="T22" fmla="*/ 52 w 158"/>
                <a:gd name="T23" fmla="*/ 178 h 263"/>
                <a:gd name="T24" fmla="*/ 61 w 158"/>
                <a:gd name="T25" fmla="*/ 186 h 263"/>
                <a:gd name="T26" fmla="*/ 62 w 158"/>
                <a:gd name="T27" fmla="*/ 186 h 263"/>
                <a:gd name="T28" fmla="*/ 66 w 158"/>
                <a:gd name="T29" fmla="*/ 208 h 263"/>
                <a:gd name="T30" fmla="*/ 60 w 158"/>
                <a:gd name="T31" fmla="*/ 221 h 263"/>
                <a:gd name="T32" fmla="*/ 70 w 158"/>
                <a:gd name="T33" fmla="*/ 233 h 263"/>
                <a:gd name="T34" fmla="*/ 91 w 158"/>
                <a:gd name="T35" fmla="*/ 252 h 263"/>
                <a:gd name="T36" fmla="*/ 107 w 158"/>
                <a:gd name="T37" fmla="*/ 263 h 263"/>
                <a:gd name="T38" fmla="*/ 105 w 158"/>
                <a:gd name="T39" fmla="*/ 248 h 263"/>
                <a:gd name="T40" fmla="*/ 111 w 158"/>
                <a:gd name="T41" fmla="*/ 235 h 263"/>
                <a:gd name="T42" fmla="*/ 122 w 158"/>
                <a:gd name="T43" fmla="*/ 231 h 263"/>
                <a:gd name="T44" fmla="*/ 123 w 158"/>
                <a:gd name="T45" fmla="*/ 232 h 263"/>
                <a:gd name="T46" fmla="*/ 134 w 158"/>
                <a:gd name="T47" fmla="*/ 230 h 263"/>
                <a:gd name="T48" fmla="*/ 136 w 158"/>
                <a:gd name="T49" fmla="*/ 211 h 263"/>
                <a:gd name="T50" fmla="*/ 127 w 158"/>
                <a:gd name="T51" fmla="*/ 200 h 263"/>
                <a:gd name="T52" fmla="*/ 118 w 158"/>
                <a:gd name="T53" fmla="*/ 199 h 263"/>
                <a:gd name="T54" fmla="*/ 114 w 158"/>
                <a:gd name="T55" fmla="*/ 181 h 263"/>
                <a:gd name="T56" fmla="*/ 116 w 158"/>
                <a:gd name="T57" fmla="*/ 144 h 263"/>
                <a:gd name="T58" fmla="*/ 142 w 158"/>
                <a:gd name="T59" fmla="*/ 138 h 263"/>
                <a:gd name="T60" fmla="*/ 158 w 158"/>
                <a:gd name="T61" fmla="*/ 93 h 263"/>
                <a:gd name="T62" fmla="*/ 145 w 158"/>
                <a:gd name="T63" fmla="*/ 82 h 263"/>
                <a:gd name="T64" fmla="*/ 143 w 158"/>
                <a:gd name="T65" fmla="*/ 83 h 263"/>
                <a:gd name="T66" fmla="*/ 131 w 158"/>
                <a:gd name="T67" fmla="*/ 83 h 263"/>
                <a:gd name="T68" fmla="*/ 123 w 158"/>
                <a:gd name="T69" fmla="*/ 73 h 263"/>
                <a:gd name="T70" fmla="*/ 122 w 158"/>
                <a:gd name="T71" fmla="*/ 72 h 263"/>
                <a:gd name="T72" fmla="*/ 125 w 158"/>
                <a:gd name="T73" fmla="*/ 45 h 263"/>
                <a:gd name="T74" fmla="*/ 131 w 158"/>
                <a:gd name="T75" fmla="*/ 32 h 263"/>
                <a:gd name="T76" fmla="*/ 135 w 158"/>
                <a:gd name="T77" fmla="*/ 17 h 263"/>
                <a:gd name="T78" fmla="*/ 111 w 158"/>
                <a:gd name="T79" fmla="*/ 0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58" h="263">
                  <a:moveTo>
                    <a:pt x="92" y="16"/>
                  </a:moveTo>
                  <a:cubicBezTo>
                    <a:pt x="80" y="50"/>
                    <a:pt x="80" y="50"/>
                    <a:pt x="80" y="50"/>
                  </a:cubicBezTo>
                  <a:cubicBezTo>
                    <a:pt x="80" y="73"/>
                    <a:pt x="80" y="73"/>
                    <a:pt x="80" y="73"/>
                  </a:cubicBezTo>
                  <a:cubicBezTo>
                    <a:pt x="80" y="74"/>
                    <a:pt x="80" y="74"/>
                    <a:pt x="80" y="74"/>
                  </a:cubicBezTo>
                  <a:cubicBezTo>
                    <a:pt x="73" y="86"/>
                    <a:pt x="73" y="86"/>
                    <a:pt x="73" y="86"/>
                  </a:cubicBezTo>
                  <a:cubicBezTo>
                    <a:pt x="71" y="94"/>
                    <a:pt x="71" y="94"/>
                    <a:pt x="71" y="94"/>
                  </a:cubicBezTo>
                  <a:cubicBezTo>
                    <a:pt x="73" y="99"/>
                    <a:pt x="71" y="103"/>
                    <a:pt x="66" y="106"/>
                  </a:cubicBezTo>
                  <a:cubicBezTo>
                    <a:pt x="65" y="106"/>
                    <a:pt x="65" y="106"/>
                    <a:pt x="65" y="106"/>
                  </a:cubicBezTo>
                  <a:cubicBezTo>
                    <a:pt x="64" y="106"/>
                    <a:pt x="64" y="106"/>
                    <a:pt x="64" y="106"/>
                  </a:cubicBezTo>
                  <a:cubicBezTo>
                    <a:pt x="63" y="106"/>
                    <a:pt x="63" y="106"/>
                    <a:pt x="63" y="106"/>
                  </a:cubicBezTo>
                  <a:cubicBezTo>
                    <a:pt x="46" y="103"/>
                    <a:pt x="46" y="103"/>
                    <a:pt x="46" y="103"/>
                  </a:cubicBezTo>
                  <a:cubicBezTo>
                    <a:pt x="37" y="112"/>
                    <a:pt x="37" y="112"/>
                    <a:pt x="37" y="112"/>
                  </a:cubicBezTo>
                  <a:cubicBezTo>
                    <a:pt x="11" y="116"/>
                    <a:pt x="11" y="116"/>
                    <a:pt x="11" y="116"/>
                  </a:cubicBezTo>
                  <a:cubicBezTo>
                    <a:pt x="0" y="116"/>
                    <a:pt x="0" y="116"/>
                    <a:pt x="0" y="116"/>
                  </a:cubicBezTo>
                  <a:cubicBezTo>
                    <a:pt x="7" y="121"/>
                    <a:pt x="7" y="121"/>
                    <a:pt x="7" y="121"/>
                  </a:cubicBezTo>
                  <a:cubicBezTo>
                    <a:pt x="31" y="123"/>
                    <a:pt x="31" y="123"/>
                    <a:pt x="31" y="123"/>
                  </a:cubicBezTo>
                  <a:cubicBezTo>
                    <a:pt x="33" y="123"/>
                    <a:pt x="33" y="123"/>
                    <a:pt x="33" y="123"/>
                  </a:cubicBezTo>
                  <a:cubicBezTo>
                    <a:pt x="34" y="123"/>
                    <a:pt x="34" y="123"/>
                    <a:pt x="34" y="123"/>
                  </a:cubicBezTo>
                  <a:cubicBezTo>
                    <a:pt x="35" y="124"/>
                    <a:pt x="35" y="124"/>
                    <a:pt x="35" y="124"/>
                  </a:cubicBezTo>
                  <a:cubicBezTo>
                    <a:pt x="35" y="125"/>
                    <a:pt x="35" y="125"/>
                    <a:pt x="35" y="125"/>
                  </a:cubicBezTo>
                  <a:cubicBezTo>
                    <a:pt x="41" y="140"/>
                    <a:pt x="41" y="140"/>
                    <a:pt x="41" y="140"/>
                  </a:cubicBezTo>
                  <a:cubicBezTo>
                    <a:pt x="48" y="145"/>
                    <a:pt x="48" y="145"/>
                    <a:pt x="48" y="145"/>
                  </a:cubicBezTo>
                  <a:cubicBezTo>
                    <a:pt x="50" y="148"/>
                    <a:pt x="51" y="152"/>
                    <a:pt x="51" y="159"/>
                  </a:cubicBezTo>
                  <a:cubicBezTo>
                    <a:pt x="52" y="178"/>
                    <a:pt x="52" y="178"/>
                    <a:pt x="52" y="178"/>
                  </a:cubicBezTo>
                  <a:cubicBezTo>
                    <a:pt x="60" y="186"/>
                    <a:pt x="60" y="186"/>
                    <a:pt x="60" y="186"/>
                  </a:cubicBezTo>
                  <a:cubicBezTo>
                    <a:pt x="61" y="186"/>
                    <a:pt x="61" y="186"/>
                    <a:pt x="61" y="186"/>
                  </a:cubicBezTo>
                  <a:cubicBezTo>
                    <a:pt x="61" y="186"/>
                    <a:pt x="61" y="186"/>
                    <a:pt x="61" y="186"/>
                  </a:cubicBezTo>
                  <a:cubicBezTo>
                    <a:pt x="62" y="186"/>
                    <a:pt x="62" y="186"/>
                    <a:pt x="62" y="186"/>
                  </a:cubicBezTo>
                  <a:cubicBezTo>
                    <a:pt x="66" y="200"/>
                    <a:pt x="66" y="200"/>
                    <a:pt x="66" y="200"/>
                  </a:cubicBezTo>
                  <a:cubicBezTo>
                    <a:pt x="66" y="208"/>
                    <a:pt x="66" y="208"/>
                    <a:pt x="66" y="208"/>
                  </a:cubicBezTo>
                  <a:cubicBezTo>
                    <a:pt x="61" y="214"/>
                    <a:pt x="61" y="214"/>
                    <a:pt x="61" y="214"/>
                  </a:cubicBezTo>
                  <a:cubicBezTo>
                    <a:pt x="60" y="221"/>
                    <a:pt x="60" y="221"/>
                    <a:pt x="60" y="221"/>
                  </a:cubicBezTo>
                  <a:cubicBezTo>
                    <a:pt x="62" y="228"/>
                    <a:pt x="62" y="228"/>
                    <a:pt x="62" y="228"/>
                  </a:cubicBezTo>
                  <a:cubicBezTo>
                    <a:pt x="70" y="233"/>
                    <a:pt x="70" y="233"/>
                    <a:pt x="70" y="233"/>
                  </a:cubicBezTo>
                  <a:cubicBezTo>
                    <a:pt x="79" y="237"/>
                    <a:pt x="84" y="239"/>
                    <a:pt x="86" y="242"/>
                  </a:cubicBezTo>
                  <a:cubicBezTo>
                    <a:pt x="91" y="252"/>
                    <a:pt x="91" y="252"/>
                    <a:pt x="91" y="252"/>
                  </a:cubicBezTo>
                  <a:cubicBezTo>
                    <a:pt x="96" y="255"/>
                    <a:pt x="99" y="258"/>
                    <a:pt x="100" y="261"/>
                  </a:cubicBezTo>
                  <a:cubicBezTo>
                    <a:pt x="107" y="263"/>
                    <a:pt x="107" y="263"/>
                    <a:pt x="107" y="263"/>
                  </a:cubicBezTo>
                  <a:cubicBezTo>
                    <a:pt x="107" y="263"/>
                    <a:pt x="107" y="263"/>
                    <a:pt x="107" y="263"/>
                  </a:cubicBezTo>
                  <a:cubicBezTo>
                    <a:pt x="105" y="248"/>
                    <a:pt x="105" y="248"/>
                    <a:pt x="105" y="248"/>
                  </a:cubicBezTo>
                  <a:cubicBezTo>
                    <a:pt x="104" y="244"/>
                    <a:pt x="104" y="241"/>
                    <a:pt x="105" y="239"/>
                  </a:cubicBezTo>
                  <a:cubicBezTo>
                    <a:pt x="107" y="237"/>
                    <a:pt x="108" y="236"/>
                    <a:pt x="111" y="235"/>
                  </a:cubicBezTo>
                  <a:cubicBezTo>
                    <a:pt x="121" y="232"/>
                    <a:pt x="121" y="232"/>
                    <a:pt x="121" y="232"/>
                  </a:cubicBezTo>
                  <a:cubicBezTo>
                    <a:pt x="122" y="231"/>
                    <a:pt x="122" y="231"/>
                    <a:pt x="122" y="231"/>
                  </a:cubicBezTo>
                  <a:cubicBezTo>
                    <a:pt x="122" y="231"/>
                    <a:pt x="122" y="231"/>
                    <a:pt x="122" y="231"/>
                  </a:cubicBezTo>
                  <a:cubicBezTo>
                    <a:pt x="123" y="232"/>
                    <a:pt x="123" y="232"/>
                    <a:pt x="123" y="232"/>
                  </a:cubicBezTo>
                  <a:cubicBezTo>
                    <a:pt x="128" y="233"/>
                    <a:pt x="128" y="233"/>
                    <a:pt x="128" y="233"/>
                  </a:cubicBezTo>
                  <a:cubicBezTo>
                    <a:pt x="134" y="230"/>
                    <a:pt x="134" y="230"/>
                    <a:pt x="134" y="230"/>
                  </a:cubicBezTo>
                  <a:cubicBezTo>
                    <a:pt x="134" y="228"/>
                    <a:pt x="134" y="228"/>
                    <a:pt x="134" y="228"/>
                  </a:cubicBezTo>
                  <a:cubicBezTo>
                    <a:pt x="136" y="211"/>
                    <a:pt x="136" y="211"/>
                    <a:pt x="136" y="211"/>
                  </a:cubicBezTo>
                  <a:cubicBezTo>
                    <a:pt x="132" y="203"/>
                    <a:pt x="132" y="203"/>
                    <a:pt x="132" y="203"/>
                  </a:cubicBezTo>
                  <a:cubicBezTo>
                    <a:pt x="127" y="200"/>
                    <a:pt x="127" y="200"/>
                    <a:pt x="127" y="200"/>
                  </a:cubicBezTo>
                  <a:cubicBezTo>
                    <a:pt x="120" y="199"/>
                    <a:pt x="120" y="199"/>
                    <a:pt x="120" y="199"/>
                  </a:cubicBezTo>
                  <a:cubicBezTo>
                    <a:pt x="118" y="199"/>
                    <a:pt x="118" y="199"/>
                    <a:pt x="118" y="199"/>
                  </a:cubicBezTo>
                  <a:cubicBezTo>
                    <a:pt x="117" y="199"/>
                    <a:pt x="117" y="199"/>
                    <a:pt x="117" y="199"/>
                  </a:cubicBezTo>
                  <a:cubicBezTo>
                    <a:pt x="114" y="181"/>
                    <a:pt x="114" y="181"/>
                    <a:pt x="114" y="181"/>
                  </a:cubicBezTo>
                  <a:cubicBezTo>
                    <a:pt x="115" y="146"/>
                    <a:pt x="115" y="146"/>
                    <a:pt x="115" y="146"/>
                  </a:cubicBezTo>
                  <a:cubicBezTo>
                    <a:pt x="116" y="144"/>
                    <a:pt x="116" y="144"/>
                    <a:pt x="116" y="144"/>
                  </a:cubicBezTo>
                  <a:cubicBezTo>
                    <a:pt x="127" y="130"/>
                    <a:pt x="127" y="130"/>
                    <a:pt x="127" y="130"/>
                  </a:cubicBezTo>
                  <a:cubicBezTo>
                    <a:pt x="142" y="138"/>
                    <a:pt x="142" y="138"/>
                    <a:pt x="142" y="138"/>
                  </a:cubicBezTo>
                  <a:cubicBezTo>
                    <a:pt x="151" y="138"/>
                    <a:pt x="151" y="138"/>
                    <a:pt x="151" y="138"/>
                  </a:cubicBezTo>
                  <a:cubicBezTo>
                    <a:pt x="158" y="93"/>
                    <a:pt x="158" y="93"/>
                    <a:pt x="158" y="93"/>
                  </a:cubicBezTo>
                  <a:cubicBezTo>
                    <a:pt x="156" y="88"/>
                    <a:pt x="154" y="85"/>
                    <a:pt x="149" y="83"/>
                  </a:cubicBezTo>
                  <a:cubicBezTo>
                    <a:pt x="145" y="82"/>
                    <a:pt x="145" y="82"/>
                    <a:pt x="145" y="82"/>
                  </a:cubicBezTo>
                  <a:cubicBezTo>
                    <a:pt x="145" y="83"/>
                    <a:pt x="145" y="83"/>
                    <a:pt x="145" y="83"/>
                  </a:cubicBezTo>
                  <a:cubicBezTo>
                    <a:pt x="143" y="83"/>
                    <a:pt x="143" y="83"/>
                    <a:pt x="143" y="83"/>
                  </a:cubicBezTo>
                  <a:cubicBezTo>
                    <a:pt x="132" y="85"/>
                    <a:pt x="132" y="85"/>
                    <a:pt x="132" y="85"/>
                  </a:cubicBezTo>
                  <a:cubicBezTo>
                    <a:pt x="131" y="83"/>
                    <a:pt x="131" y="83"/>
                    <a:pt x="131" y="83"/>
                  </a:cubicBezTo>
                  <a:cubicBezTo>
                    <a:pt x="131" y="83"/>
                    <a:pt x="131" y="83"/>
                    <a:pt x="131" y="83"/>
                  </a:cubicBezTo>
                  <a:cubicBezTo>
                    <a:pt x="123" y="73"/>
                    <a:pt x="123" y="73"/>
                    <a:pt x="123" y="73"/>
                  </a:cubicBezTo>
                  <a:cubicBezTo>
                    <a:pt x="123" y="72"/>
                    <a:pt x="123" y="72"/>
                    <a:pt x="123" y="72"/>
                  </a:cubicBezTo>
                  <a:cubicBezTo>
                    <a:pt x="122" y="72"/>
                    <a:pt x="122" y="72"/>
                    <a:pt x="122" y="72"/>
                  </a:cubicBezTo>
                  <a:cubicBezTo>
                    <a:pt x="122" y="54"/>
                    <a:pt x="122" y="54"/>
                    <a:pt x="122" y="54"/>
                  </a:cubicBezTo>
                  <a:cubicBezTo>
                    <a:pt x="125" y="45"/>
                    <a:pt x="125" y="45"/>
                    <a:pt x="125" y="45"/>
                  </a:cubicBezTo>
                  <a:cubicBezTo>
                    <a:pt x="128" y="41"/>
                    <a:pt x="128" y="41"/>
                    <a:pt x="128" y="41"/>
                  </a:cubicBezTo>
                  <a:cubicBezTo>
                    <a:pt x="128" y="38"/>
                    <a:pt x="129" y="35"/>
                    <a:pt x="131" y="32"/>
                  </a:cubicBezTo>
                  <a:cubicBezTo>
                    <a:pt x="134" y="28"/>
                    <a:pt x="134" y="28"/>
                    <a:pt x="134" y="28"/>
                  </a:cubicBezTo>
                  <a:cubicBezTo>
                    <a:pt x="135" y="17"/>
                    <a:pt x="135" y="17"/>
                    <a:pt x="135" y="17"/>
                  </a:cubicBezTo>
                  <a:cubicBezTo>
                    <a:pt x="125" y="7"/>
                    <a:pt x="125" y="7"/>
                    <a:pt x="125" y="7"/>
                  </a:cubicBezTo>
                  <a:cubicBezTo>
                    <a:pt x="111" y="0"/>
                    <a:pt x="111" y="0"/>
                    <a:pt x="111" y="0"/>
                  </a:cubicBezTo>
                  <a:lnTo>
                    <a:pt x="92" y="16"/>
                  </a:lnTo>
                  <a:close/>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45" name="Freeform 11"/>
            <p:cNvSpPr/>
            <p:nvPr/>
          </p:nvSpPr>
          <p:spPr bwMode="auto">
            <a:xfrm>
              <a:off x="1765323" y="2685155"/>
              <a:ext cx="1041143" cy="748245"/>
            </a:xfrm>
            <a:custGeom>
              <a:avLst/>
              <a:gdLst>
                <a:gd name="T0" fmla="*/ 415 w 700"/>
                <a:gd name="T1" fmla="*/ 50 h 503"/>
                <a:gd name="T2" fmla="*/ 397 w 700"/>
                <a:gd name="T3" fmla="*/ 72 h 503"/>
                <a:gd name="T4" fmla="*/ 376 w 700"/>
                <a:gd name="T5" fmla="*/ 64 h 503"/>
                <a:gd name="T6" fmla="*/ 308 w 700"/>
                <a:gd name="T7" fmla="*/ 17 h 503"/>
                <a:gd name="T8" fmla="*/ 280 w 700"/>
                <a:gd name="T9" fmla="*/ 4 h 503"/>
                <a:gd name="T10" fmla="*/ 247 w 700"/>
                <a:gd name="T11" fmla="*/ 4 h 503"/>
                <a:gd name="T12" fmla="*/ 198 w 700"/>
                <a:gd name="T13" fmla="*/ 10 h 503"/>
                <a:gd name="T14" fmla="*/ 170 w 700"/>
                <a:gd name="T15" fmla="*/ 18 h 503"/>
                <a:gd name="T16" fmla="*/ 137 w 700"/>
                <a:gd name="T17" fmla="*/ 25 h 503"/>
                <a:gd name="T18" fmla="*/ 80 w 700"/>
                <a:gd name="T19" fmla="*/ 33 h 503"/>
                <a:gd name="T20" fmla="*/ 75 w 700"/>
                <a:gd name="T21" fmla="*/ 57 h 503"/>
                <a:gd name="T22" fmla="*/ 95 w 700"/>
                <a:gd name="T23" fmla="*/ 89 h 503"/>
                <a:gd name="T24" fmla="*/ 111 w 700"/>
                <a:gd name="T25" fmla="*/ 123 h 503"/>
                <a:gd name="T26" fmla="*/ 97 w 700"/>
                <a:gd name="T27" fmla="*/ 169 h 503"/>
                <a:gd name="T28" fmla="*/ 91 w 700"/>
                <a:gd name="T29" fmla="*/ 184 h 503"/>
                <a:gd name="T30" fmla="*/ 51 w 700"/>
                <a:gd name="T31" fmla="*/ 181 h 503"/>
                <a:gd name="T32" fmla="*/ 17 w 700"/>
                <a:gd name="T33" fmla="*/ 209 h 503"/>
                <a:gd name="T34" fmla="*/ 5 w 700"/>
                <a:gd name="T35" fmla="*/ 226 h 503"/>
                <a:gd name="T36" fmla="*/ 16 w 700"/>
                <a:gd name="T37" fmla="*/ 269 h 503"/>
                <a:gd name="T38" fmla="*/ 0 w 700"/>
                <a:gd name="T39" fmla="*/ 312 h 503"/>
                <a:gd name="T40" fmla="*/ 23 w 700"/>
                <a:gd name="T41" fmla="*/ 351 h 503"/>
                <a:gd name="T42" fmla="*/ 67 w 700"/>
                <a:gd name="T43" fmla="*/ 360 h 503"/>
                <a:gd name="T44" fmla="*/ 87 w 700"/>
                <a:gd name="T45" fmla="*/ 375 h 503"/>
                <a:gd name="T46" fmla="*/ 105 w 700"/>
                <a:gd name="T47" fmla="*/ 395 h 503"/>
                <a:gd name="T48" fmla="*/ 140 w 700"/>
                <a:gd name="T49" fmla="*/ 409 h 503"/>
                <a:gd name="T50" fmla="*/ 176 w 700"/>
                <a:gd name="T51" fmla="*/ 424 h 503"/>
                <a:gd name="T52" fmla="*/ 249 w 700"/>
                <a:gd name="T53" fmla="*/ 426 h 503"/>
                <a:gd name="T54" fmla="*/ 273 w 700"/>
                <a:gd name="T55" fmla="*/ 442 h 503"/>
                <a:gd name="T56" fmla="*/ 293 w 700"/>
                <a:gd name="T57" fmla="*/ 463 h 503"/>
                <a:gd name="T58" fmla="*/ 301 w 700"/>
                <a:gd name="T59" fmla="*/ 479 h 503"/>
                <a:gd name="T60" fmla="*/ 315 w 700"/>
                <a:gd name="T61" fmla="*/ 498 h 503"/>
                <a:gd name="T62" fmla="*/ 334 w 700"/>
                <a:gd name="T63" fmla="*/ 501 h 503"/>
                <a:gd name="T64" fmla="*/ 349 w 700"/>
                <a:gd name="T65" fmla="*/ 477 h 503"/>
                <a:gd name="T66" fmla="*/ 382 w 700"/>
                <a:gd name="T67" fmla="*/ 491 h 503"/>
                <a:gd name="T68" fmla="*/ 384 w 700"/>
                <a:gd name="T69" fmla="*/ 476 h 503"/>
                <a:gd name="T70" fmla="*/ 391 w 700"/>
                <a:gd name="T71" fmla="*/ 450 h 503"/>
                <a:gd name="T72" fmla="*/ 418 w 700"/>
                <a:gd name="T73" fmla="*/ 405 h 503"/>
                <a:gd name="T74" fmla="*/ 413 w 700"/>
                <a:gd name="T75" fmla="*/ 363 h 503"/>
                <a:gd name="T76" fmla="*/ 422 w 700"/>
                <a:gd name="T77" fmla="*/ 350 h 503"/>
                <a:gd name="T78" fmla="*/ 459 w 700"/>
                <a:gd name="T79" fmla="*/ 357 h 503"/>
                <a:gd name="T80" fmla="*/ 480 w 700"/>
                <a:gd name="T81" fmla="*/ 380 h 503"/>
                <a:gd name="T82" fmla="*/ 501 w 700"/>
                <a:gd name="T83" fmla="*/ 406 h 503"/>
                <a:gd name="T84" fmla="*/ 520 w 700"/>
                <a:gd name="T85" fmla="*/ 437 h 503"/>
                <a:gd name="T86" fmla="*/ 560 w 700"/>
                <a:gd name="T87" fmla="*/ 447 h 503"/>
                <a:gd name="T88" fmla="*/ 573 w 700"/>
                <a:gd name="T89" fmla="*/ 464 h 503"/>
                <a:gd name="T90" fmla="*/ 604 w 700"/>
                <a:gd name="T91" fmla="*/ 447 h 503"/>
                <a:gd name="T92" fmla="*/ 602 w 700"/>
                <a:gd name="T93" fmla="*/ 415 h 503"/>
                <a:gd name="T94" fmla="*/ 600 w 700"/>
                <a:gd name="T95" fmla="*/ 397 h 503"/>
                <a:gd name="T96" fmla="*/ 598 w 700"/>
                <a:gd name="T97" fmla="*/ 395 h 503"/>
                <a:gd name="T98" fmla="*/ 595 w 700"/>
                <a:gd name="T99" fmla="*/ 346 h 503"/>
                <a:gd name="T100" fmla="*/ 628 w 700"/>
                <a:gd name="T101" fmla="*/ 324 h 503"/>
                <a:gd name="T102" fmla="*/ 674 w 700"/>
                <a:gd name="T103" fmla="*/ 286 h 503"/>
                <a:gd name="T104" fmla="*/ 700 w 700"/>
                <a:gd name="T105" fmla="*/ 239 h 503"/>
                <a:gd name="T106" fmla="*/ 684 w 700"/>
                <a:gd name="T107" fmla="*/ 197 h 503"/>
                <a:gd name="T108" fmla="*/ 659 w 700"/>
                <a:gd name="T109" fmla="*/ 146 h 503"/>
                <a:gd name="T110" fmla="*/ 658 w 700"/>
                <a:gd name="T111" fmla="*/ 131 h 503"/>
                <a:gd name="T112" fmla="*/ 593 w 700"/>
                <a:gd name="T113" fmla="*/ 102 h 503"/>
                <a:gd name="T114" fmla="*/ 568 w 700"/>
                <a:gd name="T115" fmla="*/ 89 h 503"/>
                <a:gd name="T116" fmla="*/ 565 w 700"/>
                <a:gd name="T117" fmla="*/ 91 h 503"/>
                <a:gd name="T118" fmla="*/ 531 w 700"/>
                <a:gd name="T119" fmla="*/ 68 h 503"/>
                <a:gd name="T120" fmla="*/ 491 w 700"/>
                <a:gd name="T121" fmla="*/ 39 h 503"/>
                <a:gd name="T122" fmla="*/ 482 w 700"/>
                <a:gd name="T123" fmla="*/ 45 h 503"/>
                <a:gd name="T124" fmla="*/ 468 w 700"/>
                <a:gd name="T125" fmla="*/ 49 h 5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700" h="503">
                  <a:moveTo>
                    <a:pt x="418" y="26"/>
                  </a:moveTo>
                  <a:cubicBezTo>
                    <a:pt x="411" y="31"/>
                    <a:pt x="411" y="31"/>
                    <a:pt x="411" y="31"/>
                  </a:cubicBezTo>
                  <a:cubicBezTo>
                    <a:pt x="411" y="34"/>
                    <a:pt x="413" y="40"/>
                    <a:pt x="415" y="49"/>
                  </a:cubicBezTo>
                  <a:cubicBezTo>
                    <a:pt x="415" y="50"/>
                    <a:pt x="415" y="50"/>
                    <a:pt x="415" y="50"/>
                  </a:cubicBezTo>
                  <a:cubicBezTo>
                    <a:pt x="416" y="51"/>
                    <a:pt x="416" y="51"/>
                    <a:pt x="416" y="51"/>
                  </a:cubicBezTo>
                  <a:cubicBezTo>
                    <a:pt x="415" y="51"/>
                    <a:pt x="415" y="51"/>
                    <a:pt x="415" y="51"/>
                  </a:cubicBezTo>
                  <a:cubicBezTo>
                    <a:pt x="407" y="68"/>
                    <a:pt x="407" y="68"/>
                    <a:pt x="407" y="68"/>
                  </a:cubicBezTo>
                  <a:cubicBezTo>
                    <a:pt x="397" y="72"/>
                    <a:pt x="397" y="72"/>
                    <a:pt x="397" y="72"/>
                  </a:cubicBezTo>
                  <a:cubicBezTo>
                    <a:pt x="395" y="73"/>
                    <a:pt x="395" y="73"/>
                    <a:pt x="395" y="73"/>
                  </a:cubicBezTo>
                  <a:cubicBezTo>
                    <a:pt x="394" y="73"/>
                    <a:pt x="394" y="73"/>
                    <a:pt x="394" y="73"/>
                  </a:cubicBezTo>
                  <a:cubicBezTo>
                    <a:pt x="376" y="64"/>
                    <a:pt x="376" y="64"/>
                    <a:pt x="376" y="64"/>
                  </a:cubicBezTo>
                  <a:cubicBezTo>
                    <a:pt x="376" y="64"/>
                    <a:pt x="376" y="64"/>
                    <a:pt x="376" y="64"/>
                  </a:cubicBezTo>
                  <a:cubicBezTo>
                    <a:pt x="376" y="64"/>
                    <a:pt x="376" y="64"/>
                    <a:pt x="376" y="64"/>
                  </a:cubicBezTo>
                  <a:cubicBezTo>
                    <a:pt x="342" y="33"/>
                    <a:pt x="342" y="33"/>
                    <a:pt x="342" y="33"/>
                  </a:cubicBezTo>
                  <a:cubicBezTo>
                    <a:pt x="329" y="25"/>
                    <a:pt x="329" y="25"/>
                    <a:pt x="329" y="25"/>
                  </a:cubicBezTo>
                  <a:cubicBezTo>
                    <a:pt x="308" y="17"/>
                    <a:pt x="308" y="17"/>
                    <a:pt x="308" y="17"/>
                  </a:cubicBezTo>
                  <a:cubicBezTo>
                    <a:pt x="308" y="17"/>
                    <a:pt x="308" y="17"/>
                    <a:pt x="308" y="17"/>
                  </a:cubicBezTo>
                  <a:cubicBezTo>
                    <a:pt x="307" y="17"/>
                    <a:pt x="307" y="17"/>
                    <a:pt x="307" y="17"/>
                  </a:cubicBezTo>
                  <a:cubicBezTo>
                    <a:pt x="298" y="10"/>
                    <a:pt x="298" y="10"/>
                    <a:pt x="298" y="10"/>
                  </a:cubicBezTo>
                  <a:cubicBezTo>
                    <a:pt x="280" y="4"/>
                    <a:pt x="280" y="4"/>
                    <a:pt x="280" y="4"/>
                  </a:cubicBezTo>
                  <a:cubicBezTo>
                    <a:pt x="271" y="5"/>
                    <a:pt x="271" y="5"/>
                    <a:pt x="271" y="5"/>
                  </a:cubicBezTo>
                  <a:cubicBezTo>
                    <a:pt x="270" y="5"/>
                    <a:pt x="270" y="5"/>
                    <a:pt x="270" y="5"/>
                  </a:cubicBezTo>
                  <a:cubicBezTo>
                    <a:pt x="248" y="4"/>
                    <a:pt x="248" y="4"/>
                    <a:pt x="248" y="4"/>
                  </a:cubicBezTo>
                  <a:cubicBezTo>
                    <a:pt x="247" y="4"/>
                    <a:pt x="247" y="4"/>
                    <a:pt x="247" y="4"/>
                  </a:cubicBezTo>
                  <a:cubicBezTo>
                    <a:pt x="231" y="0"/>
                    <a:pt x="231" y="0"/>
                    <a:pt x="231" y="0"/>
                  </a:cubicBezTo>
                  <a:cubicBezTo>
                    <a:pt x="222" y="0"/>
                    <a:pt x="222" y="0"/>
                    <a:pt x="222" y="0"/>
                  </a:cubicBezTo>
                  <a:cubicBezTo>
                    <a:pt x="214" y="6"/>
                    <a:pt x="214" y="6"/>
                    <a:pt x="214" y="6"/>
                  </a:cubicBezTo>
                  <a:cubicBezTo>
                    <a:pt x="210" y="8"/>
                    <a:pt x="205" y="9"/>
                    <a:pt x="198" y="10"/>
                  </a:cubicBezTo>
                  <a:cubicBezTo>
                    <a:pt x="183" y="13"/>
                    <a:pt x="183" y="13"/>
                    <a:pt x="183" y="13"/>
                  </a:cubicBezTo>
                  <a:cubicBezTo>
                    <a:pt x="171" y="17"/>
                    <a:pt x="171" y="17"/>
                    <a:pt x="171" y="17"/>
                  </a:cubicBezTo>
                  <a:cubicBezTo>
                    <a:pt x="170" y="17"/>
                    <a:pt x="170" y="17"/>
                    <a:pt x="170" y="17"/>
                  </a:cubicBezTo>
                  <a:cubicBezTo>
                    <a:pt x="170" y="18"/>
                    <a:pt x="170" y="18"/>
                    <a:pt x="170" y="18"/>
                  </a:cubicBezTo>
                  <a:cubicBezTo>
                    <a:pt x="170" y="17"/>
                    <a:pt x="170" y="17"/>
                    <a:pt x="170" y="17"/>
                  </a:cubicBezTo>
                  <a:cubicBezTo>
                    <a:pt x="155" y="19"/>
                    <a:pt x="155" y="19"/>
                    <a:pt x="155" y="19"/>
                  </a:cubicBezTo>
                  <a:cubicBezTo>
                    <a:pt x="139" y="25"/>
                    <a:pt x="139" y="25"/>
                    <a:pt x="139" y="25"/>
                  </a:cubicBezTo>
                  <a:cubicBezTo>
                    <a:pt x="137" y="25"/>
                    <a:pt x="137" y="25"/>
                    <a:pt x="137" y="25"/>
                  </a:cubicBezTo>
                  <a:cubicBezTo>
                    <a:pt x="124" y="24"/>
                    <a:pt x="124" y="24"/>
                    <a:pt x="124" y="24"/>
                  </a:cubicBezTo>
                  <a:cubicBezTo>
                    <a:pt x="104" y="26"/>
                    <a:pt x="104" y="26"/>
                    <a:pt x="104" y="26"/>
                  </a:cubicBezTo>
                  <a:cubicBezTo>
                    <a:pt x="87" y="26"/>
                    <a:pt x="87" y="26"/>
                    <a:pt x="87" y="26"/>
                  </a:cubicBezTo>
                  <a:cubicBezTo>
                    <a:pt x="80" y="33"/>
                    <a:pt x="80" y="33"/>
                    <a:pt x="80" y="33"/>
                  </a:cubicBezTo>
                  <a:cubicBezTo>
                    <a:pt x="80" y="33"/>
                    <a:pt x="80" y="33"/>
                    <a:pt x="80" y="33"/>
                  </a:cubicBezTo>
                  <a:cubicBezTo>
                    <a:pt x="71" y="35"/>
                    <a:pt x="71" y="35"/>
                    <a:pt x="71" y="35"/>
                  </a:cubicBezTo>
                  <a:cubicBezTo>
                    <a:pt x="75" y="44"/>
                    <a:pt x="75" y="44"/>
                    <a:pt x="75" y="44"/>
                  </a:cubicBezTo>
                  <a:cubicBezTo>
                    <a:pt x="75" y="57"/>
                    <a:pt x="75" y="57"/>
                    <a:pt x="75" y="57"/>
                  </a:cubicBezTo>
                  <a:cubicBezTo>
                    <a:pt x="73" y="69"/>
                    <a:pt x="73" y="69"/>
                    <a:pt x="73" y="69"/>
                  </a:cubicBezTo>
                  <a:cubicBezTo>
                    <a:pt x="85" y="78"/>
                    <a:pt x="85" y="78"/>
                    <a:pt x="85" y="78"/>
                  </a:cubicBezTo>
                  <a:cubicBezTo>
                    <a:pt x="85" y="78"/>
                    <a:pt x="85" y="78"/>
                    <a:pt x="85" y="78"/>
                  </a:cubicBezTo>
                  <a:cubicBezTo>
                    <a:pt x="95" y="89"/>
                    <a:pt x="95" y="89"/>
                    <a:pt x="95" y="89"/>
                  </a:cubicBezTo>
                  <a:cubicBezTo>
                    <a:pt x="101" y="94"/>
                    <a:pt x="104" y="97"/>
                    <a:pt x="104" y="102"/>
                  </a:cubicBezTo>
                  <a:cubicBezTo>
                    <a:pt x="107" y="112"/>
                    <a:pt x="107" y="112"/>
                    <a:pt x="107" y="112"/>
                  </a:cubicBezTo>
                  <a:cubicBezTo>
                    <a:pt x="112" y="122"/>
                    <a:pt x="112" y="122"/>
                    <a:pt x="112" y="122"/>
                  </a:cubicBezTo>
                  <a:cubicBezTo>
                    <a:pt x="111" y="122"/>
                    <a:pt x="111" y="123"/>
                    <a:pt x="111" y="123"/>
                  </a:cubicBezTo>
                  <a:cubicBezTo>
                    <a:pt x="98" y="133"/>
                    <a:pt x="98" y="133"/>
                    <a:pt x="98" y="133"/>
                  </a:cubicBezTo>
                  <a:cubicBezTo>
                    <a:pt x="89" y="144"/>
                    <a:pt x="89" y="144"/>
                    <a:pt x="89" y="144"/>
                  </a:cubicBezTo>
                  <a:cubicBezTo>
                    <a:pt x="91" y="155"/>
                    <a:pt x="91" y="155"/>
                    <a:pt x="91" y="155"/>
                  </a:cubicBezTo>
                  <a:cubicBezTo>
                    <a:pt x="97" y="169"/>
                    <a:pt x="97" y="169"/>
                    <a:pt x="97" y="169"/>
                  </a:cubicBezTo>
                  <a:cubicBezTo>
                    <a:pt x="98" y="171"/>
                    <a:pt x="98" y="171"/>
                    <a:pt x="98" y="171"/>
                  </a:cubicBezTo>
                  <a:cubicBezTo>
                    <a:pt x="98" y="171"/>
                    <a:pt x="98" y="171"/>
                    <a:pt x="98" y="171"/>
                  </a:cubicBezTo>
                  <a:cubicBezTo>
                    <a:pt x="96" y="177"/>
                    <a:pt x="96" y="177"/>
                    <a:pt x="96" y="177"/>
                  </a:cubicBezTo>
                  <a:cubicBezTo>
                    <a:pt x="95" y="180"/>
                    <a:pt x="93" y="183"/>
                    <a:pt x="91" y="184"/>
                  </a:cubicBezTo>
                  <a:cubicBezTo>
                    <a:pt x="87" y="188"/>
                    <a:pt x="80" y="188"/>
                    <a:pt x="69" y="184"/>
                  </a:cubicBezTo>
                  <a:cubicBezTo>
                    <a:pt x="52" y="181"/>
                    <a:pt x="52" y="181"/>
                    <a:pt x="52" y="181"/>
                  </a:cubicBezTo>
                  <a:cubicBezTo>
                    <a:pt x="51" y="181"/>
                    <a:pt x="51" y="181"/>
                    <a:pt x="51" y="181"/>
                  </a:cubicBezTo>
                  <a:cubicBezTo>
                    <a:pt x="51" y="181"/>
                    <a:pt x="51" y="181"/>
                    <a:pt x="51" y="181"/>
                  </a:cubicBezTo>
                  <a:cubicBezTo>
                    <a:pt x="38" y="175"/>
                    <a:pt x="38" y="175"/>
                    <a:pt x="38" y="175"/>
                  </a:cubicBezTo>
                  <a:cubicBezTo>
                    <a:pt x="18" y="174"/>
                    <a:pt x="18" y="174"/>
                    <a:pt x="18" y="174"/>
                  </a:cubicBezTo>
                  <a:cubicBezTo>
                    <a:pt x="19" y="175"/>
                    <a:pt x="19" y="175"/>
                    <a:pt x="19" y="175"/>
                  </a:cubicBezTo>
                  <a:cubicBezTo>
                    <a:pt x="17" y="209"/>
                    <a:pt x="17" y="209"/>
                    <a:pt x="17" y="209"/>
                  </a:cubicBezTo>
                  <a:cubicBezTo>
                    <a:pt x="16" y="214"/>
                    <a:pt x="13" y="216"/>
                    <a:pt x="8" y="217"/>
                  </a:cubicBezTo>
                  <a:cubicBezTo>
                    <a:pt x="6" y="217"/>
                    <a:pt x="5" y="220"/>
                    <a:pt x="5" y="226"/>
                  </a:cubicBezTo>
                  <a:cubicBezTo>
                    <a:pt x="5" y="226"/>
                    <a:pt x="5" y="226"/>
                    <a:pt x="5" y="226"/>
                  </a:cubicBezTo>
                  <a:cubicBezTo>
                    <a:pt x="5" y="226"/>
                    <a:pt x="5" y="226"/>
                    <a:pt x="5" y="226"/>
                  </a:cubicBezTo>
                  <a:cubicBezTo>
                    <a:pt x="3" y="235"/>
                    <a:pt x="3" y="235"/>
                    <a:pt x="3" y="235"/>
                  </a:cubicBezTo>
                  <a:cubicBezTo>
                    <a:pt x="8" y="240"/>
                    <a:pt x="11" y="243"/>
                    <a:pt x="13" y="246"/>
                  </a:cubicBezTo>
                  <a:cubicBezTo>
                    <a:pt x="16" y="262"/>
                    <a:pt x="16" y="262"/>
                    <a:pt x="16" y="262"/>
                  </a:cubicBezTo>
                  <a:cubicBezTo>
                    <a:pt x="16" y="269"/>
                    <a:pt x="16" y="269"/>
                    <a:pt x="16" y="269"/>
                  </a:cubicBezTo>
                  <a:cubicBezTo>
                    <a:pt x="16" y="272"/>
                    <a:pt x="15" y="275"/>
                    <a:pt x="13" y="277"/>
                  </a:cubicBezTo>
                  <a:cubicBezTo>
                    <a:pt x="9" y="291"/>
                    <a:pt x="9" y="291"/>
                    <a:pt x="9" y="291"/>
                  </a:cubicBezTo>
                  <a:cubicBezTo>
                    <a:pt x="0" y="309"/>
                    <a:pt x="0" y="309"/>
                    <a:pt x="0" y="309"/>
                  </a:cubicBezTo>
                  <a:cubicBezTo>
                    <a:pt x="0" y="312"/>
                    <a:pt x="0" y="312"/>
                    <a:pt x="0" y="312"/>
                  </a:cubicBezTo>
                  <a:cubicBezTo>
                    <a:pt x="1" y="320"/>
                    <a:pt x="1" y="320"/>
                    <a:pt x="1" y="320"/>
                  </a:cubicBezTo>
                  <a:cubicBezTo>
                    <a:pt x="10" y="332"/>
                    <a:pt x="10" y="332"/>
                    <a:pt x="10" y="332"/>
                  </a:cubicBezTo>
                  <a:cubicBezTo>
                    <a:pt x="13" y="335"/>
                    <a:pt x="14" y="337"/>
                    <a:pt x="15" y="340"/>
                  </a:cubicBezTo>
                  <a:cubicBezTo>
                    <a:pt x="23" y="351"/>
                    <a:pt x="23" y="351"/>
                    <a:pt x="23" y="351"/>
                  </a:cubicBezTo>
                  <a:cubicBezTo>
                    <a:pt x="36" y="365"/>
                    <a:pt x="36" y="365"/>
                    <a:pt x="36" y="365"/>
                  </a:cubicBezTo>
                  <a:cubicBezTo>
                    <a:pt x="40" y="370"/>
                    <a:pt x="44" y="372"/>
                    <a:pt x="45" y="372"/>
                  </a:cubicBezTo>
                  <a:cubicBezTo>
                    <a:pt x="58" y="364"/>
                    <a:pt x="58" y="364"/>
                    <a:pt x="58" y="364"/>
                  </a:cubicBezTo>
                  <a:cubicBezTo>
                    <a:pt x="61" y="362"/>
                    <a:pt x="63" y="360"/>
                    <a:pt x="67" y="360"/>
                  </a:cubicBezTo>
                  <a:cubicBezTo>
                    <a:pt x="69" y="360"/>
                    <a:pt x="73" y="362"/>
                    <a:pt x="80" y="366"/>
                  </a:cubicBezTo>
                  <a:cubicBezTo>
                    <a:pt x="80" y="366"/>
                    <a:pt x="80" y="366"/>
                    <a:pt x="80" y="366"/>
                  </a:cubicBezTo>
                  <a:cubicBezTo>
                    <a:pt x="80" y="367"/>
                    <a:pt x="80" y="367"/>
                    <a:pt x="80" y="367"/>
                  </a:cubicBezTo>
                  <a:cubicBezTo>
                    <a:pt x="87" y="375"/>
                    <a:pt x="87" y="375"/>
                    <a:pt x="87" y="375"/>
                  </a:cubicBezTo>
                  <a:cubicBezTo>
                    <a:pt x="91" y="384"/>
                    <a:pt x="91" y="384"/>
                    <a:pt x="91" y="384"/>
                  </a:cubicBezTo>
                  <a:cubicBezTo>
                    <a:pt x="93" y="387"/>
                    <a:pt x="93" y="387"/>
                    <a:pt x="93" y="387"/>
                  </a:cubicBezTo>
                  <a:cubicBezTo>
                    <a:pt x="96" y="388"/>
                    <a:pt x="96" y="388"/>
                    <a:pt x="96" y="388"/>
                  </a:cubicBezTo>
                  <a:cubicBezTo>
                    <a:pt x="105" y="395"/>
                    <a:pt x="105" y="395"/>
                    <a:pt x="105" y="395"/>
                  </a:cubicBezTo>
                  <a:cubicBezTo>
                    <a:pt x="109" y="395"/>
                    <a:pt x="109" y="395"/>
                    <a:pt x="109" y="395"/>
                  </a:cubicBezTo>
                  <a:cubicBezTo>
                    <a:pt x="112" y="396"/>
                    <a:pt x="115" y="398"/>
                    <a:pt x="117" y="401"/>
                  </a:cubicBezTo>
                  <a:cubicBezTo>
                    <a:pt x="118" y="403"/>
                    <a:pt x="126" y="406"/>
                    <a:pt x="139" y="409"/>
                  </a:cubicBezTo>
                  <a:cubicBezTo>
                    <a:pt x="140" y="409"/>
                    <a:pt x="140" y="409"/>
                    <a:pt x="140" y="409"/>
                  </a:cubicBezTo>
                  <a:cubicBezTo>
                    <a:pt x="160" y="417"/>
                    <a:pt x="160" y="417"/>
                    <a:pt x="160" y="417"/>
                  </a:cubicBezTo>
                  <a:cubicBezTo>
                    <a:pt x="161" y="417"/>
                    <a:pt x="161" y="417"/>
                    <a:pt x="161" y="417"/>
                  </a:cubicBezTo>
                  <a:cubicBezTo>
                    <a:pt x="162" y="417"/>
                    <a:pt x="162" y="417"/>
                    <a:pt x="162" y="417"/>
                  </a:cubicBezTo>
                  <a:cubicBezTo>
                    <a:pt x="176" y="424"/>
                    <a:pt x="176" y="424"/>
                    <a:pt x="176" y="424"/>
                  </a:cubicBezTo>
                  <a:cubicBezTo>
                    <a:pt x="201" y="430"/>
                    <a:pt x="201" y="430"/>
                    <a:pt x="201" y="430"/>
                  </a:cubicBezTo>
                  <a:cubicBezTo>
                    <a:pt x="202" y="431"/>
                    <a:pt x="202" y="431"/>
                    <a:pt x="202" y="431"/>
                  </a:cubicBezTo>
                  <a:cubicBezTo>
                    <a:pt x="234" y="432"/>
                    <a:pt x="234" y="432"/>
                    <a:pt x="234" y="432"/>
                  </a:cubicBezTo>
                  <a:cubicBezTo>
                    <a:pt x="249" y="426"/>
                    <a:pt x="249" y="426"/>
                    <a:pt x="249" y="426"/>
                  </a:cubicBezTo>
                  <a:cubicBezTo>
                    <a:pt x="262" y="426"/>
                    <a:pt x="262" y="426"/>
                    <a:pt x="262" y="426"/>
                  </a:cubicBezTo>
                  <a:cubicBezTo>
                    <a:pt x="262" y="427"/>
                    <a:pt x="262" y="427"/>
                    <a:pt x="262" y="427"/>
                  </a:cubicBezTo>
                  <a:cubicBezTo>
                    <a:pt x="262" y="428"/>
                    <a:pt x="262" y="428"/>
                    <a:pt x="262" y="428"/>
                  </a:cubicBezTo>
                  <a:cubicBezTo>
                    <a:pt x="273" y="442"/>
                    <a:pt x="273" y="442"/>
                    <a:pt x="273" y="442"/>
                  </a:cubicBezTo>
                  <a:cubicBezTo>
                    <a:pt x="273" y="442"/>
                    <a:pt x="273" y="442"/>
                    <a:pt x="273" y="442"/>
                  </a:cubicBezTo>
                  <a:cubicBezTo>
                    <a:pt x="280" y="453"/>
                    <a:pt x="280" y="453"/>
                    <a:pt x="280" y="453"/>
                  </a:cubicBezTo>
                  <a:cubicBezTo>
                    <a:pt x="286" y="460"/>
                    <a:pt x="286" y="460"/>
                    <a:pt x="286" y="460"/>
                  </a:cubicBezTo>
                  <a:cubicBezTo>
                    <a:pt x="293" y="463"/>
                    <a:pt x="293" y="463"/>
                    <a:pt x="293" y="463"/>
                  </a:cubicBezTo>
                  <a:cubicBezTo>
                    <a:pt x="294" y="464"/>
                    <a:pt x="294" y="464"/>
                    <a:pt x="294" y="464"/>
                  </a:cubicBezTo>
                  <a:cubicBezTo>
                    <a:pt x="295" y="464"/>
                    <a:pt x="295" y="464"/>
                    <a:pt x="295" y="464"/>
                  </a:cubicBezTo>
                  <a:cubicBezTo>
                    <a:pt x="301" y="478"/>
                    <a:pt x="301" y="478"/>
                    <a:pt x="301" y="478"/>
                  </a:cubicBezTo>
                  <a:cubicBezTo>
                    <a:pt x="301" y="479"/>
                    <a:pt x="301" y="479"/>
                    <a:pt x="301" y="479"/>
                  </a:cubicBezTo>
                  <a:cubicBezTo>
                    <a:pt x="302" y="479"/>
                    <a:pt x="302" y="479"/>
                    <a:pt x="302" y="479"/>
                  </a:cubicBezTo>
                  <a:cubicBezTo>
                    <a:pt x="302" y="480"/>
                    <a:pt x="302" y="480"/>
                    <a:pt x="302" y="480"/>
                  </a:cubicBezTo>
                  <a:cubicBezTo>
                    <a:pt x="305" y="495"/>
                    <a:pt x="305" y="495"/>
                    <a:pt x="305" y="495"/>
                  </a:cubicBezTo>
                  <a:cubicBezTo>
                    <a:pt x="315" y="498"/>
                    <a:pt x="315" y="498"/>
                    <a:pt x="315" y="498"/>
                  </a:cubicBezTo>
                  <a:cubicBezTo>
                    <a:pt x="316" y="498"/>
                    <a:pt x="316" y="498"/>
                    <a:pt x="316" y="498"/>
                  </a:cubicBezTo>
                  <a:cubicBezTo>
                    <a:pt x="316" y="498"/>
                    <a:pt x="316" y="498"/>
                    <a:pt x="316" y="498"/>
                  </a:cubicBezTo>
                  <a:cubicBezTo>
                    <a:pt x="324" y="503"/>
                    <a:pt x="324" y="503"/>
                    <a:pt x="324" y="503"/>
                  </a:cubicBezTo>
                  <a:cubicBezTo>
                    <a:pt x="334" y="501"/>
                    <a:pt x="334" y="501"/>
                    <a:pt x="334" y="501"/>
                  </a:cubicBezTo>
                  <a:cubicBezTo>
                    <a:pt x="337" y="491"/>
                    <a:pt x="337" y="491"/>
                    <a:pt x="337" y="491"/>
                  </a:cubicBezTo>
                  <a:cubicBezTo>
                    <a:pt x="337" y="490"/>
                    <a:pt x="337" y="490"/>
                    <a:pt x="337" y="490"/>
                  </a:cubicBezTo>
                  <a:cubicBezTo>
                    <a:pt x="338" y="489"/>
                    <a:pt x="338" y="489"/>
                    <a:pt x="338" y="489"/>
                  </a:cubicBezTo>
                  <a:cubicBezTo>
                    <a:pt x="349" y="477"/>
                    <a:pt x="349" y="477"/>
                    <a:pt x="349" y="477"/>
                  </a:cubicBezTo>
                  <a:cubicBezTo>
                    <a:pt x="362" y="481"/>
                    <a:pt x="362" y="481"/>
                    <a:pt x="362" y="481"/>
                  </a:cubicBezTo>
                  <a:cubicBezTo>
                    <a:pt x="362" y="482"/>
                    <a:pt x="362" y="482"/>
                    <a:pt x="362" y="482"/>
                  </a:cubicBezTo>
                  <a:cubicBezTo>
                    <a:pt x="369" y="496"/>
                    <a:pt x="369" y="496"/>
                    <a:pt x="369" y="496"/>
                  </a:cubicBezTo>
                  <a:cubicBezTo>
                    <a:pt x="382" y="491"/>
                    <a:pt x="382" y="491"/>
                    <a:pt x="382" y="491"/>
                  </a:cubicBezTo>
                  <a:cubicBezTo>
                    <a:pt x="383" y="478"/>
                    <a:pt x="383" y="478"/>
                    <a:pt x="383" y="478"/>
                  </a:cubicBezTo>
                  <a:cubicBezTo>
                    <a:pt x="383" y="477"/>
                    <a:pt x="383" y="477"/>
                    <a:pt x="383" y="477"/>
                  </a:cubicBezTo>
                  <a:cubicBezTo>
                    <a:pt x="383" y="477"/>
                    <a:pt x="383" y="477"/>
                    <a:pt x="383" y="477"/>
                  </a:cubicBezTo>
                  <a:cubicBezTo>
                    <a:pt x="384" y="476"/>
                    <a:pt x="384" y="476"/>
                    <a:pt x="384" y="476"/>
                  </a:cubicBezTo>
                  <a:cubicBezTo>
                    <a:pt x="393" y="471"/>
                    <a:pt x="393" y="471"/>
                    <a:pt x="393" y="471"/>
                  </a:cubicBezTo>
                  <a:cubicBezTo>
                    <a:pt x="391" y="452"/>
                    <a:pt x="391" y="452"/>
                    <a:pt x="391" y="452"/>
                  </a:cubicBezTo>
                  <a:cubicBezTo>
                    <a:pt x="391" y="451"/>
                    <a:pt x="391" y="451"/>
                    <a:pt x="391" y="451"/>
                  </a:cubicBezTo>
                  <a:cubicBezTo>
                    <a:pt x="391" y="450"/>
                    <a:pt x="391" y="450"/>
                    <a:pt x="391" y="450"/>
                  </a:cubicBezTo>
                  <a:cubicBezTo>
                    <a:pt x="401" y="428"/>
                    <a:pt x="401" y="428"/>
                    <a:pt x="401" y="428"/>
                  </a:cubicBezTo>
                  <a:cubicBezTo>
                    <a:pt x="411" y="424"/>
                    <a:pt x="411" y="424"/>
                    <a:pt x="411" y="424"/>
                  </a:cubicBezTo>
                  <a:cubicBezTo>
                    <a:pt x="407" y="405"/>
                    <a:pt x="407" y="405"/>
                    <a:pt x="407" y="405"/>
                  </a:cubicBezTo>
                  <a:cubicBezTo>
                    <a:pt x="418" y="405"/>
                    <a:pt x="418" y="405"/>
                    <a:pt x="418" y="405"/>
                  </a:cubicBezTo>
                  <a:cubicBezTo>
                    <a:pt x="417" y="396"/>
                    <a:pt x="417" y="396"/>
                    <a:pt x="417" y="396"/>
                  </a:cubicBezTo>
                  <a:cubicBezTo>
                    <a:pt x="411" y="377"/>
                    <a:pt x="411" y="377"/>
                    <a:pt x="411" y="377"/>
                  </a:cubicBezTo>
                  <a:cubicBezTo>
                    <a:pt x="411" y="376"/>
                    <a:pt x="411" y="376"/>
                    <a:pt x="411" y="376"/>
                  </a:cubicBezTo>
                  <a:cubicBezTo>
                    <a:pt x="413" y="363"/>
                    <a:pt x="413" y="363"/>
                    <a:pt x="413" y="363"/>
                  </a:cubicBezTo>
                  <a:cubicBezTo>
                    <a:pt x="413" y="361"/>
                    <a:pt x="413" y="361"/>
                    <a:pt x="413" y="361"/>
                  </a:cubicBezTo>
                  <a:cubicBezTo>
                    <a:pt x="414" y="360"/>
                    <a:pt x="414" y="360"/>
                    <a:pt x="414" y="360"/>
                  </a:cubicBezTo>
                  <a:cubicBezTo>
                    <a:pt x="421" y="351"/>
                    <a:pt x="421" y="351"/>
                    <a:pt x="421" y="351"/>
                  </a:cubicBezTo>
                  <a:cubicBezTo>
                    <a:pt x="422" y="350"/>
                    <a:pt x="422" y="350"/>
                    <a:pt x="422" y="350"/>
                  </a:cubicBezTo>
                  <a:cubicBezTo>
                    <a:pt x="424" y="350"/>
                    <a:pt x="424" y="350"/>
                    <a:pt x="424" y="350"/>
                  </a:cubicBezTo>
                  <a:cubicBezTo>
                    <a:pt x="443" y="353"/>
                    <a:pt x="443" y="353"/>
                    <a:pt x="443" y="353"/>
                  </a:cubicBezTo>
                  <a:cubicBezTo>
                    <a:pt x="444" y="353"/>
                    <a:pt x="444" y="353"/>
                    <a:pt x="444" y="353"/>
                  </a:cubicBezTo>
                  <a:cubicBezTo>
                    <a:pt x="459" y="357"/>
                    <a:pt x="459" y="357"/>
                    <a:pt x="459" y="357"/>
                  </a:cubicBezTo>
                  <a:cubicBezTo>
                    <a:pt x="472" y="353"/>
                    <a:pt x="472" y="353"/>
                    <a:pt x="472" y="353"/>
                  </a:cubicBezTo>
                  <a:cubicBezTo>
                    <a:pt x="480" y="368"/>
                    <a:pt x="480" y="368"/>
                    <a:pt x="480" y="368"/>
                  </a:cubicBezTo>
                  <a:cubicBezTo>
                    <a:pt x="480" y="369"/>
                    <a:pt x="480" y="369"/>
                    <a:pt x="480" y="369"/>
                  </a:cubicBezTo>
                  <a:cubicBezTo>
                    <a:pt x="480" y="380"/>
                    <a:pt x="480" y="380"/>
                    <a:pt x="480" y="380"/>
                  </a:cubicBezTo>
                  <a:cubicBezTo>
                    <a:pt x="482" y="391"/>
                    <a:pt x="482" y="391"/>
                    <a:pt x="482" y="391"/>
                  </a:cubicBezTo>
                  <a:cubicBezTo>
                    <a:pt x="484" y="395"/>
                    <a:pt x="487" y="397"/>
                    <a:pt x="489" y="398"/>
                  </a:cubicBezTo>
                  <a:cubicBezTo>
                    <a:pt x="491" y="398"/>
                    <a:pt x="491" y="398"/>
                    <a:pt x="491" y="398"/>
                  </a:cubicBezTo>
                  <a:cubicBezTo>
                    <a:pt x="497" y="400"/>
                    <a:pt x="500" y="402"/>
                    <a:pt x="501" y="406"/>
                  </a:cubicBezTo>
                  <a:cubicBezTo>
                    <a:pt x="502" y="410"/>
                    <a:pt x="504" y="415"/>
                    <a:pt x="509" y="420"/>
                  </a:cubicBezTo>
                  <a:cubicBezTo>
                    <a:pt x="516" y="429"/>
                    <a:pt x="516" y="429"/>
                    <a:pt x="516" y="429"/>
                  </a:cubicBezTo>
                  <a:cubicBezTo>
                    <a:pt x="516" y="430"/>
                    <a:pt x="516" y="430"/>
                    <a:pt x="516" y="430"/>
                  </a:cubicBezTo>
                  <a:cubicBezTo>
                    <a:pt x="520" y="437"/>
                    <a:pt x="520" y="437"/>
                    <a:pt x="520" y="437"/>
                  </a:cubicBezTo>
                  <a:cubicBezTo>
                    <a:pt x="526" y="437"/>
                    <a:pt x="526" y="437"/>
                    <a:pt x="526" y="437"/>
                  </a:cubicBezTo>
                  <a:cubicBezTo>
                    <a:pt x="538" y="426"/>
                    <a:pt x="538" y="426"/>
                    <a:pt x="538" y="426"/>
                  </a:cubicBezTo>
                  <a:cubicBezTo>
                    <a:pt x="545" y="442"/>
                    <a:pt x="545" y="442"/>
                    <a:pt x="545" y="442"/>
                  </a:cubicBezTo>
                  <a:cubicBezTo>
                    <a:pt x="560" y="447"/>
                    <a:pt x="560" y="447"/>
                    <a:pt x="560" y="447"/>
                  </a:cubicBezTo>
                  <a:cubicBezTo>
                    <a:pt x="561" y="447"/>
                    <a:pt x="561" y="447"/>
                    <a:pt x="561" y="447"/>
                  </a:cubicBezTo>
                  <a:cubicBezTo>
                    <a:pt x="562" y="448"/>
                    <a:pt x="562" y="448"/>
                    <a:pt x="562" y="448"/>
                  </a:cubicBezTo>
                  <a:cubicBezTo>
                    <a:pt x="569" y="462"/>
                    <a:pt x="569" y="462"/>
                    <a:pt x="569" y="462"/>
                  </a:cubicBezTo>
                  <a:cubicBezTo>
                    <a:pt x="573" y="464"/>
                    <a:pt x="573" y="464"/>
                    <a:pt x="573" y="464"/>
                  </a:cubicBezTo>
                  <a:cubicBezTo>
                    <a:pt x="573" y="451"/>
                    <a:pt x="573" y="451"/>
                    <a:pt x="573" y="451"/>
                  </a:cubicBezTo>
                  <a:cubicBezTo>
                    <a:pt x="573" y="450"/>
                    <a:pt x="573" y="450"/>
                    <a:pt x="573" y="450"/>
                  </a:cubicBezTo>
                  <a:cubicBezTo>
                    <a:pt x="573" y="448"/>
                    <a:pt x="573" y="448"/>
                    <a:pt x="573" y="448"/>
                  </a:cubicBezTo>
                  <a:cubicBezTo>
                    <a:pt x="604" y="447"/>
                    <a:pt x="604" y="447"/>
                    <a:pt x="604" y="447"/>
                  </a:cubicBezTo>
                  <a:cubicBezTo>
                    <a:pt x="604" y="444"/>
                    <a:pt x="604" y="444"/>
                    <a:pt x="604" y="444"/>
                  </a:cubicBezTo>
                  <a:cubicBezTo>
                    <a:pt x="605" y="443"/>
                    <a:pt x="605" y="440"/>
                    <a:pt x="604" y="438"/>
                  </a:cubicBezTo>
                  <a:cubicBezTo>
                    <a:pt x="602" y="434"/>
                    <a:pt x="601" y="431"/>
                    <a:pt x="600" y="426"/>
                  </a:cubicBezTo>
                  <a:cubicBezTo>
                    <a:pt x="600" y="420"/>
                    <a:pt x="600" y="416"/>
                    <a:pt x="602" y="415"/>
                  </a:cubicBezTo>
                  <a:cubicBezTo>
                    <a:pt x="604" y="412"/>
                    <a:pt x="605" y="412"/>
                    <a:pt x="609" y="413"/>
                  </a:cubicBezTo>
                  <a:cubicBezTo>
                    <a:pt x="621" y="417"/>
                    <a:pt x="621" y="417"/>
                    <a:pt x="621" y="417"/>
                  </a:cubicBezTo>
                  <a:cubicBezTo>
                    <a:pt x="622" y="408"/>
                    <a:pt x="622" y="408"/>
                    <a:pt x="622" y="408"/>
                  </a:cubicBezTo>
                  <a:cubicBezTo>
                    <a:pt x="600" y="397"/>
                    <a:pt x="600" y="397"/>
                    <a:pt x="600" y="397"/>
                  </a:cubicBezTo>
                  <a:cubicBezTo>
                    <a:pt x="598" y="397"/>
                    <a:pt x="598" y="397"/>
                    <a:pt x="598" y="397"/>
                  </a:cubicBezTo>
                  <a:cubicBezTo>
                    <a:pt x="598" y="396"/>
                    <a:pt x="598" y="396"/>
                    <a:pt x="598" y="396"/>
                  </a:cubicBezTo>
                  <a:cubicBezTo>
                    <a:pt x="598" y="395"/>
                    <a:pt x="598" y="395"/>
                    <a:pt x="598" y="395"/>
                  </a:cubicBezTo>
                  <a:cubicBezTo>
                    <a:pt x="598" y="395"/>
                    <a:pt x="598" y="395"/>
                    <a:pt x="598" y="395"/>
                  </a:cubicBezTo>
                  <a:cubicBezTo>
                    <a:pt x="594" y="367"/>
                    <a:pt x="594" y="367"/>
                    <a:pt x="594" y="367"/>
                  </a:cubicBezTo>
                  <a:cubicBezTo>
                    <a:pt x="595" y="350"/>
                    <a:pt x="595" y="350"/>
                    <a:pt x="595" y="350"/>
                  </a:cubicBezTo>
                  <a:cubicBezTo>
                    <a:pt x="595" y="348"/>
                    <a:pt x="595" y="348"/>
                    <a:pt x="595" y="348"/>
                  </a:cubicBezTo>
                  <a:cubicBezTo>
                    <a:pt x="595" y="346"/>
                    <a:pt x="595" y="346"/>
                    <a:pt x="595" y="346"/>
                  </a:cubicBezTo>
                  <a:cubicBezTo>
                    <a:pt x="633" y="351"/>
                    <a:pt x="633" y="351"/>
                    <a:pt x="633" y="351"/>
                  </a:cubicBezTo>
                  <a:cubicBezTo>
                    <a:pt x="642" y="342"/>
                    <a:pt x="642" y="342"/>
                    <a:pt x="642" y="342"/>
                  </a:cubicBezTo>
                  <a:cubicBezTo>
                    <a:pt x="644" y="339"/>
                    <a:pt x="644" y="336"/>
                    <a:pt x="642" y="335"/>
                  </a:cubicBezTo>
                  <a:cubicBezTo>
                    <a:pt x="633" y="332"/>
                    <a:pt x="628" y="328"/>
                    <a:pt x="628" y="324"/>
                  </a:cubicBezTo>
                  <a:cubicBezTo>
                    <a:pt x="628" y="322"/>
                    <a:pt x="629" y="319"/>
                    <a:pt x="632" y="317"/>
                  </a:cubicBezTo>
                  <a:cubicBezTo>
                    <a:pt x="648" y="302"/>
                    <a:pt x="648" y="302"/>
                    <a:pt x="648" y="302"/>
                  </a:cubicBezTo>
                  <a:cubicBezTo>
                    <a:pt x="665" y="301"/>
                    <a:pt x="665" y="301"/>
                    <a:pt x="665" y="301"/>
                  </a:cubicBezTo>
                  <a:cubicBezTo>
                    <a:pt x="674" y="286"/>
                    <a:pt x="674" y="286"/>
                    <a:pt x="674" y="286"/>
                  </a:cubicBezTo>
                  <a:cubicBezTo>
                    <a:pt x="674" y="271"/>
                    <a:pt x="674" y="271"/>
                    <a:pt x="674" y="271"/>
                  </a:cubicBezTo>
                  <a:cubicBezTo>
                    <a:pt x="687" y="269"/>
                    <a:pt x="687" y="269"/>
                    <a:pt x="687" y="269"/>
                  </a:cubicBezTo>
                  <a:cubicBezTo>
                    <a:pt x="691" y="258"/>
                    <a:pt x="693" y="253"/>
                    <a:pt x="694" y="251"/>
                  </a:cubicBezTo>
                  <a:cubicBezTo>
                    <a:pt x="700" y="239"/>
                    <a:pt x="700" y="239"/>
                    <a:pt x="700" y="239"/>
                  </a:cubicBezTo>
                  <a:cubicBezTo>
                    <a:pt x="690" y="222"/>
                    <a:pt x="690" y="222"/>
                    <a:pt x="690" y="222"/>
                  </a:cubicBezTo>
                  <a:cubicBezTo>
                    <a:pt x="690" y="221"/>
                    <a:pt x="690" y="221"/>
                    <a:pt x="690" y="221"/>
                  </a:cubicBezTo>
                  <a:cubicBezTo>
                    <a:pt x="690" y="220"/>
                    <a:pt x="690" y="220"/>
                    <a:pt x="690" y="220"/>
                  </a:cubicBezTo>
                  <a:cubicBezTo>
                    <a:pt x="684" y="197"/>
                    <a:pt x="684" y="197"/>
                    <a:pt x="684" y="197"/>
                  </a:cubicBezTo>
                  <a:cubicBezTo>
                    <a:pt x="684" y="196"/>
                    <a:pt x="684" y="196"/>
                    <a:pt x="684" y="196"/>
                  </a:cubicBezTo>
                  <a:cubicBezTo>
                    <a:pt x="680" y="172"/>
                    <a:pt x="680" y="172"/>
                    <a:pt x="680" y="172"/>
                  </a:cubicBezTo>
                  <a:cubicBezTo>
                    <a:pt x="671" y="158"/>
                    <a:pt x="671" y="158"/>
                    <a:pt x="671" y="158"/>
                  </a:cubicBezTo>
                  <a:cubicBezTo>
                    <a:pt x="659" y="146"/>
                    <a:pt x="659" y="146"/>
                    <a:pt x="659" y="146"/>
                  </a:cubicBezTo>
                  <a:cubicBezTo>
                    <a:pt x="659" y="145"/>
                    <a:pt x="659" y="145"/>
                    <a:pt x="659" y="145"/>
                  </a:cubicBezTo>
                  <a:cubicBezTo>
                    <a:pt x="659" y="144"/>
                    <a:pt x="659" y="144"/>
                    <a:pt x="659" y="144"/>
                  </a:cubicBezTo>
                  <a:cubicBezTo>
                    <a:pt x="658" y="144"/>
                    <a:pt x="658" y="144"/>
                    <a:pt x="658" y="144"/>
                  </a:cubicBezTo>
                  <a:cubicBezTo>
                    <a:pt x="658" y="131"/>
                    <a:pt x="658" y="131"/>
                    <a:pt x="658" y="131"/>
                  </a:cubicBezTo>
                  <a:cubicBezTo>
                    <a:pt x="635" y="137"/>
                    <a:pt x="635" y="137"/>
                    <a:pt x="635" y="137"/>
                  </a:cubicBezTo>
                  <a:cubicBezTo>
                    <a:pt x="634" y="137"/>
                    <a:pt x="634" y="137"/>
                    <a:pt x="634" y="137"/>
                  </a:cubicBezTo>
                  <a:cubicBezTo>
                    <a:pt x="624" y="125"/>
                    <a:pt x="624" y="125"/>
                    <a:pt x="624" y="125"/>
                  </a:cubicBezTo>
                  <a:cubicBezTo>
                    <a:pt x="593" y="102"/>
                    <a:pt x="593" y="102"/>
                    <a:pt x="593" y="102"/>
                  </a:cubicBezTo>
                  <a:cubicBezTo>
                    <a:pt x="592" y="102"/>
                    <a:pt x="592" y="102"/>
                    <a:pt x="592" y="102"/>
                  </a:cubicBezTo>
                  <a:cubicBezTo>
                    <a:pt x="580" y="86"/>
                    <a:pt x="580" y="86"/>
                    <a:pt x="580" y="86"/>
                  </a:cubicBezTo>
                  <a:cubicBezTo>
                    <a:pt x="573" y="82"/>
                    <a:pt x="573" y="82"/>
                    <a:pt x="573" y="82"/>
                  </a:cubicBezTo>
                  <a:cubicBezTo>
                    <a:pt x="568" y="89"/>
                    <a:pt x="568" y="89"/>
                    <a:pt x="568" y="89"/>
                  </a:cubicBezTo>
                  <a:cubicBezTo>
                    <a:pt x="568" y="91"/>
                    <a:pt x="568" y="91"/>
                    <a:pt x="568" y="91"/>
                  </a:cubicBezTo>
                  <a:cubicBezTo>
                    <a:pt x="567" y="91"/>
                    <a:pt x="567" y="91"/>
                    <a:pt x="567" y="91"/>
                  </a:cubicBezTo>
                  <a:cubicBezTo>
                    <a:pt x="567" y="91"/>
                    <a:pt x="567" y="91"/>
                    <a:pt x="567" y="91"/>
                  </a:cubicBezTo>
                  <a:cubicBezTo>
                    <a:pt x="565" y="91"/>
                    <a:pt x="565" y="91"/>
                    <a:pt x="565" y="91"/>
                  </a:cubicBezTo>
                  <a:cubicBezTo>
                    <a:pt x="556" y="92"/>
                    <a:pt x="556" y="92"/>
                    <a:pt x="556" y="92"/>
                  </a:cubicBezTo>
                  <a:cubicBezTo>
                    <a:pt x="554" y="93"/>
                    <a:pt x="554" y="93"/>
                    <a:pt x="554" y="93"/>
                  </a:cubicBezTo>
                  <a:cubicBezTo>
                    <a:pt x="553" y="93"/>
                    <a:pt x="553" y="93"/>
                    <a:pt x="553" y="93"/>
                  </a:cubicBezTo>
                  <a:cubicBezTo>
                    <a:pt x="531" y="68"/>
                    <a:pt x="531" y="68"/>
                    <a:pt x="531" y="68"/>
                  </a:cubicBezTo>
                  <a:cubicBezTo>
                    <a:pt x="526" y="66"/>
                    <a:pt x="521" y="61"/>
                    <a:pt x="514" y="54"/>
                  </a:cubicBezTo>
                  <a:cubicBezTo>
                    <a:pt x="504" y="46"/>
                    <a:pt x="504" y="46"/>
                    <a:pt x="504" y="46"/>
                  </a:cubicBezTo>
                  <a:cubicBezTo>
                    <a:pt x="503" y="46"/>
                    <a:pt x="503" y="46"/>
                    <a:pt x="503" y="46"/>
                  </a:cubicBezTo>
                  <a:cubicBezTo>
                    <a:pt x="491" y="39"/>
                    <a:pt x="491" y="39"/>
                    <a:pt x="491" y="39"/>
                  </a:cubicBezTo>
                  <a:cubicBezTo>
                    <a:pt x="484" y="44"/>
                    <a:pt x="484" y="44"/>
                    <a:pt x="484" y="44"/>
                  </a:cubicBezTo>
                  <a:cubicBezTo>
                    <a:pt x="484" y="46"/>
                    <a:pt x="484" y="46"/>
                    <a:pt x="484" y="46"/>
                  </a:cubicBezTo>
                  <a:cubicBezTo>
                    <a:pt x="483" y="45"/>
                    <a:pt x="483" y="45"/>
                    <a:pt x="483" y="45"/>
                  </a:cubicBezTo>
                  <a:cubicBezTo>
                    <a:pt x="482" y="45"/>
                    <a:pt x="482" y="45"/>
                    <a:pt x="482" y="45"/>
                  </a:cubicBezTo>
                  <a:cubicBezTo>
                    <a:pt x="476" y="44"/>
                    <a:pt x="476" y="44"/>
                    <a:pt x="476" y="44"/>
                  </a:cubicBezTo>
                  <a:cubicBezTo>
                    <a:pt x="469" y="47"/>
                    <a:pt x="469" y="47"/>
                    <a:pt x="469" y="47"/>
                  </a:cubicBezTo>
                  <a:cubicBezTo>
                    <a:pt x="469" y="48"/>
                    <a:pt x="469" y="48"/>
                    <a:pt x="469" y="48"/>
                  </a:cubicBezTo>
                  <a:cubicBezTo>
                    <a:pt x="468" y="49"/>
                    <a:pt x="468" y="49"/>
                    <a:pt x="468" y="49"/>
                  </a:cubicBezTo>
                  <a:cubicBezTo>
                    <a:pt x="467" y="49"/>
                    <a:pt x="467" y="49"/>
                    <a:pt x="467" y="49"/>
                  </a:cubicBezTo>
                  <a:cubicBezTo>
                    <a:pt x="458" y="50"/>
                    <a:pt x="458" y="50"/>
                    <a:pt x="458" y="50"/>
                  </a:cubicBezTo>
                  <a:cubicBezTo>
                    <a:pt x="444" y="42"/>
                    <a:pt x="431" y="35"/>
                    <a:pt x="418" y="26"/>
                  </a:cubicBezTo>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46" name="Freeform 12"/>
            <p:cNvSpPr/>
            <p:nvPr/>
          </p:nvSpPr>
          <p:spPr bwMode="auto">
            <a:xfrm>
              <a:off x="865707" y="2888215"/>
              <a:ext cx="1613403" cy="982071"/>
            </a:xfrm>
            <a:custGeom>
              <a:avLst/>
              <a:gdLst>
                <a:gd name="T0" fmla="*/ 115 w 1085"/>
                <a:gd name="T1" fmla="*/ 28 h 659"/>
                <a:gd name="T2" fmla="*/ 98 w 1085"/>
                <a:gd name="T3" fmla="*/ 54 h 659"/>
                <a:gd name="T4" fmla="*/ 56 w 1085"/>
                <a:gd name="T5" fmla="*/ 60 h 659"/>
                <a:gd name="T6" fmla="*/ 56 w 1085"/>
                <a:gd name="T7" fmla="*/ 144 h 659"/>
                <a:gd name="T8" fmla="*/ 13 w 1085"/>
                <a:gd name="T9" fmla="*/ 158 h 659"/>
                <a:gd name="T10" fmla="*/ 15 w 1085"/>
                <a:gd name="T11" fmla="*/ 205 h 659"/>
                <a:gd name="T12" fmla="*/ 52 w 1085"/>
                <a:gd name="T13" fmla="*/ 284 h 659"/>
                <a:gd name="T14" fmla="*/ 95 w 1085"/>
                <a:gd name="T15" fmla="*/ 331 h 659"/>
                <a:gd name="T16" fmla="*/ 133 w 1085"/>
                <a:gd name="T17" fmla="*/ 331 h 659"/>
                <a:gd name="T18" fmla="*/ 159 w 1085"/>
                <a:gd name="T19" fmla="*/ 339 h 659"/>
                <a:gd name="T20" fmla="*/ 204 w 1085"/>
                <a:gd name="T21" fmla="*/ 396 h 659"/>
                <a:gd name="T22" fmla="*/ 251 w 1085"/>
                <a:gd name="T23" fmla="*/ 431 h 659"/>
                <a:gd name="T24" fmla="*/ 255 w 1085"/>
                <a:gd name="T25" fmla="*/ 434 h 659"/>
                <a:gd name="T26" fmla="*/ 314 w 1085"/>
                <a:gd name="T27" fmla="*/ 504 h 659"/>
                <a:gd name="T28" fmla="*/ 351 w 1085"/>
                <a:gd name="T29" fmla="*/ 519 h 659"/>
                <a:gd name="T30" fmla="*/ 397 w 1085"/>
                <a:gd name="T31" fmla="*/ 537 h 659"/>
                <a:gd name="T32" fmla="*/ 454 w 1085"/>
                <a:gd name="T33" fmla="*/ 558 h 659"/>
                <a:gd name="T34" fmla="*/ 503 w 1085"/>
                <a:gd name="T35" fmla="*/ 584 h 659"/>
                <a:gd name="T36" fmla="*/ 518 w 1085"/>
                <a:gd name="T37" fmla="*/ 607 h 659"/>
                <a:gd name="T38" fmla="*/ 667 w 1085"/>
                <a:gd name="T39" fmla="*/ 585 h 659"/>
                <a:gd name="T40" fmla="*/ 685 w 1085"/>
                <a:gd name="T41" fmla="*/ 609 h 659"/>
                <a:gd name="T42" fmla="*/ 781 w 1085"/>
                <a:gd name="T43" fmla="*/ 645 h 659"/>
                <a:gd name="T44" fmla="*/ 883 w 1085"/>
                <a:gd name="T45" fmla="*/ 586 h 659"/>
                <a:gd name="T46" fmla="*/ 960 w 1085"/>
                <a:gd name="T47" fmla="*/ 610 h 659"/>
                <a:gd name="T48" fmla="*/ 983 w 1085"/>
                <a:gd name="T49" fmla="*/ 620 h 659"/>
                <a:gd name="T50" fmla="*/ 983 w 1085"/>
                <a:gd name="T51" fmla="*/ 616 h 659"/>
                <a:gd name="T52" fmla="*/ 1027 w 1085"/>
                <a:gd name="T53" fmla="*/ 600 h 659"/>
                <a:gd name="T54" fmla="*/ 1052 w 1085"/>
                <a:gd name="T55" fmla="*/ 585 h 659"/>
                <a:gd name="T56" fmla="*/ 1060 w 1085"/>
                <a:gd name="T57" fmla="*/ 555 h 659"/>
                <a:gd name="T58" fmla="*/ 1078 w 1085"/>
                <a:gd name="T59" fmla="*/ 465 h 659"/>
                <a:gd name="T60" fmla="*/ 1063 w 1085"/>
                <a:gd name="T61" fmla="*/ 427 h 659"/>
                <a:gd name="T62" fmla="*/ 1038 w 1085"/>
                <a:gd name="T63" fmla="*/ 358 h 659"/>
                <a:gd name="T64" fmla="*/ 1034 w 1085"/>
                <a:gd name="T65" fmla="*/ 338 h 659"/>
                <a:gd name="T66" fmla="*/ 1003 w 1085"/>
                <a:gd name="T67" fmla="*/ 316 h 659"/>
                <a:gd name="T68" fmla="*/ 996 w 1085"/>
                <a:gd name="T69" fmla="*/ 345 h 659"/>
                <a:gd name="T70" fmla="*/ 962 w 1085"/>
                <a:gd name="T71" fmla="*/ 350 h 659"/>
                <a:gd name="T72" fmla="*/ 927 w 1085"/>
                <a:gd name="T73" fmla="*/ 375 h 659"/>
                <a:gd name="T74" fmla="*/ 894 w 1085"/>
                <a:gd name="T75" fmla="*/ 333 h 659"/>
                <a:gd name="T76" fmla="*/ 873 w 1085"/>
                <a:gd name="T77" fmla="*/ 309 h 659"/>
                <a:gd name="T78" fmla="*/ 841 w 1085"/>
                <a:gd name="T79" fmla="*/ 303 h 659"/>
                <a:gd name="T80" fmla="*/ 743 w 1085"/>
                <a:gd name="T81" fmla="*/ 280 h 659"/>
                <a:gd name="T82" fmla="*/ 696 w 1085"/>
                <a:gd name="T83" fmla="*/ 258 h 659"/>
                <a:gd name="T84" fmla="*/ 681 w 1085"/>
                <a:gd name="T85" fmla="*/ 235 h 659"/>
                <a:gd name="T86" fmla="*/ 663 w 1085"/>
                <a:gd name="T87" fmla="*/ 237 h 659"/>
                <a:gd name="T88" fmla="*/ 613 w 1085"/>
                <a:gd name="T89" fmla="*/ 205 h 659"/>
                <a:gd name="T90" fmla="*/ 598 w 1085"/>
                <a:gd name="T91" fmla="*/ 168 h 659"/>
                <a:gd name="T92" fmla="*/ 611 w 1085"/>
                <a:gd name="T93" fmla="*/ 111 h 659"/>
                <a:gd name="T94" fmla="*/ 616 w 1085"/>
                <a:gd name="T95" fmla="*/ 68 h 659"/>
                <a:gd name="T96" fmla="*/ 616 w 1085"/>
                <a:gd name="T97" fmla="*/ 37 h 659"/>
                <a:gd name="T98" fmla="*/ 612 w 1085"/>
                <a:gd name="T99" fmla="*/ 34 h 659"/>
                <a:gd name="T100" fmla="*/ 588 w 1085"/>
                <a:gd name="T101" fmla="*/ 18 h 659"/>
                <a:gd name="T102" fmla="*/ 515 w 1085"/>
                <a:gd name="T103" fmla="*/ 9 h 659"/>
                <a:gd name="T104" fmla="*/ 448 w 1085"/>
                <a:gd name="T105" fmla="*/ 20 h 659"/>
                <a:gd name="T106" fmla="*/ 407 w 1085"/>
                <a:gd name="T107" fmla="*/ 34 h 659"/>
                <a:gd name="T108" fmla="*/ 379 w 1085"/>
                <a:gd name="T109" fmla="*/ 31 h 659"/>
                <a:gd name="T110" fmla="*/ 324 w 1085"/>
                <a:gd name="T111" fmla="*/ 38 h 659"/>
                <a:gd name="T112" fmla="*/ 277 w 1085"/>
                <a:gd name="T113" fmla="*/ 18 h 659"/>
                <a:gd name="T114" fmla="*/ 263 w 1085"/>
                <a:gd name="T115" fmla="*/ 0 h 659"/>
                <a:gd name="T116" fmla="*/ 234 w 1085"/>
                <a:gd name="T117" fmla="*/ 16 h 659"/>
                <a:gd name="T118" fmla="*/ 160 w 1085"/>
                <a:gd name="T119" fmla="*/ 10 h 6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085" h="659">
                  <a:moveTo>
                    <a:pt x="134" y="3"/>
                  </a:moveTo>
                  <a:cubicBezTo>
                    <a:pt x="134" y="3"/>
                    <a:pt x="134" y="3"/>
                    <a:pt x="134" y="3"/>
                  </a:cubicBezTo>
                  <a:cubicBezTo>
                    <a:pt x="131" y="9"/>
                    <a:pt x="126" y="14"/>
                    <a:pt x="121" y="18"/>
                  </a:cubicBezTo>
                  <a:cubicBezTo>
                    <a:pt x="116" y="20"/>
                    <a:pt x="115" y="24"/>
                    <a:pt x="115" y="28"/>
                  </a:cubicBezTo>
                  <a:cubicBezTo>
                    <a:pt x="115" y="30"/>
                    <a:pt x="115" y="30"/>
                    <a:pt x="115" y="30"/>
                  </a:cubicBezTo>
                  <a:cubicBezTo>
                    <a:pt x="115" y="34"/>
                    <a:pt x="113" y="39"/>
                    <a:pt x="108" y="47"/>
                  </a:cubicBezTo>
                  <a:cubicBezTo>
                    <a:pt x="107" y="51"/>
                    <a:pt x="107" y="51"/>
                    <a:pt x="107" y="51"/>
                  </a:cubicBezTo>
                  <a:cubicBezTo>
                    <a:pt x="105" y="53"/>
                    <a:pt x="103" y="54"/>
                    <a:pt x="98" y="54"/>
                  </a:cubicBezTo>
                  <a:cubicBezTo>
                    <a:pt x="59" y="49"/>
                    <a:pt x="59" y="49"/>
                    <a:pt x="59" y="49"/>
                  </a:cubicBezTo>
                  <a:cubicBezTo>
                    <a:pt x="59" y="50"/>
                    <a:pt x="59" y="50"/>
                    <a:pt x="59" y="50"/>
                  </a:cubicBezTo>
                  <a:cubicBezTo>
                    <a:pt x="56" y="59"/>
                    <a:pt x="56" y="59"/>
                    <a:pt x="56" y="59"/>
                  </a:cubicBezTo>
                  <a:cubicBezTo>
                    <a:pt x="56" y="60"/>
                    <a:pt x="56" y="60"/>
                    <a:pt x="56" y="60"/>
                  </a:cubicBezTo>
                  <a:cubicBezTo>
                    <a:pt x="55" y="60"/>
                    <a:pt x="55" y="60"/>
                    <a:pt x="55" y="60"/>
                  </a:cubicBezTo>
                  <a:cubicBezTo>
                    <a:pt x="45" y="75"/>
                    <a:pt x="38" y="85"/>
                    <a:pt x="37" y="92"/>
                  </a:cubicBezTo>
                  <a:cubicBezTo>
                    <a:pt x="36" y="96"/>
                    <a:pt x="41" y="108"/>
                    <a:pt x="50" y="129"/>
                  </a:cubicBezTo>
                  <a:cubicBezTo>
                    <a:pt x="56" y="144"/>
                    <a:pt x="56" y="144"/>
                    <a:pt x="56" y="144"/>
                  </a:cubicBezTo>
                  <a:cubicBezTo>
                    <a:pt x="59" y="151"/>
                    <a:pt x="56" y="159"/>
                    <a:pt x="50" y="168"/>
                  </a:cubicBezTo>
                  <a:cubicBezTo>
                    <a:pt x="38" y="180"/>
                    <a:pt x="38" y="180"/>
                    <a:pt x="38" y="180"/>
                  </a:cubicBezTo>
                  <a:cubicBezTo>
                    <a:pt x="17" y="180"/>
                    <a:pt x="17" y="180"/>
                    <a:pt x="17" y="180"/>
                  </a:cubicBezTo>
                  <a:cubicBezTo>
                    <a:pt x="13" y="158"/>
                    <a:pt x="13" y="158"/>
                    <a:pt x="13" y="158"/>
                  </a:cubicBezTo>
                  <a:cubicBezTo>
                    <a:pt x="8" y="186"/>
                    <a:pt x="8" y="186"/>
                    <a:pt x="8" y="186"/>
                  </a:cubicBezTo>
                  <a:cubicBezTo>
                    <a:pt x="16" y="200"/>
                    <a:pt x="16" y="200"/>
                    <a:pt x="16" y="200"/>
                  </a:cubicBezTo>
                  <a:cubicBezTo>
                    <a:pt x="17" y="202"/>
                    <a:pt x="17" y="203"/>
                    <a:pt x="16" y="204"/>
                  </a:cubicBezTo>
                  <a:cubicBezTo>
                    <a:pt x="15" y="205"/>
                    <a:pt x="15" y="205"/>
                    <a:pt x="15" y="205"/>
                  </a:cubicBezTo>
                  <a:cubicBezTo>
                    <a:pt x="12" y="207"/>
                    <a:pt x="8" y="214"/>
                    <a:pt x="4" y="226"/>
                  </a:cubicBezTo>
                  <a:cubicBezTo>
                    <a:pt x="0" y="236"/>
                    <a:pt x="2" y="247"/>
                    <a:pt x="10" y="258"/>
                  </a:cubicBezTo>
                  <a:cubicBezTo>
                    <a:pt x="27" y="258"/>
                    <a:pt x="27" y="258"/>
                    <a:pt x="27" y="258"/>
                  </a:cubicBezTo>
                  <a:cubicBezTo>
                    <a:pt x="32" y="259"/>
                    <a:pt x="41" y="268"/>
                    <a:pt x="52" y="284"/>
                  </a:cubicBezTo>
                  <a:cubicBezTo>
                    <a:pt x="53" y="285"/>
                    <a:pt x="53" y="285"/>
                    <a:pt x="53" y="285"/>
                  </a:cubicBezTo>
                  <a:cubicBezTo>
                    <a:pt x="53" y="290"/>
                    <a:pt x="55" y="294"/>
                    <a:pt x="59" y="296"/>
                  </a:cubicBezTo>
                  <a:cubicBezTo>
                    <a:pt x="95" y="330"/>
                    <a:pt x="95" y="330"/>
                    <a:pt x="95" y="330"/>
                  </a:cubicBezTo>
                  <a:cubicBezTo>
                    <a:pt x="95" y="331"/>
                    <a:pt x="95" y="331"/>
                    <a:pt x="95" y="331"/>
                  </a:cubicBezTo>
                  <a:cubicBezTo>
                    <a:pt x="112" y="352"/>
                    <a:pt x="112" y="352"/>
                    <a:pt x="112" y="352"/>
                  </a:cubicBezTo>
                  <a:cubicBezTo>
                    <a:pt x="121" y="352"/>
                    <a:pt x="121" y="352"/>
                    <a:pt x="121" y="352"/>
                  </a:cubicBezTo>
                  <a:cubicBezTo>
                    <a:pt x="132" y="333"/>
                    <a:pt x="132" y="333"/>
                    <a:pt x="132" y="333"/>
                  </a:cubicBezTo>
                  <a:cubicBezTo>
                    <a:pt x="133" y="331"/>
                    <a:pt x="133" y="331"/>
                    <a:pt x="133" y="331"/>
                  </a:cubicBezTo>
                  <a:cubicBezTo>
                    <a:pt x="134" y="331"/>
                    <a:pt x="134" y="331"/>
                    <a:pt x="134" y="331"/>
                  </a:cubicBezTo>
                  <a:cubicBezTo>
                    <a:pt x="159" y="337"/>
                    <a:pt x="159" y="337"/>
                    <a:pt x="159" y="337"/>
                  </a:cubicBezTo>
                  <a:cubicBezTo>
                    <a:pt x="159" y="338"/>
                    <a:pt x="159" y="338"/>
                    <a:pt x="159" y="338"/>
                  </a:cubicBezTo>
                  <a:cubicBezTo>
                    <a:pt x="159" y="339"/>
                    <a:pt x="159" y="339"/>
                    <a:pt x="159" y="339"/>
                  </a:cubicBezTo>
                  <a:cubicBezTo>
                    <a:pt x="163" y="356"/>
                    <a:pt x="163" y="356"/>
                    <a:pt x="163" y="356"/>
                  </a:cubicBezTo>
                  <a:cubicBezTo>
                    <a:pt x="193" y="391"/>
                    <a:pt x="193" y="391"/>
                    <a:pt x="193" y="391"/>
                  </a:cubicBezTo>
                  <a:cubicBezTo>
                    <a:pt x="203" y="396"/>
                    <a:pt x="203" y="396"/>
                    <a:pt x="203" y="396"/>
                  </a:cubicBezTo>
                  <a:cubicBezTo>
                    <a:pt x="204" y="396"/>
                    <a:pt x="204" y="396"/>
                    <a:pt x="204" y="396"/>
                  </a:cubicBezTo>
                  <a:cubicBezTo>
                    <a:pt x="209" y="399"/>
                    <a:pt x="209" y="399"/>
                    <a:pt x="209" y="399"/>
                  </a:cubicBezTo>
                  <a:cubicBezTo>
                    <a:pt x="210" y="400"/>
                    <a:pt x="210" y="400"/>
                    <a:pt x="210" y="400"/>
                  </a:cubicBezTo>
                  <a:cubicBezTo>
                    <a:pt x="232" y="434"/>
                    <a:pt x="232" y="434"/>
                    <a:pt x="232" y="434"/>
                  </a:cubicBezTo>
                  <a:cubicBezTo>
                    <a:pt x="251" y="431"/>
                    <a:pt x="251" y="431"/>
                    <a:pt x="251" y="431"/>
                  </a:cubicBezTo>
                  <a:cubicBezTo>
                    <a:pt x="252" y="431"/>
                    <a:pt x="252" y="431"/>
                    <a:pt x="252" y="431"/>
                  </a:cubicBezTo>
                  <a:cubicBezTo>
                    <a:pt x="253" y="431"/>
                    <a:pt x="253" y="431"/>
                    <a:pt x="253" y="431"/>
                  </a:cubicBezTo>
                  <a:cubicBezTo>
                    <a:pt x="254" y="432"/>
                    <a:pt x="254" y="432"/>
                    <a:pt x="254" y="432"/>
                  </a:cubicBezTo>
                  <a:cubicBezTo>
                    <a:pt x="255" y="434"/>
                    <a:pt x="255" y="434"/>
                    <a:pt x="255" y="434"/>
                  </a:cubicBezTo>
                  <a:cubicBezTo>
                    <a:pt x="271" y="467"/>
                    <a:pt x="271" y="467"/>
                    <a:pt x="271" y="467"/>
                  </a:cubicBezTo>
                  <a:cubicBezTo>
                    <a:pt x="290" y="478"/>
                    <a:pt x="290" y="478"/>
                    <a:pt x="290" y="478"/>
                  </a:cubicBezTo>
                  <a:cubicBezTo>
                    <a:pt x="306" y="483"/>
                    <a:pt x="306" y="483"/>
                    <a:pt x="306" y="483"/>
                  </a:cubicBezTo>
                  <a:cubicBezTo>
                    <a:pt x="314" y="504"/>
                    <a:pt x="314" y="504"/>
                    <a:pt x="314" y="504"/>
                  </a:cubicBezTo>
                  <a:cubicBezTo>
                    <a:pt x="325" y="504"/>
                    <a:pt x="325" y="504"/>
                    <a:pt x="325" y="504"/>
                  </a:cubicBezTo>
                  <a:cubicBezTo>
                    <a:pt x="326" y="505"/>
                    <a:pt x="326" y="505"/>
                    <a:pt x="326" y="505"/>
                  </a:cubicBezTo>
                  <a:cubicBezTo>
                    <a:pt x="351" y="518"/>
                    <a:pt x="351" y="518"/>
                    <a:pt x="351" y="518"/>
                  </a:cubicBezTo>
                  <a:cubicBezTo>
                    <a:pt x="351" y="519"/>
                    <a:pt x="351" y="519"/>
                    <a:pt x="351" y="519"/>
                  </a:cubicBezTo>
                  <a:cubicBezTo>
                    <a:pt x="352" y="520"/>
                    <a:pt x="352" y="520"/>
                    <a:pt x="352" y="520"/>
                  </a:cubicBezTo>
                  <a:cubicBezTo>
                    <a:pt x="370" y="542"/>
                    <a:pt x="370" y="542"/>
                    <a:pt x="370" y="542"/>
                  </a:cubicBezTo>
                  <a:cubicBezTo>
                    <a:pt x="396" y="537"/>
                    <a:pt x="396" y="537"/>
                    <a:pt x="396" y="537"/>
                  </a:cubicBezTo>
                  <a:cubicBezTo>
                    <a:pt x="397" y="537"/>
                    <a:pt x="397" y="537"/>
                    <a:pt x="397" y="537"/>
                  </a:cubicBezTo>
                  <a:cubicBezTo>
                    <a:pt x="407" y="541"/>
                    <a:pt x="407" y="541"/>
                    <a:pt x="407" y="541"/>
                  </a:cubicBezTo>
                  <a:cubicBezTo>
                    <a:pt x="407" y="541"/>
                    <a:pt x="407" y="541"/>
                    <a:pt x="407" y="541"/>
                  </a:cubicBezTo>
                  <a:cubicBezTo>
                    <a:pt x="424" y="556"/>
                    <a:pt x="424" y="556"/>
                    <a:pt x="424" y="556"/>
                  </a:cubicBezTo>
                  <a:cubicBezTo>
                    <a:pt x="454" y="558"/>
                    <a:pt x="454" y="558"/>
                    <a:pt x="454" y="558"/>
                  </a:cubicBezTo>
                  <a:cubicBezTo>
                    <a:pt x="472" y="555"/>
                    <a:pt x="472" y="555"/>
                    <a:pt x="472" y="555"/>
                  </a:cubicBezTo>
                  <a:cubicBezTo>
                    <a:pt x="496" y="551"/>
                    <a:pt x="511" y="553"/>
                    <a:pt x="516" y="559"/>
                  </a:cubicBezTo>
                  <a:cubicBezTo>
                    <a:pt x="520" y="565"/>
                    <a:pt x="518" y="570"/>
                    <a:pt x="510" y="577"/>
                  </a:cubicBezTo>
                  <a:cubicBezTo>
                    <a:pt x="503" y="584"/>
                    <a:pt x="503" y="584"/>
                    <a:pt x="503" y="584"/>
                  </a:cubicBezTo>
                  <a:cubicBezTo>
                    <a:pt x="501" y="587"/>
                    <a:pt x="503" y="593"/>
                    <a:pt x="512" y="601"/>
                  </a:cubicBezTo>
                  <a:cubicBezTo>
                    <a:pt x="513" y="603"/>
                    <a:pt x="513" y="603"/>
                    <a:pt x="513" y="603"/>
                  </a:cubicBezTo>
                  <a:cubicBezTo>
                    <a:pt x="512" y="603"/>
                    <a:pt x="512" y="603"/>
                    <a:pt x="512" y="603"/>
                  </a:cubicBezTo>
                  <a:cubicBezTo>
                    <a:pt x="518" y="607"/>
                    <a:pt x="518" y="607"/>
                    <a:pt x="518" y="607"/>
                  </a:cubicBezTo>
                  <a:cubicBezTo>
                    <a:pt x="520" y="605"/>
                    <a:pt x="520" y="605"/>
                    <a:pt x="520" y="605"/>
                  </a:cubicBezTo>
                  <a:cubicBezTo>
                    <a:pt x="537" y="572"/>
                    <a:pt x="551" y="554"/>
                    <a:pt x="561" y="551"/>
                  </a:cubicBezTo>
                  <a:cubicBezTo>
                    <a:pt x="571" y="547"/>
                    <a:pt x="592" y="556"/>
                    <a:pt x="626" y="577"/>
                  </a:cubicBezTo>
                  <a:cubicBezTo>
                    <a:pt x="667" y="585"/>
                    <a:pt x="667" y="585"/>
                    <a:pt x="667" y="585"/>
                  </a:cubicBezTo>
                  <a:cubicBezTo>
                    <a:pt x="667" y="586"/>
                    <a:pt x="667" y="586"/>
                    <a:pt x="667" y="586"/>
                  </a:cubicBezTo>
                  <a:cubicBezTo>
                    <a:pt x="667" y="587"/>
                    <a:pt x="667" y="587"/>
                    <a:pt x="667" y="587"/>
                  </a:cubicBezTo>
                  <a:cubicBezTo>
                    <a:pt x="665" y="607"/>
                    <a:pt x="665" y="607"/>
                    <a:pt x="665" y="607"/>
                  </a:cubicBezTo>
                  <a:cubicBezTo>
                    <a:pt x="685" y="609"/>
                    <a:pt x="685" y="609"/>
                    <a:pt x="685" y="609"/>
                  </a:cubicBezTo>
                  <a:cubicBezTo>
                    <a:pt x="685" y="636"/>
                    <a:pt x="685" y="636"/>
                    <a:pt x="685" y="636"/>
                  </a:cubicBezTo>
                  <a:cubicBezTo>
                    <a:pt x="691" y="647"/>
                    <a:pt x="696" y="654"/>
                    <a:pt x="698" y="656"/>
                  </a:cubicBezTo>
                  <a:cubicBezTo>
                    <a:pt x="703" y="659"/>
                    <a:pt x="723" y="659"/>
                    <a:pt x="760" y="656"/>
                  </a:cubicBezTo>
                  <a:cubicBezTo>
                    <a:pt x="781" y="645"/>
                    <a:pt x="781" y="645"/>
                    <a:pt x="781" y="645"/>
                  </a:cubicBezTo>
                  <a:cubicBezTo>
                    <a:pt x="802" y="616"/>
                    <a:pt x="802" y="616"/>
                    <a:pt x="802" y="616"/>
                  </a:cubicBezTo>
                  <a:cubicBezTo>
                    <a:pt x="826" y="616"/>
                    <a:pt x="826" y="616"/>
                    <a:pt x="826" y="616"/>
                  </a:cubicBezTo>
                  <a:cubicBezTo>
                    <a:pt x="838" y="612"/>
                    <a:pt x="838" y="612"/>
                    <a:pt x="838" y="612"/>
                  </a:cubicBezTo>
                  <a:cubicBezTo>
                    <a:pt x="883" y="586"/>
                    <a:pt x="883" y="586"/>
                    <a:pt x="883" y="586"/>
                  </a:cubicBezTo>
                  <a:cubicBezTo>
                    <a:pt x="884" y="586"/>
                    <a:pt x="884" y="586"/>
                    <a:pt x="884" y="586"/>
                  </a:cubicBezTo>
                  <a:cubicBezTo>
                    <a:pt x="885" y="585"/>
                    <a:pt x="885" y="585"/>
                    <a:pt x="885" y="585"/>
                  </a:cubicBezTo>
                  <a:cubicBezTo>
                    <a:pt x="911" y="582"/>
                    <a:pt x="926" y="582"/>
                    <a:pt x="930" y="585"/>
                  </a:cubicBezTo>
                  <a:cubicBezTo>
                    <a:pt x="960" y="610"/>
                    <a:pt x="960" y="610"/>
                    <a:pt x="960" y="610"/>
                  </a:cubicBezTo>
                  <a:cubicBezTo>
                    <a:pt x="969" y="614"/>
                    <a:pt x="969" y="614"/>
                    <a:pt x="969" y="614"/>
                  </a:cubicBezTo>
                  <a:cubicBezTo>
                    <a:pt x="970" y="615"/>
                    <a:pt x="970" y="615"/>
                    <a:pt x="970" y="615"/>
                  </a:cubicBezTo>
                  <a:cubicBezTo>
                    <a:pt x="982" y="620"/>
                    <a:pt x="982" y="620"/>
                    <a:pt x="982" y="620"/>
                  </a:cubicBezTo>
                  <a:cubicBezTo>
                    <a:pt x="983" y="620"/>
                    <a:pt x="983" y="620"/>
                    <a:pt x="983" y="620"/>
                  </a:cubicBezTo>
                  <a:cubicBezTo>
                    <a:pt x="983" y="618"/>
                    <a:pt x="983" y="618"/>
                    <a:pt x="983" y="618"/>
                  </a:cubicBezTo>
                  <a:cubicBezTo>
                    <a:pt x="983" y="618"/>
                    <a:pt x="983" y="618"/>
                    <a:pt x="983" y="618"/>
                  </a:cubicBezTo>
                  <a:cubicBezTo>
                    <a:pt x="983" y="617"/>
                    <a:pt x="983" y="617"/>
                    <a:pt x="983" y="617"/>
                  </a:cubicBezTo>
                  <a:cubicBezTo>
                    <a:pt x="983" y="616"/>
                    <a:pt x="983" y="616"/>
                    <a:pt x="983" y="616"/>
                  </a:cubicBezTo>
                  <a:cubicBezTo>
                    <a:pt x="987" y="596"/>
                    <a:pt x="987" y="596"/>
                    <a:pt x="987" y="596"/>
                  </a:cubicBezTo>
                  <a:cubicBezTo>
                    <a:pt x="985" y="589"/>
                    <a:pt x="985" y="585"/>
                    <a:pt x="987" y="580"/>
                  </a:cubicBezTo>
                  <a:cubicBezTo>
                    <a:pt x="989" y="577"/>
                    <a:pt x="992" y="575"/>
                    <a:pt x="998" y="574"/>
                  </a:cubicBezTo>
                  <a:cubicBezTo>
                    <a:pt x="1008" y="571"/>
                    <a:pt x="1018" y="580"/>
                    <a:pt x="1027" y="600"/>
                  </a:cubicBezTo>
                  <a:cubicBezTo>
                    <a:pt x="1029" y="600"/>
                    <a:pt x="1029" y="600"/>
                    <a:pt x="1029" y="600"/>
                  </a:cubicBezTo>
                  <a:cubicBezTo>
                    <a:pt x="1029" y="600"/>
                    <a:pt x="1029" y="600"/>
                    <a:pt x="1029" y="600"/>
                  </a:cubicBezTo>
                  <a:cubicBezTo>
                    <a:pt x="1047" y="593"/>
                    <a:pt x="1047" y="593"/>
                    <a:pt x="1047" y="593"/>
                  </a:cubicBezTo>
                  <a:cubicBezTo>
                    <a:pt x="1050" y="592"/>
                    <a:pt x="1052" y="589"/>
                    <a:pt x="1052" y="585"/>
                  </a:cubicBezTo>
                  <a:cubicBezTo>
                    <a:pt x="1048" y="573"/>
                    <a:pt x="1048" y="573"/>
                    <a:pt x="1048" y="573"/>
                  </a:cubicBezTo>
                  <a:cubicBezTo>
                    <a:pt x="1048" y="572"/>
                    <a:pt x="1048" y="572"/>
                    <a:pt x="1048" y="572"/>
                  </a:cubicBezTo>
                  <a:cubicBezTo>
                    <a:pt x="1047" y="567"/>
                    <a:pt x="1048" y="562"/>
                    <a:pt x="1054" y="560"/>
                  </a:cubicBezTo>
                  <a:cubicBezTo>
                    <a:pt x="1060" y="555"/>
                    <a:pt x="1060" y="555"/>
                    <a:pt x="1060" y="555"/>
                  </a:cubicBezTo>
                  <a:cubicBezTo>
                    <a:pt x="1075" y="538"/>
                    <a:pt x="1075" y="538"/>
                    <a:pt x="1075" y="538"/>
                  </a:cubicBezTo>
                  <a:cubicBezTo>
                    <a:pt x="1085" y="516"/>
                    <a:pt x="1085" y="516"/>
                    <a:pt x="1085" y="516"/>
                  </a:cubicBezTo>
                  <a:cubicBezTo>
                    <a:pt x="1076" y="501"/>
                    <a:pt x="1074" y="491"/>
                    <a:pt x="1076" y="484"/>
                  </a:cubicBezTo>
                  <a:cubicBezTo>
                    <a:pt x="1078" y="465"/>
                    <a:pt x="1078" y="465"/>
                    <a:pt x="1078" y="465"/>
                  </a:cubicBezTo>
                  <a:cubicBezTo>
                    <a:pt x="1074" y="456"/>
                    <a:pt x="1072" y="451"/>
                    <a:pt x="1072" y="446"/>
                  </a:cubicBezTo>
                  <a:cubicBezTo>
                    <a:pt x="1072" y="444"/>
                    <a:pt x="1069" y="438"/>
                    <a:pt x="1064" y="429"/>
                  </a:cubicBezTo>
                  <a:cubicBezTo>
                    <a:pt x="1063" y="429"/>
                    <a:pt x="1063" y="429"/>
                    <a:pt x="1063" y="429"/>
                  </a:cubicBezTo>
                  <a:cubicBezTo>
                    <a:pt x="1063" y="427"/>
                    <a:pt x="1063" y="427"/>
                    <a:pt x="1063" y="427"/>
                  </a:cubicBezTo>
                  <a:cubicBezTo>
                    <a:pt x="1061" y="403"/>
                    <a:pt x="1061" y="403"/>
                    <a:pt x="1061" y="403"/>
                  </a:cubicBezTo>
                  <a:cubicBezTo>
                    <a:pt x="1061" y="398"/>
                    <a:pt x="1060" y="393"/>
                    <a:pt x="1061" y="386"/>
                  </a:cubicBezTo>
                  <a:cubicBezTo>
                    <a:pt x="1055" y="381"/>
                    <a:pt x="1051" y="376"/>
                    <a:pt x="1048" y="371"/>
                  </a:cubicBezTo>
                  <a:cubicBezTo>
                    <a:pt x="1038" y="358"/>
                    <a:pt x="1038" y="358"/>
                    <a:pt x="1038" y="358"/>
                  </a:cubicBezTo>
                  <a:cubicBezTo>
                    <a:pt x="1037" y="357"/>
                    <a:pt x="1037" y="357"/>
                    <a:pt x="1037" y="357"/>
                  </a:cubicBezTo>
                  <a:cubicBezTo>
                    <a:pt x="1037" y="356"/>
                    <a:pt x="1037" y="356"/>
                    <a:pt x="1037" y="356"/>
                  </a:cubicBezTo>
                  <a:cubicBezTo>
                    <a:pt x="1037" y="355"/>
                    <a:pt x="1037" y="355"/>
                    <a:pt x="1037" y="355"/>
                  </a:cubicBezTo>
                  <a:cubicBezTo>
                    <a:pt x="1034" y="338"/>
                    <a:pt x="1034" y="338"/>
                    <a:pt x="1034" y="338"/>
                  </a:cubicBezTo>
                  <a:cubicBezTo>
                    <a:pt x="1023" y="329"/>
                    <a:pt x="1023" y="329"/>
                    <a:pt x="1023" y="329"/>
                  </a:cubicBezTo>
                  <a:cubicBezTo>
                    <a:pt x="1023" y="330"/>
                    <a:pt x="1023" y="330"/>
                    <a:pt x="1023" y="330"/>
                  </a:cubicBezTo>
                  <a:cubicBezTo>
                    <a:pt x="1003" y="314"/>
                    <a:pt x="1003" y="314"/>
                    <a:pt x="1003" y="314"/>
                  </a:cubicBezTo>
                  <a:cubicBezTo>
                    <a:pt x="1003" y="316"/>
                    <a:pt x="1003" y="316"/>
                    <a:pt x="1003" y="316"/>
                  </a:cubicBezTo>
                  <a:cubicBezTo>
                    <a:pt x="1006" y="337"/>
                    <a:pt x="1006" y="337"/>
                    <a:pt x="1006" y="337"/>
                  </a:cubicBezTo>
                  <a:cubicBezTo>
                    <a:pt x="1006" y="338"/>
                    <a:pt x="1006" y="338"/>
                    <a:pt x="1006" y="338"/>
                  </a:cubicBezTo>
                  <a:cubicBezTo>
                    <a:pt x="1006" y="340"/>
                    <a:pt x="1006" y="340"/>
                    <a:pt x="1006" y="340"/>
                  </a:cubicBezTo>
                  <a:cubicBezTo>
                    <a:pt x="996" y="345"/>
                    <a:pt x="996" y="345"/>
                    <a:pt x="996" y="345"/>
                  </a:cubicBezTo>
                  <a:cubicBezTo>
                    <a:pt x="994" y="358"/>
                    <a:pt x="994" y="358"/>
                    <a:pt x="994" y="358"/>
                  </a:cubicBezTo>
                  <a:cubicBezTo>
                    <a:pt x="994" y="360"/>
                    <a:pt x="994" y="360"/>
                    <a:pt x="994" y="360"/>
                  </a:cubicBezTo>
                  <a:cubicBezTo>
                    <a:pt x="970" y="369"/>
                    <a:pt x="970" y="369"/>
                    <a:pt x="970" y="369"/>
                  </a:cubicBezTo>
                  <a:cubicBezTo>
                    <a:pt x="962" y="350"/>
                    <a:pt x="962" y="350"/>
                    <a:pt x="962" y="350"/>
                  </a:cubicBezTo>
                  <a:cubicBezTo>
                    <a:pt x="957" y="349"/>
                    <a:pt x="957" y="349"/>
                    <a:pt x="957" y="349"/>
                  </a:cubicBezTo>
                  <a:cubicBezTo>
                    <a:pt x="949" y="356"/>
                    <a:pt x="949" y="356"/>
                    <a:pt x="949" y="356"/>
                  </a:cubicBezTo>
                  <a:cubicBezTo>
                    <a:pt x="945" y="370"/>
                    <a:pt x="945" y="370"/>
                    <a:pt x="945" y="370"/>
                  </a:cubicBezTo>
                  <a:cubicBezTo>
                    <a:pt x="927" y="375"/>
                    <a:pt x="927" y="375"/>
                    <a:pt x="927" y="375"/>
                  </a:cubicBezTo>
                  <a:cubicBezTo>
                    <a:pt x="918" y="368"/>
                    <a:pt x="918" y="368"/>
                    <a:pt x="918" y="368"/>
                  </a:cubicBezTo>
                  <a:cubicBezTo>
                    <a:pt x="904" y="364"/>
                    <a:pt x="904" y="364"/>
                    <a:pt x="904" y="364"/>
                  </a:cubicBezTo>
                  <a:cubicBezTo>
                    <a:pt x="900" y="345"/>
                    <a:pt x="900" y="345"/>
                    <a:pt x="900" y="345"/>
                  </a:cubicBezTo>
                  <a:cubicBezTo>
                    <a:pt x="894" y="333"/>
                    <a:pt x="894" y="333"/>
                    <a:pt x="894" y="333"/>
                  </a:cubicBezTo>
                  <a:cubicBezTo>
                    <a:pt x="886" y="329"/>
                    <a:pt x="886" y="329"/>
                    <a:pt x="886" y="329"/>
                  </a:cubicBezTo>
                  <a:cubicBezTo>
                    <a:pt x="885" y="328"/>
                    <a:pt x="885" y="328"/>
                    <a:pt x="885" y="328"/>
                  </a:cubicBezTo>
                  <a:cubicBezTo>
                    <a:pt x="879" y="320"/>
                    <a:pt x="879" y="320"/>
                    <a:pt x="879" y="320"/>
                  </a:cubicBezTo>
                  <a:cubicBezTo>
                    <a:pt x="873" y="309"/>
                    <a:pt x="873" y="309"/>
                    <a:pt x="873" y="309"/>
                  </a:cubicBezTo>
                  <a:cubicBezTo>
                    <a:pt x="863" y="297"/>
                    <a:pt x="863" y="297"/>
                    <a:pt x="863" y="297"/>
                  </a:cubicBezTo>
                  <a:cubicBezTo>
                    <a:pt x="855" y="297"/>
                    <a:pt x="855" y="297"/>
                    <a:pt x="855" y="297"/>
                  </a:cubicBezTo>
                  <a:cubicBezTo>
                    <a:pt x="841" y="302"/>
                    <a:pt x="841" y="302"/>
                    <a:pt x="841" y="302"/>
                  </a:cubicBezTo>
                  <a:cubicBezTo>
                    <a:pt x="841" y="303"/>
                    <a:pt x="841" y="303"/>
                    <a:pt x="841" y="303"/>
                  </a:cubicBezTo>
                  <a:cubicBezTo>
                    <a:pt x="805" y="300"/>
                    <a:pt x="805" y="300"/>
                    <a:pt x="805" y="300"/>
                  </a:cubicBezTo>
                  <a:cubicBezTo>
                    <a:pt x="778" y="295"/>
                    <a:pt x="778" y="295"/>
                    <a:pt x="778" y="295"/>
                  </a:cubicBezTo>
                  <a:cubicBezTo>
                    <a:pt x="776" y="294"/>
                    <a:pt x="772" y="291"/>
                    <a:pt x="764" y="287"/>
                  </a:cubicBezTo>
                  <a:cubicBezTo>
                    <a:pt x="743" y="280"/>
                    <a:pt x="743" y="280"/>
                    <a:pt x="743" y="280"/>
                  </a:cubicBezTo>
                  <a:cubicBezTo>
                    <a:pt x="727" y="276"/>
                    <a:pt x="718" y="272"/>
                    <a:pt x="716" y="268"/>
                  </a:cubicBezTo>
                  <a:cubicBezTo>
                    <a:pt x="713" y="266"/>
                    <a:pt x="713" y="266"/>
                    <a:pt x="713" y="266"/>
                  </a:cubicBezTo>
                  <a:cubicBezTo>
                    <a:pt x="708" y="265"/>
                    <a:pt x="708" y="265"/>
                    <a:pt x="708" y="265"/>
                  </a:cubicBezTo>
                  <a:cubicBezTo>
                    <a:pt x="696" y="258"/>
                    <a:pt x="696" y="258"/>
                    <a:pt x="696" y="258"/>
                  </a:cubicBezTo>
                  <a:cubicBezTo>
                    <a:pt x="694" y="257"/>
                    <a:pt x="694" y="257"/>
                    <a:pt x="694" y="257"/>
                  </a:cubicBezTo>
                  <a:cubicBezTo>
                    <a:pt x="692" y="254"/>
                    <a:pt x="690" y="252"/>
                    <a:pt x="689" y="249"/>
                  </a:cubicBezTo>
                  <a:cubicBezTo>
                    <a:pt x="686" y="243"/>
                    <a:pt x="686" y="243"/>
                    <a:pt x="686" y="243"/>
                  </a:cubicBezTo>
                  <a:cubicBezTo>
                    <a:pt x="681" y="235"/>
                    <a:pt x="681" y="235"/>
                    <a:pt x="681" y="235"/>
                  </a:cubicBezTo>
                  <a:cubicBezTo>
                    <a:pt x="672" y="231"/>
                    <a:pt x="672" y="231"/>
                    <a:pt x="672" y="231"/>
                  </a:cubicBezTo>
                  <a:cubicBezTo>
                    <a:pt x="668" y="233"/>
                    <a:pt x="668" y="233"/>
                    <a:pt x="668" y="233"/>
                  </a:cubicBezTo>
                  <a:cubicBezTo>
                    <a:pt x="665" y="236"/>
                    <a:pt x="665" y="236"/>
                    <a:pt x="665" y="236"/>
                  </a:cubicBezTo>
                  <a:cubicBezTo>
                    <a:pt x="663" y="237"/>
                    <a:pt x="663" y="237"/>
                    <a:pt x="663" y="237"/>
                  </a:cubicBezTo>
                  <a:cubicBezTo>
                    <a:pt x="659" y="240"/>
                    <a:pt x="656" y="241"/>
                    <a:pt x="653" y="242"/>
                  </a:cubicBezTo>
                  <a:cubicBezTo>
                    <a:pt x="647" y="243"/>
                    <a:pt x="642" y="240"/>
                    <a:pt x="636" y="234"/>
                  </a:cubicBezTo>
                  <a:cubicBezTo>
                    <a:pt x="623" y="220"/>
                    <a:pt x="623" y="220"/>
                    <a:pt x="623" y="220"/>
                  </a:cubicBezTo>
                  <a:cubicBezTo>
                    <a:pt x="618" y="214"/>
                    <a:pt x="614" y="209"/>
                    <a:pt x="613" y="205"/>
                  </a:cubicBezTo>
                  <a:cubicBezTo>
                    <a:pt x="610" y="200"/>
                    <a:pt x="610" y="200"/>
                    <a:pt x="610" y="200"/>
                  </a:cubicBezTo>
                  <a:cubicBezTo>
                    <a:pt x="605" y="195"/>
                    <a:pt x="601" y="190"/>
                    <a:pt x="599" y="186"/>
                  </a:cubicBezTo>
                  <a:cubicBezTo>
                    <a:pt x="597" y="180"/>
                    <a:pt x="596" y="174"/>
                    <a:pt x="598" y="169"/>
                  </a:cubicBezTo>
                  <a:cubicBezTo>
                    <a:pt x="598" y="168"/>
                    <a:pt x="598" y="168"/>
                    <a:pt x="598" y="168"/>
                  </a:cubicBezTo>
                  <a:cubicBezTo>
                    <a:pt x="607" y="153"/>
                    <a:pt x="607" y="153"/>
                    <a:pt x="607" y="153"/>
                  </a:cubicBezTo>
                  <a:cubicBezTo>
                    <a:pt x="612" y="137"/>
                    <a:pt x="612" y="137"/>
                    <a:pt x="612" y="137"/>
                  </a:cubicBezTo>
                  <a:cubicBezTo>
                    <a:pt x="614" y="127"/>
                    <a:pt x="614" y="127"/>
                    <a:pt x="614" y="127"/>
                  </a:cubicBezTo>
                  <a:cubicBezTo>
                    <a:pt x="611" y="111"/>
                    <a:pt x="611" y="111"/>
                    <a:pt x="611" y="111"/>
                  </a:cubicBezTo>
                  <a:cubicBezTo>
                    <a:pt x="601" y="102"/>
                    <a:pt x="601" y="102"/>
                    <a:pt x="601" y="102"/>
                  </a:cubicBezTo>
                  <a:cubicBezTo>
                    <a:pt x="603" y="89"/>
                    <a:pt x="603" y="89"/>
                    <a:pt x="603" y="89"/>
                  </a:cubicBezTo>
                  <a:cubicBezTo>
                    <a:pt x="603" y="79"/>
                    <a:pt x="606" y="74"/>
                    <a:pt x="613" y="73"/>
                  </a:cubicBezTo>
                  <a:cubicBezTo>
                    <a:pt x="615" y="72"/>
                    <a:pt x="616" y="71"/>
                    <a:pt x="616" y="68"/>
                  </a:cubicBezTo>
                  <a:cubicBezTo>
                    <a:pt x="616" y="67"/>
                    <a:pt x="616" y="67"/>
                    <a:pt x="616" y="67"/>
                  </a:cubicBezTo>
                  <a:cubicBezTo>
                    <a:pt x="616" y="54"/>
                    <a:pt x="616" y="54"/>
                    <a:pt x="616" y="54"/>
                  </a:cubicBezTo>
                  <a:cubicBezTo>
                    <a:pt x="616" y="53"/>
                    <a:pt x="616" y="53"/>
                    <a:pt x="616" y="53"/>
                  </a:cubicBezTo>
                  <a:cubicBezTo>
                    <a:pt x="616" y="37"/>
                    <a:pt x="616" y="37"/>
                    <a:pt x="616" y="37"/>
                  </a:cubicBezTo>
                  <a:cubicBezTo>
                    <a:pt x="615" y="37"/>
                    <a:pt x="615" y="37"/>
                    <a:pt x="615" y="37"/>
                  </a:cubicBezTo>
                  <a:cubicBezTo>
                    <a:pt x="614" y="36"/>
                    <a:pt x="614" y="36"/>
                    <a:pt x="614" y="36"/>
                  </a:cubicBezTo>
                  <a:cubicBezTo>
                    <a:pt x="612" y="35"/>
                    <a:pt x="612" y="35"/>
                    <a:pt x="612" y="35"/>
                  </a:cubicBezTo>
                  <a:cubicBezTo>
                    <a:pt x="612" y="34"/>
                    <a:pt x="612" y="34"/>
                    <a:pt x="612" y="34"/>
                  </a:cubicBezTo>
                  <a:cubicBezTo>
                    <a:pt x="611" y="34"/>
                    <a:pt x="611" y="34"/>
                    <a:pt x="611" y="34"/>
                  </a:cubicBezTo>
                  <a:cubicBezTo>
                    <a:pt x="598" y="26"/>
                    <a:pt x="598" y="26"/>
                    <a:pt x="598" y="26"/>
                  </a:cubicBezTo>
                  <a:cubicBezTo>
                    <a:pt x="598" y="26"/>
                    <a:pt x="598" y="26"/>
                    <a:pt x="598" y="26"/>
                  </a:cubicBezTo>
                  <a:cubicBezTo>
                    <a:pt x="588" y="18"/>
                    <a:pt x="588" y="18"/>
                    <a:pt x="588" y="18"/>
                  </a:cubicBezTo>
                  <a:cubicBezTo>
                    <a:pt x="556" y="11"/>
                    <a:pt x="556" y="11"/>
                    <a:pt x="556" y="11"/>
                  </a:cubicBezTo>
                  <a:cubicBezTo>
                    <a:pt x="545" y="4"/>
                    <a:pt x="545" y="4"/>
                    <a:pt x="545" y="4"/>
                  </a:cubicBezTo>
                  <a:cubicBezTo>
                    <a:pt x="526" y="4"/>
                    <a:pt x="526" y="4"/>
                    <a:pt x="526" y="4"/>
                  </a:cubicBezTo>
                  <a:cubicBezTo>
                    <a:pt x="523" y="4"/>
                    <a:pt x="520" y="6"/>
                    <a:pt x="515" y="9"/>
                  </a:cubicBezTo>
                  <a:cubicBezTo>
                    <a:pt x="514" y="9"/>
                    <a:pt x="514" y="9"/>
                    <a:pt x="514" y="9"/>
                  </a:cubicBezTo>
                  <a:cubicBezTo>
                    <a:pt x="499" y="14"/>
                    <a:pt x="499" y="14"/>
                    <a:pt x="499" y="14"/>
                  </a:cubicBezTo>
                  <a:cubicBezTo>
                    <a:pt x="461" y="14"/>
                    <a:pt x="461" y="14"/>
                    <a:pt x="461" y="14"/>
                  </a:cubicBezTo>
                  <a:cubicBezTo>
                    <a:pt x="456" y="16"/>
                    <a:pt x="451" y="17"/>
                    <a:pt x="448" y="20"/>
                  </a:cubicBezTo>
                  <a:cubicBezTo>
                    <a:pt x="444" y="23"/>
                    <a:pt x="436" y="26"/>
                    <a:pt x="426" y="29"/>
                  </a:cubicBezTo>
                  <a:cubicBezTo>
                    <a:pt x="408" y="34"/>
                    <a:pt x="408" y="34"/>
                    <a:pt x="408" y="34"/>
                  </a:cubicBezTo>
                  <a:cubicBezTo>
                    <a:pt x="408" y="34"/>
                    <a:pt x="408" y="34"/>
                    <a:pt x="408" y="34"/>
                  </a:cubicBezTo>
                  <a:cubicBezTo>
                    <a:pt x="407" y="34"/>
                    <a:pt x="407" y="34"/>
                    <a:pt x="407" y="34"/>
                  </a:cubicBezTo>
                  <a:cubicBezTo>
                    <a:pt x="381" y="32"/>
                    <a:pt x="381" y="32"/>
                    <a:pt x="381" y="32"/>
                  </a:cubicBezTo>
                  <a:cubicBezTo>
                    <a:pt x="379" y="31"/>
                    <a:pt x="379" y="31"/>
                    <a:pt x="379" y="31"/>
                  </a:cubicBezTo>
                  <a:cubicBezTo>
                    <a:pt x="380" y="32"/>
                    <a:pt x="380" y="32"/>
                    <a:pt x="380" y="32"/>
                  </a:cubicBezTo>
                  <a:cubicBezTo>
                    <a:pt x="379" y="31"/>
                    <a:pt x="379" y="31"/>
                    <a:pt x="379" y="31"/>
                  </a:cubicBezTo>
                  <a:cubicBezTo>
                    <a:pt x="370" y="30"/>
                    <a:pt x="370" y="30"/>
                    <a:pt x="370" y="30"/>
                  </a:cubicBezTo>
                  <a:cubicBezTo>
                    <a:pt x="355" y="35"/>
                    <a:pt x="355" y="35"/>
                    <a:pt x="355" y="35"/>
                  </a:cubicBezTo>
                  <a:cubicBezTo>
                    <a:pt x="325" y="38"/>
                    <a:pt x="325" y="38"/>
                    <a:pt x="325" y="38"/>
                  </a:cubicBezTo>
                  <a:cubicBezTo>
                    <a:pt x="324" y="38"/>
                    <a:pt x="324" y="38"/>
                    <a:pt x="324" y="38"/>
                  </a:cubicBezTo>
                  <a:cubicBezTo>
                    <a:pt x="323" y="37"/>
                    <a:pt x="323" y="37"/>
                    <a:pt x="323" y="37"/>
                  </a:cubicBezTo>
                  <a:cubicBezTo>
                    <a:pt x="308" y="32"/>
                    <a:pt x="308" y="32"/>
                    <a:pt x="308" y="32"/>
                  </a:cubicBezTo>
                  <a:cubicBezTo>
                    <a:pt x="296" y="32"/>
                    <a:pt x="296" y="32"/>
                    <a:pt x="296" y="32"/>
                  </a:cubicBezTo>
                  <a:cubicBezTo>
                    <a:pt x="290" y="30"/>
                    <a:pt x="284" y="26"/>
                    <a:pt x="277" y="18"/>
                  </a:cubicBezTo>
                  <a:cubicBezTo>
                    <a:pt x="276" y="16"/>
                    <a:pt x="276" y="16"/>
                    <a:pt x="276" y="16"/>
                  </a:cubicBezTo>
                  <a:cubicBezTo>
                    <a:pt x="275" y="10"/>
                    <a:pt x="273" y="7"/>
                    <a:pt x="272" y="6"/>
                  </a:cubicBezTo>
                  <a:cubicBezTo>
                    <a:pt x="269" y="4"/>
                    <a:pt x="269" y="4"/>
                    <a:pt x="269" y="4"/>
                  </a:cubicBezTo>
                  <a:cubicBezTo>
                    <a:pt x="263" y="0"/>
                    <a:pt x="263" y="0"/>
                    <a:pt x="263" y="0"/>
                  </a:cubicBezTo>
                  <a:cubicBezTo>
                    <a:pt x="257" y="6"/>
                    <a:pt x="257" y="6"/>
                    <a:pt x="257" y="6"/>
                  </a:cubicBezTo>
                  <a:cubicBezTo>
                    <a:pt x="256" y="7"/>
                    <a:pt x="256" y="7"/>
                    <a:pt x="256" y="7"/>
                  </a:cubicBezTo>
                  <a:cubicBezTo>
                    <a:pt x="234" y="16"/>
                    <a:pt x="234" y="16"/>
                    <a:pt x="234" y="16"/>
                  </a:cubicBezTo>
                  <a:cubicBezTo>
                    <a:pt x="234" y="16"/>
                    <a:pt x="234" y="16"/>
                    <a:pt x="234" y="16"/>
                  </a:cubicBezTo>
                  <a:cubicBezTo>
                    <a:pt x="232" y="16"/>
                    <a:pt x="232" y="16"/>
                    <a:pt x="232" y="16"/>
                  </a:cubicBezTo>
                  <a:cubicBezTo>
                    <a:pt x="205" y="19"/>
                    <a:pt x="205" y="19"/>
                    <a:pt x="205" y="19"/>
                  </a:cubicBezTo>
                  <a:cubicBezTo>
                    <a:pt x="201" y="19"/>
                    <a:pt x="194" y="17"/>
                    <a:pt x="183" y="14"/>
                  </a:cubicBezTo>
                  <a:cubicBezTo>
                    <a:pt x="160" y="10"/>
                    <a:pt x="160" y="10"/>
                    <a:pt x="160" y="10"/>
                  </a:cubicBezTo>
                  <a:cubicBezTo>
                    <a:pt x="159" y="10"/>
                    <a:pt x="159" y="10"/>
                    <a:pt x="159" y="10"/>
                  </a:cubicBezTo>
                  <a:cubicBezTo>
                    <a:pt x="145" y="3"/>
                    <a:pt x="145" y="3"/>
                    <a:pt x="145" y="3"/>
                  </a:cubicBezTo>
                  <a:lnTo>
                    <a:pt x="134" y="3"/>
                  </a:lnTo>
                  <a:close/>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47" name="Freeform 13"/>
            <p:cNvSpPr/>
            <p:nvPr/>
          </p:nvSpPr>
          <p:spPr bwMode="auto">
            <a:xfrm>
              <a:off x="2363427" y="3209418"/>
              <a:ext cx="900847" cy="791318"/>
            </a:xfrm>
            <a:custGeom>
              <a:avLst/>
              <a:gdLst>
                <a:gd name="T0" fmla="*/ 17 w 606"/>
                <a:gd name="T1" fmla="*/ 24 h 532"/>
                <a:gd name="T2" fmla="*/ 15 w 606"/>
                <a:gd name="T3" fmla="*/ 61 h 532"/>
                <a:gd name="T4" fmla="*/ 8 w 606"/>
                <a:gd name="T5" fmla="*/ 99 h 532"/>
                <a:gd name="T6" fmla="*/ 34 w 606"/>
                <a:gd name="T7" fmla="*/ 120 h 532"/>
                <a:gd name="T8" fmla="*/ 62 w 606"/>
                <a:gd name="T9" fmla="*/ 168 h 532"/>
                <a:gd name="T10" fmla="*/ 73 w 606"/>
                <a:gd name="T11" fmla="*/ 230 h 532"/>
                <a:gd name="T12" fmla="*/ 86 w 606"/>
                <a:gd name="T13" fmla="*/ 299 h 532"/>
                <a:gd name="T14" fmla="*/ 75 w 606"/>
                <a:gd name="T15" fmla="*/ 361 h 532"/>
                <a:gd name="T16" fmla="*/ 92 w 606"/>
                <a:gd name="T17" fmla="*/ 399 h 532"/>
                <a:gd name="T18" fmla="*/ 102 w 606"/>
                <a:gd name="T19" fmla="*/ 386 h 532"/>
                <a:gd name="T20" fmla="*/ 129 w 606"/>
                <a:gd name="T21" fmla="*/ 365 h 532"/>
                <a:gd name="T22" fmla="*/ 146 w 606"/>
                <a:gd name="T23" fmla="*/ 408 h 532"/>
                <a:gd name="T24" fmla="*/ 165 w 606"/>
                <a:gd name="T25" fmla="*/ 402 h 532"/>
                <a:gd name="T26" fmla="*/ 198 w 606"/>
                <a:gd name="T27" fmla="*/ 472 h 532"/>
                <a:gd name="T28" fmla="*/ 211 w 606"/>
                <a:gd name="T29" fmla="*/ 514 h 532"/>
                <a:gd name="T30" fmla="*/ 227 w 606"/>
                <a:gd name="T31" fmla="*/ 527 h 532"/>
                <a:gd name="T32" fmla="*/ 263 w 606"/>
                <a:gd name="T33" fmla="*/ 505 h 532"/>
                <a:gd name="T34" fmla="*/ 289 w 606"/>
                <a:gd name="T35" fmla="*/ 482 h 532"/>
                <a:gd name="T36" fmla="*/ 299 w 606"/>
                <a:gd name="T37" fmla="*/ 439 h 532"/>
                <a:gd name="T38" fmla="*/ 309 w 606"/>
                <a:gd name="T39" fmla="*/ 376 h 532"/>
                <a:gd name="T40" fmla="*/ 367 w 606"/>
                <a:gd name="T41" fmla="*/ 362 h 532"/>
                <a:gd name="T42" fmla="*/ 380 w 606"/>
                <a:gd name="T43" fmla="*/ 408 h 532"/>
                <a:gd name="T44" fmla="*/ 413 w 606"/>
                <a:gd name="T45" fmla="*/ 401 h 532"/>
                <a:gd name="T46" fmla="*/ 433 w 606"/>
                <a:gd name="T47" fmla="*/ 427 h 532"/>
                <a:gd name="T48" fmla="*/ 479 w 606"/>
                <a:gd name="T49" fmla="*/ 408 h 532"/>
                <a:gd name="T50" fmla="*/ 434 w 606"/>
                <a:gd name="T51" fmla="*/ 374 h 532"/>
                <a:gd name="T52" fmla="*/ 460 w 606"/>
                <a:gd name="T53" fmla="*/ 359 h 532"/>
                <a:gd name="T54" fmla="*/ 469 w 606"/>
                <a:gd name="T55" fmla="*/ 346 h 532"/>
                <a:gd name="T56" fmla="*/ 439 w 606"/>
                <a:gd name="T57" fmla="*/ 298 h 532"/>
                <a:gd name="T58" fmla="*/ 523 w 606"/>
                <a:gd name="T59" fmla="*/ 248 h 532"/>
                <a:gd name="T60" fmla="*/ 547 w 606"/>
                <a:gd name="T61" fmla="*/ 223 h 532"/>
                <a:gd name="T62" fmla="*/ 573 w 606"/>
                <a:gd name="T63" fmla="*/ 192 h 532"/>
                <a:gd name="T64" fmla="*/ 592 w 606"/>
                <a:gd name="T65" fmla="*/ 148 h 532"/>
                <a:gd name="T66" fmla="*/ 561 w 606"/>
                <a:gd name="T67" fmla="*/ 135 h 532"/>
                <a:gd name="T68" fmla="*/ 542 w 606"/>
                <a:gd name="T69" fmla="*/ 119 h 532"/>
                <a:gd name="T70" fmla="*/ 521 w 606"/>
                <a:gd name="T71" fmla="*/ 120 h 532"/>
                <a:gd name="T72" fmla="*/ 510 w 606"/>
                <a:gd name="T73" fmla="*/ 99 h 532"/>
                <a:gd name="T74" fmla="*/ 471 w 606"/>
                <a:gd name="T75" fmla="*/ 112 h 532"/>
                <a:gd name="T76" fmla="*/ 452 w 606"/>
                <a:gd name="T77" fmla="*/ 99 h 532"/>
                <a:gd name="T78" fmla="*/ 401 w 606"/>
                <a:gd name="T79" fmla="*/ 104 h 532"/>
                <a:gd name="T80" fmla="*/ 376 w 606"/>
                <a:gd name="T81" fmla="*/ 94 h 532"/>
                <a:gd name="T82" fmla="*/ 359 w 606"/>
                <a:gd name="T83" fmla="*/ 51 h 532"/>
                <a:gd name="T84" fmla="*/ 300 w 606"/>
                <a:gd name="T85" fmla="*/ 10 h 532"/>
                <a:gd name="T86" fmla="*/ 271 w 606"/>
                <a:gd name="T87" fmla="*/ 37 h 532"/>
                <a:gd name="T88" fmla="*/ 275 w 606"/>
                <a:gd name="T89" fmla="*/ 54 h 532"/>
                <a:gd name="T90" fmla="*/ 229 w 606"/>
                <a:gd name="T91" fmla="*/ 61 h 532"/>
                <a:gd name="T92" fmla="*/ 223 w 606"/>
                <a:gd name="T93" fmla="*/ 74 h 532"/>
                <a:gd name="T94" fmla="*/ 191 w 606"/>
                <a:gd name="T95" fmla="*/ 103 h 532"/>
                <a:gd name="T96" fmla="*/ 162 w 606"/>
                <a:gd name="T97" fmla="*/ 116 h 532"/>
                <a:gd name="T98" fmla="*/ 127 w 606"/>
                <a:gd name="T99" fmla="*/ 92 h 532"/>
                <a:gd name="T100" fmla="*/ 102 w 606"/>
                <a:gd name="T101" fmla="*/ 73 h 532"/>
                <a:gd name="T102" fmla="*/ 71 w 606"/>
                <a:gd name="T103" fmla="*/ 29 h 532"/>
                <a:gd name="T104" fmla="*/ 57 w 606"/>
                <a:gd name="T105" fmla="*/ 13 h 5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606" h="532">
                  <a:moveTo>
                    <a:pt x="56" y="13"/>
                  </a:moveTo>
                  <a:cubicBezTo>
                    <a:pt x="40" y="8"/>
                    <a:pt x="40" y="8"/>
                    <a:pt x="40" y="8"/>
                  </a:cubicBezTo>
                  <a:cubicBezTo>
                    <a:pt x="24" y="6"/>
                    <a:pt x="24" y="6"/>
                    <a:pt x="24" y="6"/>
                  </a:cubicBezTo>
                  <a:cubicBezTo>
                    <a:pt x="18" y="12"/>
                    <a:pt x="18" y="12"/>
                    <a:pt x="18" y="12"/>
                  </a:cubicBezTo>
                  <a:cubicBezTo>
                    <a:pt x="17" y="24"/>
                    <a:pt x="17" y="24"/>
                    <a:pt x="17" y="24"/>
                  </a:cubicBezTo>
                  <a:cubicBezTo>
                    <a:pt x="18" y="25"/>
                    <a:pt x="18" y="25"/>
                    <a:pt x="18" y="25"/>
                  </a:cubicBezTo>
                  <a:cubicBezTo>
                    <a:pt x="22" y="43"/>
                    <a:pt x="22" y="43"/>
                    <a:pt x="22" y="43"/>
                  </a:cubicBezTo>
                  <a:cubicBezTo>
                    <a:pt x="23" y="56"/>
                    <a:pt x="23" y="56"/>
                    <a:pt x="23" y="56"/>
                  </a:cubicBezTo>
                  <a:cubicBezTo>
                    <a:pt x="23" y="61"/>
                    <a:pt x="23" y="61"/>
                    <a:pt x="23" y="61"/>
                  </a:cubicBezTo>
                  <a:cubicBezTo>
                    <a:pt x="15" y="61"/>
                    <a:pt x="15" y="61"/>
                    <a:pt x="15" y="61"/>
                  </a:cubicBezTo>
                  <a:cubicBezTo>
                    <a:pt x="18" y="77"/>
                    <a:pt x="18" y="77"/>
                    <a:pt x="18" y="77"/>
                  </a:cubicBezTo>
                  <a:cubicBezTo>
                    <a:pt x="5" y="82"/>
                    <a:pt x="5" y="82"/>
                    <a:pt x="5" y="82"/>
                  </a:cubicBezTo>
                  <a:cubicBezTo>
                    <a:pt x="0" y="92"/>
                    <a:pt x="0" y="92"/>
                    <a:pt x="0" y="92"/>
                  </a:cubicBezTo>
                  <a:cubicBezTo>
                    <a:pt x="7" y="98"/>
                    <a:pt x="7" y="98"/>
                    <a:pt x="7" y="98"/>
                  </a:cubicBezTo>
                  <a:cubicBezTo>
                    <a:pt x="8" y="99"/>
                    <a:pt x="8" y="99"/>
                    <a:pt x="8" y="99"/>
                  </a:cubicBezTo>
                  <a:cubicBezTo>
                    <a:pt x="32" y="118"/>
                    <a:pt x="32" y="118"/>
                    <a:pt x="32" y="118"/>
                  </a:cubicBezTo>
                  <a:cubicBezTo>
                    <a:pt x="33" y="119"/>
                    <a:pt x="33" y="119"/>
                    <a:pt x="33" y="119"/>
                  </a:cubicBezTo>
                  <a:cubicBezTo>
                    <a:pt x="34" y="119"/>
                    <a:pt x="34" y="119"/>
                    <a:pt x="34" y="119"/>
                  </a:cubicBezTo>
                  <a:cubicBezTo>
                    <a:pt x="34" y="119"/>
                    <a:pt x="34" y="119"/>
                    <a:pt x="34" y="119"/>
                  </a:cubicBezTo>
                  <a:cubicBezTo>
                    <a:pt x="34" y="120"/>
                    <a:pt x="34" y="120"/>
                    <a:pt x="34" y="120"/>
                  </a:cubicBezTo>
                  <a:cubicBezTo>
                    <a:pt x="37" y="137"/>
                    <a:pt x="37" y="137"/>
                    <a:pt x="37" y="137"/>
                  </a:cubicBezTo>
                  <a:cubicBezTo>
                    <a:pt x="48" y="153"/>
                    <a:pt x="48" y="153"/>
                    <a:pt x="48" y="153"/>
                  </a:cubicBezTo>
                  <a:cubicBezTo>
                    <a:pt x="51" y="157"/>
                    <a:pt x="54" y="161"/>
                    <a:pt x="60" y="167"/>
                  </a:cubicBezTo>
                  <a:cubicBezTo>
                    <a:pt x="61" y="167"/>
                    <a:pt x="61" y="167"/>
                    <a:pt x="61" y="167"/>
                  </a:cubicBezTo>
                  <a:cubicBezTo>
                    <a:pt x="62" y="168"/>
                    <a:pt x="62" y="168"/>
                    <a:pt x="62" y="168"/>
                  </a:cubicBezTo>
                  <a:cubicBezTo>
                    <a:pt x="62" y="168"/>
                    <a:pt x="62" y="168"/>
                    <a:pt x="62" y="168"/>
                  </a:cubicBezTo>
                  <a:cubicBezTo>
                    <a:pt x="61" y="170"/>
                    <a:pt x="61" y="170"/>
                    <a:pt x="61" y="170"/>
                  </a:cubicBezTo>
                  <a:cubicBezTo>
                    <a:pt x="61" y="185"/>
                    <a:pt x="61" y="185"/>
                    <a:pt x="61" y="185"/>
                  </a:cubicBezTo>
                  <a:cubicBezTo>
                    <a:pt x="63" y="189"/>
                    <a:pt x="64" y="198"/>
                    <a:pt x="64" y="211"/>
                  </a:cubicBezTo>
                  <a:cubicBezTo>
                    <a:pt x="70" y="220"/>
                    <a:pt x="73" y="226"/>
                    <a:pt x="73" y="230"/>
                  </a:cubicBezTo>
                  <a:cubicBezTo>
                    <a:pt x="73" y="233"/>
                    <a:pt x="75" y="239"/>
                    <a:pt x="78" y="246"/>
                  </a:cubicBezTo>
                  <a:cubicBezTo>
                    <a:pt x="78" y="247"/>
                    <a:pt x="78" y="247"/>
                    <a:pt x="78" y="247"/>
                  </a:cubicBezTo>
                  <a:cubicBezTo>
                    <a:pt x="80" y="256"/>
                    <a:pt x="79" y="265"/>
                    <a:pt x="77" y="272"/>
                  </a:cubicBezTo>
                  <a:cubicBezTo>
                    <a:pt x="75" y="276"/>
                    <a:pt x="78" y="285"/>
                    <a:pt x="85" y="298"/>
                  </a:cubicBezTo>
                  <a:cubicBezTo>
                    <a:pt x="86" y="299"/>
                    <a:pt x="86" y="299"/>
                    <a:pt x="86" y="299"/>
                  </a:cubicBezTo>
                  <a:cubicBezTo>
                    <a:pt x="87" y="300"/>
                    <a:pt x="87" y="300"/>
                    <a:pt x="87" y="300"/>
                  </a:cubicBezTo>
                  <a:cubicBezTo>
                    <a:pt x="86" y="301"/>
                    <a:pt x="86" y="301"/>
                    <a:pt x="86" y="301"/>
                  </a:cubicBezTo>
                  <a:cubicBezTo>
                    <a:pt x="75" y="325"/>
                    <a:pt x="75" y="325"/>
                    <a:pt x="75" y="325"/>
                  </a:cubicBezTo>
                  <a:cubicBezTo>
                    <a:pt x="77" y="331"/>
                    <a:pt x="78" y="335"/>
                    <a:pt x="78" y="338"/>
                  </a:cubicBezTo>
                  <a:cubicBezTo>
                    <a:pt x="75" y="361"/>
                    <a:pt x="75" y="361"/>
                    <a:pt x="75" y="361"/>
                  </a:cubicBezTo>
                  <a:cubicBezTo>
                    <a:pt x="74" y="368"/>
                    <a:pt x="74" y="372"/>
                    <a:pt x="77" y="374"/>
                  </a:cubicBezTo>
                  <a:cubicBezTo>
                    <a:pt x="81" y="376"/>
                    <a:pt x="81" y="376"/>
                    <a:pt x="81" y="376"/>
                  </a:cubicBezTo>
                  <a:cubicBezTo>
                    <a:pt x="87" y="379"/>
                    <a:pt x="89" y="383"/>
                    <a:pt x="89" y="386"/>
                  </a:cubicBezTo>
                  <a:cubicBezTo>
                    <a:pt x="89" y="398"/>
                    <a:pt x="89" y="398"/>
                    <a:pt x="89" y="398"/>
                  </a:cubicBezTo>
                  <a:cubicBezTo>
                    <a:pt x="92" y="399"/>
                    <a:pt x="92" y="399"/>
                    <a:pt x="92" y="399"/>
                  </a:cubicBezTo>
                  <a:cubicBezTo>
                    <a:pt x="93" y="400"/>
                    <a:pt x="93" y="400"/>
                    <a:pt x="93" y="400"/>
                  </a:cubicBezTo>
                  <a:cubicBezTo>
                    <a:pt x="95" y="398"/>
                    <a:pt x="95" y="398"/>
                    <a:pt x="95" y="398"/>
                  </a:cubicBezTo>
                  <a:cubicBezTo>
                    <a:pt x="97" y="396"/>
                    <a:pt x="99" y="393"/>
                    <a:pt x="100" y="390"/>
                  </a:cubicBezTo>
                  <a:cubicBezTo>
                    <a:pt x="101" y="388"/>
                    <a:pt x="101" y="388"/>
                    <a:pt x="101" y="388"/>
                  </a:cubicBezTo>
                  <a:cubicBezTo>
                    <a:pt x="102" y="386"/>
                    <a:pt x="102" y="386"/>
                    <a:pt x="102" y="386"/>
                  </a:cubicBezTo>
                  <a:cubicBezTo>
                    <a:pt x="105" y="385"/>
                    <a:pt x="106" y="383"/>
                    <a:pt x="108" y="380"/>
                  </a:cubicBezTo>
                  <a:cubicBezTo>
                    <a:pt x="109" y="376"/>
                    <a:pt x="109" y="372"/>
                    <a:pt x="107" y="367"/>
                  </a:cubicBezTo>
                  <a:cubicBezTo>
                    <a:pt x="106" y="363"/>
                    <a:pt x="106" y="363"/>
                    <a:pt x="106" y="363"/>
                  </a:cubicBezTo>
                  <a:cubicBezTo>
                    <a:pt x="109" y="363"/>
                    <a:pt x="109" y="363"/>
                    <a:pt x="109" y="363"/>
                  </a:cubicBezTo>
                  <a:cubicBezTo>
                    <a:pt x="120" y="360"/>
                    <a:pt x="127" y="361"/>
                    <a:pt x="129" y="365"/>
                  </a:cubicBezTo>
                  <a:cubicBezTo>
                    <a:pt x="134" y="379"/>
                    <a:pt x="134" y="379"/>
                    <a:pt x="134" y="379"/>
                  </a:cubicBezTo>
                  <a:cubicBezTo>
                    <a:pt x="134" y="380"/>
                    <a:pt x="134" y="380"/>
                    <a:pt x="134" y="380"/>
                  </a:cubicBezTo>
                  <a:cubicBezTo>
                    <a:pt x="134" y="381"/>
                    <a:pt x="134" y="381"/>
                    <a:pt x="134" y="381"/>
                  </a:cubicBezTo>
                  <a:cubicBezTo>
                    <a:pt x="137" y="403"/>
                    <a:pt x="137" y="403"/>
                    <a:pt x="137" y="403"/>
                  </a:cubicBezTo>
                  <a:cubicBezTo>
                    <a:pt x="146" y="408"/>
                    <a:pt x="146" y="408"/>
                    <a:pt x="146" y="408"/>
                  </a:cubicBezTo>
                  <a:cubicBezTo>
                    <a:pt x="147" y="408"/>
                    <a:pt x="147" y="408"/>
                    <a:pt x="147" y="408"/>
                  </a:cubicBezTo>
                  <a:cubicBezTo>
                    <a:pt x="147" y="408"/>
                    <a:pt x="147" y="408"/>
                    <a:pt x="147" y="408"/>
                  </a:cubicBezTo>
                  <a:cubicBezTo>
                    <a:pt x="153" y="413"/>
                    <a:pt x="153" y="413"/>
                    <a:pt x="153" y="413"/>
                  </a:cubicBezTo>
                  <a:cubicBezTo>
                    <a:pt x="158" y="407"/>
                    <a:pt x="158" y="407"/>
                    <a:pt x="158" y="407"/>
                  </a:cubicBezTo>
                  <a:cubicBezTo>
                    <a:pt x="165" y="402"/>
                    <a:pt x="165" y="402"/>
                    <a:pt x="165" y="402"/>
                  </a:cubicBezTo>
                  <a:cubicBezTo>
                    <a:pt x="167" y="402"/>
                    <a:pt x="167" y="402"/>
                    <a:pt x="167" y="402"/>
                  </a:cubicBezTo>
                  <a:cubicBezTo>
                    <a:pt x="171" y="403"/>
                    <a:pt x="174" y="407"/>
                    <a:pt x="176" y="412"/>
                  </a:cubicBezTo>
                  <a:cubicBezTo>
                    <a:pt x="178" y="430"/>
                    <a:pt x="178" y="430"/>
                    <a:pt x="178" y="430"/>
                  </a:cubicBezTo>
                  <a:cubicBezTo>
                    <a:pt x="179" y="432"/>
                    <a:pt x="179" y="432"/>
                    <a:pt x="179" y="432"/>
                  </a:cubicBezTo>
                  <a:cubicBezTo>
                    <a:pt x="198" y="472"/>
                    <a:pt x="198" y="472"/>
                    <a:pt x="198" y="472"/>
                  </a:cubicBezTo>
                  <a:cubicBezTo>
                    <a:pt x="205" y="480"/>
                    <a:pt x="205" y="480"/>
                    <a:pt x="205" y="480"/>
                  </a:cubicBezTo>
                  <a:cubicBezTo>
                    <a:pt x="206" y="481"/>
                    <a:pt x="206" y="481"/>
                    <a:pt x="206" y="481"/>
                  </a:cubicBezTo>
                  <a:cubicBezTo>
                    <a:pt x="206" y="481"/>
                    <a:pt x="206" y="481"/>
                    <a:pt x="206" y="481"/>
                  </a:cubicBezTo>
                  <a:cubicBezTo>
                    <a:pt x="209" y="498"/>
                    <a:pt x="209" y="498"/>
                    <a:pt x="209" y="498"/>
                  </a:cubicBezTo>
                  <a:cubicBezTo>
                    <a:pt x="211" y="514"/>
                    <a:pt x="211" y="514"/>
                    <a:pt x="211" y="514"/>
                  </a:cubicBezTo>
                  <a:cubicBezTo>
                    <a:pt x="211" y="515"/>
                    <a:pt x="211" y="515"/>
                    <a:pt x="211" y="515"/>
                  </a:cubicBezTo>
                  <a:cubicBezTo>
                    <a:pt x="216" y="508"/>
                    <a:pt x="220" y="505"/>
                    <a:pt x="223" y="506"/>
                  </a:cubicBezTo>
                  <a:cubicBezTo>
                    <a:pt x="226" y="507"/>
                    <a:pt x="227" y="508"/>
                    <a:pt x="227" y="511"/>
                  </a:cubicBezTo>
                  <a:cubicBezTo>
                    <a:pt x="227" y="515"/>
                    <a:pt x="227" y="515"/>
                    <a:pt x="227" y="515"/>
                  </a:cubicBezTo>
                  <a:cubicBezTo>
                    <a:pt x="227" y="527"/>
                    <a:pt x="227" y="527"/>
                    <a:pt x="227" y="527"/>
                  </a:cubicBezTo>
                  <a:cubicBezTo>
                    <a:pt x="227" y="531"/>
                    <a:pt x="227" y="531"/>
                    <a:pt x="227" y="531"/>
                  </a:cubicBezTo>
                  <a:cubicBezTo>
                    <a:pt x="230" y="532"/>
                    <a:pt x="233" y="531"/>
                    <a:pt x="233" y="529"/>
                  </a:cubicBezTo>
                  <a:cubicBezTo>
                    <a:pt x="240" y="519"/>
                    <a:pt x="240" y="519"/>
                    <a:pt x="240" y="519"/>
                  </a:cubicBezTo>
                  <a:cubicBezTo>
                    <a:pt x="248" y="512"/>
                    <a:pt x="248" y="512"/>
                    <a:pt x="248" y="512"/>
                  </a:cubicBezTo>
                  <a:cubicBezTo>
                    <a:pt x="253" y="508"/>
                    <a:pt x="258" y="505"/>
                    <a:pt x="263" y="505"/>
                  </a:cubicBezTo>
                  <a:cubicBezTo>
                    <a:pt x="264" y="505"/>
                    <a:pt x="264" y="505"/>
                    <a:pt x="264" y="505"/>
                  </a:cubicBezTo>
                  <a:cubicBezTo>
                    <a:pt x="278" y="509"/>
                    <a:pt x="278" y="509"/>
                    <a:pt x="278" y="509"/>
                  </a:cubicBezTo>
                  <a:cubicBezTo>
                    <a:pt x="282" y="507"/>
                    <a:pt x="282" y="507"/>
                    <a:pt x="282" y="507"/>
                  </a:cubicBezTo>
                  <a:cubicBezTo>
                    <a:pt x="290" y="497"/>
                    <a:pt x="290" y="497"/>
                    <a:pt x="290" y="497"/>
                  </a:cubicBezTo>
                  <a:cubicBezTo>
                    <a:pt x="289" y="482"/>
                    <a:pt x="289" y="482"/>
                    <a:pt x="289" y="482"/>
                  </a:cubicBezTo>
                  <a:cubicBezTo>
                    <a:pt x="284" y="474"/>
                    <a:pt x="282" y="467"/>
                    <a:pt x="283" y="462"/>
                  </a:cubicBezTo>
                  <a:cubicBezTo>
                    <a:pt x="285" y="450"/>
                    <a:pt x="285" y="450"/>
                    <a:pt x="285" y="450"/>
                  </a:cubicBezTo>
                  <a:cubicBezTo>
                    <a:pt x="285" y="448"/>
                    <a:pt x="285" y="448"/>
                    <a:pt x="285" y="448"/>
                  </a:cubicBezTo>
                  <a:cubicBezTo>
                    <a:pt x="286" y="447"/>
                    <a:pt x="286" y="447"/>
                    <a:pt x="286" y="447"/>
                  </a:cubicBezTo>
                  <a:cubicBezTo>
                    <a:pt x="299" y="439"/>
                    <a:pt x="299" y="439"/>
                    <a:pt x="299" y="439"/>
                  </a:cubicBezTo>
                  <a:cubicBezTo>
                    <a:pt x="300" y="439"/>
                    <a:pt x="300" y="439"/>
                    <a:pt x="300" y="439"/>
                  </a:cubicBezTo>
                  <a:cubicBezTo>
                    <a:pt x="309" y="433"/>
                    <a:pt x="309" y="433"/>
                    <a:pt x="309" y="433"/>
                  </a:cubicBezTo>
                  <a:cubicBezTo>
                    <a:pt x="320" y="417"/>
                    <a:pt x="320" y="417"/>
                    <a:pt x="320" y="417"/>
                  </a:cubicBezTo>
                  <a:cubicBezTo>
                    <a:pt x="322" y="405"/>
                    <a:pt x="322" y="405"/>
                    <a:pt x="322" y="405"/>
                  </a:cubicBezTo>
                  <a:cubicBezTo>
                    <a:pt x="309" y="376"/>
                    <a:pt x="309" y="376"/>
                    <a:pt x="309" y="376"/>
                  </a:cubicBezTo>
                  <a:cubicBezTo>
                    <a:pt x="337" y="389"/>
                    <a:pt x="337" y="389"/>
                    <a:pt x="337" y="389"/>
                  </a:cubicBezTo>
                  <a:cubicBezTo>
                    <a:pt x="337" y="377"/>
                    <a:pt x="337" y="377"/>
                    <a:pt x="337" y="377"/>
                  </a:cubicBezTo>
                  <a:cubicBezTo>
                    <a:pt x="337" y="376"/>
                    <a:pt x="337" y="376"/>
                    <a:pt x="337" y="376"/>
                  </a:cubicBezTo>
                  <a:cubicBezTo>
                    <a:pt x="347" y="367"/>
                    <a:pt x="347" y="367"/>
                    <a:pt x="347" y="367"/>
                  </a:cubicBezTo>
                  <a:cubicBezTo>
                    <a:pt x="367" y="362"/>
                    <a:pt x="367" y="362"/>
                    <a:pt x="367" y="362"/>
                  </a:cubicBezTo>
                  <a:cubicBezTo>
                    <a:pt x="369" y="362"/>
                    <a:pt x="369" y="362"/>
                    <a:pt x="369" y="362"/>
                  </a:cubicBezTo>
                  <a:cubicBezTo>
                    <a:pt x="380" y="388"/>
                    <a:pt x="380" y="388"/>
                    <a:pt x="380" y="388"/>
                  </a:cubicBezTo>
                  <a:cubicBezTo>
                    <a:pt x="380" y="389"/>
                    <a:pt x="380" y="389"/>
                    <a:pt x="380" y="389"/>
                  </a:cubicBezTo>
                  <a:cubicBezTo>
                    <a:pt x="379" y="399"/>
                    <a:pt x="379" y="399"/>
                    <a:pt x="379" y="399"/>
                  </a:cubicBezTo>
                  <a:cubicBezTo>
                    <a:pt x="380" y="408"/>
                    <a:pt x="380" y="408"/>
                    <a:pt x="380" y="408"/>
                  </a:cubicBezTo>
                  <a:cubicBezTo>
                    <a:pt x="382" y="412"/>
                    <a:pt x="385" y="414"/>
                    <a:pt x="387" y="414"/>
                  </a:cubicBezTo>
                  <a:cubicBezTo>
                    <a:pt x="389" y="414"/>
                    <a:pt x="392" y="412"/>
                    <a:pt x="395" y="408"/>
                  </a:cubicBezTo>
                  <a:cubicBezTo>
                    <a:pt x="396" y="407"/>
                    <a:pt x="396" y="407"/>
                    <a:pt x="396" y="407"/>
                  </a:cubicBezTo>
                  <a:cubicBezTo>
                    <a:pt x="396" y="407"/>
                    <a:pt x="396" y="407"/>
                    <a:pt x="396" y="407"/>
                  </a:cubicBezTo>
                  <a:cubicBezTo>
                    <a:pt x="413" y="401"/>
                    <a:pt x="413" y="401"/>
                    <a:pt x="413" y="401"/>
                  </a:cubicBezTo>
                  <a:cubicBezTo>
                    <a:pt x="413" y="401"/>
                    <a:pt x="413" y="401"/>
                    <a:pt x="413" y="401"/>
                  </a:cubicBezTo>
                  <a:cubicBezTo>
                    <a:pt x="422" y="401"/>
                    <a:pt x="427" y="403"/>
                    <a:pt x="429" y="408"/>
                  </a:cubicBezTo>
                  <a:cubicBezTo>
                    <a:pt x="430" y="426"/>
                    <a:pt x="430" y="426"/>
                    <a:pt x="430" y="426"/>
                  </a:cubicBezTo>
                  <a:cubicBezTo>
                    <a:pt x="430" y="427"/>
                    <a:pt x="430" y="427"/>
                    <a:pt x="430" y="427"/>
                  </a:cubicBezTo>
                  <a:cubicBezTo>
                    <a:pt x="433" y="427"/>
                    <a:pt x="433" y="427"/>
                    <a:pt x="433" y="427"/>
                  </a:cubicBezTo>
                  <a:cubicBezTo>
                    <a:pt x="440" y="430"/>
                    <a:pt x="440" y="430"/>
                    <a:pt x="440" y="430"/>
                  </a:cubicBezTo>
                  <a:cubicBezTo>
                    <a:pt x="451" y="429"/>
                    <a:pt x="451" y="429"/>
                    <a:pt x="451" y="429"/>
                  </a:cubicBezTo>
                  <a:cubicBezTo>
                    <a:pt x="468" y="424"/>
                    <a:pt x="468" y="424"/>
                    <a:pt x="468" y="424"/>
                  </a:cubicBezTo>
                  <a:cubicBezTo>
                    <a:pt x="478" y="415"/>
                    <a:pt x="478" y="415"/>
                    <a:pt x="478" y="415"/>
                  </a:cubicBezTo>
                  <a:cubicBezTo>
                    <a:pt x="479" y="408"/>
                    <a:pt x="479" y="408"/>
                    <a:pt x="479" y="408"/>
                  </a:cubicBezTo>
                  <a:cubicBezTo>
                    <a:pt x="474" y="402"/>
                    <a:pt x="474" y="402"/>
                    <a:pt x="474" y="402"/>
                  </a:cubicBezTo>
                  <a:cubicBezTo>
                    <a:pt x="456" y="396"/>
                    <a:pt x="456" y="396"/>
                    <a:pt x="456" y="396"/>
                  </a:cubicBezTo>
                  <a:cubicBezTo>
                    <a:pt x="455" y="395"/>
                    <a:pt x="455" y="395"/>
                    <a:pt x="455" y="395"/>
                  </a:cubicBezTo>
                  <a:cubicBezTo>
                    <a:pt x="455" y="394"/>
                    <a:pt x="455" y="394"/>
                    <a:pt x="455" y="394"/>
                  </a:cubicBezTo>
                  <a:cubicBezTo>
                    <a:pt x="434" y="374"/>
                    <a:pt x="434" y="374"/>
                    <a:pt x="434" y="374"/>
                  </a:cubicBezTo>
                  <a:cubicBezTo>
                    <a:pt x="436" y="372"/>
                    <a:pt x="436" y="372"/>
                    <a:pt x="436" y="372"/>
                  </a:cubicBezTo>
                  <a:cubicBezTo>
                    <a:pt x="447" y="363"/>
                    <a:pt x="447" y="363"/>
                    <a:pt x="447" y="363"/>
                  </a:cubicBezTo>
                  <a:cubicBezTo>
                    <a:pt x="447" y="363"/>
                    <a:pt x="447" y="363"/>
                    <a:pt x="447" y="363"/>
                  </a:cubicBezTo>
                  <a:cubicBezTo>
                    <a:pt x="458" y="359"/>
                    <a:pt x="458" y="359"/>
                    <a:pt x="458" y="359"/>
                  </a:cubicBezTo>
                  <a:cubicBezTo>
                    <a:pt x="460" y="359"/>
                    <a:pt x="460" y="359"/>
                    <a:pt x="460" y="359"/>
                  </a:cubicBezTo>
                  <a:cubicBezTo>
                    <a:pt x="473" y="361"/>
                    <a:pt x="473" y="361"/>
                    <a:pt x="473" y="361"/>
                  </a:cubicBezTo>
                  <a:cubicBezTo>
                    <a:pt x="474" y="361"/>
                    <a:pt x="474" y="361"/>
                    <a:pt x="474" y="361"/>
                  </a:cubicBezTo>
                  <a:cubicBezTo>
                    <a:pt x="475" y="362"/>
                    <a:pt x="475" y="362"/>
                    <a:pt x="475" y="362"/>
                  </a:cubicBezTo>
                  <a:cubicBezTo>
                    <a:pt x="475" y="356"/>
                    <a:pt x="475" y="356"/>
                    <a:pt x="475" y="356"/>
                  </a:cubicBezTo>
                  <a:cubicBezTo>
                    <a:pt x="469" y="346"/>
                    <a:pt x="469" y="346"/>
                    <a:pt x="469" y="346"/>
                  </a:cubicBezTo>
                  <a:cubicBezTo>
                    <a:pt x="459" y="341"/>
                    <a:pt x="459" y="341"/>
                    <a:pt x="459" y="341"/>
                  </a:cubicBezTo>
                  <a:cubicBezTo>
                    <a:pt x="446" y="322"/>
                    <a:pt x="446" y="322"/>
                    <a:pt x="446" y="322"/>
                  </a:cubicBezTo>
                  <a:cubicBezTo>
                    <a:pt x="445" y="321"/>
                    <a:pt x="445" y="321"/>
                    <a:pt x="445" y="321"/>
                  </a:cubicBezTo>
                  <a:cubicBezTo>
                    <a:pt x="445" y="321"/>
                    <a:pt x="445" y="321"/>
                    <a:pt x="445" y="321"/>
                  </a:cubicBezTo>
                  <a:cubicBezTo>
                    <a:pt x="439" y="298"/>
                    <a:pt x="439" y="298"/>
                    <a:pt x="439" y="298"/>
                  </a:cubicBezTo>
                  <a:cubicBezTo>
                    <a:pt x="439" y="281"/>
                    <a:pt x="439" y="281"/>
                    <a:pt x="439" y="281"/>
                  </a:cubicBezTo>
                  <a:cubicBezTo>
                    <a:pt x="450" y="270"/>
                    <a:pt x="450" y="270"/>
                    <a:pt x="450" y="270"/>
                  </a:cubicBezTo>
                  <a:cubicBezTo>
                    <a:pt x="467" y="270"/>
                    <a:pt x="467" y="270"/>
                    <a:pt x="467" y="270"/>
                  </a:cubicBezTo>
                  <a:cubicBezTo>
                    <a:pt x="505" y="274"/>
                    <a:pt x="505" y="274"/>
                    <a:pt x="505" y="274"/>
                  </a:cubicBezTo>
                  <a:cubicBezTo>
                    <a:pt x="523" y="248"/>
                    <a:pt x="523" y="248"/>
                    <a:pt x="523" y="248"/>
                  </a:cubicBezTo>
                  <a:cubicBezTo>
                    <a:pt x="523" y="247"/>
                    <a:pt x="523" y="247"/>
                    <a:pt x="523" y="247"/>
                  </a:cubicBezTo>
                  <a:cubicBezTo>
                    <a:pt x="525" y="247"/>
                    <a:pt x="525" y="247"/>
                    <a:pt x="525" y="247"/>
                  </a:cubicBezTo>
                  <a:cubicBezTo>
                    <a:pt x="539" y="239"/>
                    <a:pt x="539" y="239"/>
                    <a:pt x="539" y="239"/>
                  </a:cubicBezTo>
                  <a:cubicBezTo>
                    <a:pt x="547" y="224"/>
                    <a:pt x="547" y="224"/>
                    <a:pt x="547" y="224"/>
                  </a:cubicBezTo>
                  <a:cubicBezTo>
                    <a:pt x="547" y="223"/>
                    <a:pt x="547" y="223"/>
                    <a:pt x="547" y="223"/>
                  </a:cubicBezTo>
                  <a:cubicBezTo>
                    <a:pt x="565" y="209"/>
                    <a:pt x="565" y="209"/>
                    <a:pt x="565" y="209"/>
                  </a:cubicBezTo>
                  <a:cubicBezTo>
                    <a:pt x="573" y="194"/>
                    <a:pt x="573" y="194"/>
                    <a:pt x="573" y="194"/>
                  </a:cubicBezTo>
                  <a:cubicBezTo>
                    <a:pt x="573" y="193"/>
                    <a:pt x="573" y="193"/>
                    <a:pt x="573" y="193"/>
                  </a:cubicBezTo>
                  <a:cubicBezTo>
                    <a:pt x="573" y="193"/>
                    <a:pt x="573" y="193"/>
                    <a:pt x="573" y="193"/>
                  </a:cubicBezTo>
                  <a:cubicBezTo>
                    <a:pt x="573" y="192"/>
                    <a:pt x="573" y="192"/>
                    <a:pt x="573" y="192"/>
                  </a:cubicBezTo>
                  <a:cubicBezTo>
                    <a:pt x="580" y="185"/>
                    <a:pt x="580" y="185"/>
                    <a:pt x="580" y="185"/>
                  </a:cubicBezTo>
                  <a:cubicBezTo>
                    <a:pt x="589" y="172"/>
                    <a:pt x="589" y="172"/>
                    <a:pt x="589" y="172"/>
                  </a:cubicBezTo>
                  <a:cubicBezTo>
                    <a:pt x="591" y="150"/>
                    <a:pt x="591" y="150"/>
                    <a:pt x="591" y="150"/>
                  </a:cubicBezTo>
                  <a:cubicBezTo>
                    <a:pt x="591" y="148"/>
                    <a:pt x="591" y="148"/>
                    <a:pt x="591" y="148"/>
                  </a:cubicBezTo>
                  <a:cubicBezTo>
                    <a:pt x="592" y="148"/>
                    <a:pt x="592" y="148"/>
                    <a:pt x="592" y="148"/>
                  </a:cubicBezTo>
                  <a:cubicBezTo>
                    <a:pt x="603" y="140"/>
                    <a:pt x="603" y="140"/>
                    <a:pt x="603" y="140"/>
                  </a:cubicBezTo>
                  <a:cubicBezTo>
                    <a:pt x="606" y="137"/>
                    <a:pt x="606" y="137"/>
                    <a:pt x="606" y="137"/>
                  </a:cubicBezTo>
                  <a:cubicBezTo>
                    <a:pt x="589" y="134"/>
                    <a:pt x="589" y="134"/>
                    <a:pt x="589" y="134"/>
                  </a:cubicBezTo>
                  <a:cubicBezTo>
                    <a:pt x="562" y="136"/>
                    <a:pt x="562" y="136"/>
                    <a:pt x="562" y="136"/>
                  </a:cubicBezTo>
                  <a:cubicBezTo>
                    <a:pt x="561" y="135"/>
                    <a:pt x="561" y="135"/>
                    <a:pt x="561" y="135"/>
                  </a:cubicBezTo>
                  <a:cubicBezTo>
                    <a:pt x="551" y="127"/>
                    <a:pt x="551" y="127"/>
                    <a:pt x="551" y="127"/>
                  </a:cubicBezTo>
                  <a:cubicBezTo>
                    <a:pt x="549" y="127"/>
                    <a:pt x="549" y="127"/>
                    <a:pt x="549" y="127"/>
                  </a:cubicBezTo>
                  <a:cubicBezTo>
                    <a:pt x="549" y="126"/>
                    <a:pt x="549" y="126"/>
                    <a:pt x="549" y="126"/>
                  </a:cubicBezTo>
                  <a:cubicBezTo>
                    <a:pt x="544" y="118"/>
                    <a:pt x="544" y="118"/>
                    <a:pt x="544" y="118"/>
                  </a:cubicBezTo>
                  <a:cubicBezTo>
                    <a:pt x="542" y="119"/>
                    <a:pt x="542" y="119"/>
                    <a:pt x="542" y="119"/>
                  </a:cubicBezTo>
                  <a:cubicBezTo>
                    <a:pt x="542" y="120"/>
                    <a:pt x="542" y="120"/>
                    <a:pt x="542" y="120"/>
                  </a:cubicBezTo>
                  <a:cubicBezTo>
                    <a:pt x="540" y="122"/>
                    <a:pt x="537" y="123"/>
                    <a:pt x="533" y="123"/>
                  </a:cubicBezTo>
                  <a:cubicBezTo>
                    <a:pt x="529" y="125"/>
                    <a:pt x="529" y="125"/>
                    <a:pt x="529" y="125"/>
                  </a:cubicBezTo>
                  <a:cubicBezTo>
                    <a:pt x="527" y="125"/>
                    <a:pt x="527" y="126"/>
                    <a:pt x="525" y="125"/>
                  </a:cubicBezTo>
                  <a:cubicBezTo>
                    <a:pt x="523" y="125"/>
                    <a:pt x="522" y="123"/>
                    <a:pt x="521" y="120"/>
                  </a:cubicBezTo>
                  <a:cubicBezTo>
                    <a:pt x="520" y="116"/>
                    <a:pt x="519" y="113"/>
                    <a:pt x="515" y="110"/>
                  </a:cubicBezTo>
                  <a:cubicBezTo>
                    <a:pt x="514" y="109"/>
                    <a:pt x="514" y="109"/>
                    <a:pt x="514" y="109"/>
                  </a:cubicBezTo>
                  <a:cubicBezTo>
                    <a:pt x="514" y="108"/>
                    <a:pt x="514" y="108"/>
                    <a:pt x="514" y="108"/>
                  </a:cubicBezTo>
                  <a:cubicBezTo>
                    <a:pt x="513" y="108"/>
                    <a:pt x="513" y="108"/>
                    <a:pt x="513" y="108"/>
                  </a:cubicBezTo>
                  <a:cubicBezTo>
                    <a:pt x="510" y="99"/>
                    <a:pt x="510" y="99"/>
                    <a:pt x="510" y="99"/>
                  </a:cubicBezTo>
                  <a:cubicBezTo>
                    <a:pt x="507" y="99"/>
                    <a:pt x="507" y="99"/>
                    <a:pt x="507" y="99"/>
                  </a:cubicBezTo>
                  <a:cubicBezTo>
                    <a:pt x="497" y="106"/>
                    <a:pt x="497" y="106"/>
                    <a:pt x="497" y="106"/>
                  </a:cubicBezTo>
                  <a:cubicBezTo>
                    <a:pt x="496" y="107"/>
                    <a:pt x="496" y="107"/>
                    <a:pt x="496" y="107"/>
                  </a:cubicBezTo>
                  <a:cubicBezTo>
                    <a:pt x="496" y="107"/>
                    <a:pt x="496" y="107"/>
                    <a:pt x="496" y="107"/>
                  </a:cubicBezTo>
                  <a:cubicBezTo>
                    <a:pt x="471" y="112"/>
                    <a:pt x="471" y="112"/>
                    <a:pt x="471" y="112"/>
                  </a:cubicBezTo>
                  <a:cubicBezTo>
                    <a:pt x="470" y="112"/>
                    <a:pt x="470" y="112"/>
                    <a:pt x="470" y="112"/>
                  </a:cubicBezTo>
                  <a:cubicBezTo>
                    <a:pt x="469" y="111"/>
                    <a:pt x="469" y="111"/>
                    <a:pt x="469" y="111"/>
                  </a:cubicBezTo>
                  <a:cubicBezTo>
                    <a:pt x="453" y="100"/>
                    <a:pt x="453" y="100"/>
                    <a:pt x="453" y="100"/>
                  </a:cubicBezTo>
                  <a:cubicBezTo>
                    <a:pt x="452" y="99"/>
                    <a:pt x="452" y="99"/>
                    <a:pt x="452" y="99"/>
                  </a:cubicBezTo>
                  <a:cubicBezTo>
                    <a:pt x="452" y="99"/>
                    <a:pt x="452" y="99"/>
                    <a:pt x="452" y="99"/>
                  </a:cubicBezTo>
                  <a:cubicBezTo>
                    <a:pt x="451" y="99"/>
                    <a:pt x="451" y="99"/>
                    <a:pt x="451" y="99"/>
                  </a:cubicBezTo>
                  <a:cubicBezTo>
                    <a:pt x="447" y="90"/>
                    <a:pt x="447" y="90"/>
                    <a:pt x="447" y="90"/>
                  </a:cubicBezTo>
                  <a:cubicBezTo>
                    <a:pt x="436" y="103"/>
                    <a:pt x="436" y="103"/>
                    <a:pt x="436" y="103"/>
                  </a:cubicBezTo>
                  <a:cubicBezTo>
                    <a:pt x="427" y="112"/>
                    <a:pt x="421" y="115"/>
                    <a:pt x="417" y="112"/>
                  </a:cubicBezTo>
                  <a:cubicBezTo>
                    <a:pt x="401" y="104"/>
                    <a:pt x="401" y="104"/>
                    <a:pt x="401" y="104"/>
                  </a:cubicBezTo>
                  <a:cubicBezTo>
                    <a:pt x="390" y="103"/>
                    <a:pt x="390" y="103"/>
                    <a:pt x="390" y="103"/>
                  </a:cubicBezTo>
                  <a:cubicBezTo>
                    <a:pt x="389" y="103"/>
                    <a:pt x="389" y="103"/>
                    <a:pt x="389" y="103"/>
                  </a:cubicBezTo>
                  <a:cubicBezTo>
                    <a:pt x="378" y="96"/>
                    <a:pt x="378" y="96"/>
                    <a:pt x="378" y="96"/>
                  </a:cubicBezTo>
                  <a:cubicBezTo>
                    <a:pt x="378" y="95"/>
                    <a:pt x="378" y="95"/>
                    <a:pt x="378" y="95"/>
                  </a:cubicBezTo>
                  <a:cubicBezTo>
                    <a:pt x="376" y="94"/>
                    <a:pt x="376" y="94"/>
                    <a:pt x="376" y="94"/>
                  </a:cubicBezTo>
                  <a:cubicBezTo>
                    <a:pt x="380" y="76"/>
                    <a:pt x="380" y="76"/>
                    <a:pt x="380" y="76"/>
                  </a:cubicBezTo>
                  <a:cubicBezTo>
                    <a:pt x="380" y="70"/>
                    <a:pt x="380" y="70"/>
                    <a:pt x="380" y="70"/>
                  </a:cubicBezTo>
                  <a:cubicBezTo>
                    <a:pt x="374" y="67"/>
                    <a:pt x="374" y="67"/>
                    <a:pt x="374" y="67"/>
                  </a:cubicBezTo>
                  <a:cubicBezTo>
                    <a:pt x="373" y="67"/>
                    <a:pt x="373" y="67"/>
                    <a:pt x="373" y="67"/>
                  </a:cubicBezTo>
                  <a:cubicBezTo>
                    <a:pt x="359" y="51"/>
                    <a:pt x="359" y="51"/>
                    <a:pt x="359" y="51"/>
                  </a:cubicBezTo>
                  <a:cubicBezTo>
                    <a:pt x="360" y="39"/>
                    <a:pt x="360" y="39"/>
                    <a:pt x="360" y="39"/>
                  </a:cubicBezTo>
                  <a:cubicBezTo>
                    <a:pt x="324" y="36"/>
                    <a:pt x="324" y="36"/>
                    <a:pt x="324" y="36"/>
                  </a:cubicBezTo>
                  <a:cubicBezTo>
                    <a:pt x="310" y="28"/>
                    <a:pt x="310" y="28"/>
                    <a:pt x="310" y="28"/>
                  </a:cubicBezTo>
                  <a:cubicBezTo>
                    <a:pt x="307" y="26"/>
                    <a:pt x="304" y="22"/>
                    <a:pt x="302" y="15"/>
                  </a:cubicBezTo>
                  <a:cubicBezTo>
                    <a:pt x="300" y="10"/>
                    <a:pt x="300" y="10"/>
                    <a:pt x="300" y="10"/>
                  </a:cubicBezTo>
                  <a:cubicBezTo>
                    <a:pt x="297" y="0"/>
                    <a:pt x="297" y="0"/>
                    <a:pt x="297" y="0"/>
                  </a:cubicBezTo>
                  <a:cubicBezTo>
                    <a:pt x="292" y="1"/>
                    <a:pt x="292" y="1"/>
                    <a:pt x="292" y="1"/>
                  </a:cubicBezTo>
                  <a:cubicBezTo>
                    <a:pt x="281" y="10"/>
                    <a:pt x="281" y="10"/>
                    <a:pt x="281" y="10"/>
                  </a:cubicBezTo>
                  <a:cubicBezTo>
                    <a:pt x="268" y="25"/>
                    <a:pt x="268" y="25"/>
                    <a:pt x="268" y="25"/>
                  </a:cubicBezTo>
                  <a:cubicBezTo>
                    <a:pt x="271" y="37"/>
                    <a:pt x="271" y="37"/>
                    <a:pt x="271" y="37"/>
                  </a:cubicBezTo>
                  <a:cubicBezTo>
                    <a:pt x="275" y="52"/>
                    <a:pt x="275" y="52"/>
                    <a:pt x="275" y="52"/>
                  </a:cubicBezTo>
                  <a:cubicBezTo>
                    <a:pt x="275" y="53"/>
                    <a:pt x="275" y="53"/>
                    <a:pt x="275" y="53"/>
                  </a:cubicBezTo>
                  <a:cubicBezTo>
                    <a:pt x="276" y="53"/>
                    <a:pt x="276" y="53"/>
                    <a:pt x="276" y="53"/>
                  </a:cubicBezTo>
                  <a:cubicBezTo>
                    <a:pt x="275" y="54"/>
                    <a:pt x="275" y="54"/>
                    <a:pt x="275" y="54"/>
                  </a:cubicBezTo>
                  <a:cubicBezTo>
                    <a:pt x="275" y="54"/>
                    <a:pt x="275" y="54"/>
                    <a:pt x="275" y="54"/>
                  </a:cubicBezTo>
                  <a:cubicBezTo>
                    <a:pt x="274" y="59"/>
                    <a:pt x="269" y="61"/>
                    <a:pt x="263" y="61"/>
                  </a:cubicBezTo>
                  <a:cubicBezTo>
                    <a:pt x="249" y="61"/>
                    <a:pt x="249" y="61"/>
                    <a:pt x="249" y="61"/>
                  </a:cubicBezTo>
                  <a:cubicBezTo>
                    <a:pt x="241" y="56"/>
                    <a:pt x="241" y="56"/>
                    <a:pt x="241" y="56"/>
                  </a:cubicBezTo>
                  <a:cubicBezTo>
                    <a:pt x="231" y="61"/>
                    <a:pt x="231" y="61"/>
                    <a:pt x="231" y="61"/>
                  </a:cubicBezTo>
                  <a:cubicBezTo>
                    <a:pt x="229" y="61"/>
                    <a:pt x="229" y="61"/>
                    <a:pt x="229" y="61"/>
                  </a:cubicBezTo>
                  <a:cubicBezTo>
                    <a:pt x="227" y="61"/>
                    <a:pt x="227" y="61"/>
                    <a:pt x="227" y="61"/>
                  </a:cubicBezTo>
                  <a:cubicBezTo>
                    <a:pt x="226" y="70"/>
                    <a:pt x="226" y="70"/>
                    <a:pt x="226" y="70"/>
                  </a:cubicBezTo>
                  <a:cubicBezTo>
                    <a:pt x="225" y="72"/>
                    <a:pt x="225" y="72"/>
                    <a:pt x="225" y="72"/>
                  </a:cubicBezTo>
                  <a:cubicBezTo>
                    <a:pt x="225" y="74"/>
                    <a:pt x="225" y="74"/>
                    <a:pt x="225" y="74"/>
                  </a:cubicBezTo>
                  <a:cubicBezTo>
                    <a:pt x="223" y="74"/>
                    <a:pt x="223" y="74"/>
                    <a:pt x="223" y="74"/>
                  </a:cubicBezTo>
                  <a:cubicBezTo>
                    <a:pt x="206" y="68"/>
                    <a:pt x="206" y="68"/>
                    <a:pt x="206" y="68"/>
                  </a:cubicBezTo>
                  <a:cubicBezTo>
                    <a:pt x="206" y="74"/>
                    <a:pt x="207" y="78"/>
                    <a:pt x="209" y="83"/>
                  </a:cubicBezTo>
                  <a:cubicBezTo>
                    <a:pt x="211" y="88"/>
                    <a:pt x="212" y="91"/>
                    <a:pt x="210" y="95"/>
                  </a:cubicBezTo>
                  <a:cubicBezTo>
                    <a:pt x="208" y="101"/>
                    <a:pt x="208" y="101"/>
                    <a:pt x="208" y="101"/>
                  </a:cubicBezTo>
                  <a:cubicBezTo>
                    <a:pt x="206" y="103"/>
                    <a:pt x="200" y="103"/>
                    <a:pt x="191" y="103"/>
                  </a:cubicBezTo>
                  <a:cubicBezTo>
                    <a:pt x="179" y="103"/>
                    <a:pt x="179" y="103"/>
                    <a:pt x="179" y="103"/>
                  </a:cubicBezTo>
                  <a:cubicBezTo>
                    <a:pt x="178" y="122"/>
                    <a:pt x="178" y="122"/>
                    <a:pt x="178" y="122"/>
                  </a:cubicBezTo>
                  <a:cubicBezTo>
                    <a:pt x="163" y="116"/>
                    <a:pt x="163" y="116"/>
                    <a:pt x="163" y="116"/>
                  </a:cubicBezTo>
                  <a:cubicBezTo>
                    <a:pt x="162" y="116"/>
                    <a:pt x="162" y="116"/>
                    <a:pt x="162" y="116"/>
                  </a:cubicBezTo>
                  <a:cubicBezTo>
                    <a:pt x="162" y="116"/>
                    <a:pt x="162" y="116"/>
                    <a:pt x="162" y="116"/>
                  </a:cubicBezTo>
                  <a:cubicBezTo>
                    <a:pt x="154" y="101"/>
                    <a:pt x="154" y="101"/>
                    <a:pt x="154" y="101"/>
                  </a:cubicBezTo>
                  <a:cubicBezTo>
                    <a:pt x="138" y="96"/>
                    <a:pt x="138" y="96"/>
                    <a:pt x="138" y="96"/>
                  </a:cubicBezTo>
                  <a:cubicBezTo>
                    <a:pt x="134" y="87"/>
                    <a:pt x="134" y="87"/>
                    <a:pt x="134" y="87"/>
                  </a:cubicBezTo>
                  <a:cubicBezTo>
                    <a:pt x="127" y="92"/>
                    <a:pt x="127" y="92"/>
                    <a:pt x="127" y="92"/>
                  </a:cubicBezTo>
                  <a:cubicBezTo>
                    <a:pt x="127" y="92"/>
                    <a:pt x="127" y="92"/>
                    <a:pt x="127" y="92"/>
                  </a:cubicBezTo>
                  <a:cubicBezTo>
                    <a:pt x="116" y="94"/>
                    <a:pt x="116" y="94"/>
                    <a:pt x="116" y="94"/>
                  </a:cubicBezTo>
                  <a:cubicBezTo>
                    <a:pt x="114" y="94"/>
                    <a:pt x="114" y="94"/>
                    <a:pt x="114" y="94"/>
                  </a:cubicBezTo>
                  <a:cubicBezTo>
                    <a:pt x="108" y="81"/>
                    <a:pt x="108" y="81"/>
                    <a:pt x="108" y="81"/>
                  </a:cubicBezTo>
                  <a:cubicBezTo>
                    <a:pt x="102" y="74"/>
                    <a:pt x="102" y="74"/>
                    <a:pt x="102" y="74"/>
                  </a:cubicBezTo>
                  <a:cubicBezTo>
                    <a:pt x="102" y="73"/>
                    <a:pt x="102" y="73"/>
                    <a:pt x="102" y="73"/>
                  </a:cubicBezTo>
                  <a:cubicBezTo>
                    <a:pt x="96" y="66"/>
                    <a:pt x="94" y="60"/>
                    <a:pt x="92" y="56"/>
                  </a:cubicBezTo>
                  <a:cubicBezTo>
                    <a:pt x="92" y="56"/>
                    <a:pt x="91" y="54"/>
                    <a:pt x="87" y="54"/>
                  </a:cubicBezTo>
                  <a:cubicBezTo>
                    <a:pt x="85" y="53"/>
                    <a:pt x="85" y="53"/>
                    <a:pt x="85" y="53"/>
                  </a:cubicBezTo>
                  <a:cubicBezTo>
                    <a:pt x="80" y="51"/>
                    <a:pt x="76" y="47"/>
                    <a:pt x="74" y="41"/>
                  </a:cubicBezTo>
                  <a:cubicBezTo>
                    <a:pt x="71" y="29"/>
                    <a:pt x="71" y="29"/>
                    <a:pt x="71" y="29"/>
                  </a:cubicBezTo>
                  <a:cubicBezTo>
                    <a:pt x="71" y="19"/>
                    <a:pt x="71" y="19"/>
                    <a:pt x="71" y="19"/>
                  </a:cubicBezTo>
                  <a:cubicBezTo>
                    <a:pt x="67" y="10"/>
                    <a:pt x="67" y="10"/>
                    <a:pt x="67" y="10"/>
                  </a:cubicBezTo>
                  <a:cubicBezTo>
                    <a:pt x="58" y="13"/>
                    <a:pt x="58" y="13"/>
                    <a:pt x="58" y="13"/>
                  </a:cubicBezTo>
                  <a:cubicBezTo>
                    <a:pt x="58" y="13"/>
                    <a:pt x="58" y="13"/>
                    <a:pt x="58" y="13"/>
                  </a:cubicBezTo>
                  <a:cubicBezTo>
                    <a:pt x="57" y="13"/>
                    <a:pt x="57" y="13"/>
                    <a:pt x="57" y="13"/>
                  </a:cubicBezTo>
                  <a:lnTo>
                    <a:pt x="56" y="13"/>
                  </a:lnTo>
                  <a:close/>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Freeform 14"/>
            <p:cNvSpPr/>
            <p:nvPr/>
          </p:nvSpPr>
          <p:spPr bwMode="auto">
            <a:xfrm>
              <a:off x="2336352" y="3705377"/>
              <a:ext cx="727324" cy="760551"/>
            </a:xfrm>
            <a:custGeom>
              <a:avLst/>
              <a:gdLst>
                <a:gd name="T0" fmla="*/ 16 w 489"/>
                <a:gd name="T1" fmla="*/ 314 h 511"/>
                <a:gd name="T2" fmla="*/ 69 w 489"/>
                <a:gd name="T3" fmla="*/ 312 h 511"/>
                <a:gd name="T4" fmla="*/ 72 w 489"/>
                <a:gd name="T5" fmla="*/ 336 h 511"/>
                <a:gd name="T6" fmla="*/ 116 w 489"/>
                <a:gd name="T7" fmla="*/ 381 h 511"/>
                <a:gd name="T8" fmla="*/ 123 w 489"/>
                <a:gd name="T9" fmla="*/ 448 h 511"/>
                <a:gd name="T10" fmla="*/ 189 w 489"/>
                <a:gd name="T11" fmla="*/ 466 h 511"/>
                <a:gd name="T12" fmla="*/ 207 w 489"/>
                <a:gd name="T13" fmla="*/ 503 h 511"/>
                <a:gd name="T14" fmla="*/ 237 w 489"/>
                <a:gd name="T15" fmla="*/ 509 h 511"/>
                <a:gd name="T16" fmla="*/ 225 w 489"/>
                <a:gd name="T17" fmla="*/ 448 h 511"/>
                <a:gd name="T18" fmla="*/ 252 w 489"/>
                <a:gd name="T19" fmla="*/ 422 h 511"/>
                <a:gd name="T20" fmla="*/ 325 w 489"/>
                <a:gd name="T21" fmla="*/ 408 h 511"/>
                <a:gd name="T22" fmla="*/ 376 w 489"/>
                <a:gd name="T23" fmla="*/ 403 h 511"/>
                <a:gd name="T24" fmla="*/ 379 w 489"/>
                <a:gd name="T25" fmla="*/ 402 h 511"/>
                <a:gd name="T26" fmla="*/ 456 w 489"/>
                <a:gd name="T27" fmla="*/ 368 h 511"/>
                <a:gd name="T28" fmla="*/ 464 w 489"/>
                <a:gd name="T29" fmla="*/ 372 h 511"/>
                <a:gd name="T30" fmla="*/ 479 w 489"/>
                <a:gd name="T31" fmla="*/ 363 h 511"/>
                <a:gd name="T32" fmla="*/ 471 w 489"/>
                <a:gd name="T33" fmla="*/ 335 h 511"/>
                <a:gd name="T34" fmla="*/ 433 w 489"/>
                <a:gd name="T35" fmla="*/ 311 h 511"/>
                <a:gd name="T36" fmla="*/ 406 w 489"/>
                <a:gd name="T37" fmla="*/ 313 h 511"/>
                <a:gd name="T38" fmla="*/ 396 w 489"/>
                <a:gd name="T39" fmla="*/ 293 h 511"/>
                <a:gd name="T40" fmla="*/ 409 w 489"/>
                <a:gd name="T41" fmla="*/ 253 h 511"/>
                <a:gd name="T42" fmla="*/ 388 w 489"/>
                <a:gd name="T43" fmla="*/ 214 h 511"/>
                <a:gd name="T44" fmla="*/ 387 w 489"/>
                <a:gd name="T45" fmla="*/ 163 h 511"/>
                <a:gd name="T46" fmla="*/ 352 w 489"/>
                <a:gd name="T47" fmla="*/ 163 h 511"/>
                <a:gd name="T48" fmla="*/ 341 w 489"/>
                <a:gd name="T49" fmla="*/ 128 h 511"/>
                <a:gd name="T50" fmla="*/ 355 w 489"/>
                <a:gd name="T51" fmla="*/ 113 h 511"/>
                <a:gd name="T52" fmla="*/ 406 w 489"/>
                <a:gd name="T53" fmla="*/ 108 h 511"/>
                <a:gd name="T54" fmla="*/ 427 w 489"/>
                <a:gd name="T55" fmla="*/ 109 h 511"/>
                <a:gd name="T56" fmla="*/ 440 w 489"/>
                <a:gd name="T57" fmla="*/ 77 h 511"/>
                <a:gd name="T58" fmla="*/ 391 w 489"/>
                <a:gd name="T59" fmla="*/ 77 h 511"/>
                <a:gd name="T60" fmla="*/ 389 w 489"/>
                <a:gd name="T61" fmla="*/ 66 h 511"/>
                <a:gd name="T62" fmla="*/ 362 w 489"/>
                <a:gd name="T63" fmla="*/ 48 h 511"/>
                <a:gd name="T64" fmla="*/ 347 w 489"/>
                <a:gd name="T65" fmla="*/ 71 h 511"/>
                <a:gd name="T66" fmla="*/ 345 w 489"/>
                <a:gd name="T67" fmla="*/ 88 h 511"/>
                <a:gd name="T68" fmla="*/ 314 w 489"/>
                <a:gd name="T69" fmla="*/ 146 h 511"/>
                <a:gd name="T70" fmla="*/ 316 w 489"/>
                <a:gd name="T71" fmla="*/ 168 h 511"/>
                <a:gd name="T72" fmla="*/ 305 w 489"/>
                <a:gd name="T73" fmla="*/ 180 h 511"/>
                <a:gd name="T74" fmla="*/ 297 w 489"/>
                <a:gd name="T75" fmla="*/ 184 h 511"/>
                <a:gd name="T76" fmla="*/ 264 w 489"/>
                <a:gd name="T77" fmla="*/ 192 h 511"/>
                <a:gd name="T78" fmla="*/ 238 w 489"/>
                <a:gd name="T79" fmla="*/ 189 h 511"/>
                <a:gd name="T80" fmla="*/ 221 w 489"/>
                <a:gd name="T81" fmla="*/ 183 h 511"/>
                <a:gd name="T82" fmla="*/ 209 w 489"/>
                <a:gd name="T83" fmla="*/ 144 h 511"/>
                <a:gd name="T84" fmla="*/ 189 w 489"/>
                <a:gd name="T85" fmla="*/ 100 h 511"/>
                <a:gd name="T86" fmla="*/ 186 w 489"/>
                <a:gd name="T87" fmla="*/ 81 h 511"/>
                <a:gd name="T88" fmla="*/ 160 w 489"/>
                <a:gd name="T89" fmla="*/ 82 h 511"/>
                <a:gd name="T90" fmla="*/ 148 w 489"/>
                <a:gd name="T91" fmla="*/ 75 h 511"/>
                <a:gd name="T92" fmla="*/ 139 w 489"/>
                <a:gd name="T93" fmla="*/ 36 h 511"/>
                <a:gd name="T94" fmla="*/ 118 w 489"/>
                <a:gd name="T95" fmla="*/ 71 h 511"/>
                <a:gd name="T96" fmla="*/ 100 w 489"/>
                <a:gd name="T97" fmla="*/ 53 h 511"/>
                <a:gd name="T98" fmla="*/ 87 w 489"/>
                <a:gd name="T99" fmla="*/ 0 h 511"/>
                <a:gd name="T100" fmla="*/ 70 w 489"/>
                <a:gd name="T101" fmla="*/ 37 h 511"/>
                <a:gd name="T102" fmla="*/ 44 w 489"/>
                <a:gd name="T103" fmla="*/ 63 h 511"/>
                <a:gd name="T104" fmla="*/ 65 w 489"/>
                <a:gd name="T105" fmla="*/ 89 h 511"/>
                <a:gd name="T106" fmla="*/ 62 w 489"/>
                <a:gd name="T107" fmla="*/ 215 h 511"/>
                <a:gd name="T108" fmla="*/ 5 w 489"/>
                <a:gd name="T109" fmla="*/ 274 h 511"/>
                <a:gd name="T110" fmla="*/ 9 w 489"/>
                <a:gd name="T111" fmla="*/ 306 h 5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489" h="511">
                  <a:moveTo>
                    <a:pt x="3" y="313"/>
                  </a:moveTo>
                  <a:cubicBezTo>
                    <a:pt x="0" y="322"/>
                    <a:pt x="0" y="322"/>
                    <a:pt x="0" y="322"/>
                  </a:cubicBezTo>
                  <a:cubicBezTo>
                    <a:pt x="4" y="322"/>
                    <a:pt x="9" y="319"/>
                    <a:pt x="15" y="315"/>
                  </a:cubicBezTo>
                  <a:cubicBezTo>
                    <a:pt x="16" y="314"/>
                    <a:pt x="16" y="314"/>
                    <a:pt x="16" y="314"/>
                  </a:cubicBezTo>
                  <a:cubicBezTo>
                    <a:pt x="17" y="314"/>
                    <a:pt x="17" y="314"/>
                    <a:pt x="17" y="314"/>
                  </a:cubicBezTo>
                  <a:cubicBezTo>
                    <a:pt x="45" y="311"/>
                    <a:pt x="45" y="311"/>
                    <a:pt x="45" y="311"/>
                  </a:cubicBezTo>
                  <a:cubicBezTo>
                    <a:pt x="63" y="302"/>
                    <a:pt x="63" y="302"/>
                    <a:pt x="63" y="302"/>
                  </a:cubicBezTo>
                  <a:cubicBezTo>
                    <a:pt x="69" y="312"/>
                    <a:pt x="69" y="312"/>
                    <a:pt x="69" y="312"/>
                  </a:cubicBezTo>
                  <a:cubicBezTo>
                    <a:pt x="71" y="312"/>
                    <a:pt x="71" y="312"/>
                    <a:pt x="71" y="312"/>
                  </a:cubicBezTo>
                  <a:cubicBezTo>
                    <a:pt x="63" y="325"/>
                    <a:pt x="63" y="325"/>
                    <a:pt x="63" y="325"/>
                  </a:cubicBezTo>
                  <a:cubicBezTo>
                    <a:pt x="72" y="335"/>
                    <a:pt x="72" y="335"/>
                    <a:pt x="72" y="335"/>
                  </a:cubicBezTo>
                  <a:cubicBezTo>
                    <a:pt x="72" y="336"/>
                    <a:pt x="72" y="336"/>
                    <a:pt x="72" y="336"/>
                  </a:cubicBezTo>
                  <a:cubicBezTo>
                    <a:pt x="72" y="338"/>
                    <a:pt x="72" y="338"/>
                    <a:pt x="72" y="338"/>
                  </a:cubicBezTo>
                  <a:cubicBezTo>
                    <a:pt x="65" y="367"/>
                    <a:pt x="65" y="367"/>
                    <a:pt x="65" y="367"/>
                  </a:cubicBezTo>
                  <a:cubicBezTo>
                    <a:pt x="83" y="380"/>
                    <a:pt x="83" y="380"/>
                    <a:pt x="83" y="380"/>
                  </a:cubicBezTo>
                  <a:cubicBezTo>
                    <a:pt x="116" y="381"/>
                    <a:pt x="116" y="381"/>
                    <a:pt x="116" y="381"/>
                  </a:cubicBezTo>
                  <a:cubicBezTo>
                    <a:pt x="111" y="388"/>
                    <a:pt x="111" y="388"/>
                    <a:pt x="111" y="388"/>
                  </a:cubicBezTo>
                  <a:cubicBezTo>
                    <a:pt x="90" y="413"/>
                    <a:pt x="80" y="428"/>
                    <a:pt x="81" y="433"/>
                  </a:cubicBezTo>
                  <a:cubicBezTo>
                    <a:pt x="94" y="436"/>
                    <a:pt x="94" y="436"/>
                    <a:pt x="94" y="436"/>
                  </a:cubicBezTo>
                  <a:cubicBezTo>
                    <a:pt x="110" y="437"/>
                    <a:pt x="120" y="442"/>
                    <a:pt x="123" y="448"/>
                  </a:cubicBezTo>
                  <a:cubicBezTo>
                    <a:pt x="127" y="457"/>
                    <a:pt x="132" y="465"/>
                    <a:pt x="135" y="474"/>
                  </a:cubicBezTo>
                  <a:cubicBezTo>
                    <a:pt x="154" y="485"/>
                    <a:pt x="154" y="485"/>
                    <a:pt x="154" y="485"/>
                  </a:cubicBezTo>
                  <a:cubicBezTo>
                    <a:pt x="165" y="487"/>
                    <a:pt x="165" y="487"/>
                    <a:pt x="165" y="487"/>
                  </a:cubicBezTo>
                  <a:cubicBezTo>
                    <a:pt x="189" y="466"/>
                    <a:pt x="189" y="466"/>
                    <a:pt x="189" y="466"/>
                  </a:cubicBezTo>
                  <a:cubicBezTo>
                    <a:pt x="202" y="485"/>
                    <a:pt x="202" y="485"/>
                    <a:pt x="202" y="485"/>
                  </a:cubicBezTo>
                  <a:cubicBezTo>
                    <a:pt x="202" y="485"/>
                    <a:pt x="202" y="485"/>
                    <a:pt x="202" y="485"/>
                  </a:cubicBezTo>
                  <a:cubicBezTo>
                    <a:pt x="203" y="486"/>
                    <a:pt x="203" y="486"/>
                    <a:pt x="203" y="486"/>
                  </a:cubicBezTo>
                  <a:cubicBezTo>
                    <a:pt x="207" y="503"/>
                    <a:pt x="207" y="503"/>
                    <a:pt x="207" y="503"/>
                  </a:cubicBezTo>
                  <a:cubicBezTo>
                    <a:pt x="217" y="505"/>
                    <a:pt x="217" y="505"/>
                    <a:pt x="217" y="505"/>
                  </a:cubicBezTo>
                  <a:cubicBezTo>
                    <a:pt x="233" y="511"/>
                    <a:pt x="233" y="511"/>
                    <a:pt x="233" y="511"/>
                  </a:cubicBezTo>
                  <a:cubicBezTo>
                    <a:pt x="237" y="510"/>
                    <a:pt x="237" y="510"/>
                    <a:pt x="237" y="510"/>
                  </a:cubicBezTo>
                  <a:cubicBezTo>
                    <a:pt x="237" y="509"/>
                    <a:pt x="237" y="509"/>
                    <a:pt x="237" y="509"/>
                  </a:cubicBezTo>
                  <a:cubicBezTo>
                    <a:pt x="234" y="491"/>
                    <a:pt x="234" y="491"/>
                    <a:pt x="234" y="491"/>
                  </a:cubicBezTo>
                  <a:cubicBezTo>
                    <a:pt x="234" y="490"/>
                    <a:pt x="234" y="490"/>
                    <a:pt x="234" y="490"/>
                  </a:cubicBezTo>
                  <a:cubicBezTo>
                    <a:pt x="225" y="450"/>
                    <a:pt x="225" y="450"/>
                    <a:pt x="225" y="450"/>
                  </a:cubicBezTo>
                  <a:cubicBezTo>
                    <a:pt x="225" y="448"/>
                    <a:pt x="225" y="448"/>
                    <a:pt x="225" y="448"/>
                  </a:cubicBezTo>
                  <a:cubicBezTo>
                    <a:pt x="230" y="420"/>
                    <a:pt x="230" y="420"/>
                    <a:pt x="230" y="420"/>
                  </a:cubicBezTo>
                  <a:cubicBezTo>
                    <a:pt x="231" y="421"/>
                    <a:pt x="231" y="421"/>
                    <a:pt x="231" y="421"/>
                  </a:cubicBezTo>
                  <a:cubicBezTo>
                    <a:pt x="234" y="421"/>
                    <a:pt x="234" y="421"/>
                    <a:pt x="234" y="421"/>
                  </a:cubicBezTo>
                  <a:cubicBezTo>
                    <a:pt x="252" y="422"/>
                    <a:pt x="252" y="422"/>
                    <a:pt x="252" y="422"/>
                  </a:cubicBezTo>
                  <a:cubicBezTo>
                    <a:pt x="276" y="405"/>
                    <a:pt x="276" y="405"/>
                    <a:pt x="276" y="405"/>
                  </a:cubicBezTo>
                  <a:cubicBezTo>
                    <a:pt x="278" y="406"/>
                    <a:pt x="278" y="406"/>
                    <a:pt x="278" y="406"/>
                  </a:cubicBezTo>
                  <a:cubicBezTo>
                    <a:pt x="290" y="416"/>
                    <a:pt x="298" y="423"/>
                    <a:pt x="303" y="429"/>
                  </a:cubicBezTo>
                  <a:cubicBezTo>
                    <a:pt x="307" y="428"/>
                    <a:pt x="314" y="420"/>
                    <a:pt x="325" y="408"/>
                  </a:cubicBezTo>
                  <a:cubicBezTo>
                    <a:pt x="325" y="408"/>
                    <a:pt x="325" y="408"/>
                    <a:pt x="325" y="408"/>
                  </a:cubicBezTo>
                  <a:cubicBezTo>
                    <a:pt x="327" y="406"/>
                    <a:pt x="327" y="406"/>
                    <a:pt x="327" y="406"/>
                  </a:cubicBezTo>
                  <a:cubicBezTo>
                    <a:pt x="361" y="415"/>
                    <a:pt x="361" y="415"/>
                    <a:pt x="361" y="415"/>
                  </a:cubicBezTo>
                  <a:cubicBezTo>
                    <a:pt x="376" y="403"/>
                    <a:pt x="376" y="403"/>
                    <a:pt x="376" y="403"/>
                  </a:cubicBezTo>
                  <a:cubicBezTo>
                    <a:pt x="377" y="402"/>
                    <a:pt x="377" y="402"/>
                    <a:pt x="377" y="402"/>
                  </a:cubicBezTo>
                  <a:cubicBezTo>
                    <a:pt x="378" y="401"/>
                    <a:pt x="378" y="401"/>
                    <a:pt x="378" y="401"/>
                  </a:cubicBezTo>
                  <a:cubicBezTo>
                    <a:pt x="378" y="401"/>
                    <a:pt x="378" y="401"/>
                    <a:pt x="378" y="401"/>
                  </a:cubicBezTo>
                  <a:cubicBezTo>
                    <a:pt x="379" y="402"/>
                    <a:pt x="379" y="402"/>
                    <a:pt x="379" y="402"/>
                  </a:cubicBezTo>
                  <a:cubicBezTo>
                    <a:pt x="394" y="405"/>
                    <a:pt x="394" y="405"/>
                    <a:pt x="394" y="405"/>
                  </a:cubicBezTo>
                  <a:cubicBezTo>
                    <a:pt x="440" y="363"/>
                    <a:pt x="440" y="363"/>
                    <a:pt x="440" y="363"/>
                  </a:cubicBezTo>
                  <a:cubicBezTo>
                    <a:pt x="455" y="368"/>
                    <a:pt x="455" y="368"/>
                    <a:pt x="455" y="368"/>
                  </a:cubicBezTo>
                  <a:cubicBezTo>
                    <a:pt x="456" y="368"/>
                    <a:pt x="456" y="368"/>
                    <a:pt x="456" y="368"/>
                  </a:cubicBezTo>
                  <a:cubicBezTo>
                    <a:pt x="456" y="369"/>
                    <a:pt x="456" y="369"/>
                    <a:pt x="456" y="369"/>
                  </a:cubicBezTo>
                  <a:cubicBezTo>
                    <a:pt x="457" y="370"/>
                    <a:pt x="457" y="370"/>
                    <a:pt x="457" y="370"/>
                  </a:cubicBezTo>
                  <a:cubicBezTo>
                    <a:pt x="460" y="376"/>
                    <a:pt x="460" y="376"/>
                    <a:pt x="460" y="376"/>
                  </a:cubicBezTo>
                  <a:cubicBezTo>
                    <a:pt x="464" y="372"/>
                    <a:pt x="464" y="372"/>
                    <a:pt x="464" y="372"/>
                  </a:cubicBezTo>
                  <a:cubicBezTo>
                    <a:pt x="465" y="372"/>
                    <a:pt x="465" y="372"/>
                    <a:pt x="465" y="372"/>
                  </a:cubicBezTo>
                  <a:cubicBezTo>
                    <a:pt x="465" y="371"/>
                    <a:pt x="465" y="371"/>
                    <a:pt x="465" y="371"/>
                  </a:cubicBezTo>
                  <a:cubicBezTo>
                    <a:pt x="465" y="371"/>
                    <a:pt x="465" y="371"/>
                    <a:pt x="465" y="371"/>
                  </a:cubicBezTo>
                  <a:cubicBezTo>
                    <a:pt x="479" y="363"/>
                    <a:pt x="479" y="363"/>
                    <a:pt x="479" y="363"/>
                  </a:cubicBezTo>
                  <a:cubicBezTo>
                    <a:pt x="489" y="354"/>
                    <a:pt x="489" y="354"/>
                    <a:pt x="489" y="354"/>
                  </a:cubicBezTo>
                  <a:cubicBezTo>
                    <a:pt x="487" y="332"/>
                    <a:pt x="487" y="332"/>
                    <a:pt x="487" y="332"/>
                  </a:cubicBezTo>
                  <a:cubicBezTo>
                    <a:pt x="485" y="330"/>
                    <a:pt x="485" y="330"/>
                    <a:pt x="485" y="330"/>
                  </a:cubicBezTo>
                  <a:cubicBezTo>
                    <a:pt x="471" y="335"/>
                    <a:pt x="471" y="335"/>
                    <a:pt x="471" y="335"/>
                  </a:cubicBezTo>
                  <a:cubicBezTo>
                    <a:pt x="467" y="337"/>
                    <a:pt x="464" y="338"/>
                    <a:pt x="459" y="338"/>
                  </a:cubicBezTo>
                  <a:cubicBezTo>
                    <a:pt x="444" y="338"/>
                    <a:pt x="444" y="338"/>
                    <a:pt x="444" y="338"/>
                  </a:cubicBezTo>
                  <a:cubicBezTo>
                    <a:pt x="439" y="337"/>
                    <a:pt x="436" y="336"/>
                    <a:pt x="434" y="333"/>
                  </a:cubicBezTo>
                  <a:cubicBezTo>
                    <a:pt x="433" y="311"/>
                    <a:pt x="433" y="311"/>
                    <a:pt x="433" y="311"/>
                  </a:cubicBezTo>
                  <a:cubicBezTo>
                    <a:pt x="428" y="308"/>
                    <a:pt x="426" y="307"/>
                    <a:pt x="424" y="307"/>
                  </a:cubicBezTo>
                  <a:cubicBezTo>
                    <a:pt x="420" y="308"/>
                    <a:pt x="420" y="308"/>
                    <a:pt x="420" y="308"/>
                  </a:cubicBezTo>
                  <a:cubicBezTo>
                    <a:pt x="416" y="311"/>
                    <a:pt x="416" y="311"/>
                    <a:pt x="416" y="311"/>
                  </a:cubicBezTo>
                  <a:cubicBezTo>
                    <a:pt x="406" y="313"/>
                    <a:pt x="406" y="313"/>
                    <a:pt x="406" y="313"/>
                  </a:cubicBezTo>
                  <a:cubicBezTo>
                    <a:pt x="403" y="313"/>
                    <a:pt x="403" y="313"/>
                    <a:pt x="403" y="313"/>
                  </a:cubicBezTo>
                  <a:cubicBezTo>
                    <a:pt x="403" y="312"/>
                    <a:pt x="403" y="312"/>
                    <a:pt x="403" y="312"/>
                  </a:cubicBezTo>
                  <a:cubicBezTo>
                    <a:pt x="397" y="302"/>
                    <a:pt x="397" y="302"/>
                    <a:pt x="397" y="302"/>
                  </a:cubicBezTo>
                  <a:cubicBezTo>
                    <a:pt x="396" y="293"/>
                    <a:pt x="396" y="293"/>
                    <a:pt x="396" y="293"/>
                  </a:cubicBezTo>
                  <a:cubicBezTo>
                    <a:pt x="402" y="267"/>
                    <a:pt x="402" y="267"/>
                    <a:pt x="402" y="267"/>
                  </a:cubicBezTo>
                  <a:cubicBezTo>
                    <a:pt x="403" y="267"/>
                    <a:pt x="403" y="267"/>
                    <a:pt x="403" y="267"/>
                  </a:cubicBezTo>
                  <a:cubicBezTo>
                    <a:pt x="403" y="266"/>
                    <a:pt x="403" y="266"/>
                    <a:pt x="403" y="266"/>
                  </a:cubicBezTo>
                  <a:cubicBezTo>
                    <a:pt x="409" y="253"/>
                    <a:pt x="409" y="253"/>
                    <a:pt x="409" y="253"/>
                  </a:cubicBezTo>
                  <a:cubicBezTo>
                    <a:pt x="389" y="236"/>
                    <a:pt x="389" y="236"/>
                    <a:pt x="389" y="236"/>
                  </a:cubicBezTo>
                  <a:cubicBezTo>
                    <a:pt x="389" y="235"/>
                    <a:pt x="389" y="235"/>
                    <a:pt x="389" y="235"/>
                  </a:cubicBezTo>
                  <a:cubicBezTo>
                    <a:pt x="388" y="234"/>
                    <a:pt x="388" y="234"/>
                    <a:pt x="388" y="234"/>
                  </a:cubicBezTo>
                  <a:cubicBezTo>
                    <a:pt x="388" y="214"/>
                    <a:pt x="388" y="214"/>
                    <a:pt x="388" y="214"/>
                  </a:cubicBezTo>
                  <a:cubicBezTo>
                    <a:pt x="389" y="214"/>
                    <a:pt x="389" y="214"/>
                    <a:pt x="389" y="214"/>
                  </a:cubicBezTo>
                  <a:cubicBezTo>
                    <a:pt x="400" y="182"/>
                    <a:pt x="400" y="182"/>
                    <a:pt x="400" y="182"/>
                  </a:cubicBezTo>
                  <a:cubicBezTo>
                    <a:pt x="393" y="165"/>
                    <a:pt x="393" y="165"/>
                    <a:pt x="393" y="165"/>
                  </a:cubicBezTo>
                  <a:cubicBezTo>
                    <a:pt x="387" y="163"/>
                    <a:pt x="387" y="163"/>
                    <a:pt x="387" y="163"/>
                  </a:cubicBezTo>
                  <a:cubicBezTo>
                    <a:pt x="379" y="164"/>
                    <a:pt x="379" y="164"/>
                    <a:pt x="379" y="164"/>
                  </a:cubicBezTo>
                  <a:cubicBezTo>
                    <a:pt x="371" y="176"/>
                    <a:pt x="371" y="176"/>
                    <a:pt x="371" y="176"/>
                  </a:cubicBezTo>
                  <a:cubicBezTo>
                    <a:pt x="362" y="169"/>
                    <a:pt x="362" y="169"/>
                    <a:pt x="362" y="169"/>
                  </a:cubicBezTo>
                  <a:cubicBezTo>
                    <a:pt x="352" y="163"/>
                    <a:pt x="352" y="163"/>
                    <a:pt x="352" y="163"/>
                  </a:cubicBezTo>
                  <a:cubicBezTo>
                    <a:pt x="345" y="144"/>
                    <a:pt x="345" y="144"/>
                    <a:pt x="345" y="144"/>
                  </a:cubicBezTo>
                  <a:cubicBezTo>
                    <a:pt x="342" y="130"/>
                    <a:pt x="342" y="130"/>
                    <a:pt x="342" y="130"/>
                  </a:cubicBezTo>
                  <a:cubicBezTo>
                    <a:pt x="342" y="129"/>
                    <a:pt x="342" y="129"/>
                    <a:pt x="342" y="129"/>
                  </a:cubicBezTo>
                  <a:cubicBezTo>
                    <a:pt x="341" y="128"/>
                    <a:pt x="341" y="128"/>
                    <a:pt x="341" y="128"/>
                  </a:cubicBezTo>
                  <a:cubicBezTo>
                    <a:pt x="343" y="127"/>
                    <a:pt x="343" y="127"/>
                    <a:pt x="343" y="127"/>
                  </a:cubicBezTo>
                  <a:cubicBezTo>
                    <a:pt x="352" y="114"/>
                    <a:pt x="352" y="114"/>
                    <a:pt x="352" y="114"/>
                  </a:cubicBezTo>
                  <a:cubicBezTo>
                    <a:pt x="354" y="113"/>
                    <a:pt x="354" y="113"/>
                    <a:pt x="354" y="113"/>
                  </a:cubicBezTo>
                  <a:cubicBezTo>
                    <a:pt x="355" y="113"/>
                    <a:pt x="355" y="113"/>
                    <a:pt x="355" y="113"/>
                  </a:cubicBezTo>
                  <a:cubicBezTo>
                    <a:pt x="362" y="112"/>
                    <a:pt x="362" y="112"/>
                    <a:pt x="362" y="112"/>
                  </a:cubicBezTo>
                  <a:cubicBezTo>
                    <a:pt x="369" y="110"/>
                    <a:pt x="369" y="110"/>
                    <a:pt x="369" y="110"/>
                  </a:cubicBezTo>
                  <a:cubicBezTo>
                    <a:pt x="405" y="108"/>
                    <a:pt x="405" y="108"/>
                    <a:pt x="405" y="108"/>
                  </a:cubicBezTo>
                  <a:cubicBezTo>
                    <a:pt x="406" y="108"/>
                    <a:pt x="406" y="108"/>
                    <a:pt x="406" y="108"/>
                  </a:cubicBezTo>
                  <a:cubicBezTo>
                    <a:pt x="411" y="110"/>
                    <a:pt x="411" y="110"/>
                    <a:pt x="411" y="110"/>
                  </a:cubicBezTo>
                  <a:cubicBezTo>
                    <a:pt x="412" y="111"/>
                    <a:pt x="412" y="111"/>
                    <a:pt x="412" y="111"/>
                  </a:cubicBezTo>
                  <a:cubicBezTo>
                    <a:pt x="418" y="113"/>
                    <a:pt x="418" y="113"/>
                    <a:pt x="418" y="113"/>
                  </a:cubicBezTo>
                  <a:cubicBezTo>
                    <a:pt x="427" y="109"/>
                    <a:pt x="427" y="109"/>
                    <a:pt x="427" y="109"/>
                  </a:cubicBezTo>
                  <a:cubicBezTo>
                    <a:pt x="436" y="103"/>
                    <a:pt x="436" y="103"/>
                    <a:pt x="436" y="103"/>
                  </a:cubicBezTo>
                  <a:cubicBezTo>
                    <a:pt x="440" y="96"/>
                    <a:pt x="440" y="96"/>
                    <a:pt x="440" y="96"/>
                  </a:cubicBezTo>
                  <a:cubicBezTo>
                    <a:pt x="440" y="92"/>
                    <a:pt x="440" y="92"/>
                    <a:pt x="440" y="92"/>
                  </a:cubicBezTo>
                  <a:cubicBezTo>
                    <a:pt x="440" y="77"/>
                    <a:pt x="440" y="77"/>
                    <a:pt x="440" y="77"/>
                  </a:cubicBezTo>
                  <a:cubicBezTo>
                    <a:pt x="432" y="76"/>
                    <a:pt x="432" y="76"/>
                    <a:pt x="432" y="76"/>
                  </a:cubicBezTo>
                  <a:cubicBezTo>
                    <a:pt x="418" y="81"/>
                    <a:pt x="418" y="81"/>
                    <a:pt x="418" y="81"/>
                  </a:cubicBezTo>
                  <a:cubicBezTo>
                    <a:pt x="414" y="86"/>
                    <a:pt x="409" y="89"/>
                    <a:pt x="404" y="89"/>
                  </a:cubicBezTo>
                  <a:cubicBezTo>
                    <a:pt x="399" y="89"/>
                    <a:pt x="395" y="85"/>
                    <a:pt x="391" y="77"/>
                  </a:cubicBezTo>
                  <a:cubicBezTo>
                    <a:pt x="390" y="77"/>
                    <a:pt x="390" y="77"/>
                    <a:pt x="390" y="77"/>
                  </a:cubicBezTo>
                  <a:cubicBezTo>
                    <a:pt x="390" y="77"/>
                    <a:pt x="390" y="77"/>
                    <a:pt x="390" y="77"/>
                  </a:cubicBezTo>
                  <a:cubicBezTo>
                    <a:pt x="389" y="67"/>
                    <a:pt x="389" y="67"/>
                    <a:pt x="389" y="67"/>
                  </a:cubicBezTo>
                  <a:cubicBezTo>
                    <a:pt x="389" y="66"/>
                    <a:pt x="389" y="66"/>
                    <a:pt x="389" y="66"/>
                  </a:cubicBezTo>
                  <a:cubicBezTo>
                    <a:pt x="390" y="57"/>
                    <a:pt x="390" y="57"/>
                    <a:pt x="390" y="57"/>
                  </a:cubicBezTo>
                  <a:cubicBezTo>
                    <a:pt x="383" y="38"/>
                    <a:pt x="383" y="38"/>
                    <a:pt x="383" y="38"/>
                  </a:cubicBezTo>
                  <a:cubicBezTo>
                    <a:pt x="368" y="42"/>
                    <a:pt x="368" y="42"/>
                    <a:pt x="368" y="42"/>
                  </a:cubicBezTo>
                  <a:cubicBezTo>
                    <a:pt x="362" y="48"/>
                    <a:pt x="362" y="48"/>
                    <a:pt x="362" y="48"/>
                  </a:cubicBezTo>
                  <a:cubicBezTo>
                    <a:pt x="364" y="68"/>
                    <a:pt x="364" y="68"/>
                    <a:pt x="364" y="68"/>
                  </a:cubicBezTo>
                  <a:cubicBezTo>
                    <a:pt x="341" y="58"/>
                    <a:pt x="341" y="58"/>
                    <a:pt x="341" y="58"/>
                  </a:cubicBezTo>
                  <a:cubicBezTo>
                    <a:pt x="347" y="70"/>
                    <a:pt x="347" y="70"/>
                    <a:pt x="347" y="70"/>
                  </a:cubicBezTo>
                  <a:cubicBezTo>
                    <a:pt x="347" y="71"/>
                    <a:pt x="347" y="71"/>
                    <a:pt x="347" y="71"/>
                  </a:cubicBezTo>
                  <a:cubicBezTo>
                    <a:pt x="347" y="72"/>
                    <a:pt x="347" y="72"/>
                    <a:pt x="347" y="72"/>
                  </a:cubicBezTo>
                  <a:cubicBezTo>
                    <a:pt x="345" y="86"/>
                    <a:pt x="345" y="86"/>
                    <a:pt x="345" y="86"/>
                  </a:cubicBezTo>
                  <a:cubicBezTo>
                    <a:pt x="345" y="88"/>
                    <a:pt x="345" y="88"/>
                    <a:pt x="345" y="88"/>
                  </a:cubicBezTo>
                  <a:cubicBezTo>
                    <a:pt x="345" y="88"/>
                    <a:pt x="345" y="88"/>
                    <a:pt x="345" y="88"/>
                  </a:cubicBezTo>
                  <a:cubicBezTo>
                    <a:pt x="331" y="106"/>
                    <a:pt x="331" y="106"/>
                    <a:pt x="331" y="106"/>
                  </a:cubicBezTo>
                  <a:cubicBezTo>
                    <a:pt x="310" y="119"/>
                    <a:pt x="310" y="119"/>
                    <a:pt x="310" y="119"/>
                  </a:cubicBezTo>
                  <a:cubicBezTo>
                    <a:pt x="308" y="132"/>
                    <a:pt x="308" y="132"/>
                    <a:pt x="308" y="132"/>
                  </a:cubicBezTo>
                  <a:cubicBezTo>
                    <a:pt x="307" y="134"/>
                    <a:pt x="310" y="139"/>
                    <a:pt x="314" y="146"/>
                  </a:cubicBezTo>
                  <a:cubicBezTo>
                    <a:pt x="314" y="147"/>
                    <a:pt x="314" y="147"/>
                    <a:pt x="314" y="147"/>
                  </a:cubicBezTo>
                  <a:cubicBezTo>
                    <a:pt x="314" y="148"/>
                    <a:pt x="314" y="148"/>
                    <a:pt x="314" y="148"/>
                  </a:cubicBezTo>
                  <a:cubicBezTo>
                    <a:pt x="316" y="166"/>
                    <a:pt x="316" y="166"/>
                    <a:pt x="316" y="166"/>
                  </a:cubicBezTo>
                  <a:cubicBezTo>
                    <a:pt x="316" y="168"/>
                    <a:pt x="316" y="168"/>
                    <a:pt x="316" y="168"/>
                  </a:cubicBezTo>
                  <a:cubicBezTo>
                    <a:pt x="315" y="168"/>
                    <a:pt x="315" y="168"/>
                    <a:pt x="315" y="168"/>
                  </a:cubicBezTo>
                  <a:cubicBezTo>
                    <a:pt x="307" y="179"/>
                    <a:pt x="307" y="179"/>
                    <a:pt x="307" y="179"/>
                  </a:cubicBezTo>
                  <a:cubicBezTo>
                    <a:pt x="306" y="180"/>
                    <a:pt x="306" y="180"/>
                    <a:pt x="306" y="180"/>
                  </a:cubicBezTo>
                  <a:cubicBezTo>
                    <a:pt x="305" y="180"/>
                    <a:pt x="305" y="180"/>
                    <a:pt x="305" y="180"/>
                  </a:cubicBezTo>
                  <a:cubicBezTo>
                    <a:pt x="299" y="184"/>
                    <a:pt x="299" y="184"/>
                    <a:pt x="299" y="184"/>
                  </a:cubicBezTo>
                  <a:cubicBezTo>
                    <a:pt x="298" y="184"/>
                    <a:pt x="298" y="184"/>
                    <a:pt x="298" y="184"/>
                  </a:cubicBezTo>
                  <a:cubicBezTo>
                    <a:pt x="298" y="184"/>
                    <a:pt x="298" y="184"/>
                    <a:pt x="298" y="184"/>
                  </a:cubicBezTo>
                  <a:cubicBezTo>
                    <a:pt x="297" y="184"/>
                    <a:pt x="297" y="184"/>
                    <a:pt x="297" y="184"/>
                  </a:cubicBezTo>
                  <a:cubicBezTo>
                    <a:pt x="296" y="184"/>
                    <a:pt x="296" y="184"/>
                    <a:pt x="296" y="184"/>
                  </a:cubicBezTo>
                  <a:cubicBezTo>
                    <a:pt x="280" y="181"/>
                    <a:pt x="280" y="181"/>
                    <a:pt x="280" y="181"/>
                  </a:cubicBezTo>
                  <a:cubicBezTo>
                    <a:pt x="278" y="181"/>
                    <a:pt x="274" y="182"/>
                    <a:pt x="271" y="185"/>
                  </a:cubicBezTo>
                  <a:cubicBezTo>
                    <a:pt x="264" y="192"/>
                    <a:pt x="264" y="192"/>
                    <a:pt x="264" y="192"/>
                  </a:cubicBezTo>
                  <a:cubicBezTo>
                    <a:pt x="258" y="199"/>
                    <a:pt x="258" y="199"/>
                    <a:pt x="258" y="199"/>
                  </a:cubicBezTo>
                  <a:cubicBezTo>
                    <a:pt x="255" y="206"/>
                    <a:pt x="250" y="207"/>
                    <a:pt x="243" y="206"/>
                  </a:cubicBezTo>
                  <a:cubicBezTo>
                    <a:pt x="238" y="205"/>
                    <a:pt x="236" y="200"/>
                    <a:pt x="238" y="194"/>
                  </a:cubicBezTo>
                  <a:cubicBezTo>
                    <a:pt x="238" y="189"/>
                    <a:pt x="238" y="189"/>
                    <a:pt x="238" y="189"/>
                  </a:cubicBezTo>
                  <a:cubicBezTo>
                    <a:pt x="237" y="184"/>
                    <a:pt x="237" y="184"/>
                    <a:pt x="237" y="184"/>
                  </a:cubicBezTo>
                  <a:cubicBezTo>
                    <a:pt x="234" y="188"/>
                    <a:pt x="234" y="188"/>
                    <a:pt x="234" y="188"/>
                  </a:cubicBezTo>
                  <a:cubicBezTo>
                    <a:pt x="232" y="190"/>
                    <a:pt x="230" y="191"/>
                    <a:pt x="227" y="191"/>
                  </a:cubicBezTo>
                  <a:cubicBezTo>
                    <a:pt x="225" y="190"/>
                    <a:pt x="223" y="188"/>
                    <a:pt x="221" y="183"/>
                  </a:cubicBezTo>
                  <a:cubicBezTo>
                    <a:pt x="221" y="182"/>
                    <a:pt x="221" y="182"/>
                    <a:pt x="221" y="182"/>
                  </a:cubicBezTo>
                  <a:cubicBezTo>
                    <a:pt x="220" y="166"/>
                    <a:pt x="220" y="166"/>
                    <a:pt x="220" y="166"/>
                  </a:cubicBezTo>
                  <a:cubicBezTo>
                    <a:pt x="216" y="151"/>
                    <a:pt x="216" y="151"/>
                    <a:pt x="216" y="151"/>
                  </a:cubicBezTo>
                  <a:cubicBezTo>
                    <a:pt x="209" y="144"/>
                    <a:pt x="209" y="144"/>
                    <a:pt x="209" y="144"/>
                  </a:cubicBezTo>
                  <a:cubicBezTo>
                    <a:pt x="209" y="143"/>
                    <a:pt x="209" y="143"/>
                    <a:pt x="209" y="143"/>
                  </a:cubicBezTo>
                  <a:cubicBezTo>
                    <a:pt x="194" y="110"/>
                    <a:pt x="194" y="110"/>
                    <a:pt x="194" y="110"/>
                  </a:cubicBezTo>
                  <a:cubicBezTo>
                    <a:pt x="194" y="110"/>
                    <a:pt x="194" y="110"/>
                    <a:pt x="194" y="110"/>
                  </a:cubicBezTo>
                  <a:cubicBezTo>
                    <a:pt x="189" y="100"/>
                    <a:pt x="189" y="100"/>
                    <a:pt x="189" y="100"/>
                  </a:cubicBezTo>
                  <a:cubicBezTo>
                    <a:pt x="189" y="99"/>
                    <a:pt x="189" y="99"/>
                    <a:pt x="189" y="99"/>
                  </a:cubicBezTo>
                  <a:cubicBezTo>
                    <a:pt x="189" y="99"/>
                    <a:pt x="189" y="99"/>
                    <a:pt x="189" y="99"/>
                  </a:cubicBezTo>
                  <a:cubicBezTo>
                    <a:pt x="189" y="99"/>
                    <a:pt x="189" y="99"/>
                    <a:pt x="189" y="99"/>
                  </a:cubicBezTo>
                  <a:cubicBezTo>
                    <a:pt x="186" y="81"/>
                    <a:pt x="186" y="81"/>
                    <a:pt x="186" y="81"/>
                  </a:cubicBezTo>
                  <a:cubicBezTo>
                    <a:pt x="184" y="78"/>
                    <a:pt x="184" y="78"/>
                    <a:pt x="184" y="78"/>
                  </a:cubicBezTo>
                  <a:cubicBezTo>
                    <a:pt x="181" y="80"/>
                    <a:pt x="181" y="80"/>
                    <a:pt x="181" y="80"/>
                  </a:cubicBezTo>
                  <a:cubicBezTo>
                    <a:pt x="176" y="86"/>
                    <a:pt x="173" y="89"/>
                    <a:pt x="172" y="89"/>
                  </a:cubicBezTo>
                  <a:cubicBezTo>
                    <a:pt x="169" y="89"/>
                    <a:pt x="166" y="86"/>
                    <a:pt x="160" y="82"/>
                  </a:cubicBezTo>
                  <a:cubicBezTo>
                    <a:pt x="150" y="77"/>
                    <a:pt x="150" y="77"/>
                    <a:pt x="150" y="77"/>
                  </a:cubicBezTo>
                  <a:cubicBezTo>
                    <a:pt x="149" y="77"/>
                    <a:pt x="149" y="77"/>
                    <a:pt x="149" y="77"/>
                  </a:cubicBezTo>
                  <a:cubicBezTo>
                    <a:pt x="148" y="76"/>
                    <a:pt x="148" y="76"/>
                    <a:pt x="148" y="76"/>
                  </a:cubicBezTo>
                  <a:cubicBezTo>
                    <a:pt x="148" y="75"/>
                    <a:pt x="148" y="75"/>
                    <a:pt x="148" y="75"/>
                  </a:cubicBezTo>
                  <a:cubicBezTo>
                    <a:pt x="147" y="74"/>
                    <a:pt x="147" y="74"/>
                    <a:pt x="147" y="74"/>
                  </a:cubicBezTo>
                  <a:cubicBezTo>
                    <a:pt x="147" y="60"/>
                    <a:pt x="147" y="60"/>
                    <a:pt x="147" y="60"/>
                  </a:cubicBezTo>
                  <a:cubicBezTo>
                    <a:pt x="145" y="50"/>
                    <a:pt x="145" y="50"/>
                    <a:pt x="145" y="50"/>
                  </a:cubicBezTo>
                  <a:cubicBezTo>
                    <a:pt x="139" y="36"/>
                    <a:pt x="139" y="36"/>
                    <a:pt x="139" y="36"/>
                  </a:cubicBezTo>
                  <a:cubicBezTo>
                    <a:pt x="134" y="36"/>
                    <a:pt x="134" y="36"/>
                    <a:pt x="134" y="36"/>
                  </a:cubicBezTo>
                  <a:cubicBezTo>
                    <a:pt x="134" y="41"/>
                    <a:pt x="134" y="46"/>
                    <a:pt x="132" y="50"/>
                  </a:cubicBezTo>
                  <a:cubicBezTo>
                    <a:pt x="131" y="54"/>
                    <a:pt x="128" y="57"/>
                    <a:pt x="124" y="60"/>
                  </a:cubicBezTo>
                  <a:cubicBezTo>
                    <a:pt x="123" y="65"/>
                    <a:pt x="120" y="68"/>
                    <a:pt x="118" y="71"/>
                  </a:cubicBezTo>
                  <a:cubicBezTo>
                    <a:pt x="114" y="75"/>
                    <a:pt x="110" y="75"/>
                    <a:pt x="106" y="72"/>
                  </a:cubicBezTo>
                  <a:cubicBezTo>
                    <a:pt x="104" y="72"/>
                    <a:pt x="104" y="72"/>
                    <a:pt x="104" y="72"/>
                  </a:cubicBezTo>
                  <a:cubicBezTo>
                    <a:pt x="100" y="70"/>
                    <a:pt x="99" y="66"/>
                    <a:pt x="100" y="57"/>
                  </a:cubicBezTo>
                  <a:cubicBezTo>
                    <a:pt x="100" y="53"/>
                    <a:pt x="100" y="53"/>
                    <a:pt x="100" y="53"/>
                  </a:cubicBezTo>
                  <a:cubicBezTo>
                    <a:pt x="91" y="48"/>
                    <a:pt x="91" y="48"/>
                    <a:pt x="91" y="48"/>
                  </a:cubicBezTo>
                  <a:cubicBezTo>
                    <a:pt x="87" y="46"/>
                    <a:pt x="85" y="42"/>
                    <a:pt x="85" y="36"/>
                  </a:cubicBezTo>
                  <a:cubicBezTo>
                    <a:pt x="88" y="5"/>
                    <a:pt x="88" y="5"/>
                    <a:pt x="88" y="5"/>
                  </a:cubicBezTo>
                  <a:cubicBezTo>
                    <a:pt x="87" y="0"/>
                    <a:pt x="87" y="0"/>
                    <a:pt x="87" y="0"/>
                  </a:cubicBezTo>
                  <a:cubicBezTo>
                    <a:pt x="76" y="12"/>
                    <a:pt x="76" y="12"/>
                    <a:pt x="76" y="12"/>
                  </a:cubicBezTo>
                  <a:cubicBezTo>
                    <a:pt x="68" y="18"/>
                    <a:pt x="68" y="18"/>
                    <a:pt x="68" y="18"/>
                  </a:cubicBezTo>
                  <a:cubicBezTo>
                    <a:pt x="66" y="23"/>
                    <a:pt x="66" y="23"/>
                    <a:pt x="66" y="23"/>
                  </a:cubicBezTo>
                  <a:cubicBezTo>
                    <a:pt x="69" y="29"/>
                    <a:pt x="70" y="34"/>
                    <a:pt x="70" y="37"/>
                  </a:cubicBezTo>
                  <a:cubicBezTo>
                    <a:pt x="70" y="44"/>
                    <a:pt x="67" y="50"/>
                    <a:pt x="60" y="52"/>
                  </a:cubicBezTo>
                  <a:cubicBezTo>
                    <a:pt x="48" y="57"/>
                    <a:pt x="48" y="57"/>
                    <a:pt x="48" y="57"/>
                  </a:cubicBezTo>
                  <a:cubicBezTo>
                    <a:pt x="45" y="59"/>
                    <a:pt x="45" y="59"/>
                    <a:pt x="45" y="59"/>
                  </a:cubicBezTo>
                  <a:cubicBezTo>
                    <a:pt x="44" y="63"/>
                    <a:pt x="44" y="63"/>
                    <a:pt x="44" y="63"/>
                  </a:cubicBezTo>
                  <a:cubicBezTo>
                    <a:pt x="44" y="83"/>
                    <a:pt x="44" y="83"/>
                    <a:pt x="44" y="83"/>
                  </a:cubicBezTo>
                  <a:cubicBezTo>
                    <a:pt x="45" y="89"/>
                    <a:pt x="45" y="92"/>
                    <a:pt x="47" y="92"/>
                  </a:cubicBezTo>
                  <a:cubicBezTo>
                    <a:pt x="52" y="94"/>
                    <a:pt x="56" y="94"/>
                    <a:pt x="60" y="91"/>
                  </a:cubicBezTo>
                  <a:cubicBezTo>
                    <a:pt x="65" y="89"/>
                    <a:pt x="65" y="89"/>
                    <a:pt x="65" y="89"/>
                  </a:cubicBezTo>
                  <a:cubicBezTo>
                    <a:pt x="78" y="119"/>
                    <a:pt x="78" y="119"/>
                    <a:pt x="78" y="119"/>
                  </a:cubicBezTo>
                  <a:cubicBezTo>
                    <a:pt x="78" y="120"/>
                    <a:pt x="78" y="120"/>
                    <a:pt x="78" y="120"/>
                  </a:cubicBezTo>
                  <a:cubicBezTo>
                    <a:pt x="78" y="121"/>
                    <a:pt x="78" y="121"/>
                    <a:pt x="78" y="121"/>
                  </a:cubicBezTo>
                  <a:cubicBezTo>
                    <a:pt x="73" y="176"/>
                    <a:pt x="68" y="207"/>
                    <a:pt x="62" y="215"/>
                  </a:cubicBezTo>
                  <a:cubicBezTo>
                    <a:pt x="59" y="218"/>
                    <a:pt x="57" y="219"/>
                    <a:pt x="53" y="220"/>
                  </a:cubicBezTo>
                  <a:cubicBezTo>
                    <a:pt x="48" y="220"/>
                    <a:pt x="45" y="219"/>
                    <a:pt x="40" y="217"/>
                  </a:cubicBezTo>
                  <a:cubicBezTo>
                    <a:pt x="22" y="252"/>
                    <a:pt x="10" y="271"/>
                    <a:pt x="5" y="274"/>
                  </a:cubicBezTo>
                  <a:cubicBezTo>
                    <a:pt x="5" y="274"/>
                    <a:pt x="5" y="274"/>
                    <a:pt x="5" y="274"/>
                  </a:cubicBezTo>
                  <a:cubicBezTo>
                    <a:pt x="3" y="274"/>
                    <a:pt x="1" y="283"/>
                    <a:pt x="2" y="299"/>
                  </a:cubicBezTo>
                  <a:cubicBezTo>
                    <a:pt x="6" y="303"/>
                    <a:pt x="6" y="303"/>
                    <a:pt x="6" y="303"/>
                  </a:cubicBezTo>
                  <a:cubicBezTo>
                    <a:pt x="7" y="304"/>
                    <a:pt x="7" y="304"/>
                    <a:pt x="7" y="304"/>
                  </a:cubicBezTo>
                  <a:cubicBezTo>
                    <a:pt x="9" y="306"/>
                    <a:pt x="9" y="306"/>
                    <a:pt x="9" y="306"/>
                  </a:cubicBezTo>
                  <a:lnTo>
                    <a:pt x="3" y="313"/>
                  </a:lnTo>
                  <a:close/>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50" name="Freeform 15"/>
            <p:cNvSpPr/>
            <p:nvPr/>
          </p:nvSpPr>
          <p:spPr bwMode="auto">
            <a:xfrm>
              <a:off x="2856924" y="3693070"/>
              <a:ext cx="492266" cy="427041"/>
            </a:xfrm>
            <a:custGeom>
              <a:avLst/>
              <a:gdLst>
                <a:gd name="T0" fmla="*/ 246 w 331"/>
                <a:gd name="T1" fmla="*/ 14 h 287"/>
                <a:gd name="T2" fmla="*/ 226 w 331"/>
                <a:gd name="T3" fmla="*/ 18 h 287"/>
                <a:gd name="T4" fmla="*/ 219 w 331"/>
                <a:gd name="T5" fmla="*/ 0 h 287"/>
                <a:gd name="T6" fmla="*/ 216 w 331"/>
                <a:gd name="T7" fmla="*/ 18 h 287"/>
                <a:gd name="T8" fmla="*/ 204 w 331"/>
                <a:gd name="T9" fmla="*/ 31 h 287"/>
                <a:gd name="T10" fmla="*/ 186 w 331"/>
                <a:gd name="T11" fmla="*/ 31 h 287"/>
                <a:gd name="T12" fmla="*/ 179 w 331"/>
                <a:gd name="T13" fmla="*/ 51 h 287"/>
                <a:gd name="T14" fmla="*/ 160 w 331"/>
                <a:gd name="T15" fmla="*/ 46 h 287"/>
                <a:gd name="T16" fmla="*/ 146 w 331"/>
                <a:gd name="T17" fmla="*/ 52 h 287"/>
                <a:gd name="T18" fmla="*/ 138 w 331"/>
                <a:gd name="T19" fmla="*/ 45 h 287"/>
                <a:gd name="T20" fmla="*/ 114 w 331"/>
                <a:gd name="T21" fmla="*/ 49 h 287"/>
                <a:gd name="T22" fmla="*/ 147 w 331"/>
                <a:gd name="T23" fmla="*/ 71 h 287"/>
                <a:gd name="T24" fmla="*/ 152 w 331"/>
                <a:gd name="T25" fmla="*/ 96 h 287"/>
                <a:gd name="T26" fmla="*/ 120 w 331"/>
                <a:gd name="T27" fmla="*/ 111 h 287"/>
                <a:gd name="T28" fmla="*/ 107 w 331"/>
                <a:gd name="T29" fmla="*/ 113 h 287"/>
                <a:gd name="T30" fmla="*/ 90 w 331"/>
                <a:gd name="T31" fmla="*/ 116 h 287"/>
                <a:gd name="T32" fmla="*/ 68 w 331"/>
                <a:gd name="T33" fmla="*/ 129 h 287"/>
                <a:gd name="T34" fmla="*/ 15 w 331"/>
                <a:gd name="T35" fmla="*/ 127 h 287"/>
                <a:gd name="T36" fmla="*/ 1 w 331"/>
                <a:gd name="T37" fmla="*/ 150 h 287"/>
                <a:gd name="T38" fmla="*/ 17 w 331"/>
                <a:gd name="T39" fmla="*/ 171 h 287"/>
                <a:gd name="T40" fmla="*/ 26 w 331"/>
                <a:gd name="T41" fmla="*/ 165 h 287"/>
                <a:gd name="T42" fmla="*/ 38 w 331"/>
                <a:gd name="T43" fmla="*/ 164 h 287"/>
                <a:gd name="T44" fmla="*/ 58 w 331"/>
                <a:gd name="T45" fmla="*/ 191 h 287"/>
                <a:gd name="T46" fmla="*/ 46 w 331"/>
                <a:gd name="T47" fmla="*/ 225 h 287"/>
                <a:gd name="T48" fmla="*/ 66 w 331"/>
                <a:gd name="T49" fmla="*/ 257 h 287"/>
                <a:gd name="T50" fmla="*/ 57 w 331"/>
                <a:gd name="T51" fmla="*/ 287 h 287"/>
                <a:gd name="T52" fmla="*/ 80 w 331"/>
                <a:gd name="T53" fmla="*/ 276 h 287"/>
                <a:gd name="T54" fmla="*/ 116 w 331"/>
                <a:gd name="T55" fmla="*/ 286 h 287"/>
                <a:gd name="T56" fmla="*/ 146 w 331"/>
                <a:gd name="T57" fmla="*/ 276 h 287"/>
                <a:gd name="T58" fmla="*/ 179 w 331"/>
                <a:gd name="T59" fmla="*/ 258 h 287"/>
                <a:gd name="T60" fmla="*/ 215 w 331"/>
                <a:gd name="T61" fmla="*/ 243 h 287"/>
                <a:gd name="T62" fmla="*/ 230 w 331"/>
                <a:gd name="T63" fmla="*/ 252 h 287"/>
                <a:gd name="T64" fmla="*/ 238 w 331"/>
                <a:gd name="T65" fmla="*/ 254 h 287"/>
                <a:gd name="T66" fmla="*/ 255 w 331"/>
                <a:gd name="T67" fmla="*/ 251 h 287"/>
                <a:gd name="T68" fmla="*/ 257 w 331"/>
                <a:gd name="T69" fmla="*/ 249 h 287"/>
                <a:gd name="T70" fmla="*/ 270 w 331"/>
                <a:gd name="T71" fmla="*/ 239 h 287"/>
                <a:gd name="T72" fmla="*/ 285 w 331"/>
                <a:gd name="T73" fmla="*/ 227 h 287"/>
                <a:gd name="T74" fmla="*/ 300 w 331"/>
                <a:gd name="T75" fmla="*/ 218 h 287"/>
                <a:gd name="T76" fmla="*/ 305 w 331"/>
                <a:gd name="T77" fmla="*/ 214 h 287"/>
                <a:gd name="T78" fmla="*/ 326 w 331"/>
                <a:gd name="T79" fmla="*/ 209 h 287"/>
                <a:gd name="T80" fmla="*/ 321 w 331"/>
                <a:gd name="T81" fmla="*/ 179 h 287"/>
                <a:gd name="T82" fmla="*/ 324 w 331"/>
                <a:gd name="T83" fmla="*/ 162 h 287"/>
                <a:gd name="T84" fmla="*/ 300 w 331"/>
                <a:gd name="T85" fmla="*/ 144 h 287"/>
                <a:gd name="T86" fmla="*/ 322 w 331"/>
                <a:gd name="T87" fmla="*/ 60 h 287"/>
                <a:gd name="T88" fmla="*/ 308 w 331"/>
                <a:gd name="T89" fmla="*/ 66 h 287"/>
                <a:gd name="T90" fmla="*/ 291 w 331"/>
                <a:gd name="T91" fmla="*/ 67 h 287"/>
                <a:gd name="T92" fmla="*/ 288 w 331"/>
                <a:gd name="T93" fmla="*/ 60 h 287"/>
                <a:gd name="T94" fmla="*/ 286 w 331"/>
                <a:gd name="T95" fmla="*/ 56 h 287"/>
                <a:gd name="T96" fmla="*/ 270 w 331"/>
                <a:gd name="T97" fmla="*/ 35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31" h="287">
                  <a:moveTo>
                    <a:pt x="260" y="6"/>
                  </a:moveTo>
                  <a:cubicBezTo>
                    <a:pt x="255" y="4"/>
                    <a:pt x="255" y="4"/>
                    <a:pt x="255" y="4"/>
                  </a:cubicBezTo>
                  <a:cubicBezTo>
                    <a:pt x="250" y="7"/>
                    <a:pt x="250" y="7"/>
                    <a:pt x="250" y="7"/>
                  </a:cubicBezTo>
                  <a:cubicBezTo>
                    <a:pt x="246" y="14"/>
                    <a:pt x="246" y="14"/>
                    <a:pt x="246" y="14"/>
                  </a:cubicBezTo>
                  <a:cubicBezTo>
                    <a:pt x="244" y="20"/>
                    <a:pt x="241" y="23"/>
                    <a:pt x="236" y="23"/>
                  </a:cubicBezTo>
                  <a:cubicBezTo>
                    <a:pt x="233" y="23"/>
                    <a:pt x="230" y="21"/>
                    <a:pt x="228" y="19"/>
                  </a:cubicBezTo>
                  <a:cubicBezTo>
                    <a:pt x="227" y="18"/>
                    <a:pt x="227" y="18"/>
                    <a:pt x="227" y="18"/>
                  </a:cubicBezTo>
                  <a:cubicBezTo>
                    <a:pt x="226" y="18"/>
                    <a:pt x="226" y="18"/>
                    <a:pt x="226" y="18"/>
                  </a:cubicBezTo>
                  <a:cubicBezTo>
                    <a:pt x="224" y="11"/>
                    <a:pt x="224" y="11"/>
                    <a:pt x="224" y="11"/>
                  </a:cubicBezTo>
                  <a:cubicBezTo>
                    <a:pt x="224" y="10"/>
                    <a:pt x="224" y="10"/>
                    <a:pt x="224" y="10"/>
                  </a:cubicBezTo>
                  <a:cubicBezTo>
                    <a:pt x="224" y="1"/>
                    <a:pt x="224" y="1"/>
                    <a:pt x="224" y="1"/>
                  </a:cubicBezTo>
                  <a:cubicBezTo>
                    <a:pt x="219" y="0"/>
                    <a:pt x="219" y="0"/>
                    <a:pt x="219" y="0"/>
                  </a:cubicBezTo>
                  <a:cubicBezTo>
                    <a:pt x="219" y="1"/>
                    <a:pt x="219" y="1"/>
                    <a:pt x="219" y="1"/>
                  </a:cubicBezTo>
                  <a:cubicBezTo>
                    <a:pt x="217" y="8"/>
                    <a:pt x="217" y="8"/>
                    <a:pt x="217" y="8"/>
                  </a:cubicBezTo>
                  <a:cubicBezTo>
                    <a:pt x="217" y="18"/>
                    <a:pt x="217" y="18"/>
                    <a:pt x="217" y="18"/>
                  </a:cubicBezTo>
                  <a:cubicBezTo>
                    <a:pt x="216" y="18"/>
                    <a:pt x="216" y="18"/>
                    <a:pt x="216" y="18"/>
                  </a:cubicBezTo>
                  <a:cubicBezTo>
                    <a:pt x="215" y="19"/>
                    <a:pt x="215" y="19"/>
                    <a:pt x="215" y="19"/>
                  </a:cubicBezTo>
                  <a:cubicBezTo>
                    <a:pt x="207" y="30"/>
                    <a:pt x="207" y="30"/>
                    <a:pt x="207" y="30"/>
                  </a:cubicBezTo>
                  <a:cubicBezTo>
                    <a:pt x="206" y="31"/>
                    <a:pt x="206" y="31"/>
                    <a:pt x="206" y="31"/>
                  </a:cubicBezTo>
                  <a:cubicBezTo>
                    <a:pt x="204" y="31"/>
                    <a:pt x="204" y="31"/>
                    <a:pt x="204" y="31"/>
                  </a:cubicBezTo>
                  <a:cubicBezTo>
                    <a:pt x="188" y="30"/>
                    <a:pt x="188" y="30"/>
                    <a:pt x="188" y="30"/>
                  </a:cubicBezTo>
                  <a:cubicBezTo>
                    <a:pt x="186" y="30"/>
                    <a:pt x="186" y="30"/>
                    <a:pt x="186" y="30"/>
                  </a:cubicBezTo>
                  <a:cubicBezTo>
                    <a:pt x="186" y="31"/>
                    <a:pt x="186" y="31"/>
                    <a:pt x="186" y="31"/>
                  </a:cubicBezTo>
                  <a:cubicBezTo>
                    <a:pt x="186" y="31"/>
                    <a:pt x="186" y="31"/>
                    <a:pt x="186" y="31"/>
                  </a:cubicBezTo>
                  <a:cubicBezTo>
                    <a:pt x="181" y="39"/>
                    <a:pt x="181" y="39"/>
                    <a:pt x="181" y="39"/>
                  </a:cubicBezTo>
                  <a:cubicBezTo>
                    <a:pt x="183" y="44"/>
                    <a:pt x="183" y="44"/>
                    <a:pt x="183" y="44"/>
                  </a:cubicBezTo>
                  <a:cubicBezTo>
                    <a:pt x="184" y="44"/>
                    <a:pt x="184" y="44"/>
                    <a:pt x="184" y="44"/>
                  </a:cubicBezTo>
                  <a:cubicBezTo>
                    <a:pt x="179" y="51"/>
                    <a:pt x="179" y="51"/>
                    <a:pt x="179" y="51"/>
                  </a:cubicBezTo>
                  <a:cubicBezTo>
                    <a:pt x="164" y="51"/>
                    <a:pt x="164" y="51"/>
                    <a:pt x="164" y="51"/>
                  </a:cubicBezTo>
                  <a:cubicBezTo>
                    <a:pt x="164" y="49"/>
                    <a:pt x="164" y="49"/>
                    <a:pt x="164" y="49"/>
                  </a:cubicBezTo>
                  <a:cubicBezTo>
                    <a:pt x="162" y="47"/>
                    <a:pt x="162" y="47"/>
                    <a:pt x="162" y="47"/>
                  </a:cubicBezTo>
                  <a:cubicBezTo>
                    <a:pt x="160" y="46"/>
                    <a:pt x="160" y="46"/>
                    <a:pt x="160" y="46"/>
                  </a:cubicBezTo>
                  <a:cubicBezTo>
                    <a:pt x="157" y="51"/>
                    <a:pt x="157" y="51"/>
                    <a:pt x="157" y="51"/>
                  </a:cubicBezTo>
                  <a:cubicBezTo>
                    <a:pt x="157" y="53"/>
                    <a:pt x="157" y="53"/>
                    <a:pt x="157" y="53"/>
                  </a:cubicBezTo>
                  <a:cubicBezTo>
                    <a:pt x="146" y="53"/>
                    <a:pt x="146" y="53"/>
                    <a:pt x="146" y="53"/>
                  </a:cubicBezTo>
                  <a:cubicBezTo>
                    <a:pt x="146" y="52"/>
                    <a:pt x="146" y="52"/>
                    <a:pt x="146" y="52"/>
                  </a:cubicBezTo>
                  <a:cubicBezTo>
                    <a:pt x="139" y="47"/>
                    <a:pt x="139" y="47"/>
                    <a:pt x="139" y="47"/>
                  </a:cubicBezTo>
                  <a:cubicBezTo>
                    <a:pt x="139" y="46"/>
                    <a:pt x="139" y="46"/>
                    <a:pt x="139" y="46"/>
                  </a:cubicBezTo>
                  <a:cubicBezTo>
                    <a:pt x="139" y="45"/>
                    <a:pt x="139" y="45"/>
                    <a:pt x="139" y="45"/>
                  </a:cubicBezTo>
                  <a:cubicBezTo>
                    <a:pt x="138" y="45"/>
                    <a:pt x="138" y="45"/>
                    <a:pt x="138" y="45"/>
                  </a:cubicBezTo>
                  <a:cubicBezTo>
                    <a:pt x="138" y="44"/>
                    <a:pt x="138" y="44"/>
                    <a:pt x="138" y="44"/>
                  </a:cubicBezTo>
                  <a:cubicBezTo>
                    <a:pt x="127" y="42"/>
                    <a:pt x="127" y="42"/>
                    <a:pt x="127" y="42"/>
                  </a:cubicBezTo>
                  <a:cubicBezTo>
                    <a:pt x="119" y="45"/>
                    <a:pt x="119" y="45"/>
                    <a:pt x="119" y="45"/>
                  </a:cubicBezTo>
                  <a:cubicBezTo>
                    <a:pt x="114" y="49"/>
                    <a:pt x="114" y="49"/>
                    <a:pt x="114" y="49"/>
                  </a:cubicBezTo>
                  <a:cubicBezTo>
                    <a:pt x="128" y="65"/>
                    <a:pt x="128" y="65"/>
                    <a:pt x="128" y="65"/>
                  </a:cubicBezTo>
                  <a:cubicBezTo>
                    <a:pt x="146" y="70"/>
                    <a:pt x="146" y="70"/>
                    <a:pt x="146" y="70"/>
                  </a:cubicBezTo>
                  <a:cubicBezTo>
                    <a:pt x="146" y="71"/>
                    <a:pt x="146" y="71"/>
                    <a:pt x="146" y="71"/>
                  </a:cubicBezTo>
                  <a:cubicBezTo>
                    <a:pt x="147" y="71"/>
                    <a:pt x="147" y="71"/>
                    <a:pt x="147" y="71"/>
                  </a:cubicBezTo>
                  <a:cubicBezTo>
                    <a:pt x="156" y="80"/>
                    <a:pt x="156" y="80"/>
                    <a:pt x="156" y="80"/>
                  </a:cubicBezTo>
                  <a:cubicBezTo>
                    <a:pt x="153" y="94"/>
                    <a:pt x="153" y="94"/>
                    <a:pt x="153" y="94"/>
                  </a:cubicBezTo>
                  <a:cubicBezTo>
                    <a:pt x="153" y="96"/>
                    <a:pt x="153" y="96"/>
                    <a:pt x="153" y="96"/>
                  </a:cubicBezTo>
                  <a:cubicBezTo>
                    <a:pt x="152" y="96"/>
                    <a:pt x="152" y="96"/>
                    <a:pt x="152" y="96"/>
                  </a:cubicBezTo>
                  <a:cubicBezTo>
                    <a:pt x="140" y="105"/>
                    <a:pt x="140" y="105"/>
                    <a:pt x="140" y="105"/>
                  </a:cubicBezTo>
                  <a:cubicBezTo>
                    <a:pt x="140" y="106"/>
                    <a:pt x="140" y="106"/>
                    <a:pt x="140" y="106"/>
                  </a:cubicBezTo>
                  <a:cubicBezTo>
                    <a:pt x="139" y="106"/>
                    <a:pt x="139" y="106"/>
                    <a:pt x="139" y="106"/>
                  </a:cubicBezTo>
                  <a:cubicBezTo>
                    <a:pt x="120" y="111"/>
                    <a:pt x="120" y="111"/>
                    <a:pt x="120" y="111"/>
                  </a:cubicBezTo>
                  <a:cubicBezTo>
                    <a:pt x="119" y="111"/>
                    <a:pt x="119" y="111"/>
                    <a:pt x="119" y="111"/>
                  </a:cubicBezTo>
                  <a:cubicBezTo>
                    <a:pt x="108" y="113"/>
                    <a:pt x="108" y="113"/>
                    <a:pt x="108" y="113"/>
                  </a:cubicBezTo>
                  <a:cubicBezTo>
                    <a:pt x="108" y="113"/>
                    <a:pt x="108" y="113"/>
                    <a:pt x="108" y="113"/>
                  </a:cubicBezTo>
                  <a:cubicBezTo>
                    <a:pt x="107" y="113"/>
                    <a:pt x="107" y="113"/>
                    <a:pt x="107" y="113"/>
                  </a:cubicBezTo>
                  <a:cubicBezTo>
                    <a:pt x="99" y="110"/>
                    <a:pt x="99" y="110"/>
                    <a:pt x="99" y="110"/>
                  </a:cubicBezTo>
                  <a:cubicBezTo>
                    <a:pt x="95" y="109"/>
                    <a:pt x="95" y="109"/>
                    <a:pt x="95" y="109"/>
                  </a:cubicBezTo>
                  <a:cubicBezTo>
                    <a:pt x="91" y="116"/>
                    <a:pt x="91" y="116"/>
                    <a:pt x="91" y="116"/>
                  </a:cubicBezTo>
                  <a:cubicBezTo>
                    <a:pt x="90" y="116"/>
                    <a:pt x="90" y="116"/>
                    <a:pt x="90" y="116"/>
                  </a:cubicBezTo>
                  <a:cubicBezTo>
                    <a:pt x="90" y="117"/>
                    <a:pt x="90" y="117"/>
                    <a:pt x="90" y="117"/>
                  </a:cubicBezTo>
                  <a:cubicBezTo>
                    <a:pt x="81" y="123"/>
                    <a:pt x="81" y="123"/>
                    <a:pt x="81" y="123"/>
                  </a:cubicBezTo>
                  <a:cubicBezTo>
                    <a:pt x="81" y="123"/>
                    <a:pt x="81" y="123"/>
                    <a:pt x="81" y="123"/>
                  </a:cubicBezTo>
                  <a:cubicBezTo>
                    <a:pt x="68" y="129"/>
                    <a:pt x="68" y="129"/>
                    <a:pt x="68" y="129"/>
                  </a:cubicBezTo>
                  <a:cubicBezTo>
                    <a:pt x="68" y="129"/>
                    <a:pt x="68" y="129"/>
                    <a:pt x="68" y="129"/>
                  </a:cubicBezTo>
                  <a:cubicBezTo>
                    <a:pt x="53" y="124"/>
                    <a:pt x="53" y="124"/>
                    <a:pt x="53" y="124"/>
                  </a:cubicBezTo>
                  <a:cubicBezTo>
                    <a:pt x="21" y="125"/>
                    <a:pt x="21" y="125"/>
                    <a:pt x="21" y="125"/>
                  </a:cubicBezTo>
                  <a:cubicBezTo>
                    <a:pt x="15" y="127"/>
                    <a:pt x="15" y="127"/>
                    <a:pt x="15" y="127"/>
                  </a:cubicBezTo>
                  <a:cubicBezTo>
                    <a:pt x="14" y="128"/>
                    <a:pt x="14" y="128"/>
                    <a:pt x="14" y="128"/>
                  </a:cubicBezTo>
                  <a:cubicBezTo>
                    <a:pt x="8" y="128"/>
                    <a:pt x="8" y="128"/>
                    <a:pt x="8" y="128"/>
                  </a:cubicBezTo>
                  <a:cubicBezTo>
                    <a:pt x="0" y="138"/>
                    <a:pt x="0" y="138"/>
                    <a:pt x="0" y="138"/>
                  </a:cubicBezTo>
                  <a:cubicBezTo>
                    <a:pt x="1" y="150"/>
                    <a:pt x="1" y="150"/>
                    <a:pt x="1" y="150"/>
                  </a:cubicBezTo>
                  <a:cubicBezTo>
                    <a:pt x="8" y="166"/>
                    <a:pt x="8" y="166"/>
                    <a:pt x="8" y="166"/>
                  </a:cubicBezTo>
                  <a:cubicBezTo>
                    <a:pt x="16" y="170"/>
                    <a:pt x="16" y="170"/>
                    <a:pt x="16" y="170"/>
                  </a:cubicBezTo>
                  <a:cubicBezTo>
                    <a:pt x="17" y="170"/>
                    <a:pt x="17" y="170"/>
                    <a:pt x="17" y="170"/>
                  </a:cubicBezTo>
                  <a:cubicBezTo>
                    <a:pt x="17" y="171"/>
                    <a:pt x="17" y="171"/>
                    <a:pt x="17" y="171"/>
                  </a:cubicBezTo>
                  <a:cubicBezTo>
                    <a:pt x="19" y="173"/>
                    <a:pt x="19" y="173"/>
                    <a:pt x="19" y="173"/>
                  </a:cubicBezTo>
                  <a:cubicBezTo>
                    <a:pt x="24" y="166"/>
                    <a:pt x="24" y="166"/>
                    <a:pt x="24" y="166"/>
                  </a:cubicBezTo>
                  <a:cubicBezTo>
                    <a:pt x="25" y="165"/>
                    <a:pt x="25" y="165"/>
                    <a:pt x="25" y="165"/>
                  </a:cubicBezTo>
                  <a:cubicBezTo>
                    <a:pt x="26" y="165"/>
                    <a:pt x="26" y="165"/>
                    <a:pt x="26" y="165"/>
                  </a:cubicBezTo>
                  <a:cubicBezTo>
                    <a:pt x="26" y="165"/>
                    <a:pt x="26" y="165"/>
                    <a:pt x="26" y="165"/>
                  </a:cubicBezTo>
                  <a:cubicBezTo>
                    <a:pt x="37" y="163"/>
                    <a:pt x="37" y="163"/>
                    <a:pt x="37" y="163"/>
                  </a:cubicBezTo>
                  <a:cubicBezTo>
                    <a:pt x="38" y="163"/>
                    <a:pt x="38" y="163"/>
                    <a:pt x="38" y="163"/>
                  </a:cubicBezTo>
                  <a:cubicBezTo>
                    <a:pt x="38" y="164"/>
                    <a:pt x="38" y="164"/>
                    <a:pt x="38" y="164"/>
                  </a:cubicBezTo>
                  <a:cubicBezTo>
                    <a:pt x="48" y="167"/>
                    <a:pt x="48" y="167"/>
                    <a:pt x="48" y="167"/>
                  </a:cubicBezTo>
                  <a:cubicBezTo>
                    <a:pt x="59" y="190"/>
                    <a:pt x="59" y="190"/>
                    <a:pt x="59" y="190"/>
                  </a:cubicBezTo>
                  <a:cubicBezTo>
                    <a:pt x="58" y="190"/>
                    <a:pt x="58" y="190"/>
                    <a:pt x="58" y="190"/>
                  </a:cubicBezTo>
                  <a:cubicBezTo>
                    <a:pt x="58" y="191"/>
                    <a:pt x="58" y="191"/>
                    <a:pt x="58" y="191"/>
                  </a:cubicBezTo>
                  <a:cubicBezTo>
                    <a:pt x="54" y="204"/>
                    <a:pt x="54" y="204"/>
                    <a:pt x="54" y="204"/>
                  </a:cubicBezTo>
                  <a:cubicBezTo>
                    <a:pt x="50" y="212"/>
                    <a:pt x="50" y="212"/>
                    <a:pt x="50" y="212"/>
                  </a:cubicBezTo>
                  <a:cubicBezTo>
                    <a:pt x="50" y="213"/>
                    <a:pt x="50" y="213"/>
                    <a:pt x="50" y="213"/>
                  </a:cubicBezTo>
                  <a:cubicBezTo>
                    <a:pt x="46" y="225"/>
                    <a:pt x="46" y="225"/>
                    <a:pt x="46" y="225"/>
                  </a:cubicBezTo>
                  <a:cubicBezTo>
                    <a:pt x="46" y="239"/>
                    <a:pt x="46" y="239"/>
                    <a:pt x="46" y="239"/>
                  </a:cubicBezTo>
                  <a:cubicBezTo>
                    <a:pt x="54" y="247"/>
                    <a:pt x="54" y="247"/>
                    <a:pt x="54" y="247"/>
                  </a:cubicBezTo>
                  <a:cubicBezTo>
                    <a:pt x="55" y="247"/>
                    <a:pt x="55" y="247"/>
                    <a:pt x="55" y="247"/>
                  </a:cubicBezTo>
                  <a:cubicBezTo>
                    <a:pt x="66" y="257"/>
                    <a:pt x="66" y="257"/>
                    <a:pt x="66" y="257"/>
                  </a:cubicBezTo>
                  <a:cubicBezTo>
                    <a:pt x="67" y="258"/>
                    <a:pt x="67" y="258"/>
                    <a:pt x="67" y="258"/>
                  </a:cubicBezTo>
                  <a:cubicBezTo>
                    <a:pt x="68" y="258"/>
                    <a:pt x="68" y="258"/>
                    <a:pt x="68" y="258"/>
                  </a:cubicBezTo>
                  <a:cubicBezTo>
                    <a:pt x="59" y="278"/>
                    <a:pt x="59" y="278"/>
                    <a:pt x="59" y="278"/>
                  </a:cubicBezTo>
                  <a:cubicBezTo>
                    <a:pt x="57" y="287"/>
                    <a:pt x="57" y="287"/>
                    <a:pt x="57" y="287"/>
                  </a:cubicBezTo>
                  <a:cubicBezTo>
                    <a:pt x="60" y="285"/>
                    <a:pt x="60" y="285"/>
                    <a:pt x="60" y="285"/>
                  </a:cubicBezTo>
                  <a:cubicBezTo>
                    <a:pt x="61" y="285"/>
                    <a:pt x="61" y="285"/>
                    <a:pt x="61" y="285"/>
                  </a:cubicBezTo>
                  <a:cubicBezTo>
                    <a:pt x="68" y="282"/>
                    <a:pt x="68" y="282"/>
                    <a:pt x="68" y="282"/>
                  </a:cubicBezTo>
                  <a:cubicBezTo>
                    <a:pt x="80" y="276"/>
                    <a:pt x="80" y="276"/>
                    <a:pt x="80" y="276"/>
                  </a:cubicBezTo>
                  <a:cubicBezTo>
                    <a:pt x="81" y="276"/>
                    <a:pt x="81" y="276"/>
                    <a:pt x="81" y="276"/>
                  </a:cubicBezTo>
                  <a:cubicBezTo>
                    <a:pt x="95" y="278"/>
                    <a:pt x="95" y="278"/>
                    <a:pt x="95" y="278"/>
                  </a:cubicBezTo>
                  <a:cubicBezTo>
                    <a:pt x="95" y="278"/>
                    <a:pt x="95" y="278"/>
                    <a:pt x="95" y="278"/>
                  </a:cubicBezTo>
                  <a:cubicBezTo>
                    <a:pt x="116" y="286"/>
                    <a:pt x="116" y="286"/>
                    <a:pt x="116" y="286"/>
                  </a:cubicBezTo>
                  <a:cubicBezTo>
                    <a:pt x="139" y="286"/>
                    <a:pt x="139" y="286"/>
                    <a:pt x="139" y="286"/>
                  </a:cubicBezTo>
                  <a:cubicBezTo>
                    <a:pt x="145" y="278"/>
                    <a:pt x="145" y="278"/>
                    <a:pt x="145" y="278"/>
                  </a:cubicBezTo>
                  <a:cubicBezTo>
                    <a:pt x="146" y="277"/>
                    <a:pt x="146" y="277"/>
                    <a:pt x="146" y="277"/>
                  </a:cubicBezTo>
                  <a:cubicBezTo>
                    <a:pt x="146" y="276"/>
                    <a:pt x="146" y="276"/>
                    <a:pt x="146" y="276"/>
                  </a:cubicBezTo>
                  <a:cubicBezTo>
                    <a:pt x="158" y="271"/>
                    <a:pt x="158" y="271"/>
                    <a:pt x="158" y="271"/>
                  </a:cubicBezTo>
                  <a:cubicBezTo>
                    <a:pt x="169" y="261"/>
                    <a:pt x="169" y="261"/>
                    <a:pt x="169" y="261"/>
                  </a:cubicBezTo>
                  <a:cubicBezTo>
                    <a:pt x="170" y="260"/>
                    <a:pt x="170" y="260"/>
                    <a:pt x="170" y="260"/>
                  </a:cubicBezTo>
                  <a:cubicBezTo>
                    <a:pt x="179" y="258"/>
                    <a:pt x="179" y="258"/>
                    <a:pt x="179" y="258"/>
                  </a:cubicBezTo>
                  <a:cubicBezTo>
                    <a:pt x="188" y="251"/>
                    <a:pt x="188" y="251"/>
                    <a:pt x="188" y="251"/>
                  </a:cubicBezTo>
                  <a:cubicBezTo>
                    <a:pt x="198" y="237"/>
                    <a:pt x="198" y="237"/>
                    <a:pt x="198" y="237"/>
                  </a:cubicBezTo>
                  <a:cubicBezTo>
                    <a:pt x="213" y="242"/>
                    <a:pt x="213" y="242"/>
                    <a:pt x="213" y="242"/>
                  </a:cubicBezTo>
                  <a:cubicBezTo>
                    <a:pt x="215" y="243"/>
                    <a:pt x="215" y="243"/>
                    <a:pt x="215" y="243"/>
                  </a:cubicBezTo>
                  <a:cubicBezTo>
                    <a:pt x="215" y="244"/>
                    <a:pt x="215" y="244"/>
                    <a:pt x="215" y="244"/>
                  </a:cubicBezTo>
                  <a:cubicBezTo>
                    <a:pt x="215" y="245"/>
                    <a:pt x="215" y="245"/>
                    <a:pt x="215" y="245"/>
                  </a:cubicBezTo>
                  <a:cubicBezTo>
                    <a:pt x="217" y="250"/>
                    <a:pt x="219" y="253"/>
                    <a:pt x="221" y="254"/>
                  </a:cubicBezTo>
                  <a:cubicBezTo>
                    <a:pt x="230" y="252"/>
                    <a:pt x="230" y="252"/>
                    <a:pt x="230" y="252"/>
                  </a:cubicBezTo>
                  <a:cubicBezTo>
                    <a:pt x="233" y="252"/>
                    <a:pt x="233" y="252"/>
                    <a:pt x="233" y="252"/>
                  </a:cubicBezTo>
                  <a:cubicBezTo>
                    <a:pt x="237" y="254"/>
                    <a:pt x="237" y="254"/>
                    <a:pt x="237" y="254"/>
                  </a:cubicBezTo>
                  <a:cubicBezTo>
                    <a:pt x="238" y="254"/>
                    <a:pt x="238" y="254"/>
                    <a:pt x="238" y="254"/>
                  </a:cubicBezTo>
                  <a:cubicBezTo>
                    <a:pt x="238" y="254"/>
                    <a:pt x="238" y="254"/>
                    <a:pt x="238" y="254"/>
                  </a:cubicBezTo>
                  <a:cubicBezTo>
                    <a:pt x="250" y="258"/>
                    <a:pt x="250" y="258"/>
                    <a:pt x="250" y="258"/>
                  </a:cubicBezTo>
                  <a:cubicBezTo>
                    <a:pt x="253" y="258"/>
                    <a:pt x="253" y="258"/>
                    <a:pt x="253" y="258"/>
                  </a:cubicBezTo>
                  <a:cubicBezTo>
                    <a:pt x="254" y="256"/>
                    <a:pt x="254" y="256"/>
                    <a:pt x="254" y="256"/>
                  </a:cubicBezTo>
                  <a:cubicBezTo>
                    <a:pt x="255" y="251"/>
                    <a:pt x="255" y="251"/>
                    <a:pt x="255" y="251"/>
                  </a:cubicBezTo>
                  <a:cubicBezTo>
                    <a:pt x="255" y="251"/>
                    <a:pt x="255" y="251"/>
                    <a:pt x="255" y="251"/>
                  </a:cubicBezTo>
                  <a:cubicBezTo>
                    <a:pt x="256" y="250"/>
                    <a:pt x="256" y="250"/>
                    <a:pt x="256" y="250"/>
                  </a:cubicBezTo>
                  <a:cubicBezTo>
                    <a:pt x="257" y="249"/>
                    <a:pt x="257" y="249"/>
                    <a:pt x="257" y="249"/>
                  </a:cubicBezTo>
                  <a:cubicBezTo>
                    <a:pt x="257" y="249"/>
                    <a:pt x="257" y="249"/>
                    <a:pt x="257" y="249"/>
                  </a:cubicBezTo>
                  <a:cubicBezTo>
                    <a:pt x="261" y="246"/>
                    <a:pt x="261" y="246"/>
                    <a:pt x="261" y="246"/>
                  </a:cubicBezTo>
                  <a:cubicBezTo>
                    <a:pt x="261" y="245"/>
                    <a:pt x="261" y="245"/>
                    <a:pt x="261" y="245"/>
                  </a:cubicBezTo>
                  <a:cubicBezTo>
                    <a:pt x="269" y="239"/>
                    <a:pt x="269" y="239"/>
                    <a:pt x="269" y="239"/>
                  </a:cubicBezTo>
                  <a:cubicBezTo>
                    <a:pt x="270" y="239"/>
                    <a:pt x="270" y="239"/>
                    <a:pt x="270" y="239"/>
                  </a:cubicBezTo>
                  <a:cubicBezTo>
                    <a:pt x="270" y="238"/>
                    <a:pt x="270" y="238"/>
                    <a:pt x="270" y="238"/>
                  </a:cubicBezTo>
                  <a:cubicBezTo>
                    <a:pt x="272" y="238"/>
                    <a:pt x="272" y="238"/>
                    <a:pt x="272" y="238"/>
                  </a:cubicBezTo>
                  <a:cubicBezTo>
                    <a:pt x="279" y="239"/>
                    <a:pt x="279" y="239"/>
                    <a:pt x="279" y="239"/>
                  </a:cubicBezTo>
                  <a:cubicBezTo>
                    <a:pt x="279" y="235"/>
                    <a:pt x="281" y="231"/>
                    <a:pt x="285" y="227"/>
                  </a:cubicBezTo>
                  <a:cubicBezTo>
                    <a:pt x="290" y="223"/>
                    <a:pt x="293" y="221"/>
                    <a:pt x="295" y="222"/>
                  </a:cubicBezTo>
                  <a:cubicBezTo>
                    <a:pt x="299" y="219"/>
                    <a:pt x="299" y="219"/>
                    <a:pt x="299" y="219"/>
                  </a:cubicBezTo>
                  <a:cubicBezTo>
                    <a:pt x="300" y="219"/>
                    <a:pt x="300" y="219"/>
                    <a:pt x="300" y="219"/>
                  </a:cubicBezTo>
                  <a:cubicBezTo>
                    <a:pt x="300" y="218"/>
                    <a:pt x="300" y="218"/>
                    <a:pt x="300" y="218"/>
                  </a:cubicBezTo>
                  <a:cubicBezTo>
                    <a:pt x="304" y="215"/>
                    <a:pt x="304" y="215"/>
                    <a:pt x="304" y="215"/>
                  </a:cubicBezTo>
                  <a:cubicBezTo>
                    <a:pt x="304" y="214"/>
                    <a:pt x="304" y="214"/>
                    <a:pt x="304" y="214"/>
                  </a:cubicBezTo>
                  <a:cubicBezTo>
                    <a:pt x="304" y="214"/>
                    <a:pt x="304" y="214"/>
                    <a:pt x="304" y="214"/>
                  </a:cubicBezTo>
                  <a:cubicBezTo>
                    <a:pt x="305" y="214"/>
                    <a:pt x="305" y="214"/>
                    <a:pt x="305" y="214"/>
                  </a:cubicBezTo>
                  <a:cubicBezTo>
                    <a:pt x="306" y="214"/>
                    <a:pt x="306" y="214"/>
                    <a:pt x="306" y="214"/>
                  </a:cubicBezTo>
                  <a:cubicBezTo>
                    <a:pt x="317" y="211"/>
                    <a:pt x="317" y="211"/>
                    <a:pt x="317" y="211"/>
                  </a:cubicBezTo>
                  <a:cubicBezTo>
                    <a:pt x="323" y="211"/>
                    <a:pt x="323" y="211"/>
                    <a:pt x="323" y="211"/>
                  </a:cubicBezTo>
                  <a:cubicBezTo>
                    <a:pt x="326" y="209"/>
                    <a:pt x="326" y="209"/>
                    <a:pt x="326" y="209"/>
                  </a:cubicBezTo>
                  <a:cubicBezTo>
                    <a:pt x="328" y="205"/>
                    <a:pt x="328" y="205"/>
                    <a:pt x="328" y="205"/>
                  </a:cubicBezTo>
                  <a:cubicBezTo>
                    <a:pt x="331" y="198"/>
                    <a:pt x="331" y="198"/>
                    <a:pt x="331" y="198"/>
                  </a:cubicBezTo>
                  <a:cubicBezTo>
                    <a:pt x="330" y="197"/>
                    <a:pt x="330" y="197"/>
                    <a:pt x="330" y="197"/>
                  </a:cubicBezTo>
                  <a:cubicBezTo>
                    <a:pt x="326" y="192"/>
                    <a:pt x="323" y="187"/>
                    <a:pt x="321" y="179"/>
                  </a:cubicBezTo>
                  <a:cubicBezTo>
                    <a:pt x="321" y="178"/>
                    <a:pt x="321" y="178"/>
                    <a:pt x="321" y="178"/>
                  </a:cubicBezTo>
                  <a:cubicBezTo>
                    <a:pt x="321" y="178"/>
                    <a:pt x="321" y="178"/>
                    <a:pt x="321" y="178"/>
                  </a:cubicBezTo>
                  <a:cubicBezTo>
                    <a:pt x="321" y="178"/>
                    <a:pt x="321" y="178"/>
                    <a:pt x="321" y="178"/>
                  </a:cubicBezTo>
                  <a:cubicBezTo>
                    <a:pt x="324" y="162"/>
                    <a:pt x="324" y="162"/>
                    <a:pt x="324" y="162"/>
                  </a:cubicBezTo>
                  <a:cubicBezTo>
                    <a:pt x="324" y="158"/>
                    <a:pt x="326" y="154"/>
                    <a:pt x="329" y="151"/>
                  </a:cubicBezTo>
                  <a:cubicBezTo>
                    <a:pt x="328" y="138"/>
                    <a:pt x="328" y="138"/>
                    <a:pt x="328" y="138"/>
                  </a:cubicBezTo>
                  <a:cubicBezTo>
                    <a:pt x="327" y="137"/>
                    <a:pt x="326" y="136"/>
                    <a:pt x="322" y="135"/>
                  </a:cubicBezTo>
                  <a:cubicBezTo>
                    <a:pt x="300" y="144"/>
                    <a:pt x="300" y="144"/>
                    <a:pt x="300" y="144"/>
                  </a:cubicBezTo>
                  <a:cubicBezTo>
                    <a:pt x="301" y="121"/>
                    <a:pt x="301" y="121"/>
                    <a:pt x="301" y="121"/>
                  </a:cubicBezTo>
                  <a:cubicBezTo>
                    <a:pt x="302" y="118"/>
                    <a:pt x="309" y="111"/>
                    <a:pt x="322" y="104"/>
                  </a:cubicBezTo>
                  <a:cubicBezTo>
                    <a:pt x="316" y="80"/>
                    <a:pt x="316" y="80"/>
                    <a:pt x="316" y="80"/>
                  </a:cubicBezTo>
                  <a:cubicBezTo>
                    <a:pt x="315" y="71"/>
                    <a:pt x="317" y="65"/>
                    <a:pt x="322" y="60"/>
                  </a:cubicBezTo>
                  <a:cubicBezTo>
                    <a:pt x="321" y="56"/>
                    <a:pt x="321" y="56"/>
                    <a:pt x="321" y="56"/>
                  </a:cubicBezTo>
                  <a:cubicBezTo>
                    <a:pt x="314" y="56"/>
                    <a:pt x="314" y="56"/>
                    <a:pt x="314" y="56"/>
                  </a:cubicBezTo>
                  <a:cubicBezTo>
                    <a:pt x="312" y="56"/>
                    <a:pt x="312" y="56"/>
                    <a:pt x="312" y="56"/>
                  </a:cubicBezTo>
                  <a:cubicBezTo>
                    <a:pt x="308" y="66"/>
                    <a:pt x="308" y="66"/>
                    <a:pt x="308" y="66"/>
                  </a:cubicBezTo>
                  <a:cubicBezTo>
                    <a:pt x="306" y="69"/>
                    <a:pt x="303" y="71"/>
                    <a:pt x="300" y="71"/>
                  </a:cubicBezTo>
                  <a:cubicBezTo>
                    <a:pt x="299" y="71"/>
                    <a:pt x="299" y="71"/>
                    <a:pt x="299" y="71"/>
                  </a:cubicBezTo>
                  <a:cubicBezTo>
                    <a:pt x="292" y="67"/>
                    <a:pt x="292" y="67"/>
                    <a:pt x="292" y="67"/>
                  </a:cubicBezTo>
                  <a:cubicBezTo>
                    <a:pt x="291" y="67"/>
                    <a:pt x="291" y="67"/>
                    <a:pt x="291" y="67"/>
                  </a:cubicBezTo>
                  <a:cubicBezTo>
                    <a:pt x="290" y="67"/>
                    <a:pt x="290" y="67"/>
                    <a:pt x="290" y="67"/>
                  </a:cubicBezTo>
                  <a:cubicBezTo>
                    <a:pt x="290" y="66"/>
                    <a:pt x="290" y="66"/>
                    <a:pt x="290" y="66"/>
                  </a:cubicBezTo>
                  <a:cubicBezTo>
                    <a:pt x="290" y="65"/>
                    <a:pt x="290" y="65"/>
                    <a:pt x="290" y="65"/>
                  </a:cubicBezTo>
                  <a:cubicBezTo>
                    <a:pt x="288" y="60"/>
                    <a:pt x="288" y="60"/>
                    <a:pt x="288" y="60"/>
                  </a:cubicBezTo>
                  <a:cubicBezTo>
                    <a:pt x="288" y="53"/>
                    <a:pt x="288" y="53"/>
                    <a:pt x="288" y="53"/>
                  </a:cubicBezTo>
                  <a:cubicBezTo>
                    <a:pt x="288" y="52"/>
                    <a:pt x="288" y="52"/>
                    <a:pt x="288" y="52"/>
                  </a:cubicBezTo>
                  <a:cubicBezTo>
                    <a:pt x="287" y="54"/>
                    <a:pt x="287" y="54"/>
                    <a:pt x="287" y="54"/>
                  </a:cubicBezTo>
                  <a:cubicBezTo>
                    <a:pt x="286" y="56"/>
                    <a:pt x="286" y="56"/>
                    <a:pt x="286" y="56"/>
                  </a:cubicBezTo>
                  <a:cubicBezTo>
                    <a:pt x="274" y="56"/>
                    <a:pt x="274" y="56"/>
                    <a:pt x="274" y="56"/>
                  </a:cubicBezTo>
                  <a:cubicBezTo>
                    <a:pt x="273" y="53"/>
                    <a:pt x="273" y="53"/>
                    <a:pt x="273" y="53"/>
                  </a:cubicBezTo>
                  <a:cubicBezTo>
                    <a:pt x="270" y="45"/>
                    <a:pt x="270" y="45"/>
                    <a:pt x="270" y="45"/>
                  </a:cubicBezTo>
                  <a:cubicBezTo>
                    <a:pt x="270" y="35"/>
                    <a:pt x="270" y="35"/>
                    <a:pt x="270" y="35"/>
                  </a:cubicBezTo>
                  <a:cubicBezTo>
                    <a:pt x="263" y="22"/>
                    <a:pt x="263" y="22"/>
                    <a:pt x="263" y="22"/>
                  </a:cubicBezTo>
                  <a:cubicBezTo>
                    <a:pt x="263" y="11"/>
                    <a:pt x="263" y="11"/>
                    <a:pt x="263" y="11"/>
                  </a:cubicBezTo>
                  <a:lnTo>
                    <a:pt x="260" y="6"/>
                  </a:lnTo>
                  <a:close/>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51" name="Freeform 16"/>
            <p:cNvSpPr/>
            <p:nvPr/>
          </p:nvSpPr>
          <p:spPr bwMode="auto">
            <a:xfrm>
              <a:off x="3027986" y="3416170"/>
              <a:ext cx="363047" cy="370431"/>
            </a:xfrm>
            <a:custGeom>
              <a:avLst/>
              <a:gdLst>
                <a:gd name="T0" fmla="*/ 231 w 244"/>
                <a:gd name="T1" fmla="*/ 29 h 249"/>
                <a:gd name="T2" fmla="*/ 222 w 244"/>
                <a:gd name="T3" fmla="*/ 26 h 249"/>
                <a:gd name="T4" fmla="*/ 213 w 244"/>
                <a:gd name="T5" fmla="*/ 22 h 249"/>
                <a:gd name="T6" fmla="*/ 201 w 244"/>
                <a:gd name="T7" fmla="*/ 24 h 249"/>
                <a:gd name="T8" fmla="*/ 191 w 244"/>
                <a:gd name="T9" fmla="*/ 20 h 249"/>
                <a:gd name="T10" fmla="*/ 183 w 244"/>
                <a:gd name="T11" fmla="*/ 12 h 249"/>
                <a:gd name="T12" fmla="*/ 161 w 244"/>
                <a:gd name="T13" fmla="*/ 7 h 249"/>
                <a:gd name="T14" fmla="*/ 149 w 244"/>
                <a:gd name="T15" fmla="*/ 35 h 249"/>
                <a:gd name="T16" fmla="*/ 139 w 244"/>
                <a:gd name="T17" fmla="*/ 52 h 249"/>
                <a:gd name="T18" fmla="*/ 123 w 244"/>
                <a:gd name="T19" fmla="*/ 76 h 249"/>
                <a:gd name="T20" fmla="*/ 82 w 244"/>
                <a:gd name="T21" fmla="*/ 114 h 249"/>
                <a:gd name="T22" fmla="*/ 62 w 244"/>
                <a:gd name="T23" fmla="*/ 142 h 249"/>
                <a:gd name="T24" fmla="*/ 6 w 244"/>
                <a:gd name="T25" fmla="*/ 139 h 249"/>
                <a:gd name="T26" fmla="*/ 5 w 244"/>
                <a:gd name="T27" fmla="*/ 180 h 249"/>
                <a:gd name="T28" fmla="*/ 26 w 244"/>
                <a:gd name="T29" fmla="*/ 202 h 249"/>
                <a:gd name="T30" fmla="*/ 35 w 244"/>
                <a:gd name="T31" fmla="*/ 226 h 249"/>
                <a:gd name="T32" fmla="*/ 37 w 244"/>
                <a:gd name="T33" fmla="*/ 231 h 249"/>
                <a:gd name="T34" fmla="*/ 53 w 244"/>
                <a:gd name="T35" fmla="*/ 226 h 249"/>
                <a:gd name="T36" fmla="*/ 58 w 244"/>
                <a:gd name="T37" fmla="*/ 226 h 249"/>
                <a:gd name="T38" fmla="*/ 75 w 244"/>
                <a:gd name="T39" fmla="*/ 209 h 249"/>
                <a:gd name="T40" fmla="*/ 94 w 244"/>
                <a:gd name="T41" fmla="*/ 193 h 249"/>
                <a:gd name="T42" fmla="*/ 98 w 244"/>
                <a:gd name="T43" fmla="*/ 182 h 249"/>
                <a:gd name="T44" fmla="*/ 103 w 244"/>
                <a:gd name="T45" fmla="*/ 178 h 249"/>
                <a:gd name="T46" fmla="*/ 115 w 244"/>
                <a:gd name="T47" fmla="*/ 180 h 249"/>
                <a:gd name="T48" fmla="*/ 117 w 244"/>
                <a:gd name="T49" fmla="*/ 194 h 249"/>
                <a:gd name="T50" fmla="*/ 124 w 244"/>
                <a:gd name="T51" fmla="*/ 196 h 249"/>
                <a:gd name="T52" fmla="*/ 131 w 244"/>
                <a:gd name="T53" fmla="*/ 186 h 249"/>
                <a:gd name="T54" fmla="*/ 140 w 244"/>
                <a:gd name="T55" fmla="*/ 182 h 249"/>
                <a:gd name="T56" fmla="*/ 151 w 244"/>
                <a:gd name="T57" fmla="*/ 186 h 249"/>
                <a:gd name="T58" fmla="*/ 162 w 244"/>
                <a:gd name="T59" fmla="*/ 218 h 249"/>
                <a:gd name="T60" fmla="*/ 164 w 244"/>
                <a:gd name="T61" fmla="*/ 233 h 249"/>
                <a:gd name="T62" fmla="*/ 170 w 244"/>
                <a:gd name="T63" fmla="*/ 228 h 249"/>
                <a:gd name="T64" fmla="*/ 180 w 244"/>
                <a:gd name="T65" fmla="*/ 233 h 249"/>
                <a:gd name="T66" fmla="*/ 182 w 244"/>
                <a:gd name="T67" fmla="*/ 247 h 249"/>
                <a:gd name="T68" fmla="*/ 190 w 244"/>
                <a:gd name="T69" fmla="*/ 239 h 249"/>
                <a:gd name="T70" fmla="*/ 191 w 244"/>
                <a:gd name="T71" fmla="*/ 237 h 249"/>
                <a:gd name="T72" fmla="*/ 197 w 244"/>
                <a:gd name="T73" fmla="*/ 234 h 249"/>
                <a:gd name="T74" fmla="*/ 202 w 244"/>
                <a:gd name="T75" fmla="*/ 230 h 249"/>
                <a:gd name="T76" fmla="*/ 186 w 244"/>
                <a:gd name="T77" fmla="*/ 175 h 249"/>
                <a:gd name="T78" fmla="*/ 159 w 244"/>
                <a:gd name="T79" fmla="*/ 126 h 249"/>
                <a:gd name="T80" fmla="*/ 150 w 244"/>
                <a:gd name="T81" fmla="*/ 111 h 249"/>
                <a:gd name="T82" fmla="*/ 156 w 244"/>
                <a:gd name="T83" fmla="*/ 91 h 249"/>
                <a:gd name="T84" fmla="*/ 224 w 244"/>
                <a:gd name="T85" fmla="*/ 76 h 249"/>
                <a:gd name="T86" fmla="*/ 244 w 244"/>
                <a:gd name="T87" fmla="*/ 51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44" h="249">
                  <a:moveTo>
                    <a:pt x="244" y="51"/>
                  </a:moveTo>
                  <a:cubicBezTo>
                    <a:pt x="239" y="40"/>
                    <a:pt x="239" y="40"/>
                    <a:pt x="239" y="40"/>
                  </a:cubicBezTo>
                  <a:cubicBezTo>
                    <a:pt x="231" y="29"/>
                    <a:pt x="231" y="29"/>
                    <a:pt x="231" y="29"/>
                  </a:cubicBezTo>
                  <a:cubicBezTo>
                    <a:pt x="223" y="26"/>
                    <a:pt x="223" y="26"/>
                    <a:pt x="223" y="26"/>
                  </a:cubicBezTo>
                  <a:cubicBezTo>
                    <a:pt x="222" y="26"/>
                    <a:pt x="222" y="26"/>
                    <a:pt x="222" y="26"/>
                  </a:cubicBezTo>
                  <a:cubicBezTo>
                    <a:pt x="222" y="26"/>
                    <a:pt x="222" y="26"/>
                    <a:pt x="222" y="26"/>
                  </a:cubicBezTo>
                  <a:cubicBezTo>
                    <a:pt x="222" y="26"/>
                    <a:pt x="222" y="26"/>
                    <a:pt x="222" y="26"/>
                  </a:cubicBezTo>
                  <a:cubicBezTo>
                    <a:pt x="215" y="22"/>
                    <a:pt x="215" y="22"/>
                    <a:pt x="215" y="22"/>
                  </a:cubicBezTo>
                  <a:cubicBezTo>
                    <a:pt x="213" y="22"/>
                    <a:pt x="213" y="22"/>
                    <a:pt x="213" y="22"/>
                  </a:cubicBezTo>
                  <a:cubicBezTo>
                    <a:pt x="211" y="23"/>
                    <a:pt x="211" y="23"/>
                    <a:pt x="211" y="23"/>
                  </a:cubicBezTo>
                  <a:cubicBezTo>
                    <a:pt x="202" y="24"/>
                    <a:pt x="202" y="24"/>
                    <a:pt x="202" y="24"/>
                  </a:cubicBezTo>
                  <a:cubicBezTo>
                    <a:pt x="201" y="24"/>
                    <a:pt x="201" y="24"/>
                    <a:pt x="201" y="24"/>
                  </a:cubicBezTo>
                  <a:cubicBezTo>
                    <a:pt x="200" y="24"/>
                    <a:pt x="200" y="24"/>
                    <a:pt x="200" y="24"/>
                  </a:cubicBezTo>
                  <a:cubicBezTo>
                    <a:pt x="191" y="20"/>
                    <a:pt x="191" y="20"/>
                    <a:pt x="191" y="20"/>
                  </a:cubicBezTo>
                  <a:cubicBezTo>
                    <a:pt x="191" y="20"/>
                    <a:pt x="191" y="20"/>
                    <a:pt x="191" y="20"/>
                  </a:cubicBezTo>
                  <a:cubicBezTo>
                    <a:pt x="190" y="20"/>
                    <a:pt x="190" y="20"/>
                    <a:pt x="190" y="20"/>
                  </a:cubicBezTo>
                  <a:cubicBezTo>
                    <a:pt x="190" y="19"/>
                    <a:pt x="190" y="19"/>
                    <a:pt x="190" y="19"/>
                  </a:cubicBezTo>
                  <a:cubicBezTo>
                    <a:pt x="183" y="12"/>
                    <a:pt x="183" y="12"/>
                    <a:pt x="183" y="12"/>
                  </a:cubicBezTo>
                  <a:cubicBezTo>
                    <a:pt x="175" y="4"/>
                    <a:pt x="175" y="4"/>
                    <a:pt x="175" y="4"/>
                  </a:cubicBezTo>
                  <a:cubicBezTo>
                    <a:pt x="169" y="0"/>
                    <a:pt x="169" y="0"/>
                    <a:pt x="169" y="0"/>
                  </a:cubicBezTo>
                  <a:cubicBezTo>
                    <a:pt x="161" y="7"/>
                    <a:pt x="161" y="7"/>
                    <a:pt x="161" y="7"/>
                  </a:cubicBezTo>
                  <a:cubicBezTo>
                    <a:pt x="151" y="14"/>
                    <a:pt x="151" y="14"/>
                    <a:pt x="151" y="14"/>
                  </a:cubicBezTo>
                  <a:cubicBezTo>
                    <a:pt x="149" y="35"/>
                    <a:pt x="149" y="35"/>
                    <a:pt x="149" y="35"/>
                  </a:cubicBezTo>
                  <a:cubicBezTo>
                    <a:pt x="149" y="35"/>
                    <a:pt x="149" y="35"/>
                    <a:pt x="149" y="35"/>
                  </a:cubicBezTo>
                  <a:cubicBezTo>
                    <a:pt x="140" y="51"/>
                    <a:pt x="140" y="51"/>
                    <a:pt x="140" y="51"/>
                  </a:cubicBezTo>
                  <a:cubicBezTo>
                    <a:pt x="140" y="52"/>
                    <a:pt x="140" y="52"/>
                    <a:pt x="140" y="52"/>
                  </a:cubicBezTo>
                  <a:cubicBezTo>
                    <a:pt x="139" y="52"/>
                    <a:pt x="139" y="52"/>
                    <a:pt x="139" y="52"/>
                  </a:cubicBezTo>
                  <a:cubicBezTo>
                    <a:pt x="132" y="59"/>
                    <a:pt x="132" y="59"/>
                    <a:pt x="132" y="59"/>
                  </a:cubicBezTo>
                  <a:cubicBezTo>
                    <a:pt x="124" y="75"/>
                    <a:pt x="124" y="75"/>
                    <a:pt x="124" y="75"/>
                  </a:cubicBezTo>
                  <a:cubicBezTo>
                    <a:pt x="123" y="76"/>
                    <a:pt x="123" y="76"/>
                    <a:pt x="123" y="76"/>
                  </a:cubicBezTo>
                  <a:cubicBezTo>
                    <a:pt x="117" y="81"/>
                    <a:pt x="111" y="86"/>
                    <a:pt x="106" y="90"/>
                  </a:cubicBezTo>
                  <a:cubicBezTo>
                    <a:pt x="99" y="102"/>
                    <a:pt x="99" y="102"/>
                    <a:pt x="99" y="102"/>
                  </a:cubicBezTo>
                  <a:cubicBezTo>
                    <a:pt x="98" y="106"/>
                    <a:pt x="92" y="110"/>
                    <a:pt x="82" y="114"/>
                  </a:cubicBezTo>
                  <a:cubicBezTo>
                    <a:pt x="75" y="126"/>
                    <a:pt x="75" y="126"/>
                    <a:pt x="75" y="126"/>
                  </a:cubicBezTo>
                  <a:cubicBezTo>
                    <a:pt x="63" y="142"/>
                    <a:pt x="63" y="142"/>
                    <a:pt x="63" y="142"/>
                  </a:cubicBezTo>
                  <a:cubicBezTo>
                    <a:pt x="62" y="142"/>
                    <a:pt x="62" y="142"/>
                    <a:pt x="62" y="142"/>
                  </a:cubicBezTo>
                  <a:cubicBezTo>
                    <a:pt x="62" y="142"/>
                    <a:pt x="62" y="142"/>
                    <a:pt x="62" y="142"/>
                  </a:cubicBezTo>
                  <a:cubicBezTo>
                    <a:pt x="61" y="142"/>
                    <a:pt x="61" y="142"/>
                    <a:pt x="61" y="142"/>
                  </a:cubicBezTo>
                  <a:cubicBezTo>
                    <a:pt x="6" y="139"/>
                    <a:pt x="6" y="139"/>
                    <a:pt x="6" y="139"/>
                  </a:cubicBezTo>
                  <a:cubicBezTo>
                    <a:pt x="0" y="145"/>
                    <a:pt x="0" y="145"/>
                    <a:pt x="0" y="145"/>
                  </a:cubicBezTo>
                  <a:cubicBezTo>
                    <a:pt x="0" y="157"/>
                    <a:pt x="0" y="157"/>
                    <a:pt x="0" y="157"/>
                  </a:cubicBezTo>
                  <a:cubicBezTo>
                    <a:pt x="5" y="180"/>
                    <a:pt x="5" y="180"/>
                    <a:pt x="5" y="180"/>
                  </a:cubicBezTo>
                  <a:cubicBezTo>
                    <a:pt x="17" y="196"/>
                    <a:pt x="17" y="196"/>
                    <a:pt x="17" y="196"/>
                  </a:cubicBezTo>
                  <a:cubicBezTo>
                    <a:pt x="26" y="202"/>
                    <a:pt x="26" y="202"/>
                    <a:pt x="26" y="202"/>
                  </a:cubicBezTo>
                  <a:cubicBezTo>
                    <a:pt x="26" y="202"/>
                    <a:pt x="26" y="202"/>
                    <a:pt x="26" y="202"/>
                  </a:cubicBezTo>
                  <a:cubicBezTo>
                    <a:pt x="27" y="202"/>
                    <a:pt x="27" y="202"/>
                    <a:pt x="27" y="202"/>
                  </a:cubicBezTo>
                  <a:cubicBezTo>
                    <a:pt x="33" y="209"/>
                    <a:pt x="35" y="214"/>
                    <a:pt x="35" y="217"/>
                  </a:cubicBezTo>
                  <a:cubicBezTo>
                    <a:pt x="35" y="226"/>
                    <a:pt x="35" y="226"/>
                    <a:pt x="35" y="226"/>
                  </a:cubicBezTo>
                  <a:cubicBezTo>
                    <a:pt x="32" y="230"/>
                    <a:pt x="32" y="230"/>
                    <a:pt x="32" y="230"/>
                  </a:cubicBezTo>
                  <a:cubicBezTo>
                    <a:pt x="34" y="231"/>
                    <a:pt x="34" y="231"/>
                    <a:pt x="34" y="231"/>
                  </a:cubicBezTo>
                  <a:cubicBezTo>
                    <a:pt x="37" y="231"/>
                    <a:pt x="37" y="231"/>
                    <a:pt x="37" y="231"/>
                  </a:cubicBezTo>
                  <a:cubicBezTo>
                    <a:pt x="41" y="223"/>
                    <a:pt x="41" y="223"/>
                    <a:pt x="41" y="223"/>
                  </a:cubicBezTo>
                  <a:cubicBezTo>
                    <a:pt x="42" y="223"/>
                    <a:pt x="42" y="223"/>
                    <a:pt x="42" y="223"/>
                  </a:cubicBezTo>
                  <a:cubicBezTo>
                    <a:pt x="53" y="226"/>
                    <a:pt x="53" y="226"/>
                    <a:pt x="53" y="226"/>
                  </a:cubicBezTo>
                  <a:cubicBezTo>
                    <a:pt x="54" y="230"/>
                    <a:pt x="54" y="230"/>
                    <a:pt x="54" y="230"/>
                  </a:cubicBezTo>
                  <a:cubicBezTo>
                    <a:pt x="60" y="230"/>
                    <a:pt x="60" y="230"/>
                    <a:pt x="60" y="230"/>
                  </a:cubicBezTo>
                  <a:cubicBezTo>
                    <a:pt x="58" y="226"/>
                    <a:pt x="58" y="226"/>
                    <a:pt x="58" y="226"/>
                  </a:cubicBezTo>
                  <a:cubicBezTo>
                    <a:pt x="58" y="224"/>
                    <a:pt x="58" y="224"/>
                    <a:pt x="58" y="224"/>
                  </a:cubicBezTo>
                  <a:cubicBezTo>
                    <a:pt x="65" y="213"/>
                    <a:pt x="65" y="213"/>
                    <a:pt x="65" y="213"/>
                  </a:cubicBezTo>
                  <a:cubicBezTo>
                    <a:pt x="66" y="209"/>
                    <a:pt x="70" y="208"/>
                    <a:pt x="75" y="209"/>
                  </a:cubicBezTo>
                  <a:cubicBezTo>
                    <a:pt x="87" y="210"/>
                    <a:pt x="87" y="210"/>
                    <a:pt x="87" y="210"/>
                  </a:cubicBezTo>
                  <a:cubicBezTo>
                    <a:pt x="94" y="201"/>
                    <a:pt x="94" y="201"/>
                    <a:pt x="94" y="201"/>
                  </a:cubicBezTo>
                  <a:cubicBezTo>
                    <a:pt x="94" y="193"/>
                    <a:pt x="94" y="193"/>
                    <a:pt x="94" y="193"/>
                  </a:cubicBezTo>
                  <a:cubicBezTo>
                    <a:pt x="97" y="184"/>
                    <a:pt x="97" y="184"/>
                    <a:pt x="97" y="184"/>
                  </a:cubicBezTo>
                  <a:cubicBezTo>
                    <a:pt x="97" y="183"/>
                    <a:pt x="97" y="183"/>
                    <a:pt x="97" y="183"/>
                  </a:cubicBezTo>
                  <a:cubicBezTo>
                    <a:pt x="98" y="182"/>
                    <a:pt x="98" y="182"/>
                    <a:pt x="98" y="182"/>
                  </a:cubicBezTo>
                  <a:cubicBezTo>
                    <a:pt x="98" y="182"/>
                    <a:pt x="98" y="182"/>
                    <a:pt x="98" y="182"/>
                  </a:cubicBezTo>
                  <a:cubicBezTo>
                    <a:pt x="103" y="179"/>
                    <a:pt x="103" y="179"/>
                    <a:pt x="103" y="179"/>
                  </a:cubicBezTo>
                  <a:cubicBezTo>
                    <a:pt x="103" y="178"/>
                    <a:pt x="103" y="178"/>
                    <a:pt x="103" y="178"/>
                  </a:cubicBezTo>
                  <a:cubicBezTo>
                    <a:pt x="104" y="178"/>
                    <a:pt x="104" y="178"/>
                    <a:pt x="104" y="178"/>
                  </a:cubicBezTo>
                  <a:cubicBezTo>
                    <a:pt x="104" y="179"/>
                    <a:pt x="104" y="179"/>
                    <a:pt x="104" y="179"/>
                  </a:cubicBezTo>
                  <a:cubicBezTo>
                    <a:pt x="115" y="180"/>
                    <a:pt x="115" y="180"/>
                    <a:pt x="115" y="180"/>
                  </a:cubicBezTo>
                  <a:cubicBezTo>
                    <a:pt x="115" y="182"/>
                    <a:pt x="115" y="182"/>
                    <a:pt x="115" y="182"/>
                  </a:cubicBezTo>
                  <a:cubicBezTo>
                    <a:pt x="117" y="190"/>
                    <a:pt x="117" y="190"/>
                    <a:pt x="117" y="190"/>
                  </a:cubicBezTo>
                  <a:cubicBezTo>
                    <a:pt x="117" y="194"/>
                    <a:pt x="117" y="194"/>
                    <a:pt x="117" y="194"/>
                  </a:cubicBezTo>
                  <a:cubicBezTo>
                    <a:pt x="118" y="200"/>
                    <a:pt x="118" y="200"/>
                    <a:pt x="118" y="200"/>
                  </a:cubicBezTo>
                  <a:cubicBezTo>
                    <a:pt x="121" y="201"/>
                    <a:pt x="121" y="201"/>
                    <a:pt x="121" y="201"/>
                  </a:cubicBezTo>
                  <a:cubicBezTo>
                    <a:pt x="124" y="196"/>
                    <a:pt x="124" y="196"/>
                    <a:pt x="124" y="196"/>
                  </a:cubicBezTo>
                  <a:cubicBezTo>
                    <a:pt x="124" y="195"/>
                    <a:pt x="124" y="195"/>
                    <a:pt x="124" y="195"/>
                  </a:cubicBezTo>
                  <a:cubicBezTo>
                    <a:pt x="130" y="188"/>
                    <a:pt x="130" y="188"/>
                    <a:pt x="130" y="188"/>
                  </a:cubicBezTo>
                  <a:cubicBezTo>
                    <a:pt x="131" y="186"/>
                    <a:pt x="131" y="186"/>
                    <a:pt x="131" y="186"/>
                  </a:cubicBezTo>
                  <a:cubicBezTo>
                    <a:pt x="138" y="183"/>
                    <a:pt x="138" y="183"/>
                    <a:pt x="138" y="183"/>
                  </a:cubicBezTo>
                  <a:cubicBezTo>
                    <a:pt x="139" y="183"/>
                    <a:pt x="139" y="183"/>
                    <a:pt x="139" y="183"/>
                  </a:cubicBezTo>
                  <a:cubicBezTo>
                    <a:pt x="140" y="182"/>
                    <a:pt x="140" y="182"/>
                    <a:pt x="140" y="182"/>
                  </a:cubicBezTo>
                  <a:cubicBezTo>
                    <a:pt x="149" y="185"/>
                    <a:pt x="149" y="185"/>
                    <a:pt x="149" y="185"/>
                  </a:cubicBezTo>
                  <a:cubicBezTo>
                    <a:pt x="149" y="185"/>
                    <a:pt x="149" y="185"/>
                    <a:pt x="149" y="185"/>
                  </a:cubicBezTo>
                  <a:cubicBezTo>
                    <a:pt x="151" y="186"/>
                    <a:pt x="151" y="186"/>
                    <a:pt x="151" y="186"/>
                  </a:cubicBezTo>
                  <a:cubicBezTo>
                    <a:pt x="155" y="195"/>
                    <a:pt x="155" y="195"/>
                    <a:pt x="155" y="195"/>
                  </a:cubicBezTo>
                  <a:cubicBezTo>
                    <a:pt x="155" y="205"/>
                    <a:pt x="155" y="205"/>
                    <a:pt x="155" y="205"/>
                  </a:cubicBezTo>
                  <a:cubicBezTo>
                    <a:pt x="162" y="218"/>
                    <a:pt x="162" y="218"/>
                    <a:pt x="162" y="218"/>
                  </a:cubicBezTo>
                  <a:cubicBezTo>
                    <a:pt x="162" y="220"/>
                    <a:pt x="162" y="220"/>
                    <a:pt x="162" y="220"/>
                  </a:cubicBezTo>
                  <a:cubicBezTo>
                    <a:pt x="162" y="229"/>
                    <a:pt x="162" y="229"/>
                    <a:pt x="162" y="229"/>
                  </a:cubicBezTo>
                  <a:cubicBezTo>
                    <a:pt x="164" y="233"/>
                    <a:pt x="164" y="233"/>
                    <a:pt x="164" y="233"/>
                  </a:cubicBezTo>
                  <a:cubicBezTo>
                    <a:pt x="166" y="233"/>
                    <a:pt x="166" y="233"/>
                    <a:pt x="166" y="233"/>
                  </a:cubicBezTo>
                  <a:cubicBezTo>
                    <a:pt x="169" y="230"/>
                    <a:pt x="169" y="230"/>
                    <a:pt x="169" y="230"/>
                  </a:cubicBezTo>
                  <a:cubicBezTo>
                    <a:pt x="170" y="228"/>
                    <a:pt x="170" y="228"/>
                    <a:pt x="170" y="228"/>
                  </a:cubicBezTo>
                  <a:cubicBezTo>
                    <a:pt x="178" y="233"/>
                    <a:pt x="178" y="233"/>
                    <a:pt x="178" y="233"/>
                  </a:cubicBezTo>
                  <a:cubicBezTo>
                    <a:pt x="179" y="233"/>
                    <a:pt x="179" y="233"/>
                    <a:pt x="179" y="233"/>
                  </a:cubicBezTo>
                  <a:cubicBezTo>
                    <a:pt x="180" y="233"/>
                    <a:pt x="180" y="233"/>
                    <a:pt x="180" y="233"/>
                  </a:cubicBezTo>
                  <a:cubicBezTo>
                    <a:pt x="180" y="235"/>
                    <a:pt x="180" y="235"/>
                    <a:pt x="180" y="235"/>
                  </a:cubicBezTo>
                  <a:cubicBezTo>
                    <a:pt x="180" y="235"/>
                    <a:pt x="180" y="235"/>
                    <a:pt x="180" y="235"/>
                  </a:cubicBezTo>
                  <a:cubicBezTo>
                    <a:pt x="182" y="247"/>
                    <a:pt x="182" y="247"/>
                    <a:pt x="182" y="247"/>
                  </a:cubicBezTo>
                  <a:cubicBezTo>
                    <a:pt x="186" y="249"/>
                    <a:pt x="186" y="249"/>
                    <a:pt x="186" y="249"/>
                  </a:cubicBezTo>
                  <a:cubicBezTo>
                    <a:pt x="186" y="248"/>
                    <a:pt x="186" y="248"/>
                    <a:pt x="186" y="248"/>
                  </a:cubicBezTo>
                  <a:cubicBezTo>
                    <a:pt x="190" y="239"/>
                    <a:pt x="190" y="239"/>
                    <a:pt x="190" y="239"/>
                  </a:cubicBezTo>
                  <a:cubicBezTo>
                    <a:pt x="190" y="238"/>
                    <a:pt x="190" y="238"/>
                    <a:pt x="190" y="238"/>
                  </a:cubicBezTo>
                  <a:cubicBezTo>
                    <a:pt x="191" y="237"/>
                    <a:pt x="191" y="237"/>
                    <a:pt x="191" y="237"/>
                  </a:cubicBezTo>
                  <a:cubicBezTo>
                    <a:pt x="191" y="237"/>
                    <a:pt x="191" y="237"/>
                    <a:pt x="191" y="237"/>
                  </a:cubicBezTo>
                  <a:cubicBezTo>
                    <a:pt x="192" y="237"/>
                    <a:pt x="192" y="237"/>
                    <a:pt x="192" y="237"/>
                  </a:cubicBezTo>
                  <a:cubicBezTo>
                    <a:pt x="197" y="234"/>
                    <a:pt x="197" y="234"/>
                    <a:pt x="197" y="234"/>
                  </a:cubicBezTo>
                  <a:cubicBezTo>
                    <a:pt x="197" y="234"/>
                    <a:pt x="197" y="234"/>
                    <a:pt x="197" y="234"/>
                  </a:cubicBezTo>
                  <a:cubicBezTo>
                    <a:pt x="197" y="233"/>
                    <a:pt x="197" y="233"/>
                    <a:pt x="197" y="233"/>
                  </a:cubicBezTo>
                  <a:cubicBezTo>
                    <a:pt x="204" y="233"/>
                    <a:pt x="204" y="233"/>
                    <a:pt x="204" y="233"/>
                  </a:cubicBezTo>
                  <a:cubicBezTo>
                    <a:pt x="202" y="230"/>
                    <a:pt x="202" y="230"/>
                    <a:pt x="202" y="230"/>
                  </a:cubicBezTo>
                  <a:cubicBezTo>
                    <a:pt x="202" y="228"/>
                    <a:pt x="202" y="228"/>
                    <a:pt x="202" y="228"/>
                  </a:cubicBezTo>
                  <a:cubicBezTo>
                    <a:pt x="199" y="196"/>
                    <a:pt x="199" y="196"/>
                    <a:pt x="199" y="196"/>
                  </a:cubicBezTo>
                  <a:cubicBezTo>
                    <a:pt x="186" y="175"/>
                    <a:pt x="186" y="175"/>
                    <a:pt x="186" y="175"/>
                  </a:cubicBezTo>
                  <a:cubicBezTo>
                    <a:pt x="161" y="146"/>
                    <a:pt x="161" y="146"/>
                    <a:pt x="161" y="146"/>
                  </a:cubicBezTo>
                  <a:cubicBezTo>
                    <a:pt x="160" y="145"/>
                    <a:pt x="160" y="145"/>
                    <a:pt x="160" y="145"/>
                  </a:cubicBezTo>
                  <a:cubicBezTo>
                    <a:pt x="159" y="126"/>
                    <a:pt x="159" y="126"/>
                    <a:pt x="159" y="126"/>
                  </a:cubicBezTo>
                  <a:cubicBezTo>
                    <a:pt x="151" y="112"/>
                    <a:pt x="151" y="112"/>
                    <a:pt x="151" y="112"/>
                  </a:cubicBezTo>
                  <a:cubicBezTo>
                    <a:pt x="151" y="111"/>
                    <a:pt x="151" y="111"/>
                    <a:pt x="151" y="111"/>
                  </a:cubicBezTo>
                  <a:cubicBezTo>
                    <a:pt x="150" y="111"/>
                    <a:pt x="150" y="111"/>
                    <a:pt x="150" y="111"/>
                  </a:cubicBezTo>
                  <a:cubicBezTo>
                    <a:pt x="151" y="109"/>
                    <a:pt x="151" y="109"/>
                    <a:pt x="151" y="109"/>
                  </a:cubicBezTo>
                  <a:cubicBezTo>
                    <a:pt x="155" y="91"/>
                    <a:pt x="155" y="91"/>
                    <a:pt x="155" y="91"/>
                  </a:cubicBezTo>
                  <a:cubicBezTo>
                    <a:pt x="156" y="91"/>
                    <a:pt x="156" y="91"/>
                    <a:pt x="156" y="91"/>
                  </a:cubicBezTo>
                  <a:cubicBezTo>
                    <a:pt x="158" y="91"/>
                    <a:pt x="158" y="91"/>
                    <a:pt x="158" y="91"/>
                  </a:cubicBezTo>
                  <a:cubicBezTo>
                    <a:pt x="201" y="88"/>
                    <a:pt x="201" y="88"/>
                    <a:pt x="201" y="88"/>
                  </a:cubicBezTo>
                  <a:cubicBezTo>
                    <a:pt x="224" y="76"/>
                    <a:pt x="224" y="76"/>
                    <a:pt x="224" y="76"/>
                  </a:cubicBezTo>
                  <a:cubicBezTo>
                    <a:pt x="225" y="75"/>
                    <a:pt x="225" y="75"/>
                    <a:pt x="225" y="75"/>
                  </a:cubicBezTo>
                  <a:cubicBezTo>
                    <a:pt x="233" y="73"/>
                    <a:pt x="239" y="69"/>
                    <a:pt x="240" y="66"/>
                  </a:cubicBezTo>
                  <a:cubicBezTo>
                    <a:pt x="242" y="62"/>
                    <a:pt x="244" y="57"/>
                    <a:pt x="244" y="51"/>
                  </a:cubicBezTo>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52" name="Freeform 17"/>
            <p:cNvSpPr/>
            <p:nvPr/>
          </p:nvSpPr>
          <p:spPr bwMode="auto">
            <a:xfrm>
              <a:off x="3315962" y="3595847"/>
              <a:ext cx="443040" cy="515649"/>
            </a:xfrm>
            <a:custGeom>
              <a:avLst/>
              <a:gdLst>
                <a:gd name="T0" fmla="*/ 258 w 298"/>
                <a:gd name="T1" fmla="*/ 59 h 346"/>
                <a:gd name="T2" fmla="*/ 251 w 298"/>
                <a:gd name="T3" fmla="*/ 46 h 346"/>
                <a:gd name="T4" fmla="*/ 247 w 298"/>
                <a:gd name="T5" fmla="*/ 21 h 346"/>
                <a:gd name="T6" fmla="*/ 235 w 298"/>
                <a:gd name="T7" fmla="*/ 30 h 346"/>
                <a:gd name="T8" fmla="*/ 215 w 298"/>
                <a:gd name="T9" fmla="*/ 25 h 346"/>
                <a:gd name="T10" fmla="*/ 213 w 298"/>
                <a:gd name="T11" fmla="*/ 12 h 346"/>
                <a:gd name="T12" fmla="*/ 209 w 298"/>
                <a:gd name="T13" fmla="*/ 18 h 346"/>
                <a:gd name="T14" fmla="*/ 187 w 298"/>
                <a:gd name="T15" fmla="*/ 38 h 346"/>
                <a:gd name="T16" fmla="*/ 178 w 298"/>
                <a:gd name="T17" fmla="*/ 35 h 346"/>
                <a:gd name="T18" fmla="*/ 159 w 298"/>
                <a:gd name="T19" fmla="*/ 24 h 346"/>
                <a:gd name="T20" fmla="*/ 129 w 298"/>
                <a:gd name="T21" fmla="*/ 14 h 346"/>
                <a:gd name="T22" fmla="*/ 113 w 298"/>
                <a:gd name="T23" fmla="*/ 7 h 346"/>
                <a:gd name="T24" fmla="*/ 80 w 298"/>
                <a:gd name="T25" fmla="*/ 1 h 346"/>
                <a:gd name="T26" fmla="*/ 68 w 298"/>
                <a:gd name="T27" fmla="*/ 28 h 346"/>
                <a:gd name="T28" fmla="*/ 51 w 298"/>
                <a:gd name="T29" fmla="*/ 22 h 346"/>
                <a:gd name="T30" fmla="*/ 13 w 298"/>
                <a:gd name="T31" fmla="*/ 74 h 346"/>
                <a:gd name="T32" fmla="*/ 22 w 298"/>
                <a:gd name="T33" fmla="*/ 129 h 346"/>
                <a:gd name="T34" fmla="*/ 22 w 298"/>
                <a:gd name="T35" fmla="*/ 172 h 346"/>
                <a:gd name="T36" fmla="*/ 0 w 298"/>
                <a:gd name="T37" fmla="*/ 198 h 346"/>
                <a:gd name="T38" fmla="*/ 13 w 298"/>
                <a:gd name="T39" fmla="*/ 192 h 346"/>
                <a:gd name="T40" fmla="*/ 28 w 298"/>
                <a:gd name="T41" fmla="*/ 219 h 346"/>
                <a:gd name="T42" fmla="*/ 21 w 298"/>
                <a:gd name="T43" fmla="*/ 243 h 346"/>
                <a:gd name="T44" fmla="*/ 54 w 298"/>
                <a:gd name="T45" fmla="*/ 262 h 346"/>
                <a:gd name="T46" fmla="*/ 66 w 298"/>
                <a:gd name="T47" fmla="*/ 262 h 346"/>
                <a:gd name="T48" fmla="*/ 85 w 298"/>
                <a:gd name="T49" fmla="*/ 252 h 346"/>
                <a:gd name="T50" fmla="*/ 107 w 298"/>
                <a:gd name="T51" fmla="*/ 242 h 346"/>
                <a:gd name="T52" fmla="*/ 125 w 298"/>
                <a:gd name="T53" fmla="*/ 236 h 346"/>
                <a:gd name="T54" fmla="*/ 135 w 298"/>
                <a:gd name="T55" fmla="*/ 263 h 346"/>
                <a:gd name="T56" fmla="*/ 132 w 298"/>
                <a:gd name="T57" fmla="*/ 298 h 346"/>
                <a:gd name="T58" fmla="*/ 125 w 298"/>
                <a:gd name="T59" fmla="*/ 321 h 346"/>
                <a:gd name="T60" fmla="*/ 144 w 298"/>
                <a:gd name="T61" fmla="*/ 325 h 346"/>
                <a:gd name="T62" fmla="*/ 162 w 298"/>
                <a:gd name="T63" fmla="*/ 340 h 346"/>
                <a:gd name="T64" fmla="*/ 185 w 298"/>
                <a:gd name="T65" fmla="*/ 328 h 346"/>
                <a:gd name="T66" fmla="*/ 203 w 298"/>
                <a:gd name="T67" fmla="*/ 310 h 346"/>
                <a:gd name="T68" fmla="*/ 232 w 298"/>
                <a:gd name="T69" fmla="*/ 325 h 346"/>
                <a:gd name="T70" fmla="*/ 220 w 298"/>
                <a:gd name="T71" fmla="*/ 295 h 346"/>
                <a:gd name="T72" fmla="*/ 251 w 298"/>
                <a:gd name="T73" fmla="*/ 281 h 346"/>
                <a:gd name="T74" fmla="*/ 287 w 298"/>
                <a:gd name="T75" fmla="*/ 286 h 346"/>
                <a:gd name="T76" fmla="*/ 286 w 298"/>
                <a:gd name="T77" fmla="*/ 283 h 346"/>
                <a:gd name="T78" fmla="*/ 295 w 298"/>
                <a:gd name="T79" fmla="*/ 252 h 346"/>
                <a:gd name="T80" fmla="*/ 284 w 298"/>
                <a:gd name="T81" fmla="*/ 238 h 346"/>
                <a:gd name="T82" fmla="*/ 291 w 298"/>
                <a:gd name="T83" fmla="*/ 227 h 346"/>
                <a:gd name="T84" fmla="*/ 275 w 298"/>
                <a:gd name="T85" fmla="*/ 201 h 346"/>
                <a:gd name="T86" fmla="*/ 266 w 298"/>
                <a:gd name="T87" fmla="*/ 169 h 346"/>
                <a:gd name="T88" fmla="*/ 258 w 298"/>
                <a:gd name="T89" fmla="*/ 145 h 346"/>
                <a:gd name="T90" fmla="*/ 280 w 298"/>
                <a:gd name="T91" fmla="*/ 86 h 346"/>
                <a:gd name="T92" fmla="*/ 258 w 298"/>
                <a:gd name="T93" fmla="*/ 59 h 3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98" h="346">
                  <a:moveTo>
                    <a:pt x="258" y="59"/>
                  </a:moveTo>
                  <a:cubicBezTo>
                    <a:pt x="259" y="59"/>
                    <a:pt x="259" y="59"/>
                    <a:pt x="259" y="59"/>
                  </a:cubicBezTo>
                  <a:cubicBezTo>
                    <a:pt x="258" y="59"/>
                    <a:pt x="258" y="59"/>
                    <a:pt x="258" y="59"/>
                  </a:cubicBezTo>
                  <a:cubicBezTo>
                    <a:pt x="258" y="57"/>
                    <a:pt x="258" y="57"/>
                    <a:pt x="258" y="57"/>
                  </a:cubicBezTo>
                  <a:cubicBezTo>
                    <a:pt x="252" y="47"/>
                    <a:pt x="252" y="47"/>
                    <a:pt x="252" y="47"/>
                  </a:cubicBezTo>
                  <a:cubicBezTo>
                    <a:pt x="251" y="46"/>
                    <a:pt x="251" y="46"/>
                    <a:pt x="251" y="46"/>
                  </a:cubicBezTo>
                  <a:cubicBezTo>
                    <a:pt x="251" y="45"/>
                    <a:pt x="251" y="45"/>
                    <a:pt x="251" y="45"/>
                  </a:cubicBezTo>
                  <a:cubicBezTo>
                    <a:pt x="253" y="28"/>
                    <a:pt x="253" y="28"/>
                    <a:pt x="253" y="28"/>
                  </a:cubicBezTo>
                  <a:cubicBezTo>
                    <a:pt x="253" y="26"/>
                    <a:pt x="251" y="24"/>
                    <a:pt x="247" y="21"/>
                  </a:cubicBezTo>
                  <a:cubicBezTo>
                    <a:pt x="242" y="21"/>
                    <a:pt x="242" y="21"/>
                    <a:pt x="242" y="21"/>
                  </a:cubicBezTo>
                  <a:cubicBezTo>
                    <a:pt x="236" y="30"/>
                    <a:pt x="236" y="30"/>
                    <a:pt x="236" y="30"/>
                  </a:cubicBezTo>
                  <a:cubicBezTo>
                    <a:pt x="235" y="30"/>
                    <a:pt x="235" y="30"/>
                    <a:pt x="235" y="30"/>
                  </a:cubicBezTo>
                  <a:cubicBezTo>
                    <a:pt x="218" y="38"/>
                    <a:pt x="218" y="38"/>
                    <a:pt x="218" y="38"/>
                  </a:cubicBezTo>
                  <a:cubicBezTo>
                    <a:pt x="215" y="26"/>
                    <a:pt x="215" y="26"/>
                    <a:pt x="215" y="26"/>
                  </a:cubicBezTo>
                  <a:cubicBezTo>
                    <a:pt x="215" y="25"/>
                    <a:pt x="215" y="25"/>
                    <a:pt x="215" y="25"/>
                  </a:cubicBezTo>
                  <a:cubicBezTo>
                    <a:pt x="216" y="19"/>
                    <a:pt x="216" y="19"/>
                    <a:pt x="216" y="19"/>
                  </a:cubicBezTo>
                  <a:cubicBezTo>
                    <a:pt x="215" y="12"/>
                    <a:pt x="215" y="12"/>
                    <a:pt x="215" y="12"/>
                  </a:cubicBezTo>
                  <a:cubicBezTo>
                    <a:pt x="213" y="12"/>
                    <a:pt x="213" y="12"/>
                    <a:pt x="213" y="12"/>
                  </a:cubicBezTo>
                  <a:cubicBezTo>
                    <a:pt x="210" y="17"/>
                    <a:pt x="210" y="17"/>
                    <a:pt x="210" y="17"/>
                  </a:cubicBezTo>
                  <a:cubicBezTo>
                    <a:pt x="209" y="17"/>
                    <a:pt x="209" y="17"/>
                    <a:pt x="209" y="17"/>
                  </a:cubicBezTo>
                  <a:cubicBezTo>
                    <a:pt x="209" y="18"/>
                    <a:pt x="209" y="18"/>
                    <a:pt x="209" y="18"/>
                  </a:cubicBezTo>
                  <a:cubicBezTo>
                    <a:pt x="188" y="36"/>
                    <a:pt x="188" y="36"/>
                    <a:pt x="188" y="36"/>
                  </a:cubicBezTo>
                  <a:cubicBezTo>
                    <a:pt x="187" y="38"/>
                    <a:pt x="187" y="38"/>
                    <a:pt x="187" y="38"/>
                  </a:cubicBezTo>
                  <a:cubicBezTo>
                    <a:pt x="187" y="38"/>
                    <a:pt x="187" y="38"/>
                    <a:pt x="187" y="38"/>
                  </a:cubicBezTo>
                  <a:cubicBezTo>
                    <a:pt x="185" y="38"/>
                    <a:pt x="185" y="38"/>
                    <a:pt x="185" y="38"/>
                  </a:cubicBezTo>
                  <a:cubicBezTo>
                    <a:pt x="184" y="38"/>
                    <a:pt x="184" y="38"/>
                    <a:pt x="184" y="38"/>
                  </a:cubicBezTo>
                  <a:cubicBezTo>
                    <a:pt x="178" y="35"/>
                    <a:pt x="178" y="35"/>
                    <a:pt x="178" y="35"/>
                  </a:cubicBezTo>
                  <a:cubicBezTo>
                    <a:pt x="177" y="34"/>
                    <a:pt x="177" y="34"/>
                    <a:pt x="177" y="34"/>
                  </a:cubicBezTo>
                  <a:cubicBezTo>
                    <a:pt x="170" y="28"/>
                    <a:pt x="170" y="28"/>
                    <a:pt x="170" y="28"/>
                  </a:cubicBezTo>
                  <a:cubicBezTo>
                    <a:pt x="159" y="24"/>
                    <a:pt x="159" y="24"/>
                    <a:pt x="159" y="24"/>
                  </a:cubicBezTo>
                  <a:cubicBezTo>
                    <a:pt x="158" y="23"/>
                    <a:pt x="158" y="23"/>
                    <a:pt x="158" y="23"/>
                  </a:cubicBezTo>
                  <a:cubicBezTo>
                    <a:pt x="151" y="19"/>
                    <a:pt x="151" y="19"/>
                    <a:pt x="151" y="19"/>
                  </a:cubicBezTo>
                  <a:cubicBezTo>
                    <a:pt x="129" y="14"/>
                    <a:pt x="129" y="14"/>
                    <a:pt x="129" y="14"/>
                  </a:cubicBezTo>
                  <a:cubicBezTo>
                    <a:pt x="128" y="14"/>
                    <a:pt x="128" y="14"/>
                    <a:pt x="128" y="14"/>
                  </a:cubicBezTo>
                  <a:cubicBezTo>
                    <a:pt x="113" y="6"/>
                    <a:pt x="113" y="6"/>
                    <a:pt x="113" y="6"/>
                  </a:cubicBezTo>
                  <a:cubicBezTo>
                    <a:pt x="113" y="7"/>
                    <a:pt x="113" y="7"/>
                    <a:pt x="113" y="7"/>
                  </a:cubicBezTo>
                  <a:cubicBezTo>
                    <a:pt x="101" y="1"/>
                    <a:pt x="101" y="1"/>
                    <a:pt x="101" y="1"/>
                  </a:cubicBezTo>
                  <a:cubicBezTo>
                    <a:pt x="86" y="0"/>
                    <a:pt x="86" y="0"/>
                    <a:pt x="86" y="0"/>
                  </a:cubicBezTo>
                  <a:cubicBezTo>
                    <a:pt x="80" y="1"/>
                    <a:pt x="80" y="1"/>
                    <a:pt x="80" y="1"/>
                  </a:cubicBezTo>
                  <a:cubicBezTo>
                    <a:pt x="85" y="26"/>
                    <a:pt x="85" y="26"/>
                    <a:pt x="85" y="26"/>
                  </a:cubicBezTo>
                  <a:cubicBezTo>
                    <a:pt x="83" y="26"/>
                    <a:pt x="83" y="26"/>
                    <a:pt x="83" y="26"/>
                  </a:cubicBezTo>
                  <a:cubicBezTo>
                    <a:pt x="68" y="28"/>
                    <a:pt x="68" y="28"/>
                    <a:pt x="68" y="28"/>
                  </a:cubicBezTo>
                  <a:cubicBezTo>
                    <a:pt x="60" y="28"/>
                    <a:pt x="60" y="28"/>
                    <a:pt x="60" y="28"/>
                  </a:cubicBezTo>
                  <a:cubicBezTo>
                    <a:pt x="59" y="28"/>
                    <a:pt x="59" y="28"/>
                    <a:pt x="59" y="28"/>
                  </a:cubicBezTo>
                  <a:cubicBezTo>
                    <a:pt x="51" y="22"/>
                    <a:pt x="51" y="22"/>
                    <a:pt x="51" y="22"/>
                  </a:cubicBezTo>
                  <a:cubicBezTo>
                    <a:pt x="37" y="28"/>
                    <a:pt x="37" y="28"/>
                    <a:pt x="37" y="28"/>
                  </a:cubicBezTo>
                  <a:cubicBezTo>
                    <a:pt x="24" y="45"/>
                    <a:pt x="24" y="45"/>
                    <a:pt x="24" y="45"/>
                  </a:cubicBezTo>
                  <a:cubicBezTo>
                    <a:pt x="13" y="74"/>
                    <a:pt x="13" y="74"/>
                    <a:pt x="13" y="74"/>
                  </a:cubicBezTo>
                  <a:cubicBezTo>
                    <a:pt x="17" y="107"/>
                    <a:pt x="17" y="107"/>
                    <a:pt x="17" y="107"/>
                  </a:cubicBezTo>
                  <a:cubicBezTo>
                    <a:pt x="22" y="125"/>
                    <a:pt x="22" y="125"/>
                    <a:pt x="22" y="125"/>
                  </a:cubicBezTo>
                  <a:cubicBezTo>
                    <a:pt x="22" y="128"/>
                    <a:pt x="22" y="128"/>
                    <a:pt x="22" y="129"/>
                  </a:cubicBezTo>
                  <a:cubicBezTo>
                    <a:pt x="20" y="130"/>
                    <a:pt x="20" y="130"/>
                    <a:pt x="20" y="130"/>
                  </a:cubicBezTo>
                  <a:cubicBezTo>
                    <a:pt x="16" y="132"/>
                    <a:pt x="15" y="136"/>
                    <a:pt x="16" y="143"/>
                  </a:cubicBezTo>
                  <a:cubicBezTo>
                    <a:pt x="22" y="172"/>
                    <a:pt x="22" y="172"/>
                    <a:pt x="22" y="172"/>
                  </a:cubicBezTo>
                  <a:cubicBezTo>
                    <a:pt x="20" y="173"/>
                    <a:pt x="20" y="173"/>
                    <a:pt x="20" y="173"/>
                  </a:cubicBezTo>
                  <a:cubicBezTo>
                    <a:pt x="8" y="180"/>
                    <a:pt x="2" y="185"/>
                    <a:pt x="1" y="188"/>
                  </a:cubicBezTo>
                  <a:cubicBezTo>
                    <a:pt x="0" y="198"/>
                    <a:pt x="0" y="198"/>
                    <a:pt x="0" y="198"/>
                  </a:cubicBezTo>
                  <a:cubicBezTo>
                    <a:pt x="11" y="193"/>
                    <a:pt x="11" y="193"/>
                    <a:pt x="11" y="193"/>
                  </a:cubicBezTo>
                  <a:cubicBezTo>
                    <a:pt x="12" y="192"/>
                    <a:pt x="12" y="192"/>
                    <a:pt x="12" y="192"/>
                  </a:cubicBezTo>
                  <a:cubicBezTo>
                    <a:pt x="13" y="192"/>
                    <a:pt x="13" y="192"/>
                    <a:pt x="13" y="192"/>
                  </a:cubicBezTo>
                  <a:cubicBezTo>
                    <a:pt x="21" y="192"/>
                    <a:pt x="26" y="195"/>
                    <a:pt x="27" y="202"/>
                  </a:cubicBezTo>
                  <a:cubicBezTo>
                    <a:pt x="29" y="217"/>
                    <a:pt x="29" y="217"/>
                    <a:pt x="29" y="217"/>
                  </a:cubicBezTo>
                  <a:cubicBezTo>
                    <a:pt x="28" y="219"/>
                    <a:pt x="28" y="219"/>
                    <a:pt x="28" y="219"/>
                  </a:cubicBezTo>
                  <a:cubicBezTo>
                    <a:pt x="27" y="221"/>
                    <a:pt x="27" y="221"/>
                    <a:pt x="27" y="221"/>
                  </a:cubicBezTo>
                  <a:cubicBezTo>
                    <a:pt x="24" y="223"/>
                    <a:pt x="23" y="225"/>
                    <a:pt x="23" y="227"/>
                  </a:cubicBezTo>
                  <a:cubicBezTo>
                    <a:pt x="21" y="243"/>
                    <a:pt x="21" y="243"/>
                    <a:pt x="21" y="243"/>
                  </a:cubicBezTo>
                  <a:cubicBezTo>
                    <a:pt x="22" y="249"/>
                    <a:pt x="24" y="253"/>
                    <a:pt x="27" y="255"/>
                  </a:cubicBezTo>
                  <a:cubicBezTo>
                    <a:pt x="41" y="272"/>
                    <a:pt x="41" y="272"/>
                    <a:pt x="41" y="272"/>
                  </a:cubicBezTo>
                  <a:cubicBezTo>
                    <a:pt x="54" y="262"/>
                    <a:pt x="54" y="262"/>
                    <a:pt x="54" y="262"/>
                  </a:cubicBezTo>
                  <a:cubicBezTo>
                    <a:pt x="64" y="261"/>
                    <a:pt x="64" y="261"/>
                    <a:pt x="64" y="261"/>
                  </a:cubicBezTo>
                  <a:cubicBezTo>
                    <a:pt x="65" y="261"/>
                    <a:pt x="65" y="261"/>
                    <a:pt x="65" y="261"/>
                  </a:cubicBezTo>
                  <a:cubicBezTo>
                    <a:pt x="66" y="262"/>
                    <a:pt x="66" y="262"/>
                    <a:pt x="66" y="262"/>
                  </a:cubicBezTo>
                  <a:cubicBezTo>
                    <a:pt x="73" y="264"/>
                    <a:pt x="73" y="264"/>
                    <a:pt x="73" y="264"/>
                  </a:cubicBezTo>
                  <a:cubicBezTo>
                    <a:pt x="75" y="264"/>
                    <a:pt x="77" y="263"/>
                    <a:pt x="79" y="261"/>
                  </a:cubicBezTo>
                  <a:cubicBezTo>
                    <a:pt x="85" y="252"/>
                    <a:pt x="85" y="252"/>
                    <a:pt x="85" y="252"/>
                  </a:cubicBezTo>
                  <a:cubicBezTo>
                    <a:pt x="84" y="247"/>
                    <a:pt x="84" y="247"/>
                    <a:pt x="84" y="247"/>
                  </a:cubicBezTo>
                  <a:cubicBezTo>
                    <a:pt x="85" y="245"/>
                    <a:pt x="87" y="243"/>
                    <a:pt x="90" y="242"/>
                  </a:cubicBezTo>
                  <a:cubicBezTo>
                    <a:pt x="107" y="242"/>
                    <a:pt x="107" y="242"/>
                    <a:pt x="107" y="242"/>
                  </a:cubicBezTo>
                  <a:cubicBezTo>
                    <a:pt x="109" y="243"/>
                    <a:pt x="111" y="243"/>
                    <a:pt x="111" y="241"/>
                  </a:cubicBezTo>
                  <a:cubicBezTo>
                    <a:pt x="113" y="236"/>
                    <a:pt x="116" y="234"/>
                    <a:pt x="118" y="233"/>
                  </a:cubicBezTo>
                  <a:cubicBezTo>
                    <a:pt x="120" y="233"/>
                    <a:pt x="123" y="234"/>
                    <a:pt x="125" y="236"/>
                  </a:cubicBezTo>
                  <a:cubicBezTo>
                    <a:pt x="130" y="240"/>
                    <a:pt x="133" y="243"/>
                    <a:pt x="133" y="248"/>
                  </a:cubicBezTo>
                  <a:cubicBezTo>
                    <a:pt x="132" y="261"/>
                    <a:pt x="132" y="261"/>
                    <a:pt x="132" y="261"/>
                  </a:cubicBezTo>
                  <a:cubicBezTo>
                    <a:pt x="135" y="263"/>
                    <a:pt x="135" y="263"/>
                    <a:pt x="135" y="263"/>
                  </a:cubicBezTo>
                  <a:cubicBezTo>
                    <a:pt x="139" y="266"/>
                    <a:pt x="142" y="270"/>
                    <a:pt x="142" y="272"/>
                  </a:cubicBezTo>
                  <a:cubicBezTo>
                    <a:pt x="139" y="285"/>
                    <a:pt x="139" y="285"/>
                    <a:pt x="139" y="285"/>
                  </a:cubicBezTo>
                  <a:cubicBezTo>
                    <a:pt x="137" y="292"/>
                    <a:pt x="135" y="296"/>
                    <a:pt x="132" y="298"/>
                  </a:cubicBezTo>
                  <a:cubicBezTo>
                    <a:pt x="132" y="297"/>
                    <a:pt x="132" y="297"/>
                    <a:pt x="132" y="297"/>
                  </a:cubicBezTo>
                  <a:cubicBezTo>
                    <a:pt x="122" y="319"/>
                    <a:pt x="122" y="319"/>
                    <a:pt x="122" y="319"/>
                  </a:cubicBezTo>
                  <a:cubicBezTo>
                    <a:pt x="125" y="321"/>
                    <a:pt x="125" y="321"/>
                    <a:pt x="125" y="321"/>
                  </a:cubicBezTo>
                  <a:cubicBezTo>
                    <a:pt x="142" y="321"/>
                    <a:pt x="142" y="321"/>
                    <a:pt x="142" y="321"/>
                  </a:cubicBezTo>
                  <a:cubicBezTo>
                    <a:pt x="145" y="323"/>
                    <a:pt x="145" y="323"/>
                    <a:pt x="145" y="323"/>
                  </a:cubicBezTo>
                  <a:cubicBezTo>
                    <a:pt x="144" y="325"/>
                    <a:pt x="144" y="325"/>
                    <a:pt x="144" y="325"/>
                  </a:cubicBezTo>
                  <a:cubicBezTo>
                    <a:pt x="142" y="332"/>
                    <a:pt x="141" y="337"/>
                    <a:pt x="142" y="341"/>
                  </a:cubicBezTo>
                  <a:cubicBezTo>
                    <a:pt x="147" y="344"/>
                    <a:pt x="151" y="346"/>
                    <a:pt x="153" y="344"/>
                  </a:cubicBezTo>
                  <a:cubicBezTo>
                    <a:pt x="162" y="340"/>
                    <a:pt x="162" y="340"/>
                    <a:pt x="162" y="340"/>
                  </a:cubicBezTo>
                  <a:cubicBezTo>
                    <a:pt x="167" y="338"/>
                    <a:pt x="167" y="338"/>
                    <a:pt x="167" y="338"/>
                  </a:cubicBezTo>
                  <a:cubicBezTo>
                    <a:pt x="176" y="338"/>
                    <a:pt x="176" y="338"/>
                    <a:pt x="176" y="338"/>
                  </a:cubicBezTo>
                  <a:cubicBezTo>
                    <a:pt x="185" y="328"/>
                    <a:pt x="185" y="328"/>
                    <a:pt x="185" y="328"/>
                  </a:cubicBezTo>
                  <a:cubicBezTo>
                    <a:pt x="185" y="316"/>
                    <a:pt x="185" y="316"/>
                    <a:pt x="185" y="316"/>
                  </a:cubicBezTo>
                  <a:cubicBezTo>
                    <a:pt x="184" y="312"/>
                    <a:pt x="185" y="310"/>
                    <a:pt x="187" y="307"/>
                  </a:cubicBezTo>
                  <a:cubicBezTo>
                    <a:pt x="189" y="305"/>
                    <a:pt x="195" y="305"/>
                    <a:pt x="203" y="310"/>
                  </a:cubicBezTo>
                  <a:cubicBezTo>
                    <a:pt x="220" y="321"/>
                    <a:pt x="220" y="321"/>
                    <a:pt x="220" y="321"/>
                  </a:cubicBezTo>
                  <a:cubicBezTo>
                    <a:pt x="225" y="325"/>
                    <a:pt x="229" y="326"/>
                    <a:pt x="232" y="326"/>
                  </a:cubicBezTo>
                  <a:cubicBezTo>
                    <a:pt x="232" y="325"/>
                    <a:pt x="232" y="325"/>
                    <a:pt x="232" y="325"/>
                  </a:cubicBezTo>
                  <a:cubicBezTo>
                    <a:pt x="233" y="323"/>
                    <a:pt x="232" y="317"/>
                    <a:pt x="229" y="310"/>
                  </a:cubicBezTo>
                  <a:cubicBezTo>
                    <a:pt x="220" y="296"/>
                    <a:pt x="220" y="296"/>
                    <a:pt x="220" y="296"/>
                  </a:cubicBezTo>
                  <a:cubicBezTo>
                    <a:pt x="220" y="295"/>
                    <a:pt x="220" y="295"/>
                    <a:pt x="220" y="295"/>
                  </a:cubicBezTo>
                  <a:cubicBezTo>
                    <a:pt x="220" y="295"/>
                    <a:pt x="220" y="295"/>
                    <a:pt x="220" y="295"/>
                  </a:cubicBezTo>
                  <a:cubicBezTo>
                    <a:pt x="221" y="294"/>
                    <a:pt x="221" y="294"/>
                    <a:pt x="221" y="294"/>
                  </a:cubicBezTo>
                  <a:cubicBezTo>
                    <a:pt x="230" y="281"/>
                    <a:pt x="240" y="277"/>
                    <a:pt x="251" y="281"/>
                  </a:cubicBezTo>
                  <a:cubicBezTo>
                    <a:pt x="276" y="293"/>
                    <a:pt x="276" y="293"/>
                    <a:pt x="276" y="293"/>
                  </a:cubicBezTo>
                  <a:cubicBezTo>
                    <a:pt x="287" y="286"/>
                    <a:pt x="287" y="286"/>
                    <a:pt x="287" y="286"/>
                  </a:cubicBezTo>
                  <a:cubicBezTo>
                    <a:pt x="287" y="286"/>
                    <a:pt x="287" y="286"/>
                    <a:pt x="287" y="286"/>
                  </a:cubicBezTo>
                  <a:cubicBezTo>
                    <a:pt x="287" y="285"/>
                    <a:pt x="287" y="285"/>
                    <a:pt x="287" y="285"/>
                  </a:cubicBezTo>
                  <a:cubicBezTo>
                    <a:pt x="287" y="285"/>
                    <a:pt x="287" y="285"/>
                    <a:pt x="287" y="285"/>
                  </a:cubicBezTo>
                  <a:cubicBezTo>
                    <a:pt x="286" y="283"/>
                    <a:pt x="286" y="283"/>
                    <a:pt x="286" y="283"/>
                  </a:cubicBezTo>
                  <a:cubicBezTo>
                    <a:pt x="287" y="283"/>
                    <a:pt x="287" y="283"/>
                    <a:pt x="287" y="283"/>
                  </a:cubicBezTo>
                  <a:cubicBezTo>
                    <a:pt x="287" y="281"/>
                    <a:pt x="287" y="281"/>
                    <a:pt x="287" y="281"/>
                  </a:cubicBezTo>
                  <a:cubicBezTo>
                    <a:pt x="295" y="267"/>
                    <a:pt x="298" y="257"/>
                    <a:pt x="295" y="252"/>
                  </a:cubicBezTo>
                  <a:cubicBezTo>
                    <a:pt x="293" y="247"/>
                    <a:pt x="290" y="245"/>
                    <a:pt x="287" y="245"/>
                  </a:cubicBezTo>
                  <a:cubicBezTo>
                    <a:pt x="285" y="245"/>
                    <a:pt x="285" y="245"/>
                    <a:pt x="285" y="245"/>
                  </a:cubicBezTo>
                  <a:cubicBezTo>
                    <a:pt x="284" y="238"/>
                    <a:pt x="284" y="238"/>
                    <a:pt x="284" y="238"/>
                  </a:cubicBezTo>
                  <a:cubicBezTo>
                    <a:pt x="285" y="238"/>
                    <a:pt x="285" y="238"/>
                    <a:pt x="285" y="238"/>
                  </a:cubicBezTo>
                  <a:cubicBezTo>
                    <a:pt x="290" y="236"/>
                    <a:pt x="293" y="234"/>
                    <a:pt x="293" y="231"/>
                  </a:cubicBezTo>
                  <a:cubicBezTo>
                    <a:pt x="291" y="227"/>
                    <a:pt x="291" y="227"/>
                    <a:pt x="291" y="227"/>
                  </a:cubicBezTo>
                  <a:cubicBezTo>
                    <a:pt x="280" y="217"/>
                    <a:pt x="280" y="217"/>
                    <a:pt x="280" y="217"/>
                  </a:cubicBezTo>
                  <a:cubicBezTo>
                    <a:pt x="280" y="216"/>
                    <a:pt x="280" y="216"/>
                    <a:pt x="280" y="216"/>
                  </a:cubicBezTo>
                  <a:cubicBezTo>
                    <a:pt x="275" y="201"/>
                    <a:pt x="275" y="201"/>
                    <a:pt x="275" y="201"/>
                  </a:cubicBezTo>
                  <a:cubicBezTo>
                    <a:pt x="273" y="190"/>
                    <a:pt x="271" y="179"/>
                    <a:pt x="273" y="170"/>
                  </a:cubicBezTo>
                  <a:cubicBezTo>
                    <a:pt x="273" y="163"/>
                    <a:pt x="273" y="163"/>
                    <a:pt x="273" y="163"/>
                  </a:cubicBezTo>
                  <a:cubicBezTo>
                    <a:pt x="266" y="169"/>
                    <a:pt x="266" y="169"/>
                    <a:pt x="266" y="169"/>
                  </a:cubicBezTo>
                  <a:cubicBezTo>
                    <a:pt x="260" y="176"/>
                    <a:pt x="260" y="176"/>
                    <a:pt x="260" y="176"/>
                  </a:cubicBezTo>
                  <a:cubicBezTo>
                    <a:pt x="258" y="147"/>
                    <a:pt x="258" y="147"/>
                    <a:pt x="258" y="147"/>
                  </a:cubicBezTo>
                  <a:cubicBezTo>
                    <a:pt x="258" y="145"/>
                    <a:pt x="258" y="145"/>
                    <a:pt x="258" y="145"/>
                  </a:cubicBezTo>
                  <a:cubicBezTo>
                    <a:pt x="258" y="145"/>
                    <a:pt x="258" y="145"/>
                    <a:pt x="258" y="145"/>
                  </a:cubicBezTo>
                  <a:cubicBezTo>
                    <a:pt x="273" y="123"/>
                    <a:pt x="284" y="110"/>
                    <a:pt x="287" y="107"/>
                  </a:cubicBezTo>
                  <a:cubicBezTo>
                    <a:pt x="280" y="86"/>
                    <a:pt x="280" y="86"/>
                    <a:pt x="280" y="86"/>
                  </a:cubicBezTo>
                  <a:cubicBezTo>
                    <a:pt x="278" y="76"/>
                    <a:pt x="277" y="70"/>
                    <a:pt x="277" y="67"/>
                  </a:cubicBezTo>
                  <a:cubicBezTo>
                    <a:pt x="264" y="61"/>
                    <a:pt x="264" y="61"/>
                    <a:pt x="264" y="61"/>
                  </a:cubicBezTo>
                  <a:lnTo>
                    <a:pt x="258" y="59"/>
                  </a:lnTo>
                  <a:close/>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53" name="Freeform 18"/>
            <p:cNvSpPr/>
            <p:nvPr/>
          </p:nvSpPr>
          <p:spPr bwMode="auto">
            <a:xfrm>
              <a:off x="3263043" y="3302949"/>
              <a:ext cx="627639" cy="390121"/>
            </a:xfrm>
            <a:custGeom>
              <a:avLst/>
              <a:gdLst>
                <a:gd name="T0" fmla="*/ 56 w 422"/>
                <a:gd name="T1" fmla="*/ 7 h 262"/>
                <a:gd name="T2" fmla="*/ 75 w 422"/>
                <a:gd name="T3" fmla="*/ 20 h 262"/>
                <a:gd name="T4" fmla="*/ 77 w 422"/>
                <a:gd name="T5" fmla="*/ 42 h 262"/>
                <a:gd name="T6" fmla="*/ 64 w 422"/>
                <a:gd name="T7" fmla="*/ 45 h 262"/>
                <a:gd name="T8" fmla="*/ 55 w 422"/>
                <a:gd name="T9" fmla="*/ 56 h 262"/>
                <a:gd name="T10" fmla="*/ 62 w 422"/>
                <a:gd name="T11" fmla="*/ 73 h 262"/>
                <a:gd name="T12" fmla="*/ 67 w 422"/>
                <a:gd name="T13" fmla="*/ 95 h 262"/>
                <a:gd name="T14" fmla="*/ 78 w 422"/>
                <a:gd name="T15" fmla="*/ 98 h 262"/>
                <a:gd name="T16" fmla="*/ 88 w 422"/>
                <a:gd name="T17" fmla="*/ 112 h 262"/>
                <a:gd name="T18" fmla="*/ 93 w 422"/>
                <a:gd name="T19" fmla="*/ 133 h 262"/>
                <a:gd name="T20" fmla="*/ 46 w 422"/>
                <a:gd name="T21" fmla="*/ 172 h 262"/>
                <a:gd name="T22" fmla="*/ 0 w 422"/>
                <a:gd name="T23" fmla="*/ 185 h 262"/>
                <a:gd name="T24" fmla="*/ 8 w 422"/>
                <a:gd name="T25" fmla="*/ 200 h 262"/>
                <a:gd name="T26" fmla="*/ 34 w 422"/>
                <a:gd name="T27" fmla="*/ 246 h 262"/>
                <a:gd name="T28" fmla="*/ 44 w 422"/>
                <a:gd name="T29" fmla="*/ 260 h 262"/>
                <a:gd name="T30" fmla="*/ 53 w 422"/>
                <a:gd name="T31" fmla="*/ 238 h 262"/>
                <a:gd name="T32" fmla="*/ 84 w 422"/>
                <a:gd name="T33" fmla="*/ 211 h 262"/>
                <a:gd name="T34" fmla="*/ 111 w 422"/>
                <a:gd name="T35" fmla="*/ 216 h 262"/>
                <a:gd name="T36" fmla="*/ 122 w 422"/>
                <a:gd name="T37" fmla="*/ 190 h 262"/>
                <a:gd name="T38" fmla="*/ 137 w 422"/>
                <a:gd name="T39" fmla="*/ 191 h 262"/>
                <a:gd name="T40" fmla="*/ 189 w 422"/>
                <a:gd name="T41" fmla="*/ 209 h 262"/>
                <a:gd name="T42" fmla="*/ 208 w 422"/>
                <a:gd name="T43" fmla="*/ 218 h 262"/>
                <a:gd name="T44" fmla="*/ 219 w 422"/>
                <a:gd name="T45" fmla="*/ 227 h 262"/>
                <a:gd name="T46" fmla="*/ 239 w 422"/>
                <a:gd name="T47" fmla="*/ 210 h 262"/>
                <a:gd name="T48" fmla="*/ 256 w 422"/>
                <a:gd name="T49" fmla="*/ 205 h 262"/>
                <a:gd name="T50" fmla="*/ 259 w 422"/>
                <a:gd name="T51" fmla="*/ 217 h 262"/>
                <a:gd name="T52" fmla="*/ 265 w 422"/>
                <a:gd name="T53" fmla="*/ 220 h 262"/>
                <a:gd name="T54" fmla="*/ 284 w 422"/>
                <a:gd name="T55" fmla="*/ 211 h 262"/>
                <a:gd name="T56" fmla="*/ 295 w 422"/>
                <a:gd name="T57" fmla="*/ 227 h 262"/>
                <a:gd name="T58" fmla="*/ 299 w 422"/>
                <a:gd name="T59" fmla="*/ 250 h 262"/>
                <a:gd name="T60" fmla="*/ 357 w 422"/>
                <a:gd name="T61" fmla="*/ 214 h 262"/>
                <a:gd name="T62" fmla="*/ 390 w 422"/>
                <a:gd name="T63" fmla="*/ 206 h 262"/>
                <a:gd name="T64" fmla="*/ 420 w 422"/>
                <a:gd name="T65" fmla="*/ 196 h 262"/>
                <a:gd name="T66" fmla="*/ 422 w 422"/>
                <a:gd name="T67" fmla="*/ 186 h 262"/>
                <a:gd name="T68" fmla="*/ 395 w 422"/>
                <a:gd name="T69" fmla="*/ 129 h 262"/>
                <a:gd name="T70" fmla="*/ 384 w 422"/>
                <a:gd name="T71" fmla="*/ 107 h 262"/>
                <a:gd name="T72" fmla="*/ 370 w 422"/>
                <a:gd name="T73" fmla="*/ 93 h 262"/>
                <a:gd name="T74" fmla="*/ 370 w 422"/>
                <a:gd name="T75" fmla="*/ 92 h 262"/>
                <a:gd name="T76" fmla="*/ 322 w 422"/>
                <a:gd name="T77" fmla="*/ 81 h 262"/>
                <a:gd name="T78" fmla="*/ 280 w 422"/>
                <a:gd name="T79" fmla="*/ 80 h 262"/>
                <a:gd name="T80" fmla="*/ 186 w 422"/>
                <a:gd name="T81" fmla="*/ 42 h 262"/>
                <a:gd name="T82" fmla="*/ 124 w 422"/>
                <a:gd name="T83" fmla="*/ 0 h 262"/>
                <a:gd name="T84" fmla="*/ 64 w 422"/>
                <a:gd name="T85" fmla="*/ 4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22" h="262">
                  <a:moveTo>
                    <a:pt x="53" y="0"/>
                  </a:moveTo>
                  <a:cubicBezTo>
                    <a:pt x="53" y="3"/>
                    <a:pt x="53" y="3"/>
                    <a:pt x="53" y="3"/>
                  </a:cubicBezTo>
                  <a:cubicBezTo>
                    <a:pt x="56" y="7"/>
                    <a:pt x="56" y="7"/>
                    <a:pt x="56" y="7"/>
                  </a:cubicBezTo>
                  <a:cubicBezTo>
                    <a:pt x="74" y="20"/>
                    <a:pt x="74" y="20"/>
                    <a:pt x="74" y="20"/>
                  </a:cubicBezTo>
                  <a:cubicBezTo>
                    <a:pt x="74" y="20"/>
                    <a:pt x="74" y="20"/>
                    <a:pt x="74" y="20"/>
                  </a:cubicBezTo>
                  <a:cubicBezTo>
                    <a:pt x="75" y="20"/>
                    <a:pt x="75" y="20"/>
                    <a:pt x="75" y="20"/>
                  </a:cubicBezTo>
                  <a:cubicBezTo>
                    <a:pt x="86" y="33"/>
                    <a:pt x="86" y="33"/>
                    <a:pt x="86" y="33"/>
                  </a:cubicBezTo>
                  <a:cubicBezTo>
                    <a:pt x="84" y="34"/>
                    <a:pt x="84" y="34"/>
                    <a:pt x="84" y="34"/>
                  </a:cubicBezTo>
                  <a:cubicBezTo>
                    <a:pt x="77" y="42"/>
                    <a:pt x="77" y="42"/>
                    <a:pt x="77" y="42"/>
                  </a:cubicBezTo>
                  <a:cubicBezTo>
                    <a:pt x="77" y="43"/>
                    <a:pt x="77" y="43"/>
                    <a:pt x="77" y="43"/>
                  </a:cubicBezTo>
                  <a:cubicBezTo>
                    <a:pt x="76" y="45"/>
                    <a:pt x="76" y="45"/>
                    <a:pt x="76" y="45"/>
                  </a:cubicBezTo>
                  <a:cubicBezTo>
                    <a:pt x="64" y="45"/>
                    <a:pt x="64" y="45"/>
                    <a:pt x="64" y="45"/>
                  </a:cubicBezTo>
                  <a:cubicBezTo>
                    <a:pt x="57" y="45"/>
                    <a:pt x="57" y="45"/>
                    <a:pt x="57" y="45"/>
                  </a:cubicBezTo>
                  <a:cubicBezTo>
                    <a:pt x="53" y="50"/>
                    <a:pt x="53" y="50"/>
                    <a:pt x="53" y="50"/>
                  </a:cubicBezTo>
                  <a:cubicBezTo>
                    <a:pt x="55" y="56"/>
                    <a:pt x="55" y="56"/>
                    <a:pt x="55" y="56"/>
                  </a:cubicBezTo>
                  <a:cubicBezTo>
                    <a:pt x="55" y="57"/>
                    <a:pt x="55" y="57"/>
                    <a:pt x="55" y="57"/>
                  </a:cubicBezTo>
                  <a:cubicBezTo>
                    <a:pt x="55" y="64"/>
                    <a:pt x="55" y="64"/>
                    <a:pt x="55" y="64"/>
                  </a:cubicBezTo>
                  <a:cubicBezTo>
                    <a:pt x="62" y="73"/>
                    <a:pt x="62" y="73"/>
                    <a:pt x="62" y="73"/>
                  </a:cubicBezTo>
                  <a:cubicBezTo>
                    <a:pt x="62" y="74"/>
                    <a:pt x="62" y="74"/>
                    <a:pt x="62" y="74"/>
                  </a:cubicBezTo>
                  <a:cubicBezTo>
                    <a:pt x="62" y="93"/>
                    <a:pt x="62" y="93"/>
                    <a:pt x="62" y="93"/>
                  </a:cubicBezTo>
                  <a:cubicBezTo>
                    <a:pt x="67" y="95"/>
                    <a:pt x="67" y="95"/>
                    <a:pt x="67" y="95"/>
                  </a:cubicBezTo>
                  <a:cubicBezTo>
                    <a:pt x="77" y="98"/>
                    <a:pt x="77" y="98"/>
                    <a:pt x="77" y="98"/>
                  </a:cubicBezTo>
                  <a:cubicBezTo>
                    <a:pt x="77" y="98"/>
                    <a:pt x="77" y="98"/>
                    <a:pt x="77" y="98"/>
                  </a:cubicBezTo>
                  <a:cubicBezTo>
                    <a:pt x="78" y="98"/>
                    <a:pt x="78" y="98"/>
                    <a:pt x="78" y="98"/>
                  </a:cubicBezTo>
                  <a:cubicBezTo>
                    <a:pt x="79" y="99"/>
                    <a:pt x="79" y="99"/>
                    <a:pt x="79" y="99"/>
                  </a:cubicBezTo>
                  <a:cubicBezTo>
                    <a:pt x="88" y="111"/>
                    <a:pt x="88" y="111"/>
                    <a:pt x="88" y="111"/>
                  </a:cubicBezTo>
                  <a:cubicBezTo>
                    <a:pt x="88" y="112"/>
                    <a:pt x="88" y="112"/>
                    <a:pt x="88" y="112"/>
                  </a:cubicBezTo>
                  <a:cubicBezTo>
                    <a:pt x="93" y="125"/>
                    <a:pt x="93" y="125"/>
                    <a:pt x="93" y="125"/>
                  </a:cubicBezTo>
                  <a:cubicBezTo>
                    <a:pt x="93" y="125"/>
                    <a:pt x="93" y="125"/>
                    <a:pt x="93" y="125"/>
                  </a:cubicBezTo>
                  <a:cubicBezTo>
                    <a:pt x="93" y="133"/>
                    <a:pt x="93" y="133"/>
                    <a:pt x="93" y="133"/>
                  </a:cubicBezTo>
                  <a:cubicBezTo>
                    <a:pt x="92" y="138"/>
                    <a:pt x="91" y="142"/>
                    <a:pt x="89" y="145"/>
                  </a:cubicBezTo>
                  <a:cubicBezTo>
                    <a:pt x="86" y="150"/>
                    <a:pt x="79" y="154"/>
                    <a:pt x="70" y="158"/>
                  </a:cubicBezTo>
                  <a:cubicBezTo>
                    <a:pt x="46" y="172"/>
                    <a:pt x="46" y="172"/>
                    <a:pt x="46" y="172"/>
                  </a:cubicBezTo>
                  <a:cubicBezTo>
                    <a:pt x="46" y="172"/>
                    <a:pt x="46" y="172"/>
                    <a:pt x="46" y="172"/>
                  </a:cubicBezTo>
                  <a:cubicBezTo>
                    <a:pt x="3" y="175"/>
                    <a:pt x="3" y="175"/>
                    <a:pt x="3" y="175"/>
                  </a:cubicBezTo>
                  <a:cubicBezTo>
                    <a:pt x="0" y="185"/>
                    <a:pt x="0" y="185"/>
                    <a:pt x="0" y="185"/>
                  </a:cubicBezTo>
                  <a:cubicBezTo>
                    <a:pt x="8" y="199"/>
                    <a:pt x="8" y="199"/>
                    <a:pt x="8" y="199"/>
                  </a:cubicBezTo>
                  <a:cubicBezTo>
                    <a:pt x="8" y="200"/>
                    <a:pt x="8" y="200"/>
                    <a:pt x="8" y="200"/>
                  </a:cubicBezTo>
                  <a:cubicBezTo>
                    <a:pt x="8" y="200"/>
                    <a:pt x="8" y="200"/>
                    <a:pt x="8" y="200"/>
                  </a:cubicBezTo>
                  <a:cubicBezTo>
                    <a:pt x="10" y="218"/>
                    <a:pt x="10" y="218"/>
                    <a:pt x="10" y="218"/>
                  </a:cubicBezTo>
                  <a:cubicBezTo>
                    <a:pt x="33" y="246"/>
                    <a:pt x="33" y="246"/>
                    <a:pt x="33" y="246"/>
                  </a:cubicBezTo>
                  <a:cubicBezTo>
                    <a:pt x="34" y="246"/>
                    <a:pt x="34" y="246"/>
                    <a:pt x="34" y="246"/>
                  </a:cubicBezTo>
                  <a:cubicBezTo>
                    <a:pt x="34" y="247"/>
                    <a:pt x="34" y="247"/>
                    <a:pt x="34" y="247"/>
                  </a:cubicBezTo>
                  <a:cubicBezTo>
                    <a:pt x="44" y="262"/>
                    <a:pt x="44" y="262"/>
                    <a:pt x="44" y="262"/>
                  </a:cubicBezTo>
                  <a:cubicBezTo>
                    <a:pt x="44" y="260"/>
                    <a:pt x="44" y="260"/>
                    <a:pt x="44" y="260"/>
                  </a:cubicBezTo>
                  <a:cubicBezTo>
                    <a:pt x="44" y="260"/>
                    <a:pt x="44" y="260"/>
                    <a:pt x="44" y="260"/>
                  </a:cubicBezTo>
                  <a:cubicBezTo>
                    <a:pt x="52" y="238"/>
                    <a:pt x="52" y="238"/>
                    <a:pt x="52" y="238"/>
                  </a:cubicBezTo>
                  <a:cubicBezTo>
                    <a:pt x="53" y="238"/>
                    <a:pt x="53" y="238"/>
                    <a:pt x="53" y="238"/>
                  </a:cubicBezTo>
                  <a:cubicBezTo>
                    <a:pt x="66" y="220"/>
                    <a:pt x="66" y="220"/>
                    <a:pt x="66" y="220"/>
                  </a:cubicBezTo>
                  <a:cubicBezTo>
                    <a:pt x="67" y="219"/>
                    <a:pt x="67" y="219"/>
                    <a:pt x="67" y="219"/>
                  </a:cubicBezTo>
                  <a:cubicBezTo>
                    <a:pt x="84" y="211"/>
                    <a:pt x="84" y="211"/>
                    <a:pt x="84" y="211"/>
                  </a:cubicBezTo>
                  <a:cubicBezTo>
                    <a:pt x="86" y="211"/>
                    <a:pt x="86" y="211"/>
                    <a:pt x="86" y="211"/>
                  </a:cubicBezTo>
                  <a:cubicBezTo>
                    <a:pt x="97" y="218"/>
                    <a:pt x="97" y="218"/>
                    <a:pt x="97" y="218"/>
                  </a:cubicBezTo>
                  <a:cubicBezTo>
                    <a:pt x="111" y="216"/>
                    <a:pt x="111" y="216"/>
                    <a:pt x="111" y="216"/>
                  </a:cubicBezTo>
                  <a:cubicBezTo>
                    <a:pt x="106" y="192"/>
                    <a:pt x="106" y="192"/>
                    <a:pt x="106" y="192"/>
                  </a:cubicBezTo>
                  <a:cubicBezTo>
                    <a:pt x="109" y="191"/>
                    <a:pt x="109" y="191"/>
                    <a:pt x="109" y="191"/>
                  </a:cubicBezTo>
                  <a:cubicBezTo>
                    <a:pt x="122" y="190"/>
                    <a:pt x="122" y="190"/>
                    <a:pt x="122" y="190"/>
                  </a:cubicBezTo>
                  <a:cubicBezTo>
                    <a:pt x="136" y="191"/>
                    <a:pt x="136" y="191"/>
                    <a:pt x="136" y="191"/>
                  </a:cubicBezTo>
                  <a:cubicBezTo>
                    <a:pt x="137" y="191"/>
                    <a:pt x="137" y="191"/>
                    <a:pt x="137" y="191"/>
                  </a:cubicBezTo>
                  <a:cubicBezTo>
                    <a:pt x="137" y="191"/>
                    <a:pt x="137" y="191"/>
                    <a:pt x="137" y="191"/>
                  </a:cubicBezTo>
                  <a:cubicBezTo>
                    <a:pt x="165" y="204"/>
                    <a:pt x="165" y="204"/>
                    <a:pt x="165" y="204"/>
                  </a:cubicBezTo>
                  <a:cubicBezTo>
                    <a:pt x="188" y="209"/>
                    <a:pt x="188" y="209"/>
                    <a:pt x="188" y="209"/>
                  </a:cubicBezTo>
                  <a:cubicBezTo>
                    <a:pt x="189" y="209"/>
                    <a:pt x="189" y="209"/>
                    <a:pt x="189" y="209"/>
                  </a:cubicBezTo>
                  <a:cubicBezTo>
                    <a:pt x="190" y="209"/>
                    <a:pt x="190" y="209"/>
                    <a:pt x="190" y="209"/>
                  </a:cubicBezTo>
                  <a:cubicBezTo>
                    <a:pt x="197" y="214"/>
                    <a:pt x="197" y="214"/>
                    <a:pt x="197" y="214"/>
                  </a:cubicBezTo>
                  <a:cubicBezTo>
                    <a:pt x="208" y="218"/>
                    <a:pt x="208" y="218"/>
                    <a:pt x="208" y="218"/>
                  </a:cubicBezTo>
                  <a:cubicBezTo>
                    <a:pt x="208" y="219"/>
                    <a:pt x="208" y="219"/>
                    <a:pt x="208" y="219"/>
                  </a:cubicBezTo>
                  <a:cubicBezTo>
                    <a:pt x="215" y="225"/>
                    <a:pt x="215" y="225"/>
                    <a:pt x="215" y="225"/>
                  </a:cubicBezTo>
                  <a:cubicBezTo>
                    <a:pt x="219" y="227"/>
                    <a:pt x="219" y="227"/>
                    <a:pt x="219" y="227"/>
                  </a:cubicBezTo>
                  <a:cubicBezTo>
                    <a:pt x="227" y="220"/>
                    <a:pt x="227" y="220"/>
                    <a:pt x="227" y="220"/>
                  </a:cubicBezTo>
                  <a:cubicBezTo>
                    <a:pt x="227" y="219"/>
                    <a:pt x="227" y="219"/>
                    <a:pt x="227" y="219"/>
                  </a:cubicBezTo>
                  <a:cubicBezTo>
                    <a:pt x="239" y="210"/>
                    <a:pt x="239" y="210"/>
                    <a:pt x="239" y="210"/>
                  </a:cubicBezTo>
                  <a:cubicBezTo>
                    <a:pt x="245" y="198"/>
                    <a:pt x="245" y="198"/>
                    <a:pt x="245" y="198"/>
                  </a:cubicBezTo>
                  <a:cubicBezTo>
                    <a:pt x="256" y="205"/>
                    <a:pt x="256" y="205"/>
                    <a:pt x="256" y="205"/>
                  </a:cubicBezTo>
                  <a:cubicBezTo>
                    <a:pt x="256" y="205"/>
                    <a:pt x="256" y="205"/>
                    <a:pt x="256" y="205"/>
                  </a:cubicBezTo>
                  <a:cubicBezTo>
                    <a:pt x="256" y="206"/>
                    <a:pt x="256" y="206"/>
                    <a:pt x="256" y="206"/>
                  </a:cubicBezTo>
                  <a:cubicBezTo>
                    <a:pt x="259" y="215"/>
                    <a:pt x="259" y="215"/>
                    <a:pt x="259" y="215"/>
                  </a:cubicBezTo>
                  <a:cubicBezTo>
                    <a:pt x="259" y="217"/>
                    <a:pt x="259" y="217"/>
                    <a:pt x="259" y="217"/>
                  </a:cubicBezTo>
                  <a:cubicBezTo>
                    <a:pt x="257" y="222"/>
                    <a:pt x="257" y="222"/>
                    <a:pt x="257" y="222"/>
                  </a:cubicBezTo>
                  <a:cubicBezTo>
                    <a:pt x="258" y="224"/>
                    <a:pt x="258" y="224"/>
                    <a:pt x="258" y="224"/>
                  </a:cubicBezTo>
                  <a:cubicBezTo>
                    <a:pt x="265" y="220"/>
                    <a:pt x="265" y="220"/>
                    <a:pt x="265" y="220"/>
                  </a:cubicBezTo>
                  <a:cubicBezTo>
                    <a:pt x="275" y="211"/>
                    <a:pt x="275" y="211"/>
                    <a:pt x="275" y="211"/>
                  </a:cubicBezTo>
                  <a:cubicBezTo>
                    <a:pt x="284" y="211"/>
                    <a:pt x="284" y="211"/>
                    <a:pt x="284" y="211"/>
                  </a:cubicBezTo>
                  <a:cubicBezTo>
                    <a:pt x="284" y="211"/>
                    <a:pt x="284" y="211"/>
                    <a:pt x="284" y="211"/>
                  </a:cubicBezTo>
                  <a:cubicBezTo>
                    <a:pt x="284" y="211"/>
                    <a:pt x="284" y="211"/>
                    <a:pt x="284" y="211"/>
                  </a:cubicBezTo>
                  <a:cubicBezTo>
                    <a:pt x="291" y="216"/>
                    <a:pt x="291" y="216"/>
                    <a:pt x="291" y="216"/>
                  </a:cubicBezTo>
                  <a:cubicBezTo>
                    <a:pt x="295" y="220"/>
                    <a:pt x="296" y="223"/>
                    <a:pt x="295" y="227"/>
                  </a:cubicBezTo>
                  <a:cubicBezTo>
                    <a:pt x="294" y="242"/>
                    <a:pt x="294" y="242"/>
                    <a:pt x="294" y="242"/>
                  </a:cubicBezTo>
                  <a:cubicBezTo>
                    <a:pt x="298" y="249"/>
                    <a:pt x="298" y="249"/>
                    <a:pt x="298" y="249"/>
                  </a:cubicBezTo>
                  <a:cubicBezTo>
                    <a:pt x="299" y="250"/>
                    <a:pt x="299" y="250"/>
                    <a:pt x="299" y="250"/>
                  </a:cubicBezTo>
                  <a:cubicBezTo>
                    <a:pt x="316" y="232"/>
                    <a:pt x="327" y="223"/>
                    <a:pt x="334" y="223"/>
                  </a:cubicBezTo>
                  <a:cubicBezTo>
                    <a:pt x="353" y="223"/>
                    <a:pt x="353" y="223"/>
                    <a:pt x="353" y="223"/>
                  </a:cubicBezTo>
                  <a:cubicBezTo>
                    <a:pt x="357" y="214"/>
                    <a:pt x="357" y="214"/>
                    <a:pt x="357" y="214"/>
                  </a:cubicBezTo>
                  <a:cubicBezTo>
                    <a:pt x="371" y="207"/>
                    <a:pt x="371" y="207"/>
                    <a:pt x="371" y="207"/>
                  </a:cubicBezTo>
                  <a:cubicBezTo>
                    <a:pt x="372" y="207"/>
                    <a:pt x="372" y="207"/>
                    <a:pt x="372" y="207"/>
                  </a:cubicBezTo>
                  <a:cubicBezTo>
                    <a:pt x="390" y="206"/>
                    <a:pt x="390" y="206"/>
                    <a:pt x="390" y="206"/>
                  </a:cubicBezTo>
                  <a:cubicBezTo>
                    <a:pt x="408" y="196"/>
                    <a:pt x="408" y="196"/>
                    <a:pt x="408" y="196"/>
                  </a:cubicBezTo>
                  <a:cubicBezTo>
                    <a:pt x="408" y="196"/>
                    <a:pt x="408" y="196"/>
                    <a:pt x="408" y="196"/>
                  </a:cubicBezTo>
                  <a:cubicBezTo>
                    <a:pt x="420" y="196"/>
                    <a:pt x="420" y="196"/>
                    <a:pt x="420" y="196"/>
                  </a:cubicBezTo>
                  <a:cubicBezTo>
                    <a:pt x="418" y="190"/>
                    <a:pt x="418" y="190"/>
                    <a:pt x="418" y="190"/>
                  </a:cubicBezTo>
                  <a:cubicBezTo>
                    <a:pt x="419" y="189"/>
                    <a:pt x="419" y="189"/>
                    <a:pt x="419" y="189"/>
                  </a:cubicBezTo>
                  <a:cubicBezTo>
                    <a:pt x="422" y="186"/>
                    <a:pt x="422" y="186"/>
                    <a:pt x="422" y="186"/>
                  </a:cubicBezTo>
                  <a:cubicBezTo>
                    <a:pt x="396" y="131"/>
                    <a:pt x="396" y="131"/>
                    <a:pt x="396" y="131"/>
                  </a:cubicBezTo>
                  <a:cubicBezTo>
                    <a:pt x="396" y="130"/>
                    <a:pt x="396" y="130"/>
                    <a:pt x="396" y="130"/>
                  </a:cubicBezTo>
                  <a:cubicBezTo>
                    <a:pt x="395" y="129"/>
                    <a:pt x="395" y="129"/>
                    <a:pt x="395" y="129"/>
                  </a:cubicBezTo>
                  <a:cubicBezTo>
                    <a:pt x="406" y="114"/>
                    <a:pt x="406" y="114"/>
                    <a:pt x="406" y="114"/>
                  </a:cubicBezTo>
                  <a:cubicBezTo>
                    <a:pt x="403" y="111"/>
                    <a:pt x="403" y="111"/>
                    <a:pt x="403" y="111"/>
                  </a:cubicBezTo>
                  <a:cubicBezTo>
                    <a:pt x="384" y="107"/>
                    <a:pt x="384" y="107"/>
                    <a:pt x="384" y="107"/>
                  </a:cubicBezTo>
                  <a:cubicBezTo>
                    <a:pt x="382" y="107"/>
                    <a:pt x="382" y="107"/>
                    <a:pt x="382" y="107"/>
                  </a:cubicBezTo>
                  <a:cubicBezTo>
                    <a:pt x="382" y="106"/>
                    <a:pt x="382" y="106"/>
                    <a:pt x="382" y="106"/>
                  </a:cubicBezTo>
                  <a:cubicBezTo>
                    <a:pt x="370" y="93"/>
                    <a:pt x="370" y="93"/>
                    <a:pt x="370" y="93"/>
                  </a:cubicBezTo>
                  <a:cubicBezTo>
                    <a:pt x="371" y="91"/>
                    <a:pt x="371" y="91"/>
                    <a:pt x="371" y="91"/>
                  </a:cubicBezTo>
                  <a:cubicBezTo>
                    <a:pt x="370" y="91"/>
                    <a:pt x="370" y="91"/>
                    <a:pt x="370" y="91"/>
                  </a:cubicBezTo>
                  <a:cubicBezTo>
                    <a:pt x="370" y="92"/>
                    <a:pt x="370" y="92"/>
                    <a:pt x="370" y="92"/>
                  </a:cubicBezTo>
                  <a:cubicBezTo>
                    <a:pt x="359" y="85"/>
                    <a:pt x="359" y="85"/>
                    <a:pt x="359" y="85"/>
                  </a:cubicBezTo>
                  <a:cubicBezTo>
                    <a:pt x="355" y="91"/>
                    <a:pt x="350" y="96"/>
                    <a:pt x="344" y="97"/>
                  </a:cubicBezTo>
                  <a:cubicBezTo>
                    <a:pt x="339" y="99"/>
                    <a:pt x="332" y="93"/>
                    <a:pt x="322" y="81"/>
                  </a:cubicBezTo>
                  <a:cubicBezTo>
                    <a:pt x="316" y="74"/>
                    <a:pt x="316" y="74"/>
                    <a:pt x="316" y="74"/>
                  </a:cubicBezTo>
                  <a:cubicBezTo>
                    <a:pt x="315" y="73"/>
                    <a:pt x="311" y="74"/>
                    <a:pt x="303" y="77"/>
                  </a:cubicBezTo>
                  <a:cubicBezTo>
                    <a:pt x="291" y="81"/>
                    <a:pt x="284" y="82"/>
                    <a:pt x="280" y="80"/>
                  </a:cubicBezTo>
                  <a:cubicBezTo>
                    <a:pt x="277" y="76"/>
                    <a:pt x="275" y="69"/>
                    <a:pt x="277" y="60"/>
                  </a:cubicBezTo>
                  <a:cubicBezTo>
                    <a:pt x="277" y="53"/>
                    <a:pt x="277" y="49"/>
                    <a:pt x="275" y="47"/>
                  </a:cubicBezTo>
                  <a:cubicBezTo>
                    <a:pt x="186" y="42"/>
                    <a:pt x="186" y="42"/>
                    <a:pt x="186" y="42"/>
                  </a:cubicBezTo>
                  <a:cubicBezTo>
                    <a:pt x="177" y="38"/>
                    <a:pt x="171" y="35"/>
                    <a:pt x="167" y="31"/>
                  </a:cubicBezTo>
                  <a:cubicBezTo>
                    <a:pt x="153" y="28"/>
                    <a:pt x="153" y="28"/>
                    <a:pt x="153" y="28"/>
                  </a:cubicBezTo>
                  <a:cubicBezTo>
                    <a:pt x="148" y="26"/>
                    <a:pt x="137" y="17"/>
                    <a:pt x="124" y="0"/>
                  </a:cubicBezTo>
                  <a:cubicBezTo>
                    <a:pt x="115" y="7"/>
                    <a:pt x="115" y="7"/>
                    <a:pt x="115" y="7"/>
                  </a:cubicBezTo>
                  <a:cubicBezTo>
                    <a:pt x="101" y="3"/>
                    <a:pt x="101" y="3"/>
                    <a:pt x="101" y="3"/>
                  </a:cubicBezTo>
                  <a:cubicBezTo>
                    <a:pt x="64" y="4"/>
                    <a:pt x="64" y="4"/>
                    <a:pt x="64" y="4"/>
                  </a:cubicBezTo>
                  <a:lnTo>
                    <a:pt x="53" y="0"/>
                  </a:lnTo>
                  <a:close/>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54" name="Freeform 19"/>
            <p:cNvSpPr/>
            <p:nvPr/>
          </p:nvSpPr>
          <p:spPr bwMode="auto">
            <a:xfrm>
              <a:off x="3708544" y="3578618"/>
              <a:ext cx="392583" cy="530417"/>
            </a:xfrm>
            <a:custGeom>
              <a:avLst/>
              <a:gdLst>
                <a:gd name="T0" fmla="*/ 207 w 264"/>
                <a:gd name="T1" fmla="*/ 13 h 356"/>
                <a:gd name="T2" fmla="*/ 183 w 264"/>
                <a:gd name="T3" fmla="*/ 4 h 356"/>
                <a:gd name="T4" fmla="*/ 152 w 264"/>
                <a:gd name="T5" fmla="*/ 26 h 356"/>
                <a:gd name="T6" fmla="*/ 133 w 264"/>
                <a:gd name="T7" fmla="*/ 17 h 356"/>
                <a:gd name="T8" fmla="*/ 131 w 264"/>
                <a:gd name="T9" fmla="*/ 19 h 356"/>
                <a:gd name="T10" fmla="*/ 94 w 264"/>
                <a:gd name="T11" fmla="*/ 28 h 356"/>
                <a:gd name="T12" fmla="*/ 74 w 264"/>
                <a:gd name="T13" fmla="*/ 30 h 356"/>
                <a:gd name="T14" fmla="*/ 59 w 264"/>
                <a:gd name="T15" fmla="*/ 45 h 356"/>
                <a:gd name="T16" fmla="*/ 35 w 264"/>
                <a:gd name="T17" fmla="*/ 46 h 356"/>
                <a:gd name="T18" fmla="*/ 19 w 264"/>
                <a:gd name="T19" fmla="*/ 75 h 356"/>
                <a:gd name="T20" fmla="*/ 20 w 264"/>
                <a:gd name="T21" fmla="*/ 79 h 356"/>
                <a:gd name="T22" fmla="*/ 31 w 264"/>
                <a:gd name="T23" fmla="*/ 119 h 356"/>
                <a:gd name="T24" fmla="*/ 30 w 264"/>
                <a:gd name="T25" fmla="*/ 122 h 356"/>
                <a:gd name="T26" fmla="*/ 28 w 264"/>
                <a:gd name="T27" fmla="*/ 123 h 356"/>
                <a:gd name="T28" fmla="*/ 2 w 264"/>
                <a:gd name="T29" fmla="*/ 171 h 356"/>
                <a:gd name="T30" fmla="*/ 16 w 264"/>
                <a:gd name="T31" fmla="*/ 183 h 356"/>
                <a:gd name="T32" fmla="*/ 32 w 264"/>
                <a:gd name="T33" fmla="*/ 235 h 356"/>
                <a:gd name="T34" fmla="*/ 31 w 264"/>
                <a:gd name="T35" fmla="*/ 252 h 356"/>
                <a:gd name="T36" fmla="*/ 30 w 264"/>
                <a:gd name="T37" fmla="*/ 295 h 356"/>
                <a:gd name="T38" fmla="*/ 40 w 264"/>
                <a:gd name="T39" fmla="*/ 314 h 356"/>
                <a:gd name="T40" fmla="*/ 69 w 264"/>
                <a:gd name="T41" fmla="*/ 302 h 356"/>
                <a:gd name="T42" fmla="*/ 58 w 264"/>
                <a:gd name="T43" fmla="*/ 336 h 356"/>
                <a:gd name="T44" fmla="*/ 54 w 264"/>
                <a:gd name="T45" fmla="*/ 356 h 356"/>
                <a:gd name="T46" fmla="*/ 105 w 264"/>
                <a:gd name="T47" fmla="*/ 335 h 356"/>
                <a:gd name="T48" fmla="*/ 134 w 264"/>
                <a:gd name="T49" fmla="*/ 343 h 356"/>
                <a:gd name="T50" fmla="*/ 131 w 264"/>
                <a:gd name="T51" fmla="*/ 333 h 356"/>
                <a:gd name="T52" fmla="*/ 130 w 264"/>
                <a:gd name="T53" fmla="*/ 314 h 356"/>
                <a:gd name="T54" fmla="*/ 138 w 264"/>
                <a:gd name="T55" fmla="*/ 302 h 356"/>
                <a:gd name="T56" fmla="*/ 140 w 264"/>
                <a:gd name="T57" fmla="*/ 288 h 356"/>
                <a:gd name="T58" fmla="*/ 141 w 264"/>
                <a:gd name="T59" fmla="*/ 288 h 356"/>
                <a:gd name="T60" fmla="*/ 143 w 264"/>
                <a:gd name="T61" fmla="*/ 277 h 356"/>
                <a:gd name="T62" fmla="*/ 156 w 264"/>
                <a:gd name="T63" fmla="*/ 257 h 356"/>
                <a:gd name="T64" fmla="*/ 152 w 264"/>
                <a:gd name="T65" fmla="*/ 254 h 356"/>
                <a:gd name="T66" fmla="*/ 161 w 264"/>
                <a:gd name="T67" fmla="*/ 239 h 356"/>
                <a:gd name="T68" fmla="*/ 178 w 264"/>
                <a:gd name="T69" fmla="*/ 219 h 356"/>
                <a:gd name="T70" fmla="*/ 172 w 264"/>
                <a:gd name="T71" fmla="*/ 190 h 356"/>
                <a:gd name="T72" fmla="*/ 194 w 264"/>
                <a:gd name="T73" fmla="*/ 171 h 356"/>
                <a:gd name="T74" fmla="*/ 191 w 264"/>
                <a:gd name="T75" fmla="*/ 145 h 356"/>
                <a:gd name="T76" fmla="*/ 218 w 264"/>
                <a:gd name="T77" fmla="*/ 115 h 356"/>
                <a:gd name="T78" fmla="*/ 236 w 264"/>
                <a:gd name="T79" fmla="*/ 120 h 356"/>
                <a:gd name="T80" fmla="*/ 246 w 264"/>
                <a:gd name="T81" fmla="*/ 108 h 356"/>
                <a:gd name="T82" fmla="*/ 256 w 264"/>
                <a:gd name="T83" fmla="*/ 92 h 356"/>
                <a:gd name="T84" fmla="*/ 257 w 264"/>
                <a:gd name="T85" fmla="*/ 88 h 356"/>
                <a:gd name="T86" fmla="*/ 263 w 264"/>
                <a:gd name="T87" fmla="*/ 83 h 356"/>
                <a:gd name="T88" fmla="*/ 257 w 264"/>
                <a:gd name="T89" fmla="*/ 71 h 356"/>
                <a:gd name="T90" fmla="*/ 242 w 264"/>
                <a:gd name="T91" fmla="*/ 23 h 356"/>
                <a:gd name="T92" fmla="*/ 207 w 264"/>
                <a:gd name="T93" fmla="*/ 13 h 3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64" h="356">
                  <a:moveTo>
                    <a:pt x="207" y="13"/>
                  </a:moveTo>
                  <a:cubicBezTo>
                    <a:pt x="207" y="13"/>
                    <a:pt x="207" y="13"/>
                    <a:pt x="207" y="13"/>
                  </a:cubicBezTo>
                  <a:cubicBezTo>
                    <a:pt x="191" y="0"/>
                    <a:pt x="191" y="0"/>
                    <a:pt x="191" y="0"/>
                  </a:cubicBezTo>
                  <a:cubicBezTo>
                    <a:pt x="183" y="4"/>
                    <a:pt x="183" y="4"/>
                    <a:pt x="183" y="4"/>
                  </a:cubicBezTo>
                  <a:cubicBezTo>
                    <a:pt x="178" y="16"/>
                    <a:pt x="170" y="24"/>
                    <a:pt x="160" y="27"/>
                  </a:cubicBezTo>
                  <a:cubicBezTo>
                    <a:pt x="158" y="28"/>
                    <a:pt x="154" y="28"/>
                    <a:pt x="152" y="26"/>
                  </a:cubicBezTo>
                  <a:cubicBezTo>
                    <a:pt x="149" y="22"/>
                    <a:pt x="151" y="15"/>
                    <a:pt x="156" y="3"/>
                  </a:cubicBezTo>
                  <a:cubicBezTo>
                    <a:pt x="133" y="17"/>
                    <a:pt x="133" y="17"/>
                    <a:pt x="133" y="17"/>
                  </a:cubicBezTo>
                  <a:cubicBezTo>
                    <a:pt x="132" y="19"/>
                    <a:pt x="132" y="19"/>
                    <a:pt x="132" y="19"/>
                  </a:cubicBezTo>
                  <a:cubicBezTo>
                    <a:pt x="131" y="19"/>
                    <a:pt x="131" y="19"/>
                    <a:pt x="131" y="19"/>
                  </a:cubicBezTo>
                  <a:cubicBezTo>
                    <a:pt x="111" y="19"/>
                    <a:pt x="111" y="19"/>
                    <a:pt x="111" y="19"/>
                  </a:cubicBezTo>
                  <a:cubicBezTo>
                    <a:pt x="94" y="28"/>
                    <a:pt x="94" y="28"/>
                    <a:pt x="94" y="28"/>
                  </a:cubicBezTo>
                  <a:cubicBezTo>
                    <a:pt x="94" y="29"/>
                    <a:pt x="94" y="29"/>
                    <a:pt x="94" y="29"/>
                  </a:cubicBezTo>
                  <a:cubicBezTo>
                    <a:pt x="74" y="30"/>
                    <a:pt x="74" y="30"/>
                    <a:pt x="74" y="30"/>
                  </a:cubicBezTo>
                  <a:cubicBezTo>
                    <a:pt x="64" y="35"/>
                    <a:pt x="64" y="35"/>
                    <a:pt x="64" y="35"/>
                  </a:cubicBezTo>
                  <a:cubicBezTo>
                    <a:pt x="59" y="45"/>
                    <a:pt x="59" y="45"/>
                    <a:pt x="59" y="45"/>
                  </a:cubicBezTo>
                  <a:cubicBezTo>
                    <a:pt x="58" y="46"/>
                    <a:pt x="58" y="46"/>
                    <a:pt x="58" y="46"/>
                  </a:cubicBezTo>
                  <a:cubicBezTo>
                    <a:pt x="35" y="46"/>
                    <a:pt x="35" y="46"/>
                    <a:pt x="35" y="46"/>
                  </a:cubicBezTo>
                  <a:cubicBezTo>
                    <a:pt x="31" y="46"/>
                    <a:pt x="22" y="53"/>
                    <a:pt x="7" y="68"/>
                  </a:cubicBezTo>
                  <a:cubicBezTo>
                    <a:pt x="14" y="71"/>
                    <a:pt x="18" y="73"/>
                    <a:pt x="19" y="75"/>
                  </a:cubicBezTo>
                  <a:cubicBezTo>
                    <a:pt x="20" y="79"/>
                    <a:pt x="20" y="79"/>
                    <a:pt x="20" y="79"/>
                  </a:cubicBezTo>
                  <a:cubicBezTo>
                    <a:pt x="20" y="79"/>
                    <a:pt x="20" y="79"/>
                    <a:pt x="20" y="79"/>
                  </a:cubicBezTo>
                  <a:cubicBezTo>
                    <a:pt x="30" y="117"/>
                    <a:pt x="30" y="117"/>
                    <a:pt x="30" y="117"/>
                  </a:cubicBezTo>
                  <a:cubicBezTo>
                    <a:pt x="31" y="119"/>
                    <a:pt x="31" y="119"/>
                    <a:pt x="31" y="119"/>
                  </a:cubicBezTo>
                  <a:cubicBezTo>
                    <a:pt x="31" y="122"/>
                    <a:pt x="31" y="122"/>
                    <a:pt x="31" y="122"/>
                  </a:cubicBezTo>
                  <a:cubicBezTo>
                    <a:pt x="30" y="122"/>
                    <a:pt x="30" y="122"/>
                    <a:pt x="30" y="122"/>
                  </a:cubicBezTo>
                  <a:cubicBezTo>
                    <a:pt x="29" y="123"/>
                    <a:pt x="29" y="123"/>
                    <a:pt x="29" y="123"/>
                  </a:cubicBezTo>
                  <a:cubicBezTo>
                    <a:pt x="28" y="123"/>
                    <a:pt x="28" y="123"/>
                    <a:pt x="28" y="123"/>
                  </a:cubicBezTo>
                  <a:cubicBezTo>
                    <a:pt x="0" y="161"/>
                    <a:pt x="0" y="161"/>
                    <a:pt x="0" y="161"/>
                  </a:cubicBezTo>
                  <a:cubicBezTo>
                    <a:pt x="2" y="171"/>
                    <a:pt x="2" y="171"/>
                    <a:pt x="2" y="171"/>
                  </a:cubicBezTo>
                  <a:cubicBezTo>
                    <a:pt x="6" y="167"/>
                    <a:pt x="9" y="166"/>
                    <a:pt x="12" y="168"/>
                  </a:cubicBezTo>
                  <a:cubicBezTo>
                    <a:pt x="16" y="169"/>
                    <a:pt x="17" y="175"/>
                    <a:pt x="16" y="183"/>
                  </a:cubicBezTo>
                  <a:cubicBezTo>
                    <a:pt x="14" y="196"/>
                    <a:pt x="16" y="211"/>
                    <a:pt x="23" y="224"/>
                  </a:cubicBezTo>
                  <a:cubicBezTo>
                    <a:pt x="32" y="235"/>
                    <a:pt x="32" y="235"/>
                    <a:pt x="32" y="235"/>
                  </a:cubicBezTo>
                  <a:cubicBezTo>
                    <a:pt x="36" y="238"/>
                    <a:pt x="37" y="242"/>
                    <a:pt x="36" y="245"/>
                  </a:cubicBezTo>
                  <a:cubicBezTo>
                    <a:pt x="31" y="252"/>
                    <a:pt x="31" y="252"/>
                    <a:pt x="31" y="252"/>
                  </a:cubicBezTo>
                  <a:cubicBezTo>
                    <a:pt x="38" y="260"/>
                    <a:pt x="38" y="260"/>
                    <a:pt x="38" y="260"/>
                  </a:cubicBezTo>
                  <a:cubicBezTo>
                    <a:pt x="41" y="267"/>
                    <a:pt x="38" y="279"/>
                    <a:pt x="30" y="295"/>
                  </a:cubicBezTo>
                  <a:cubicBezTo>
                    <a:pt x="39" y="311"/>
                    <a:pt x="39" y="311"/>
                    <a:pt x="39" y="311"/>
                  </a:cubicBezTo>
                  <a:cubicBezTo>
                    <a:pt x="40" y="314"/>
                    <a:pt x="40" y="314"/>
                    <a:pt x="40" y="314"/>
                  </a:cubicBezTo>
                  <a:cubicBezTo>
                    <a:pt x="46" y="311"/>
                    <a:pt x="46" y="311"/>
                    <a:pt x="46" y="311"/>
                  </a:cubicBezTo>
                  <a:cubicBezTo>
                    <a:pt x="55" y="302"/>
                    <a:pt x="63" y="300"/>
                    <a:pt x="69" y="302"/>
                  </a:cubicBezTo>
                  <a:cubicBezTo>
                    <a:pt x="73" y="304"/>
                    <a:pt x="75" y="307"/>
                    <a:pt x="76" y="311"/>
                  </a:cubicBezTo>
                  <a:cubicBezTo>
                    <a:pt x="76" y="315"/>
                    <a:pt x="71" y="324"/>
                    <a:pt x="58" y="336"/>
                  </a:cubicBezTo>
                  <a:cubicBezTo>
                    <a:pt x="49" y="348"/>
                    <a:pt x="49" y="348"/>
                    <a:pt x="49" y="348"/>
                  </a:cubicBezTo>
                  <a:cubicBezTo>
                    <a:pt x="54" y="356"/>
                    <a:pt x="54" y="356"/>
                    <a:pt x="54" y="356"/>
                  </a:cubicBezTo>
                  <a:cubicBezTo>
                    <a:pt x="60" y="350"/>
                    <a:pt x="66" y="348"/>
                    <a:pt x="69" y="349"/>
                  </a:cubicBezTo>
                  <a:cubicBezTo>
                    <a:pt x="74" y="349"/>
                    <a:pt x="85" y="345"/>
                    <a:pt x="105" y="335"/>
                  </a:cubicBezTo>
                  <a:cubicBezTo>
                    <a:pt x="111" y="331"/>
                    <a:pt x="120" y="335"/>
                    <a:pt x="130" y="345"/>
                  </a:cubicBezTo>
                  <a:cubicBezTo>
                    <a:pt x="134" y="343"/>
                    <a:pt x="134" y="343"/>
                    <a:pt x="134" y="343"/>
                  </a:cubicBezTo>
                  <a:cubicBezTo>
                    <a:pt x="134" y="335"/>
                    <a:pt x="134" y="335"/>
                    <a:pt x="134" y="335"/>
                  </a:cubicBezTo>
                  <a:cubicBezTo>
                    <a:pt x="131" y="333"/>
                    <a:pt x="131" y="333"/>
                    <a:pt x="131" y="333"/>
                  </a:cubicBezTo>
                  <a:cubicBezTo>
                    <a:pt x="130" y="331"/>
                    <a:pt x="131" y="329"/>
                    <a:pt x="134" y="327"/>
                  </a:cubicBezTo>
                  <a:cubicBezTo>
                    <a:pt x="130" y="314"/>
                    <a:pt x="130" y="314"/>
                    <a:pt x="130" y="314"/>
                  </a:cubicBezTo>
                  <a:cubicBezTo>
                    <a:pt x="129" y="312"/>
                    <a:pt x="129" y="309"/>
                    <a:pt x="130" y="307"/>
                  </a:cubicBezTo>
                  <a:cubicBezTo>
                    <a:pt x="132" y="305"/>
                    <a:pt x="135" y="304"/>
                    <a:pt x="138" y="302"/>
                  </a:cubicBezTo>
                  <a:cubicBezTo>
                    <a:pt x="144" y="297"/>
                    <a:pt x="144" y="297"/>
                    <a:pt x="144" y="297"/>
                  </a:cubicBezTo>
                  <a:cubicBezTo>
                    <a:pt x="140" y="288"/>
                    <a:pt x="140" y="288"/>
                    <a:pt x="140" y="288"/>
                  </a:cubicBezTo>
                  <a:cubicBezTo>
                    <a:pt x="140" y="288"/>
                    <a:pt x="140" y="288"/>
                    <a:pt x="140" y="288"/>
                  </a:cubicBezTo>
                  <a:cubicBezTo>
                    <a:pt x="141" y="288"/>
                    <a:pt x="141" y="288"/>
                    <a:pt x="141" y="288"/>
                  </a:cubicBezTo>
                  <a:cubicBezTo>
                    <a:pt x="141" y="287"/>
                    <a:pt x="141" y="287"/>
                    <a:pt x="141" y="287"/>
                  </a:cubicBezTo>
                  <a:cubicBezTo>
                    <a:pt x="144" y="283"/>
                    <a:pt x="144" y="279"/>
                    <a:pt x="143" y="277"/>
                  </a:cubicBezTo>
                  <a:cubicBezTo>
                    <a:pt x="140" y="273"/>
                    <a:pt x="143" y="269"/>
                    <a:pt x="148" y="264"/>
                  </a:cubicBezTo>
                  <a:cubicBezTo>
                    <a:pt x="156" y="257"/>
                    <a:pt x="156" y="257"/>
                    <a:pt x="156" y="257"/>
                  </a:cubicBezTo>
                  <a:cubicBezTo>
                    <a:pt x="154" y="256"/>
                    <a:pt x="154" y="256"/>
                    <a:pt x="154" y="256"/>
                  </a:cubicBezTo>
                  <a:cubicBezTo>
                    <a:pt x="152" y="254"/>
                    <a:pt x="152" y="254"/>
                    <a:pt x="152" y="254"/>
                  </a:cubicBezTo>
                  <a:cubicBezTo>
                    <a:pt x="161" y="250"/>
                    <a:pt x="161" y="250"/>
                    <a:pt x="161" y="250"/>
                  </a:cubicBezTo>
                  <a:cubicBezTo>
                    <a:pt x="161" y="239"/>
                    <a:pt x="161" y="239"/>
                    <a:pt x="161" y="239"/>
                  </a:cubicBezTo>
                  <a:cubicBezTo>
                    <a:pt x="161" y="235"/>
                    <a:pt x="165" y="229"/>
                    <a:pt x="174" y="222"/>
                  </a:cubicBezTo>
                  <a:cubicBezTo>
                    <a:pt x="178" y="219"/>
                    <a:pt x="178" y="219"/>
                    <a:pt x="178" y="219"/>
                  </a:cubicBezTo>
                  <a:cubicBezTo>
                    <a:pt x="168" y="207"/>
                    <a:pt x="168" y="207"/>
                    <a:pt x="168" y="207"/>
                  </a:cubicBezTo>
                  <a:cubicBezTo>
                    <a:pt x="165" y="202"/>
                    <a:pt x="166" y="196"/>
                    <a:pt x="172" y="190"/>
                  </a:cubicBezTo>
                  <a:cubicBezTo>
                    <a:pt x="172" y="188"/>
                    <a:pt x="172" y="188"/>
                    <a:pt x="172" y="188"/>
                  </a:cubicBezTo>
                  <a:cubicBezTo>
                    <a:pt x="194" y="171"/>
                    <a:pt x="194" y="171"/>
                    <a:pt x="194" y="171"/>
                  </a:cubicBezTo>
                  <a:cubicBezTo>
                    <a:pt x="194" y="166"/>
                    <a:pt x="194" y="166"/>
                    <a:pt x="194" y="166"/>
                  </a:cubicBezTo>
                  <a:cubicBezTo>
                    <a:pt x="190" y="164"/>
                    <a:pt x="189" y="157"/>
                    <a:pt x="191" y="145"/>
                  </a:cubicBezTo>
                  <a:cubicBezTo>
                    <a:pt x="194" y="126"/>
                    <a:pt x="202" y="117"/>
                    <a:pt x="216" y="115"/>
                  </a:cubicBezTo>
                  <a:cubicBezTo>
                    <a:pt x="218" y="115"/>
                    <a:pt x="218" y="115"/>
                    <a:pt x="218" y="115"/>
                  </a:cubicBezTo>
                  <a:cubicBezTo>
                    <a:pt x="227" y="120"/>
                    <a:pt x="227" y="120"/>
                    <a:pt x="227" y="120"/>
                  </a:cubicBezTo>
                  <a:cubicBezTo>
                    <a:pt x="236" y="120"/>
                    <a:pt x="236" y="120"/>
                    <a:pt x="236" y="120"/>
                  </a:cubicBezTo>
                  <a:cubicBezTo>
                    <a:pt x="245" y="109"/>
                    <a:pt x="245" y="109"/>
                    <a:pt x="245" y="109"/>
                  </a:cubicBezTo>
                  <a:cubicBezTo>
                    <a:pt x="246" y="108"/>
                    <a:pt x="246" y="108"/>
                    <a:pt x="246" y="108"/>
                  </a:cubicBezTo>
                  <a:cubicBezTo>
                    <a:pt x="257" y="102"/>
                    <a:pt x="257" y="102"/>
                    <a:pt x="257" y="102"/>
                  </a:cubicBezTo>
                  <a:cubicBezTo>
                    <a:pt x="256" y="92"/>
                    <a:pt x="256" y="92"/>
                    <a:pt x="256" y="92"/>
                  </a:cubicBezTo>
                  <a:cubicBezTo>
                    <a:pt x="256" y="90"/>
                    <a:pt x="256" y="90"/>
                    <a:pt x="256" y="90"/>
                  </a:cubicBezTo>
                  <a:cubicBezTo>
                    <a:pt x="257" y="88"/>
                    <a:pt x="257" y="88"/>
                    <a:pt x="257" y="88"/>
                  </a:cubicBezTo>
                  <a:cubicBezTo>
                    <a:pt x="260" y="87"/>
                    <a:pt x="260" y="87"/>
                    <a:pt x="260" y="87"/>
                  </a:cubicBezTo>
                  <a:cubicBezTo>
                    <a:pt x="263" y="83"/>
                    <a:pt x="263" y="83"/>
                    <a:pt x="263" y="83"/>
                  </a:cubicBezTo>
                  <a:cubicBezTo>
                    <a:pt x="264" y="82"/>
                    <a:pt x="264" y="82"/>
                    <a:pt x="264" y="82"/>
                  </a:cubicBezTo>
                  <a:cubicBezTo>
                    <a:pt x="257" y="71"/>
                    <a:pt x="257" y="71"/>
                    <a:pt x="257" y="71"/>
                  </a:cubicBezTo>
                  <a:cubicBezTo>
                    <a:pt x="250" y="62"/>
                    <a:pt x="244" y="53"/>
                    <a:pt x="240" y="44"/>
                  </a:cubicBezTo>
                  <a:cubicBezTo>
                    <a:pt x="236" y="37"/>
                    <a:pt x="237" y="31"/>
                    <a:pt x="242" y="23"/>
                  </a:cubicBezTo>
                  <a:cubicBezTo>
                    <a:pt x="229" y="15"/>
                    <a:pt x="229" y="15"/>
                    <a:pt x="229" y="15"/>
                  </a:cubicBezTo>
                  <a:lnTo>
                    <a:pt x="207" y="13"/>
                  </a:lnTo>
                  <a:close/>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55" name="Freeform 20"/>
            <p:cNvSpPr/>
            <p:nvPr/>
          </p:nvSpPr>
          <p:spPr bwMode="auto">
            <a:xfrm>
              <a:off x="3975598" y="2213810"/>
              <a:ext cx="482421" cy="460269"/>
            </a:xfrm>
            <a:custGeom>
              <a:avLst/>
              <a:gdLst>
                <a:gd name="T0" fmla="*/ 139 w 324"/>
                <a:gd name="T1" fmla="*/ 65 h 309"/>
                <a:gd name="T2" fmla="*/ 122 w 324"/>
                <a:gd name="T3" fmla="*/ 69 h 309"/>
                <a:gd name="T4" fmla="*/ 100 w 324"/>
                <a:gd name="T5" fmla="*/ 81 h 309"/>
                <a:gd name="T6" fmla="*/ 78 w 324"/>
                <a:gd name="T7" fmla="*/ 100 h 309"/>
                <a:gd name="T8" fmla="*/ 60 w 324"/>
                <a:gd name="T9" fmla="*/ 121 h 309"/>
                <a:gd name="T10" fmla="*/ 36 w 324"/>
                <a:gd name="T11" fmla="*/ 120 h 309"/>
                <a:gd name="T12" fmla="*/ 25 w 324"/>
                <a:gd name="T13" fmla="*/ 135 h 309"/>
                <a:gd name="T14" fmla="*/ 5 w 324"/>
                <a:gd name="T15" fmla="*/ 181 h 309"/>
                <a:gd name="T16" fmla="*/ 3 w 324"/>
                <a:gd name="T17" fmla="*/ 191 h 309"/>
                <a:gd name="T18" fmla="*/ 8 w 324"/>
                <a:gd name="T19" fmla="*/ 201 h 309"/>
                <a:gd name="T20" fmla="*/ 29 w 324"/>
                <a:gd name="T21" fmla="*/ 207 h 309"/>
                <a:gd name="T22" fmla="*/ 34 w 324"/>
                <a:gd name="T23" fmla="*/ 211 h 309"/>
                <a:gd name="T24" fmla="*/ 41 w 324"/>
                <a:gd name="T25" fmla="*/ 215 h 309"/>
                <a:gd name="T26" fmla="*/ 68 w 324"/>
                <a:gd name="T27" fmla="*/ 236 h 309"/>
                <a:gd name="T28" fmla="*/ 97 w 324"/>
                <a:gd name="T29" fmla="*/ 194 h 309"/>
                <a:gd name="T30" fmla="*/ 105 w 324"/>
                <a:gd name="T31" fmla="*/ 183 h 309"/>
                <a:gd name="T32" fmla="*/ 128 w 324"/>
                <a:gd name="T33" fmla="*/ 176 h 309"/>
                <a:gd name="T34" fmla="*/ 150 w 324"/>
                <a:gd name="T35" fmla="*/ 172 h 309"/>
                <a:gd name="T36" fmla="*/ 162 w 324"/>
                <a:gd name="T37" fmla="*/ 191 h 309"/>
                <a:gd name="T38" fmla="*/ 164 w 324"/>
                <a:gd name="T39" fmla="*/ 206 h 309"/>
                <a:gd name="T40" fmla="*/ 160 w 324"/>
                <a:gd name="T41" fmla="*/ 234 h 309"/>
                <a:gd name="T42" fmla="*/ 146 w 324"/>
                <a:gd name="T43" fmla="*/ 254 h 309"/>
                <a:gd name="T44" fmla="*/ 153 w 324"/>
                <a:gd name="T45" fmla="*/ 267 h 309"/>
                <a:gd name="T46" fmla="*/ 160 w 324"/>
                <a:gd name="T47" fmla="*/ 260 h 309"/>
                <a:gd name="T48" fmla="*/ 167 w 324"/>
                <a:gd name="T49" fmla="*/ 278 h 309"/>
                <a:gd name="T50" fmla="*/ 158 w 324"/>
                <a:gd name="T51" fmla="*/ 283 h 309"/>
                <a:gd name="T52" fmla="*/ 154 w 324"/>
                <a:gd name="T53" fmla="*/ 298 h 309"/>
                <a:gd name="T54" fmla="*/ 146 w 324"/>
                <a:gd name="T55" fmla="*/ 299 h 309"/>
                <a:gd name="T56" fmla="*/ 137 w 324"/>
                <a:gd name="T57" fmla="*/ 309 h 309"/>
                <a:gd name="T58" fmla="*/ 171 w 324"/>
                <a:gd name="T59" fmla="*/ 283 h 309"/>
                <a:gd name="T60" fmla="*/ 235 w 324"/>
                <a:gd name="T61" fmla="*/ 225 h 309"/>
                <a:gd name="T62" fmla="*/ 245 w 324"/>
                <a:gd name="T63" fmla="*/ 225 h 309"/>
                <a:gd name="T64" fmla="*/ 270 w 324"/>
                <a:gd name="T65" fmla="*/ 211 h 309"/>
                <a:gd name="T66" fmla="*/ 324 w 324"/>
                <a:gd name="T67" fmla="*/ 136 h 309"/>
                <a:gd name="T68" fmla="*/ 315 w 324"/>
                <a:gd name="T69" fmla="*/ 107 h 309"/>
                <a:gd name="T70" fmla="*/ 307 w 324"/>
                <a:gd name="T71" fmla="*/ 107 h 309"/>
                <a:gd name="T72" fmla="*/ 296 w 324"/>
                <a:gd name="T73" fmla="*/ 96 h 309"/>
                <a:gd name="T74" fmla="*/ 282 w 324"/>
                <a:gd name="T75" fmla="*/ 49 h 309"/>
                <a:gd name="T76" fmla="*/ 265 w 324"/>
                <a:gd name="T77" fmla="*/ 14 h 309"/>
                <a:gd name="T78" fmla="*/ 260 w 324"/>
                <a:gd name="T79" fmla="*/ 10 h 309"/>
                <a:gd name="T80" fmla="*/ 237 w 324"/>
                <a:gd name="T81" fmla="*/ 19 h 309"/>
                <a:gd name="T82" fmla="*/ 227 w 324"/>
                <a:gd name="T83" fmla="*/ 7 h 309"/>
                <a:gd name="T84" fmla="*/ 201 w 324"/>
                <a:gd name="T85" fmla="*/ 0 h 309"/>
                <a:gd name="T86" fmla="*/ 203 w 324"/>
                <a:gd name="T87" fmla="*/ 13 h 309"/>
                <a:gd name="T88" fmla="*/ 196 w 324"/>
                <a:gd name="T89" fmla="*/ 28 h 309"/>
                <a:gd name="T90" fmla="*/ 182 w 324"/>
                <a:gd name="T91" fmla="*/ 42 h 309"/>
                <a:gd name="T92" fmla="*/ 148 w 324"/>
                <a:gd name="T93" fmla="*/ 41 h 3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24" h="309">
                  <a:moveTo>
                    <a:pt x="148" y="41"/>
                  </a:moveTo>
                  <a:cubicBezTo>
                    <a:pt x="140" y="52"/>
                    <a:pt x="140" y="52"/>
                    <a:pt x="140" y="52"/>
                  </a:cubicBezTo>
                  <a:cubicBezTo>
                    <a:pt x="138" y="54"/>
                    <a:pt x="138" y="58"/>
                    <a:pt x="139" y="65"/>
                  </a:cubicBezTo>
                  <a:cubicBezTo>
                    <a:pt x="139" y="69"/>
                    <a:pt x="139" y="69"/>
                    <a:pt x="139" y="69"/>
                  </a:cubicBezTo>
                  <a:cubicBezTo>
                    <a:pt x="123" y="69"/>
                    <a:pt x="123" y="69"/>
                    <a:pt x="123" y="69"/>
                  </a:cubicBezTo>
                  <a:cubicBezTo>
                    <a:pt x="122" y="69"/>
                    <a:pt x="122" y="69"/>
                    <a:pt x="122" y="69"/>
                  </a:cubicBezTo>
                  <a:cubicBezTo>
                    <a:pt x="110" y="66"/>
                    <a:pt x="110" y="66"/>
                    <a:pt x="110" y="66"/>
                  </a:cubicBezTo>
                  <a:cubicBezTo>
                    <a:pt x="101" y="80"/>
                    <a:pt x="101" y="80"/>
                    <a:pt x="101" y="80"/>
                  </a:cubicBezTo>
                  <a:cubicBezTo>
                    <a:pt x="100" y="81"/>
                    <a:pt x="100" y="81"/>
                    <a:pt x="100" y="81"/>
                  </a:cubicBezTo>
                  <a:cubicBezTo>
                    <a:pt x="89" y="88"/>
                    <a:pt x="89" y="88"/>
                    <a:pt x="89" y="88"/>
                  </a:cubicBezTo>
                  <a:cubicBezTo>
                    <a:pt x="79" y="98"/>
                    <a:pt x="79" y="98"/>
                    <a:pt x="79" y="98"/>
                  </a:cubicBezTo>
                  <a:cubicBezTo>
                    <a:pt x="78" y="100"/>
                    <a:pt x="78" y="100"/>
                    <a:pt x="78" y="100"/>
                  </a:cubicBezTo>
                  <a:cubicBezTo>
                    <a:pt x="60" y="120"/>
                    <a:pt x="60" y="120"/>
                    <a:pt x="60" y="120"/>
                  </a:cubicBezTo>
                  <a:cubicBezTo>
                    <a:pt x="60" y="121"/>
                    <a:pt x="60" y="121"/>
                    <a:pt x="60" y="121"/>
                  </a:cubicBezTo>
                  <a:cubicBezTo>
                    <a:pt x="60" y="121"/>
                    <a:pt x="60" y="121"/>
                    <a:pt x="60" y="121"/>
                  </a:cubicBezTo>
                  <a:cubicBezTo>
                    <a:pt x="47" y="128"/>
                    <a:pt x="47" y="128"/>
                    <a:pt x="47" y="128"/>
                  </a:cubicBezTo>
                  <a:cubicBezTo>
                    <a:pt x="36" y="121"/>
                    <a:pt x="36" y="121"/>
                    <a:pt x="36" y="121"/>
                  </a:cubicBezTo>
                  <a:cubicBezTo>
                    <a:pt x="36" y="120"/>
                    <a:pt x="36" y="120"/>
                    <a:pt x="36" y="120"/>
                  </a:cubicBezTo>
                  <a:cubicBezTo>
                    <a:pt x="27" y="110"/>
                    <a:pt x="27" y="110"/>
                    <a:pt x="27" y="110"/>
                  </a:cubicBezTo>
                  <a:cubicBezTo>
                    <a:pt x="20" y="107"/>
                    <a:pt x="20" y="107"/>
                    <a:pt x="20" y="107"/>
                  </a:cubicBezTo>
                  <a:cubicBezTo>
                    <a:pt x="25" y="135"/>
                    <a:pt x="25" y="135"/>
                    <a:pt x="25" y="135"/>
                  </a:cubicBezTo>
                  <a:cubicBezTo>
                    <a:pt x="29" y="150"/>
                    <a:pt x="29" y="150"/>
                    <a:pt x="29" y="150"/>
                  </a:cubicBezTo>
                  <a:cubicBezTo>
                    <a:pt x="19" y="160"/>
                    <a:pt x="19" y="160"/>
                    <a:pt x="19" y="160"/>
                  </a:cubicBezTo>
                  <a:cubicBezTo>
                    <a:pt x="5" y="181"/>
                    <a:pt x="5" y="181"/>
                    <a:pt x="5" y="181"/>
                  </a:cubicBezTo>
                  <a:cubicBezTo>
                    <a:pt x="5" y="190"/>
                    <a:pt x="5" y="190"/>
                    <a:pt x="5" y="190"/>
                  </a:cubicBezTo>
                  <a:cubicBezTo>
                    <a:pt x="4" y="191"/>
                    <a:pt x="4" y="191"/>
                    <a:pt x="4" y="191"/>
                  </a:cubicBezTo>
                  <a:cubicBezTo>
                    <a:pt x="3" y="191"/>
                    <a:pt x="3" y="191"/>
                    <a:pt x="3" y="191"/>
                  </a:cubicBezTo>
                  <a:cubicBezTo>
                    <a:pt x="0" y="196"/>
                    <a:pt x="0" y="196"/>
                    <a:pt x="0" y="196"/>
                  </a:cubicBezTo>
                  <a:cubicBezTo>
                    <a:pt x="3" y="201"/>
                    <a:pt x="3" y="201"/>
                    <a:pt x="3" y="201"/>
                  </a:cubicBezTo>
                  <a:cubicBezTo>
                    <a:pt x="8" y="201"/>
                    <a:pt x="8" y="201"/>
                    <a:pt x="8" y="201"/>
                  </a:cubicBezTo>
                  <a:cubicBezTo>
                    <a:pt x="28" y="207"/>
                    <a:pt x="28" y="207"/>
                    <a:pt x="28" y="207"/>
                  </a:cubicBezTo>
                  <a:cubicBezTo>
                    <a:pt x="29" y="207"/>
                    <a:pt x="29" y="207"/>
                    <a:pt x="29" y="207"/>
                  </a:cubicBezTo>
                  <a:cubicBezTo>
                    <a:pt x="29" y="207"/>
                    <a:pt x="29" y="207"/>
                    <a:pt x="29" y="207"/>
                  </a:cubicBezTo>
                  <a:cubicBezTo>
                    <a:pt x="29" y="207"/>
                    <a:pt x="29" y="207"/>
                    <a:pt x="29" y="207"/>
                  </a:cubicBezTo>
                  <a:cubicBezTo>
                    <a:pt x="30" y="207"/>
                    <a:pt x="30" y="207"/>
                    <a:pt x="30" y="207"/>
                  </a:cubicBezTo>
                  <a:cubicBezTo>
                    <a:pt x="34" y="211"/>
                    <a:pt x="34" y="211"/>
                    <a:pt x="34" y="211"/>
                  </a:cubicBezTo>
                  <a:cubicBezTo>
                    <a:pt x="40" y="214"/>
                    <a:pt x="40" y="214"/>
                    <a:pt x="40" y="214"/>
                  </a:cubicBezTo>
                  <a:cubicBezTo>
                    <a:pt x="41" y="214"/>
                    <a:pt x="41" y="214"/>
                    <a:pt x="41" y="214"/>
                  </a:cubicBezTo>
                  <a:cubicBezTo>
                    <a:pt x="41" y="215"/>
                    <a:pt x="41" y="215"/>
                    <a:pt x="41" y="215"/>
                  </a:cubicBezTo>
                  <a:cubicBezTo>
                    <a:pt x="43" y="218"/>
                    <a:pt x="45" y="220"/>
                    <a:pt x="45" y="223"/>
                  </a:cubicBezTo>
                  <a:cubicBezTo>
                    <a:pt x="47" y="229"/>
                    <a:pt x="47" y="229"/>
                    <a:pt x="47" y="229"/>
                  </a:cubicBezTo>
                  <a:cubicBezTo>
                    <a:pt x="68" y="236"/>
                    <a:pt x="68" y="236"/>
                    <a:pt x="68" y="236"/>
                  </a:cubicBezTo>
                  <a:cubicBezTo>
                    <a:pt x="74" y="234"/>
                    <a:pt x="74" y="234"/>
                    <a:pt x="74" y="234"/>
                  </a:cubicBezTo>
                  <a:cubicBezTo>
                    <a:pt x="80" y="226"/>
                    <a:pt x="80" y="226"/>
                    <a:pt x="80" y="226"/>
                  </a:cubicBezTo>
                  <a:cubicBezTo>
                    <a:pt x="97" y="194"/>
                    <a:pt x="97" y="194"/>
                    <a:pt x="97" y="194"/>
                  </a:cubicBezTo>
                  <a:cubicBezTo>
                    <a:pt x="98" y="194"/>
                    <a:pt x="98" y="194"/>
                    <a:pt x="98" y="194"/>
                  </a:cubicBezTo>
                  <a:cubicBezTo>
                    <a:pt x="98" y="194"/>
                    <a:pt x="98" y="194"/>
                    <a:pt x="98" y="194"/>
                  </a:cubicBezTo>
                  <a:cubicBezTo>
                    <a:pt x="105" y="183"/>
                    <a:pt x="105" y="183"/>
                    <a:pt x="105" y="183"/>
                  </a:cubicBezTo>
                  <a:cubicBezTo>
                    <a:pt x="106" y="182"/>
                    <a:pt x="106" y="182"/>
                    <a:pt x="106" y="182"/>
                  </a:cubicBezTo>
                  <a:cubicBezTo>
                    <a:pt x="119" y="176"/>
                    <a:pt x="119" y="176"/>
                    <a:pt x="119" y="176"/>
                  </a:cubicBezTo>
                  <a:cubicBezTo>
                    <a:pt x="128" y="176"/>
                    <a:pt x="128" y="176"/>
                    <a:pt x="128" y="176"/>
                  </a:cubicBezTo>
                  <a:cubicBezTo>
                    <a:pt x="131" y="170"/>
                    <a:pt x="134" y="167"/>
                    <a:pt x="138" y="167"/>
                  </a:cubicBezTo>
                  <a:cubicBezTo>
                    <a:pt x="140" y="167"/>
                    <a:pt x="143" y="169"/>
                    <a:pt x="149" y="171"/>
                  </a:cubicBezTo>
                  <a:cubicBezTo>
                    <a:pt x="150" y="172"/>
                    <a:pt x="150" y="172"/>
                    <a:pt x="150" y="172"/>
                  </a:cubicBezTo>
                  <a:cubicBezTo>
                    <a:pt x="150" y="173"/>
                    <a:pt x="150" y="173"/>
                    <a:pt x="150" y="173"/>
                  </a:cubicBezTo>
                  <a:cubicBezTo>
                    <a:pt x="162" y="191"/>
                    <a:pt x="162" y="191"/>
                    <a:pt x="162" y="191"/>
                  </a:cubicBezTo>
                  <a:cubicBezTo>
                    <a:pt x="162" y="191"/>
                    <a:pt x="162" y="191"/>
                    <a:pt x="162" y="191"/>
                  </a:cubicBezTo>
                  <a:cubicBezTo>
                    <a:pt x="163" y="191"/>
                    <a:pt x="163" y="191"/>
                    <a:pt x="163" y="191"/>
                  </a:cubicBezTo>
                  <a:cubicBezTo>
                    <a:pt x="163" y="193"/>
                    <a:pt x="163" y="193"/>
                    <a:pt x="163" y="193"/>
                  </a:cubicBezTo>
                  <a:cubicBezTo>
                    <a:pt x="164" y="206"/>
                    <a:pt x="164" y="206"/>
                    <a:pt x="164" y="206"/>
                  </a:cubicBezTo>
                  <a:cubicBezTo>
                    <a:pt x="163" y="220"/>
                    <a:pt x="163" y="220"/>
                    <a:pt x="163" y="220"/>
                  </a:cubicBezTo>
                  <a:cubicBezTo>
                    <a:pt x="160" y="233"/>
                    <a:pt x="160" y="233"/>
                    <a:pt x="160" y="233"/>
                  </a:cubicBezTo>
                  <a:cubicBezTo>
                    <a:pt x="160" y="234"/>
                    <a:pt x="160" y="234"/>
                    <a:pt x="160" y="234"/>
                  </a:cubicBezTo>
                  <a:cubicBezTo>
                    <a:pt x="159" y="234"/>
                    <a:pt x="159" y="234"/>
                    <a:pt x="159" y="234"/>
                  </a:cubicBezTo>
                  <a:cubicBezTo>
                    <a:pt x="150" y="245"/>
                    <a:pt x="150" y="245"/>
                    <a:pt x="150" y="245"/>
                  </a:cubicBezTo>
                  <a:cubicBezTo>
                    <a:pt x="146" y="254"/>
                    <a:pt x="146" y="254"/>
                    <a:pt x="146" y="254"/>
                  </a:cubicBezTo>
                  <a:cubicBezTo>
                    <a:pt x="147" y="269"/>
                    <a:pt x="147" y="269"/>
                    <a:pt x="147" y="269"/>
                  </a:cubicBezTo>
                  <a:cubicBezTo>
                    <a:pt x="148" y="269"/>
                    <a:pt x="148" y="269"/>
                    <a:pt x="148" y="269"/>
                  </a:cubicBezTo>
                  <a:cubicBezTo>
                    <a:pt x="153" y="267"/>
                    <a:pt x="153" y="267"/>
                    <a:pt x="153" y="267"/>
                  </a:cubicBezTo>
                  <a:cubicBezTo>
                    <a:pt x="158" y="262"/>
                    <a:pt x="158" y="262"/>
                    <a:pt x="158" y="262"/>
                  </a:cubicBezTo>
                  <a:cubicBezTo>
                    <a:pt x="160" y="261"/>
                    <a:pt x="160" y="261"/>
                    <a:pt x="160" y="261"/>
                  </a:cubicBezTo>
                  <a:cubicBezTo>
                    <a:pt x="160" y="260"/>
                    <a:pt x="160" y="260"/>
                    <a:pt x="160" y="260"/>
                  </a:cubicBezTo>
                  <a:cubicBezTo>
                    <a:pt x="167" y="266"/>
                    <a:pt x="167" y="266"/>
                    <a:pt x="167" y="266"/>
                  </a:cubicBezTo>
                  <a:cubicBezTo>
                    <a:pt x="167" y="267"/>
                    <a:pt x="167" y="267"/>
                    <a:pt x="167" y="267"/>
                  </a:cubicBezTo>
                  <a:cubicBezTo>
                    <a:pt x="167" y="278"/>
                    <a:pt x="167" y="278"/>
                    <a:pt x="167" y="278"/>
                  </a:cubicBezTo>
                  <a:cubicBezTo>
                    <a:pt x="167" y="278"/>
                    <a:pt x="167" y="278"/>
                    <a:pt x="167" y="278"/>
                  </a:cubicBezTo>
                  <a:cubicBezTo>
                    <a:pt x="160" y="280"/>
                    <a:pt x="160" y="280"/>
                    <a:pt x="160" y="280"/>
                  </a:cubicBezTo>
                  <a:cubicBezTo>
                    <a:pt x="158" y="283"/>
                    <a:pt x="158" y="283"/>
                    <a:pt x="158" y="283"/>
                  </a:cubicBezTo>
                  <a:cubicBezTo>
                    <a:pt x="158" y="289"/>
                    <a:pt x="158" y="289"/>
                    <a:pt x="158" y="289"/>
                  </a:cubicBezTo>
                  <a:cubicBezTo>
                    <a:pt x="158" y="290"/>
                    <a:pt x="158" y="290"/>
                    <a:pt x="158" y="290"/>
                  </a:cubicBezTo>
                  <a:cubicBezTo>
                    <a:pt x="154" y="298"/>
                    <a:pt x="154" y="298"/>
                    <a:pt x="154" y="298"/>
                  </a:cubicBezTo>
                  <a:cubicBezTo>
                    <a:pt x="153" y="298"/>
                    <a:pt x="153" y="298"/>
                    <a:pt x="153" y="298"/>
                  </a:cubicBezTo>
                  <a:cubicBezTo>
                    <a:pt x="151" y="298"/>
                    <a:pt x="151" y="298"/>
                    <a:pt x="151" y="298"/>
                  </a:cubicBezTo>
                  <a:cubicBezTo>
                    <a:pt x="146" y="299"/>
                    <a:pt x="146" y="299"/>
                    <a:pt x="146" y="299"/>
                  </a:cubicBezTo>
                  <a:cubicBezTo>
                    <a:pt x="140" y="300"/>
                    <a:pt x="140" y="300"/>
                    <a:pt x="140" y="300"/>
                  </a:cubicBezTo>
                  <a:cubicBezTo>
                    <a:pt x="136" y="308"/>
                    <a:pt x="136" y="308"/>
                    <a:pt x="136" y="308"/>
                  </a:cubicBezTo>
                  <a:cubicBezTo>
                    <a:pt x="137" y="309"/>
                    <a:pt x="137" y="309"/>
                    <a:pt x="137" y="309"/>
                  </a:cubicBezTo>
                  <a:cubicBezTo>
                    <a:pt x="160" y="307"/>
                    <a:pt x="160" y="307"/>
                    <a:pt x="160" y="307"/>
                  </a:cubicBezTo>
                  <a:cubicBezTo>
                    <a:pt x="164" y="303"/>
                    <a:pt x="164" y="303"/>
                    <a:pt x="164" y="303"/>
                  </a:cubicBezTo>
                  <a:cubicBezTo>
                    <a:pt x="171" y="283"/>
                    <a:pt x="171" y="283"/>
                    <a:pt x="171" y="283"/>
                  </a:cubicBezTo>
                  <a:cubicBezTo>
                    <a:pt x="222" y="231"/>
                    <a:pt x="222" y="231"/>
                    <a:pt x="222" y="231"/>
                  </a:cubicBezTo>
                  <a:cubicBezTo>
                    <a:pt x="224" y="231"/>
                    <a:pt x="224" y="231"/>
                    <a:pt x="224" y="231"/>
                  </a:cubicBezTo>
                  <a:cubicBezTo>
                    <a:pt x="235" y="225"/>
                    <a:pt x="235" y="225"/>
                    <a:pt x="235" y="225"/>
                  </a:cubicBezTo>
                  <a:cubicBezTo>
                    <a:pt x="236" y="225"/>
                    <a:pt x="236" y="225"/>
                    <a:pt x="236" y="225"/>
                  </a:cubicBezTo>
                  <a:cubicBezTo>
                    <a:pt x="236" y="225"/>
                    <a:pt x="236" y="225"/>
                    <a:pt x="236" y="225"/>
                  </a:cubicBezTo>
                  <a:cubicBezTo>
                    <a:pt x="245" y="225"/>
                    <a:pt x="245" y="225"/>
                    <a:pt x="245" y="225"/>
                  </a:cubicBezTo>
                  <a:cubicBezTo>
                    <a:pt x="254" y="223"/>
                    <a:pt x="254" y="223"/>
                    <a:pt x="254" y="223"/>
                  </a:cubicBezTo>
                  <a:cubicBezTo>
                    <a:pt x="263" y="219"/>
                    <a:pt x="263" y="219"/>
                    <a:pt x="263" y="219"/>
                  </a:cubicBezTo>
                  <a:cubicBezTo>
                    <a:pt x="270" y="211"/>
                    <a:pt x="270" y="211"/>
                    <a:pt x="270" y="211"/>
                  </a:cubicBezTo>
                  <a:cubicBezTo>
                    <a:pt x="281" y="181"/>
                    <a:pt x="281" y="181"/>
                    <a:pt x="281" y="181"/>
                  </a:cubicBezTo>
                  <a:cubicBezTo>
                    <a:pt x="281" y="180"/>
                    <a:pt x="281" y="180"/>
                    <a:pt x="281" y="180"/>
                  </a:cubicBezTo>
                  <a:cubicBezTo>
                    <a:pt x="324" y="136"/>
                    <a:pt x="324" y="136"/>
                    <a:pt x="324" y="136"/>
                  </a:cubicBezTo>
                  <a:cubicBezTo>
                    <a:pt x="324" y="135"/>
                    <a:pt x="324" y="135"/>
                    <a:pt x="324" y="135"/>
                  </a:cubicBezTo>
                  <a:cubicBezTo>
                    <a:pt x="321" y="111"/>
                    <a:pt x="321" y="111"/>
                    <a:pt x="321" y="111"/>
                  </a:cubicBezTo>
                  <a:cubicBezTo>
                    <a:pt x="319" y="110"/>
                    <a:pt x="316" y="109"/>
                    <a:pt x="315" y="107"/>
                  </a:cubicBezTo>
                  <a:cubicBezTo>
                    <a:pt x="314" y="105"/>
                    <a:pt x="314" y="105"/>
                    <a:pt x="314" y="105"/>
                  </a:cubicBezTo>
                  <a:cubicBezTo>
                    <a:pt x="314" y="106"/>
                    <a:pt x="314" y="106"/>
                    <a:pt x="314" y="106"/>
                  </a:cubicBezTo>
                  <a:cubicBezTo>
                    <a:pt x="307" y="107"/>
                    <a:pt x="307" y="107"/>
                    <a:pt x="307" y="107"/>
                  </a:cubicBezTo>
                  <a:cubicBezTo>
                    <a:pt x="303" y="105"/>
                    <a:pt x="301" y="104"/>
                    <a:pt x="298" y="100"/>
                  </a:cubicBezTo>
                  <a:cubicBezTo>
                    <a:pt x="296" y="96"/>
                    <a:pt x="296" y="96"/>
                    <a:pt x="296" y="96"/>
                  </a:cubicBezTo>
                  <a:cubicBezTo>
                    <a:pt x="296" y="96"/>
                    <a:pt x="296" y="96"/>
                    <a:pt x="296" y="96"/>
                  </a:cubicBezTo>
                  <a:cubicBezTo>
                    <a:pt x="296" y="95"/>
                    <a:pt x="296" y="95"/>
                    <a:pt x="296" y="95"/>
                  </a:cubicBezTo>
                  <a:cubicBezTo>
                    <a:pt x="296" y="58"/>
                    <a:pt x="296" y="58"/>
                    <a:pt x="296" y="58"/>
                  </a:cubicBezTo>
                  <a:cubicBezTo>
                    <a:pt x="291" y="56"/>
                    <a:pt x="287" y="54"/>
                    <a:pt x="282" y="49"/>
                  </a:cubicBezTo>
                  <a:cubicBezTo>
                    <a:pt x="274" y="39"/>
                    <a:pt x="274" y="39"/>
                    <a:pt x="274" y="39"/>
                  </a:cubicBezTo>
                  <a:cubicBezTo>
                    <a:pt x="265" y="27"/>
                    <a:pt x="265" y="27"/>
                    <a:pt x="265" y="27"/>
                  </a:cubicBezTo>
                  <a:cubicBezTo>
                    <a:pt x="264" y="25"/>
                    <a:pt x="264" y="20"/>
                    <a:pt x="265" y="14"/>
                  </a:cubicBezTo>
                  <a:cubicBezTo>
                    <a:pt x="265" y="11"/>
                    <a:pt x="265" y="11"/>
                    <a:pt x="265" y="11"/>
                  </a:cubicBezTo>
                  <a:cubicBezTo>
                    <a:pt x="260" y="5"/>
                    <a:pt x="260" y="5"/>
                    <a:pt x="260" y="5"/>
                  </a:cubicBezTo>
                  <a:cubicBezTo>
                    <a:pt x="260" y="10"/>
                    <a:pt x="260" y="10"/>
                    <a:pt x="260" y="10"/>
                  </a:cubicBezTo>
                  <a:cubicBezTo>
                    <a:pt x="254" y="22"/>
                    <a:pt x="254" y="22"/>
                    <a:pt x="254" y="22"/>
                  </a:cubicBezTo>
                  <a:cubicBezTo>
                    <a:pt x="251" y="22"/>
                    <a:pt x="251" y="22"/>
                    <a:pt x="251" y="22"/>
                  </a:cubicBezTo>
                  <a:cubicBezTo>
                    <a:pt x="247" y="22"/>
                    <a:pt x="241" y="21"/>
                    <a:pt x="237" y="19"/>
                  </a:cubicBezTo>
                  <a:cubicBezTo>
                    <a:pt x="233" y="18"/>
                    <a:pt x="231" y="14"/>
                    <a:pt x="231" y="10"/>
                  </a:cubicBezTo>
                  <a:cubicBezTo>
                    <a:pt x="231" y="7"/>
                    <a:pt x="231" y="7"/>
                    <a:pt x="231" y="7"/>
                  </a:cubicBezTo>
                  <a:cubicBezTo>
                    <a:pt x="227" y="7"/>
                    <a:pt x="227" y="7"/>
                    <a:pt x="227" y="7"/>
                  </a:cubicBezTo>
                  <a:cubicBezTo>
                    <a:pt x="214" y="11"/>
                    <a:pt x="214" y="11"/>
                    <a:pt x="214" y="11"/>
                  </a:cubicBezTo>
                  <a:cubicBezTo>
                    <a:pt x="205" y="1"/>
                    <a:pt x="205" y="1"/>
                    <a:pt x="205" y="1"/>
                  </a:cubicBezTo>
                  <a:cubicBezTo>
                    <a:pt x="201" y="0"/>
                    <a:pt x="201" y="0"/>
                    <a:pt x="201" y="0"/>
                  </a:cubicBezTo>
                  <a:cubicBezTo>
                    <a:pt x="198" y="4"/>
                    <a:pt x="198" y="4"/>
                    <a:pt x="198" y="4"/>
                  </a:cubicBezTo>
                  <a:cubicBezTo>
                    <a:pt x="202" y="11"/>
                    <a:pt x="202" y="11"/>
                    <a:pt x="202" y="11"/>
                  </a:cubicBezTo>
                  <a:cubicBezTo>
                    <a:pt x="203" y="13"/>
                    <a:pt x="203" y="13"/>
                    <a:pt x="203" y="13"/>
                  </a:cubicBezTo>
                  <a:cubicBezTo>
                    <a:pt x="196" y="27"/>
                    <a:pt x="196" y="27"/>
                    <a:pt x="196" y="27"/>
                  </a:cubicBezTo>
                  <a:cubicBezTo>
                    <a:pt x="196" y="27"/>
                    <a:pt x="196" y="27"/>
                    <a:pt x="196" y="27"/>
                  </a:cubicBezTo>
                  <a:cubicBezTo>
                    <a:pt x="196" y="28"/>
                    <a:pt x="196" y="28"/>
                    <a:pt x="196" y="28"/>
                  </a:cubicBezTo>
                  <a:cubicBezTo>
                    <a:pt x="195" y="28"/>
                    <a:pt x="195" y="28"/>
                    <a:pt x="195" y="28"/>
                  </a:cubicBezTo>
                  <a:cubicBezTo>
                    <a:pt x="183" y="42"/>
                    <a:pt x="183" y="42"/>
                    <a:pt x="183" y="42"/>
                  </a:cubicBezTo>
                  <a:cubicBezTo>
                    <a:pt x="182" y="42"/>
                    <a:pt x="182" y="42"/>
                    <a:pt x="182" y="42"/>
                  </a:cubicBezTo>
                  <a:cubicBezTo>
                    <a:pt x="180" y="42"/>
                    <a:pt x="180" y="42"/>
                    <a:pt x="180" y="42"/>
                  </a:cubicBezTo>
                  <a:cubicBezTo>
                    <a:pt x="161" y="45"/>
                    <a:pt x="161" y="45"/>
                    <a:pt x="161" y="45"/>
                  </a:cubicBezTo>
                  <a:lnTo>
                    <a:pt x="148" y="41"/>
                  </a:lnTo>
                  <a:close/>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56" name="Freeform 21"/>
            <p:cNvSpPr/>
            <p:nvPr/>
          </p:nvSpPr>
          <p:spPr bwMode="auto">
            <a:xfrm>
              <a:off x="4085128" y="1940602"/>
              <a:ext cx="687942" cy="465192"/>
            </a:xfrm>
            <a:custGeom>
              <a:avLst/>
              <a:gdLst>
                <a:gd name="T0" fmla="*/ 80 w 462"/>
                <a:gd name="T1" fmla="*/ 4 h 313"/>
                <a:gd name="T2" fmla="*/ 62 w 462"/>
                <a:gd name="T3" fmla="*/ 9 h 313"/>
                <a:gd name="T4" fmla="*/ 58 w 462"/>
                <a:gd name="T5" fmla="*/ 16 h 313"/>
                <a:gd name="T6" fmla="*/ 49 w 462"/>
                <a:gd name="T7" fmla="*/ 29 h 313"/>
                <a:gd name="T8" fmla="*/ 35 w 462"/>
                <a:gd name="T9" fmla="*/ 40 h 313"/>
                <a:gd name="T10" fmla="*/ 17 w 462"/>
                <a:gd name="T11" fmla="*/ 29 h 313"/>
                <a:gd name="T12" fmla="*/ 0 w 462"/>
                <a:gd name="T13" fmla="*/ 33 h 313"/>
                <a:gd name="T14" fmla="*/ 26 w 462"/>
                <a:gd name="T15" fmla="*/ 51 h 313"/>
                <a:gd name="T16" fmla="*/ 28 w 462"/>
                <a:gd name="T17" fmla="*/ 53 h 313"/>
                <a:gd name="T18" fmla="*/ 31 w 462"/>
                <a:gd name="T19" fmla="*/ 89 h 313"/>
                <a:gd name="T20" fmla="*/ 51 w 462"/>
                <a:gd name="T21" fmla="*/ 129 h 313"/>
                <a:gd name="T22" fmla="*/ 64 w 462"/>
                <a:gd name="T23" fmla="*/ 116 h 313"/>
                <a:gd name="T24" fmla="*/ 83 w 462"/>
                <a:gd name="T25" fmla="*/ 112 h 313"/>
                <a:gd name="T26" fmla="*/ 91 w 462"/>
                <a:gd name="T27" fmla="*/ 129 h 313"/>
                <a:gd name="T28" fmla="*/ 107 w 462"/>
                <a:gd name="T29" fmla="*/ 151 h 313"/>
                <a:gd name="T30" fmla="*/ 106 w 462"/>
                <a:gd name="T31" fmla="*/ 167 h 313"/>
                <a:gd name="T32" fmla="*/ 109 w 462"/>
                <a:gd name="T33" fmla="*/ 188 h 313"/>
                <a:gd name="T34" fmla="*/ 128 w 462"/>
                <a:gd name="T35" fmla="*/ 177 h 313"/>
                <a:gd name="T36" fmla="*/ 152 w 462"/>
                <a:gd name="T37" fmla="*/ 184 h 313"/>
                <a:gd name="T38" fmla="*/ 166 w 462"/>
                <a:gd name="T39" fmla="*/ 196 h 313"/>
                <a:gd name="T40" fmla="*/ 180 w 462"/>
                <a:gd name="T41" fmla="*/ 186 h 313"/>
                <a:gd name="T42" fmla="*/ 199 w 462"/>
                <a:gd name="T43" fmla="*/ 195 h 313"/>
                <a:gd name="T44" fmla="*/ 206 w 462"/>
                <a:gd name="T45" fmla="*/ 219 h 313"/>
                <a:gd name="T46" fmla="*/ 226 w 462"/>
                <a:gd name="T47" fmla="*/ 235 h 313"/>
                <a:gd name="T48" fmla="*/ 235 w 462"/>
                <a:gd name="T49" fmla="*/ 284 h 313"/>
                <a:gd name="T50" fmla="*/ 248 w 462"/>
                <a:gd name="T51" fmla="*/ 287 h 313"/>
                <a:gd name="T52" fmla="*/ 273 w 462"/>
                <a:gd name="T53" fmla="*/ 281 h 313"/>
                <a:gd name="T54" fmla="*/ 364 w 462"/>
                <a:gd name="T55" fmla="*/ 264 h 313"/>
                <a:gd name="T56" fmla="*/ 332 w 462"/>
                <a:gd name="T57" fmla="*/ 222 h 313"/>
                <a:gd name="T58" fmla="*/ 390 w 462"/>
                <a:gd name="T59" fmla="*/ 195 h 313"/>
                <a:gd name="T60" fmla="*/ 407 w 462"/>
                <a:gd name="T61" fmla="*/ 146 h 313"/>
                <a:gd name="T62" fmla="*/ 422 w 462"/>
                <a:gd name="T63" fmla="*/ 143 h 313"/>
                <a:gd name="T64" fmla="*/ 426 w 462"/>
                <a:gd name="T65" fmla="*/ 144 h 313"/>
                <a:gd name="T66" fmla="*/ 458 w 462"/>
                <a:gd name="T67" fmla="*/ 163 h 313"/>
                <a:gd name="T68" fmla="*/ 442 w 462"/>
                <a:gd name="T69" fmla="*/ 147 h 313"/>
                <a:gd name="T70" fmla="*/ 452 w 462"/>
                <a:gd name="T71" fmla="*/ 108 h 313"/>
                <a:gd name="T72" fmla="*/ 422 w 462"/>
                <a:gd name="T73" fmla="*/ 94 h 313"/>
                <a:gd name="T74" fmla="*/ 413 w 462"/>
                <a:gd name="T75" fmla="*/ 93 h 313"/>
                <a:gd name="T76" fmla="*/ 402 w 462"/>
                <a:gd name="T77" fmla="*/ 94 h 313"/>
                <a:gd name="T78" fmla="*/ 384 w 462"/>
                <a:gd name="T79" fmla="*/ 94 h 313"/>
                <a:gd name="T80" fmla="*/ 382 w 462"/>
                <a:gd name="T81" fmla="*/ 118 h 313"/>
                <a:gd name="T82" fmla="*/ 357 w 462"/>
                <a:gd name="T83" fmla="*/ 122 h 313"/>
                <a:gd name="T84" fmla="*/ 322 w 462"/>
                <a:gd name="T85" fmla="*/ 91 h 313"/>
                <a:gd name="T86" fmla="*/ 314 w 462"/>
                <a:gd name="T87" fmla="*/ 75 h 313"/>
                <a:gd name="T88" fmla="*/ 317 w 462"/>
                <a:gd name="T89" fmla="*/ 85 h 313"/>
                <a:gd name="T90" fmla="*/ 307 w 462"/>
                <a:gd name="T91" fmla="*/ 103 h 313"/>
                <a:gd name="T92" fmla="*/ 288 w 462"/>
                <a:gd name="T93" fmla="*/ 95 h 313"/>
                <a:gd name="T94" fmla="*/ 273 w 462"/>
                <a:gd name="T95" fmla="*/ 71 h 313"/>
                <a:gd name="T96" fmla="*/ 255 w 462"/>
                <a:gd name="T97" fmla="*/ 71 h 313"/>
                <a:gd name="T98" fmla="*/ 248 w 462"/>
                <a:gd name="T99" fmla="*/ 58 h 313"/>
                <a:gd name="T100" fmla="*/ 217 w 462"/>
                <a:gd name="T101" fmla="*/ 58 h 313"/>
                <a:gd name="T102" fmla="*/ 201 w 462"/>
                <a:gd name="T103" fmla="*/ 56 h 313"/>
                <a:gd name="T104" fmla="*/ 188 w 462"/>
                <a:gd name="T105" fmla="*/ 34 h 313"/>
                <a:gd name="T106" fmla="*/ 166 w 462"/>
                <a:gd name="T107" fmla="*/ 39 h 313"/>
                <a:gd name="T108" fmla="*/ 130 w 462"/>
                <a:gd name="T109" fmla="*/ 49 h 313"/>
                <a:gd name="T110" fmla="*/ 103 w 462"/>
                <a:gd name="T111" fmla="*/ 35 h 3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462" h="313">
                  <a:moveTo>
                    <a:pt x="89" y="14"/>
                  </a:moveTo>
                  <a:cubicBezTo>
                    <a:pt x="86" y="0"/>
                    <a:pt x="86" y="0"/>
                    <a:pt x="86" y="0"/>
                  </a:cubicBezTo>
                  <a:cubicBezTo>
                    <a:pt x="80" y="4"/>
                    <a:pt x="80" y="4"/>
                    <a:pt x="80" y="4"/>
                  </a:cubicBezTo>
                  <a:cubicBezTo>
                    <a:pt x="79" y="4"/>
                    <a:pt x="79" y="4"/>
                    <a:pt x="79" y="4"/>
                  </a:cubicBezTo>
                  <a:cubicBezTo>
                    <a:pt x="62" y="10"/>
                    <a:pt x="62" y="10"/>
                    <a:pt x="62" y="10"/>
                  </a:cubicBezTo>
                  <a:cubicBezTo>
                    <a:pt x="62" y="9"/>
                    <a:pt x="62" y="9"/>
                    <a:pt x="62" y="9"/>
                  </a:cubicBezTo>
                  <a:cubicBezTo>
                    <a:pt x="59" y="8"/>
                    <a:pt x="59" y="8"/>
                    <a:pt x="59" y="8"/>
                  </a:cubicBezTo>
                  <a:cubicBezTo>
                    <a:pt x="59" y="15"/>
                    <a:pt x="59" y="15"/>
                    <a:pt x="59" y="15"/>
                  </a:cubicBezTo>
                  <a:cubicBezTo>
                    <a:pt x="58" y="16"/>
                    <a:pt x="58" y="16"/>
                    <a:pt x="58" y="16"/>
                  </a:cubicBezTo>
                  <a:cubicBezTo>
                    <a:pt x="50" y="29"/>
                    <a:pt x="50" y="29"/>
                    <a:pt x="50" y="29"/>
                  </a:cubicBezTo>
                  <a:cubicBezTo>
                    <a:pt x="49" y="29"/>
                    <a:pt x="49" y="29"/>
                    <a:pt x="49" y="29"/>
                  </a:cubicBezTo>
                  <a:cubicBezTo>
                    <a:pt x="49" y="29"/>
                    <a:pt x="49" y="29"/>
                    <a:pt x="49" y="29"/>
                  </a:cubicBezTo>
                  <a:cubicBezTo>
                    <a:pt x="49" y="29"/>
                    <a:pt x="49" y="29"/>
                    <a:pt x="49" y="29"/>
                  </a:cubicBezTo>
                  <a:cubicBezTo>
                    <a:pt x="36" y="40"/>
                    <a:pt x="36" y="40"/>
                    <a:pt x="36" y="40"/>
                  </a:cubicBezTo>
                  <a:cubicBezTo>
                    <a:pt x="35" y="40"/>
                    <a:pt x="35" y="40"/>
                    <a:pt x="35" y="40"/>
                  </a:cubicBezTo>
                  <a:cubicBezTo>
                    <a:pt x="35" y="41"/>
                    <a:pt x="35" y="41"/>
                    <a:pt x="35" y="41"/>
                  </a:cubicBezTo>
                  <a:cubicBezTo>
                    <a:pt x="33" y="40"/>
                    <a:pt x="33" y="40"/>
                    <a:pt x="33" y="40"/>
                  </a:cubicBezTo>
                  <a:cubicBezTo>
                    <a:pt x="24" y="36"/>
                    <a:pt x="19" y="32"/>
                    <a:pt x="17" y="29"/>
                  </a:cubicBezTo>
                  <a:cubicBezTo>
                    <a:pt x="16" y="27"/>
                    <a:pt x="15" y="27"/>
                    <a:pt x="14" y="27"/>
                  </a:cubicBezTo>
                  <a:cubicBezTo>
                    <a:pt x="5" y="28"/>
                    <a:pt x="5" y="28"/>
                    <a:pt x="5" y="28"/>
                  </a:cubicBezTo>
                  <a:cubicBezTo>
                    <a:pt x="0" y="33"/>
                    <a:pt x="0" y="33"/>
                    <a:pt x="0" y="33"/>
                  </a:cubicBezTo>
                  <a:cubicBezTo>
                    <a:pt x="14" y="46"/>
                    <a:pt x="14" y="46"/>
                    <a:pt x="14" y="46"/>
                  </a:cubicBezTo>
                  <a:cubicBezTo>
                    <a:pt x="26" y="51"/>
                    <a:pt x="26" y="51"/>
                    <a:pt x="26" y="51"/>
                  </a:cubicBezTo>
                  <a:cubicBezTo>
                    <a:pt x="26" y="51"/>
                    <a:pt x="26" y="51"/>
                    <a:pt x="26" y="51"/>
                  </a:cubicBezTo>
                  <a:cubicBezTo>
                    <a:pt x="27" y="51"/>
                    <a:pt x="27" y="51"/>
                    <a:pt x="27" y="51"/>
                  </a:cubicBezTo>
                  <a:cubicBezTo>
                    <a:pt x="28" y="53"/>
                    <a:pt x="28" y="53"/>
                    <a:pt x="28" y="53"/>
                  </a:cubicBezTo>
                  <a:cubicBezTo>
                    <a:pt x="28" y="53"/>
                    <a:pt x="28" y="53"/>
                    <a:pt x="28" y="53"/>
                  </a:cubicBezTo>
                  <a:cubicBezTo>
                    <a:pt x="30" y="67"/>
                    <a:pt x="30" y="67"/>
                    <a:pt x="30" y="67"/>
                  </a:cubicBezTo>
                  <a:cubicBezTo>
                    <a:pt x="31" y="67"/>
                    <a:pt x="31" y="67"/>
                    <a:pt x="31" y="67"/>
                  </a:cubicBezTo>
                  <a:cubicBezTo>
                    <a:pt x="31" y="89"/>
                    <a:pt x="31" y="89"/>
                    <a:pt x="31" y="89"/>
                  </a:cubicBezTo>
                  <a:cubicBezTo>
                    <a:pt x="33" y="101"/>
                    <a:pt x="33" y="101"/>
                    <a:pt x="33" y="101"/>
                  </a:cubicBezTo>
                  <a:cubicBezTo>
                    <a:pt x="42" y="120"/>
                    <a:pt x="42" y="120"/>
                    <a:pt x="42" y="120"/>
                  </a:cubicBezTo>
                  <a:cubicBezTo>
                    <a:pt x="51" y="129"/>
                    <a:pt x="51" y="129"/>
                    <a:pt x="51" y="129"/>
                  </a:cubicBezTo>
                  <a:cubicBezTo>
                    <a:pt x="59" y="124"/>
                    <a:pt x="59" y="124"/>
                    <a:pt x="59" y="124"/>
                  </a:cubicBezTo>
                  <a:cubicBezTo>
                    <a:pt x="64" y="117"/>
                    <a:pt x="64" y="117"/>
                    <a:pt x="64" y="117"/>
                  </a:cubicBezTo>
                  <a:cubicBezTo>
                    <a:pt x="64" y="116"/>
                    <a:pt x="64" y="116"/>
                    <a:pt x="64" y="116"/>
                  </a:cubicBezTo>
                  <a:cubicBezTo>
                    <a:pt x="65" y="116"/>
                    <a:pt x="65" y="116"/>
                    <a:pt x="65" y="116"/>
                  </a:cubicBezTo>
                  <a:cubicBezTo>
                    <a:pt x="75" y="104"/>
                    <a:pt x="75" y="104"/>
                    <a:pt x="75" y="104"/>
                  </a:cubicBezTo>
                  <a:cubicBezTo>
                    <a:pt x="83" y="112"/>
                    <a:pt x="83" y="112"/>
                    <a:pt x="83" y="112"/>
                  </a:cubicBezTo>
                  <a:cubicBezTo>
                    <a:pt x="83" y="113"/>
                    <a:pt x="83" y="113"/>
                    <a:pt x="83" y="113"/>
                  </a:cubicBezTo>
                  <a:cubicBezTo>
                    <a:pt x="83" y="113"/>
                    <a:pt x="83" y="113"/>
                    <a:pt x="83" y="113"/>
                  </a:cubicBezTo>
                  <a:cubicBezTo>
                    <a:pt x="91" y="129"/>
                    <a:pt x="91" y="129"/>
                    <a:pt x="91" y="129"/>
                  </a:cubicBezTo>
                  <a:cubicBezTo>
                    <a:pt x="102" y="133"/>
                    <a:pt x="102" y="133"/>
                    <a:pt x="102" y="133"/>
                  </a:cubicBezTo>
                  <a:cubicBezTo>
                    <a:pt x="107" y="150"/>
                    <a:pt x="107" y="150"/>
                    <a:pt x="107" y="150"/>
                  </a:cubicBezTo>
                  <a:cubicBezTo>
                    <a:pt x="107" y="151"/>
                    <a:pt x="107" y="151"/>
                    <a:pt x="107" y="151"/>
                  </a:cubicBezTo>
                  <a:cubicBezTo>
                    <a:pt x="107" y="151"/>
                    <a:pt x="107" y="151"/>
                    <a:pt x="107" y="151"/>
                  </a:cubicBezTo>
                  <a:cubicBezTo>
                    <a:pt x="106" y="167"/>
                    <a:pt x="106" y="167"/>
                    <a:pt x="106" y="167"/>
                  </a:cubicBezTo>
                  <a:cubicBezTo>
                    <a:pt x="106" y="167"/>
                    <a:pt x="106" y="167"/>
                    <a:pt x="106" y="167"/>
                  </a:cubicBezTo>
                  <a:cubicBezTo>
                    <a:pt x="106" y="167"/>
                    <a:pt x="106" y="167"/>
                    <a:pt x="106" y="167"/>
                  </a:cubicBezTo>
                  <a:cubicBezTo>
                    <a:pt x="102" y="181"/>
                    <a:pt x="102" y="181"/>
                    <a:pt x="102" y="181"/>
                  </a:cubicBezTo>
                  <a:cubicBezTo>
                    <a:pt x="109" y="188"/>
                    <a:pt x="109" y="188"/>
                    <a:pt x="109" y="188"/>
                  </a:cubicBezTo>
                  <a:cubicBezTo>
                    <a:pt x="117" y="184"/>
                    <a:pt x="117" y="184"/>
                    <a:pt x="117" y="184"/>
                  </a:cubicBezTo>
                  <a:cubicBezTo>
                    <a:pt x="126" y="175"/>
                    <a:pt x="126" y="175"/>
                    <a:pt x="126" y="175"/>
                  </a:cubicBezTo>
                  <a:cubicBezTo>
                    <a:pt x="128" y="177"/>
                    <a:pt x="128" y="177"/>
                    <a:pt x="128" y="177"/>
                  </a:cubicBezTo>
                  <a:cubicBezTo>
                    <a:pt x="135" y="179"/>
                    <a:pt x="135" y="179"/>
                    <a:pt x="135" y="179"/>
                  </a:cubicBezTo>
                  <a:cubicBezTo>
                    <a:pt x="143" y="186"/>
                    <a:pt x="143" y="186"/>
                    <a:pt x="143" y="186"/>
                  </a:cubicBezTo>
                  <a:cubicBezTo>
                    <a:pt x="152" y="184"/>
                    <a:pt x="152" y="184"/>
                    <a:pt x="152" y="184"/>
                  </a:cubicBezTo>
                  <a:cubicBezTo>
                    <a:pt x="159" y="182"/>
                    <a:pt x="162" y="184"/>
                    <a:pt x="164" y="189"/>
                  </a:cubicBezTo>
                  <a:cubicBezTo>
                    <a:pt x="164" y="195"/>
                    <a:pt x="164" y="195"/>
                    <a:pt x="164" y="195"/>
                  </a:cubicBezTo>
                  <a:cubicBezTo>
                    <a:pt x="166" y="196"/>
                    <a:pt x="166" y="196"/>
                    <a:pt x="166" y="196"/>
                  </a:cubicBezTo>
                  <a:cubicBezTo>
                    <a:pt x="175" y="199"/>
                    <a:pt x="175" y="199"/>
                    <a:pt x="175" y="199"/>
                  </a:cubicBezTo>
                  <a:cubicBezTo>
                    <a:pt x="180" y="190"/>
                    <a:pt x="180" y="190"/>
                    <a:pt x="180" y="190"/>
                  </a:cubicBezTo>
                  <a:cubicBezTo>
                    <a:pt x="180" y="186"/>
                    <a:pt x="180" y="186"/>
                    <a:pt x="180" y="186"/>
                  </a:cubicBezTo>
                  <a:cubicBezTo>
                    <a:pt x="180" y="184"/>
                    <a:pt x="180" y="181"/>
                    <a:pt x="182" y="180"/>
                  </a:cubicBezTo>
                  <a:cubicBezTo>
                    <a:pt x="188" y="181"/>
                    <a:pt x="188" y="181"/>
                    <a:pt x="188" y="181"/>
                  </a:cubicBezTo>
                  <a:cubicBezTo>
                    <a:pt x="195" y="184"/>
                    <a:pt x="199" y="189"/>
                    <a:pt x="199" y="195"/>
                  </a:cubicBezTo>
                  <a:cubicBezTo>
                    <a:pt x="198" y="200"/>
                    <a:pt x="198" y="200"/>
                    <a:pt x="198" y="200"/>
                  </a:cubicBezTo>
                  <a:cubicBezTo>
                    <a:pt x="198" y="208"/>
                    <a:pt x="198" y="208"/>
                    <a:pt x="198" y="208"/>
                  </a:cubicBezTo>
                  <a:cubicBezTo>
                    <a:pt x="206" y="219"/>
                    <a:pt x="206" y="219"/>
                    <a:pt x="206" y="219"/>
                  </a:cubicBezTo>
                  <a:cubicBezTo>
                    <a:pt x="215" y="229"/>
                    <a:pt x="215" y="229"/>
                    <a:pt x="215" y="229"/>
                  </a:cubicBezTo>
                  <a:cubicBezTo>
                    <a:pt x="217" y="232"/>
                    <a:pt x="221" y="233"/>
                    <a:pt x="224" y="235"/>
                  </a:cubicBezTo>
                  <a:cubicBezTo>
                    <a:pt x="226" y="235"/>
                    <a:pt x="226" y="235"/>
                    <a:pt x="226" y="235"/>
                  </a:cubicBezTo>
                  <a:cubicBezTo>
                    <a:pt x="228" y="236"/>
                    <a:pt x="229" y="240"/>
                    <a:pt x="229" y="247"/>
                  </a:cubicBezTo>
                  <a:cubicBezTo>
                    <a:pt x="229" y="278"/>
                    <a:pt x="229" y="278"/>
                    <a:pt x="229" y="278"/>
                  </a:cubicBezTo>
                  <a:cubicBezTo>
                    <a:pt x="231" y="281"/>
                    <a:pt x="233" y="283"/>
                    <a:pt x="235" y="284"/>
                  </a:cubicBezTo>
                  <a:cubicBezTo>
                    <a:pt x="236" y="284"/>
                    <a:pt x="236" y="284"/>
                    <a:pt x="236" y="284"/>
                  </a:cubicBezTo>
                  <a:cubicBezTo>
                    <a:pt x="240" y="282"/>
                    <a:pt x="243" y="282"/>
                    <a:pt x="246" y="286"/>
                  </a:cubicBezTo>
                  <a:cubicBezTo>
                    <a:pt x="248" y="287"/>
                    <a:pt x="248" y="287"/>
                    <a:pt x="248" y="287"/>
                  </a:cubicBezTo>
                  <a:cubicBezTo>
                    <a:pt x="252" y="288"/>
                    <a:pt x="255" y="291"/>
                    <a:pt x="255" y="296"/>
                  </a:cubicBezTo>
                  <a:cubicBezTo>
                    <a:pt x="257" y="313"/>
                    <a:pt x="257" y="313"/>
                    <a:pt x="257" y="313"/>
                  </a:cubicBezTo>
                  <a:cubicBezTo>
                    <a:pt x="273" y="281"/>
                    <a:pt x="273" y="281"/>
                    <a:pt x="273" y="281"/>
                  </a:cubicBezTo>
                  <a:cubicBezTo>
                    <a:pt x="277" y="264"/>
                    <a:pt x="283" y="253"/>
                    <a:pt x="291" y="252"/>
                  </a:cubicBezTo>
                  <a:cubicBezTo>
                    <a:pt x="297" y="250"/>
                    <a:pt x="306" y="253"/>
                    <a:pt x="319" y="260"/>
                  </a:cubicBezTo>
                  <a:cubicBezTo>
                    <a:pt x="364" y="264"/>
                    <a:pt x="364" y="264"/>
                    <a:pt x="364" y="264"/>
                  </a:cubicBezTo>
                  <a:cubicBezTo>
                    <a:pt x="365" y="254"/>
                    <a:pt x="365" y="254"/>
                    <a:pt x="365" y="254"/>
                  </a:cubicBezTo>
                  <a:cubicBezTo>
                    <a:pt x="344" y="234"/>
                    <a:pt x="344" y="234"/>
                    <a:pt x="344" y="234"/>
                  </a:cubicBezTo>
                  <a:cubicBezTo>
                    <a:pt x="335" y="229"/>
                    <a:pt x="331" y="224"/>
                    <a:pt x="332" y="222"/>
                  </a:cubicBezTo>
                  <a:cubicBezTo>
                    <a:pt x="348" y="222"/>
                    <a:pt x="348" y="222"/>
                    <a:pt x="348" y="222"/>
                  </a:cubicBezTo>
                  <a:cubicBezTo>
                    <a:pt x="362" y="227"/>
                    <a:pt x="376" y="219"/>
                    <a:pt x="389" y="195"/>
                  </a:cubicBezTo>
                  <a:cubicBezTo>
                    <a:pt x="390" y="195"/>
                    <a:pt x="390" y="195"/>
                    <a:pt x="390" y="195"/>
                  </a:cubicBezTo>
                  <a:cubicBezTo>
                    <a:pt x="405" y="181"/>
                    <a:pt x="405" y="181"/>
                    <a:pt x="405" y="181"/>
                  </a:cubicBezTo>
                  <a:cubicBezTo>
                    <a:pt x="407" y="149"/>
                    <a:pt x="407" y="149"/>
                    <a:pt x="407" y="149"/>
                  </a:cubicBezTo>
                  <a:cubicBezTo>
                    <a:pt x="407" y="146"/>
                    <a:pt x="407" y="146"/>
                    <a:pt x="407" y="146"/>
                  </a:cubicBezTo>
                  <a:cubicBezTo>
                    <a:pt x="409" y="146"/>
                    <a:pt x="409" y="146"/>
                    <a:pt x="409" y="146"/>
                  </a:cubicBezTo>
                  <a:cubicBezTo>
                    <a:pt x="411" y="146"/>
                    <a:pt x="411" y="146"/>
                    <a:pt x="411" y="146"/>
                  </a:cubicBezTo>
                  <a:cubicBezTo>
                    <a:pt x="422" y="143"/>
                    <a:pt x="422" y="143"/>
                    <a:pt x="422" y="143"/>
                  </a:cubicBezTo>
                  <a:cubicBezTo>
                    <a:pt x="424" y="143"/>
                    <a:pt x="424" y="143"/>
                    <a:pt x="424" y="143"/>
                  </a:cubicBezTo>
                  <a:cubicBezTo>
                    <a:pt x="426" y="144"/>
                    <a:pt x="426" y="144"/>
                    <a:pt x="426" y="144"/>
                  </a:cubicBezTo>
                  <a:cubicBezTo>
                    <a:pt x="426" y="144"/>
                    <a:pt x="426" y="144"/>
                    <a:pt x="426" y="144"/>
                  </a:cubicBezTo>
                  <a:cubicBezTo>
                    <a:pt x="450" y="170"/>
                    <a:pt x="450" y="170"/>
                    <a:pt x="450" y="170"/>
                  </a:cubicBezTo>
                  <a:cubicBezTo>
                    <a:pt x="457" y="167"/>
                    <a:pt x="457" y="167"/>
                    <a:pt x="457" y="167"/>
                  </a:cubicBezTo>
                  <a:cubicBezTo>
                    <a:pt x="458" y="163"/>
                    <a:pt x="458" y="163"/>
                    <a:pt x="458" y="163"/>
                  </a:cubicBezTo>
                  <a:cubicBezTo>
                    <a:pt x="445" y="151"/>
                    <a:pt x="445" y="151"/>
                    <a:pt x="445" y="151"/>
                  </a:cubicBezTo>
                  <a:cubicBezTo>
                    <a:pt x="443" y="149"/>
                    <a:pt x="443" y="149"/>
                    <a:pt x="443" y="149"/>
                  </a:cubicBezTo>
                  <a:cubicBezTo>
                    <a:pt x="442" y="147"/>
                    <a:pt x="442" y="147"/>
                    <a:pt x="442" y="147"/>
                  </a:cubicBezTo>
                  <a:cubicBezTo>
                    <a:pt x="462" y="135"/>
                    <a:pt x="462" y="135"/>
                    <a:pt x="462" y="135"/>
                  </a:cubicBezTo>
                  <a:cubicBezTo>
                    <a:pt x="460" y="107"/>
                    <a:pt x="460" y="107"/>
                    <a:pt x="460" y="107"/>
                  </a:cubicBezTo>
                  <a:cubicBezTo>
                    <a:pt x="452" y="108"/>
                    <a:pt x="452" y="108"/>
                    <a:pt x="452" y="108"/>
                  </a:cubicBezTo>
                  <a:cubicBezTo>
                    <a:pt x="451" y="108"/>
                    <a:pt x="451" y="108"/>
                    <a:pt x="451" y="108"/>
                  </a:cubicBezTo>
                  <a:cubicBezTo>
                    <a:pt x="440" y="102"/>
                    <a:pt x="440" y="102"/>
                    <a:pt x="440" y="102"/>
                  </a:cubicBezTo>
                  <a:cubicBezTo>
                    <a:pt x="436" y="102"/>
                    <a:pt x="431" y="99"/>
                    <a:pt x="422" y="94"/>
                  </a:cubicBezTo>
                  <a:cubicBezTo>
                    <a:pt x="418" y="92"/>
                    <a:pt x="415" y="90"/>
                    <a:pt x="415" y="87"/>
                  </a:cubicBezTo>
                  <a:cubicBezTo>
                    <a:pt x="415" y="88"/>
                    <a:pt x="415" y="88"/>
                    <a:pt x="415" y="88"/>
                  </a:cubicBezTo>
                  <a:cubicBezTo>
                    <a:pt x="415" y="91"/>
                    <a:pt x="415" y="92"/>
                    <a:pt x="413" y="93"/>
                  </a:cubicBezTo>
                  <a:cubicBezTo>
                    <a:pt x="411" y="94"/>
                    <a:pt x="408" y="95"/>
                    <a:pt x="404" y="95"/>
                  </a:cubicBezTo>
                  <a:cubicBezTo>
                    <a:pt x="403" y="95"/>
                    <a:pt x="403" y="95"/>
                    <a:pt x="403" y="95"/>
                  </a:cubicBezTo>
                  <a:cubicBezTo>
                    <a:pt x="402" y="94"/>
                    <a:pt x="402" y="94"/>
                    <a:pt x="402" y="94"/>
                  </a:cubicBezTo>
                  <a:cubicBezTo>
                    <a:pt x="402" y="94"/>
                    <a:pt x="402" y="94"/>
                    <a:pt x="402" y="94"/>
                  </a:cubicBezTo>
                  <a:cubicBezTo>
                    <a:pt x="392" y="87"/>
                    <a:pt x="392" y="87"/>
                    <a:pt x="392" y="87"/>
                  </a:cubicBezTo>
                  <a:cubicBezTo>
                    <a:pt x="384" y="94"/>
                    <a:pt x="384" y="94"/>
                    <a:pt x="384" y="94"/>
                  </a:cubicBezTo>
                  <a:cubicBezTo>
                    <a:pt x="379" y="98"/>
                    <a:pt x="377" y="100"/>
                    <a:pt x="377" y="103"/>
                  </a:cubicBezTo>
                  <a:cubicBezTo>
                    <a:pt x="381" y="112"/>
                    <a:pt x="381" y="112"/>
                    <a:pt x="381" y="112"/>
                  </a:cubicBezTo>
                  <a:cubicBezTo>
                    <a:pt x="383" y="115"/>
                    <a:pt x="383" y="116"/>
                    <a:pt x="382" y="118"/>
                  </a:cubicBezTo>
                  <a:cubicBezTo>
                    <a:pt x="381" y="120"/>
                    <a:pt x="377" y="122"/>
                    <a:pt x="373" y="123"/>
                  </a:cubicBezTo>
                  <a:cubicBezTo>
                    <a:pt x="368" y="125"/>
                    <a:pt x="368" y="125"/>
                    <a:pt x="368" y="125"/>
                  </a:cubicBezTo>
                  <a:cubicBezTo>
                    <a:pt x="364" y="127"/>
                    <a:pt x="360" y="126"/>
                    <a:pt x="357" y="122"/>
                  </a:cubicBezTo>
                  <a:cubicBezTo>
                    <a:pt x="355" y="120"/>
                    <a:pt x="355" y="120"/>
                    <a:pt x="355" y="120"/>
                  </a:cubicBezTo>
                  <a:cubicBezTo>
                    <a:pt x="337" y="102"/>
                    <a:pt x="337" y="102"/>
                    <a:pt x="337" y="102"/>
                  </a:cubicBezTo>
                  <a:cubicBezTo>
                    <a:pt x="329" y="99"/>
                    <a:pt x="324" y="95"/>
                    <a:pt x="322" y="91"/>
                  </a:cubicBezTo>
                  <a:cubicBezTo>
                    <a:pt x="321" y="89"/>
                    <a:pt x="320" y="87"/>
                    <a:pt x="321" y="86"/>
                  </a:cubicBezTo>
                  <a:cubicBezTo>
                    <a:pt x="320" y="80"/>
                    <a:pt x="319" y="75"/>
                    <a:pt x="317" y="73"/>
                  </a:cubicBezTo>
                  <a:cubicBezTo>
                    <a:pt x="314" y="75"/>
                    <a:pt x="314" y="75"/>
                    <a:pt x="314" y="75"/>
                  </a:cubicBezTo>
                  <a:cubicBezTo>
                    <a:pt x="313" y="77"/>
                    <a:pt x="313" y="77"/>
                    <a:pt x="313" y="77"/>
                  </a:cubicBezTo>
                  <a:cubicBezTo>
                    <a:pt x="313" y="79"/>
                    <a:pt x="314" y="81"/>
                    <a:pt x="316" y="84"/>
                  </a:cubicBezTo>
                  <a:cubicBezTo>
                    <a:pt x="317" y="85"/>
                    <a:pt x="317" y="85"/>
                    <a:pt x="317" y="85"/>
                  </a:cubicBezTo>
                  <a:cubicBezTo>
                    <a:pt x="317" y="86"/>
                    <a:pt x="317" y="86"/>
                    <a:pt x="317" y="86"/>
                  </a:cubicBezTo>
                  <a:cubicBezTo>
                    <a:pt x="317" y="87"/>
                    <a:pt x="317" y="87"/>
                    <a:pt x="317" y="87"/>
                  </a:cubicBezTo>
                  <a:cubicBezTo>
                    <a:pt x="307" y="103"/>
                    <a:pt x="307" y="103"/>
                    <a:pt x="307" y="103"/>
                  </a:cubicBezTo>
                  <a:cubicBezTo>
                    <a:pt x="291" y="100"/>
                    <a:pt x="291" y="100"/>
                    <a:pt x="291" y="100"/>
                  </a:cubicBezTo>
                  <a:cubicBezTo>
                    <a:pt x="288" y="98"/>
                    <a:pt x="288" y="98"/>
                    <a:pt x="288" y="98"/>
                  </a:cubicBezTo>
                  <a:cubicBezTo>
                    <a:pt x="288" y="95"/>
                    <a:pt x="288" y="95"/>
                    <a:pt x="288" y="95"/>
                  </a:cubicBezTo>
                  <a:cubicBezTo>
                    <a:pt x="289" y="93"/>
                    <a:pt x="289" y="89"/>
                    <a:pt x="288" y="86"/>
                  </a:cubicBezTo>
                  <a:cubicBezTo>
                    <a:pt x="286" y="80"/>
                    <a:pt x="286" y="80"/>
                    <a:pt x="286" y="80"/>
                  </a:cubicBezTo>
                  <a:cubicBezTo>
                    <a:pt x="273" y="71"/>
                    <a:pt x="273" y="71"/>
                    <a:pt x="273" y="71"/>
                  </a:cubicBezTo>
                  <a:cubicBezTo>
                    <a:pt x="272" y="70"/>
                    <a:pt x="272" y="70"/>
                    <a:pt x="272" y="70"/>
                  </a:cubicBezTo>
                  <a:cubicBezTo>
                    <a:pt x="271" y="72"/>
                    <a:pt x="269" y="72"/>
                    <a:pt x="268" y="73"/>
                  </a:cubicBezTo>
                  <a:cubicBezTo>
                    <a:pt x="255" y="71"/>
                    <a:pt x="255" y="71"/>
                    <a:pt x="255" y="71"/>
                  </a:cubicBezTo>
                  <a:cubicBezTo>
                    <a:pt x="251" y="71"/>
                    <a:pt x="248" y="70"/>
                    <a:pt x="247" y="67"/>
                  </a:cubicBezTo>
                  <a:cubicBezTo>
                    <a:pt x="246" y="66"/>
                    <a:pt x="246" y="63"/>
                    <a:pt x="248" y="60"/>
                  </a:cubicBezTo>
                  <a:cubicBezTo>
                    <a:pt x="248" y="58"/>
                    <a:pt x="248" y="58"/>
                    <a:pt x="248" y="58"/>
                  </a:cubicBezTo>
                  <a:cubicBezTo>
                    <a:pt x="243" y="48"/>
                    <a:pt x="243" y="48"/>
                    <a:pt x="243" y="48"/>
                  </a:cubicBezTo>
                  <a:cubicBezTo>
                    <a:pt x="219" y="49"/>
                    <a:pt x="219" y="49"/>
                    <a:pt x="219" y="49"/>
                  </a:cubicBezTo>
                  <a:cubicBezTo>
                    <a:pt x="220" y="53"/>
                    <a:pt x="219" y="55"/>
                    <a:pt x="217" y="58"/>
                  </a:cubicBezTo>
                  <a:cubicBezTo>
                    <a:pt x="217" y="60"/>
                    <a:pt x="214" y="60"/>
                    <a:pt x="212" y="60"/>
                  </a:cubicBezTo>
                  <a:cubicBezTo>
                    <a:pt x="208" y="62"/>
                    <a:pt x="204" y="60"/>
                    <a:pt x="201" y="57"/>
                  </a:cubicBezTo>
                  <a:cubicBezTo>
                    <a:pt x="201" y="56"/>
                    <a:pt x="201" y="56"/>
                    <a:pt x="201" y="56"/>
                  </a:cubicBezTo>
                  <a:cubicBezTo>
                    <a:pt x="200" y="56"/>
                    <a:pt x="200" y="56"/>
                    <a:pt x="200" y="56"/>
                  </a:cubicBezTo>
                  <a:cubicBezTo>
                    <a:pt x="195" y="50"/>
                    <a:pt x="193" y="45"/>
                    <a:pt x="193" y="41"/>
                  </a:cubicBezTo>
                  <a:cubicBezTo>
                    <a:pt x="188" y="34"/>
                    <a:pt x="188" y="34"/>
                    <a:pt x="188" y="34"/>
                  </a:cubicBezTo>
                  <a:cubicBezTo>
                    <a:pt x="181" y="39"/>
                    <a:pt x="181" y="39"/>
                    <a:pt x="181" y="39"/>
                  </a:cubicBezTo>
                  <a:cubicBezTo>
                    <a:pt x="175" y="42"/>
                    <a:pt x="171" y="42"/>
                    <a:pt x="168" y="40"/>
                  </a:cubicBezTo>
                  <a:cubicBezTo>
                    <a:pt x="166" y="39"/>
                    <a:pt x="166" y="39"/>
                    <a:pt x="166" y="39"/>
                  </a:cubicBezTo>
                  <a:cubicBezTo>
                    <a:pt x="159" y="40"/>
                    <a:pt x="159" y="40"/>
                    <a:pt x="159" y="40"/>
                  </a:cubicBezTo>
                  <a:cubicBezTo>
                    <a:pt x="140" y="46"/>
                    <a:pt x="140" y="46"/>
                    <a:pt x="140" y="46"/>
                  </a:cubicBezTo>
                  <a:cubicBezTo>
                    <a:pt x="136" y="49"/>
                    <a:pt x="133" y="49"/>
                    <a:pt x="130" y="49"/>
                  </a:cubicBezTo>
                  <a:cubicBezTo>
                    <a:pt x="128" y="49"/>
                    <a:pt x="128" y="49"/>
                    <a:pt x="128" y="49"/>
                  </a:cubicBezTo>
                  <a:cubicBezTo>
                    <a:pt x="121" y="49"/>
                    <a:pt x="117" y="47"/>
                    <a:pt x="114" y="44"/>
                  </a:cubicBezTo>
                  <a:cubicBezTo>
                    <a:pt x="103" y="35"/>
                    <a:pt x="103" y="35"/>
                    <a:pt x="103" y="35"/>
                  </a:cubicBezTo>
                  <a:lnTo>
                    <a:pt x="89" y="14"/>
                  </a:lnTo>
                  <a:close/>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73" name="Freeform 22"/>
            <p:cNvSpPr/>
            <p:nvPr/>
          </p:nvSpPr>
          <p:spPr bwMode="auto">
            <a:xfrm>
              <a:off x="3937448" y="1274812"/>
              <a:ext cx="922999" cy="840545"/>
            </a:xfrm>
            <a:custGeom>
              <a:avLst/>
              <a:gdLst>
                <a:gd name="T0" fmla="*/ 609 w 621"/>
                <a:gd name="T1" fmla="*/ 262 h 565"/>
                <a:gd name="T2" fmla="*/ 597 w 621"/>
                <a:gd name="T3" fmla="*/ 205 h 565"/>
                <a:gd name="T4" fmla="*/ 542 w 621"/>
                <a:gd name="T5" fmla="*/ 262 h 565"/>
                <a:gd name="T6" fmla="*/ 533 w 621"/>
                <a:gd name="T7" fmla="*/ 279 h 565"/>
                <a:gd name="T8" fmla="*/ 462 w 621"/>
                <a:gd name="T9" fmla="*/ 291 h 565"/>
                <a:gd name="T10" fmla="*/ 446 w 621"/>
                <a:gd name="T11" fmla="*/ 262 h 565"/>
                <a:gd name="T12" fmla="*/ 428 w 621"/>
                <a:gd name="T13" fmla="*/ 245 h 565"/>
                <a:gd name="T14" fmla="*/ 406 w 621"/>
                <a:gd name="T15" fmla="*/ 226 h 565"/>
                <a:gd name="T16" fmla="*/ 290 w 621"/>
                <a:gd name="T17" fmla="*/ 204 h 565"/>
                <a:gd name="T18" fmla="*/ 222 w 621"/>
                <a:gd name="T19" fmla="*/ 98 h 565"/>
                <a:gd name="T20" fmla="*/ 93 w 621"/>
                <a:gd name="T21" fmla="*/ 14 h 565"/>
                <a:gd name="T22" fmla="*/ 7 w 621"/>
                <a:gd name="T23" fmla="*/ 24 h 565"/>
                <a:gd name="T24" fmla="*/ 8 w 621"/>
                <a:gd name="T25" fmla="*/ 35 h 565"/>
                <a:gd name="T26" fmla="*/ 2 w 621"/>
                <a:gd name="T27" fmla="*/ 48 h 565"/>
                <a:gd name="T28" fmla="*/ 9 w 621"/>
                <a:gd name="T29" fmla="*/ 78 h 565"/>
                <a:gd name="T30" fmla="*/ 36 w 621"/>
                <a:gd name="T31" fmla="*/ 64 h 565"/>
                <a:gd name="T32" fmla="*/ 65 w 621"/>
                <a:gd name="T33" fmla="*/ 85 h 565"/>
                <a:gd name="T34" fmla="*/ 104 w 621"/>
                <a:gd name="T35" fmla="*/ 132 h 565"/>
                <a:gd name="T36" fmla="*/ 128 w 621"/>
                <a:gd name="T37" fmla="*/ 113 h 565"/>
                <a:gd name="T38" fmla="*/ 183 w 621"/>
                <a:gd name="T39" fmla="*/ 97 h 565"/>
                <a:gd name="T40" fmla="*/ 204 w 621"/>
                <a:gd name="T41" fmla="*/ 138 h 565"/>
                <a:gd name="T42" fmla="*/ 206 w 621"/>
                <a:gd name="T43" fmla="*/ 174 h 565"/>
                <a:gd name="T44" fmla="*/ 207 w 621"/>
                <a:gd name="T45" fmla="*/ 238 h 565"/>
                <a:gd name="T46" fmla="*/ 193 w 621"/>
                <a:gd name="T47" fmla="*/ 257 h 565"/>
                <a:gd name="T48" fmla="*/ 197 w 621"/>
                <a:gd name="T49" fmla="*/ 289 h 565"/>
                <a:gd name="T50" fmla="*/ 177 w 621"/>
                <a:gd name="T51" fmla="*/ 317 h 565"/>
                <a:gd name="T52" fmla="*/ 146 w 621"/>
                <a:gd name="T53" fmla="*/ 350 h 565"/>
                <a:gd name="T54" fmla="*/ 134 w 621"/>
                <a:gd name="T55" fmla="*/ 360 h 565"/>
                <a:gd name="T56" fmla="*/ 124 w 621"/>
                <a:gd name="T57" fmla="*/ 388 h 565"/>
                <a:gd name="T58" fmla="*/ 153 w 621"/>
                <a:gd name="T59" fmla="*/ 414 h 565"/>
                <a:gd name="T60" fmla="*/ 162 w 621"/>
                <a:gd name="T61" fmla="*/ 448 h 565"/>
                <a:gd name="T62" fmla="*/ 196 w 621"/>
                <a:gd name="T63" fmla="*/ 458 h 565"/>
                <a:gd name="T64" fmla="*/ 219 w 621"/>
                <a:gd name="T65" fmla="*/ 486 h 565"/>
                <a:gd name="T66" fmla="*/ 252 w 621"/>
                <a:gd name="T67" fmla="*/ 481 h 565"/>
                <a:gd name="T68" fmla="*/ 286 w 621"/>
                <a:gd name="T69" fmla="*/ 472 h 565"/>
                <a:gd name="T70" fmla="*/ 291 w 621"/>
                <a:gd name="T71" fmla="*/ 474 h 565"/>
                <a:gd name="T72" fmla="*/ 311 w 621"/>
                <a:gd name="T73" fmla="*/ 500 h 565"/>
                <a:gd name="T74" fmla="*/ 319 w 621"/>
                <a:gd name="T75" fmla="*/ 488 h 565"/>
                <a:gd name="T76" fmla="*/ 346 w 621"/>
                <a:gd name="T77" fmla="*/ 488 h 565"/>
                <a:gd name="T78" fmla="*/ 354 w 621"/>
                <a:gd name="T79" fmla="*/ 510 h 565"/>
                <a:gd name="T80" fmla="*/ 368 w 621"/>
                <a:gd name="T81" fmla="*/ 507 h 565"/>
                <a:gd name="T82" fmla="*/ 404 w 621"/>
                <a:gd name="T83" fmla="*/ 542 h 565"/>
                <a:gd name="T84" fmla="*/ 412 w 621"/>
                <a:gd name="T85" fmla="*/ 514 h 565"/>
                <a:gd name="T86" fmla="*/ 428 w 621"/>
                <a:gd name="T87" fmla="*/ 534 h 565"/>
                <a:gd name="T88" fmla="*/ 442 w 621"/>
                <a:gd name="T89" fmla="*/ 542 h 565"/>
                <a:gd name="T90" fmla="*/ 469 w 621"/>
                <a:gd name="T91" fmla="*/ 549 h 565"/>
                <a:gd name="T92" fmla="*/ 508 w 621"/>
                <a:gd name="T93" fmla="*/ 534 h 565"/>
                <a:gd name="T94" fmla="*/ 524 w 621"/>
                <a:gd name="T95" fmla="*/ 517 h 565"/>
                <a:gd name="T96" fmla="*/ 542 w 621"/>
                <a:gd name="T97" fmla="*/ 542 h 565"/>
                <a:gd name="T98" fmla="*/ 548 w 621"/>
                <a:gd name="T99" fmla="*/ 496 h 565"/>
                <a:gd name="T100" fmla="*/ 561 w 621"/>
                <a:gd name="T101" fmla="*/ 418 h 565"/>
                <a:gd name="T102" fmla="*/ 597 w 621"/>
                <a:gd name="T103" fmla="*/ 422 h 5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621" h="565">
                  <a:moveTo>
                    <a:pt x="618" y="331"/>
                  </a:moveTo>
                  <a:cubicBezTo>
                    <a:pt x="608" y="264"/>
                    <a:pt x="608" y="264"/>
                    <a:pt x="608" y="264"/>
                  </a:cubicBezTo>
                  <a:cubicBezTo>
                    <a:pt x="608" y="262"/>
                    <a:pt x="608" y="262"/>
                    <a:pt x="608" y="262"/>
                  </a:cubicBezTo>
                  <a:cubicBezTo>
                    <a:pt x="609" y="262"/>
                    <a:pt x="609" y="262"/>
                    <a:pt x="609" y="262"/>
                  </a:cubicBezTo>
                  <a:cubicBezTo>
                    <a:pt x="614" y="255"/>
                    <a:pt x="617" y="249"/>
                    <a:pt x="615" y="244"/>
                  </a:cubicBezTo>
                  <a:cubicBezTo>
                    <a:pt x="613" y="240"/>
                    <a:pt x="613" y="240"/>
                    <a:pt x="613" y="240"/>
                  </a:cubicBezTo>
                  <a:cubicBezTo>
                    <a:pt x="605" y="235"/>
                    <a:pt x="602" y="224"/>
                    <a:pt x="604" y="205"/>
                  </a:cubicBezTo>
                  <a:cubicBezTo>
                    <a:pt x="597" y="205"/>
                    <a:pt x="597" y="205"/>
                    <a:pt x="597" y="205"/>
                  </a:cubicBezTo>
                  <a:cubicBezTo>
                    <a:pt x="593" y="205"/>
                    <a:pt x="587" y="207"/>
                    <a:pt x="582" y="210"/>
                  </a:cubicBezTo>
                  <a:cubicBezTo>
                    <a:pt x="576" y="214"/>
                    <a:pt x="573" y="219"/>
                    <a:pt x="572" y="222"/>
                  </a:cubicBezTo>
                  <a:cubicBezTo>
                    <a:pt x="569" y="231"/>
                    <a:pt x="560" y="236"/>
                    <a:pt x="545" y="241"/>
                  </a:cubicBezTo>
                  <a:cubicBezTo>
                    <a:pt x="542" y="262"/>
                    <a:pt x="542" y="262"/>
                    <a:pt x="542" y="262"/>
                  </a:cubicBezTo>
                  <a:cubicBezTo>
                    <a:pt x="542" y="263"/>
                    <a:pt x="542" y="263"/>
                    <a:pt x="542" y="263"/>
                  </a:cubicBezTo>
                  <a:cubicBezTo>
                    <a:pt x="541" y="264"/>
                    <a:pt x="541" y="264"/>
                    <a:pt x="541" y="264"/>
                  </a:cubicBezTo>
                  <a:cubicBezTo>
                    <a:pt x="533" y="278"/>
                    <a:pt x="533" y="278"/>
                    <a:pt x="533" y="278"/>
                  </a:cubicBezTo>
                  <a:cubicBezTo>
                    <a:pt x="533" y="279"/>
                    <a:pt x="533" y="279"/>
                    <a:pt x="533" y="279"/>
                  </a:cubicBezTo>
                  <a:cubicBezTo>
                    <a:pt x="532" y="279"/>
                    <a:pt x="532" y="279"/>
                    <a:pt x="532" y="279"/>
                  </a:cubicBezTo>
                  <a:cubicBezTo>
                    <a:pt x="531" y="279"/>
                    <a:pt x="531" y="279"/>
                    <a:pt x="531" y="279"/>
                  </a:cubicBezTo>
                  <a:cubicBezTo>
                    <a:pt x="463" y="291"/>
                    <a:pt x="463" y="291"/>
                    <a:pt x="463" y="291"/>
                  </a:cubicBezTo>
                  <a:cubicBezTo>
                    <a:pt x="462" y="291"/>
                    <a:pt x="462" y="291"/>
                    <a:pt x="462" y="291"/>
                  </a:cubicBezTo>
                  <a:cubicBezTo>
                    <a:pt x="460" y="291"/>
                    <a:pt x="460" y="291"/>
                    <a:pt x="460" y="291"/>
                  </a:cubicBezTo>
                  <a:cubicBezTo>
                    <a:pt x="460" y="290"/>
                    <a:pt x="460" y="290"/>
                    <a:pt x="460" y="290"/>
                  </a:cubicBezTo>
                  <a:cubicBezTo>
                    <a:pt x="440" y="269"/>
                    <a:pt x="440" y="269"/>
                    <a:pt x="440" y="269"/>
                  </a:cubicBezTo>
                  <a:cubicBezTo>
                    <a:pt x="446" y="262"/>
                    <a:pt x="446" y="262"/>
                    <a:pt x="446" y="262"/>
                  </a:cubicBezTo>
                  <a:cubicBezTo>
                    <a:pt x="439" y="252"/>
                    <a:pt x="439" y="252"/>
                    <a:pt x="439" y="252"/>
                  </a:cubicBezTo>
                  <a:cubicBezTo>
                    <a:pt x="429" y="245"/>
                    <a:pt x="429" y="245"/>
                    <a:pt x="429" y="245"/>
                  </a:cubicBezTo>
                  <a:cubicBezTo>
                    <a:pt x="428" y="245"/>
                    <a:pt x="428" y="245"/>
                    <a:pt x="428" y="245"/>
                  </a:cubicBezTo>
                  <a:cubicBezTo>
                    <a:pt x="428" y="245"/>
                    <a:pt x="428" y="245"/>
                    <a:pt x="428" y="245"/>
                  </a:cubicBezTo>
                  <a:cubicBezTo>
                    <a:pt x="428" y="244"/>
                    <a:pt x="428" y="244"/>
                    <a:pt x="428" y="244"/>
                  </a:cubicBezTo>
                  <a:cubicBezTo>
                    <a:pt x="428" y="243"/>
                    <a:pt x="428" y="243"/>
                    <a:pt x="428" y="243"/>
                  </a:cubicBezTo>
                  <a:cubicBezTo>
                    <a:pt x="424" y="225"/>
                    <a:pt x="424" y="225"/>
                    <a:pt x="424" y="225"/>
                  </a:cubicBezTo>
                  <a:cubicBezTo>
                    <a:pt x="406" y="226"/>
                    <a:pt x="406" y="226"/>
                    <a:pt x="406" y="226"/>
                  </a:cubicBezTo>
                  <a:cubicBezTo>
                    <a:pt x="405" y="225"/>
                    <a:pt x="405" y="225"/>
                    <a:pt x="405" y="225"/>
                  </a:cubicBezTo>
                  <a:cubicBezTo>
                    <a:pt x="390" y="216"/>
                    <a:pt x="390" y="216"/>
                    <a:pt x="390" y="216"/>
                  </a:cubicBezTo>
                  <a:cubicBezTo>
                    <a:pt x="335" y="206"/>
                    <a:pt x="335" y="206"/>
                    <a:pt x="335" y="206"/>
                  </a:cubicBezTo>
                  <a:cubicBezTo>
                    <a:pt x="290" y="204"/>
                    <a:pt x="290" y="204"/>
                    <a:pt x="290" y="204"/>
                  </a:cubicBezTo>
                  <a:cubicBezTo>
                    <a:pt x="288" y="205"/>
                    <a:pt x="288" y="205"/>
                    <a:pt x="288" y="205"/>
                  </a:cubicBezTo>
                  <a:cubicBezTo>
                    <a:pt x="286" y="205"/>
                    <a:pt x="285" y="205"/>
                    <a:pt x="284" y="203"/>
                  </a:cubicBezTo>
                  <a:cubicBezTo>
                    <a:pt x="258" y="144"/>
                    <a:pt x="258" y="144"/>
                    <a:pt x="258" y="144"/>
                  </a:cubicBezTo>
                  <a:cubicBezTo>
                    <a:pt x="255" y="139"/>
                    <a:pt x="244" y="124"/>
                    <a:pt x="222" y="98"/>
                  </a:cubicBezTo>
                  <a:cubicBezTo>
                    <a:pt x="202" y="72"/>
                    <a:pt x="190" y="58"/>
                    <a:pt x="186" y="56"/>
                  </a:cubicBezTo>
                  <a:cubicBezTo>
                    <a:pt x="148" y="18"/>
                    <a:pt x="148" y="18"/>
                    <a:pt x="148" y="18"/>
                  </a:cubicBezTo>
                  <a:cubicBezTo>
                    <a:pt x="142" y="14"/>
                    <a:pt x="142" y="14"/>
                    <a:pt x="142" y="14"/>
                  </a:cubicBezTo>
                  <a:cubicBezTo>
                    <a:pt x="93" y="14"/>
                    <a:pt x="93" y="14"/>
                    <a:pt x="93" y="14"/>
                  </a:cubicBezTo>
                  <a:cubicBezTo>
                    <a:pt x="93" y="14"/>
                    <a:pt x="93" y="14"/>
                    <a:pt x="93" y="14"/>
                  </a:cubicBezTo>
                  <a:cubicBezTo>
                    <a:pt x="91" y="12"/>
                    <a:pt x="91" y="12"/>
                    <a:pt x="91" y="12"/>
                  </a:cubicBezTo>
                  <a:cubicBezTo>
                    <a:pt x="86" y="9"/>
                    <a:pt x="80" y="5"/>
                    <a:pt x="69" y="3"/>
                  </a:cubicBezTo>
                  <a:cubicBezTo>
                    <a:pt x="60" y="0"/>
                    <a:pt x="40" y="7"/>
                    <a:pt x="7" y="24"/>
                  </a:cubicBezTo>
                  <a:cubicBezTo>
                    <a:pt x="6" y="25"/>
                    <a:pt x="6" y="25"/>
                    <a:pt x="6" y="25"/>
                  </a:cubicBezTo>
                  <a:cubicBezTo>
                    <a:pt x="7" y="34"/>
                    <a:pt x="7" y="34"/>
                    <a:pt x="7" y="34"/>
                  </a:cubicBezTo>
                  <a:cubicBezTo>
                    <a:pt x="8" y="34"/>
                    <a:pt x="8" y="34"/>
                    <a:pt x="8" y="34"/>
                  </a:cubicBezTo>
                  <a:cubicBezTo>
                    <a:pt x="8" y="35"/>
                    <a:pt x="8" y="35"/>
                    <a:pt x="8" y="35"/>
                  </a:cubicBezTo>
                  <a:cubicBezTo>
                    <a:pt x="7" y="35"/>
                    <a:pt x="7" y="35"/>
                    <a:pt x="7" y="35"/>
                  </a:cubicBezTo>
                  <a:cubicBezTo>
                    <a:pt x="7" y="36"/>
                    <a:pt x="7" y="36"/>
                    <a:pt x="7" y="36"/>
                  </a:cubicBezTo>
                  <a:cubicBezTo>
                    <a:pt x="2" y="47"/>
                    <a:pt x="2" y="47"/>
                    <a:pt x="2" y="47"/>
                  </a:cubicBezTo>
                  <a:cubicBezTo>
                    <a:pt x="2" y="48"/>
                    <a:pt x="2" y="48"/>
                    <a:pt x="2" y="48"/>
                  </a:cubicBezTo>
                  <a:cubicBezTo>
                    <a:pt x="1" y="48"/>
                    <a:pt x="1" y="48"/>
                    <a:pt x="1" y="48"/>
                  </a:cubicBezTo>
                  <a:cubicBezTo>
                    <a:pt x="0" y="56"/>
                    <a:pt x="0" y="56"/>
                    <a:pt x="0" y="56"/>
                  </a:cubicBezTo>
                  <a:cubicBezTo>
                    <a:pt x="0" y="62"/>
                    <a:pt x="2" y="69"/>
                    <a:pt x="4" y="74"/>
                  </a:cubicBezTo>
                  <a:cubicBezTo>
                    <a:pt x="9" y="78"/>
                    <a:pt x="9" y="78"/>
                    <a:pt x="9" y="78"/>
                  </a:cubicBezTo>
                  <a:cubicBezTo>
                    <a:pt x="19" y="77"/>
                    <a:pt x="19" y="77"/>
                    <a:pt x="19" y="77"/>
                  </a:cubicBezTo>
                  <a:cubicBezTo>
                    <a:pt x="28" y="79"/>
                    <a:pt x="28" y="79"/>
                    <a:pt x="28" y="79"/>
                  </a:cubicBezTo>
                  <a:cubicBezTo>
                    <a:pt x="31" y="76"/>
                    <a:pt x="31" y="76"/>
                    <a:pt x="31" y="76"/>
                  </a:cubicBezTo>
                  <a:cubicBezTo>
                    <a:pt x="31" y="70"/>
                    <a:pt x="33" y="65"/>
                    <a:pt x="36" y="64"/>
                  </a:cubicBezTo>
                  <a:cubicBezTo>
                    <a:pt x="43" y="64"/>
                    <a:pt x="43" y="64"/>
                    <a:pt x="43" y="64"/>
                  </a:cubicBezTo>
                  <a:cubicBezTo>
                    <a:pt x="67" y="71"/>
                    <a:pt x="67" y="71"/>
                    <a:pt x="67" y="71"/>
                  </a:cubicBezTo>
                  <a:cubicBezTo>
                    <a:pt x="73" y="71"/>
                    <a:pt x="73" y="71"/>
                    <a:pt x="73" y="71"/>
                  </a:cubicBezTo>
                  <a:cubicBezTo>
                    <a:pt x="65" y="85"/>
                    <a:pt x="65" y="85"/>
                    <a:pt x="65" y="85"/>
                  </a:cubicBezTo>
                  <a:cubicBezTo>
                    <a:pt x="65" y="100"/>
                    <a:pt x="65" y="100"/>
                    <a:pt x="65" y="100"/>
                  </a:cubicBezTo>
                  <a:cubicBezTo>
                    <a:pt x="65" y="104"/>
                    <a:pt x="71" y="112"/>
                    <a:pt x="84" y="124"/>
                  </a:cubicBezTo>
                  <a:cubicBezTo>
                    <a:pt x="91" y="129"/>
                    <a:pt x="96" y="132"/>
                    <a:pt x="100" y="133"/>
                  </a:cubicBezTo>
                  <a:cubicBezTo>
                    <a:pt x="104" y="132"/>
                    <a:pt x="104" y="132"/>
                    <a:pt x="104" y="132"/>
                  </a:cubicBezTo>
                  <a:cubicBezTo>
                    <a:pt x="107" y="131"/>
                    <a:pt x="107" y="131"/>
                    <a:pt x="107" y="131"/>
                  </a:cubicBezTo>
                  <a:cubicBezTo>
                    <a:pt x="119" y="119"/>
                    <a:pt x="119" y="119"/>
                    <a:pt x="119" y="119"/>
                  </a:cubicBezTo>
                  <a:cubicBezTo>
                    <a:pt x="128" y="114"/>
                    <a:pt x="128" y="114"/>
                    <a:pt x="128" y="114"/>
                  </a:cubicBezTo>
                  <a:cubicBezTo>
                    <a:pt x="128" y="113"/>
                    <a:pt x="128" y="113"/>
                    <a:pt x="128" y="113"/>
                  </a:cubicBezTo>
                  <a:cubicBezTo>
                    <a:pt x="146" y="110"/>
                    <a:pt x="146" y="110"/>
                    <a:pt x="146" y="110"/>
                  </a:cubicBezTo>
                  <a:cubicBezTo>
                    <a:pt x="152" y="98"/>
                    <a:pt x="152" y="98"/>
                    <a:pt x="152" y="98"/>
                  </a:cubicBezTo>
                  <a:cubicBezTo>
                    <a:pt x="169" y="89"/>
                    <a:pt x="169" y="89"/>
                    <a:pt x="169" y="89"/>
                  </a:cubicBezTo>
                  <a:cubicBezTo>
                    <a:pt x="183" y="97"/>
                    <a:pt x="183" y="97"/>
                    <a:pt x="183" y="97"/>
                  </a:cubicBezTo>
                  <a:cubicBezTo>
                    <a:pt x="183" y="98"/>
                    <a:pt x="183" y="98"/>
                    <a:pt x="183" y="98"/>
                  </a:cubicBezTo>
                  <a:cubicBezTo>
                    <a:pt x="184" y="98"/>
                    <a:pt x="184" y="98"/>
                    <a:pt x="184" y="98"/>
                  </a:cubicBezTo>
                  <a:cubicBezTo>
                    <a:pt x="198" y="122"/>
                    <a:pt x="198" y="122"/>
                    <a:pt x="198" y="122"/>
                  </a:cubicBezTo>
                  <a:cubicBezTo>
                    <a:pt x="204" y="138"/>
                    <a:pt x="204" y="138"/>
                    <a:pt x="204" y="138"/>
                  </a:cubicBezTo>
                  <a:cubicBezTo>
                    <a:pt x="204" y="140"/>
                    <a:pt x="204" y="140"/>
                    <a:pt x="204" y="140"/>
                  </a:cubicBezTo>
                  <a:cubicBezTo>
                    <a:pt x="201" y="159"/>
                    <a:pt x="201" y="159"/>
                    <a:pt x="201" y="159"/>
                  </a:cubicBezTo>
                  <a:cubicBezTo>
                    <a:pt x="206" y="172"/>
                    <a:pt x="206" y="172"/>
                    <a:pt x="206" y="172"/>
                  </a:cubicBezTo>
                  <a:cubicBezTo>
                    <a:pt x="206" y="174"/>
                    <a:pt x="206" y="174"/>
                    <a:pt x="206" y="174"/>
                  </a:cubicBezTo>
                  <a:cubicBezTo>
                    <a:pt x="202" y="189"/>
                    <a:pt x="202" y="189"/>
                    <a:pt x="202" y="189"/>
                  </a:cubicBezTo>
                  <a:cubicBezTo>
                    <a:pt x="202" y="203"/>
                    <a:pt x="202" y="203"/>
                    <a:pt x="202" y="203"/>
                  </a:cubicBezTo>
                  <a:cubicBezTo>
                    <a:pt x="206" y="216"/>
                    <a:pt x="209" y="224"/>
                    <a:pt x="209" y="226"/>
                  </a:cubicBezTo>
                  <a:cubicBezTo>
                    <a:pt x="207" y="238"/>
                    <a:pt x="207" y="238"/>
                    <a:pt x="207" y="238"/>
                  </a:cubicBezTo>
                  <a:cubicBezTo>
                    <a:pt x="207" y="238"/>
                    <a:pt x="207" y="238"/>
                    <a:pt x="207" y="238"/>
                  </a:cubicBezTo>
                  <a:cubicBezTo>
                    <a:pt x="200" y="248"/>
                    <a:pt x="200" y="248"/>
                    <a:pt x="200" y="248"/>
                  </a:cubicBezTo>
                  <a:cubicBezTo>
                    <a:pt x="200" y="249"/>
                    <a:pt x="200" y="249"/>
                    <a:pt x="200" y="249"/>
                  </a:cubicBezTo>
                  <a:cubicBezTo>
                    <a:pt x="193" y="257"/>
                    <a:pt x="193" y="257"/>
                    <a:pt x="193" y="257"/>
                  </a:cubicBezTo>
                  <a:cubicBezTo>
                    <a:pt x="193" y="272"/>
                    <a:pt x="193" y="272"/>
                    <a:pt x="193" y="272"/>
                  </a:cubicBezTo>
                  <a:cubicBezTo>
                    <a:pt x="197" y="288"/>
                    <a:pt x="197" y="288"/>
                    <a:pt x="197" y="288"/>
                  </a:cubicBezTo>
                  <a:cubicBezTo>
                    <a:pt x="197" y="289"/>
                    <a:pt x="197" y="289"/>
                    <a:pt x="197" y="289"/>
                  </a:cubicBezTo>
                  <a:cubicBezTo>
                    <a:pt x="197" y="289"/>
                    <a:pt x="197" y="289"/>
                    <a:pt x="197" y="289"/>
                  </a:cubicBezTo>
                  <a:cubicBezTo>
                    <a:pt x="193" y="314"/>
                    <a:pt x="193" y="314"/>
                    <a:pt x="193" y="314"/>
                  </a:cubicBezTo>
                  <a:cubicBezTo>
                    <a:pt x="189" y="317"/>
                    <a:pt x="189" y="317"/>
                    <a:pt x="189" y="317"/>
                  </a:cubicBezTo>
                  <a:cubicBezTo>
                    <a:pt x="186" y="319"/>
                    <a:pt x="183" y="319"/>
                    <a:pt x="179" y="317"/>
                  </a:cubicBezTo>
                  <a:cubicBezTo>
                    <a:pt x="177" y="317"/>
                    <a:pt x="177" y="317"/>
                    <a:pt x="177" y="317"/>
                  </a:cubicBezTo>
                  <a:cubicBezTo>
                    <a:pt x="171" y="310"/>
                    <a:pt x="171" y="310"/>
                    <a:pt x="171" y="310"/>
                  </a:cubicBezTo>
                  <a:cubicBezTo>
                    <a:pt x="164" y="312"/>
                    <a:pt x="164" y="312"/>
                    <a:pt x="164" y="312"/>
                  </a:cubicBezTo>
                  <a:cubicBezTo>
                    <a:pt x="155" y="322"/>
                    <a:pt x="155" y="322"/>
                    <a:pt x="155" y="322"/>
                  </a:cubicBezTo>
                  <a:cubicBezTo>
                    <a:pt x="146" y="350"/>
                    <a:pt x="146" y="350"/>
                    <a:pt x="146" y="350"/>
                  </a:cubicBezTo>
                  <a:cubicBezTo>
                    <a:pt x="146" y="351"/>
                    <a:pt x="146" y="351"/>
                    <a:pt x="146" y="351"/>
                  </a:cubicBezTo>
                  <a:cubicBezTo>
                    <a:pt x="145" y="351"/>
                    <a:pt x="145" y="351"/>
                    <a:pt x="145" y="351"/>
                  </a:cubicBezTo>
                  <a:cubicBezTo>
                    <a:pt x="135" y="360"/>
                    <a:pt x="135" y="360"/>
                    <a:pt x="135" y="360"/>
                  </a:cubicBezTo>
                  <a:cubicBezTo>
                    <a:pt x="134" y="360"/>
                    <a:pt x="134" y="360"/>
                    <a:pt x="134" y="360"/>
                  </a:cubicBezTo>
                  <a:cubicBezTo>
                    <a:pt x="129" y="360"/>
                    <a:pt x="129" y="360"/>
                    <a:pt x="129" y="360"/>
                  </a:cubicBezTo>
                  <a:cubicBezTo>
                    <a:pt x="117" y="376"/>
                    <a:pt x="117" y="376"/>
                    <a:pt x="117" y="376"/>
                  </a:cubicBezTo>
                  <a:cubicBezTo>
                    <a:pt x="123" y="387"/>
                    <a:pt x="123" y="387"/>
                    <a:pt x="123" y="387"/>
                  </a:cubicBezTo>
                  <a:cubicBezTo>
                    <a:pt x="124" y="388"/>
                    <a:pt x="124" y="388"/>
                    <a:pt x="124" y="388"/>
                  </a:cubicBezTo>
                  <a:cubicBezTo>
                    <a:pt x="138" y="405"/>
                    <a:pt x="138" y="405"/>
                    <a:pt x="138" y="405"/>
                  </a:cubicBezTo>
                  <a:cubicBezTo>
                    <a:pt x="138" y="406"/>
                    <a:pt x="138" y="406"/>
                    <a:pt x="138" y="406"/>
                  </a:cubicBezTo>
                  <a:cubicBezTo>
                    <a:pt x="138" y="411"/>
                    <a:pt x="138" y="411"/>
                    <a:pt x="138" y="411"/>
                  </a:cubicBezTo>
                  <a:cubicBezTo>
                    <a:pt x="153" y="414"/>
                    <a:pt x="153" y="414"/>
                    <a:pt x="153" y="414"/>
                  </a:cubicBezTo>
                  <a:cubicBezTo>
                    <a:pt x="156" y="427"/>
                    <a:pt x="156" y="427"/>
                    <a:pt x="156" y="427"/>
                  </a:cubicBezTo>
                  <a:cubicBezTo>
                    <a:pt x="156" y="428"/>
                    <a:pt x="156" y="428"/>
                    <a:pt x="156" y="428"/>
                  </a:cubicBezTo>
                  <a:cubicBezTo>
                    <a:pt x="158" y="445"/>
                    <a:pt x="158" y="445"/>
                    <a:pt x="158" y="445"/>
                  </a:cubicBezTo>
                  <a:cubicBezTo>
                    <a:pt x="162" y="448"/>
                    <a:pt x="162" y="448"/>
                    <a:pt x="162" y="448"/>
                  </a:cubicBezTo>
                  <a:cubicBezTo>
                    <a:pt x="176" y="444"/>
                    <a:pt x="176" y="444"/>
                    <a:pt x="176" y="444"/>
                  </a:cubicBezTo>
                  <a:cubicBezTo>
                    <a:pt x="189" y="436"/>
                    <a:pt x="189" y="436"/>
                    <a:pt x="189" y="436"/>
                  </a:cubicBezTo>
                  <a:cubicBezTo>
                    <a:pt x="191" y="435"/>
                    <a:pt x="191" y="435"/>
                    <a:pt x="191" y="435"/>
                  </a:cubicBezTo>
                  <a:cubicBezTo>
                    <a:pt x="196" y="458"/>
                    <a:pt x="196" y="458"/>
                    <a:pt x="196" y="458"/>
                  </a:cubicBezTo>
                  <a:cubicBezTo>
                    <a:pt x="202" y="467"/>
                    <a:pt x="202" y="467"/>
                    <a:pt x="202" y="467"/>
                  </a:cubicBezTo>
                  <a:cubicBezTo>
                    <a:pt x="204" y="468"/>
                    <a:pt x="204" y="468"/>
                    <a:pt x="204" y="468"/>
                  </a:cubicBezTo>
                  <a:cubicBezTo>
                    <a:pt x="209" y="478"/>
                    <a:pt x="209" y="478"/>
                    <a:pt x="209" y="478"/>
                  </a:cubicBezTo>
                  <a:cubicBezTo>
                    <a:pt x="219" y="486"/>
                    <a:pt x="219" y="486"/>
                    <a:pt x="219" y="486"/>
                  </a:cubicBezTo>
                  <a:cubicBezTo>
                    <a:pt x="220" y="488"/>
                    <a:pt x="224" y="488"/>
                    <a:pt x="227" y="488"/>
                  </a:cubicBezTo>
                  <a:cubicBezTo>
                    <a:pt x="231" y="489"/>
                    <a:pt x="231" y="489"/>
                    <a:pt x="231" y="489"/>
                  </a:cubicBezTo>
                  <a:cubicBezTo>
                    <a:pt x="237" y="486"/>
                    <a:pt x="237" y="486"/>
                    <a:pt x="237" y="486"/>
                  </a:cubicBezTo>
                  <a:cubicBezTo>
                    <a:pt x="242" y="484"/>
                    <a:pt x="246" y="482"/>
                    <a:pt x="252" y="481"/>
                  </a:cubicBezTo>
                  <a:cubicBezTo>
                    <a:pt x="256" y="479"/>
                    <a:pt x="256" y="479"/>
                    <a:pt x="256" y="479"/>
                  </a:cubicBezTo>
                  <a:cubicBezTo>
                    <a:pt x="266" y="478"/>
                    <a:pt x="266" y="478"/>
                    <a:pt x="266" y="478"/>
                  </a:cubicBezTo>
                  <a:cubicBezTo>
                    <a:pt x="269" y="478"/>
                    <a:pt x="271" y="479"/>
                    <a:pt x="273" y="481"/>
                  </a:cubicBezTo>
                  <a:cubicBezTo>
                    <a:pt x="286" y="472"/>
                    <a:pt x="286" y="472"/>
                    <a:pt x="286" y="472"/>
                  </a:cubicBezTo>
                  <a:cubicBezTo>
                    <a:pt x="288" y="472"/>
                    <a:pt x="288" y="472"/>
                    <a:pt x="288" y="472"/>
                  </a:cubicBezTo>
                  <a:cubicBezTo>
                    <a:pt x="289" y="473"/>
                    <a:pt x="289" y="473"/>
                    <a:pt x="289" y="473"/>
                  </a:cubicBezTo>
                  <a:cubicBezTo>
                    <a:pt x="290" y="472"/>
                    <a:pt x="290" y="472"/>
                    <a:pt x="290" y="472"/>
                  </a:cubicBezTo>
                  <a:cubicBezTo>
                    <a:pt x="291" y="474"/>
                    <a:pt x="291" y="474"/>
                    <a:pt x="291" y="474"/>
                  </a:cubicBezTo>
                  <a:cubicBezTo>
                    <a:pt x="297" y="480"/>
                    <a:pt x="300" y="485"/>
                    <a:pt x="300" y="488"/>
                  </a:cubicBezTo>
                  <a:cubicBezTo>
                    <a:pt x="306" y="498"/>
                    <a:pt x="306" y="498"/>
                    <a:pt x="306" y="498"/>
                  </a:cubicBezTo>
                  <a:cubicBezTo>
                    <a:pt x="311" y="500"/>
                    <a:pt x="311" y="500"/>
                    <a:pt x="311" y="500"/>
                  </a:cubicBezTo>
                  <a:cubicBezTo>
                    <a:pt x="311" y="500"/>
                    <a:pt x="311" y="500"/>
                    <a:pt x="311" y="500"/>
                  </a:cubicBezTo>
                  <a:cubicBezTo>
                    <a:pt x="312" y="500"/>
                    <a:pt x="312" y="500"/>
                    <a:pt x="312" y="500"/>
                  </a:cubicBezTo>
                  <a:cubicBezTo>
                    <a:pt x="311" y="498"/>
                    <a:pt x="311" y="498"/>
                    <a:pt x="311" y="498"/>
                  </a:cubicBezTo>
                  <a:cubicBezTo>
                    <a:pt x="310" y="495"/>
                    <a:pt x="310" y="493"/>
                    <a:pt x="311" y="491"/>
                  </a:cubicBezTo>
                  <a:cubicBezTo>
                    <a:pt x="312" y="489"/>
                    <a:pt x="315" y="488"/>
                    <a:pt x="319" y="488"/>
                  </a:cubicBezTo>
                  <a:cubicBezTo>
                    <a:pt x="344" y="487"/>
                    <a:pt x="344" y="487"/>
                    <a:pt x="344" y="487"/>
                  </a:cubicBezTo>
                  <a:cubicBezTo>
                    <a:pt x="345" y="487"/>
                    <a:pt x="345" y="487"/>
                    <a:pt x="345" y="487"/>
                  </a:cubicBezTo>
                  <a:cubicBezTo>
                    <a:pt x="346" y="487"/>
                    <a:pt x="346" y="487"/>
                    <a:pt x="346" y="487"/>
                  </a:cubicBezTo>
                  <a:cubicBezTo>
                    <a:pt x="346" y="488"/>
                    <a:pt x="346" y="488"/>
                    <a:pt x="346" y="488"/>
                  </a:cubicBezTo>
                  <a:cubicBezTo>
                    <a:pt x="348" y="488"/>
                    <a:pt x="348" y="488"/>
                    <a:pt x="348" y="488"/>
                  </a:cubicBezTo>
                  <a:cubicBezTo>
                    <a:pt x="355" y="502"/>
                    <a:pt x="355" y="502"/>
                    <a:pt x="355" y="502"/>
                  </a:cubicBezTo>
                  <a:cubicBezTo>
                    <a:pt x="355" y="510"/>
                    <a:pt x="355" y="510"/>
                    <a:pt x="355" y="510"/>
                  </a:cubicBezTo>
                  <a:cubicBezTo>
                    <a:pt x="354" y="510"/>
                    <a:pt x="354" y="510"/>
                    <a:pt x="354" y="510"/>
                  </a:cubicBezTo>
                  <a:cubicBezTo>
                    <a:pt x="364" y="512"/>
                    <a:pt x="364" y="512"/>
                    <a:pt x="364" y="512"/>
                  </a:cubicBezTo>
                  <a:cubicBezTo>
                    <a:pt x="364" y="512"/>
                    <a:pt x="364" y="512"/>
                    <a:pt x="364" y="512"/>
                  </a:cubicBezTo>
                  <a:cubicBezTo>
                    <a:pt x="364" y="510"/>
                    <a:pt x="364" y="509"/>
                    <a:pt x="365" y="507"/>
                  </a:cubicBezTo>
                  <a:cubicBezTo>
                    <a:pt x="368" y="507"/>
                    <a:pt x="368" y="507"/>
                    <a:pt x="368" y="507"/>
                  </a:cubicBezTo>
                  <a:cubicBezTo>
                    <a:pt x="391" y="522"/>
                    <a:pt x="391" y="522"/>
                    <a:pt x="391" y="522"/>
                  </a:cubicBezTo>
                  <a:cubicBezTo>
                    <a:pt x="393" y="525"/>
                    <a:pt x="395" y="527"/>
                    <a:pt x="395" y="531"/>
                  </a:cubicBezTo>
                  <a:cubicBezTo>
                    <a:pt x="396" y="540"/>
                    <a:pt x="396" y="540"/>
                    <a:pt x="396" y="540"/>
                  </a:cubicBezTo>
                  <a:cubicBezTo>
                    <a:pt x="404" y="542"/>
                    <a:pt x="404" y="542"/>
                    <a:pt x="404" y="542"/>
                  </a:cubicBezTo>
                  <a:cubicBezTo>
                    <a:pt x="408" y="534"/>
                    <a:pt x="408" y="534"/>
                    <a:pt x="408" y="534"/>
                  </a:cubicBezTo>
                  <a:cubicBezTo>
                    <a:pt x="406" y="529"/>
                    <a:pt x="405" y="525"/>
                    <a:pt x="406" y="522"/>
                  </a:cubicBezTo>
                  <a:cubicBezTo>
                    <a:pt x="406" y="520"/>
                    <a:pt x="407" y="518"/>
                    <a:pt x="410" y="516"/>
                  </a:cubicBezTo>
                  <a:cubicBezTo>
                    <a:pt x="412" y="514"/>
                    <a:pt x="412" y="514"/>
                    <a:pt x="412" y="514"/>
                  </a:cubicBezTo>
                  <a:cubicBezTo>
                    <a:pt x="412" y="513"/>
                    <a:pt x="413" y="512"/>
                    <a:pt x="414" y="511"/>
                  </a:cubicBezTo>
                  <a:cubicBezTo>
                    <a:pt x="420" y="512"/>
                    <a:pt x="420" y="512"/>
                    <a:pt x="420" y="512"/>
                  </a:cubicBezTo>
                  <a:cubicBezTo>
                    <a:pt x="424" y="514"/>
                    <a:pt x="426" y="521"/>
                    <a:pt x="428" y="533"/>
                  </a:cubicBezTo>
                  <a:cubicBezTo>
                    <a:pt x="428" y="534"/>
                    <a:pt x="428" y="534"/>
                    <a:pt x="428" y="534"/>
                  </a:cubicBezTo>
                  <a:cubicBezTo>
                    <a:pt x="429" y="535"/>
                    <a:pt x="429" y="535"/>
                    <a:pt x="429" y="535"/>
                  </a:cubicBezTo>
                  <a:cubicBezTo>
                    <a:pt x="430" y="538"/>
                    <a:pt x="434" y="540"/>
                    <a:pt x="440" y="542"/>
                  </a:cubicBezTo>
                  <a:cubicBezTo>
                    <a:pt x="441" y="542"/>
                    <a:pt x="441" y="542"/>
                    <a:pt x="441" y="542"/>
                  </a:cubicBezTo>
                  <a:cubicBezTo>
                    <a:pt x="442" y="542"/>
                    <a:pt x="442" y="542"/>
                    <a:pt x="442" y="542"/>
                  </a:cubicBezTo>
                  <a:cubicBezTo>
                    <a:pt x="464" y="565"/>
                    <a:pt x="464" y="565"/>
                    <a:pt x="464" y="565"/>
                  </a:cubicBezTo>
                  <a:cubicBezTo>
                    <a:pt x="474" y="562"/>
                    <a:pt x="474" y="562"/>
                    <a:pt x="474" y="562"/>
                  </a:cubicBezTo>
                  <a:cubicBezTo>
                    <a:pt x="473" y="558"/>
                    <a:pt x="473" y="558"/>
                    <a:pt x="473" y="558"/>
                  </a:cubicBezTo>
                  <a:cubicBezTo>
                    <a:pt x="470" y="555"/>
                    <a:pt x="469" y="551"/>
                    <a:pt x="469" y="549"/>
                  </a:cubicBezTo>
                  <a:cubicBezTo>
                    <a:pt x="469" y="545"/>
                    <a:pt x="473" y="540"/>
                    <a:pt x="479" y="535"/>
                  </a:cubicBezTo>
                  <a:cubicBezTo>
                    <a:pt x="491" y="525"/>
                    <a:pt x="491" y="525"/>
                    <a:pt x="491" y="525"/>
                  </a:cubicBezTo>
                  <a:cubicBezTo>
                    <a:pt x="505" y="534"/>
                    <a:pt x="505" y="534"/>
                    <a:pt x="505" y="534"/>
                  </a:cubicBezTo>
                  <a:cubicBezTo>
                    <a:pt x="508" y="534"/>
                    <a:pt x="508" y="534"/>
                    <a:pt x="508" y="534"/>
                  </a:cubicBezTo>
                  <a:cubicBezTo>
                    <a:pt x="511" y="519"/>
                    <a:pt x="511" y="519"/>
                    <a:pt x="511" y="519"/>
                  </a:cubicBezTo>
                  <a:cubicBezTo>
                    <a:pt x="511" y="516"/>
                    <a:pt x="511" y="516"/>
                    <a:pt x="511" y="516"/>
                  </a:cubicBezTo>
                  <a:cubicBezTo>
                    <a:pt x="513" y="516"/>
                    <a:pt x="513" y="516"/>
                    <a:pt x="513" y="516"/>
                  </a:cubicBezTo>
                  <a:cubicBezTo>
                    <a:pt x="524" y="517"/>
                    <a:pt x="524" y="517"/>
                    <a:pt x="524" y="517"/>
                  </a:cubicBezTo>
                  <a:cubicBezTo>
                    <a:pt x="526" y="519"/>
                    <a:pt x="528" y="521"/>
                    <a:pt x="528" y="525"/>
                  </a:cubicBezTo>
                  <a:cubicBezTo>
                    <a:pt x="528" y="527"/>
                    <a:pt x="526" y="531"/>
                    <a:pt x="524" y="534"/>
                  </a:cubicBezTo>
                  <a:cubicBezTo>
                    <a:pt x="526" y="535"/>
                    <a:pt x="526" y="535"/>
                    <a:pt x="526" y="535"/>
                  </a:cubicBezTo>
                  <a:cubicBezTo>
                    <a:pt x="533" y="538"/>
                    <a:pt x="538" y="541"/>
                    <a:pt x="542" y="542"/>
                  </a:cubicBezTo>
                  <a:cubicBezTo>
                    <a:pt x="543" y="542"/>
                    <a:pt x="543" y="542"/>
                    <a:pt x="543" y="542"/>
                  </a:cubicBezTo>
                  <a:cubicBezTo>
                    <a:pt x="552" y="547"/>
                    <a:pt x="552" y="547"/>
                    <a:pt x="552" y="547"/>
                  </a:cubicBezTo>
                  <a:cubicBezTo>
                    <a:pt x="559" y="546"/>
                    <a:pt x="559" y="546"/>
                    <a:pt x="559" y="546"/>
                  </a:cubicBezTo>
                  <a:cubicBezTo>
                    <a:pt x="548" y="496"/>
                    <a:pt x="548" y="496"/>
                    <a:pt x="548" y="496"/>
                  </a:cubicBezTo>
                  <a:cubicBezTo>
                    <a:pt x="542" y="491"/>
                    <a:pt x="535" y="483"/>
                    <a:pt x="529" y="474"/>
                  </a:cubicBezTo>
                  <a:cubicBezTo>
                    <a:pt x="524" y="465"/>
                    <a:pt x="527" y="454"/>
                    <a:pt x="538" y="440"/>
                  </a:cubicBezTo>
                  <a:cubicBezTo>
                    <a:pt x="544" y="433"/>
                    <a:pt x="552" y="426"/>
                    <a:pt x="560" y="419"/>
                  </a:cubicBezTo>
                  <a:cubicBezTo>
                    <a:pt x="561" y="418"/>
                    <a:pt x="561" y="418"/>
                    <a:pt x="561" y="418"/>
                  </a:cubicBezTo>
                  <a:cubicBezTo>
                    <a:pt x="571" y="418"/>
                    <a:pt x="571" y="418"/>
                    <a:pt x="571" y="418"/>
                  </a:cubicBezTo>
                  <a:cubicBezTo>
                    <a:pt x="571" y="419"/>
                    <a:pt x="571" y="419"/>
                    <a:pt x="571" y="419"/>
                  </a:cubicBezTo>
                  <a:cubicBezTo>
                    <a:pt x="579" y="422"/>
                    <a:pt x="579" y="422"/>
                    <a:pt x="579" y="422"/>
                  </a:cubicBezTo>
                  <a:cubicBezTo>
                    <a:pt x="597" y="422"/>
                    <a:pt x="597" y="422"/>
                    <a:pt x="597" y="422"/>
                  </a:cubicBezTo>
                  <a:cubicBezTo>
                    <a:pt x="604" y="419"/>
                    <a:pt x="610" y="409"/>
                    <a:pt x="617" y="392"/>
                  </a:cubicBezTo>
                  <a:cubicBezTo>
                    <a:pt x="621" y="382"/>
                    <a:pt x="621" y="362"/>
                    <a:pt x="618" y="331"/>
                  </a:cubicBezTo>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74" name="Freeform 23"/>
            <p:cNvSpPr/>
            <p:nvPr/>
          </p:nvSpPr>
          <p:spPr bwMode="auto">
            <a:xfrm>
              <a:off x="3407031" y="2968208"/>
              <a:ext cx="477498" cy="470114"/>
            </a:xfrm>
            <a:custGeom>
              <a:avLst/>
              <a:gdLst>
                <a:gd name="T0" fmla="*/ 71 w 321"/>
                <a:gd name="T1" fmla="*/ 104 h 316"/>
                <a:gd name="T2" fmla="*/ 2 w 321"/>
                <a:gd name="T3" fmla="*/ 141 h 316"/>
                <a:gd name="T4" fmla="*/ 26 w 321"/>
                <a:gd name="T5" fmla="*/ 192 h 316"/>
                <a:gd name="T6" fmla="*/ 27 w 321"/>
                <a:gd name="T7" fmla="*/ 192 h 316"/>
                <a:gd name="T8" fmla="*/ 58 w 321"/>
                <a:gd name="T9" fmla="*/ 246 h 316"/>
                <a:gd name="T10" fmla="*/ 75 w 321"/>
                <a:gd name="T11" fmla="*/ 250 h 316"/>
                <a:gd name="T12" fmla="*/ 91 w 321"/>
                <a:gd name="T13" fmla="*/ 259 h 316"/>
                <a:gd name="T14" fmla="*/ 183 w 321"/>
                <a:gd name="T15" fmla="*/ 267 h 316"/>
                <a:gd name="T16" fmla="*/ 187 w 321"/>
                <a:gd name="T17" fmla="*/ 299 h 316"/>
                <a:gd name="T18" fmla="*/ 225 w 321"/>
                <a:gd name="T19" fmla="*/ 294 h 316"/>
                <a:gd name="T20" fmla="*/ 245 w 321"/>
                <a:gd name="T21" fmla="*/ 315 h 316"/>
                <a:gd name="T22" fmla="*/ 260 w 321"/>
                <a:gd name="T23" fmla="*/ 301 h 316"/>
                <a:gd name="T24" fmla="*/ 280 w 321"/>
                <a:gd name="T25" fmla="*/ 302 h 316"/>
                <a:gd name="T26" fmla="*/ 299 w 321"/>
                <a:gd name="T27" fmla="*/ 285 h 316"/>
                <a:gd name="T28" fmla="*/ 296 w 321"/>
                <a:gd name="T29" fmla="*/ 281 h 316"/>
                <a:gd name="T30" fmla="*/ 298 w 321"/>
                <a:gd name="T31" fmla="*/ 263 h 316"/>
                <a:gd name="T32" fmla="*/ 262 w 321"/>
                <a:gd name="T33" fmla="*/ 253 h 316"/>
                <a:gd name="T34" fmla="*/ 245 w 321"/>
                <a:gd name="T35" fmla="*/ 225 h 316"/>
                <a:gd name="T36" fmla="*/ 238 w 321"/>
                <a:gd name="T37" fmla="*/ 204 h 316"/>
                <a:gd name="T38" fmla="*/ 256 w 321"/>
                <a:gd name="T39" fmla="*/ 196 h 316"/>
                <a:gd name="T40" fmla="*/ 268 w 321"/>
                <a:gd name="T41" fmla="*/ 176 h 316"/>
                <a:gd name="T42" fmla="*/ 276 w 321"/>
                <a:gd name="T43" fmla="*/ 170 h 316"/>
                <a:gd name="T44" fmla="*/ 275 w 321"/>
                <a:gd name="T45" fmla="*/ 139 h 316"/>
                <a:gd name="T46" fmla="*/ 294 w 321"/>
                <a:gd name="T47" fmla="*/ 144 h 316"/>
                <a:gd name="T48" fmla="*/ 308 w 321"/>
                <a:gd name="T49" fmla="*/ 161 h 316"/>
                <a:gd name="T50" fmla="*/ 301 w 321"/>
                <a:gd name="T51" fmla="*/ 111 h 316"/>
                <a:gd name="T52" fmla="*/ 289 w 321"/>
                <a:gd name="T53" fmla="*/ 116 h 316"/>
                <a:gd name="T54" fmla="*/ 261 w 321"/>
                <a:gd name="T55" fmla="*/ 110 h 316"/>
                <a:gd name="T56" fmla="*/ 242 w 321"/>
                <a:gd name="T57" fmla="*/ 91 h 316"/>
                <a:gd name="T58" fmla="*/ 225 w 321"/>
                <a:gd name="T59" fmla="*/ 67 h 316"/>
                <a:gd name="T60" fmla="*/ 249 w 321"/>
                <a:gd name="T61" fmla="*/ 26 h 316"/>
                <a:gd name="T62" fmla="*/ 223 w 321"/>
                <a:gd name="T63" fmla="*/ 18 h 316"/>
                <a:gd name="T64" fmla="*/ 174 w 321"/>
                <a:gd name="T65" fmla="*/ 20 h 316"/>
                <a:gd name="T66" fmla="*/ 171 w 321"/>
                <a:gd name="T67" fmla="*/ 12 h 316"/>
                <a:gd name="T68" fmla="*/ 163 w 321"/>
                <a:gd name="T69" fmla="*/ 5 h 316"/>
                <a:gd name="T70" fmla="*/ 162 w 321"/>
                <a:gd name="T71" fmla="*/ 3 h 316"/>
                <a:gd name="T72" fmla="*/ 162 w 321"/>
                <a:gd name="T73" fmla="*/ 0 h 316"/>
                <a:gd name="T74" fmla="*/ 160 w 321"/>
                <a:gd name="T75" fmla="*/ 18 h 316"/>
                <a:gd name="T76" fmla="*/ 158 w 321"/>
                <a:gd name="T77" fmla="*/ 32 h 316"/>
                <a:gd name="T78" fmla="*/ 160 w 321"/>
                <a:gd name="T79" fmla="*/ 59 h 316"/>
                <a:gd name="T80" fmla="*/ 158 w 321"/>
                <a:gd name="T81" fmla="*/ 60 h 316"/>
                <a:gd name="T82" fmla="*/ 149 w 321"/>
                <a:gd name="T83" fmla="*/ 83 h 316"/>
                <a:gd name="T84" fmla="*/ 116 w 321"/>
                <a:gd name="T85" fmla="*/ 94 h 316"/>
                <a:gd name="T86" fmla="*/ 72 w 321"/>
                <a:gd name="T87" fmla="*/ 104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21" h="316">
                  <a:moveTo>
                    <a:pt x="71" y="104"/>
                  </a:moveTo>
                  <a:cubicBezTo>
                    <a:pt x="71" y="104"/>
                    <a:pt x="71" y="104"/>
                    <a:pt x="71" y="104"/>
                  </a:cubicBezTo>
                  <a:cubicBezTo>
                    <a:pt x="18" y="125"/>
                    <a:pt x="18" y="125"/>
                    <a:pt x="18" y="125"/>
                  </a:cubicBezTo>
                  <a:cubicBezTo>
                    <a:pt x="2" y="141"/>
                    <a:pt x="2" y="141"/>
                    <a:pt x="2" y="141"/>
                  </a:cubicBezTo>
                  <a:cubicBezTo>
                    <a:pt x="0" y="164"/>
                    <a:pt x="2" y="178"/>
                    <a:pt x="11" y="182"/>
                  </a:cubicBezTo>
                  <a:cubicBezTo>
                    <a:pt x="26" y="192"/>
                    <a:pt x="26" y="192"/>
                    <a:pt x="26" y="192"/>
                  </a:cubicBezTo>
                  <a:cubicBezTo>
                    <a:pt x="27" y="192"/>
                    <a:pt x="27" y="192"/>
                    <a:pt x="27" y="192"/>
                  </a:cubicBezTo>
                  <a:cubicBezTo>
                    <a:pt x="27" y="192"/>
                    <a:pt x="27" y="192"/>
                    <a:pt x="27" y="192"/>
                  </a:cubicBezTo>
                  <a:cubicBezTo>
                    <a:pt x="31" y="218"/>
                    <a:pt x="31" y="218"/>
                    <a:pt x="31" y="218"/>
                  </a:cubicBezTo>
                  <a:cubicBezTo>
                    <a:pt x="44" y="235"/>
                    <a:pt x="53" y="244"/>
                    <a:pt x="58" y="246"/>
                  </a:cubicBezTo>
                  <a:cubicBezTo>
                    <a:pt x="73" y="250"/>
                    <a:pt x="73" y="250"/>
                    <a:pt x="73" y="250"/>
                  </a:cubicBezTo>
                  <a:cubicBezTo>
                    <a:pt x="75" y="250"/>
                    <a:pt x="75" y="250"/>
                    <a:pt x="75" y="250"/>
                  </a:cubicBezTo>
                  <a:cubicBezTo>
                    <a:pt x="75" y="251"/>
                    <a:pt x="75" y="251"/>
                    <a:pt x="75" y="251"/>
                  </a:cubicBezTo>
                  <a:cubicBezTo>
                    <a:pt x="77" y="254"/>
                    <a:pt x="82" y="256"/>
                    <a:pt x="91" y="259"/>
                  </a:cubicBezTo>
                  <a:cubicBezTo>
                    <a:pt x="132" y="261"/>
                    <a:pt x="132" y="261"/>
                    <a:pt x="132" y="261"/>
                  </a:cubicBezTo>
                  <a:cubicBezTo>
                    <a:pt x="162" y="261"/>
                    <a:pt x="180" y="263"/>
                    <a:pt x="183" y="267"/>
                  </a:cubicBezTo>
                  <a:cubicBezTo>
                    <a:pt x="187" y="270"/>
                    <a:pt x="187" y="276"/>
                    <a:pt x="187" y="287"/>
                  </a:cubicBezTo>
                  <a:cubicBezTo>
                    <a:pt x="186" y="294"/>
                    <a:pt x="187" y="298"/>
                    <a:pt x="187" y="299"/>
                  </a:cubicBezTo>
                  <a:cubicBezTo>
                    <a:pt x="202" y="295"/>
                    <a:pt x="202" y="295"/>
                    <a:pt x="202" y="295"/>
                  </a:cubicBezTo>
                  <a:cubicBezTo>
                    <a:pt x="214" y="291"/>
                    <a:pt x="221" y="291"/>
                    <a:pt x="225" y="294"/>
                  </a:cubicBezTo>
                  <a:cubicBezTo>
                    <a:pt x="230" y="301"/>
                    <a:pt x="230" y="301"/>
                    <a:pt x="230" y="301"/>
                  </a:cubicBezTo>
                  <a:cubicBezTo>
                    <a:pt x="238" y="312"/>
                    <a:pt x="244" y="316"/>
                    <a:pt x="245" y="315"/>
                  </a:cubicBezTo>
                  <a:cubicBezTo>
                    <a:pt x="249" y="314"/>
                    <a:pt x="254" y="310"/>
                    <a:pt x="259" y="303"/>
                  </a:cubicBezTo>
                  <a:cubicBezTo>
                    <a:pt x="260" y="301"/>
                    <a:pt x="260" y="301"/>
                    <a:pt x="260" y="301"/>
                  </a:cubicBezTo>
                  <a:cubicBezTo>
                    <a:pt x="273" y="308"/>
                    <a:pt x="273" y="308"/>
                    <a:pt x="273" y="308"/>
                  </a:cubicBezTo>
                  <a:cubicBezTo>
                    <a:pt x="280" y="302"/>
                    <a:pt x="280" y="302"/>
                    <a:pt x="280" y="302"/>
                  </a:cubicBezTo>
                  <a:cubicBezTo>
                    <a:pt x="282" y="292"/>
                    <a:pt x="287" y="287"/>
                    <a:pt x="296" y="287"/>
                  </a:cubicBezTo>
                  <a:cubicBezTo>
                    <a:pt x="299" y="285"/>
                    <a:pt x="299" y="285"/>
                    <a:pt x="299" y="285"/>
                  </a:cubicBezTo>
                  <a:cubicBezTo>
                    <a:pt x="298" y="283"/>
                    <a:pt x="298" y="283"/>
                    <a:pt x="298" y="283"/>
                  </a:cubicBezTo>
                  <a:cubicBezTo>
                    <a:pt x="296" y="281"/>
                    <a:pt x="296" y="281"/>
                    <a:pt x="296" y="281"/>
                  </a:cubicBezTo>
                  <a:cubicBezTo>
                    <a:pt x="297" y="281"/>
                    <a:pt x="297" y="281"/>
                    <a:pt x="297" y="281"/>
                  </a:cubicBezTo>
                  <a:cubicBezTo>
                    <a:pt x="298" y="263"/>
                    <a:pt x="298" y="263"/>
                    <a:pt x="298" y="263"/>
                  </a:cubicBezTo>
                  <a:cubicBezTo>
                    <a:pt x="292" y="255"/>
                    <a:pt x="285" y="252"/>
                    <a:pt x="278" y="254"/>
                  </a:cubicBezTo>
                  <a:cubicBezTo>
                    <a:pt x="270" y="256"/>
                    <a:pt x="265" y="256"/>
                    <a:pt x="262" y="253"/>
                  </a:cubicBezTo>
                  <a:cubicBezTo>
                    <a:pt x="261" y="251"/>
                    <a:pt x="261" y="250"/>
                    <a:pt x="261" y="247"/>
                  </a:cubicBezTo>
                  <a:cubicBezTo>
                    <a:pt x="256" y="238"/>
                    <a:pt x="251" y="232"/>
                    <a:pt x="245" y="225"/>
                  </a:cubicBezTo>
                  <a:cubicBezTo>
                    <a:pt x="237" y="218"/>
                    <a:pt x="235" y="212"/>
                    <a:pt x="237" y="206"/>
                  </a:cubicBezTo>
                  <a:cubicBezTo>
                    <a:pt x="238" y="204"/>
                    <a:pt x="238" y="204"/>
                    <a:pt x="238" y="204"/>
                  </a:cubicBezTo>
                  <a:cubicBezTo>
                    <a:pt x="258" y="207"/>
                    <a:pt x="258" y="207"/>
                    <a:pt x="258" y="207"/>
                  </a:cubicBezTo>
                  <a:cubicBezTo>
                    <a:pt x="256" y="196"/>
                    <a:pt x="256" y="196"/>
                    <a:pt x="256" y="196"/>
                  </a:cubicBezTo>
                  <a:cubicBezTo>
                    <a:pt x="256" y="189"/>
                    <a:pt x="256" y="184"/>
                    <a:pt x="260" y="181"/>
                  </a:cubicBezTo>
                  <a:cubicBezTo>
                    <a:pt x="261" y="178"/>
                    <a:pt x="265" y="176"/>
                    <a:pt x="268" y="176"/>
                  </a:cubicBezTo>
                  <a:cubicBezTo>
                    <a:pt x="276" y="173"/>
                    <a:pt x="276" y="173"/>
                    <a:pt x="276" y="173"/>
                  </a:cubicBezTo>
                  <a:cubicBezTo>
                    <a:pt x="276" y="170"/>
                    <a:pt x="276" y="170"/>
                    <a:pt x="276" y="170"/>
                  </a:cubicBezTo>
                  <a:cubicBezTo>
                    <a:pt x="270" y="156"/>
                    <a:pt x="268" y="147"/>
                    <a:pt x="271" y="143"/>
                  </a:cubicBezTo>
                  <a:cubicBezTo>
                    <a:pt x="275" y="139"/>
                    <a:pt x="275" y="139"/>
                    <a:pt x="275" y="139"/>
                  </a:cubicBezTo>
                  <a:cubicBezTo>
                    <a:pt x="277" y="138"/>
                    <a:pt x="284" y="140"/>
                    <a:pt x="293" y="143"/>
                  </a:cubicBezTo>
                  <a:cubicBezTo>
                    <a:pt x="294" y="144"/>
                    <a:pt x="294" y="144"/>
                    <a:pt x="294" y="144"/>
                  </a:cubicBezTo>
                  <a:cubicBezTo>
                    <a:pt x="294" y="145"/>
                    <a:pt x="294" y="145"/>
                    <a:pt x="294" y="145"/>
                  </a:cubicBezTo>
                  <a:cubicBezTo>
                    <a:pt x="302" y="154"/>
                    <a:pt x="306" y="160"/>
                    <a:pt x="308" y="161"/>
                  </a:cubicBezTo>
                  <a:cubicBezTo>
                    <a:pt x="321" y="140"/>
                    <a:pt x="321" y="140"/>
                    <a:pt x="321" y="140"/>
                  </a:cubicBezTo>
                  <a:cubicBezTo>
                    <a:pt x="309" y="125"/>
                    <a:pt x="303" y="115"/>
                    <a:pt x="301" y="111"/>
                  </a:cubicBezTo>
                  <a:cubicBezTo>
                    <a:pt x="291" y="118"/>
                    <a:pt x="291" y="118"/>
                    <a:pt x="291" y="118"/>
                  </a:cubicBezTo>
                  <a:cubicBezTo>
                    <a:pt x="289" y="116"/>
                    <a:pt x="289" y="116"/>
                    <a:pt x="289" y="116"/>
                  </a:cubicBezTo>
                  <a:cubicBezTo>
                    <a:pt x="262" y="110"/>
                    <a:pt x="262" y="110"/>
                    <a:pt x="262" y="110"/>
                  </a:cubicBezTo>
                  <a:cubicBezTo>
                    <a:pt x="261" y="110"/>
                    <a:pt x="261" y="110"/>
                    <a:pt x="261" y="110"/>
                  </a:cubicBezTo>
                  <a:cubicBezTo>
                    <a:pt x="261" y="109"/>
                    <a:pt x="261" y="109"/>
                    <a:pt x="261" y="109"/>
                  </a:cubicBezTo>
                  <a:cubicBezTo>
                    <a:pt x="249" y="103"/>
                    <a:pt x="242" y="97"/>
                    <a:pt x="242" y="91"/>
                  </a:cubicBezTo>
                  <a:cubicBezTo>
                    <a:pt x="225" y="83"/>
                    <a:pt x="225" y="83"/>
                    <a:pt x="225" y="83"/>
                  </a:cubicBezTo>
                  <a:cubicBezTo>
                    <a:pt x="225" y="67"/>
                    <a:pt x="225" y="67"/>
                    <a:pt x="225" y="67"/>
                  </a:cubicBezTo>
                  <a:cubicBezTo>
                    <a:pt x="256" y="50"/>
                    <a:pt x="256" y="50"/>
                    <a:pt x="256" y="50"/>
                  </a:cubicBezTo>
                  <a:cubicBezTo>
                    <a:pt x="254" y="41"/>
                    <a:pt x="252" y="33"/>
                    <a:pt x="249" y="26"/>
                  </a:cubicBezTo>
                  <a:cubicBezTo>
                    <a:pt x="244" y="16"/>
                    <a:pt x="244" y="16"/>
                    <a:pt x="244" y="16"/>
                  </a:cubicBezTo>
                  <a:cubicBezTo>
                    <a:pt x="223" y="18"/>
                    <a:pt x="223" y="18"/>
                    <a:pt x="223" y="18"/>
                  </a:cubicBezTo>
                  <a:cubicBezTo>
                    <a:pt x="214" y="23"/>
                    <a:pt x="205" y="25"/>
                    <a:pt x="196" y="25"/>
                  </a:cubicBezTo>
                  <a:cubicBezTo>
                    <a:pt x="174" y="20"/>
                    <a:pt x="174" y="20"/>
                    <a:pt x="174" y="20"/>
                  </a:cubicBezTo>
                  <a:cubicBezTo>
                    <a:pt x="174" y="12"/>
                    <a:pt x="174" y="12"/>
                    <a:pt x="174" y="12"/>
                  </a:cubicBezTo>
                  <a:cubicBezTo>
                    <a:pt x="171" y="12"/>
                    <a:pt x="171" y="12"/>
                    <a:pt x="171" y="12"/>
                  </a:cubicBezTo>
                  <a:cubicBezTo>
                    <a:pt x="165" y="10"/>
                    <a:pt x="165" y="10"/>
                    <a:pt x="165" y="10"/>
                  </a:cubicBezTo>
                  <a:cubicBezTo>
                    <a:pt x="163" y="5"/>
                    <a:pt x="163" y="5"/>
                    <a:pt x="163" y="5"/>
                  </a:cubicBezTo>
                  <a:cubicBezTo>
                    <a:pt x="163" y="5"/>
                    <a:pt x="163" y="5"/>
                    <a:pt x="163" y="5"/>
                  </a:cubicBezTo>
                  <a:cubicBezTo>
                    <a:pt x="162" y="3"/>
                    <a:pt x="162" y="3"/>
                    <a:pt x="162" y="3"/>
                  </a:cubicBezTo>
                  <a:cubicBezTo>
                    <a:pt x="162" y="2"/>
                    <a:pt x="162" y="2"/>
                    <a:pt x="162" y="2"/>
                  </a:cubicBezTo>
                  <a:cubicBezTo>
                    <a:pt x="162" y="0"/>
                    <a:pt x="162" y="0"/>
                    <a:pt x="162" y="0"/>
                  </a:cubicBezTo>
                  <a:cubicBezTo>
                    <a:pt x="161" y="1"/>
                    <a:pt x="161" y="1"/>
                    <a:pt x="161" y="1"/>
                  </a:cubicBezTo>
                  <a:cubicBezTo>
                    <a:pt x="160" y="18"/>
                    <a:pt x="160" y="18"/>
                    <a:pt x="160" y="18"/>
                  </a:cubicBezTo>
                  <a:cubicBezTo>
                    <a:pt x="159" y="25"/>
                    <a:pt x="159" y="25"/>
                    <a:pt x="159" y="25"/>
                  </a:cubicBezTo>
                  <a:cubicBezTo>
                    <a:pt x="158" y="28"/>
                    <a:pt x="156" y="30"/>
                    <a:pt x="158" y="32"/>
                  </a:cubicBezTo>
                  <a:cubicBezTo>
                    <a:pt x="161" y="36"/>
                    <a:pt x="160" y="42"/>
                    <a:pt x="157" y="47"/>
                  </a:cubicBezTo>
                  <a:cubicBezTo>
                    <a:pt x="160" y="59"/>
                    <a:pt x="160" y="59"/>
                    <a:pt x="160" y="59"/>
                  </a:cubicBezTo>
                  <a:cubicBezTo>
                    <a:pt x="159" y="59"/>
                    <a:pt x="159" y="59"/>
                    <a:pt x="159" y="59"/>
                  </a:cubicBezTo>
                  <a:cubicBezTo>
                    <a:pt x="158" y="60"/>
                    <a:pt x="158" y="60"/>
                    <a:pt x="158" y="60"/>
                  </a:cubicBezTo>
                  <a:cubicBezTo>
                    <a:pt x="149" y="67"/>
                    <a:pt x="149" y="67"/>
                    <a:pt x="149" y="67"/>
                  </a:cubicBezTo>
                  <a:cubicBezTo>
                    <a:pt x="149" y="83"/>
                    <a:pt x="149" y="83"/>
                    <a:pt x="149" y="83"/>
                  </a:cubicBezTo>
                  <a:cubicBezTo>
                    <a:pt x="147" y="84"/>
                    <a:pt x="147" y="84"/>
                    <a:pt x="147" y="84"/>
                  </a:cubicBezTo>
                  <a:cubicBezTo>
                    <a:pt x="132" y="91"/>
                    <a:pt x="122" y="94"/>
                    <a:pt x="116" y="94"/>
                  </a:cubicBezTo>
                  <a:cubicBezTo>
                    <a:pt x="85" y="92"/>
                    <a:pt x="85" y="92"/>
                    <a:pt x="85" y="92"/>
                  </a:cubicBezTo>
                  <a:cubicBezTo>
                    <a:pt x="72" y="104"/>
                    <a:pt x="72" y="104"/>
                    <a:pt x="72" y="104"/>
                  </a:cubicBezTo>
                  <a:lnTo>
                    <a:pt x="71" y="104"/>
                  </a:lnTo>
                  <a:close/>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Freeform 24"/>
            <p:cNvSpPr/>
            <p:nvPr/>
          </p:nvSpPr>
          <p:spPr bwMode="auto">
            <a:xfrm>
              <a:off x="3846379" y="2573164"/>
              <a:ext cx="104607" cy="148911"/>
            </a:xfrm>
            <a:custGeom>
              <a:avLst/>
              <a:gdLst>
                <a:gd name="T0" fmla="*/ 41 w 70"/>
                <a:gd name="T1" fmla="*/ 1 h 100"/>
                <a:gd name="T2" fmla="*/ 38 w 70"/>
                <a:gd name="T3" fmla="*/ 0 h 100"/>
                <a:gd name="T4" fmla="*/ 28 w 70"/>
                <a:gd name="T5" fmla="*/ 11 h 100"/>
                <a:gd name="T6" fmla="*/ 26 w 70"/>
                <a:gd name="T7" fmla="*/ 10 h 100"/>
                <a:gd name="T8" fmla="*/ 25 w 70"/>
                <a:gd name="T9" fmla="*/ 10 h 100"/>
                <a:gd name="T10" fmla="*/ 26 w 70"/>
                <a:gd name="T11" fmla="*/ 11 h 100"/>
                <a:gd name="T12" fmla="*/ 20 w 70"/>
                <a:gd name="T13" fmla="*/ 17 h 100"/>
                <a:gd name="T14" fmla="*/ 17 w 70"/>
                <a:gd name="T15" fmla="*/ 19 h 100"/>
                <a:gd name="T16" fmla="*/ 10 w 70"/>
                <a:gd name="T17" fmla="*/ 23 h 100"/>
                <a:gd name="T18" fmla="*/ 9 w 70"/>
                <a:gd name="T19" fmla="*/ 28 h 100"/>
                <a:gd name="T20" fmla="*/ 4 w 70"/>
                <a:gd name="T21" fmla="*/ 43 h 100"/>
                <a:gd name="T22" fmla="*/ 1 w 70"/>
                <a:gd name="T23" fmla="*/ 51 h 100"/>
                <a:gd name="T24" fmla="*/ 1 w 70"/>
                <a:gd name="T25" fmla="*/ 66 h 100"/>
                <a:gd name="T26" fmla="*/ 5 w 70"/>
                <a:gd name="T27" fmla="*/ 87 h 100"/>
                <a:gd name="T28" fmla="*/ 16 w 70"/>
                <a:gd name="T29" fmla="*/ 96 h 100"/>
                <a:gd name="T30" fmla="*/ 32 w 70"/>
                <a:gd name="T31" fmla="*/ 100 h 100"/>
                <a:gd name="T32" fmla="*/ 48 w 70"/>
                <a:gd name="T33" fmla="*/ 94 h 100"/>
                <a:gd name="T34" fmla="*/ 44 w 70"/>
                <a:gd name="T35" fmla="*/ 86 h 100"/>
                <a:gd name="T36" fmla="*/ 44 w 70"/>
                <a:gd name="T37" fmla="*/ 85 h 100"/>
                <a:gd name="T38" fmla="*/ 44 w 70"/>
                <a:gd name="T39" fmla="*/ 84 h 100"/>
                <a:gd name="T40" fmla="*/ 45 w 70"/>
                <a:gd name="T41" fmla="*/ 78 h 100"/>
                <a:gd name="T42" fmla="*/ 45 w 70"/>
                <a:gd name="T43" fmla="*/ 77 h 100"/>
                <a:gd name="T44" fmla="*/ 53 w 70"/>
                <a:gd name="T45" fmla="*/ 64 h 100"/>
                <a:gd name="T46" fmla="*/ 66 w 70"/>
                <a:gd name="T47" fmla="*/ 64 h 100"/>
                <a:gd name="T48" fmla="*/ 70 w 70"/>
                <a:gd name="T49" fmla="*/ 63 h 100"/>
                <a:gd name="T50" fmla="*/ 56 w 70"/>
                <a:gd name="T51" fmla="*/ 41 h 100"/>
                <a:gd name="T52" fmla="*/ 52 w 70"/>
                <a:gd name="T53" fmla="*/ 35 h 100"/>
                <a:gd name="T54" fmla="*/ 45 w 70"/>
                <a:gd name="T55" fmla="*/ 15 h 100"/>
                <a:gd name="T56" fmla="*/ 41 w 70"/>
                <a:gd name="T57" fmla="*/ 1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 h="100">
                  <a:moveTo>
                    <a:pt x="41" y="1"/>
                  </a:moveTo>
                  <a:cubicBezTo>
                    <a:pt x="38" y="0"/>
                    <a:pt x="38" y="0"/>
                    <a:pt x="38" y="0"/>
                  </a:cubicBezTo>
                  <a:cubicBezTo>
                    <a:pt x="35" y="0"/>
                    <a:pt x="32" y="4"/>
                    <a:pt x="28" y="11"/>
                  </a:cubicBezTo>
                  <a:cubicBezTo>
                    <a:pt x="26" y="10"/>
                    <a:pt x="26" y="10"/>
                    <a:pt x="26" y="10"/>
                  </a:cubicBezTo>
                  <a:cubicBezTo>
                    <a:pt x="25" y="10"/>
                    <a:pt x="25" y="10"/>
                    <a:pt x="25" y="10"/>
                  </a:cubicBezTo>
                  <a:cubicBezTo>
                    <a:pt x="26" y="11"/>
                    <a:pt x="26" y="11"/>
                    <a:pt x="26" y="11"/>
                  </a:cubicBezTo>
                  <a:cubicBezTo>
                    <a:pt x="20" y="17"/>
                    <a:pt x="20" y="17"/>
                    <a:pt x="20" y="17"/>
                  </a:cubicBezTo>
                  <a:cubicBezTo>
                    <a:pt x="17" y="19"/>
                    <a:pt x="17" y="19"/>
                    <a:pt x="17" y="19"/>
                  </a:cubicBezTo>
                  <a:cubicBezTo>
                    <a:pt x="10" y="23"/>
                    <a:pt x="10" y="23"/>
                    <a:pt x="10" y="23"/>
                  </a:cubicBezTo>
                  <a:cubicBezTo>
                    <a:pt x="9" y="28"/>
                    <a:pt x="9" y="28"/>
                    <a:pt x="9" y="28"/>
                  </a:cubicBezTo>
                  <a:cubicBezTo>
                    <a:pt x="10" y="35"/>
                    <a:pt x="7" y="41"/>
                    <a:pt x="4" y="43"/>
                  </a:cubicBezTo>
                  <a:cubicBezTo>
                    <a:pt x="1" y="51"/>
                    <a:pt x="1" y="51"/>
                    <a:pt x="1" y="51"/>
                  </a:cubicBezTo>
                  <a:cubicBezTo>
                    <a:pt x="1" y="53"/>
                    <a:pt x="0" y="59"/>
                    <a:pt x="1" y="66"/>
                  </a:cubicBezTo>
                  <a:cubicBezTo>
                    <a:pt x="5" y="87"/>
                    <a:pt x="5" y="87"/>
                    <a:pt x="5" y="87"/>
                  </a:cubicBezTo>
                  <a:cubicBezTo>
                    <a:pt x="6" y="90"/>
                    <a:pt x="10" y="93"/>
                    <a:pt x="16" y="96"/>
                  </a:cubicBezTo>
                  <a:cubicBezTo>
                    <a:pt x="32" y="100"/>
                    <a:pt x="32" y="100"/>
                    <a:pt x="32" y="100"/>
                  </a:cubicBezTo>
                  <a:cubicBezTo>
                    <a:pt x="36" y="100"/>
                    <a:pt x="42" y="98"/>
                    <a:pt x="48" y="94"/>
                  </a:cubicBezTo>
                  <a:cubicBezTo>
                    <a:pt x="44" y="86"/>
                    <a:pt x="44" y="86"/>
                    <a:pt x="44" y="86"/>
                  </a:cubicBezTo>
                  <a:cubicBezTo>
                    <a:pt x="44" y="85"/>
                    <a:pt x="44" y="85"/>
                    <a:pt x="44" y="85"/>
                  </a:cubicBezTo>
                  <a:cubicBezTo>
                    <a:pt x="44" y="84"/>
                    <a:pt x="44" y="84"/>
                    <a:pt x="44" y="84"/>
                  </a:cubicBezTo>
                  <a:cubicBezTo>
                    <a:pt x="45" y="78"/>
                    <a:pt x="45" y="78"/>
                    <a:pt x="45" y="78"/>
                  </a:cubicBezTo>
                  <a:cubicBezTo>
                    <a:pt x="45" y="77"/>
                    <a:pt x="45" y="77"/>
                    <a:pt x="45" y="77"/>
                  </a:cubicBezTo>
                  <a:cubicBezTo>
                    <a:pt x="53" y="64"/>
                    <a:pt x="53" y="64"/>
                    <a:pt x="53" y="64"/>
                  </a:cubicBezTo>
                  <a:cubicBezTo>
                    <a:pt x="66" y="64"/>
                    <a:pt x="66" y="64"/>
                    <a:pt x="66" y="64"/>
                  </a:cubicBezTo>
                  <a:cubicBezTo>
                    <a:pt x="70" y="63"/>
                    <a:pt x="70" y="63"/>
                    <a:pt x="70" y="63"/>
                  </a:cubicBezTo>
                  <a:cubicBezTo>
                    <a:pt x="68" y="59"/>
                    <a:pt x="64" y="51"/>
                    <a:pt x="56" y="41"/>
                  </a:cubicBezTo>
                  <a:cubicBezTo>
                    <a:pt x="52" y="35"/>
                    <a:pt x="52" y="35"/>
                    <a:pt x="52" y="35"/>
                  </a:cubicBezTo>
                  <a:cubicBezTo>
                    <a:pt x="49" y="29"/>
                    <a:pt x="46" y="23"/>
                    <a:pt x="45" y="15"/>
                  </a:cubicBezTo>
                  <a:cubicBezTo>
                    <a:pt x="44" y="8"/>
                    <a:pt x="42" y="4"/>
                    <a:pt x="41" y="1"/>
                  </a:cubicBezTo>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76" name="Freeform 25"/>
            <p:cNvSpPr/>
            <p:nvPr/>
          </p:nvSpPr>
          <p:spPr bwMode="auto">
            <a:xfrm>
              <a:off x="3745464" y="2505477"/>
              <a:ext cx="136604" cy="147680"/>
            </a:xfrm>
            <a:custGeom>
              <a:avLst/>
              <a:gdLst>
                <a:gd name="T0" fmla="*/ 46 w 92"/>
                <a:gd name="T1" fmla="*/ 20 h 99"/>
                <a:gd name="T2" fmla="*/ 44 w 92"/>
                <a:gd name="T3" fmla="*/ 22 h 99"/>
                <a:gd name="T4" fmla="*/ 42 w 92"/>
                <a:gd name="T5" fmla="*/ 22 h 99"/>
                <a:gd name="T6" fmla="*/ 33 w 92"/>
                <a:gd name="T7" fmla="*/ 20 h 99"/>
                <a:gd name="T8" fmla="*/ 33 w 92"/>
                <a:gd name="T9" fmla="*/ 24 h 99"/>
                <a:gd name="T10" fmla="*/ 33 w 92"/>
                <a:gd name="T11" fmla="*/ 26 h 99"/>
                <a:gd name="T12" fmla="*/ 31 w 92"/>
                <a:gd name="T13" fmla="*/ 26 h 99"/>
                <a:gd name="T14" fmla="*/ 16 w 92"/>
                <a:gd name="T15" fmla="*/ 32 h 99"/>
                <a:gd name="T16" fmla="*/ 15 w 92"/>
                <a:gd name="T17" fmla="*/ 34 h 99"/>
                <a:gd name="T18" fmla="*/ 20 w 92"/>
                <a:gd name="T19" fmla="*/ 49 h 99"/>
                <a:gd name="T20" fmla="*/ 22 w 92"/>
                <a:gd name="T21" fmla="*/ 50 h 99"/>
                <a:gd name="T22" fmla="*/ 20 w 92"/>
                <a:gd name="T23" fmla="*/ 52 h 99"/>
                <a:gd name="T24" fmla="*/ 3 w 92"/>
                <a:gd name="T25" fmla="*/ 71 h 99"/>
                <a:gd name="T26" fmla="*/ 0 w 92"/>
                <a:gd name="T27" fmla="*/ 77 h 99"/>
                <a:gd name="T28" fmla="*/ 4 w 92"/>
                <a:gd name="T29" fmla="*/ 83 h 99"/>
                <a:gd name="T30" fmla="*/ 12 w 92"/>
                <a:gd name="T31" fmla="*/ 86 h 99"/>
                <a:gd name="T32" fmla="*/ 18 w 92"/>
                <a:gd name="T33" fmla="*/ 86 h 99"/>
                <a:gd name="T34" fmla="*/ 34 w 92"/>
                <a:gd name="T35" fmla="*/ 91 h 99"/>
                <a:gd name="T36" fmla="*/ 41 w 92"/>
                <a:gd name="T37" fmla="*/ 95 h 99"/>
                <a:gd name="T38" fmla="*/ 53 w 92"/>
                <a:gd name="T39" fmla="*/ 99 h 99"/>
                <a:gd name="T40" fmla="*/ 62 w 92"/>
                <a:gd name="T41" fmla="*/ 91 h 99"/>
                <a:gd name="T42" fmla="*/ 68 w 92"/>
                <a:gd name="T43" fmla="*/ 85 h 99"/>
                <a:gd name="T44" fmla="*/ 72 w 92"/>
                <a:gd name="T45" fmla="*/ 72 h 99"/>
                <a:gd name="T46" fmla="*/ 69 w 92"/>
                <a:gd name="T47" fmla="*/ 57 h 99"/>
                <a:gd name="T48" fmla="*/ 74 w 92"/>
                <a:gd name="T49" fmla="*/ 58 h 99"/>
                <a:gd name="T50" fmla="*/ 83 w 92"/>
                <a:gd name="T51" fmla="*/ 59 h 99"/>
                <a:gd name="T52" fmla="*/ 87 w 92"/>
                <a:gd name="T53" fmla="*/ 56 h 99"/>
                <a:gd name="T54" fmla="*/ 89 w 92"/>
                <a:gd name="T55" fmla="*/ 53 h 99"/>
                <a:gd name="T56" fmla="*/ 82 w 92"/>
                <a:gd name="T57" fmla="*/ 33 h 99"/>
                <a:gd name="T58" fmla="*/ 84 w 92"/>
                <a:gd name="T59" fmla="*/ 26 h 99"/>
                <a:gd name="T60" fmla="*/ 91 w 92"/>
                <a:gd name="T61" fmla="*/ 20 h 99"/>
                <a:gd name="T62" fmla="*/ 92 w 92"/>
                <a:gd name="T63" fmla="*/ 20 h 99"/>
                <a:gd name="T64" fmla="*/ 91 w 92"/>
                <a:gd name="T65" fmla="*/ 15 h 99"/>
                <a:gd name="T66" fmla="*/ 74 w 92"/>
                <a:gd name="T67" fmla="*/ 15 h 99"/>
                <a:gd name="T68" fmla="*/ 74 w 92"/>
                <a:gd name="T69" fmla="*/ 15 h 99"/>
                <a:gd name="T70" fmla="*/ 59 w 92"/>
                <a:gd name="T71" fmla="*/ 4 h 99"/>
                <a:gd name="T72" fmla="*/ 41 w 92"/>
                <a:gd name="T73" fmla="*/ 1 h 99"/>
                <a:gd name="T74" fmla="*/ 39 w 92"/>
                <a:gd name="T75" fmla="*/ 2 h 99"/>
                <a:gd name="T76" fmla="*/ 43 w 92"/>
                <a:gd name="T77" fmla="*/ 9 h 99"/>
                <a:gd name="T78" fmla="*/ 46 w 92"/>
                <a:gd name="T79" fmla="*/ 20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92" h="99">
                  <a:moveTo>
                    <a:pt x="46" y="20"/>
                  </a:moveTo>
                  <a:cubicBezTo>
                    <a:pt x="44" y="22"/>
                    <a:pt x="44" y="22"/>
                    <a:pt x="44" y="22"/>
                  </a:cubicBezTo>
                  <a:cubicBezTo>
                    <a:pt x="42" y="22"/>
                    <a:pt x="42" y="22"/>
                    <a:pt x="42" y="22"/>
                  </a:cubicBezTo>
                  <a:cubicBezTo>
                    <a:pt x="33" y="20"/>
                    <a:pt x="33" y="20"/>
                    <a:pt x="33" y="20"/>
                  </a:cubicBezTo>
                  <a:cubicBezTo>
                    <a:pt x="33" y="24"/>
                    <a:pt x="33" y="24"/>
                    <a:pt x="33" y="24"/>
                  </a:cubicBezTo>
                  <a:cubicBezTo>
                    <a:pt x="33" y="26"/>
                    <a:pt x="33" y="26"/>
                    <a:pt x="33" y="26"/>
                  </a:cubicBezTo>
                  <a:cubicBezTo>
                    <a:pt x="31" y="26"/>
                    <a:pt x="31" y="26"/>
                    <a:pt x="31" y="26"/>
                  </a:cubicBezTo>
                  <a:cubicBezTo>
                    <a:pt x="16" y="32"/>
                    <a:pt x="16" y="32"/>
                    <a:pt x="16" y="32"/>
                  </a:cubicBezTo>
                  <a:cubicBezTo>
                    <a:pt x="15" y="34"/>
                    <a:pt x="15" y="34"/>
                    <a:pt x="15" y="34"/>
                  </a:cubicBezTo>
                  <a:cubicBezTo>
                    <a:pt x="13" y="39"/>
                    <a:pt x="15" y="43"/>
                    <a:pt x="20" y="49"/>
                  </a:cubicBezTo>
                  <a:cubicBezTo>
                    <a:pt x="22" y="50"/>
                    <a:pt x="22" y="50"/>
                    <a:pt x="22" y="50"/>
                  </a:cubicBezTo>
                  <a:cubicBezTo>
                    <a:pt x="20" y="52"/>
                    <a:pt x="20" y="52"/>
                    <a:pt x="20" y="52"/>
                  </a:cubicBezTo>
                  <a:cubicBezTo>
                    <a:pt x="16" y="59"/>
                    <a:pt x="10" y="66"/>
                    <a:pt x="3" y="71"/>
                  </a:cubicBezTo>
                  <a:cubicBezTo>
                    <a:pt x="0" y="73"/>
                    <a:pt x="0" y="75"/>
                    <a:pt x="0" y="77"/>
                  </a:cubicBezTo>
                  <a:cubicBezTo>
                    <a:pt x="4" y="83"/>
                    <a:pt x="4" y="83"/>
                    <a:pt x="4" y="83"/>
                  </a:cubicBezTo>
                  <a:cubicBezTo>
                    <a:pt x="12" y="86"/>
                    <a:pt x="12" y="86"/>
                    <a:pt x="12" y="86"/>
                  </a:cubicBezTo>
                  <a:cubicBezTo>
                    <a:pt x="18" y="86"/>
                    <a:pt x="18" y="86"/>
                    <a:pt x="18" y="86"/>
                  </a:cubicBezTo>
                  <a:cubicBezTo>
                    <a:pt x="26" y="86"/>
                    <a:pt x="32" y="87"/>
                    <a:pt x="34" y="91"/>
                  </a:cubicBezTo>
                  <a:cubicBezTo>
                    <a:pt x="41" y="95"/>
                    <a:pt x="41" y="95"/>
                    <a:pt x="41" y="95"/>
                  </a:cubicBezTo>
                  <a:cubicBezTo>
                    <a:pt x="46" y="98"/>
                    <a:pt x="50" y="99"/>
                    <a:pt x="53" y="99"/>
                  </a:cubicBezTo>
                  <a:cubicBezTo>
                    <a:pt x="56" y="99"/>
                    <a:pt x="60" y="97"/>
                    <a:pt x="62" y="91"/>
                  </a:cubicBezTo>
                  <a:cubicBezTo>
                    <a:pt x="68" y="85"/>
                    <a:pt x="68" y="85"/>
                    <a:pt x="68" y="85"/>
                  </a:cubicBezTo>
                  <a:cubicBezTo>
                    <a:pt x="72" y="72"/>
                    <a:pt x="72" y="72"/>
                    <a:pt x="72" y="72"/>
                  </a:cubicBezTo>
                  <a:cubicBezTo>
                    <a:pt x="69" y="57"/>
                    <a:pt x="69" y="57"/>
                    <a:pt x="69" y="57"/>
                  </a:cubicBezTo>
                  <a:cubicBezTo>
                    <a:pt x="74" y="58"/>
                    <a:pt x="74" y="58"/>
                    <a:pt x="74" y="58"/>
                  </a:cubicBezTo>
                  <a:cubicBezTo>
                    <a:pt x="83" y="59"/>
                    <a:pt x="83" y="59"/>
                    <a:pt x="83" y="59"/>
                  </a:cubicBezTo>
                  <a:cubicBezTo>
                    <a:pt x="87" y="56"/>
                    <a:pt x="87" y="56"/>
                    <a:pt x="87" y="56"/>
                  </a:cubicBezTo>
                  <a:cubicBezTo>
                    <a:pt x="89" y="53"/>
                    <a:pt x="89" y="53"/>
                    <a:pt x="89" y="53"/>
                  </a:cubicBezTo>
                  <a:cubicBezTo>
                    <a:pt x="82" y="33"/>
                    <a:pt x="82" y="33"/>
                    <a:pt x="82" y="33"/>
                  </a:cubicBezTo>
                  <a:cubicBezTo>
                    <a:pt x="84" y="26"/>
                    <a:pt x="84" y="26"/>
                    <a:pt x="84" y="26"/>
                  </a:cubicBezTo>
                  <a:cubicBezTo>
                    <a:pt x="86" y="22"/>
                    <a:pt x="89" y="20"/>
                    <a:pt x="91" y="20"/>
                  </a:cubicBezTo>
                  <a:cubicBezTo>
                    <a:pt x="92" y="20"/>
                    <a:pt x="92" y="20"/>
                    <a:pt x="92" y="20"/>
                  </a:cubicBezTo>
                  <a:cubicBezTo>
                    <a:pt x="91" y="15"/>
                    <a:pt x="91" y="15"/>
                    <a:pt x="91" y="15"/>
                  </a:cubicBezTo>
                  <a:cubicBezTo>
                    <a:pt x="74" y="15"/>
                    <a:pt x="74" y="15"/>
                    <a:pt x="74" y="15"/>
                  </a:cubicBezTo>
                  <a:cubicBezTo>
                    <a:pt x="74" y="15"/>
                    <a:pt x="74" y="15"/>
                    <a:pt x="74" y="15"/>
                  </a:cubicBezTo>
                  <a:cubicBezTo>
                    <a:pt x="59" y="4"/>
                    <a:pt x="59" y="4"/>
                    <a:pt x="59" y="4"/>
                  </a:cubicBezTo>
                  <a:cubicBezTo>
                    <a:pt x="53" y="0"/>
                    <a:pt x="46" y="0"/>
                    <a:pt x="41" y="1"/>
                  </a:cubicBezTo>
                  <a:cubicBezTo>
                    <a:pt x="39" y="2"/>
                    <a:pt x="39" y="2"/>
                    <a:pt x="39" y="2"/>
                  </a:cubicBezTo>
                  <a:cubicBezTo>
                    <a:pt x="38" y="5"/>
                    <a:pt x="39" y="8"/>
                    <a:pt x="43" y="9"/>
                  </a:cubicBezTo>
                  <a:cubicBezTo>
                    <a:pt x="46" y="12"/>
                    <a:pt x="48" y="15"/>
                    <a:pt x="46" y="20"/>
                  </a:cubicBezTo>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77" name="Freeform 26"/>
            <p:cNvSpPr/>
            <p:nvPr/>
          </p:nvSpPr>
          <p:spPr bwMode="auto">
            <a:xfrm>
              <a:off x="3387340" y="2560858"/>
              <a:ext cx="278130" cy="607949"/>
            </a:xfrm>
            <a:custGeom>
              <a:avLst/>
              <a:gdLst>
                <a:gd name="T0" fmla="*/ 176 w 187"/>
                <a:gd name="T1" fmla="*/ 16 h 408"/>
                <a:gd name="T2" fmla="*/ 167 w 187"/>
                <a:gd name="T3" fmla="*/ 0 h 408"/>
                <a:gd name="T4" fmla="*/ 161 w 187"/>
                <a:gd name="T5" fmla="*/ 9 h 408"/>
                <a:gd name="T6" fmla="*/ 152 w 187"/>
                <a:gd name="T7" fmla="*/ 21 h 408"/>
                <a:gd name="T8" fmla="*/ 134 w 187"/>
                <a:gd name="T9" fmla="*/ 25 h 408"/>
                <a:gd name="T10" fmla="*/ 116 w 187"/>
                <a:gd name="T11" fmla="*/ 23 h 408"/>
                <a:gd name="T12" fmla="*/ 105 w 187"/>
                <a:gd name="T13" fmla="*/ 33 h 408"/>
                <a:gd name="T14" fmla="*/ 97 w 187"/>
                <a:gd name="T15" fmla="*/ 39 h 408"/>
                <a:gd name="T16" fmla="*/ 94 w 187"/>
                <a:gd name="T17" fmla="*/ 40 h 408"/>
                <a:gd name="T18" fmla="*/ 80 w 187"/>
                <a:gd name="T19" fmla="*/ 40 h 408"/>
                <a:gd name="T20" fmla="*/ 79 w 187"/>
                <a:gd name="T21" fmla="*/ 54 h 408"/>
                <a:gd name="T22" fmla="*/ 72 w 187"/>
                <a:gd name="T23" fmla="*/ 65 h 408"/>
                <a:gd name="T24" fmla="*/ 58 w 187"/>
                <a:gd name="T25" fmla="*/ 78 h 408"/>
                <a:gd name="T26" fmla="*/ 56 w 187"/>
                <a:gd name="T27" fmla="*/ 78 h 408"/>
                <a:gd name="T28" fmla="*/ 34 w 187"/>
                <a:gd name="T29" fmla="*/ 91 h 408"/>
                <a:gd name="T30" fmla="*/ 36 w 187"/>
                <a:gd name="T31" fmla="*/ 105 h 408"/>
                <a:gd name="T32" fmla="*/ 23 w 187"/>
                <a:gd name="T33" fmla="*/ 116 h 408"/>
                <a:gd name="T34" fmla="*/ 22 w 187"/>
                <a:gd name="T35" fmla="*/ 132 h 408"/>
                <a:gd name="T36" fmla="*/ 22 w 187"/>
                <a:gd name="T37" fmla="*/ 133 h 408"/>
                <a:gd name="T38" fmla="*/ 22 w 187"/>
                <a:gd name="T39" fmla="*/ 147 h 408"/>
                <a:gd name="T40" fmla="*/ 14 w 187"/>
                <a:gd name="T41" fmla="*/ 158 h 408"/>
                <a:gd name="T42" fmla="*/ 5 w 187"/>
                <a:gd name="T43" fmla="*/ 184 h 408"/>
                <a:gd name="T44" fmla="*/ 14 w 187"/>
                <a:gd name="T45" fmla="*/ 193 h 408"/>
                <a:gd name="T46" fmla="*/ 21 w 187"/>
                <a:gd name="T47" fmla="*/ 225 h 408"/>
                <a:gd name="T48" fmla="*/ 19 w 187"/>
                <a:gd name="T49" fmla="*/ 226 h 408"/>
                <a:gd name="T50" fmla="*/ 4 w 187"/>
                <a:gd name="T51" fmla="*/ 257 h 408"/>
                <a:gd name="T52" fmla="*/ 15 w 187"/>
                <a:gd name="T53" fmla="*/ 317 h 408"/>
                <a:gd name="T54" fmla="*/ 15 w 187"/>
                <a:gd name="T55" fmla="*/ 319 h 408"/>
                <a:gd name="T56" fmla="*/ 1 w 187"/>
                <a:gd name="T57" fmla="*/ 403 h 408"/>
                <a:gd name="T58" fmla="*/ 28 w 187"/>
                <a:gd name="T59" fmla="*/ 392 h 408"/>
                <a:gd name="T60" fmla="*/ 82 w 187"/>
                <a:gd name="T61" fmla="*/ 371 h 408"/>
                <a:gd name="T62" fmla="*/ 97 w 187"/>
                <a:gd name="T63" fmla="*/ 357 h 408"/>
                <a:gd name="T64" fmla="*/ 99 w 187"/>
                <a:gd name="T65" fmla="*/ 358 h 408"/>
                <a:gd name="T66" fmla="*/ 156 w 187"/>
                <a:gd name="T67" fmla="*/ 352 h 408"/>
                <a:gd name="T68" fmla="*/ 156 w 187"/>
                <a:gd name="T69" fmla="*/ 336 h 408"/>
                <a:gd name="T70" fmla="*/ 165 w 187"/>
                <a:gd name="T71" fmla="*/ 329 h 408"/>
                <a:gd name="T72" fmla="*/ 163 w 187"/>
                <a:gd name="T73" fmla="*/ 319 h 408"/>
                <a:gd name="T74" fmla="*/ 163 w 187"/>
                <a:gd name="T75" fmla="*/ 317 h 408"/>
                <a:gd name="T76" fmla="*/ 165 w 187"/>
                <a:gd name="T77" fmla="*/ 309 h 408"/>
                <a:gd name="T78" fmla="*/ 170 w 187"/>
                <a:gd name="T79" fmla="*/ 288 h 408"/>
                <a:gd name="T80" fmla="*/ 159 w 187"/>
                <a:gd name="T81" fmla="*/ 266 h 408"/>
                <a:gd name="T82" fmla="*/ 163 w 187"/>
                <a:gd name="T83" fmla="*/ 241 h 408"/>
                <a:gd name="T84" fmla="*/ 174 w 187"/>
                <a:gd name="T85" fmla="*/ 213 h 408"/>
                <a:gd name="T86" fmla="*/ 187 w 187"/>
                <a:gd name="T87" fmla="*/ 185 h 408"/>
                <a:gd name="T88" fmla="*/ 158 w 187"/>
                <a:gd name="T89" fmla="*/ 158 h 408"/>
                <a:gd name="T90" fmla="*/ 156 w 187"/>
                <a:gd name="T91" fmla="*/ 157 h 408"/>
                <a:gd name="T92" fmla="*/ 152 w 187"/>
                <a:gd name="T93" fmla="*/ 145 h 408"/>
                <a:gd name="T94" fmla="*/ 154 w 187"/>
                <a:gd name="T95" fmla="*/ 125 h 408"/>
                <a:gd name="T96" fmla="*/ 159 w 187"/>
                <a:gd name="T97" fmla="*/ 111 h 408"/>
                <a:gd name="T98" fmla="*/ 167 w 187"/>
                <a:gd name="T99" fmla="*/ 97 h 408"/>
                <a:gd name="T100" fmla="*/ 183 w 187"/>
                <a:gd name="T101" fmla="*/ 87 h 408"/>
                <a:gd name="T102" fmla="*/ 184 w 187"/>
                <a:gd name="T103" fmla="*/ 56 h 408"/>
                <a:gd name="T104" fmla="*/ 172 w 187"/>
                <a:gd name="T105" fmla="*/ 54 h 408"/>
                <a:gd name="T106" fmla="*/ 157 w 187"/>
                <a:gd name="T107" fmla="*/ 46 h 408"/>
                <a:gd name="T108" fmla="*/ 156 w 187"/>
                <a:gd name="T109" fmla="*/ 44 h 408"/>
                <a:gd name="T110" fmla="*/ 156 w 187"/>
                <a:gd name="T111" fmla="*/ 26 h 408"/>
                <a:gd name="T112" fmla="*/ 174 w 187"/>
                <a:gd name="T113" fmla="*/ 20 h 4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87" h="408">
                  <a:moveTo>
                    <a:pt x="174" y="20"/>
                  </a:moveTo>
                  <a:cubicBezTo>
                    <a:pt x="176" y="16"/>
                    <a:pt x="176" y="16"/>
                    <a:pt x="176" y="16"/>
                  </a:cubicBezTo>
                  <a:cubicBezTo>
                    <a:pt x="172" y="5"/>
                    <a:pt x="172" y="5"/>
                    <a:pt x="172" y="5"/>
                  </a:cubicBezTo>
                  <a:cubicBezTo>
                    <a:pt x="167" y="0"/>
                    <a:pt x="167" y="0"/>
                    <a:pt x="167" y="0"/>
                  </a:cubicBezTo>
                  <a:cubicBezTo>
                    <a:pt x="161" y="9"/>
                    <a:pt x="161" y="9"/>
                    <a:pt x="161" y="9"/>
                  </a:cubicBezTo>
                  <a:cubicBezTo>
                    <a:pt x="161" y="9"/>
                    <a:pt x="161" y="9"/>
                    <a:pt x="161" y="9"/>
                  </a:cubicBezTo>
                  <a:cubicBezTo>
                    <a:pt x="152" y="20"/>
                    <a:pt x="152" y="20"/>
                    <a:pt x="152" y="20"/>
                  </a:cubicBezTo>
                  <a:cubicBezTo>
                    <a:pt x="152" y="21"/>
                    <a:pt x="152" y="21"/>
                    <a:pt x="152" y="21"/>
                  </a:cubicBezTo>
                  <a:cubicBezTo>
                    <a:pt x="150" y="21"/>
                    <a:pt x="150" y="21"/>
                    <a:pt x="150" y="21"/>
                  </a:cubicBezTo>
                  <a:cubicBezTo>
                    <a:pt x="134" y="25"/>
                    <a:pt x="134" y="25"/>
                    <a:pt x="134" y="25"/>
                  </a:cubicBezTo>
                  <a:cubicBezTo>
                    <a:pt x="132" y="25"/>
                    <a:pt x="132" y="25"/>
                    <a:pt x="132" y="25"/>
                  </a:cubicBezTo>
                  <a:cubicBezTo>
                    <a:pt x="116" y="23"/>
                    <a:pt x="116" y="23"/>
                    <a:pt x="116" y="23"/>
                  </a:cubicBezTo>
                  <a:cubicBezTo>
                    <a:pt x="108" y="25"/>
                    <a:pt x="108" y="25"/>
                    <a:pt x="108" y="25"/>
                  </a:cubicBezTo>
                  <a:cubicBezTo>
                    <a:pt x="105" y="33"/>
                    <a:pt x="105" y="33"/>
                    <a:pt x="105" y="33"/>
                  </a:cubicBezTo>
                  <a:cubicBezTo>
                    <a:pt x="105" y="34"/>
                    <a:pt x="105" y="34"/>
                    <a:pt x="105" y="34"/>
                  </a:cubicBezTo>
                  <a:cubicBezTo>
                    <a:pt x="97" y="39"/>
                    <a:pt x="97" y="39"/>
                    <a:pt x="97" y="39"/>
                  </a:cubicBezTo>
                  <a:cubicBezTo>
                    <a:pt x="96" y="40"/>
                    <a:pt x="96" y="40"/>
                    <a:pt x="96" y="40"/>
                  </a:cubicBezTo>
                  <a:cubicBezTo>
                    <a:pt x="94" y="40"/>
                    <a:pt x="94" y="40"/>
                    <a:pt x="94" y="40"/>
                  </a:cubicBezTo>
                  <a:cubicBezTo>
                    <a:pt x="81" y="38"/>
                    <a:pt x="81" y="38"/>
                    <a:pt x="81" y="38"/>
                  </a:cubicBezTo>
                  <a:cubicBezTo>
                    <a:pt x="80" y="40"/>
                    <a:pt x="80" y="40"/>
                    <a:pt x="80" y="40"/>
                  </a:cubicBezTo>
                  <a:cubicBezTo>
                    <a:pt x="80" y="54"/>
                    <a:pt x="80" y="54"/>
                    <a:pt x="80" y="54"/>
                  </a:cubicBezTo>
                  <a:cubicBezTo>
                    <a:pt x="79" y="54"/>
                    <a:pt x="79" y="54"/>
                    <a:pt x="79" y="54"/>
                  </a:cubicBezTo>
                  <a:cubicBezTo>
                    <a:pt x="72" y="64"/>
                    <a:pt x="72" y="64"/>
                    <a:pt x="72" y="64"/>
                  </a:cubicBezTo>
                  <a:cubicBezTo>
                    <a:pt x="72" y="65"/>
                    <a:pt x="72" y="65"/>
                    <a:pt x="72" y="65"/>
                  </a:cubicBezTo>
                  <a:cubicBezTo>
                    <a:pt x="71" y="65"/>
                    <a:pt x="71" y="65"/>
                    <a:pt x="71" y="65"/>
                  </a:cubicBezTo>
                  <a:cubicBezTo>
                    <a:pt x="58" y="78"/>
                    <a:pt x="58" y="78"/>
                    <a:pt x="58" y="78"/>
                  </a:cubicBezTo>
                  <a:cubicBezTo>
                    <a:pt x="57" y="78"/>
                    <a:pt x="57" y="78"/>
                    <a:pt x="57" y="78"/>
                  </a:cubicBezTo>
                  <a:cubicBezTo>
                    <a:pt x="56" y="78"/>
                    <a:pt x="56" y="78"/>
                    <a:pt x="56" y="78"/>
                  </a:cubicBezTo>
                  <a:cubicBezTo>
                    <a:pt x="43" y="81"/>
                    <a:pt x="43" y="81"/>
                    <a:pt x="43" y="81"/>
                  </a:cubicBezTo>
                  <a:cubicBezTo>
                    <a:pt x="34" y="91"/>
                    <a:pt x="34" y="91"/>
                    <a:pt x="34" y="91"/>
                  </a:cubicBezTo>
                  <a:cubicBezTo>
                    <a:pt x="36" y="103"/>
                    <a:pt x="36" y="103"/>
                    <a:pt x="36" y="103"/>
                  </a:cubicBezTo>
                  <a:cubicBezTo>
                    <a:pt x="36" y="105"/>
                    <a:pt x="36" y="105"/>
                    <a:pt x="36" y="105"/>
                  </a:cubicBezTo>
                  <a:cubicBezTo>
                    <a:pt x="34" y="106"/>
                    <a:pt x="34" y="106"/>
                    <a:pt x="34" y="106"/>
                  </a:cubicBezTo>
                  <a:cubicBezTo>
                    <a:pt x="23" y="116"/>
                    <a:pt x="23" y="116"/>
                    <a:pt x="23" y="116"/>
                  </a:cubicBezTo>
                  <a:cubicBezTo>
                    <a:pt x="18" y="123"/>
                    <a:pt x="18" y="123"/>
                    <a:pt x="18" y="123"/>
                  </a:cubicBezTo>
                  <a:cubicBezTo>
                    <a:pt x="22" y="132"/>
                    <a:pt x="22" y="132"/>
                    <a:pt x="22" y="132"/>
                  </a:cubicBezTo>
                  <a:cubicBezTo>
                    <a:pt x="22" y="132"/>
                    <a:pt x="22" y="132"/>
                    <a:pt x="22" y="132"/>
                  </a:cubicBezTo>
                  <a:cubicBezTo>
                    <a:pt x="22" y="133"/>
                    <a:pt x="22" y="133"/>
                    <a:pt x="22" y="133"/>
                  </a:cubicBezTo>
                  <a:cubicBezTo>
                    <a:pt x="22" y="146"/>
                    <a:pt x="22" y="146"/>
                    <a:pt x="22" y="146"/>
                  </a:cubicBezTo>
                  <a:cubicBezTo>
                    <a:pt x="22" y="147"/>
                    <a:pt x="22" y="147"/>
                    <a:pt x="22" y="147"/>
                  </a:cubicBezTo>
                  <a:cubicBezTo>
                    <a:pt x="14" y="158"/>
                    <a:pt x="14" y="158"/>
                    <a:pt x="14" y="158"/>
                  </a:cubicBezTo>
                  <a:cubicBezTo>
                    <a:pt x="14" y="158"/>
                    <a:pt x="14" y="158"/>
                    <a:pt x="14" y="158"/>
                  </a:cubicBezTo>
                  <a:cubicBezTo>
                    <a:pt x="4" y="170"/>
                    <a:pt x="4" y="170"/>
                    <a:pt x="4" y="170"/>
                  </a:cubicBezTo>
                  <a:cubicBezTo>
                    <a:pt x="5" y="184"/>
                    <a:pt x="5" y="184"/>
                    <a:pt x="5" y="184"/>
                  </a:cubicBezTo>
                  <a:cubicBezTo>
                    <a:pt x="14" y="192"/>
                    <a:pt x="14" y="192"/>
                    <a:pt x="14" y="192"/>
                  </a:cubicBezTo>
                  <a:cubicBezTo>
                    <a:pt x="14" y="193"/>
                    <a:pt x="14" y="193"/>
                    <a:pt x="14" y="193"/>
                  </a:cubicBezTo>
                  <a:cubicBezTo>
                    <a:pt x="19" y="200"/>
                    <a:pt x="21" y="205"/>
                    <a:pt x="21" y="210"/>
                  </a:cubicBezTo>
                  <a:cubicBezTo>
                    <a:pt x="21" y="225"/>
                    <a:pt x="21" y="225"/>
                    <a:pt x="21" y="225"/>
                  </a:cubicBezTo>
                  <a:cubicBezTo>
                    <a:pt x="20" y="225"/>
                    <a:pt x="20" y="225"/>
                    <a:pt x="20" y="225"/>
                  </a:cubicBezTo>
                  <a:cubicBezTo>
                    <a:pt x="19" y="226"/>
                    <a:pt x="19" y="226"/>
                    <a:pt x="19" y="226"/>
                  </a:cubicBezTo>
                  <a:cubicBezTo>
                    <a:pt x="5" y="236"/>
                    <a:pt x="5" y="236"/>
                    <a:pt x="5" y="236"/>
                  </a:cubicBezTo>
                  <a:cubicBezTo>
                    <a:pt x="4" y="257"/>
                    <a:pt x="4" y="257"/>
                    <a:pt x="4" y="257"/>
                  </a:cubicBezTo>
                  <a:cubicBezTo>
                    <a:pt x="5" y="278"/>
                    <a:pt x="5" y="278"/>
                    <a:pt x="5" y="278"/>
                  </a:cubicBezTo>
                  <a:cubicBezTo>
                    <a:pt x="5" y="285"/>
                    <a:pt x="8" y="298"/>
                    <a:pt x="15" y="317"/>
                  </a:cubicBezTo>
                  <a:cubicBezTo>
                    <a:pt x="15" y="318"/>
                    <a:pt x="15" y="318"/>
                    <a:pt x="15" y="318"/>
                  </a:cubicBezTo>
                  <a:cubicBezTo>
                    <a:pt x="15" y="319"/>
                    <a:pt x="15" y="319"/>
                    <a:pt x="15" y="319"/>
                  </a:cubicBezTo>
                  <a:cubicBezTo>
                    <a:pt x="0" y="389"/>
                    <a:pt x="0" y="389"/>
                    <a:pt x="0" y="389"/>
                  </a:cubicBezTo>
                  <a:cubicBezTo>
                    <a:pt x="1" y="403"/>
                    <a:pt x="1" y="403"/>
                    <a:pt x="1" y="403"/>
                  </a:cubicBezTo>
                  <a:cubicBezTo>
                    <a:pt x="12" y="408"/>
                    <a:pt x="12" y="408"/>
                    <a:pt x="12" y="408"/>
                  </a:cubicBezTo>
                  <a:cubicBezTo>
                    <a:pt x="28" y="392"/>
                    <a:pt x="28" y="392"/>
                    <a:pt x="28" y="392"/>
                  </a:cubicBezTo>
                  <a:cubicBezTo>
                    <a:pt x="29" y="392"/>
                    <a:pt x="29" y="392"/>
                    <a:pt x="29" y="392"/>
                  </a:cubicBezTo>
                  <a:cubicBezTo>
                    <a:pt x="82" y="371"/>
                    <a:pt x="82" y="371"/>
                    <a:pt x="82" y="371"/>
                  </a:cubicBezTo>
                  <a:cubicBezTo>
                    <a:pt x="96" y="358"/>
                    <a:pt x="96" y="358"/>
                    <a:pt x="96" y="358"/>
                  </a:cubicBezTo>
                  <a:cubicBezTo>
                    <a:pt x="97" y="357"/>
                    <a:pt x="97" y="357"/>
                    <a:pt x="97" y="357"/>
                  </a:cubicBezTo>
                  <a:cubicBezTo>
                    <a:pt x="98" y="358"/>
                    <a:pt x="98" y="358"/>
                    <a:pt x="98" y="358"/>
                  </a:cubicBezTo>
                  <a:cubicBezTo>
                    <a:pt x="99" y="358"/>
                    <a:pt x="99" y="358"/>
                    <a:pt x="99" y="358"/>
                  </a:cubicBezTo>
                  <a:cubicBezTo>
                    <a:pt x="130" y="360"/>
                    <a:pt x="130" y="360"/>
                    <a:pt x="130" y="360"/>
                  </a:cubicBezTo>
                  <a:cubicBezTo>
                    <a:pt x="134" y="360"/>
                    <a:pt x="143" y="357"/>
                    <a:pt x="156" y="352"/>
                  </a:cubicBezTo>
                  <a:cubicBezTo>
                    <a:pt x="156" y="337"/>
                    <a:pt x="156" y="337"/>
                    <a:pt x="156" y="337"/>
                  </a:cubicBezTo>
                  <a:cubicBezTo>
                    <a:pt x="156" y="336"/>
                    <a:pt x="156" y="336"/>
                    <a:pt x="156" y="336"/>
                  </a:cubicBezTo>
                  <a:cubicBezTo>
                    <a:pt x="157" y="336"/>
                    <a:pt x="157" y="336"/>
                    <a:pt x="157" y="336"/>
                  </a:cubicBezTo>
                  <a:cubicBezTo>
                    <a:pt x="165" y="329"/>
                    <a:pt x="165" y="329"/>
                    <a:pt x="165" y="329"/>
                  </a:cubicBezTo>
                  <a:cubicBezTo>
                    <a:pt x="163" y="320"/>
                    <a:pt x="163" y="320"/>
                    <a:pt x="163" y="320"/>
                  </a:cubicBezTo>
                  <a:cubicBezTo>
                    <a:pt x="163" y="319"/>
                    <a:pt x="163" y="319"/>
                    <a:pt x="163" y="319"/>
                  </a:cubicBezTo>
                  <a:cubicBezTo>
                    <a:pt x="163" y="318"/>
                    <a:pt x="163" y="318"/>
                    <a:pt x="163" y="318"/>
                  </a:cubicBezTo>
                  <a:cubicBezTo>
                    <a:pt x="163" y="317"/>
                    <a:pt x="163" y="317"/>
                    <a:pt x="163" y="317"/>
                  </a:cubicBezTo>
                  <a:cubicBezTo>
                    <a:pt x="164" y="316"/>
                    <a:pt x="164" y="316"/>
                    <a:pt x="164" y="316"/>
                  </a:cubicBezTo>
                  <a:cubicBezTo>
                    <a:pt x="167" y="314"/>
                    <a:pt x="167" y="311"/>
                    <a:pt x="165" y="309"/>
                  </a:cubicBezTo>
                  <a:cubicBezTo>
                    <a:pt x="163" y="305"/>
                    <a:pt x="163" y="299"/>
                    <a:pt x="167" y="293"/>
                  </a:cubicBezTo>
                  <a:cubicBezTo>
                    <a:pt x="170" y="288"/>
                    <a:pt x="170" y="288"/>
                    <a:pt x="170" y="288"/>
                  </a:cubicBezTo>
                  <a:cubicBezTo>
                    <a:pt x="170" y="278"/>
                    <a:pt x="170" y="278"/>
                    <a:pt x="170" y="278"/>
                  </a:cubicBezTo>
                  <a:cubicBezTo>
                    <a:pt x="159" y="266"/>
                    <a:pt x="159" y="266"/>
                    <a:pt x="159" y="266"/>
                  </a:cubicBezTo>
                  <a:cubicBezTo>
                    <a:pt x="154" y="263"/>
                    <a:pt x="154" y="258"/>
                    <a:pt x="156" y="253"/>
                  </a:cubicBezTo>
                  <a:cubicBezTo>
                    <a:pt x="158" y="249"/>
                    <a:pt x="160" y="245"/>
                    <a:pt x="163" y="241"/>
                  </a:cubicBezTo>
                  <a:cubicBezTo>
                    <a:pt x="166" y="229"/>
                    <a:pt x="166" y="229"/>
                    <a:pt x="166" y="229"/>
                  </a:cubicBezTo>
                  <a:cubicBezTo>
                    <a:pt x="174" y="213"/>
                    <a:pt x="174" y="213"/>
                    <a:pt x="174" y="213"/>
                  </a:cubicBezTo>
                  <a:cubicBezTo>
                    <a:pt x="176" y="205"/>
                    <a:pt x="176" y="205"/>
                    <a:pt x="176" y="205"/>
                  </a:cubicBezTo>
                  <a:cubicBezTo>
                    <a:pt x="187" y="185"/>
                    <a:pt x="187" y="185"/>
                    <a:pt x="187" y="185"/>
                  </a:cubicBezTo>
                  <a:cubicBezTo>
                    <a:pt x="179" y="172"/>
                    <a:pt x="179" y="172"/>
                    <a:pt x="179" y="172"/>
                  </a:cubicBezTo>
                  <a:cubicBezTo>
                    <a:pt x="158" y="158"/>
                    <a:pt x="158" y="158"/>
                    <a:pt x="158" y="158"/>
                  </a:cubicBezTo>
                  <a:cubicBezTo>
                    <a:pt x="156" y="158"/>
                    <a:pt x="156" y="158"/>
                    <a:pt x="156" y="158"/>
                  </a:cubicBezTo>
                  <a:cubicBezTo>
                    <a:pt x="156" y="157"/>
                    <a:pt x="156" y="157"/>
                    <a:pt x="156" y="157"/>
                  </a:cubicBezTo>
                  <a:cubicBezTo>
                    <a:pt x="152" y="146"/>
                    <a:pt x="152" y="146"/>
                    <a:pt x="152" y="146"/>
                  </a:cubicBezTo>
                  <a:cubicBezTo>
                    <a:pt x="152" y="145"/>
                    <a:pt x="152" y="145"/>
                    <a:pt x="152" y="145"/>
                  </a:cubicBezTo>
                  <a:cubicBezTo>
                    <a:pt x="152" y="144"/>
                    <a:pt x="152" y="144"/>
                    <a:pt x="152" y="144"/>
                  </a:cubicBezTo>
                  <a:cubicBezTo>
                    <a:pt x="154" y="125"/>
                    <a:pt x="154" y="125"/>
                    <a:pt x="154" y="125"/>
                  </a:cubicBezTo>
                  <a:cubicBezTo>
                    <a:pt x="154" y="125"/>
                    <a:pt x="154" y="125"/>
                    <a:pt x="154" y="125"/>
                  </a:cubicBezTo>
                  <a:cubicBezTo>
                    <a:pt x="159" y="111"/>
                    <a:pt x="159" y="111"/>
                    <a:pt x="159" y="111"/>
                  </a:cubicBezTo>
                  <a:cubicBezTo>
                    <a:pt x="159" y="106"/>
                    <a:pt x="159" y="103"/>
                    <a:pt x="161" y="100"/>
                  </a:cubicBezTo>
                  <a:cubicBezTo>
                    <a:pt x="163" y="98"/>
                    <a:pt x="165" y="97"/>
                    <a:pt x="167" y="97"/>
                  </a:cubicBezTo>
                  <a:cubicBezTo>
                    <a:pt x="180" y="95"/>
                    <a:pt x="180" y="95"/>
                    <a:pt x="180" y="95"/>
                  </a:cubicBezTo>
                  <a:cubicBezTo>
                    <a:pt x="183" y="87"/>
                    <a:pt x="183" y="87"/>
                    <a:pt x="183" y="87"/>
                  </a:cubicBezTo>
                  <a:cubicBezTo>
                    <a:pt x="187" y="65"/>
                    <a:pt x="187" y="65"/>
                    <a:pt x="187" y="65"/>
                  </a:cubicBezTo>
                  <a:cubicBezTo>
                    <a:pt x="184" y="56"/>
                    <a:pt x="184" y="56"/>
                    <a:pt x="184" y="56"/>
                  </a:cubicBezTo>
                  <a:cubicBezTo>
                    <a:pt x="172" y="54"/>
                    <a:pt x="172" y="54"/>
                    <a:pt x="172" y="54"/>
                  </a:cubicBezTo>
                  <a:cubicBezTo>
                    <a:pt x="172" y="54"/>
                    <a:pt x="172" y="54"/>
                    <a:pt x="172" y="54"/>
                  </a:cubicBezTo>
                  <a:cubicBezTo>
                    <a:pt x="158" y="47"/>
                    <a:pt x="158" y="47"/>
                    <a:pt x="158" y="47"/>
                  </a:cubicBezTo>
                  <a:cubicBezTo>
                    <a:pt x="157" y="46"/>
                    <a:pt x="157" y="46"/>
                    <a:pt x="157" y="46"/>
                  </a:cubicBezTo>
                  <a:cubicBezTo>
                    <a:pt x="157" y="45"/>
                    <a:pt x="157" y="45"/>
                    <a:pt x="157" y="45"/>
                  </a:cubicBezTo>
                  <a:cubicBezTo>
                    <a:pt x="156" y="44"/>
                    <a:pt x="156" y="44"/>
                    <a:pt x="156" y="44"/>
                  </a:cubicBezTo>
                  <a:cubicBezTo>
                    <a:pt x="156" y="27"/>
                    <a:pt x="156" y="27"/>
                    <a:pt x="156" y="27"/>
                  </a:cubicBezTo>
                  <a:cubicBezTo>
                    <a:pt x="156" y="26"/>
                    <a:pt x="156" y="26"/>
                    <a:pt x="156" y="26"/>
                  </a:cubicBezTo>
                  <a:cubicBezTo>
                    <a:pt x="156" y="24"/>
                    <a:pt x="156" y="24"/>
                    <a:pt x="156" y="24"/>
                  </a:cubicBezTo>
                  <a:lnTo>
                    <a:pt x="174" y="20"/>
                  </a:lnTo>
                  <a:close/>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78" name="Freeform 27"/>
            <p:cNvSpPr/>
            <p:nvPr/>
          </p:nvSpPr>
          <p:spPr bwMode="auto">
            <a:xfrm>
              <a:off x="3616244" y="2349183"/>
              <a:ext cx="449193" cy="643638"/>
            </a:xfrm>
            <a:custGeom>
              <a:avLst/>
              <a:gdLst>
                <a:gd name="T0" fmla="*/ 268 w 302"/>
                <a:gd name="T1" fmla="*/ 123 h 432"/>
                <a:gd name="T2" fmla="*/ 233 w 302"/>
                <a:gd name="T3" fmla="*/ 105 h 432"/>
                <a:gd name="T4" fmla="*/ 240 w 302"/>
                <a:gd name="T5" fmla="*/ 87 h 432"/>
                <a:gd name="T6" fmla="*/ 212 w 302"/>
                <a:gd name="T7" fmla="*/ 76 h 432"/>
                <a:gd name="T8" fmla="*/ 197 w 302"/>
                <a:gd name="T9" fmla="*/ 58 h 432"/>
                <a:gd name="T10" fmla="*/ 201 w 302"/>
                <a:gd name="T11" fmla="*/ 28 h 432"/>
                <a:gd name="T12" fmla="*/ 192 w 302"/>
                <a:gd name="T13" fmla="*/ 34 h 432"/>
                <a:gd name="T14" fmla="*/ 178 w 302"/>
                <a:gd name="T15" fmla="*/ 23 h 432"/>
                <a:gd name="T16" fmla="*/ 155 w 302"/>
                <a:gd name="T17" fmla="*/ 11 h 432"/>
                <a:gd name="T18" fmla="*/ 134 w 302"/>
                <a:gd name="T19" fmla="*/ 25 h 432"/>
                <a:gd name="T20" fmla="*/ 125 w 302"/>
                <a:gd name="T21" fmla="*/ 56 h 432"/>
                <a:gd name="T22" fmla="*/ 102 w 302"/>
                <a:gd name="T23" fmla="*/ 66 h 432"/>
                <a:gd name="T24" fmla="*/ 79 w 302"/>
                <a:gd name="T25" fmla="*/ 60 h 432"/>
                <a:gd name="T26" fmla="*/ 62 w 302"/>
                <a:gd name="T27" fmla="*/ 87 h 432"/>
                <a:gd name="T28" fmla="*/ 40 w 302"/>
                <a:gd name="T29" fmla="*/ 78 h 432"/>
                <a:gd name="T30" fmla="*/ 33 w 302"/>
                <a:gd name="T31" fmla="*/ 45 h 432"/>
                <a:gd name="T32" fmla="*/ 13 w 302"/>
                <a:gd name="T33" fmla="*/ 83 h 432"/>
                <a:gd name="T34" fmla="*/ 0 w 302"/>
                <a:gd name="T35" fmla="*/ 105 h 432"/>
                <a:gd name="T36" fmla="*/ 31 w 302"/>
                <a:gd name="T37" fmla="*/ 160 h 432"/>
                <a:gd name="T38" fmla="*/ 23 w 302"/>
                <a:gd name="T39" fmla="*/ 169 h 432"/>
                <a:gd name="T40" fmla="*/ 36 w 302"/>
                <a:gd name="T41" fmla="*/ 192 h 432"/>
                <a:gd name="T42" fmla="*/ 37 w 302"/>
                <a:gd name="T43" fmla="*/ 231 h 432"/>
                <a:gd name="T44" fmla="*/ 30 w 302"/>
                <a:gd name="T45" fmla="*/ 244 h 432"/>
                <a:gd name="T46" fmla="*/ 6 w 302"/>
                <a:gd name="T47" fmla="*/ 286 h 432"/>
                <a:gd name="T48" fmla="*/ 40 w 302"/>
                <a:gd name="T49" fmla="*/ 325 h 432"/>
                <a:gd name="T50" fmla="*/ 29 w 302"/>
                <a:gd name="T51" fmla="*/ 351 h 432"/>
                <a:gd name="T52" fmla="*/ 16 w 302"/>
                <a:gd name="T53" fmla="*/ 387 h 432"/>
                <a:gd name="T54" fmla="*/ 11 w 302"/>
                <a:gd name="T55" fmla="*/ 402 h 432"/>
                <a:gd name="T56" fmla="*/ 23 w 302"/>
                <a:gd name="T57" fmla="*/ 417 h 432"/>
                <a:gd name="T58" fmla="*/ 25 w 302"/>
                <a:gd name="T59" fmla="*/ 425 h 432"/>
                <a:gd name="T60" fmla="*/ 104 w 302"/>
                <a:gd name="T61" fmla="*/ 424 h 432"/>
                <a:gd name="T62" fmla="*/ 97 w 302"/>
                <a:gd name="T63" fmla="*/ 399 h 432"/>
                <a:gd name="T64" fmla="*/ 192 w 302"/>
                <a:gd name="T65" fmla="*/ 299 h 432"/>
                <a:gd name="T66" fmla="*/ 211 w 302"/>
                <a:gd name="T67" fmla="*/ 278 h 432"/>
                <a:gd name="T68" fmla="*/ 194 w 302"/>
                <a:gd name="T69" fmla="*/ 260 h 432"/>
                <a:gd name="T70" fmla="*/ 188 w 302"/>
                <a:gd name="T71" fmla="*/ 256 h 432"/>
                <a:gd name="T72" fmla="*/ 140 w 302"/>
                <a:gd name="T73" fmla="*/ 209 h 432"/>
                <a:gd name="T74" fmla="*/ 99 w 302"/>
                <a:gd name="T75" fmla="*/ 196 h 432"/>
                <a:gd name="T76" fmla="*/ 102 w 302"/>
                <a:gd name="T77" fmla="*/ 156 h 432"/>
                <a:gd name="T78" fmla="*/ 118 w 302"/>
                <a:gd name="T79" fmla="*/ 120 h 432"/>
                <a:gd name="T80" fmla="*/ 127 w 302"/>
                <a:gd name="T81" fmla="*/ 101 h 432"/>
                <a:gd name="T82" fmla="*/ 183 w 302"/>
                <a:gd name="T83" fmla="*/ 119 h 432"/>
                <a:gd name="T84" fmla="*/ 181 w 302"/>
                <a:gd name="T85" fmla="*/ 154 h 432"/>
                <a:gd name="T86" fmla="*/ 211 w 302"/>
                <a:gd name="T87" fmla="*/ 181 h 432"/>
                <a:gd name="T88" fmla="*/ 269 w 302"/>
                <a:gd name="T89" fmla="*/ 203 h 432"/>
                <a:gd name="T90" fmla="*/ 285 w 302"/>
                <a:gd name="T91" fmla="*/ 175 h 432"/>
                <a:gd name="T92" fmla="*/ 290 w 302"/>
                <a:gd name="T93" fmla="*/ 159 h 432"/>
                <a:gd name="T94" fmla="*/ 285 w 302"/>
                <a:gd name="T95" fmla="*/ 145 h 432"/>
                <a:gd name="T96" fmla="*/ 278 w 302"/>
                <a:gd name="T97" fmla="*/ 130 h 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02" h="432">
                  <a:moveTo>
                    <a:pt x="278" y="130"/>
                  </a:moveTo>
                  <a:cubicBezTo>
                    <a:pt x="273" y="127"/>
                    <a:pt x="273" y="127"/>
                    <a:pt x="273" y="127"/>
                  </a:cubicBezTo>
                  <a:cubicBezTo>
                    <a:pt x="272" y="127"/>
                    <a:pt x="272" y="127"/>
                    <a:pt x="272" y="127"/>
                  </a:cubicBezTo>
                  <a:cubicBezTo>
                    <a:pt x="268" y="123"/>
                    <a:pt x="268" y="123"/>
                    <a:pt x="268" y="123"/>
                  </a:cubicBezTo>
                  <a:cubicBezTo>
                    <a:pt x="249" y="118"/>
                    <a:pt x="249" y="118"/>
                    <a:pt x="249" y="118"/>
                  </a:cubicBezTo>
                  <a:cubicBezTo>
                    <a:pt x="244" y="118"/>
                    <a:pt x="244" y="118"/>
                    <a:pt x="244" y="118"/>
                  </a:cubicBezTo>
                  <a:cubicBezTo>
                    <a:pt x="240" y="119"/>
                    <a:pt x="240" y="119"/>
                    <a:pt x="240" y="119"/>
                  </a:cubicBezTo>
                  <a:cubicBezTo>
                    <a:pt x="233" y="105"/>
                    <a:pt x="233" y="105"/>
                    <a:pt x="233" y="105"/>
                  </a:cubicBezTo>
                  <a:cubicBezTo>
                    <a:pt x="233" y="104"/>
                    <a:pt x="233" y="104"/>
                    <a:pt x="233" y="104"/>
                  </a:cubicBezTo>
                  <a:cubicBezTo>
                    <a:pt x="239" y="97"/>
                    <a:pt x="239" y="97"/>
                    <a:pt x="239" y="97"/>
                  </a:cubicBezTo>
                  <a:cubicBezTo>
                    <a:pt x="239" y="89"/>
                    <a:pt x="239" y="89"/>
                    <a:pt x="239" y="89"/>
                  </a:cubicBezTo>
                  <a:cubicBezTo>
                    <a:pt x="240" y="87"/>
                    <a:pt x="240" y="87"/>
                    <a:pt x="240" y="87"/>
                  </a:cubicBezTo>
                  <a:cubicBezTo>
                    <a:pt x="243" y="82"/>
                    <a:pt x="243" y="82"/>
                    <a:pt x="243" y="82"/>
                  </a:cubicBezTo>
                  <a:cubicBezTo>
                    <a:pt x="240" y="80"/>
                    <a:pt x="240" y="80"/>
                    <a:pt x="240" y="80"/>
                  </a:cubicBezTo>
                  <a:cubicBezTo>
                    <a:pt x="230" y="78"/>
                    <a:pt x="230" y="78"/>
                    <a:pt x="230" y="78"/>
                  </a:cubicBezTo>
                  <a:cubicBezTo>
                    <a:pt x="212" y="76"/>
                    <a:pt x="212" y="76"/>
                    <a:pt x="212" y="76"/>
                  </a:cubicBezTo>
                  <a:cubicBezTo>
                    <a:pt x="211" y="76"/>
                    <a:pt x="211" y="76"/>
                    <a:pt x="211" y="76"/>
                  </a:cubicBezTo>
                  <a:cubicBezTo>
                    <a:pt x="200" y="65"/>
                    <a:pt x="200" y="65"/>
                    <a:pt x="200" y="65"/>
                  </a:cubicBezTo>
                  <a:cubicBezTo>
                    <a:pt x="200" y="65"/>
                    <a:pt x="200" y="65"/>
                    <a:pt x="200" y="65"/>
                  </a:cubicBezTo>
                  <a:cubicBezTo>
                    <a:pt x="197" y="58"/>
                    <a:pt x="197" y="58"/>
                    <a:pt x="197" y="58"/>
                  </a:cubicBezTo>
                  <a:cubicBezTo>
                    <a:pt x="196" y="56"/>
                    <a:pt x="196" y="56"/>
                    <a:pt x="196" y="56"/>
                  </a:cubicBezTo>
                  <a:cubicBezTo>
                    <a:pt x="202" y="41"/>
                    <a:pt x="202" y="41"/>
                    <a:pt x="202" y="41"/>
                  </a:cubicBezTo>
                  <a:cubicBezTo>
                    <a:pt x="202" y="31"/>
                    <a:pt x="202" y="31"/>
                    <a:pt x="202" y="31"/>
                  </a:cubicBezTo>
                  <a:cubicBezTo>
                    <a:pt x="201" y="28"/>
                    <a:pt x="201" y="28"/>
                    <a:pt x="201" y="28"/>
                  </a:cubicBezTo>
                  <a:cubicBezTo>
                    <a:pt x="196" y="34"/>
                    <a:pt x="196" y="34"/>
                    <a:pt x="196" y="34"/>
                  </a:cubicBezTo>
                  <a:cubicBezTo>
                    <a:pt x="195" y="34"/>
                    <a:pt x="195" y="34"/>
                    <a:pt x="195" y="34"/>
                  </a:cubicBezTo>
                  <a:cubicBezTo>
                    <a:pt x="193" y="36"/>
                    <a:pt x="193" y="36"/>
                    <a:pt x="193" y="36"/>
                  </a:cubicBezTo>
                  <a:cubicBezTo>
                    <a:pt x="192" y="34"/>
                    <a:pt x="192" y="34"/>
                    <a:pt x="192" y="34"/>
                  </a:cubicBezTo>
                  <a:cubicBezTo>
                    <a:pt x="190" y="34"/>
                    <a:pt x="190" y="34"/>
                    <a:pt x="190" y="34"/>
                  </a:cubicBezTo>
                  <a:cubicBezTo>
                    <a:pt x="180" y="25"/>
                    <a:pt x="180" y="25"/>
                    <a:pt x="180" y="25"/>
                  </a:cubicBezTo>
                  <a:cubicBezTo>
                    <a:pt x="178" y="24"/>
                    <a:pt x="178" y="24"/>
                    <a:pt x="178" y="24"/>
                  </a:cubicBezTo>
                  <a:cubicBezTo>
                    <a:pt x="178" y="23"/>
                    <a:pt x="178" y="23"/>
                    <a:pt x="178" y="23"/>
                  </a:cubicBezTo>
                  <a:cubicBezTo>
                    <a:pt x="176" y="7"/>
                    <a:pt x="176" y="7"/>
                    <a:pt x="176" y="7"/>
                  </a:cubicBezTo>
                  <a:cubicBezTo>
                    <a:pt x="171" y="0"/>
                    <a:pt x="171" y="0"/>
                    <a:pt x="171" y="0"/>
                  </a:cubicBezTo>
                  <a:cubicBezTo>
                    <a:pt x="161" y="0"/>
                    <a:pt x="161" y="0"/>
                    <a:pt x="161" y="0"/>
                  </a:cubicBezTo>
                  <a:cubicBezTo>
                    <a:pt x="155" y="11"/>
                    <a:pt x="155" y="11"/>
                    <a:pt x="155" y="11"/>
                  </a:cubicBezTo>
                  <a:cubicBezTo>
                    <a:pt x="154" y="13"/>
                    <a:pt x="154" y="13"/>
                    <a:pt x="154" y="13"/>
                  </a:cubicBezTo>
                  <a:cubicBezTo>
                    <a:pt x="153" y="14"/>
                    <a:pt x="153" y="14"/>
                    <a:pt x="153" y="14"/>
                  </a:cubicBezTo>
                  <a:cubicBezTo>
                    <a:pt x="137" y="10"/>
                    <a:pt x="137" y="10"/>
                    <a:pt x="137" y="10"/>
                  </a:cubicBezTo>
                  <a:cubicBezTo>
                    <a:pt x="134" y="25"/>
                    <a:pt x="134" y="25"/>
                    <a:pt x="134" y="25"/>
                  </a:cubicBezTo>
                  <a:cubicBezTo>
                    <a:pt x="134" y="40"/>
                    <a:pt x="134" y="40"/>
                    <a:pt x="134" y="40"/>
                  </a:cubicBezTo>
                  <a:cubicBezTo>
                    <a:pt x="133" y="41"/>
                    <a:pt x="133" y="41"/>
                    <a:pt x="133" y="41"/>
                  </a:cubicBezTo>
                  <a:cubicBezTo>
                    <a:pt x="125" y="55"/>
                    <a:pt x="125" y="55"/>
                    <a:pt x="125" y="55"/>
                  </a:cubicBezTo>
                  <a:cubicBezTo>
                    <a:pt x="125" y="56"/>
                    <a:pt x="125" y="56"/>
                    <a:pt x="125" y="56"/>
                  </a:cubicBezTo>
                  <a:cubicBezTo>
                    <a:pt x="123" y="57"/>
                    <a:pt x="123" y="57"/>
                    <a:pt x="123" y="57"/>
                  </a:cubicBezTo>
                  <a:cubicBezTo>
                    <a:pt x="122" y="57"/>
                    <a:pt x="122" y="57"/>
                    <a:pt x="122" y="57"/>
                  </a:cubicBezTo>
                  <a:cubicBezTo>
                    <a:pt x="112" y="58"/>
                    <a:pt x="112" y="58"/>
                    <a:pt x="112" y="58"/>
                  </a:cubicBezTo>
                  <a:cubicBezTo>
                    <a:pt x="102" y="66"/>
                    <a:pt x="102" y="66"/>
                    <a:pt x="102" y="66"/>
                  </a:cubicBezTo>
                  <a:cubicBezTo>
                    <a:pt x="100" y="67"/>
                    <a:pt x="100" y="67"/>
                    <a:pt x="100" y="67"/>
                  </a:cubicBezTo>
                  <a:cubicBezTo>
                    <a:pt x="99" y="67"/>
                    <a:pt x="99" y="67"/>
                    <a:pt x="99" y="67"/>
                  </a:cubicBezTo>
                  <a:cubicBezTo>
                    <a:pt x="98" y="67"/>
                    <a:pt x="98" y="67"/>
                    <a:pt x="98" y="67"/>
                  </a:cubicBezTo>
                  <a:cubicBezTo>
                    <a:pt x="79" y="60"/>
                    <a:pt x="79" y="60"/>
                    <a:pt x="79" y="60"/>
                  </a:cubicBezTo>
                  <a:cubicBezTo>
                    <a:pt x="76" y="67"/>
                    <a:pt x="76" y="67"/>
                    <a:pt x="76" y="67"/>
                  </a:cubicBezTo>
                  <a:cubicBezTo>
                    <a:pt x="76" y="68"/>
                    <a:pt x="76" y="68"/>
                    <a:pt x="76" y="68"/>
                  </a:cubicBezTo>
                  <a:cubicBezTo>
                    <a:pt x="68" y="82"/>
                    <a:pt x="68" y="82"/>
                    <a:pt x="68" y="82"/>
                  </a:cubicBezTo>
                  <a:cubicBezTo>
                    <a:pt x="67" y="85"/>
                    <a:pt x="65" y="86"/>
                    <a:pt x="62" y="87"/>
                  </a:cubicBezTo>
                  <a:cubicBezTo>
                    <a:pt x="54" y="85"/>
                    <a:pt x="54" y="85"/>
                    <a:pt x="54" y="85"/>
                  </a:cubicBezTo>
                  <a:cubicBezTo>
                    <a:pt x="43" y="80"/>
                    <a:pt x="43" y="80"/>
                    <a:pt x="43" y="80"/>
                  </a:cubicBezTo>
                  <a:cubicBezTo>
                    <a:pt x="41" y="79"/>
                    <a:pt x="41" y="79"/>
                    <a:pt x="41" y="79"/>
                  </a:cubicBezTo>
                  <a:cubicBezTo>
                    <a:pt x="40" y="78"/>
                    <a:pt x="40" y="78"/>
                    <a:pt x="40" y="78"/>
                  </a:cubicBezTo>
                  <a:cubicBezTo>
                    <a:pt x="40" y="78"/>
                    <a:pt x="40" y="78"/>
                    <a:pt x="40" y="78"/>
                  </a:cubicBezTo>
                  <a:cubicBezTo>
                    <a:pt x="38" y="61"/>
                    <a:pt x="38" y="61"/>
                    <a:pt x="38" y="61"/>
                  </a:cubicBezTo>
                  <a:cubicBezTo>
                    <a:pt x="35" y="49"/>
                    <a:pt x="35" y="49"/>
                    <a:pt x="35" y="49"/>
                  </a:cubicBezTo>
                  <a:cubicBezTo>
                    <a:pt x="33" y="45"/>
                    <a:pt x="33" y="45"/>
                    <a:pt x="33" y="45"/>
                  </a:cubicBezTo>
                  <a:cubicBezTo>
                    <a:pt x="28" y="55"/>
                    <a:pt x="28" y="55"/>
                    <a:pt x="28" y="55"/>
                  </a:cubicBezTo>
                  <a:cubicBezTo>
                    <a:pt x="20" y="66"/>
                    <a:pt x="20" y="66"/>
                    <a:pt x="20" y="66"/>
                  </a:cubicBezTo>
                  <a:cubicBezTo>
                    <a:pt x="13" y="82"/>
                    <a:pt x="13" y="82"/>
                    <a:pt x="13" y="82"/>
                  </a:cubicBezTo>
                  <a:cubicBezTo>
                    <a:pt x="13" y="83"/>
                    <a:pt x="13" y="83"/>
                    <a:pt x="13" y="83"/>
                  </a:cubicBezTo>
                  <a:cubicBezTo>
                    <a:pt x="13" y="83"/>
                    <a:pt x="13" y="83"/>
                    <a:pt x="13" y="83"/>
                  </a:cubicBezTo>
                  <a:cubicBezTo>
                    <a:pt x="12" y="83"/>
                    <a:pt x="12" y="83"/>
                    <a:pt x="12" y="83"/>
                  </a:cubicBezTo>
                  <a:cubicBezTo>
                    <a:pt x="6" y="92"/>
                    <a:pt x="6" y="92"/>
                    <a:pt x="6" y="92"/>
                  </a:cubicBezTo>
                  <a:cubicBezTo>
                    <a:pt x="6" y="95"/>
                    <a:pt x="4" y="99"/>
                    <a:pt x="0" y="105"/>
                  </a:cubicBezTo>
                  <a:cubicBezTo>
                    <a:pt x="4" y="121"/>
                    <a:pt x="4" y="121"/>
                    <a:pt x="4" y="121"/>
                  </a:cubicBezTo>
                  <a:cubicBezTo>
                    <a:pt x="25" y="144"/>
                    <a:pt x="25" y="144"/>
                    <a:pt x="25" y="144"/>
                  </a:cubicBezTo>
                  <a:cubicBezTo>
                    <a:pt x="31" y="158"/>
                    <a:pt x="31" y="158"/>
                    <a:pt x="31" y="158"/>
                  </a:cubicBezTo>
                  <a:cubicBezTo>
                    <a:pt x="31" y="160"/>
                    <a:pt x="31" y="160"/>
                    <a:pt x="31" y="160"/>
                  </a:cubicBezTo>
                  <a:cubicBezTo>
                    <a:pt x="31" y="161"/>
                    <a:pt x="31" y="161"/>
                    <a:pt x="31" y="161"/>
                  </a:cubicBezTo>
                  <a:cubicBezTo>
                    <a:pt x="30" y="161"/>
                    <a:pt x="30" y="161"/>
                    <a:pt x="30" y="161"/>
                  </a:cubicBezTo>
                  <a:cubicBezTo>
                    <a:pt x="25" y="168"/>
                    <a:pt x="25" y="168"/>
                    <a:pt x="25" y="168"/>
                  </a:cubicBezTo>
                  <a:cubicBezTo>
                    <a:pt x="23" y="169"/>
                    <a:pt x="23" y="169"/>
                    <a:pt x="23" y="169"/>
                  </a:cubicBezTo>
                  <a:cubicBezTo>
                    <a:pt x="9" y="172"/>
                    <a:pt x="9" y="172"/>
                    <a:pt x="9" y="172"/>
                  </a:cubicBezTo>
                  <a:cubicBezTo>
                    <a:pt x="11" y="183"/>
                    <a:pt x="11" y="183"/>
                    <a:pt x="11" y="183"/>
                  </a:cubicBezTo>
                  <a:cubicBezTo>
                    <a:pt x="21" y="189"/>
                    <a:pt x="21" y="189"/>
                    <a:pt x="21" y="189"/>
                  </a:cubicBezTo>
                  <a:cubicBezTo>
                    <a:pt x="36" y="192"/>
                    <a:pt x="36" y="192"/>
                    <a:pt x="36" y="192"/>
                  </a:cubicBezTo>
                  <a:cubicBezTo>
                    <a:pt x="40" y="206"/>
                    <a:pt x="40" y="206"/>
                    <a:pt x="40" y="206"/>
                  </a:cubicBezTo>
                  <a:cubicBezTo>
                    <a:pt x="40" y="207"/>
                    <a:pt x="40" y="207"/>
                    <a:pt x="40" y="207"/>
                  </a:cubicBezTo>
                  <a:cubicBezTo>
                    <a:pt x="40" y="207"/>
                    <a:pt x="40" y="207"/>
                    <a:pt x="40" y="207"/>
                  </a:cubicBezTo>
                  <a:cubicBezTo>
                    <a:pt x="37" y="231"/>
                    <a:pt x="37" y="231"/>
                    <a:pt x="37" y="231"/>
                  </a:cubicBezTo>
                  <a:cubicBezTo>
                    <a:pt x="37" y="231"/>
                    <a:pt x="37" y="231"/>
                    <a:pt x="37" y="231"/>
                  </a:cubicBezTo>
                  <a:cubicBezTo>
                    <a:pt x="31" y="242"/>
                    <a:pt x="31" y="242"/>
                    <a:pt x="31" y="242"/>
                  </a:cubicBezTo>
                  <a:cubicBezTo>
                    <a:pt x="31" y="244"/>
                    <a:pt x="31" y="244"/>
                    <a:pt x="31" y="244"/>
                  </a:cubicBezTo>
                  <a:cubicBezTo>
                    <a:pt x="30" y="244"/>
                    <a:pt x="30" y="244"/>
                    <a:pt x="30" y="244"/>
                  </a:cubicBezTo>
                  <a:cubicBezTo>
                    <a:pt x="13" y="247"/>
                    <a:pt x="13" y="247"/>
                    <a:pt x="13" y="247"/>
                  </a:cubicBezTo>
                  <a:cubicBezTo>
                    <a:pt x="13" y="254"/>
                    <a:pt x="13" y="254"/>
                    <a:pt x="13" y="254"/>
                  </a:cubicBezTo>
                  <a:cubicBezTo>
                    <a:pt x="8" y="269"/>
                    <a:pt x="8" y="269"/>
                    <a:pt x="8" y="269"/>
                  </a:cubicBezTo>
                  <a:cubicBezTo>
                    <a:pt x="6" y="286"/>
                    <a:pt x="6" y="286"/>
                    <a:pt x="6" y="286"/>
                  </a:cubicBezTo>
                  <a:cubicBezTo>
                    <a:pt x="9" y="296"/>
                    <a:pt x="9" y="296"/>
                    <a:pt x="9" y="296"/>
                  </a:cubicBezTo>
                  <a:cubicBezTo>
                    <a:pt x="31" y="309"/>
                    <a:pt x="31" y="309"/>
                    <a:pt x="31" y="309"/>
                  </a:cubicBezTo>
                  <a:cubicBezTo>
                    <a:pt x="31" y="309"/>
                    <a:pt x="31" y="309"/>
                    <a:pt x="31" y="309"/>
                  </a:cubicBezTo>
                  <a:cubicBezTo>
                    <a:pt x="40" y="325"/>
                    <a:pt x="40" y="325"/>
                    <a:pt x="40" y="325"/>
                  </a:cubicBezTo>
                  <a:cubicBezTo>
                    <a:pt x="40" y="325"/>
                    <a:pt x="40" y="325"/>
                    <a:pt x="40" y="325"/>
                  </a:cubicBezTo>
                  <a:cubicBezTo>
                    <a:pt x="41" y="326"/>
                    <a:pt x="41" y="326"/>
                    <a:pt x="41" y="326"/>
                  </a:cubicBezTo>
                  <a:cubicBezTo>
                    <a:pt x="40" y="327"/>
                    <a:pt x="40" y="327"/>
                    <a:pt x="40" y="327"/>
                  </a:cubicBezTo>
                  <a:cubicBezTo>
                    <a:pt x="29" y="351"/>
                    <a:pt x="29" y="351"/>
                    <a:pt x="29" y="351"/>
                  </a:cubicBezTo>
                  <a:cubicBezTo>
                    <a:pt x="27" y="358"/>
                    <a:pt x="27" y="358"/>
                    <a:pt x="27" y="358"/>
                  </a:cubicBezTo>
                  <a:cubicBezTo>
                    <a:pt x="20" y="374"/>
                    <a:pt x="20" y="374"/>
                    <a:pt x="20" y="374"/>
                  </a:cubicBezTo>
                  <a:cubicBezTo>
                    <a:pt x="17" y="386"/>
                    <a:pt x="17" y="386"/>
                    <a:pt x="17" y="386"/>
                  </a:cubicBezTo>
                  <a:cubicBezTo>
                    <a:pt x="16" y="387"/>
                    <a:pt x="16" y="387"/>
                    <a:pt x="16" y="387"/>
                  </a:cubicBezTo>
                  <a:cubicBezTo>
                    <a:pt x="16" y="388"/>
                    <a:pt x="16" y="388"/>
                    <a:pt x="16" y="388"/>
                  </a:cubicBezTo>
                  <a:cubicBezTo>
                    <a:pt x="13" y="391"/>
                    <a:pt x="11" y="394"/>
                    <a:pt x="9" y="398"/>
                  </a:cubicBezTo>
                  <a:cubicBezTo>
                    <a:pt x="9" y="399"/>
                    <a:pt x="9" y="400"/>
                    <a:pt x="10" y="402"/>
                  </a:cubicBezTo>
                  <a:cubicBezTo>
                    <a:pt x="11" y="402"/>
                    <a:pt x="11" y="402"/>
                    <a:pt x="11" y="402"/>
                  </a:cubicBezTo>
                  <a:cubicBezTo>
                    <a:pt x="18" y="410"/>
                    <a:pt x="18" y="410"/>
                    <a:pt x="18" y="410"/>
                  </a:cubicBezTo>
                  <a:cubicBezTo>
                    <a:pt x="21" y="416"/>
                    <a:pt x="21" y="416"/>
                    <a:pt x="21" y="416"/>
                  </a:cubicBezTo>
                  <a:cubicBezTo>
                    <a:pt x="22" y="415"/>
                    <a:pt x="22" y="415"/>
                    <a:pt x="22" y="415"/>
                  </a:cubicBezTo>
                  <a:cubicBezTo>
                    <a:pt x="23" y="417"/>
                    <a:pt x="23" y="417"/>
                    <a:pt x="23" y="417"/>
                  </a:cubicBezTo>
                  <a:cubicBezTo>
                    <a:pt x="23" y="418"/>
                    <a:pt x="23" y="418"/>
                    <a:pt x="23" y="418"/>
                  </a:cubicBezTo>
                  <a:cubicBezTo>
                    <a:pt x="23" y="420"/>
                    <a:pt x="23" y="420"/>
                    <a:pt x="23" y="420"/>
                  </a:cubicBezTo>
                  <a:cubicBezTo>
                    <a:pt x="23" y="420"/>
                    <a:pt x="23" y="420"/>
                    <a:pt x="23" y="420"/>
                  </a:cubicBezTo>
                  <a:cubicBezTo>
                    <a:pt x="25" y="425"/>
                    <a:pt x="25" y="425"/>
                    <a:pt x="25" y="425"/>
                  </a:cubicBezTo>
                  <a:cubicBezTo>
                    <a:pt x="31" y="427"/>
                    <a:pt x="31" y="427"/>
                    <a:pt x="31" y="427"/>
                  </a:cubicBezTo>
                  <a:cubicBezTo>
                    <a:pt x="56" y="432"/>
                    <a:pt x="56" y="432"/>
                    <a:pt x="56" y="432"/>
                  </a:cubicBezTo>
                  <a:cubicBezTo>
                    <a:pt x="64" y="432"/>
                    <a:pt x="71" y="430"/>
                    <a:pt x="80" y="427"/>
                  </a:cubicBezTo>
                  <a:cubicBezTo>
                    <a:pt x="88" y="423"/>
                    <a:pt x="96" y="422"/>
                    <a:pt x="104" y="424"/>
                  </a:cubicBezTo>
                  <a:cubicBezTo>
                    <a:pt x="105" y="419"/>
                    <a:pt x="105" y="419"/>
                    <a:pt x="105" y="419"/>
                  </a:cubicBezTo>
                  <a:cubicBezTo>
                    <a:pt x="97" y="400"/>
                    <a:pt x="97" y="400"/>
                    <a:pt x="97" y="400"/>
                  </a:cubicBezTo>
                  <a:cubicBezTo>
                    <a:pt x="96" y="399"/>
                    <a:pt x="96" y="399"/>
                    <a:pt x="96" y="399"/>
                  </a:cubicBezTo>
                  <a:cubicBezTo>
                    <a:pt x="97" y="399"/>
                    <a:pt x="97" y="399"/>
                    <a:pt x="97" y="399"/>
                  </a:cubicBezTo>
                  <a:cubicBezTo>
                    <a:pt x="136" y="345"/>
                    <a:pt x="136" y="345"/>
                    <a:pt x="136" y="345"/>
                  </a:cubicBezTo>
                  <a:cubicBezTo>
                    <a:pt x="178" y="304"/>
                    <a:pt x="178" y="304"/>
                    <a:pt x="178" y="304"/>
                  </a:cubicBezTo>
                  <a:cubicBezTo>
                    <a:pt x="179" y="304"/>
                    <a:pt x="179" y="304"/>
                    <a:pt x="179" y="304"/>
                  </a:cubicBezTo>
                  <a:cubicBezTo>
                    <a:pt x="192" y="299"/>
                    <a:pt x="192" y="299"/>
                    <a:pt x="192" y="299"/>
                  </a:cubicBezTo>
                  <a:cubicBezTo>
                    <a:pt x="199" y="291"/>
                    <a:pt x="199" y="291"/>
                    <a:pt x="199" y="291"/>
                  </a:cubicBezTo>
                  <a:cubicBezTo>
                    <a:pt x="199" y="291"/>
                    <a:pt x="199" y="291"/>
                    <a:pt x="199" y="291"/>
                  </a:cubicBezTo>
                  <a:cubicBezTo>
                    <a:pt x="205" y="287"/>
                    <a:pt x="209" y="284"/>
                    <a:pt x="215" y="282"/>
                  </a:cubicBezTo>
                  <a:cubicBezTo>
                    <a:pt x="211" y="278"/>
                    <a:pt x="211" y="278"/>
                    <a:pt x="211" y="278"/>
                  </a:cubicBezTo>
                  <a:cubicBezTo>
                    <a:pt x="202" y="269"/>
                    <a:pt x="202" y="269"/>
                    <a:pt x="202" y="269"/>
                  </a:cubicBezTo>
                  <a:cubicBezTo>
                    <a:pt x="202" y="269"/>
                    <a:pt x="202" y="269"/>
                    <a:pt x="202" y="269"/>
                  </a:cubicBezTo>
                  <a:cubicBezTo>
                    <a:pt x="201" y="269"/>
                    <a:pt x="201" y="269"/>
                    <a:pt x="201" y="269"/>
                  </a:cubicBezTo>
                  <a:cubicBezTo>
                    <a:pt x="194" y="260"/>
                    <a:pt x="194" y="260"/>
                    <a:pt x="194" y="260"/>
                  </a:cubicBezTo>
                  <a:cubicBezTo>
                    <a:pt x="193" y="259"/>
                    <a:pt x="193" y="259"/>
                    <a:pt x="193" y="259"/>
                  </a:cubicBezTo>
                  <a:cubicBezTo>
                    <a:pt x="193" y="258"/>
                    <a:pt x="193" y="258"/>
                    <a:pt x="193" y="258"/>
                  </a:cubicBezTo>
                  <a:cubicBezTo>
                    <a:pt x="197" y="254"/>
                    <a:pt x="197" y="254"/>
                    <a:pt x="197" y="254"/>
                  </a:cubicBezTo>
                  <a:cubicBezTo>
                    <a:pt x="188" y="256"/>
                    <a:pt x="188" y="256"/>
                    <a:pt x="188" y="256"/>
                  </a:cubicBezTo>
                  <a:cubicBezTo>
                    <a:pt x="169" y="251"/>
                    <a:pt x="169" y="251"/>
                    <a:pt x="169" y="251"/>
                  </a:cubicBezTo>
                  <a:cubicBezTo>
                    <a:pt x="161" y="247"/>
                    <a:pt x="156" y="243"/>
                    <a:pt x="155" y="238"/>
                  </a:cubicBezTo>
                  <a:cubicBezTo>
                    <a:pt x="151" y="226"/>
                    <a:pt x="149" y="215"/>
                    <a:pt x="150" y="205"/>
                  </a:cubicBezTo>
                  <a:cubicBezTo>
                    <a:pt x="147" y="209"/>
                    <a:pt x="144" y="209"/>
                    <a:pt x="140" y="209"/>
                  </a:cubicBezTo>
                  <a:cubicBezTo>
                    <a:pt x="126" y="206"/>
                    <a:pt x="126" y="206"/>
                    <a:pt x="126" y="206"/>
                  </a:cubicBezTo>
                  <a:cubicBezTo>
                    <a:pt x="116" y="199"/>
                    <a:pt x="116" y="199"/>
                    <a:pt x="116" y="199"/>
                  </a:cubicBezTo>
                  <a:cubicBezTo>
                    <a:pt x="105" y="196"/>
                    <a:pt x="105" y="196"/>
                    <a:pt x="105" y="196"/>
                  </a:cubicBezTo>
                  <a:cubicBezTo>
                    <a:pt x="99" y="196"/>
                    <a:pt x="99" y="196"/>
                    <a:pt x="99" y="196"/>
                  </a:cubicBezTo>
                  <a:cubicBezTo>
                    <a:pt x="96" y="196"/>
                    <a:pt x="91" y="195"/>
                    <a:pt x="89" y="192"/>
                  </a:cubicBezTo>
                  <a:cubicBezTo>
                    <a:pt x="85" y="189"/>
                    <a:pt x="82" y="187"/>
                    <a:pt x="82" y="184"/>
                  </a:cubicBezTo>
                  <a:cubicBezTo>
                    <a:pt x="80" y="178"/>
                    <a:pt x="82" y="175"/>
                    <a:pt x="87" y="171"/>
                  </a:cubicBezTo>
                  <a:cubicBezTo>
                    <a:pt x="91" y="168"/>
                    <a:pt x="97" y="163"/>
                    <a:pt x="102" y="156"/>
                  </a:cubicBezTo>
                  <a:cubicBezTo>
                    <a:pt x="97" y="149"/>
                    <a:pt x="95" y="143"/>
                    <a:pt x="97" y="137"/>
                  </a:cubicBezTo>
                  <a:cubicBezTo>
                    <a:pt x="98" y="136"/>
                    <a:pt x="98" y="136"/>
                    <a:pt x="98" y="136"/>
                  </a:cubicBezTo>
                  <a:cubicBezTo>
                    <a:pt x="98" y="133"/>
                    <a:pt x="104" y="130"/>
                    <a:pt x="114" y="127"/>
                  </a:cubicBezTo>
                  <a:cubicBezTo>
                    <a:pt x="115" y="123"/>
                    <a:pt x="116" y="121"/>
                    <a:pt x="118" y="120"/>
                  </a:cubicBezTo>
                  <a:cubicBezTo>
                    <a:pt x="128" y="121"/>
                    <a:pt x="128" y="121"/>
                    <a:pt x="128" y="121"/>
                  </a:cubicBezTo>
                  <a:cubicBezTo>
                    <a:pt x="127" y="120"/>
                    <a:pt x="127" y="120"/>
                    <a:pt x="127" y="120"/>
                  </a:cubicBezTo>
                  <a:cubicBezTo>
                    <a:pt x="120" y="116"/>
                    <a:pt x="118" y="111"/>
                    <a:pt x="121" y="105"/>
                  </a:cubicBezTo>
                  <a:cubicBezTo>
                    <a:pt x="127" y="101"/>
                    <a:pt x="127" y="101"/>
                    <a:pt x="127" y="101"/>
                  </a:cubicBezTo>
                  <a:cubicBezTo>
                    <a:pt x="133" y="99"/>
                    <a:pt x="140" y="100"/>
                    <a:pt x="148" y="104"/>
                  </a:cubicBezTo>
                  <a:cubicBezTo>
                    <a:pt x="164" y="115"/>
                    <a:pt x="164" y="115"/>
                    <a:pt x="164" y="115"/>
                  </a:cubicBezTo>
                  <a:cubicBezTo>
                    <a:pt x="178" y="115"/>
                    <a:pt x="178" y="115"/>
                    <a:pt x="178" y="115"/>
                  </a:cubicBezTo>
                  <a:cubicBezTo>
                    <a:pt x="183" y="119"/>
                    <a:pt x="183" y="119"/>
                    <a:pt x="183" y="119"/>
                  </a:cubicBezTo>
                  <a:cubicBezTo>
                    <a:pt x="185" y="125"/>
                    <a:pt x="185" y="125"/>
                    <a:pt x="185" y="125"/>
                  </a:cubicBezTo>
                  <a:cubicBezTo>
                    <a:pt x="185" y="128"/>
                    <a:pt x="182" y="130"/>
                    <a:pt x="180" y="130"/>
                  </a:cubicBezTo>
                  <a:cubicBezTo>
                    <a:pt x="176" y="130"/>
                    <a:pt x="175" y="134"/>
                    <a:pt x="174" y="138"/>
                  </a:cubicBezTo>
                  <a:cubicBezTo>
                    <a:pt x="181" y="154"/>
                    <a:pt x="181" y="154"/>
                    <a:pt x="181" y="154"/>
                  </a:cubicBezTo>
                  <a:cubicBezTo>
                    <a:pt x="185" y="148"/>
                    <a:pt x="189" y="145"/>
                    <a:pt x="193" y="144"/>
                  </a:cubicBezTo>
                  <a:cubicBezTo>
                    <a:pt x="196" y="144"/>
                    <a:pt x="198" y="145"/>
                    <a:pt x="200" y="148"/>
                  </a:cubicBezTo>
                  <a:cubicBezTo>
                    <a:pt x="202" y="151"/>
                    <a:pt x="205" y="158"/>
                    <a:pt x="206" y="164"/>
                  </a:cubicBezTo>
                  <a:cubicBezTo>
                    <a:pt x="207" y="171"/>
                    <a:pt x="209" y="178"/>
                    <a:pt x="211" y="181"/>
                  </a:cubicBezTo>
                  <a:cubicBezTo>
                    <a:pt x="216" y="189"/>
                    <a:pt x="216" y="189"/>
                    <a:pt x="216" y="189"/>
                  </a:cubicBezTo>
                  <a:cubicBezTo>
                    <a:pt x="225" y="199"/>
                    <a:pt x="229" y="207"/>
                    <a:pt x="231" y="213"/>
                  </a:cubicBezTo>
                  <a:cubicBezTo>
                    <a:pt x="258" y="209"/>
                    <a:pt x="258" y="209"/>
                    <a:pt x="258" y="209"/>
                  </a:cubicBezTo>
                  <a:cubicBezTo>
                    <a:pt x="269" y="203"/>
                    <a:pt x="269" y="203"/>
                    <a:pt x="269" y="203"/>
                  </a:cubicBezTo>
                  <a:cubicBezTo>
                    <a:pt x="280" y="189"/>
                    <a:pt x="280" y="189"/>
                    <a:pt x="280" y="189"/>
                  </a:cubicBezTo>
                  <a:cubicBezTo>
                    <a:pt x="285" y="176"/>
                    <a:pt x="285" y="176"/>
                    <a:pt x="285" y="176"/>
                  </a:cubicBezTo>
                  <a:cubicBezTo>
                    <a:pt x="285" y="176"/>
                    <a:pt x="285" y="176"/>
                    <a:pt x="285" y="176"/>
                  </a:cubicBezTo>
                  <a:cubicBezTo>
                    <a:pt x="285" y="175"/>
                    <a:pt x="285" y="175"/>
                    <a:pt x="285" y="175"/>
                  </a:cubicBezTo>
                  <a:cubicBezTo>
                    <a:pt x="289" y="161"/>
                    <a:pt x="289" y="161"/>
                    <a:pt x="289" y="161"/>
                  </a:cubicBezTo>
                  <a:cubicBezTo>
                    <a:pt x="289" y="160"/>
                    <a:pt x="289" y="160"/>
                    <a:pt x="289" y="160"/>
                  </a:cubicBezTo>
                  <a:cubicBezTo>
                    <a:pt x="289" y="159"/>
                    <a:pt x="289" y="159"/>
                    <a:pt x="289" y="159"/>
                  </a:cubicBezTo>
                  <a:cubicBezTo>
                    <a:pt x="290" y="159"/>
                    <a:pt x="290" y="159"/>
                    <a:pt x="290" y="159"/>
                  </a:cubicBezTo>
                  <a:cubicBezTo>
                    <a:pt x="300" y="152"/>
                    <a:pt x="300" y="152"/>
                    <a:pt x="300" y="152"/>
                  </a:cubicBezTo>
                  <a:cubicBezTo>
                    <a:pt x="302" y="151"/>
                    <a:pt x="302" y="151"/>
                    <a:pt x="302" y="151"/>
                  </a:cubicBezTo>
                  <a:cubicBezTo>
                    <a:pt x="302" y="150"/>
                    <a:pt x="302" y="150"/>
                    <a:pt x="302" y="150"/>
                  </a:cubicBezTo>
                  <a:cubicBezTo>
                    <a:pt x="285" y="145"/>
                    <a:pt x="285" y="145"/>
                    <a:pt x="285" y="145"/>
                  </a:cubicBezTo>
                  <a:cubicBezTo>
                    <a:pt x="283" y="145"/>
                    <a:pt x="283" y="145"/>
                    <a:pt x="283" y="145"/>
                  </a:cubicBezTo>
                  <a:cubicBezTo>
                    <a:pt x="283" y="144"/>
                    <a:pt x="283" y="144"/>
                    <a:pt x="283" y="144"/>
                  </a:cubicBezTo>
                  <a:cubicBezTo>
                    <a:pt x="280" y="134"/>
                    <a:pt x="280" y="134"/>
                    <a:pt x="280" y="134"/>
                  </a:cubicBezTo>
                  <a:lnTo>
                    <a:pt x="278" y="130"/>
                  </a:lnTo>
                  <a:close/>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79" name="Freeform 28"/>
            <p:cNvSpPr/>
            <p:nvPr/>
          </p:nvSpPr>
          <p:spPr bwMode="auto">
            <a:xfrm>
              <a:off x="3911604" y="3716452"/>
              <a:ext cx="361816" cy="444271"/>
            </a:xfrm>
            <a:custGeom>
              <a:avLst/>
              <a:gdLst>
                <a:gd name="T0" fmla="*/ 126 w 243"/>
                <a:gd name="T1" fmla="*/ 13 h 298"/>
                <a:gd name="T2" fmla="*/ 103 w 243"/>
                <a:gd name="T3" fmla="*/ 33 h 298"/>
                <a:gd name="T4" fmla="*/ 103 w 243"/>
                <a:gd name="T5" fmla="*/ 35 h 298"/>
                <a:gd name="T6" fmla="*/ 79 w 243"/>
                <a:gd name="T7" fmla="*/ 30 h 298"/>
                <a:gd name="T8" fmla="*/ 61 w 243"/>
                <a:gd name="T9" fmla="*/ 64 h 298"/>
                <a:gd name="T10" fmla="*/ 63 w 243"/>
                <a:gd name="T11" fmla="*/ 80 h 298"/>
                <a:gd name="T12" fmla="*/ 63 w 243"/>
                <a:gd name="T13" fmla="*/ 81 h 298"/>
                <a:gd name="T14" fmla="*/ 37 w 243"/>
                <a:gd name="T15" fmla="*/ 111 h 298"/>
                <a:gd name="T16" fmla="*/ 48 w 243"/>
                <a:gd name="T17" fmla="*/ 126 h 298"/>
                <a:gd name="T18" fmla="*/ 32 w 243"/>
                <a:gd name="T19" fmla="*/ 144 h 298"/>
                <a:gd name="T20" fmla="*/ 32 w 243"/>
                <a:gd name="T21" fmla="*/ 161 h 298"/>
                <a:gd name="T22" fmla="*/ 26 w 243"/>
                <a:gd name="T23" fmla="*/ 164 h 298"/>
                <a:gd name="T24" fmla="*/ 13 w 243"/>
                <a:gd name="T25" fmla="*/ 180 h 298"/>
                <a:gd name="T26" fmla="*/ 12 w 243"/>
                <a:gd name="T27" fmla="*/ 195 h 298"/>
                <a:gd name="T28" fmla="*/ 5 w 243"/>
                <a:gd name="T29" fmla="*/ 215 h 298"/>
                <a:gd name="T30" fmla="*/ 0 w 243"/>
                <a:gd name="T31" fmla="*/ 218 h 298"/>
                <a:gd name="T32" fmla="*/ 5 w 243"/>
                <a:gd name="T33" fmla="*/ 235 h 298"/>
                <a:gd name="T34" fmla="*/ 44 w 243"/>
                <a:gd name="T35" fmla="*/ 235 h 298"/>
                <a:gd name="T36" fmla="*/ 46 w 243"/>
                <a:gd name="T37" fmla="*/ 236 h 298"/>
                <a:gd name="T38" fmla="*/ 61 w 243"/>
                <a:gd name="T39" fmla="*/ 252 h 298"/>
                <a:gd name="T40" fmla="*/ 70 w 243"/>
                <a:gd name="T41" fmla="*/ 278 h 298"/>
                <a:gd name="T42" fmla="*/ 97 w 243"/>
                <a:gd name="T43" fmla="*/ 298 h 298"/>
                <a:gd name="T44" fmla="*/ 114 w 243"/>
                <a:gd name="T45" fmla="*/ 293 h 298"/>
                <a:gd name="T46" fmla="*/ 130 w 243"/>
                <a:gd name="T47" fmla="*/ 265 h 298"/>
                <a:gd name="T48" fmla="*/ 134 w 243"/>
                <a:gd name="T49" fmla="*/ 251 h 298"/>
                <a:gd name="T50" fmla="*/ 148 w 243"/>
                <a:gd name="T51" fmla="*/ 252 h 298"/>
                <a:gd name="T52" fmla="*/ 148 w 243"/>
                <a:gd name="T53" fmla="*/ 240 h 298"/>
                <a:gd name="T54" fmla="*/ 150 w 243"/>
                <a:gd name="T55" fmla="*/ 238 h 298"/>
                <a:gd name="T56" fmla="*/ 180 w 243"/>
                <a:gd name="T57" fmla="*/ 216 h 298"/>
                <a:gd name="T58" fmla="*/ 192 w 243"/>
                <a:gd name="T59" fmla="*/ 196 h 298"/>
                <a:gd name="T60" fmla="*/ 190 w 243"/>
                <a:gd name="T61" fmla="*/ 182 h 298"/>
                <a:gd name="T62" fmla="*/ 201 w 243"/>
                <a:gd name="T63" fmla="*/ 166 h 298"/>
                <a:gd name="T64" fmla="*/ 203 w 243"/>
                <a:gd name="T65" fmla="*/ 167 h 298"/>
                <a:gd name="T66" fmla="*/ 212 w 243"/>
                <a:gd name="T67" fmla="*/ 170 h 298"/>
                <a:gd name="T68" fmla="*/ 208 w 243"/>
                <a:gd name="T69" fmla="*/ 155 h 298"/>
                <a:gd name="T70" fmla="*/ 210 w 243"/>
                <a:gd name="T71" fmla="*/ 149 h 298"/>
                <a:gd name="T72" fmla="*/ 205 w 243"/>
                <a:gd name="T73" fmla="*/ 135 h 298"/>
                <a:gd name="T74" fmla="*/ 225 w 243"/>
                <a:gd name="T75" fmla="*/ 123 h 298"/>
                <a:gd name="T76" fmla="*/ 203 w 243"/>
                <a:gd name="T77" fmla="*/ 97 h 298"/>
                <a:gd name="T78" fmla="*/ 229 w 243"/>
                <a:gd name="T79" fmla="*/ 97 h 298"/>
                <a:gd name="T80" fmla="*/ 230 w 243"/>
                <a:gd name="T81" fmla="*/ 83 h 298"/>
                <a:gd name="T82" fmla="*/ 243 w 243"/>
                <a:gd name="T83" fmla="*/ 65 h 298"/>
                <a:gd name="T84" fmla="*/ 232 w 243"/>
                <a:gd name="T85" fmla="*/ 57 h 298"/>
                <a:gd name="T86" fmla="*/ 233 w 243"/>
                <a:gd name="T87" fmla="*/ 52 h 298"/>
                <a:gd name="T88" fmla="*/ 231 w 243"/>
                <a:gd name="T89" fmla="*/ 50 h 298"/>
                <a:gd name="T90" fmla="*/ 221 w 243"/>
                <a:gd name="T91" fmla="*/ 55 h 298"/>
                <a:gd name="T92" fmla="*/ 202 w 243"/>
                <a:gd name="T93" fmla="*/ 47 h 298"/>
                <a:gd name="T94" fmla="*/ 196 w 243"/>
                <a:gd name="T95" fmla="*/ 37 h 298"/>
                <a:gd name="T96" fmla="*/ 186 w 243"/>
                <a:gd name="T97" fmla="*/ 50 h 298"/>
                <a:gd name="T98" fmla="*/ 150 w 243"/>
                <a:gd name="T99" fmla="*/ 40 h 298"/>
                <a:gd name="T100" fmla="*/ 139 w 243"/>
                <a:gd name="T101" fmla="*/ 3 h 298"/>
                <a:gd name="T102" fmla="*/ 128 w 243"/>
                <a:gd name="T103" fmla="*/ 12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43" h="298">
                  <a:moveTo>
                    <a:pt x="127" y="13"/>
                  </a:moveTo>
                  <a:cubicBezTo>
                    <a:pt x="126" y="13"/>
                    <a:pt x="126" y="13"/>
                    <a:pt x="126" y="13"/>
                  </a:cubicBezTo>
                  <a:cubicBezTo>
                    <a:pt x="114" y="22"/>
                    <a:pt x="114" y="22"/>
                    <a:pt x="114" y="22"/>
                  </a:cubicBezTo>
                  <a:cubicBezTo>
                    <a:pt x="103" y="33"/>
                    <a:pt x="103" y="33"/>
                    <a:pt x="103" y="33"/>
                  </a:cubicBezTo>
                  <a:cubicBezTo>
                    <a:pt x="103" y="33"/>
                    <a:pt x="103" y="33"/>
                    <a:pt x="103" y="33"/>
                  </a:cubicBezTo>
                  <a:cubicBezTo>
                    <a:pt x="103" y="35"/>
                    <a:pt x="103" y="35"/>
                    <a:pt x="103" y="35"/>
                  </a:cubicBezTo>
                  <a:cubicBezTo>
                    <a:pt x="88" y="35"/>
                    <a:pt x="88" y="35"/>
                    <a:pt x="88" y="35"/>
                  </a:cubicBezTo>
                  <a:cubicBezTo>
                    <a:pt x="79" y="30"/>
                    <a:pt x="79" y="30"/>
                    <a:pt x="79" y="30"/>
                  </a:cubicBezTo>
                  <a:cubicBezTo>
                    <a:pt x="69" y="33"/>
                    <a:pt x="63" y="40"/>
                    <a:pt x="61" y="53"/>
                  </a:cubicBezTo>
                  <a:cubicBezTo>
                    <a:pt x="61" y="64"/>
                    <a:pt x="61" y="64"/>
                    <a:pt x="61" y="64"/>
                  </a:cubicBezTo>
                  <a:cubicBezTo>
                    <a:pt x="69" y="57"/>
                    <a:pt x="69" y="57"/>
                    <a:pt x="69" y="57"/>
                  </a:cubicBezTo>
                  <a:cubicBezTo>
                    <a:pt x="63" y="80"/>
                    <a:pt x="63" y="80"/>
                    <a:pt x="63" y="80"/>
                  </a:cubicBezTo>
                  <a:cubicBezTo>
                    <a:pt x="63" y="80"/>
                    <a:pt x="63" y="80"/>
                    <a:pt x="63" y="80"/>
                  </a:cubicBezTo>
                  <a:cubicBezTo>
                    <a:pt x="63" y="81"/>
                    <a:pt x="63" y="81"/>
                    <a:pt x="63" y="81"/>
                  </a:cubicBezTo>
                  <a:cubicBezTo>
                    <a:pt x="41" y="101"/>
                    <a:pt x="41" y="101"/>
                    <a:pt x="41" y="101"/>
                  </a:cubicBezTo>
                  <a:cubicBezTo>
                    <a:pt x="37" y="105"/>
                    <a:pt x="36" y="109"/>
                    <a:pt x="37" y="111"/>
                  </a:cubicBezTo>
                  <a:cubicBezTo>
                    <a:pt x="41" y="115"/>
                    <a:pt x="41" y="115"/>
                    <a:pt x="41" y="115"/>
                  </a:cubicBezTo>
                  <a:cubicBezTo>
                    <a:pt x="46" y="120"/>
                    <a:pt x="49" y="123"/>
                    <a:pt x="48" y="126"/>
                  </a:cubicBezTo>
                  <a:cubicBezTo>
                    <a:pt x="48" y="128"/>
                    <a:pt x="48" y="130"/>
                    <a:pt x="46" y="131"/>
                  </a:cubicBezTo>
                  <a:cubicBezTo>
                    <a:pt x="32" y="144"/>
                    <a:pt x="32" y="144"/>
                    <a:pt x="32" y="144"/>
                  </a:cubicBezTo>
                  <a:cubicBezTo>
                    <a:pt x="32" y="147"/>
                    <a:pt x="32" y="153"/>
                    <a:pt x="32" y="159"/>
                  </a:cubicBezTo>
                  <a:cubicBezTo>
                    <a:pt x="32" y="161"/>
                    <a:pt x="32" y="161"/>
                    <a:pt x="32" y="161"/>
                  </a:cubicBezTo>
                  <a:cubicBezTo>
                    <a:pt x="31" y="162"/>
                    <a:pt x="31" y="162"/>
                    <a:pt x="31" y="162"/>
                  </a:cubicBezTo>
                  <a:cubicBezTo>
                    <a:pt x="26" y="164"/>
                    <a:pt x="26" y="164"/>
                    <a:pt x="26" y="164"/>
                  </a:cubicBezTo>
                  <a:cubicBezTo>
                    <a:pt x="26" y="167"/>
                    <a:pt x="24" y="169"/>
                    <a:pt x="21" y="173"/>
                  </a:cubicBezTo>
                  <a:cubicBezTo>
                    <a:pt x="13" y="180"/>
                    <a:pt x="13" y="180"/>
                    <a:pt x="13" y="180"/>
                  </a:cubicBezTo>
                  <a:cubicBezTo>
                    <a:pt x="13" y="181"/>
                    <a:pt x="13" y="181"/>
                    <a:pt x="13" y="181"/>
                  </a:cubicBezTo>
                  <a:cubicBezTo>
                    <a:pt x="14" y="184"/>
                    <a:pt x="14" y="189"/>
                    <a:pt x="12" y="195"/>
                  </a:cubicBezTo>
                  <a:cubicBezTo>
                    <a:pt x="15" y="202"/>
                    <a:pt x="15" y="206"/>
                    <a:pt x="12" y="209"/>
                  </a:cubicBezTo>
                  <a:cubicBezTo>
                    <a:pt x="5" y="215"/>
                    <a:pt x="5" y="215"/>
                    <a:pt x="5" y="215"/>
                  </a:cubicBezTo>
                  <a:cubicBezTo>
                    <a:pt x="3" y="216"/>
                    <a:pt x="3" y="216"/>
                    <a:pt x="3" y="216"/>
                  </a:cubicBezTo>
                  <a:cubicBezTo>
                    <a:pt x="0" y="218"/>
                    <a:pt x="0" y="218"/>
                    <a:pt x="0" y="218"/>
                  </a:cubicBezTo>
                  <a:cubicBezTo>
                    <a:pt x="0" y="219"/>
                    <a:pt x="0" y="219"/>
                    <a:pt x="0" y="219"/>
                  </a:cubicBezTo>
                  <a:cubicBezTo>
                    <a:pt x="5" y="235"/>
                    <a:pt x="5" y="235"/>
                    <a:pt x="5" y="235"/>
                  </a:cubicBezTo>
                  <a:cubicBezTo>
                    <a:pt x="6" y="235"/>
                    <a:pt x="6" y="235"/>
                    <a:pt x="6" y="235"/>
                  </a:cubicBezTo>
                  <a:cubicBezTo>
                    <a:pt x="18" y="234"/>
                    <a:pt x="30" y="234"/>
                    <a:pt x="44" y="235"/>
                  </a:cubicBezTo>
                  <a:cubicBezTo>
                    <a:pt x="46" y="235"/>
                    <a:pt x="46" y="235"/>
                    <a:pt x="46" y="235"/>
                  </a:cubicBezTo>
                  <a:cubicBezTo>
                    <a:pt x="46" y="236"/>
                    <a:pt x="46" y="236"/>
                    <a:pt x="46" y="236"/>
                  </a:cubicBezTo>
                  <a:cubicBezTo>
                    <a:pt x="61" y="251"/>
                    <a:pt x="61" y="251"/>
                    <a:pt x="61" y="251"/>
                  </a:cubicBezTo>
                  <a:cubicBezTo>
                    <a:pt x="61" y="252"/>
                    <a:pt x="61" y="252"/>
                    <a:pt x="61" y="252"/>
                  </a:cubicBezTo>
                  <a:cubicBezTo>
                    <a:pt x="61" y="252"/>
                    <a:pt x="61" y="252"/>
                    <a:pt x="61" y="252"/>
                  </a:cubicBezTo>
                  <a:cubicBezTo>
                    <a:pt x="70" y="278"/>
                    <a:pt x="70" y="278"/>
                    <a:pt x="70" y="278"/>
                  </a:cubicBezTo>
                  <a:cubicBezTo>
                    <a:pt x="89" y="295"/>
                    <a:pt x="89" y="295"/>
                    <a:pt x="89" y="295"/>
                  </a:cubicBezTo>
                  <a:cubicBezTo>
                    <a:pt x="97" y="298"/>
                    <a:pt x="97" y="298"/>
                    <a:pt x="97" y="298"/>
                  </a:cubicBezTo>
                  <a:cubicBezTo>
                    <a:pt x="97" y="276"/>
                    <a:pt x="97" y="276"/>
                    <a:pt x="97" y="276"/>
                  </a:cubicBezTo>
                  <a:cubicBezTo>
                    <a:pt x="114" y="293"/>
                    <a:pt x="114" y="293"/>
                    <a:pt x="114" y="293"/>
                  </a:cubicBezTo>
                  <a:cubicBezTo>
                    <a:pt x="117" y="291"/>
                    <a:pt x="117" y="291"/>
                    <a:pt x="117" y="291"/>
                  </a:cubicBezTo>
                  <a:cubicBezTo>
                    <a:pt x="130" y="265"/>
                    <a:pt x="130" y="265"/>
                    <a:pt x="130" y="265"/>
                  </a:cubicBezTo>
                  <a:cubicBezTo>
                    <a:pt x="132" y="251"/>
                    <a:pt x="132" y="251"/>
                    <a:pt x="132" y="251"/>
                  </a:cubicBezTo>
                  <a:cubicBezTo>
                    <a:pt x="134" y="251"/>
                    <a:pt x="134" y="251"/>
                    <a:pt x="134" y="251"/>
                  </a:cubicBezTo>
                  <a:cubicBezTo>
                    <a:pt x="135" y="251"/>
                    <a:pt x="135" y="251"/>
                    <a:pt x="135" y="251"/>
                  </a:cubicBezTo>
                  <a:cubicBezTo>
                    <a:pt x="148" y="252"/>
                    <a:pt x="148" y="252"/>
                    <a:pt x="148" y="252"/>
                  </a:cubicBezTo>
                  <a:cubicBezTo>
                    <a:pt x="148" y="242"/>
                    <a:pt x="148" y="242"/>
                    <a:pt x="148" y="242"/>
                  </a:cubicBezTo>
                  <a:cubicBezTo>
                    <a:pt x="148" y="240"/>
                    <a:pt x="148" y="240"/>
                    <a:pt x="148" y="240"/>
                  </a:cubicBezTo>
                  <a:cubicBezTo>
                    <a:pt x="148" y="238"/>
                    <a:pt x="148" y="238"/>
                    <a:pt x="148" y="238"/>
                  </a:cubicBezTo>
                  <a:cubicBezTo>
                    <a:pt x="150" y="238"/>
                    <a:pt x="150" y="238"/>
                    <a:pt x="150" y="238"/>
                  </a:cubicBezTo>
                  <a:cubicBezTo>
                    <a:pt x="167" y="239"/>
                    <a:pt x="167" y="239"/>
                    <a:pt x="167" y="239"/>
                  </a:cubicBezTo>
                  <a:cubicBezTo>
                    <a:pt x="176" y="230"/>
                    <a:pt x="180" y="222"/>
                    <a:pt x="180" y="216"/>
                  </a:cubicBezTo>
                  <a:cubicBezTo>
                    <a:pt x="177" y="191"/>
                    <a:pt x="177" y="191"/>
                    <a:pt x="177" y="191"/>
                  </a:cubicBezTo>
                  <a:cubicBezTo>
                    <a:pt x="192" y="196"/>
                    <a:pt x="192" y="196"/>
                    <a:pt x="192" y="196"/>
                  </a:cubicBezTo>
                  <a:cubicBezTo>
                    <a:pt x="197" y="189"/>
                    <a:pt x="197" y="189"/>
                    <a:pt x="197" y="189"/>
                  </a:cubicBezTo>
                  <a:cubicBezTo>
                    <a:pt x="190" y="182"/>
                    <a:pt x="190" y="182"/>
                    <a:pt x="190" y="182"/>
                  </a:cubicBezTo>
                  <a:cubicBezTo>
                    <a:pt x="188" y="180"/>
                    <a:pt x="188" y="180"/>
                    <a:pt x="188" y="180"/>
                  </a:cubicBezTo>
                  <a:cubicBezTo>
                    <a:pt x="201" y="166"/>
                    <a:pt x="201" y="166"/>
                    <a:pt x="201" y="166"/>
                  </a:cubicBezTo>
                  <a:cubicBezTo>
                    <a:pt x="202" y="167"/>
                    <a:pt x="202" y="167"/>
                    <a:pt x="202" y="167"/>
                  </a:cubicBezTo>
                  <a:cubicBezTo>
                    <a:pt x="203" y="167"/>
                    <a:pt x="203" y="167"/>
                    <a:pt x="203" y="167"/>
                  </a:cubicBezTo>
                  <a:cubicBezTo>
                    <a:pt x="212" y="172"/>
                    <a:pt x="212" y="172"/>
                    <a:pt x="212" y="172"/>
                  </a:cubicBezTo>
                  <a:cubicBezTo>
                    <a:pt x="212" y="170"/>
                    <a:pt x="212" y="170"/>
                    <a:pt x="212" y="170"/>
                  </a:cubicBezTo>
                  <a:cubicBezTo>
                    <a:pt x="206" y="158"/>
                    <a:pt x="206" y="158"/>
                    <a:pt x="206" y="158"/>
                  </a:cubicBezTo>
                  <a:cubicBezTo>
                    <a:pt x="208" y="155"/>
                    <a:pt x="208" y="155"/>
                    <a:pt x="208" y="155"/>
                  </a:cubicBezTo>
                  <a:cubicBezTo>
                    <a:pt x="212" y="153"/>
                    <a:pt x="212" y="153"/>
                    <a:pt x="212" y="153"/>
                  </a:cubicBezTo>
                  <a:cubicBezTo>
                    <a:pt x="210" y="149"/>
                    <a:pt x="210" y="149"/>
                    <a:pt x="210" y="149"/>
                  </a:cubicBezTo>
                  <a:cubicBezTo>
                    <a:pt x="203" y="135"/>
                    <a:pt x="203" y="135"/>
                    <a:pt x="203" y="135"/>
                  </a:cubicBezTo>
                  <a:cubicBezTo>
                    <a:pt x="205" y="135"/>
                    <a:pt x="205" y="135"/>
                    <a:pt x="205" y="135"/>
                  </a:cubicBezTo>
                  <a:cubicBezTo>
                    <a:pt x="206" y="133"/>
                    <a:pt x="206" y="133"/>
                    <a:pt x="206" y="133"/>
                  </a:cubicBezTo>
                  <a:cubicBezTo>
                    <a:pt x="225" y="123"/>
                    <a:pt x="225" y="123"/>
                    <a:pt x="225" y="123"/>
                  </a:cubicBezTo>
                  <a:cubicBezTo>
                    <a:pt x="226" y="115"/>
                    <a:pt x="226" y="115"/>
                    <a:pt x="226" y="115"/>
                  </a:cubicBezTo>
                  <a:cubicBezTo>
                    <a:pt x="210" y="107"/>
                    <a:pt x="201" y="100"/>
                    <a:pt x="203" y="97"/>
                  </a:cubicBezTo>
                  <a:cubicBezTo>
                    <a:pt x="203" y="94"/>
                    <a:pt x="205" y="93"/>
                    <a:pt x="208" y="93"/>
                  </a:cubicBezTo>
                  <a:cubicBezTo>
                    <a:pt x="229" y="97"/>
                    <a:pt x="229" y="97"/>
                    <a:pt x="229" y="97"/>
                  </a:cubicBezTo>
                  <a:cubicBezTo>
                    <a:pt x="230" y="84"/>
                    <a:pt x="230" y="84"/>
                    <a:pt x="230" y="84"/>
                  </a:cubicBezTo>
                  <a:cubicBezTo>
                    <a:pt x="230" y="83"/>
                    <a:pt x="230" y="83"/>
                    <a:pt x="230" y="83"/>
                  </a:cubicBezTo>
                  <a:cubicBezTo>
                    <a:pt x="240" y="73"/>
                    <a:pt x="240" y="73"/>
                    <a:pt x="240" y="73"/>
                  </a:cubicBezTo>
                  <a:cubicBezTo>
                    <a:pt x="243" y="65"/>
                    <a:pt x="243" y="65"/>
                    <a:pt x="243" y="65"/>
                  </a:cubicBezTo>
                  <a:cubicBezTo>
                    <a:pt x="239" y="64"/>
                    <a:pt x="236" y="61"/>
                    <a:pt x="233" y="58"/>
                  </a:cubicBezTo>
                  <a:cubicBezTo>
                    <a:pt x="232" y="57"/>
                    <a:pt x="232" y="57"/>
                    <a:pt x="232" y="57"/>
                  </a:cubicBezTo>
                  <a:cubicBezTo>
                    <a:pt x="232" y="55"/>
                    <a:pt x="232" y="55"/>
                    <a:pt x="232" y="55"/>
                  </a:cubicBezTo>
                  <a:cubicBezTo>
                    <a:pt x="233" y="52"/>
                    <a:pt x="233" y="52"/>
                    <a:pt x="233" y="52"/>
                  </a:cubicBezTo>
                  <a:cubicBezTo>
                    <a:pt x="232" y="51"/>
                    <a:pt x="232" y="51"/>
                    <a:pt x="232" y="51"/>
                  </a:cubicBezTo>
                  <a:cubicBezTo>
                    <a:pt x="231" y="50"/>
                    <a:pt x="231" y="50"/>
                    <a:pt x="231" y="50"/>
                  </a:cubicBezTo>
                  <a:cubicBezTo>
                    <a:pt x="230" y="51"/>
                    <a:pt x="230" y="51"/>
                    <a:pt x="230" y="51"/>
                  </a:cubicBezTo>
                  <a:cubicBezTo>
                    <a:pt x="229" y="53"/>
                    <a:pt x="226" y="55"/>
                    <a:pt x="221" y="55"/>
                  </a:cubicBezTo>
                  <a:cubicBezTo>
                    <a:pt x="213" y="55"/>
                    <a:pt x="207" y="52"/>
                    <a:pt x="202" y="47"/>
                  </a:cubicBezTo>
                  <a:cubicBezTo>
                    <a:pt x="202" y="47"/>
                    <a:pt x="202" y="47"/>
                    <a:pt x="202" y="47"/>
                  </a:cubicBezTo>
                  <a:cubicBezTo>
                    <a:pt x="201" y="47"/>
                    <a:pt x="201" y="47"/>
                    <a:pt x="201" y="47"/>
                  </a:cubicBezTo>
                  <a:cubicBezTo>
                    <a:pt x="196" y="37"/>
                    <a:pt x="196" y="37"/>
                    <a:pt x="196" y="37"/>
                  </a:cubicBezTo>
                  <a:cubicBezTo>
                    <a:pt x="194" y="38"/>
                    <a:pt x="194" y="38"/>
                    <a:pt x="194" y="38"/>
                  </a:cubicBezTo>
                  <a:cubicBezTo>
                    <a:pt x="194" y="42"/>
                    <a:pt x="191" y="47"/>
                    <a:pt x="186" y="50"/>
                  </a:cubicBezTo>
                  <a:cubicBezTo>
                    <a:pt x="177" y="54"/>
                    <a:pt x="169" y="55"/>
                    <a:pt x="161" y="52"/>
                  </a:cubicBezTo>
                  <a:cubicBezTo>
                    <a:pt x="155" y="50"/>
                    <a:pt x="152" y="46"/>
                    <a:pt x="150" y="40"/>
                  </a:cubicBezTo>
                  <a:cubicBezTo>
                    <a:pt x="148" y="26"/>
                    <a:pt x="148" y="26"/>
                    <a:pt x="148" y="26"/>
                  </a:cubicBezTo>
                  <a:cubicBezTo>
                    <a:pt x="146" y="13"/>
                    <a:pt x="143" y="5"/>
                    <a:pt x="139" y="3"/>
                  </a:cubicBezTo>
                  <a:cubicBezTo>
                    <a:pt x="134" y="0"/>
                    <a:pt x="130" y="0"/>
                    <a:pt x="127" y="0"/>
                  </a:cubicBezTo>
                  <a:cubicBezTo>
                    <a:pt x="128" y="12"/>
                    <a:pt x="128" y="12"/>
                    <a:pt x="128" y="12"/>
                  </a:cubicBezTo>
                  <a:lnTo>
                    <a:pt x="127" y="13"/>
                  </a:lnTo>
                  <a:close/>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80" name="Freeform 29"/>
            <p:cNvSpPr/>
            <p:nvPr/>
          </p:nvSpPr>
          <p:spPr bwMode="auto">
            <a:xfrm>
              <a:off x="4275881" y="3359559"/>
              <a:ext cx="86147" cy="77532"/>
            </a:xfrm>
            <a:custGeom>
              <a:avLst/>
              <a:gdLst>
                <a:gd name="T0" fmla="*/ 54 w 58"/>
                <a:gd name="T1" fmla="*/ 28 h 52"/>
                <a:gd name="T2" fmla="*/ 58 w 58"/>
                <a:gd name="T3" fmla="*/ 22 h 52"/>
                <a:gd name="T4" fmla="*/ 58 w 58"/>
                <a:gd name="T5" fmla="*/ 22 h 52"/>
                <a:gd name="T6" fmla="*/ 41 w 58"/>
                <a:gd name="T7" fmla="*/ 8 h 52"/>
                <a:gd name="T8" fmla="*/ 19 w 58"/>
                <a:gd name="T9" fmla="*/ 0 h 52"/>
                <a:gd name="T10" fmla="*/ 12 w 58"/>
                <a:gd name="T11" fmla="*/ 3 h 52"/>
                <a:gd name="T12" fmla="*/ 12 w 58"/>
                <a:gd name="T13" fmla="*/ 18 h 52"/>
                <a:gd name="T14" fmla="*/ 3 w 58"/>
                <a:gd name="T15" fmla="*/ 32 h 52"/>
                <a:gd name="T16" fmla="*/ 0 w 58"/>
                <a:gd name="T17" fmla="*/ 35 h 52"/>
                <a:gd name="T18" fmla="*/ 7 w 58"/>
                <a:gd name="T19" fmla="*/ 43 h 52"/>
                <a:gd name="T20" fmla="*/ 8 w 58"/>
                <a:gd name="T21" fmla="*/ 43 h 52"/>
                <a:gd name="T22" fmla="*/ 10 w 58"/>
                <a:gd name="T23" fmla="*/ 49 h 52"/>
                <a:gd name="T24" fmla="*/ 18 w 58"/>
                <a:gd name="T25" fmla="*/ 52 h 52"/>
                <a:gd name="T26" fmla="*/ 30 w 58"/>
                <a:gd name="T27" fmla="*/ 48 h 52"/>
                <a:gd name="T28" fmla="*/ 45 w 58"/>
                <a:gd name="T29" fmla="*/ 51 h 52"/>
                <a:gd name="T30" fmla="*/ 45 w 58"/>
                <a:gd name="T31" fmla="*/ 46 h 52"/>
                <a:gd name="T32" fmla="*/ 54 w 58"/>
                <a:gd name="T33" fmla="*/ 28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8" h="52">
                  <a:moveTo>
                    <a:pt x="54" y="28"/>
                  </a:moveTo>
                  <a:cubicBezTo>
                    <a:pt x="58" y="22"/>
                    <a:pt x="58" y="22"/>
                    <a:pt x="58" y="22"/>
                  </a:cubicBezTo>
                  <a:cubicBezTo>
                    <a:pt x="58" y="22"/>
                    <a:pt x="58" y="22"/>
                    <a:pt x="58" y="22"/>
                  </a:cubicBezTo>
                  <a:cubicBezTo>
                    <a:pt x="41" y="8"/>
                    <a:pt x="41" y="8"/>
                    <a:pt x="41" y="8"/>
                  </a:cubicBezTo>
                  <a:cubicBezTo>
                    <a:pt x="32" y="2"/>
                    <a:pt x="25" y="0"/>
                    <a:pt x="19" y="0"/>
                  </a:cubicBezTo>
                  <a:cubicBezTo>
                    <a:pt x="12" y="3"/>
                    <a:pt x="12" y="3"/>
                    <a:pt x="12" y="3"/>
                  </a:cubicBezTo>
                  <a:cubicBezTo>
                    <a:pt x="12" y="18"/>
                    <a:pt x="12" y="18"/>
                    <a:pt x="12" y="18"/>
                  </a:cubicBezTo>
                  <a:cubicBezTo>
                    <a:pt x="10" y="22"/>
                    <a:pt x="8" y="28"/>
                    <a:pt x="3" y="32"/>
                  </a:cubicBezTo>
                  <a:cubicBezTo>
                    <a:pt x="0" y="35"/>
                    <a:pt x="0" y="35"/>
                    <a:pt x="0" y="35"/>
                  </a:cubicBezTo>
                  <a:cubicBezTo>
                    <a:pt x="7" y="43"/>
                    <a:pt x="7" y="43"/>
                    <a:pt x="7" y="43"/>
                  </a:cubicBezTo>
                  <a:cubicBezTo>
                    <a:pt x="8" y="43"/>
                    <a:pt x="8" y="43"/>
                    <a:pt x="8" y="43"/>
                  </a:cubicBezTo>
                  <a:cubicBezTo>
                    <a:pt x="10" y="49"/>
                    <a:pt x="10" y="49"/>
                    <a:pt x="10" y="49"/>
                  </a:cubicBezTo>
                  <a:cubicBezTo>
                    <a:pt x="18" y="52"/>
                    <a:pt x="18" y="52"/>
                    <a:pt x="18" y="52"/>
                  </a:cubicBezTo>
                  <a:cubicBezTo>
                    <a:pt x="23" y="49"/>
                    <a:pt x="27" y="47"/>
                    <a:pt x="30" y="48"/>
                  </a:cubicBezTo>
                  <a:cubicBezTo>
                    <a:pt x="45" y="51"/>
                    <a:pt x="45" y="51"/>
                    <a:pt x="45" y="51"/>
                  </a:cubicBezTo>
                  <a:cubicBezTo>
                    <a:pt x="45" y="46"/>
                    <a:pt x="45" y="46"/>
                    <a:pt x="45" y="46"/>
                  </a:cubicBezTo>
                  <a:cubicBezTo>
                    <a:pt x="46" y="36"/>
                    <a:pt x="49" y="31"/>
                    <a:pt x="54" y="28"/>
                  </a:cubicBezTo>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81" name="Freeform 30"/>
            <p:cNvSpPr/>
            <p:nvPr/>
          </p:nvSpPr>
          <p:spPr bwMode="auto">
            <a:xfrm>
              <a:off x="4070360" y="3437092"/>
              <a:ext cx="312589" cy="361816"/>
            </a:xfrm>
            <a:custGeom>
              <a:avLst/>
              <a:gdLst>
                <a:gd name="T0" fmla="*/ 110 w 210"/>
                <a:gd name="T1" fmla="*/ 10 h 243"/>
                <a:gd name="T2" fmla="*/ 74 w 210"/>
                <a:gd name="T3" fmla="*/ 3 h 243"/>
                <a:gd name="T4" fmla="*/ 66 w 210"/>
                <a:gd name="T5" fmla="*/ 46 h 243"/>
                <a:gd name="T6" fmla="*/ 48 w 210"/>
                <a:gd name="T7" fmla="*/ 56 h 243"/>
                <a:gd name="T8" fmla="*/ 39 w 210"/>
                <a:gd name="T9" fmla="*/ 71 h 243"/>
                <a:gd name="T10" fmla="*/ 29 w 210"/>
                <a:gd name="T11" fmla="*/ 92 h 243"/>
                <a:gd name="T12" fmla="*/ 11 w 210"/>
                <a:gd name="T13" fmla="*/ 117 h 243"/>
                <a:gd name="T14" fmla="*/ 3 w 210"/>
                <a:gd name="T15" fmla="*/ 135 h 243"/>
                <a:gd name="T16" fmla="*/ 20 w 210"/>
                <a:gd name="T17" fmla="*/ 161 h 243"/>
                <a:gd name="T18" fmla="*/ 27 w 210"/>
                <a:gd name="T19" fmla="*/ 175 h 243"/>
                <a:gd name="T20" fmla="*/ 28 w 210"/>
                <a:gd name="T21" fmla="*/ 177 h 243"/>
                <a:gd name="T22" fmla="*/ 27 w 210"/>
                <a:gd name="T23" fmla="*/ 179 h 243"/>
                <a:gd name="T24" fmla="*/ 26 w 210"/>
                <a:gd name="T25" fmla="*/ 181 h 243"/>
                <a:gd name="T26" fmla="*/ 47 w 210"/>
                <a:gd name="T27" fmla="*/ 212 h 243"/>
                <a:gd name="T28" fmla="*/ 56 w 210"/>
                <a:gd name="T29" fmla="*/ 233 h 243"/>
                <a:gd name="T30" fmla="*/ 80 w 210"/>
                <a:gd name="T31" fmla="*/ 225 h 243"/>
                <a:gd name="T32" fmla="*/ 79 w 210"/>
                <a:gd name="T33" fmla="*/ 223 h 243"/>
                <a:gd name="T34" fmla="*/ 92 w 210"/>
                <a:gd name="T35" fmla="*/ 216 h 243"/>
                <a:gd name="T36" fmla="*/ 114 w 210"/>
                <a:gd name="T37" fmla="*/ 235 h 243"/>
                <a:gd name="T38" fmla="*/ 114 w 210"/>
                <a:gd name="T39" fmla="*/ 226 h 243"/>
                <a:gd name="T40" fmla="*/ 131 w 210"/>
                <a:gd name="T41" fmla="*/ 232 h 243"/>
                <a:gd name="T42" fmla="*/ 132 w 210"/>
                <a:gd name="T43" fmla="*/ 233 h 243"/>
                <a:gd name="T44" fmla="*/ 148 w 210"/>
                <a:gd name="T45" fmla="*/ 237 h 243"/>
                <a:gd name="T46" fmla="*/ 148 w 210"/>
                <a:gd name="T47" fmla="*/ 213 h 243"/>
                <a:gd name="T48" fmla="*/ 153 w 210"/>
                <a:gd name="T49" fmla="*/ 195 h 243"/>
                <a:gd name="T50" fmla="*/ 152 w 210"/>
                <a:gd name="T51" fmla="*/ 192 h 243"/>
                <a:gd name="T52" fmla="*/ 155 w 210"/>
                <a:gd name="T53" fmla="*/ 190 h 243"/>
                <a:gd name="T54" fmla="*/ 174 w 210"/>
                <a:gd name="T55" fmla="*/ 162 h 243"/>
                <a:gd name="T56" fmla="*/ 178 w 210"/>
                <a:gd name="T57" fmla="*/ 163 h 243"/>
                <a:gd name="T58" fmla="*/ 177 w 210"/>
                <a:gd name="T59" fmla="*/ 176 h 243"/>
                <a:gd name="T60" fmla="*/ 198 w 210"/>
                <a:gd name="T61" fmla="*/ 159 h 243"/>
                <a:gd name="T62" fmla="*/ 193 w 210"/>
                <a:gd name="T63" fmla="*/ 150 h 243"/>
                <a:gd name="T64" fmla="*/ 198 w 210"/>
                <a:gd name="T65" fmla="*/ 119 h 243"/>
                <a:gd name="T66" fmla="*/ 186 w 210"/>
                <a:gd name="T67" fmla="*/ 117 h 243"/>
                <a:gd name="T68" fmla="*/ 183 w 210"/>
                <a:gd name="T69" fmla="*/ 112 h 243"/>
                <a:gd name="T70" fmla="*/ 200 w 210"/>
                <a:gd name="T71" fmla="*/ 100 h 243"/>
                <a:gd name="T72" fmla="*/ 202 w 210"/>
                <a:gd name="T73" fmla="*/ 80 h 243"/>
                <a:gd name="T74" fmla="*/ 203 w 210"/>
                <a:gd name="T75" fmla="*/ 61 h 243"/>
                <a:gd name="T76" fmla="*/ 195 w 210"/>
                <a:gd name="T77" fmla="*/ 59 h 243"/>
                <a:gd name="T78" fmla="*/ 192 w 210"/>
                <a:gd name="T79" fmla="*/ 58 h 243"/>
                <a:gd name="T80" fmla="*/ 191 w 210"/>
                <a:gd name="T81" fmla="*/ 56 h 243"/>
                <a:gd name="T82" fmla="*/ 151 w 210"/>
                <a:gd name="T83" fmla="*/ 42 h 243"/>
                <a:gd name="T84" fmla="*/ 139 w 210"/>
                <a:gd name="T85" fmla="*/ 57 h 243"/>
                <a:gd name="T86" fmla="*/ 92 w 210"/>
                <a:gd name="T87" fmla="*/ 42 h 243"/>
                <a:gd name="T88" fmla="*/ 156 w 210"/>
                <a:gd name="T89" fmla="*/ 10 h 243"/>
                <a:gd name="T90" fmla="*/ 129 w 210"/>
                <a:gd name="T91" fmla="*/ 3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10" h="243">
                  <a:moveTo>
                    <a:pt x="129" y="3"/>
                  </a:moveTo>
                  <a:cubicBezTo>
                    <a:pt x="121" y="7"/>
                    <a:pt x="115" y="10"/>
                    <a:pt x="110" y="10"/>
                  </a:cubicBezTo>
                  <a:cubicBezTo>
                    <a:pt x="106" y="10"/>
                    <a:pt x="99" y="9"/>
                    <a:pt x="90" y="6"/>
                  </a:cubicBezTo>
                  <a:cubicBezTo>
                    <a:pt x="74" y="3"/>
                    <a:pt x="74" y="3"/>
                    <a:pt x="74" y="3"/>
                  </a:cubicBezTo>
                  <a:cubicBezTo>
                    <a:pt x="69" y="6"/>
                    <a:pt x="63" y="12"/>
                    <a:pt x="56" y="24"/>
                  </a:cubicBezTo>
                  <a:cubicBezTo>
                    <a:pt x="66" y="46"/>
                    <a:pt x="66" y="46"/>
                    <a:pt x="66" y="46"/>
                  </a:cubicBezTo>
                  <a:cubicBezTo>
                    <a:pt x="49" y="56"/>
                    <a:pt x="49" y="56"/>
                    <a:pt x="49" y="56"/>
                  </a:cubicBezTo>
                  <a:cubicBezTo>
                    <a:pt x="48" y="56"/>
                    <a:pt x="48" y="56"/>
                    <a:pt x="48" y="56"/>
                  </a:cubicBezTo>
                  <a:cubicBezTo>
                    <a:pt x="34" y="52"/>
                    <a:pt x="34" y="52"/>
                    <a:pt x="34" y="52"/>
                  </a:cubicBezTo>
                  <a:cubicBezTo>
                    <a:pt x="40" y="62"/>
                    <a:pt x="41" y="68"/>
                    <a:pt x="39" y="71"/>
                  </a:cubicBezTo>
                  <a:cubicBezTo>
                    <a:pt x="38" y="77"/>
                    <a:pt x="38" y="77"/>
                    <a:pt x="38" y="77"/>
                  </a:cubicBezTo>
                  <a:cubicBezTo>
                    <a:pt x="34" y="85"/>
                    <a:pt x="32" y="90"/>
                    <a:pt x="29" y="92"/>
                  </a:cubicBezTo>
                  <a:cubicBezTo>
                    <a:pt x="5" y="114"/>
                    <a:pt x="5" y="114"/>
                    <a:pt x="5" y="114"/>
                  </a:cubicBezTo>
                  <a:cubicBezTo>
                    <a:pt x="11" y="117"/>
                    <a:pt x="11" y="117"/>
                    <a:pt x="11" y="117"/>
                  </a:cubicBezTo>
                  <a:cubicBezTo>
                    <a:pt x="7" y="121"/>
                    <a:pt x="7" y="121"/>
                    <a:pt x="7" y="121"/>
                  </a:cubicBezTo>
                  <a:cubicBezTo>
                    <a:pt x="1" y="126"/>
                    <a:pt x="0" y="131"/>
                    <a:pt x="3" y="135"/>
                  </a:cubicBezTo>
                  <a:cubicBezTo>
                    <a:pt x="19" y="161"/>
                    <a:pt x="19" y="161"/>
                    <a:pt x="19" y="161"/>
                  </a:cubicBezTo>
                  <a:cubicBezTo>
                    <a:pt x="20" y="161"/>
                    <a:pt x="20" y="161"/>
                    <a:pt x="20" y="161"/>
                  </a:cubicBezTo>
                  <a:cubicBezTo>
                    <a:pt x="20" y="161"/>
                    <a:pt x="20" y="161"/>
                    <a:pt x="20" y="161"/>
                  </a:cubicBezTo>
                  <a:cubicBezTo>
                    <a:pt x="27" y="175"/>
                    <a:pt x="27" y="175"/>
                    <a:pt x="27" y="175"/>
                  </a:cubicBezTo>
                  <a:cubicBezTo>
                    <a:pt x="27" y="176"/>
                    <a:pt x="27" y="176"/>
                    <a:pt x="27" y="176"/>
                  </a:cubicBezTo>
                  <a:cubicBezTo>
                    <a:pt x="28" y="177"/>
                    <a:pt x="28" y="177"/>
                    <a:pt x="28" y="177"/>
                  </a:cubicBezTo>
                  <a:cubicBezTo>
                    <a:pt x="27" y="178"/>
                    <a:pt x="27" y="178"/>
                    <a:pt x="27" y="178"/>
                  </a:cubicBezTo>
                  <a:cubicBezTo>
                    <a:pt x="27" y="179"/>
                    <a:pt x="27" y="179"/>
                    <a:pt x="27" y="179"/>
                  </a:cubicBezTo>
                  <a:cubicBezTo>
                    <a:pt x="27" y="180"/>
                    <a:pt x="27" y="180"/>
                    <a:pt x="27" y="180"/>
                  </a:cubicBezTo>
                  <a:cubicBezTo>
                    <a:pt x="26" y="181"/>
                    <a:pt x="26" y="181"/>
                    <a:pt x="26" y="181"/>
                  </a:cubicBezTo>
                  <a:cubicBezTo>
                    <a:pt x="30" y="181"/>
                    <a:pt x="32" y="183"/>
                    <a:pt x="36" y="185"/>
                  </a:cubicBezTo>
                  <a:cubicBezTo>
                    <a:pt x="41" y="188"/>
                    <a:pt x="45" y="198"/>
                    <a:pt x="47" y="212"/>
                  </a:cubicBezTo>
                  <a:cubicBezTo>
                    <a:pt x="50" y="226"/>
                    <a:pt x="50" y="226"/>
                    <a:pt x="50" y="226"/>
                  </a:cubicBezTo>
                  <a:cubicBezTo>
                    <a:pt x="52" y="230"/>
                    <a:pt x="53" y="232"/>
                    <a:pt x="56" y="233"/>
                  </a:cubicBezTo>
                  <a:cubicBezTo>
                    <a:pt x="62" y="236"/>
                    <a:pt x="69" y="235"/>
                    <a:pt x="75" y="231"/>
                  </a:cubicBezTo>
                  <a:cubicBezTo>
                    <a:pt x="79" y="229"/>
                    <a:pt x="81" y="227"/>
                    <a:pt x="80" y="225"/>
                  </a:cubicBezTo>
                  <a:cubicBezTo>
                    <a:pt x="79" y="224"/>
                    <a:pt x="79" y="224"/>
                    <a:pt x="79" y="224"/>
                  </a:cubicBezTo>
                  <a:cubicBezTo>
                    <a:pt x="79" y="223"/>
                    <a:pt x="79" y="223"/>
                    <a:pt x="79" y="223"/>
                  </a:cubicBezTo>
                  <a:cubicBezTo>
                    <a:pt x="91" y="214"/>
                    <a:pt x="91" y="214"/>
                    <a:pt x="91" y="214"/>
                  </a:cubicBezTo>
                  <a:cubicBezTo>
                    <a:pt x="92" y="216"/>
                    <a:pt x="92" y="216"/>
                    <a:pt x="92" y="216"/>
                  </a:cubicBezTo>
                  <a:cubicBezTo>
                    <a:pt x="101" y="231"/>
                    <a:pt x="101" y="231"/>
                    <a:pt x="101" y="231"/>
                  </a:cubicBezTo>
                  <a:cubicBezTo>
                    <a:pt x="105" y="234"/>
                    <a:pt x="108" y="235"/>
                    <a:pt x="114" y="235"/>
                  </a:cubicBezTo>
                  <a:cubicBezTo>
                    <a:pt x="117" y="235"/>
                    <a:pt x="117" y="235"/>
                    <a:pt x="117" y="235"/>
                  </a:cubicBezTo>
                  <a:cubicBezTo>
                    <a:pt x="114" y="226"/>
                    <a:pt x="114" y="226"/>
                    <a:pt x="114" y="226"/>
                  </a:cubicBezTo>
                  <a:cubicBezTo>
                    <a:pt x="127" y="232"/>
                    <a:pt x="127" y="232"/>
                    <a:pt x="127" y="232"/>
                  </a:cubicBezTo>
                  <a:cubicBezTo>
                    <a:pt x="131" y="232"/>
                    <a:pt x="131" y="232"/>
                    <a:pt x="131" y="232"/>
                  </a:cubicBezTo>
                  <a:cubicBezTo>
                    <a:pt x="132" y="232"/>
                    <a:pt x="132" y="232"/>
                    <a:pt x="132" y="232"/>
                  </a:cubicBezTo>
                  <a:cubicBezTo>
                    <a:pt x="132" y="233"/>
                    <a:pt x="132" y="233"/>
                    <a:pt x="132" y="233"/>
                  </a:cubicBezTo>
                  <a:cubicBezTo>
                    <a:pt x="145" y="243"/>
                    <a:pt x="145" y="243"/>
                    <a:pt x="145" y="243"/>
                  </a:cubicBezTo>
                  <a:cubicBezTo>
                    <a:pt x="148" y="237"/>
                    <a:pt x="148" y="237"/>
                    <a:pt x="148" y="237"/>
                  </a:cubicBezTo>
                  <a:cubicBezTo>
                    <a:pt x="147" y="214"/>
                    <a:pt x="147" y="214"/>
                    <a:pt x="147" y="214"/>
                  </a:cubicBezTo>
                  <a:cubicBezTo>
                    <a:pt x="148" y="213"/>
                    <a:pt x="148" y="213"/>
                    <a:pt x="148" y="213"/>
                  </a:cubicBezTo>
                  <a:cubicBezTo>
                    <a:pt x="156" y="203"/>
                    <a:pt x="156" y="203"/>
                    <a:pt x="156" y="203"/>
                  </a:cubicBezTo>
                  <a:cubicBezTo>
                    <a:pt x="157" y="201"/>
                    <a:pt x="156" y="199"/>
                    <a:pt x="153" y="195"/>
                  </a:cubicBezTo>
                  <a:cubicBezTo>
                    <a:pt x="151" y="193"/>
                    <a:pt x="151" y="193"/>
                    <a:pt x="151" y="193"/>
                  </a:cubicBezTo>
                  <a:cubicBezTo>
                    <a:pt x="152" y="192"/>
                    <a:pt x="152" y="192"/>
                    <a:pt x="152" y="192"/>
                  </a:cubicBezTo>
                  <a:cubicBezTo>
                    <a:pt x="153" y="190"/>
                    <a:pt x="153" y="190"/>
                    <a:pt x="153" y="190"/>
                  </a:cubicBezTo>
                  <a:cubicBezTo>
                    <a:pt x="155" y="190"/>
                    <a:pt x="155" y="190"/>
                    <a:pt x="155" y="190"/>
                  </a:cubicBezTo>
                  <a:cubicBezTo>
                    <a:pt x="172" y="161"/>
                    <a:pt x="172" y="161"/>
                    <a:pt x="172" y="161"/>
                  </a:cubicBezTo>
                  <a:cubicBezTo>
                    <a:pt x="174" y="162"/>
                    <a:pt x="174" y="162"/>
                    <a:pt x="174" y="162"/>
                  </a:cubicBezTo>
                  <a:cubicBezTo>
                    <a:pt x="177" y="163"/>
                    <a:pt x="177" y="163"/>
                    <a:pt x="177" y="163"/>
                  </a:cubicBezTo>
                  <a:cubicBezTo>
                    <a:pt x="178" y="163"/>
                    <a:pt x="178" y="163"/>
                    <a:pt x="178" y="163"/>
                  </a:cubicBezTo>
                  <a:cubicBezTo>
                    <a:pt x="178" y="165"/>
                    <a:pt x="178" y="165"/>
                    <a:pt x="178" y="165"/>
                  </a:cubicBezTo>
                  <a:cubicBezTo>
                    <a:pt x="177" y="176"/>
                    <a:pt x="177" y="176"/>
                    <a:pt x="177" y="176"/>
                  </a:cubicBezTo>
                  <a:cubicBezTo>
                    <a:pt x="178" y="176"/>
                    <a:pt x="178" y="176"/>
                    <a:pt x="178" y="176"/>
                  </a:cubicBezTo>
                  <a:cubicBezTo>
                    <a:pt x="198" y="159"/>
                    <a:pt x="198" y="159"/>
                    <a:pt x="198" y="159"/>
                  </a:cubicBezTo>
                  <a:cubicBezTo>
                    <a:pt x="196" y="150"/>
                    <a:pt x="196" y="150"/>
                    <a:pt x="196" y="150"/>
                  </a:cubicBezTo>
                  <a:cubicBezTo>
                    <a:pt x="193" y="150"/>
                    <a:pt x="193" y="150"/>
                    <a:pt x="193" y="150"/>
                  </a:cubicBezTo>
                  <a:cubicBezTo>
                    <a:pt x="186" y="150"/>
                    <a:pt x="186" y="150"/>
                    <a:pt x="186" y="150"/>
                  </a:cubicBezTo>
                  <a:cubicBezTo>
                    <a:pt x="198" y="119"/>
                    <a:pt x="198" y="119"/>
                    <a:pt x="198" y="119"/>
                  </a:cubicBezTo>
                  <a:cubicBezTo>
                    <a:pt x="187" y="117"/>
                    <a:pt x="187" y="117"/>
                    <a:pt x="187" y="117"/>
                  </a:cubicBezTo>
                  <a:cubicBezTo>
                    <a:pt x="186" y="117"/>
                    <a:pt x="186" y="117"/>
                    <a:pt x="186" y="117"/>
                  </a:cubicBezTo>
                  <a:cubicBezTo>
                    <a:pt x="186" y="116"/>
                    <a:pt x="186" y="116"/>
                    <a:pt x="186" y="116"/>
                  </a:cubicBezTo>
                  <a:cubicBezTo>
                    <a:pt x="183" y="112"/>
                    <a:pt x="183" y="112"/>
                    <a:pt x="183" y="112"/>
                  </a:cubicBezTo>
                  <a:cubicBezTo>
                    <a:pt x="181" y="108"/>
                    <a:pt x="181" y="104"/>
                    <a:pt x="183" y="101"/>
                  </a:cubicBezTo>
                  <a:cubicBezTo>
                    <a:pt x="200" y="100"/>
                    <a:pt x="200" y="100"/>
                    <a:pt x="200" y="100"/>
                  </a:cubicBezTo>
                  <a:cubicBezTo>
                    <a:pt x="210" y="100"/>
                    <a:pt x="210" y="100"/>
                    <a:pt x="210" y="100"/>
                  </a:cubicBezTo>
                  <a:cubicBezTo>
                    <a:pt x="210" y="97"/>
                    <a:pt x="208" y="90"/>
                    <a:pt x="202" y="80"/>
                  </a:cubicBezTo>
                  <a:cubicBezTo>
                    <a:pt x="187" y="75"/>
                    <a:pt x="187" y="75"/>
                    <a:pt x="187" y="75"/>
                  </a:cubicBezTo>
                  <a:cubicBezTo>
                    <a:pt x="203" y="61"/>
                    <a:pt x="203" y="61"/>
                    <a:pt x="203" y="61"/>
                  </a:cubicBezTo>
                  <a:cubicBezTo>
                    <a:pt x="203" y="57"/>
                    <a:pt x="203" y="57"/>
                    <a:pt x="203" y="57"/>
                  </a:cubicBezTo>
                  <a:cubicBezTo>
                    <a:pt x="195" y="59"/>
                    <a:pt x="195" y="59"/>
                    <a:pt x="195" y="59"/>
                  </a:cubicBezTo>
                  <a:cubicBezTo>
                    <a:pt x="192" y="59"/>
                    <a:pt x="192" y="59"/>
                    <a:pt x="192" y="59"/>
                  </a:cubicBezTo>
                  <a:cubicBezTo>
                    <a:pt x="192" y="58"/>
                    <a:pt x="192" y="58"/>
                    <a:pt x="192" y="58"/>
                  </a:cubicBezTo>
                  <a:cubicBezTo>
                    <a:pt x="192" y="57"/>
                    <a:pt x="192" y="57"/>
                    <a:pt x="192" y="57"/>
                  </a:cubicBezTo>
                  <a:cubicBezTo>
                    <a:pt x="191" y="56"/>
                    <a:pt x="191" y="56"/>
                    <a:pt x="191" y="56"/>
                  </a:cubicBezTo>
                  <a:cubicBezTo>
                    <a:pt x="189" y="49"/>
                    <a:pt x="185" y="43"/>
                    <a:pt x="178" y="41"/>
                  </a:cubicBezTo>
                  <a:cubicBezTo>
                    <a:pt x="151" y="42"/>
                    <a:pt x="151" y="42"/>
                    <a:pt x="151" y="42"/>
                  </a:cubicBezTo>
                  <a:cubicBezTo>
                    <a:pt x="139" y="56"/>
                    <a:pt x="139" y="56"/>
                    <a:pt x="139" y="56"/>
                  </a:cubicBezTo>
                  <a:cubicBezTo>
                    <a:pt x="139" y="57"/>
                    <a:pt x="139" y="57"/>
                    <a:pt x="139" y="57"/>
                  </a:cubicBezTo>
                  <a:cubicBezTo>
                    <a:pt x="136" y="56"/>
                    <a:pt x="136" y="56"/>
                    <a:pt x="136" y="56"/>
                  </a:cubicBezTo>
                  <a:cubicBezTo>
                    <a:pt x="92" y="42"/>
                    <a:pt x="92" y="42"/>
                    <a:pt x="92" y="42"/>
                  </a:cubicBezTo>
                  <a:cubicBezTo>
                    <a:pt x="134" y="31"/>
                    <a:pt x="134" y="31"/>
                    <a:pt x="134" y="31"/>
                  </a:cubicBezTo>
                  <a:cubicBezTo>
                    <a:pt x="137" y="31"/>
                    <a:pt x="144" y="24"/>
                    <a:pt x="156" y="10"/>
                  </a:cubicBezTo>
                  <a:cubicBezTo>
                    <a:pt x="141" y="0"/>
                    <a:pt x="141" y="0"/>
                    <a:pt x="141" y="0"/>
                  </a:cubicBezTo>
                  <a:lnTo>
                    <a:pt x="129" y="3"/>
                  </a:lnTo>
                  <a:close/>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82" name="Freeform 31"/>
            <p:cNvSpPr/>
            <p:nvPr/>
          </p:nvSpPr>
          <p:spPr bwMode="auto">
            <a:xfrm>
              <a:off x="3772539" y="3126964"/>
              <a:ext cx="390121" cy="481191"/>
            </a:xfrm>
            <a:custGeom>
              <a:avLst/>
              <a:gdLst>
                <a:gd name="T0" fmla="*/ 165 w 263"/>
                <a:gd name="T1" fmla="*/ 91 h 323"/>
                <a:gd name="T2" fmla="*/ 146 w 263"/>
                <a:gd name="T3" fmla="*/ 48 h 323"/>
                <a:gd name="T4" fmla="*/ 94 w 263"/>
                <a:gd name="T5" fmla="*/ 30 h 323"/>
                <a:gd name="T6" fmla="*/ 64 w 263"/>
                <a:gd name="T7" fmla="*/ 0 h 323"/>
                <a:gd name="T8" fmla="*/ 83 w 263"/>
                <a:gd name="T9" fmla="*/ 30 h 323"/>
                <a:gd name="T10" fmla="*/ 84 w 263"/>
                <a:gd name="T11" fmla="*/ 32 h 323"/>
                <a:gd name="T12" fmla="*/ 61 w 263"/>
                <a:gd name="T13" fmla="*/ 62 h 323"/>
                <a:gd name="T14" fmla="*/ 32 w 263"/>
                <a:gd name="T15" fmla="*/ 39 h 323"/>
                <a:gd name="T16" fmla="*/ 39 w 263"/>
                <a:gd name="T17" fmla="*/ 61 h 323"/>
                <a:gd name="T18" fmla="*/ 39 w 263"/>
                <a:gd name="T19" fmla="*/ 63 h 323"/>
                <a:gd name="T20" fmla="*/ 37 w 263"/>
                <a:gd name="T21" fmla="*/ 71 h 323"/>
                <a:gd name="T22" fmla="*/ 20 w 263"/>
                <a:gd name="T23" fmla="*/ 78 h 323"/>
                <a:gd name="T24" fmla="*/ 17 w 263"/>
                <a:gd name="T25" fmla="*/ 107 h 323"/>
                <a:gd name="T26" fmla="*/ 13 w 263"/>
                <a:gd name="T27" fmla="*/ 108 h 323"/>
                <a:gd name="T28" fmla="*/ 6 w 263"/>
                <a:gd name="T29" fmla="*/ 113 h 323"/>
                <a:gd name="T30" fmla="*/ 24 w 263"/>
                <a:gd name="T31" fmla="*/ 140 h 323"/>
                <a:gd name="T32" fmla="*/ 52 w 263"/>
                <a:gd name="T33" fmla="*/ 144 h 323"/>
                <a:gd name="T34" fmla="*/ 60 w 263"/>
                <a:gd name="T35" fmla="*/ 154 h 323"/>
                <a:gd name="T36" fmla="*/ 60 w 263"/>
                <a:gd name="T37" fmla="*/ 154 h 323"/>
                <a:gd name="T38" fmla="*/ 61 w 263"/>
                <a:gd name="T39" fmla="*/ 181 h 323"/>
                <a:gd name="T40" fmla="*/ 42 w 263"/>
                <a:gd name="T41" fmla="*/ 198 h 323"/>
                <a:gd name="T42" fmla="*/ 37 w 263"/>
                <a:gd name="T43" fmla="*/ 210 h 323"/>
                <a:gd name="T44" fmla="*/ 63 w 263"/>
                <a:gd name="T45" fmla="*/ 222 h 323"/>
                <a:gd name="T46" fmla="*/ 73 w 263"/>
                <a:gd name="T47" fmla="*/ 231 h 323"/>
                <a:gd name="T48" fmla="*/ 88 w 263"/>
                <a:gd name="T49" fmla="*/ 303 h 323"/>
                <a:gd name="T50" fmla="*/ 84 w 263"/>
                <a:gd name="T51" fmla="*/ 309 h 323"/>
                <a:gd name="T52" fmla="*/ 86 w 263"/>
                <a:gd name="T53" fmla="*/ 314 h 323"/>
                <a:gd name="T54" fmla="*/ 126 w 263"/>
                <a:gd name="T55" fmla="*/ 298 h 323"/>
                <a:gd name="T56" fmla="*/ 134 w 263"/>
                <a:gd name="T57" fmla="*/ 303 h 323"/>
                <a:gd name="T58" fmla="*/ 135 w 263"/>
                <a:gd name="T59" fmla="*/ 301 h 323"/>
                <a:gd name="T60" fmla="*/ 149 w 263"/>
                <a:gd name="T61" fmla="*/ 293 h 323"/>
                <a:gd name="T62" fmla="*/ 188 w 263"/>
                <a:gd name="T63" fmla="*/ 310 h 323"/>
                <a:gd name="T64" fmla="*/ 199 w 263"/>
                <a:gd name="T65" fmla="*/ 317 h 323"/>
                <a:gd name="T66" fmla="*/ 231 w 263"/>
                <a:gd name="T67" fmla="*/ 282 h 323"/>
                <a:gd name="T68" fmla="*/ 224 w 263"/>
                <a:gd name="T69" fmla="*/ 255 h 323"/>
                <a:gd name="T70" fmla="*/ 248 w 263"/>
                <a:gd name="T71" fmla="*/ 256 h 323"/>
                <a:gd name="T72" fmla="*/ 248 w 263"/>
                <a:gd name="T73" fmla="*/ 232 h 323"/>
                <a:gd name="T74" fmla="*/ 263 w 263"/>
                <a:gd name="T75" fmla="*/ 211 h 323"/>
                <a:gd name="T76" fmla="*/ 244 w 263"/>
                <a:gd name="T77" fmla="*/ 192 h 323"/>
                <a:gd name="T78" fmla="*/ 235 w 263"/>
                <a:gd name="T79" fmla="*/ 200 h 323"/>
                <a:gd name="T80" fmla="*/ 232 w 263"/>
                <a:gd name="T81" fmla="*/ 199 h 323"/>
                <a:gd name="T82" fmla="*/ 216 w 263"/>
                <a:gd name="T83" fmla="*/ 184 h 323"/>
                <a:gd name="T84" fmla="*/ 195 w 263"/>
                <a:gd name="T85" fmla="*/ 171 h 323"/>
                <a:gd name="T86" fmla="*/ 189 w 263"/>
                <a:gd name="T87" fmla="*/ 146 h 323"/>
                <a:gd name="T88" fmla="*/ 201 w 263"/>
                <a:gd name="T89" fmla="*/ 110 h 323"/>
                <a:gd name="T90" fmla="*/ 222 w 263"/>
                <a:gd name="T91" fmla="*/ 111 h 323"/>
                <a:gd name="T92" fmla="*/ 223 w 263"/>
                <a:gd name="T93" fmla="*/ 90 h 323"/>
                <a:gd name="T94" fmla="*/ 166 w 263"/>
                <a:gd name="T95" fmla="*/ 93 h 323"/>
                <a:gd name="T96" fmla="*/ 166 w 263"/>
                <a:gd name="T97" fmla="*/ 91 h 3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63" h="323">
                  <a:moveTo>
                    <a:pt x="166" y="91"/>
                  </a:moveTo>
                  <a:cubicBezTo>
                    <a:pt x="165" y="91"/>
                    <a:pt x="165" y="91"/>
                    <a:pt x="165" y="91"/>
                  </a:cubicBezTo>
                  <a:cubicBezTo>
                    <a:pt x="165" y="91"/>
                    <a:pt x="165" y="91"/>
                    <a:pt x="165" y="91"/>
                  </a:cubicBezTo>
                  <a:cubicBezTo>
                    <a:pt x="157" y="65"/>
                    <a:pt x="151" y="50"/>
                    <a:pt x="146" y="48"/>
                  </a:cubicBezTo>
                  <a:cubicBezTo>
                    <a:pt x="122" y="40"/>
                    <a:pt x="122" y="40"/>
                    <a:pt x="122" y="40"/>
                  </a:cubicBezTo>
                  <a:cubicBezTo>
                    <a:pt x="108" y="36"/>
                    <a:pt x="98" y="33"/>
                    <a:pt x="94" y="30"/>
                  </a:cubicBezTo>
                  <a:cubicBezTo>
                    <a:pt x="87" y="26"/>
                    <a:pt x="78" y="16"/>
                    <a:pt x="68" y="0"/>
                  </a:cubicBezTo>
                  <a:cubicBezTo>
                    <a:pt x="64" y="0"/>
                    <a:pt x="64" y="0"/>
                    <a:pt x="64" y="0"/>
                  </a:cubicBezTo>
                  <a:cubicBezTo>
                    <a:pt x="64" y="1"/>
                    <a:pt x="64" y="1"/>
                    <a:pt x="64" y="1"/>
                  </a:cubicBezTo>
                  <a:cubicBezTo>
                    <a:pt x="66" y="7"/>
                    <a:pt x="71" y="16"/>
                    <a:pt x="83" y="30"/>
                  </a:cubicBezTo>
                  <a:cubicBezTo>
                    <a:pt x="84" y="31"/>
                    <a:pt x="84" y="31"/>
                    <a:pt x="84" y="31"/>
                  </a:cubicBezTo>
                  <a:cubicBezTo>
                    <a:pt x="84" y="32"/>
                    <a:pt x="84" y="32"/>
                    <a:pt x="84" y="32"/>
                  </a:cubicBezTo>
                  <a:cubicBezTo>
                    <a:pt x="73" y="52"/>
                    <a:pt x="73" y="52"/>
                    <a:pt x="73" y="52"/>
                  </a:cubicBezTo>
                  <a:cubicBezTo>
                    <a:pt x="69" y="60"/>
                    <a:pt x="65" y="63"/>
                    <a:pt x="61" y="62"/>
                  </a:cubicBezTo>
                  <a:cubicBezTo>
                    <a:pt x="58" y="60"/>
                    <a:pt x="53" y="54"/>
                    <a:pt x="44" y="43"/>
                  </a:cubicBezTo>
                  <a:cubicBezTo>
                    <a:pt x="32" y="39"/>
                    <a:pt x="32" y="39"/>
                    <a:pt x="32" y="39"/>
                  </a:cubicBezTo>
                  <a:cubicBezTo>
                    <a:pt x="32" y="43"/>
                    <a:pt x="34" y="49"/>
                    <a:pt x="39" y="60"/>
                  </a:cubicBezTo>
                  <a:cubicBezTo>
                    <a:pt x="39" y="61"/>
                    <a:pt x="39" y="61"/>
                    <a:pt x="39" y="61"/>
                  </a:cubicBezTo>
                  <a:cubicBezTo>
                    <a:pt x="39" y="62"/>
                    <a:pt x="39" y="62"/>
                    <a:pt x="39" y="62"/>
                  </a:cubicBezTo>
                  <a:cubicBezTo>
                    <a:pt x="39" y="63"/>
                    <a:pt x="39" y="63"/>
                    <a:pt x="39" y="63"/>
                  </a:cubicBezTo>
                  <a:cubicBezTo>
                    <a:pt x="39" y="63"/>
                    <a:pt x="39" y="63"/>
                    <a:pt x="39" y="63"/>
                  </a:cubicBezTo>
                  <a:cubicBezTo>
                    <a:pt x="37" y="71"/>
                    <a:pt x="37" y="71"/>
                    <a:pt x="37" y="71"/>
                  </a:cubicBezTo>
                  <a:cubicBezTo>
                    <a:pt x="24" y="76"/>
                    <a:pt x="24" y="76"/>
                    <a:pt x="24" y="76"/>
                  </a:cubicBezTo>
                  <a:cubicBezTo>
                    <a:pt x="20" y="78"/>
                    <a:pt x="20" y="78"/>
                    <a:pt x="20" y="78"/>
                  </a:cubicBezTo>
                  <a:cubicBezTo>
                    <a:pt x="18" y="80"/>
                    <a:pt x="18" y="83"/>
                    <a:pt x="19" y="87"/>
                  </a:cubicBezTo>
                  <a:cubicBezTo>
                    <a:pt x="20" y="98"/>
                    <a:pt x="20" y="104"/>
                    <a:pt x="17" y="107"/>
                  </a:cubicBezTo>
                  <a:cubicBezTo>
                    <a:pt x="16" y="108"/>
                    <a:pt x="15" y="108"/>
                    <a:pt x="14" y="108"/>
                  </a:cubicBezTo>
                  <a:cubicBezTo>
                    <a:pt x="13" y="108"/>
                    <a:pt x="13" y="108"/>
                    <a:pt x="13" y="108"/>
                  </a:cubicBezTo>
                  <a:cubicBezTo>
                    <a:pt x="0" y="105"/>
                    <a:pt x="0" y="105"/>
                    <a:pt x="0" y="105"/>
                  </a:cubicBezTo>
                  <a:cubicBezTo>
                    <a:pt x="0" y="108"/>
                    <a:pt x="2" y="111"/>
                    <a:pt x="6" y="113"/>
                  </a:cubicBezTo>
                  <a:cubicBezTo>
                    <a:pt x="13" y="119"/>
                    <a:pt x="18" y="128"/>
                    <a:pt x="24" y="138"/>
                  </a:cubicBezTo>
                  <a:cubicBezTo>
                    <a:pt x="24" y="140"/>
                    <a:pt x="24" y="140"/>
                    <a:pt x="24" y="140"/>
                  </a:cubicBezTo>
                  <a:cubicBezTo>
                    <a:pt x="31" y="139"/>
                    <a:pt x="31" y="139"/>
                    <a:pt x="31" y="139"/>
                  </a:cubicBezTo>
                  <a:cubicBezTo>
                    <a:pt x="38" y="138"/>
                    <a:pt x="45" y="139"/>
                    <a:pt x="52" y="144"/>
                  </a:cubicBezTo>
                  <a:cubicBezTo>
                    <a:pt x="60" y="153"/>
                    <a:pt x="60" y="153"/>
                    <a:pt x="60" y="153"/>
                  </a:cubicBezTo>
                  <a:cubicBezTo>
                    <a:pt x="60" y="154"/>
                    <a:pt x="60" y="154"/>
                    <a:pt x="60" y="154"/>
                  </a:cubicBezTo>
                  <a:cubicBezTo>
                    <a:pt x="60" y="154"/>
                    <a:pt x="60" y="154"/>
                    <a:pt x="60" y="154"/>
                  </a:cubicBezTo>
                  <a:cubicBezTo>
                    <a:pt x="60" y="154"/>
                    <a:pt x="60" y="154"/>
                    <a:pt x="60" y="154"/>
                  </a:cubicBezTo>
                  <a:cubicBezTo>
                    <a:pt x="59" y="172"/>
                    <a:pt x="59" y="172"/>
                    <a:pt x="59" y="172"/>
                  </a:cubicBezTo>
                  <a:cubicBezTo>
                    <a:pt x="61" y="175"/>
                    <a:pt x="62" y="178"/>
                    <a:pt x="61" y="181"/>
                  </a:cubicBezTo>
                  <a:cubicBezTo>
                    <a:pt x="60" y="185"/>
                    <a:pt x="57" y="187"/>
                    <a:pt x="52" y="187"/>
                  </a:cubicBezTo>
                  <a:cubicBezTo>
                    <a:pt x="46" y="187"/>
                    <a:pt x="44" y="191"/>
                    <a:pt x="42" y="198"/>
                  </a:cubicBezTo>
                  <a:cubicBezTo>
                    <a:pt x="42" y="198"/>
                    <a:pt x="42" y="198"/>
                    <a:pt x="42" y="198"/>
                  </a:cubicBezTo>
                  <a:cubicBezTo>
                    <a:pt x="37" y="210"/>
                    <a:pt x="37" y="210"/>
                    <a:pt x="37" y="210"/>
                  </a:cubicBezTo>
                  <a:cubicBezTo>
                    <a:pt x="45" y="218"/>
                    <a:pt x="45" y="218"/>
                    <a:pt x="45" y="218"/>
                  </a:cubicBezTo>
                  <a:cubicBezTo>
                    <a:pt x="63" y="222"/>
                    <a:pt x="63" y="222"/>
                    <a:pt x="63" y="222"/>
                  </a:cubicBezTo>
                  <a:cubicBezTo>
                    <a:pt x="64" y="222"/>
                    <a:pt x="64" y="222"/>
                    <a:pt x="64" y="222"/>
                  </a:cubicBezTo>
                  <a:cubicBezTo>
                    <a:pt x="73" y="231"/>
                    <a:pt x="73" y="231"/>
                    <a:pt x="73" y="231"/>
                  </a:cubicBezTo>
                  <a:cubicBezTo>
                    <a:pt x="62" y="248"/>
                    <a:pt x="62" y="248"/>
                    <a:pt x="62" y="248"/>
                  </a:cubicBezTo>
                  <a:cubicBezTo>
                    <a:pt x="88" y="303"/>
                    <a:pt x="88" y="303"/>
                    <a:pt x="88" y="303"/>
                  </a:cubicBezTo>
                  <a:cubicBezTo>
                    <a:pt x="88" y="305"/>
                    <a:pt x="88" y="305"/>
                    <a:pt x="88" y="305"/>
                  </a:cubicBezTo>
                  <a:cubicBezTo>
                    <a:pt x="84" y="309"/>
                    <a:pt x="84" y="309"/>
                    <a:pt x="84" y="309"/>
                  </a:cubicBezTo>
                  <a:cubicBezTo>
                    <a:pt x="86" y="314"/>
                    <a:pt x="86" y="314"/>
                    <a:pt x="86" y="314"/>
                  </a:cubicBezTo>
                  <a:cubicBezTo>
                    <a:pt x="86" y="314"/>
                    <a:pt x="86" y="314"/>
                    <a:pt x="86" y="314"/>
                  </a:cubicBezTo>
                  <a:cubicBezTo>
                    <a:pt x="133" y="284"/>
                    <a:pt x="133" y="284"/>
                    <a:pt x="133" y="284"/>
                  </a:cubicBezTo>
                  <a:cubicBezTo>
                    <a:pt x="126" y="298"/>
                    <a:pt x="126" y="298"/>
                    <a:pt x="126" y="298"/>
                  </a:cubicBezTo>
                  <a:cubicBezTo>
                    <a:pt x="120" y="308"/>
                    <a:pt x="116" y="317"/>
                    <a:pt x="115" y="323"/>
                  </a:cubicBezTo>
                  <a:cubicBezTo>
                    <a:pt x="123" y="320"/>
                    <a:pt x="130" y="314"/>
                    <a:pt x="134" y="303"/>
                  </a:cubicBezTo>
                  <a:cubicBezTo>
                    <a:pt x="135" y="301"/>
                    <a:pt x="135" y="301"/>
                    <a:pt x="135" y="301"/>
                  </a:cubicBezTo>
                  <a:cubicBezTo>
                    <a:pt x="135" y="301"/>
                    <a:pt x="135" y="301"/>
                    <a:pt x="135" y="301"/>
                  </a:cubicBezTo>
                  <a:cubicBezTo>
                    <a:pt x="148" y="294"/>
                    <a:pt x="148" y="294"/>
                    <a:pt x="148" y="294"/>
                  </a:cubicBezTo>
                  <a:cubicBezTo>
                    <a:pt x="149" y="293"/>
                    <a:pt x="149" y="293"/>
                    <a:pt x="149" y="293"/>
                  </a:cubicBezTo>
                  <a:cubicBezTo>
                    <a:pt x="168" y="309"/>
                    <a:pt x="168" y="309"/>
                    <a:pt x="168" y="309"/>
                  </a:cubicBezTo>
                  <a:cubicBezTo>
                    <a:pt x="188" y="310"/>
                    <a:pt x="188" y="310"/>
                    <a:pt x="188" y="310"/>
                  </a:cubicBezTo>
                  <a:cubicBezTo>
                    <a:pt x="189" y="311"/>
                    <a:pt x="189" y="311"/>
                    <a:pt x="189" y="311"/>
                  </a:cubicBezTo>
                  <a:cubicBezTo>
                    <a:pt x="199" y="317"/>
                    <a:pt x="199" y="317"/>
                    <a:pt x="199" y="317"/>
                  </a:cubicBezTo>
                  <a:cubicBezTo>
                    <a:pt x="224" y="295"/>
                    <a:pt x="224" y="295"/>
                    <a:pt x="224" y="295"/>
                  </a:cubicBezTo>
                  <a:cubicBezTo>
                    <a:pt x="226" y="293"/>
                    <a:pt x="228" y="289"/>
                    <a:pt x="231" y="282"/>
                  </a:cubicBezTo>
                  <a:cubicBezTo>
                    <a:pt x="234" y="276"/>
                    <a:pt x="234" y="276"/>
                    <a:pt x="234" y="276"/>
                  </a:cubicBezTo>
                  <a:cubicBezTo>
                    <a:pt x="235" y="274"/>
                    <a:pt x="231" y="267"/>
                    <a:pt x="224" y="255"/>
                  </a:cubicBezTo>
                  <a:cubicBezTo>
                    <a:pt x="218" y="246"/>
                    <a:pt x="218" y="246"/>
                    <a:pt x="218" y="246"/>
                  </a:cubicBezTo>
                  <a:cubicBezTo>
                    <a:pt x="248" y="256"/>
                    <a:pt x="248" y="256"/>
                    <a:pt x="248" y="256"/>
                  </a:cubicBezTo>
                  <a:cubicBezTo>
                    <a:pt x="257" y="251"/>
                    <a:pt x="257" y="251"/>
                    <a:pt x="257" y="251"/>
                  </a:cubicBezTo>
                  <a:cubicBezTo>
                    <a:pt x="248" y="232"/>
                    <a:pt x="248" y="232"/>
                    <a:pt x="248" y="232"/>
                  </a:cubicBezTo>
                  <a:cubicBezTo>
                    <a:pt x="248" y="231"/>
                    <a:pt x="248" y="231"/>
                    <a:pt x="248" y="231"/>
                  </a:cubicBezTo>
                  <a:cubicBezTo>
                    <a:pt x="263" y="211"/>
                    <a:pt x="263" y="211"/>
                    <a:pt x="263" y="211"/>
                  </a:cubicBezTo>
                  <a:cubicBezTo>
                    <a:pt x="257" y="202"/>
                    <a:pt x="257" y="202"/>
                    <a:pt x="257" y="202"/>
                  </a:cubicBezTo>
                  <a:cubicBezTo>
                    <a:pt x="251" y="195"/>
                    <a:pt x="246" y="192"/>
                    <a:pt x="244" y="192"/>
                  </a:cubicBezTo>
                  <a:cubicBezTo>
                    <a:pt x="242" y="192"/>
                    <a:pt x="242" y="192"/>
                    <a:pt x="242" y="192"/>
                  </a:cubicBezTo>
                  <a:cubicBezTo>
                    <a:pt x="235" y="200"/>
                    <a:pt x="235" y="200"/>
                    <a:pt x="235" y="200"/>
                  </a:cubicBezTo>
                  <a:cubicBezTo>
                    <a:pt x="233" y="199"/>
                    <a:pt x="233" y="199"/>
                    <a:pt x="233" y="199"/>
                  </a:cubicBezTo>
                  <a:cubicBezTo>
                    <a:pt x="232" y="199"/>
                    <a:pt x="232" y="199"/>
                    <a:pt x="232" y="199"/>
                  </a:cubicBezTo>
                  <a:cubicBezTo>
                    <a:pt x="220" y="195"/>
                    <a:pt x="220" y="195"/>
                    <a:pt x="220" y="195"/>
                  </a:cubicBezTo>
                  <a:cubicBezTo>
                    <a:pt x="216" y="184"/>
                    <a:pt x="216" y="184"/>
                    <a:pt x="216" y="184"/>
                  </a:cubicBezTo>
                  <a:cubicBezTo>
                    <a:pt x="211" y="183"/>
                    <a:pt x="206" y="180"/>
                    <a:pt x="202" y="176"/>
                  </a:cubicBezTo>
                  <a:cubicBezTo>
                    <a:pt x="195" y="171"/>
                    <a:pt x="195" y="171"/>
                    <a:pt x="195" y="171"/>
                  </a:cubicBezTo>
                  <a:cubicBezTo>
                    <a:pt x="188" y="168"/>
                    <a:pt x="185" y="165"/>
                    <a:pt x="185" y="161"/>
                  </a:cubicBezTo>
                  <a:cubicBezTo>
                    <a:pt x="184" y="157"/>
                    <a:pt x="185" y="152"/>
                    <a:pt x="189" y="146"/>
                  </a:cubicBezTo>
                  <a:cubicBezTo>
                    <a:pt x="197" y="135"/>
                    <a:pt x="201" y="126"/>
                    <a:pt x="201" y="119"/>
                  </a:cubicBezTo>
                  <a:cubicBezTo>
                    <a:pt x="201" y="110"/>
                    <a:pt x="201" y="110"/>
                    <a:pt x="201" y="110"/>
                  </a:cubicBezTo>
                  <a:cubicBezTo>
                    <a:pt x="206" y="111"/>
                    <a:pt x="206" y="111"/>
                    <a:pt x="206" y="111"/>
                  </a:cubicBezTo>
                  <a:cubicBezTo>
                    <a:pt x="222" y="111"/>
                    <a:pt x="222" y="111"/>
                    <a:pt x="222" y="111"/>
                  </a:cubicBezTo>
                  <a:cubicBezTo>
                    <a:pt x="223" y="110"/>
                    <a:pt x="225" y="103"/>
                    <a:pt x="228" y="91"/>
                  </a:cubicBezTo>
                  <a:cubicBezTo>
                    <a:pt x="223" y="90"/>
                    <a:pt x="223" y="90"/>
                    <a:pt x="223" y="90"/>
                  </a:cubicBezTo>
                  <a:cubicBezTo>
                    <a:pt x="212" y="98"/>
                    <a:pt x="204" y="103"/>
                    <a:pt x="197" y="105"/>
                  </a:cubicBezTo>
                  <a:cubicBezTo>
                    <a:pt x="190" y="107"/>
                    <a:pt x="180" y="103"/>
                    <a:pt x="166" y="93"/>
                  </a:cubicBezTo>
                  <a:cubicBezTo>
                    <a:pt x="166" y="92"/>
                    <a:pt x="166" y="92"/>
                    <a:pt x="166" y="92"/>
                  </a:cubicBezTo>
                  <a:lnTo>
                    <a:pt x="166" y="91"/>
                  </a:lnTo>
                  <a:close/>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83" name="Freeform 32"/>
            <p:cNvSpPr/>
            <p:nvPr/>
          </p:nvSpPr>
          <p:spPr bwMode="auto">
            <a:xfrm>
              <a:off x="3754078" y="2779916"/>
              <a:ext cx="557492" cy="349509"/>
            </a:xfrm>
            <a:custGeom>
              <a:avLst/>
              <a:gdLst>
                <a:gd name="T0" fmla="*/ 342 w 375"/>
                <a:gd name="T1" fmla="*/ 7 h 235"/>
                <a:gd name="T2" fmla="*/ 309 w 375"/>
                <a:gd name="T3" fmla="*/ 10 h 235"/>
                <a:gd name="T4" fmla="*/ 234 w 375"/>
                <a:gd name="T5" fmla="*/ 36 h 235"/>
                <a:gd name="T6" fmla="*/ 236 w 375"/>
                <a:gd name="T7" fmla="*/ 53 h 235"/>
                <a:gd name="T8" fmla="*/ 185 w 375"/>
                <a:gd name="T9" fmla="*/ 45 h 235"/>
                <a:gd name="T10" fmla="*/ 147 w 375"/>
                <a:gd name="T11" fmla="*/ 0 h 235"/>
                <a:gd name="T12" fmla="*/ 131 w 375"/>
                <a:gd name="T13" fmla="*/ 18 h 235"/>
                <a:gd name="T14" fmla="*/ 111 w 375"/>
                <a:gd name="T15" fmla="*/ 7 h 235"/>
                <a:gd name="T16" fmla="*/ 103 w 375"/>
                <a:gd name="T17" fmla="*/ 17 h 235"/>
                <a:gd name="T18" fmla="*/ 89 w 375"/>
                <a:gd name="T19" fmla="*/ 22 h 235"/>
                <a:gd name="T20" fmla="*/ 12 w 375"/>
                <a:gd name="T21" fmla="*/ 111 h 235"/>
                <a:gd name="T22" fmla="*/ 20 w 375"/>
                <a:gd name="T23" fmla="*/ 131 h 235"/>
                <a:gd name="T24" fmla="*/ 22 w 375"/>
                <a:gd name="T25" fmla="*/ 149 h 235"/>
                <a:gd name="T26" fmla="*/ 30 w 375"/>
                <a:gd name="T27" fmla="*/ 180 h 235"/>
                <a:gd name="T28" fmla="*/ 0 w 375"/>
                <a:gd name="T29" fmla="*/ 205 h 235"/>
                <a:gd name="T30" fmla="*/ 16 w 375"/>
                <a:gd name="T31" fmla="*/ 213 h 235"/>
                <a:gd name="T32" fmla="*/ 32 w 375"/>
                <a:gd name="T33" fmla="*/ 228 h 235"/>
                <a:gd name="T34" fmla="*/ 65 w 375"/>
                <a:gd name="T35" fmla="*/ 230 h 235"/>
                <a:gd name="T36" fmla="*/ 80 w 375"/>
                <a:gd name="T37" fmla="*/ 198 h 235"/>
                <a:gd name="T38" fmla="*/ 103 w 375"/>
                <a:gd name="T39" fmla="*/ 208 h 235"/>
                <a:gd name="T40" fmla="*/ 103 w 375"/>
                <a:gd name="T41" fmla="*/ 210 h 235"/>
                <a:gd name="T42" fmla="*/ 129 w 375"/>
                <a:gd name="T43" fmla="*/ 228 h 235"/>
                <a:gd name="T44" fmla="*/ 160 w 375"/>
                <a:gd name="T45" fmla="*/ 217 h 235"/>
                <a:gd name="T46" fmla="*/ 185 w 375"/>
                <a:gd name="T47" fmla="*/ 216 h 235"/>
                <a:gd name="T48" fmla="*/ 187 w 375"/>
                <a:gd name="T49" fmla="*/ 213 h 235"/>
                <a:gd name="T50" fmla="*/ 206 w 375"/>
                <a:gd name="T51" fmla="*/ 190 h 235"/>
                <a:gd name="T52" fmla="*/ 216 w 375"/>
                <a:gd name="T53" fmla="*/ 184 h 235"/>
                <a:gd name="T54" fmla="*/ 218 w 375"/>
                <a:gd name="T55" fmla="*/ 185 h 235"/>
                <a:gd name="T56" fmla="*/ 225 w 375"/>
                <a:gd name="T57" fmla="*/ 187 h 235"/>
                <a:gd name="T58" fmla="*/ 232 w 375"/>
                <a:gd name="T59" fmla="*/ 151 h 235"/>
                <a:gd name="T60" fmla="*/ 259 w 375"/>
                <a:gd name="T61" fmla="*/ 130 h 235"/>
                <a:gd name="T62" fmla="*/ 256 w 375"/>
                <a:gd name="T63" fmla="*/ 106 h 235"/>
                <a:gd name="T64" fmla="*/ 277 w 375"/>
                <a:gd name="T65" fmla="*/ 107 h 235"/>
                <a:gd name="T66" fmla="*/ 278 w 375"/>
                <a:gd name="T67" fmla="*/ 95 h 235"/>
                <a:gd name="T68" fmla="*/ 291 w 375"/>
                <a:gd name="T69" fmla="*/ 89 h 235"/>
                <a:gd name="T70" fmla="*/ 285 w 375"/>
                <a:gd name="T71" fmla="*/ 82 h 235"/>
                <a:gd name="T72" fmla="*/ 285 w 375"/>
                <a:gd name="T73" fmla="*/ 78 h 235"/>
                <a:gd name="T74" fmla="*/ 285 w 375"/>
                <a:gd name="T75" fmla="*/ 75 h 235"/>
                <a:gd name="T76" fmla="*/ 289 w 375"/>
                <a:gd name="T77" fmla="*/ 75 h 235"/>
                <a:gd name="T78" fmla="*/ 349 w 375"/>
                <a:gd name="T79" fmla="*/ 36 h 235"/>
                <a:gd name="T80" fmla="*/ 364 w 375"/>
                <a:gd name="T81" fmla="*/ 42 h 235"/>
                <a:gd name="T82" fmla="*/ 366 w 375"/>
                <a:gd name="T83" fmla="*/ 27 h 235"/>
                <a:gd name="T84" fmla="*/ 367 w 375"/>
                <a:gd name="T85" fmla="*/ 25 h 235"/>
                <a:gd name="T86" fmla="*/ 375 w 375"/>
                <a:gd name="T87" fmla="*/ 11 h 235"/>
                <a:gd name="T88" fmla="*/ 368 w 375"/>
                <a:gd name="T89" fmla="*/ 11 h 235"/>
                <a:gd name="T90" fmla="*/ 367 w 375"/>
                <a:gd name="T91" fmla="*/ 12 h 235"/>
                <a:gd name="T92" fmla="*/ 350 w 375"/>
                <a:gd name="T93" fmla="*/ 14 h 235"/>
                <a:gd name="T94" fmla="*/ 349 w 375"/>
                <a:gd name="T95" fmla="*/ 13 h 235"/>
                <a:gd name="T96" fmla="*/ 346 w 375"/>
                <a:gd name="T97" fmla="*/ 7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75" h="235">
                  <a:moveTo>
                    <a:pt x="343" y="7"/>
                  </a:moveTo>
                  <a:cubicBezTo>
                    <a:pt x="342" y="7"/>
                    <a:pt x="342" y="7"/>
                    <a:pt x="342" y="7"/>
                  </a:cubicBezTo>
                  <a:cubicBezTo>
                    <a:pt x="342" y="11"/>
                    <a:pt x="340" y="13"/>
                    <a:pt x="336" y="13"/>
                  </a:cubicBezTo>
                  <a:cubicBezTo>
                    <a:pt x="309" y="10"/>
                    <a:pt x="309" y="10"/>
                    <a:pt x="309" y="10"/>
                  </a:cubicBezTo>
                  <a:cubicBezTo>
                    <a:pt x="291" y="7"/>
                    <a:pt x="278" y="4"/>
                    <a:pt x="272" y="0"/>
                  </a:cubicBezTo>
                  <a:cubicBezTo>
                    <a:pt x="234" y="36"/>
                    <a:pt x="234" y="36"/>
                    <a:pt x="234" y="36"/>
                  </a:cubicBezTo>
                  <a:cubicBezTo>
                    <a:pt x="236" y="51"/>
                    <a:pt x="236" y="51"/>
                    <a:pt x="236" y="51"/>
                  </a:cubicBezTo>
                  <a:cubicBezTo>
                    <a:pt x="236" y="53"/>
                    <a:pt x="236" y="53"/>
                    <a:pt x="236" y="53"/>
                  </a:cubicBezTo>
                  <a:cubicBezTo>
                    <a:pt x="232" y="53"/>
                    <a:pt x="232" y="53"/>
                    <a:pt x="232" y="53"/>
                  </a:cubicBezTo>
                  <a:cubicBezTo>
                    <a:pt x="203" y="58"/>
                    <a:pt x="187" y="55"/>
                    <a:pt x="185" y="45"/>
                  </a:cubicBezTo>
                  <a:cubicBezTo>
                    <a:pt x="181" y="2"/>
                    <a:pt x="181" y="2"/>
                    <a:pt x="181" y="2"/>
                  </a:cubicBezTo>
                  <a:cubicBezTo>
                    <a:pt x="147" y="0"/>
                    <a:pt x="147" y="0"/>
                    <a:pt x="147" y="0"/>
                  </a:cubicBezTo>
                  <a:cubicBezTo>
                    <a:pt x="132" y="31"/>
                    <a:pt x="132" y="31"/>
                    <a:pt x="132" y="31"/>
                  </a:cubicBezTo>
                  <a:cubicBezTo>
                    <a:pt x="131" y="18"/>
                    <a:pt x="131" y="18"/>
                    <a:pt x="131" y="18"/>
                  </a:cubicBezTo>
                  <a:cubicBezTo>
                    <a:pt x="130" y="7"/>
                    <a:pt x="128" y="1"/>
                    <a:pt x="126" y="0"/>
                  </a:cubicBezTo>
                  <a:cubicBezTo>
                    <a:pt x="111" y="7"/>
                    <a:pt x="111" y="7"/>
                    <a:pt x="111" y="7"/>
                  </a:cubicBezTo>
                  <a:cubicBezTo>
                    <a:pt x="104" y="16"/>
                    <a:pt x="104" y="16"/>
                    <a:pt x="104" y="16"/>
                  </a:cubicBezTo>
                  <a:cubicBezTo>
                    <a:pt x="103" y="17"/>
                    <a:pt x="103" y="17"/>
                    <a:pt x="103" y="17"/>
                  </a:cubicBezTo>
                  <a:cubicBezTo>
                    <a:pt x="103" y="17"/>
                    <a:pt x="103" y="17"/>
                    <a:pt x="103" y="17"/>
                  </a:cubicBezTo>
                  <a:cubicBezTo>
                    <a:pt x="89" y="22"/>
                    <a:pt x="89" y="22"/>
                    <a:pt x="89" y="22"/>
                  </a:cubicBezTo>
                  <a:cubicBezTo>
                    <a:pt x="74" y="34"/>
                    <a:pt x="60" y="47"/>
                    <a:pt x="49" y="61"/>
                  </a:cubicBezTo>
                  <a:cubicBezTo>
                    <a:pt x="12" y="111"/>
                    <a:pt x="12" y="111"/>
                    <a:pt x="12" y="111"/>
                  </a:cubicBezTo>
                  <a:cubicBezTo>
                    <a:pt x="20" y="128"/>
                    <a:pt x="20" y="128"/>
                    <a:pt x="20" y="128"/>
                  </a:cubicBezTo>
                  <a:cubicBezTo>
                    <a:pt x="20" y="131"/>
                    <a:pt x="20" y="131"/>
                    <a:pt x="20" y="131"/>
                  </a:cubicBezTo>
                  <a:cubicBezTo>
                    <a:pt x="19" y="131"/>
                    <a:pt x="19" y="131"/>
                    <a:pt x="19" y="131"/>
                  </a:cubicBezTo>
                  <a:cubicBezTo>
                    <a:pt x="16" y="136"/>
                    <a:pt x="18" y="142"/>
                    <a:pt x="22" y="149"/>
                  </a:cubicBezTo>
                  <a:cubicBezTo>
                    <a:pt x="27" y="158"/>
                    <a:pt x="30" y="167"/>
                    <a:pt x="30" y="178"/>
                  </a:cubicBezTo>
                  <a:cubicBezTo>
                    <a:pt x="30" y="180"/>
                    <a:pt x="30" y="180"/>
                    <a:pt x="30" y="180"/>
                  </a:cubicBezTo>
                  <a:cubicBezTo>
                    <a:pt x="0" y="198"/>
                    <a:pt x="0" y="198"/>
                    <a:pt x="0" y="198"/>
                  </a:cubicBezTo>
                  <a:cubicBezTo>
                    <a:pt x="0" y="205"/>
                    <a:pt x="0" y="205"/>
                    <a:pt x="0" y="205"/>
                  </a:cubicBezTo>
                  <a:cubicBezTo>
                    <a:pt x="14" y="211"/>
                    <a:pt x="14" y="211"/>
                    <a:pt x="14" y="211"/>
                  </a:cubicBezTo>
                  <a:cubicBezTo>
                    <a:pt x="16" y="211"/>
                    <a:pt x="16" y="213"/>
                    <a:pt x="16" y="213"/>
                  </a:cubicBezTo>
                  <a:cubicBezTo>
                    <a:pt x="16" y="215"/>
                    <a:pt x="16" y="215"/>
                    <a:pt x="16" y="215"/>
                  </a:cubicBezTo>
                  <a:cubicBezTo>
                    <a:pt x="16" y="218"/>
                    <a:pt x="21" y="223"/>
                    <a:pt x="32" y="228"/>
                  </a:cubicBezTo>
                  <a:cubicBezTo>
                    <a:pt x="57" y="235"/>
                    <a:pt x="57" y="235"/>
                    <a:pt x="57" y="235"/>
                  </a:cubicBezTo>
                  <a:cubicBezTo>
                    <a:pt x="65" y="230"/>
                    <a:pt x="65" y="230"/>
                    <a:pt x="65" y="230"/>
                  </a:cubicBezTo>
                  <a:cubicBezTo>
                    <a:pt x="73" y="218"/>
                    <a:pt x="73" y="218"/>
                    <a:pt x="73" y="218"/>
                  </a:cubicBezTo>
                  <a:cubicBezTo>
                    <a:pt x="80" y="198"/>
                    <a:pt x="80" y="198"/>
                    <a:pt x="80" y="198"/>
                  </a:cubicBezTo>
                  <a:cubicBezTo>
                    <a:pt x="100" y="206"/>
                    <a:pt x="100" y="206"/>
                    <a:pt x="100" y="206"/>
                  </a:cubicBezTo>
                  <a:cubicBezTo>
                    <a:pt x="103" y="208"/>
                    <a:pt x="103" y="208"/>
                    <a:pt x="103" y="208"/>
                  </a:cubicBezTo>
                  <a:cubicBezTo>
                    <a:pt x="103" y="209"/>
                    <a:pt x="103" y="209"/>
                    <a:pt x="103" y="209"/>
                  </a:cubicBezTo>
                  <a:cubicBezTo>
                    <a:pt x="103" y="210"/>
                    <a:pt x="103" y="210"/>
                    <a:pt x="103" y="210"/>
                  </a:cubicBezTo>
                  <a:cubicBezTo>
                    <a:pt x="99" y="218"/>
                    <a:pt x="101" y="224"/>
                    <a:pt x="107" y="227"/>
                  </a:cubicBezTo>
                  <a:cubicBezTo>
                    <a:pt x="129" y="228"/>
                    <a:pt x="129" y="228"/>
                    <a:pt x="129" y="228"/>
                  </a:cubicBezTo>
                  <a:cubicBezTo>
                    <a:pt x="137" y="227"/>
                    <a:pt x="143" y="224"/>
                    <a:pt x="147" y="220"/>
                  </a:cubicBezTo>
                  <a:cubicBezTo>
                    <a:pt x="150" y="217"/>
                    <a:pt x="154" y="216"/>
                    <a:pt x="160" y="217"/>
                  </a:cubicBezTo>
                  <a:cubicBezTo>
                    <a:pt x="168" y="218"/>
                    <a:pt x="175" y="221"/>
                    <a:pt x="180" y="227"/>
                  </a:cubicBezTo>
                  <a:cubicBezTo>
                    <a:pt x="185" y="216"/>
                    <a:pt x="185" y="216"/>
                    <a:pt x="185" y="216"/>
                  </a:cubicBezTo>
                  <a:cubicBezTo>
                    <a:pt x="186" y="213"/>
                    <a:pt x="186" y="213"/>
                    <a:pt x="186" y="213"/>
                  </a:cubicBezTo>
                  <a:cubicBezTo>
                    <a:pt x="187" y="213"/>
                    <a:pt x="187" y="213"/>
                    <a:pt x="187" y="213"/>
                  </a:cubicBezTo>
                  <a:cubicBezTo>
                    <a:pt x="190" y="211"/>
                    <a:pt x="192" y="208"/>
                    <a:pt x="195" y="203"/>
                  </a:cubicBezTo>
                  <a:cubicBezTo>
                    <a:pt x="197" y="198"/>
                    <a:pt x="200" y="193"/>
                    <a:pt x="206" y="190"/>
                  </a:cubicBezTo>
                  <a:cubicBezTo>
                    <a:pt x="216" y="185"/>
                    <a:pt x="216" y="185"/>
                    <a:pt x="216" y="185"/>
                  </a:cubicBezTo>
                  <a:cubicBezTo>
                    <a:pt x="216" y="184"/>
                    <a:pt x="216" y="184"/>
                    <a:pt x="216" y="184"/>
                  </a:cubicBezTo>
                  <a:cubicBezTo>
                    <a:pt x="217" y="185"/>
                    <a:pt x="217" y="185"/>
                    <a:pt x="217" y="185"/>
                  </a:cubicBezTo>
                  <a:cubicBezTo>
                    <a:pt x="218" y="185"/>
                    <a:pt x="218" y="185"/>
                    <a:pt x="218" y="185"/>
                  </a:cubicBezTo>
                  <a:cubicBezTo>
                    <a:pt x="223" y="186"/>
                    <a:pt x="223" y="186"/>
                    <a:pt x="223" y="186"/>
                  </a:cubicBezTo>
                  <a:cubicBezTo>
                    <a:pt x="225" y="187"/>
                    <a:pt x="225" y="187"/>
                    <a:pt x="225" y="187"/>
                  </a:cubicBezTo>
                  <a:cubicBezTo>
                    <a:pt x="232" y="152"/>
                    <a:pt x="232" y="152"/>
                    <a:pt x="232" y="152"/>
                  </a:cubicBezTo>
                  <a:cubicBezTo>
                    <a:pt x="232" y="151"/>
                    <a:pt x="232" y="151"/>
                    <a:pt x="232" y="151"/>
                  </a:cubicBezTo>
                  <a:cubicBezTo>
                    <a:pt x="243" y="149"/>
                    <a:pt x="243" y="149"/>
                    <a:pt x="243" y="149"/>
                  </a:cubicBezTo>
                  <a:cubicBezTo>
                    <a:pt x="254" y="142"/>
                    <a:pt x="260" y="136"/>
                    <a:pt x="259" y="130"/>
                  </a:cubicBezTo>
                  <a:cubicBezTo>
                    <a:pt x="257" y="120"/>
                    <a:pt x="257" y="120"/>
                    <a:pt x="257" y="120"/>
                  </a:cubicBezTo>
                  <a:cubicBezTo>
                    <a:pt x="254" y="113"/>
                    <a:pt x="254" y="108"/>
                    <a:pt x="256" y="106"/>
                  </a:cubicBezTo>
                  <a:cubicBezTo>
                    <a:pt x="258" y="104"/>
                    <a:pt x="259" y="103"/>
                    <a:pt x="261" y="103"/>
                  </a:cubicBezTo>
                  <a:cubicBezTo>
                    <a:pt x="266" y="103"/>
                    <a:pt x="272" y="105"/>
                    <a:pt x="277" y="107"/>
                  </a:cubicBezTo>
                  <a:cubicBezTo>
                    <a:pt x="278" y="96"/>
                    <a:pt x="278" y="96"/>
                    <a:pt x="278" y="96"/>
                  </a:cubicBezTo>
                  <a:cubicBezTo>
                    <a:pt x="278" y="95"/>
                    <a:pt x="278" y="95"/>
                    <a:pt x="278" y="95"/>
                  </a:cubicBezTo>
                  <a:cubicBezTo>
                    <a:pt x="279" y="94"/>
                    <a:pt x="279" y="94"/>
                    <a:pt x="279" y="94"/>
                  </a:cubicBezTo>
                  <a:cubicBezTo>
                    <a:pt x="291" y="89"/>
                    <a:pt x="291" y="89"/>
                    <a:pt x="291" y="89"/>
                  </a:cubicBezTo>
                  <a:cubicBezTo>
                    <a:pt x="292" y="82"/>
                    <a:pt x="292" y="82"/>
                    <a:pt x="292" y="82"/>
                  </a:cubicBezTo>
                  <a:cubicBezTo>
                    <a:pt x="285" y="82"/>
                    <a:pt x="285" y="82"/>
                    <a:pt x="285" y="82"/>
                  </a:cubicBezTo>
                  <a:cubicBezTo>
                    <a:pt x="284" y="82"/>
                    <a:pt x="284" y="82"/>
                    <a:pt x="284" y="82"/>
                  </a:cubicBezTo>
                  <a:cubicBezTo>
                    <a:pt x="285" y="78"/>
                    <a:pt x="285" y="78"/>
                    <a:pt x="285" y="78"/>
                  </a:cubicBezTo>
                  <a:cubicBezTo>
                    <a:pt x="285" y="76"/>
                    <a:pt x="285" y="76"/>
                    <a:pt x="285" y="76"/>
                  </a:cubicBezTo>
                  <a:cubicBezTo>
                    <a:pt x="285" y="75"/>
                    <a:pt x="285" y="75"/>
                    <a:pt x="285" y="75"/>
                  </a:cubicBezTo>
                  <a:cubicBezTo>
                    <a:pt x="287" y="75"/>
                    <a:pt x="287" y="75"/>
                    <a:pt x="287" y="75"/>
                  </a:cubicBezTo>
                  <a:cubicBezTo>
                    <a:pt x="289" y="75"/>
                    <a:pt x="289" y="75"/>
                    <a:pt x="289" y="75"/>
                  </a:cubicBezTo>
                  <a:cubicBezTo>
                    <a:pt x="294" y="75"/>
                    <a:pt x="299" y="72"/>
                    <a:pt x="305" y="67"/>
                  </a:cubicBezTo>
                  <a:cubicBezTo>
                    <a:pt x="349" y="36"/>
                    <a:pt x="349" y="36"/>
                    <a:pt x="349" y="36"/>
                  </a:cubicBezTo>
                  <a:cubicBezTo>
                    <a:pt x="350" y="36"/>
                    <a:pt x="350" y="36"/>
                    <a:pt x="350" y="36"/>
                  </a:cubicBezTo>
                  <a:cubicBezTo>
                    <a:pt x="364" y="42"/>
                    <a:pt x="364" y="42"/>
                    <a:pt x="364" y="42"/>
                  </a:cubicBezTo>
                  <a:cubicBezTo>
                    <a:pt x="369" y="41"/>
                    <a:pt x="369" y="41"/>
                    <a:pt x="369" y="41"/>
                  </a:cubicBezTo>
                  <a:cubicBezTo>
                    <a:pt x="366" y="27"/>
                    <a:pt x="366" y="27"/>
                    <a:pt x="366" y="27"/>
                  </a:cubicBezTo>
                  <a:cubicBezTo>
                    <a:pt x="366" y="25"/>
                    <a:pt x="366" y="25"/>
                    <a:pt x="366" y="25"/>
                  </a:cubicBezTo>
                  <a:cubicBezTo>
                    <a:pt x="367" y="25"/>
                    <a:pt x="367" y="25"/>
                    <a:pt x="367" y="25"/>
                  </a:cubicBezTo>
                  <a:cubicBezTo>
                    <a:pt x="367" y="24"/>
                    <a:pt x="367" y="24"/>
                    <a:pt x="367" y="24"/>
                  </a:cubicBezTo>
                  <a:cubicBezTo>
                    <a:pt x="375" y="11"/>
                    <a:pt x="375" y="11"/>
                    <a:pt x="375" y="11"/>
                  </a:cubicBezTo>
                  <a:cubicBezTo>
                    <a:pt x="373" y="10"/>
                    <a:pt x="373" y="10"/>
                    <a:pt x="373" y="10"/>
                  </a:cubicBezTo>
                  <a:cubicBezTo>
                    <a:pt x="368" y="11"/>
                    <a:pt x="368" y="11"/>
                    <a:pt x="368" y="11"/>
                  </a:cubicBezTo>
                  <a:cubicBezTo>
                    <a:pt x="368" y="12"/>
                    <a:pt x="368" y="12"/>
                    <a:pt x="368" y="12"/>
                  </a:cubicBezTo>
                  <a:cubicBezTo>
                    <a:pt x="367" y="12"/>
                    <a:pt x="367" y="12"/>
                    <a:pt x="367" y="12"/>
                  </a:cubicBezTo>
                  <a:cubicBezTo>
                    <a:pt x="354" y="14"/>
                    <a:pt x="354" y="14"/>
                    <a:pt x="354" y="14"/>
                  </a:cubicBezTo>
                  <a:cubicBezTo>
                    <a:pt x="350" y="14"/>
                    <a:pt x="350" y="14"/>
                    <a:pt x="350" y="14"/>
                  </a:cubicBezTo>
                  <a:cubicBezTo>
                    <a:pt x="349" y="14"/>
                    <a:pt x="349" y="14"/>
                    <a:pt x="349" y="14"/>
                  </a:cubicBezTo>
                  <a:cubicBezTo>
                    <a:pt x="349" y="13"/>
                    <a:pt x="349" y="13"/>
                    <a:pt x="349" y="13"/>
                  </a:cubicBezTo>
                  <a:cubicBezTo>
                    <a:pt x="349" y="11"/>
                    <a:pt x="349" y="11"/>
                    <a:pt x="349" y="11"/>
                  </a:cubicBezTo>
                  <a:cubicBezTo>
                    <a:pt x="346" y="7"/>
                    <a:pt x="346" y="7"/>
                    <a:pt x="346" y="7"/>
                  </a:cubicBezTo>
                  <a:lnTo>
                    <a:pt x="343" y="7"/>
                  </a:lnTo>
                  <a:close/>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84" name="Freeform 33"/>
            <p:cNvSpPr/>
            <p:nvPr/>
          </p:nvSpPr>
          <p:spPr bwMode="auto">
            <a:xfrm>
              <a:off x="3868531" y="3065431"/>
              <a:ext cx="484882" cy="375353"/>
            </a:xfrm>
            <a:custGeom>
              <a:avLst/>
              <a:gdLst>
                <a:gd name="T0" fmla="*/ 208 w 326"/>
                <a:gd name="T1" fmla="*/ 39 h 252"/>
                <a:gd name="T2" fmla="*/ 146 w 326"/>
                <a:gd name="T3" fmla="*/ 15 h 252"/>
                <a:gd name="T4" fmla="*/ 146 w 326"/>
                <a:gd name="T5" fmla="*/ 2 h 252"/>
                <a:gd name="T6" fmla="*/ 141 w 326"/>
                <a:gd name="T7" fmla="*/ 0 h 252"/>
                <a:gd name="T8" fmla="*/ 115 w 326"/>
                <a:gd name="T9" fmla="*/ 28 h 252"/>
                <a:gd name="T10" fmla="*/ 99 w 326"/>
                <a:gd name="T11" fmla="*/ 41 h 252"/>
                <a:gd name="T12" fmla="*/ 82 w 326"/>
                <a:gd name="T13" fmla="*/ 33 h 252"/>
                <a:gd name="T14" fmla="*/ 53 w 326"/>
                <a:gd name="T15" fmla="*/ 44 h 252"/>
                <a:gd name="T16" fmla="*/ 17 w 326"/>
                <a:gd name="T17" fmla="*/ 19 h 252"/>
                <a:gd name="T18" fmla="*/ 3 w 326"/>
                <a:gd name="T19" fmla="*/ 30 h 252"/>
                <a:gd name="T20" fmla="*/ 2 w 326"/>
                <a:gd name="T21" fmla="*/ 31 h 252"/>
                <a:gd name="T22" fmla="*/ 6 w 326"/>
                <a:gd name="T23" fmla="*/ 35 h 252"/>
                <a:gd name="T24" fmla="*/ 8 w 326"/>
                <a:gd name="T25" fmla="*/ 36 h 252"/>
                <a:gd name="T26" fmla="*/ 34 w 326"/>
                <a:gd name="T27" fmla="*/ 66 h 252"/>
                <a:gd name="T28" fmla="*/ 84 w 326"/>
                <a:gd name="T29" fmla="*/ 83 h 252"/>
                <a:gd name="T30" fmla="*/ 130 w 326"/>
                <a:gd name="T31" fmla="*/ 139 h 252"/>
                <a:gd name="T32" fmla="*/ 156 w 326"/>
                <a:gd name="T33" fmla="*/ 124 h 252"/>
                <a:gd name="T34" fmla="*/ 158 w 326"/>
                <a:gd name="T35" fmla="*/ 124 h 252"/>
                <a:gd name="T36" fmla="*/ 172 w 326"/>
                <a:gd name="T37" fmla="*/ 126 h 252"/>
                <a:gd name="T38" fmla="*/ 171 w 326"/>
                <a:gd name="T39" fmla="*/ 130 h 252"/>
                <a:gd name="T40" fmla="*/ 144 w 326"/>
                <a:gd name="T41" fmla="*/ 160 h 252"/>
                <a:gd name="T42" fmla="*/ 130 w 326"/>
                <a:gd name="T43" fmla="*/ 191 h 252"/>
                <a:gd name="T44" fmla="*/ 143 w 326"/>
                <a:gd name="T45" fmla="*/ 212 h 252"/>
                <a:gd name="T46" fmla="*/ 157 w 326"/>
                <a:gd name="T47" fmla="*/ 218 h 252"/>
                <a:gd name="T48" fmla="*/ 168 w 326"/>
                <a:gd name="T49" fmla="*/ 233 h 252"/>
                <a:gd name="T50" fmla="*/ 179 w 326"/>
                <a:gd name="T51" fmla="*/ 226 h 252"/>
                <a:gd name="T52" fmla="*/ 204 w 326"/>
                <a:gd name="T53" fmla="*/ 247 h 252"/>
                <a:gd name="T54" fmla="*/ 228 w 326"/>
                <a:gd name="T55" fmla="*/ 248 h 252"/>
                <a:gd name="T56" fmla="*/ 262 w 326"/>
                <a:gd name="T57" fmla="*/ 246 h 252"/>
                <a:gd name="T58" fmla="*/ 274 w 326"/>
                <a:gd name="T59" fmla="*/ 239 h 252"/>
                <a:gd name="T60" fmla="*/ 273 w 326"/>
                <a:gd name="T61" fmla="*/ 225 h 252"/>
                <a:gd name="T62" fmla="*/ 280 w 326"/>
                <a:gd name="T63" fmla="*/ 206 h 252"/>
                <a:gd name="T64" fmla="*/ 292 w 326"/>
                <a:gd name="T65" fmla="*/ 192 h 252"/>
                <a:gd name="T66" fmla="*/ 321 w 326"/>
                <a:gd name="T67" fmla="*/ 192 h 252"/>
                <a:gd name="T68" fmla="*/ 312 w 326"/>
                <a:gd name="T69" fmla="*/ 169 h 252"/>
                <a:gd name="T70" fmla="*/ 299 w 326"/>
                <a:gd name="T71" fmla="*/ 167 h 252"/>
                <a:gd name="T72" fmla="*/ 268 w 326"/>
                <a:gd name="T73" fmla="*/ 148 h 252"/>
                <a:gd name="T74" fmla="*/ 253 w 326"/>
                <a:gd name="T75" fmla="*/ 142 h 252"/>
                <a:gd name="T76" fmla="*/ 228 w 326"/>
                <a:gd name="T77" fmla="*/ 73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326" h="252">
                  <a:moveTo>
                    <a:pt x="228" y="73"/>
                  </a:moveTo>
                  <a:cubicBezTo>
                    <a:pt x="220" y="67"/>
                    <a:pt x="214" y="56"/>
                    <a:pt x="208" y="39"/>
                  </a:cubicBezTo>
                  <a:cubicBezTo>
                    <a:pt x="188" y="39"/>
                    <a:pt x="176" y="35"/>
                    <a:pt x="170" y="28"/>
                  </a:cubicBezTo>
                  <a:cubicBezTo>
                    <a:pt x="166" y="22"/>
                    <a:pt x="158" y="18"/>
                    <a:pt x="146" y="15"/>
                  </a:cubicBezTo>
                  <a:cubicBezTo>
                    <a:pt x="143" y="14"/>
                    <a:pt x="143" y="14"/>
                    <a:pt x="143" y="14"/>
                  </a:cubicBezTo>
                  <a:cubicBezTo>
                    <a:pt x="146" y="2"/>
                    <a:pt x="146" y="2"/>
                    <a:pt x="146" y="2"/>
                  </a:cubicBezTo>
                  <a:cubicBezTo>
                    <a:pt x="144" y="1"/>
                    <a:pt x="144" y="1"/>
                    <a:pt x="144" y="1"/>
                  </a:cubicBezTo>
                  <a:cubicBezTo>
                    <a:pt x="141" y="0"/>
                    <a:pt x="141" y="0"/>
                    <a:pt x="141" y="0"/>
                  </a:cubicBezTo>
                  <a:cubicBezTo>
                    <a:pt x="132" y="4"/>
                    <a:pt x="127" y="8"/>
                    <a:pt x="125" y="14"/>
                  </a:cubicBezTo>
                  <a:cubicBezTo>
                    <a:pt x="122" y="19"/>
                    <a:pt x="119" y="24"/>
                    <a:pt x="115" y="28"/>
                  </a:cubicBezTo>
                  <a:cubicBezTo>
                    <a:pt x="111" y="39"/>
                    <a:pt x="108" y="44"/>
                    <a:pt x="104" y="44"/>
                  </a:cubicBezTo>
                  <a:cubicBezTo>
                    <a:pt x="102" y="45"/>
                    <a:pt x="101" y="44"/>
                    <a:pt x="99" y="41"/>
                  </a:cubicBezTo>
                  <a:cubicBezTo>
                    <a:pt x="94" y="37"/>
                    <a:pt x="94" y="37"/>
                    <a:pt x="94" y="37"/>
                  </a:cubicBezTo>
                  <a:cubicBezTo>
                    <a:pt x="90" y="35"/>
                    <a:pt x="86" y="33"/>
                    <a:pt x="82" y="33"/>
                  </a:cubicBezTo>
                  <a:cubicBezTo>
                    <a:pt x="75" y="34"/>
                    <a:pt x="75" y="34"/>
                    <a:pt x="75" y="34"/>
                  </a:cubicBezTo>
                  <a:cubicBezTo>
                    <a:pt x="70" y="39"/>
                    <a:pt x="63" y="42"/>
                    <a:pt x="53" y="44"/>
                  </a:cubicBezTo>
                  <a:cubicBezTo>
                    <a:pt x="27" y="42"/>
                    <a:pt x="27" y="42"/>
                    <a:pt x="27" y="42"/>
                  </a:cubicBezTo>
                  <a:cubicBezTo>
                    <a:pt x="19" y="38"/>
                    <a:pt x="15" y="30"/>
                    <a:pt x="17" y="19"/>
                  </a:cubicBezTo>
                  <a:cubicBezTo>
                    <a:pt x="8" y="16"/>
                    <a:pt x="8" y="16"/>
                    <a:pt x="8" y="16"/>
                  </a:cubicBezTo>
                  <a:cubicBezTo>
                    <a:pt x="3" y="30"/>
                    <a:pt x="3" y="30"/>
                    <a:pt x="3" y="30"/>
                  </a:cubicBezTo>
                  <a:cubicBezTo>
                    <a:pt x="3" y="30"/>
                    <a:pt x="3" y="30"/>
                    <a:pt x="3" y="30"/>
                  </a:cubicBezTo>
                  <a:cubicBezTo>
                    <a:pt x="2" y="31"/>
                    <a:pt x="2" y="31"/>
                    <a:pt x="2" y="31"/>
                  </a:cubicBezTo>
                  <a:cubicBezTo>
                    <a:pt x="0" y="34"/>
                    <a:pt x="0" y="34"/>
                    <a:pt x="0" y="34"/>
                  </a:cubicBezTo>
                  <a:cubicBezTo>
                    <a:pt x="6" y="35"/>
                    <a:pt x="6" y="35"/>
                    <a:pt x="6" y="35"/>
                  </a:cubicBezTo>
                  <a:cubicBezTo>
                    <a:pt x="8" y="35"/>
                    <a:pt x="8" y="35"/>
                    <a:pt x="8" y="35"/>
                  </a:cubicBezTo>
                  <a:cubicBezTo>
                    <a:pt x="8" y="36"/>
                    <a:pt x="8" y="36"/>
                    <a:pt x="8" y="36"/>
                  </a:cubicBezTo>
                  <a:cubicBezTo>
                    <a:pt x="8" y="37"/>
                    <a:pt x="8" y="37"/>
                    <a:pt x="8" y="37"/>
                  </a:cubicBezTo>
                  <a:cubicBezTo>
                    <a:pt x="20" y="53"/>
                    <a:pt x="29" y="63"/>
                    <a:pt x="34" y="66"/>
                  </a:cubicBezTo>
                  <a:cubicBezTo>
                    <a:pt x="37" y="67"/>
                    <a:pt x="45" y="70"/>
                    <a:pt x="59" y="74"/>
                  </a:cubicBezTo>
                  <a:cubicBezTo>
                    <a:pt x="84" y="83"/>
                    <a:pt x="84" y="83"/>
                    <a:pt x="84" y="83"/>
                  </a:cubicBezTo>
                  <a:cubicBezTo>
                    <a:pt x="92" y="86"/>
                    <a:pt x="99" y="101"/>
                    <a:pt x="108" y="128"/>
                  </a:cubicBezTo>
                  <a:cubicBezTo>
                    <a:pt x="119" y="136"/>
                    <a:pt x="126" y="139"/>
                    <a:pt x="130" y="139"/>
                  </a:cubicBezTo>
                  <a:cubicBezTo>
                    <a:pt x="135" y="137"/>
                    <a:pt x="143" y="132"/>
                    <a:pt x="155" y="124"/>
                  </a:cubicBezTo>
                  <a:cubicBezTo>
                    <a:pt x="156" y="124"/>
                    <a:pt x="156" y="124"/>
                    <a:pt x="156" y="124"/>
                  </a:cubicBezTo>
                  <a:cubicBezTo>
                    <a:pt x="157" y="123"/>
                    <a:pt x="157" y="123"/>
                    <a:pt x="157" y="123"/>
                  </a:cubicBezTo>
                  <a:cubicBezTo>
                    <a:pt x="158" y="124"/>
                    <a:pt x="158" y="124"/>
                    <a:pt x="158" y="124"/>
                  </a:cubicBezTo>
                  <a:cubicBezTo>
                    <a:pt x="170" y="126"/>
                    <a:pt x="170" y="126"/>
                    <a:pt x="170" y="126"/>
                  </a:cubicBezTo>
                  <a:cubicBezTo>
                    <a:pt x="172" y="126"/>
                    <a:pt x="172" y="126"/>
                    <a:pt x="172" y="126"/>
                  </a:cubicBezTo>
                  <a:cubicBezTo>
                    <a:pt x="172" y="128"/>
                    <a:pt x="172" y="128"/>
                    <a:pt x="172" y="128"/>
                  </a:cubicBezTo>
                  <a:cubicBezTo>
                    <a:pt x="171" y="130"/>
                    <a:pt x="171" y="130"/>
                    <a:pt x="171" y="130"/>
                  </a:cubicBezTo>
                  <a:cubicBezTo>
                    <a:pt x="167" y="147"/>
                    <a:pt x="163" y="157"/>
                    <a:pt x="161" y="159"/>
                  </a:cubicBezTo>
                  <a:cubicBezTo>
                    <a:pt x="144" y="160"/>
                    <a:pt x="144" y="160"/>
                    <a:pt x="144" y="160"/>
                  </a:cubicBezTo>
                  <a:cubicBezTo>
                    <a:pt x="144" y="161"/>
                    <a:pt x="144" y="161"/>
                    <a:pt x="144" y="161"/>
                  </a:cubicBezTo>
                  <a:cubicBezTo>
                    <a:pt x="144" y="168"/>
                    <a:pt x="139" y="178"/>
                    <a:pt x="130" y="191"/>
                  </a:cubicBezTo>
                  <a:cubicBezTo>
                    <a:pt x="128" y="195"/>
                    <a:pt x="127" y="199"/>
                    <a:pt x="127" y="201"/>
                  </a:cubicBezTo>
                  <a:cubicBezTo>
                    <a:pt x="143" y="212"/>
                    <a:pt x="143" y="212"/>
                    <a:pt x="143" y="212"/>
                  </a:cubicBezTo>
                  <a:cubicBezTo>
                    <a:pt x="147" y="217"/>
                    <a:pt x="150" y="218"/>
                    <a:pt x="153" y="218"/>
                  </a:cubicBezTo>
                  <a:cubicBezTo>
                    <a:pt x="157" y="218"/>
                    <a:pt x="157" y="218"/>
                    <a:pt x="157" y="218"/>
                  </a:cubicBezTo>
                  <a:cubicBezTo>
                    <a:pt x="160" y="230"/>
                    <a:pt x="160" y="230"/>
                    <a:pt x="160" y="230"/>
                  </a:cubicBezTo>
                  <a:cubicBezTo>
                    <a:pt x="168" y="233"/>
                    <a:pt x="168" y="233"/>
                    <a:pt x="168" y="233"/>
                  </a:cubicBezTo>
                  <a:cubicBezTo>
                    <a:pt x="172" y="228"/>
                    <a:pt x="172" y="228"/>
                    <a:pt x="172" y="228"/>
                  </a:cubicBezTo>
                  <a:cubicBezTo>
                    <a:pt x="174" y="226"/>
                    <a:pt x="177" y="225"/>
                    <a:pt x="179" y="226"/>
                  </a:cubicBezTo>
                  <a:cubicBezTo>
                    <a:pt x="186" y="226"/>
                    <a:pt x="191" y="230"/>
                    <a:pt x="198" y="239"/>
                  </a:cubicBezTo>
                  <a:cubicBezTo>
                    <a:pt x="204" y="247"/>
                    <a:pt x="204" y="247"/>
                    <a:pt x="204" y="247"/>
                  </a:cubicBezTo>
                  <a:cubicBezTo>
                    <a:pt x="205" y="246"/>
                    <a:pt x="205" y="246"/>
                    <a:pt x="205" y="246"/>
                  </a:cubicBezTo>
                  <a:cubicBezTo>
                    <a:pt x="209" y="244"/>
                    <a:pt x="217" y="244"/>
                    <a:pt x="228" y="248"/>
                  </a:cubicBezTo>
                  <a:cubicBezTo>
                    <a:pt x="246" y="252"/>
                    <a:pt x="246" y="252"/>
                    <a:pt x="246" y="252"/>
                  </a:cubicBezTo>
                  <a:cubicBezTo>
                    <a:pt x="262" y="246"/>
                    <a:pt x="262" y="246"/>
                    <a:pt x="262" y="246"/>
                  </a:cubicBezTo>
                  <a:cubicBezTo>
                    <a:pt x="269" y="243"/>
                    <a:pt x="269" y="243"/>
                    <a:pt x="269" y="243"/>
                  </a:cubicBezTo>
                  <a:cubicBezTo>
                    <a:pt x="274" y="239"/>
                    <a:pt x="274" y="239"/>
                    <a:pt x="274" y="239"/>
                  </a:cubicBezTo>
                  <a:cubicBezTo>
                    <a:pt x="270" y="235"/>
                    <a:pt x="270" y="235"/>
                    <a:pt x="270" y="235"/>
                  </a:cubicBezTo>
                  <a:cubicBezTo>
                    <a:pt x="268" y="232"/>
                    <a:pt x="270" y="228"/>
                    <a:pt x="273" y="225"/>
                  </a:cubicBezTo>
                  <a:cubicBezTo>
                    <a:pt x="277" y="221"/>
                    <a:pt x="280" y="218"/>
                    <a:pt x="280" y="214"/>
                  </a:cubicBezTo>
                  <a:cubicBezTo>
                    <a:pt x="280" y="206"/>
                    <a:pt x="280" y="206"/>
                    <a:pt x="280" y="206"/>
                  </a:cubicBezTo>
                  <a:cubicBezTo>
                    <a:pt x="279" y="201"/>
                    <a:pt x="279" y="199"/>
                    <a:pt x="281" y="197"/>
                  </a:cubicBezTo>
                  <a:cubicBezTo>
                    <a:pt x="282" y="195"/>
                    <a:pt x="287" y="193"/>
                    <a:pt x="292" y="192"/>
                  </a:cubicBezTo>
                  <a:cubicBezTo>
                    <a:pt x="301" y="190"/>
                    <a:pt x="312" y="195"/>
                    <a:pt x="326" y="206"/>
                  </a:cubicBezTo>
                  <a:cubicBezTo>
                    <a:pt x="321" y="192"/>
                    <a:pt x="321" y="192"/>
                    <a:pt x="321" y="192"/>
                  </a:cubicBezTo>
                  <a:cubicBezTo>
                    <a:pt x="313" y="181"/>
                    <a:pt x="313" y="181"/>
                    <a:pt x="313" y="181"/>
                  </a:cubicBezTo>
                  <a:cubicBezTo>
                    <a:pt x="312" y="169"/>
                    <a:pt x="312" y="169"/>
                    <a:pt x="312" y="169"/>
                  </a:cubicBezTo>
                  <a:cubicBezTo>
                    <a:pt x="300" y="167"/>
                    <a:pt x="300" y="167"/>
                    <a:pt x="300" y="167"/>
                  </a:cubicBezTo>
                  <a:cubicBezTo>
                    <a:pt x="299" y="167"/>
                    <a:pt x="299" y="167"/>
                    <a:pt x="299" y="167"/>
                  </a:cubicBezTo>
                  <a:cubicBezTo>
                    <a:pt x="299" y="166"/>
                    <a:pt x="299" y="166"/>
                    <a:pt x="299" y="166"/>
                  </a:cubicBezTo>
                  <a:cubicBezTo>
                    <a:pt x="268" y="148"/>
                    <a:pt x="268" y="148"/>
                    <a:pt x="268" y="148"/>
                  </a:cubicBezTo>
                  <a:cubicBezTo>
                    <a:pt x="253" y="146"/>
                    <a:pt x="253" y="146"/>
                    <a:pt x="253" y="146"/>
                  </a:cubicBezTo>
                  <a:cubicBezTo>
                    <a:pt x="253" y="142"/>
                    <a:pt x="253" y="142"/>
                    <a:pt x="253" y="142"/>
                  </a:cubicBezTo>
                  <a:cubicBezTo>
                    <a:pt x="252" y="126"/>
                    <a:pt x="252" y="126"/>
                    <a:pt x="252" y="126"/>
                  </a:cubicBezTo>
                  <a:cubicBezTo>
                    <a:pt x="242" y="97"/>
                    <a:pt x="234" y="79"/>
                    <a:pt x="228" y="73"/>
                  </a:cubicBezTo>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85" name="Freeform 34"/>
            <p:cNvSpPr/>
            <p:nvPr/>
          </p:nvSpPr>
          <p:spPr bwMode="auto">
            <a:xfrm>
              <a:off x="4301725" y="3971200"/>
              <a:ext cx="135373" cy="329818"/>
            </a:xfrm>
            <a:custGeom>
              <a:avLst/>
              <a:gdLst>
                <a:gd name="T0" fmla="*/ 69 w 91"/>
                <a:gd name="T1" fmla="*/ 0 h 221"/>
                <a:gd name="T2" fmla="*/ 21 w 91"/>
                <a:gd name="T3" fmla="*/ 60 h 221"/>
                <a:gd name="T4" fmla="*/ 0 w 91"/>
                <a:gd name="T5" fmla="*/ 94 h 221"/>
                <a:gd name="T6" fmla="*/ 5 w 91"/>
                <a:gd name="T7" fmla="*/ 132 h 221"/>
                <a:gd name="T8" fmla="*/ 5 w 91"/>
                <a:gd name="T9" fmla="*/ 133 h 221"/>
                <a:gd name="T10" fmla="*/ 1 w 91"/>
                <a:gd name="T11" fmla="*/ 159 h 221"/>
                <a:gd name="T12" fmla="*/ 3 w 91"/>
                <a:gd name="T13" fmla="*/ 174 h 221"/>
                <a:gd name="T14" fmla="*/ 32 w 91"/>
                <a:gd name="T15" fmla="*/ 193 h 221"/>
                <a:gd name="T16" fmla="*/ 32 w 91"/>
                <a:gd name="T17" fmla="*/ 193 h 221"/>
                <a:gd name="T18" fmla="*/ 33 w 91"/>
                <a:gd name="T19" fmla="*/ 195 h 221"/>
                <a:gd name="T20" fmla="*/ 44 w 91"/>
                <a:gd name="T21" fmla="*/ 213 h 221"/>
                <a:gd name="T22" fmla="*/ 53 w 91"/>
                <a:gd name="T23" fmla="*/ 221 h 221"/>
                <a:gd name="T24" fmla="*/ 57 w 91"/>
                <a:gd name="T25" fmla="*/ 175 h 221"/>
                <a:gd name="T26" fmla="*/ 57 w 91"/>
                <a:gd name="T27" fmla="*/ 174 h 221"/>
                <a:gd name="T28" fmla="*/ 77 w 91"/>
                <a:gd name="T29" fmla="*/ 126 h 221"/>
                <a:gd name="T30" fmla="*/ 84 w 91"/>
                <a:gd name="T31" fmla="*/ 69 h 221"/>
                <a:gd name="T32" fmla="*/ 84 w 91"/>
                <a:gd name="T33" fmla="*/ 68 h 221"/>
                <a:gd name="T34" fmla="*/ 85 w 91"/>
                <a:gd name="T35" fmla="*/ 67 h 221"/>
                <a:gd name="T36" fmla="*/ 91 w 91"/>
                <a:gd name="T37" fmla="*/ 52 h 221"/>
                <a:gd name="T38" fmla="*/ 86 w 91"/>
                <a:gd name="T39" fmla="*/ 39 h 221"/>
                <a:gd name="T40" fmla="*/ 86 w 91"/>
                <a:gd name="T41" fmla="*/ 38 h 221"/>
                <a:gd name="T42" fmla="*/ 86 w 91"/>
                <a:gd name="T43" fmla="*/ 38 h 221"/>
                <a:gd name="T44" fmla="*/ 84 w 91"/>
                <a:gd name="T45" fmla="*/ 20 h 221"/>
                <a:gd name="T46" fmla="*/ 85 w 91"/>
                <a:gd name="T47" fmla="*/ 20 h 221"/>
                <a:gd name="T48" fmla="*/ 86 w 91"/>
                <a:gd name="T49" fmla="*/ 19 h 221"/>
                <a:gd name="T50" fmla="*/ 89 w 91"/>
                <a:gd name="T51" fmla="*/ 15 h 221"/>
                <a:gd name="T52" fmla="*/ 91 w 91"/>
                <a:gd name="T53" fmla="*/ 10 h 221"/>
                <a:gd name="T54" fmla="*/ 69 w 91"/>
                <a:gd name="T55" fmla="*/ 0 h 2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91" h="221">
                  <a:moveTo>
                    <a:pt x="69" y="0"/>
                  </a:moveTo>
                  <a:cubicBezTo>
                    <a:pt x="47" y="16"/>
                    <a:pt x="31" y="36"/>
                    <a:pt x="21" y="60"/>
                  </a:cubicBezTo>
                  <a:cubicBezTo>
                    <a:pt x="12" y="81"/>
                    <a:pt x="5" y="91"/>
                    <a:pt x="0" y="94"/>
                  </a:cubicBezTo>
                  <a:cubicBezTo>
                    <a:pt x="5" y="132"/>
                    <a:pt x="5" y="132"/>
                    <a:pt x="5" y="132"/>
                  </a:cubicBezTo>
                  <a:cubicBezTo>
                    <a:pt x="5" y="133"/>
                    <a:pt x="5" y="133"/>
                    <a:pt x="5" y="133"/>
                  </a:cubicBezTo>
                  <a:cubicBezTo>
                    <a:pt x="1" y="159"/>
                    <a:pt x="1" y="159"/>
                    <a:pt x="1" y="159"/>
                  </a:cubicBezTo>
                  <a:cubicBezTo>
                    <a:pt x="0" y="167"/>
                    <a:pt x="1" y="173"/>
                    <a:pt x="3" y="174"/>
                  </a:cubicBezTo>
                  <a:cubicBezTo>
                    <a:pt x="32" y="193"/>
                    <a:pt x="32" y="193"/>
                    <a:pt x="32" y="193"/>
                  </a:cubicBezTo>
                  <a:cubicBezTo>
                    <a:pt x="32" y="193"/>
                    <a:pt x="32" y="193"/>
                    <a:pt x="32" y="193"/>
                  </a:cubicBezTo>
                  <a:cubicBezTo>
                    <a:pt x="33" y="195"/>
                    <a:pt x="33" y="195"/>
                    <a:pt x="33" y="195"/>
                  </a:cubicBezTo>
                  <a:cubicBezTo>
                    <a:pt x="35" y="201"/>
                    <a:pt x="39" y="207"/>
                    <a:pt x="44" y="213"/>
                  </a:cubicBezTo>
                  <a:cubicBezTo>
                    <a:pt x="47" y="218"/>
                    <a:pt x="50" y="220"/>
                    <a:pt x="53" y="221"/>
                  </a:cubicBezTo>
                  <a:cubicBezTo>
                    <a:pt x="57" y="175"/>
                    <a:pt x="57" y="175"/>
                    <a:pt x="57" y="175"/>
                  </a:cubicBezTo>
                  <a:cubicBezTo>
                    <a:pt x="57" y="174"/>
                    <a:pt x="57" y="174"/>
                    <a:pt x="57" y="174"/>
                  </a:cubicBezTo>
                  <a:cubicBezTo>
                    <a:pt x="77" y="126"/>
                    <a:pt x="77" y="126"/>
                    <a:pt x="77" y="126"/>
                  </a:cubicBezTo>
                  <a:cubicBezTo>
                    <a:pt x="84" y="69"/>
                    <a:pt x="84" y="69"/>
                    <a:pt x="84" y="69"/>
                  </a:cubicBezTo>
                  <a:cubicBezTo>
                    <a:pt x="84" y="68"/>
                    <a:pt x="84" y="68"/>
                    <a:pt x="84" y="68"/>
                  </a:cubicBezTo>
                  <a:cubicBezTo>
                    <a:pt x="85" y="67"/>
                    <a:pt x="85" y="67"/>
                    <a:pt x="85" y="67"/>
                  </a:cubicBezTo>
                  <a:cubicBezTo>
                    <a:pt x="91" y="52"/>
                    <a:pt x="91" y="52"/>
                    <a:pt x="91" y="52"/>
                  </a:cubicBezTo>
                  <a:cubicBezTo>
                    <a:pt x="86" y="39"/>
                    <a:pt x="86" y="39"/>
                    <a:pt x="86" y="39"/>
                  </a:cubicBezTo>
                  <a:cubicBezTo>
                    <a:pt x="86" y="38"/>
                    <a:pt x="86" y="38"/>
                    <a:pt x="86" y="38"/>
                  </a:cubicBezTo>
                  <a:cubicBezTo>
                    <a:pt x="86" y="38"/>
                    <a:pt x="86" y="38"/>
                    <a:pt x="86" y="38"/>
                  </a:cubicBezTo>
                  <a:cubicBezTo>
                    <a:pt x="84" y="20"/>
                    <a:pt x="84" y="20"/>
                    <a:pt x="84" y="20"/>
                  </a:cubicBezTo>
                  <a:cubicBezTo>
                    <a:pt x="85" y="20"/>
                    <a:pt x="85" y="20"/>
                    <a:pt x="85" y="20"/>
                  </a:cubicBezTo>
                  <a:cubicBezTo>
                    <a:pt x="86" y="19"/>
                    <a:pt x="86" y="19"/>
                    <a:pt x="86" y="19"/>
                  </a:cubicBezTo>
                  <a:cubicBezTo>
                    <a:pt x="89" y="15"/>
                    <a:pt x="89" y="15"/>
                    <a:pt x="89" y="15"/>
                  </a:cubicBezTo>
                  <a:cubicBezTo>
                    <a:pt x="91" y="10"/>
                    <a:pt x="91" y="10"/>
                    <a:pt x="91" y="10"/>
                  </a:cubicBezTo>
                  <a:lnTo>
                    <a:pt x="69" y="0"/>
                  </a:lnTo>
                  <a:close/>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86" name="Freeform 35"/>
            <p:cNvSpPr/>
            <p:nvPr/>
          </p:nvSpPr>
          <p:spPr bwMode="auto">
            <a:xfrm>
              <a:off x="2938148" y="3955201"/>
              <a:ext cx="642407" cy="492266"/>
            </a:xfrm>
            <a:custGeom>
              <a:avLst/>
              <a:gdLst>
                <a:gd name="T0" fmla="*/ 348 w 432"/>
                <a:gd name="T1" fmla="*/ 11 h 331"/>
                <a:gd name="T2" fmla="*/ 324 w 432"/>
                <a:gd name="T3" fmla="*/ 31 h 331"/>
                <a:gd name="T4" fmla="*/ 296 w 432"/>
                <a:gd name="T5" fmla="*/ 38 h 331"/>
                <a:gd name="T6" fmla="*/ 278 w 432"/>
                <a:gd name="T7" fmla="*/ 37 h 331"/>
                <a:gd name="T8" fmla="*/ 263 w 432"/>
                <a:gd name="T9" fmla="*/ 42 h 331"/>
                <a:gd name="T10" fmla="*/ 240 w 432"/>
                <a:gd name="T11" fmla="*/ 53 h 331"/>
                <a:gd name="T12" fmla="*/ 238 w 432"/>
                <a:gd name="T13" fmla="*/ 72 h 331"/>
                <a:gd name="T14" fmla="*/ 207 w 432"/>
                <a:gd name="T15" fmla="*/ 82 h 331"/>
                <a:gd name="T16" fmla="*/ 204 w 432"/>
                <a:gd name="T17" fmla="*/ 89 h 331"/>
                <a:gd name="T18" fmla="*/ 181 w 432"/>
                <a:gd name="T19" fmla="*/ 84 h 331"/>
                <a:gd name="T20" fmla="*/ 154 w 432"/>
                <a:gd name="T21" fmla="*/ 73 h 331"/>
                <a:gd name="T22" fmla="*/ 139 w 432"/>
                <a:gd name="T23" fmla="*/ 80 h 331"/>
                <a:gd name="T24" fmla="*/ 128 w 432"/>
                <a:gd name="T25" fmla="*/ 89 h 331"/>
                <a:gd name="T26" fmla="*/ 108 w 432"/>
                <a:gd name="T27" fmla="*/ 100 h 331"/>
                <a:gd name="T28" fmla="*/ 61 w 432"/>
                <a:gd name="T29" fmla="*/ 117 h 331"/>
                <a:gd name="T30" fmla="*/ 17 w 432"/>
                <a:gd name="T31" fmla="*/ 113 h 331"/>
                <a:gd name="T32" fmla="*/ 1 w 432"/>
                <a:gd name="T33" fmla="*/ 120 h 331"/>
                <a:gd name="T34" fmla="*/ 3 w 432"/>
                <a:gd name="T35" fmla="*/ 137 h 331"/>
                <a:gd name="T36" fmla="*/ 36 w 432"/>
                <a:gd name="T37" fmla="*/ 138 h 331"/>
                <a:gd name="T38" fmla="*/ 41 w 432"/>
                <a:gd name="T39" fmla="*/ 162 h 331"/>
                <a:gd name="T40" fmla="*/ 65 w 432"/>
                <a:gd name="T41" fmla="*/ 159 h 331"/>
                <a:gd name="T42" fmla="*/ 86 w 432"/>
                <a:gd name="T43" fmla="*/ 155 h 331"/>
                <a:gd name="T44" fmla="*/ 92 w 432"/>
                <a:gd name="T45" fmla="*/ 186 h 331"/>
                <a:gd name="T46" fmla="*/ 79 w 432"/>
                <a:gd name="T47" fmla="*/ 202 h 331"/>
                <a:gd name="T48" fmla="*/ 60 w 432"/>
                <a:gd name="T49" fmla="*/ 215 h 331"/>
                <a:gd name="T50" fmla="*/ 92 w 432"/>
                <a:gd name="T51" fmla="*/ 222 h 331"/>
                <a:gd name="T52" fmla="*/ 131 w 432"/>
                <a:gd name="T53" fmla="*/ 229 h 331"/>
                <a:gd name="T54" fmla="*/ 132 w 432"/>
                <a:gd name="T55" fmla="*/ 247 h 331"/>
                <a:gd name="T56" fmla="*/ 129 w 432"/>
                <a:gd name="T57" fmla="*/ 285 h 331"/>
                <a:gd name="T58" fmla="*/ 183 w 432"/>
                <a:gd name="T59" fmla="*/ 302 h 331"/>
                <a:gd name="T60" fmla="*/ 186 w 432"/>
                <a:gd name="T61" fmla="*/ 301 h 331"/>
                <a:gd name="T62" fmla="*/ 217 w 432"/>
                <a:gd name="T63" fmla="*/ 312 h 331"/>
                <a:gd name="T64" fmla="*/ 220 w 432"/>
                <a:gd name="T65" fmla="*/ 310 h 331"/>
                <a:gd name="T66" fmla="*/ 236 w 432"/>
                <a:gd name="T67" fmla="*/ 289 h 331"/>
                <a:gd name="T68" fmla="*/ 269 w 432"/>
                <a:gd name="T69" fmla="*/ 320 h 331"/>
                <a:gd name="T70" fmla="*/ 270 w 432"/>
                <a:gd name="T71" fmla="*/ 331 h 331"/>
                <a:gd name="T72" fmla="*/ 308 w 432"/>
                <a:gd name="T73" fmla="*/ 313 h 331"/>
                <a:gd name="T74" fmla="*/ 308 w 432"/>
                <a:gd name="T75" fmla="*/ 307 h 331"/>
                <a:gd name="T76" fmla="*/ 338 w 432"/>
                <a:gd name="T77" fmla="*/ 283 h 331"/>
                <a:gd name="T78" fmla="*/ 345 w 432"/>
                <a:gd name="T79" fmla="*/ 264 h 331"/>
                <a:gd name="T80" fmla="*/ 354 w 432"/>
                <a:gd name="T81" fmla="*/ 249 h 331"/>
                <a:gd name="T82" fmla="*/ 357 w 432"/>
                <a:gd name="T83" fmla="*/ 238 h 331"/>
                <a:gd name="T84" fmla="*/ 358 w 432"/>
                <a:gd name="T85" fmla="*/ 237 h 331"/>
                <a:gd name="T86" fmla="*/ 393 w 432"/>
                <a:gd name="T87" fmla="*/ 198 h 331"/>
                <a:gd name="T88" fmla="*/ 412 w 432"/>
                <a:gd name="T89" fmla="*/ 156 h 331"/>
                <a:gd name="T90" fmla="*/ 427 w 432"/>
                <a:gd name="T91" fmla="*/ 136 h 331"/>
                <a:gd name="T92" fmla="*/ 428 w 432"/>
                <a:gd name="T93" fmla="*/ 116 h 331"/>
                <a:gd name="T94" fmla="*/ 427 w 432"/>
                <a:gd name="T95" fmla="*/ 104 h 331"/>
                <a:gd name="T96" fmla="*/ 391 w 432"/>
                <a:gd name="T97" fmla="*/ 106 h 331"/>
                <a:gd name="T98" fmla="*/ 381 w 432"/>
                <a:gd name="T99" fmla="*/ 89 h 331"/>
                <a:gd name="T100" fmla="*/ 363 w 432"/>
                <a:gd name="T101" fmla="*/ 88 h 331"/>
                <a:gd name="T102" fmla="*/ 383 w 432"/>
                <a:gd name="T103" fmla="*/ 51 h 331"/>
                <a:gd name="T104" fmla="*/ 381 w 432"/>
                <a:gd name="T105" fmla="*/ 25 h 331"/>
                <a:gd name="T106" fmla="*/ 375 w 432"/>
                <a:gd name="T107" fmla="*/ 0 h 331"/>
                <a:gd name="T108" fmla="*/ 358 w 432"/>
                <a:gd name="T109" fmla="*/ 9 h 3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432" h="331">
                  <a:moveTo>
                    <a:pt x="346" y="9"/>
                  </a:moveTo>
                  <a:cubicBezTo>
                    <a:pt x="347" y="9"/>
                    <a:pt x="347" y="9"/>
                    <a:pt x="347" y="9"/>
                  </a:cubicBezTo>
                  <a:cubicBezTo>
                    <a:pt x="348" y="11"/>
                    <a:pt x="348" y="11"/>
                    <a:pt x="348" y="11"/>
                  </a:cubicBezTo>
                  <a:cubicBezTo>
                    <a:pt x="339" y="24"/>
                    <a:pt x="339" y="24"/>
                    <a:pt x="339" y="24"/>
                  </a:cubicBezTo>
                  <a:cubicBezTo>
                    <a:pt x="336" y="29"/>
                    <a:pt x="331" y="31"/>
                    <a:pt x="325" y="31"/>
                  </a:cubicBezTo>
                  <a:cubicBezTo>
                    <a:pt x="324" y="31"/>
                    <a:pt x="324" y="31"/>
                    <a:pt x="324" y="31"/>
                  </a:cubicBezTo>
                  <a:cubicBezTo>
                    <a:pt x="317" y="27"/>
                    <a:pt x="317" y="27"/>
                    <a:pt x="317" y="27"/>
                  </a:cubicBezTo>
                  <a:cubicBezTo>
                    <a:pt x="310" y="28"/>
                    <a:pt x="310" y="28"/>
                    <a:pt x="310" y="28"/>
                  </a:cubicBezTo>
                  <a:cubicBezTo>
                    <a:pt x="296" y="38"/>
                    <a:pt x="296" y="38"/>
                    <a:pt x="296" y="38"/>
                  </a:cubicBezTo>
                  <a:cubicBezTo>
                    <a:pt x="293" y="40"/>
                    <a:pt x="289" y="36"/>
                    <a:pt x="283" y="28"/>
                  </a:cubicBezTo>
                  <a:cubicBezTo>
                    <a:pt x="278" y="37"/>
                    <a:pt x="278" y="37"/>
                    <a:pt x="278" y="37"/>
                  </a:cubicBezTo>
                  <a:cubicBezTo>
                    <a:pt x="278" y="37"/>
                    <a:pt x="278" y="37"/>
                    <a:pt x="278" y="37"/>
                  </a:cubicBezTo>
                  <a:cubicBezTo>
                    <a:pt x="277" y="38"/>
                    <a:pt x="277" y="38"/>
                    <a:pt x="277" y="38"/>
                  </a:cubicBezTo>
                  <a:cubicBezTo>
                    <a:pt x="272" y="42"/>
                    <a:pt x="272" y="42"/>
                    <a:pt x="272" y="42"/>
                  </a:cubicBezTo>
                  <a:cubicBezTo>
                    <a:pt x="263" y="42"/>
                    <a:pt x="263" y="42"/>
                    <a:pt x="263" y="42"/>
                  </a:cubicBezTo>
                  <a:cubicBezTo>
                    <a:pt x="254" y="45"/>
                    <a:pt x="254" y="45"/>
                    <a:pt x="254" y="45"/>
                  </a:cubicBezTo>
                  <a:cubicBezTo>
                    <a:pt x="243" y="53"/>
                    <a:pt x="243" y="53"/>
                    <a:pt x="243" y="53"/>
                  </a:cubicBezTo>
                  <a:cubicBezTo>
                    <a:pt x="240" y="53"/>
                    <a:pt x="240" y="53"/>
                    <a:pt x="240" y="53"/>
                  </a:cubicBezTo>
                  <a:cubicBezTo>
                    <a:pt x="236" y="56"/>
                    <a:pt x="236" y="56"/>
                    <a:pt x="236" y="56"/>
                  </a:cubicBezTo>
                  <a:cubicBezTo>
                    <a:pt x="232" y="60"/>
                    <a:pt x="231" y="62"/>
                    <a:pt x="233" y="65"/>
                  </a:cubicBezTo>
                  <a:cubicBezTo>
                    <a:pt x="238" y="72"/>
                    <a:pt x="238" y="72"/>
                    <a:pt x="238" y="72"/>
                  </a:cubicBezTo>
                  <a:cubicBezTo>
                    <a:pt x="219" y="70"/>
                    <a:pt x="219" y="70"/>
                    <a:pt x="219" y="70"/>
                  </a:cubicBezTo>
                  <a:cubicBezTo>
                    <a:pt x="208" y="78"/>
                    <a:pt x="208" y="78"/>
                    <a:pt x="208" y="78"/>
                  </a:cubicBezTo>
                  <a:cubicBezTo>
                    <a:pt x="207" y="82"/>
                    <a:pt x="207" y="82"/>
                    <a:pt x="207" y="82"/>
                  </a:cubicBezTo>
                  <a:cubicBezTo>
                    <a:pt x="207" y="82"/>
                    <a:pt x="207" y="82"/>
                    <a:pt x="207" y="82"/>
                  </a:cubicBezTo>
                  <a:cubicBezTo>
                    <a:pt x="205" y="88"/>
                    <a:pt x="205" y="88"/>
                    <a:pt x="205" y="88"/>
                  </a:cubicBezTo>
                  <a:cubicBezTo>
                    <a:pt x="204" y="89"/>
                    <a:pt x="204" y="89"/>
                    <a:pt x="204" y="89"/>
                  </a:cubicBezTo>
                  <a:cubicBezTo>
                    <a:pt x="203" y="89"/>
                    <a:pt x="203" y="89"/>
                    <a:pt x="203" y="89"/>
                  </a:cubicBezTo>
                  <a:cubicBezTo>
                    <a:pt x="194" y="89"/>
                    <a:pt x="194" y="89"/>
                    <a:pt x="194" y="89"/>
                  </a:cubicBezTo>
                  <a:cubicBezTo>
                    <a:pt x="181" y="84"/>
                    <a:pt x="181" y="84"/>
                    <a:pt x="181" y="84"/>
                  </a:cubicBezTo>
                  <a:cubicBezTo>
                    <a:pt x="177" y="84"/>
                    <a:pt x="177" y="84"/>
                    <a:pt x="177" y="84"/>
                  </a:cubicBezTo>
                  <a:cubicBezTo>
                    <a:pt x="167" y="85"/>
                    <a:pt x="167" y="85"/>
                    <a:pt x="167" y="85"/>
                  </a:cubicBezTo>
                  <a:cubicBezTo>
                    <a:pt x="163" y="85"/>
                    <a:pt x="159" y="80"/>
                    <a:pt x="154" y="73"/>
                  </a:cubicBezTo>
                  <a:cubicBezTo>
                    <a:pt x="146" y="69"/>
                    <a:pt x="146" y="69"/>
                    <a:pt x="146" y="69"/>
                  </a:cubicBezTo>
                  <a:cubicBezTo>
                    <a:pt x="139" y="80"/>
                    <a:pt x="139" y="80"/>
                    <a:pt x="139" y="80"/>
                  </a:cubicBezTo>
                  <a:cubicBezTo>
                    <a:pt x="139" y="80"/>
                    <a:pt x="139" y="80"/>
                    <a:pt x="139" y="80"/>
                  </a:cubicBezTo>
                  <a:cubicBezTo>
                    <a:pt x="129" y="88"/>
                    <a:pt x="129" y="88"/>
                    <a:pt x="129" y="88"/>
                  </a:cubicBezTo>
                  <a:cubicBezTo>
                    <a:pt x="128" y="88"/>
                    <a:pt x="128" y="88"/>
                    <a:pt x="128" y="88"/>
                  </a:cubicBezTo>
                  <a:cubicBezTo>
                    <a:pt x="128" y="89"/>
                    <a:pt x="128" y="89"/>
                    <a:pt x="128" y="89"/>
                  </a:cubicBezTo>
                  <a:cubicBezTo>
                    <a:pt x="127" y="89"/>
                    <a:pt x="127" y="89"/>
                    <a:pt x="127" y="89"/>
                  </a:cubicBezTo>
                  <a:cubicBezTo>
                    <a:pt x="119" y="91"/>
                    <a:pt x="119" y="91"/>
                    <a:pt x="119" y="91"/>
                  </a:cubicBezTo>
                  <a:cubicBezTo>
                    <a:pt x="108" y="100"/>
                    <a:pt x="108" y="100"/>
                    <a:pt x="108" y="100"/>
                  </a:cubicBezTo>
                  <a:cubicBezTo>
                    <a:pt x="96" y="106"/>
                    <a:pt x="96" y="106"/>
                    <a:pt x="96" y="106"/>
                  </a:cubicBezTo>
                  <a:cubicBezTo>
                    <a:pt x="88" y="117"/>
                    <a:pt x="88" y="117"/>
                    <a:pt x="88" y="117"/>
                  </a:cubicBezTo>
                  <a:cubicBezTo>
                    <a:pt x="61" y="117"/>
                    <a:pt x="61" y="117"/>
                    <a:pt x="61" y="117"/>
                  </a:cubicBezTo>
                  <a:cubicBezTo>
                    <a:pt x="39" y="109"/>
                    <a:pt x="39" y="109"/>
                    <a:pt x="39" y="109"/>
                  </a:cubicBezTo>
                  <a:cubicBezTo>
                    <a:pt x="27" y="107"/>
                    <a:pt x="27" y="107"/>
                    <a:pt x="27" y="107"/>
                  </a:cubicBezTo>
                  <a:cubicBezTo>
                    <a:pt x="17" y="113"/>
                    <a:pt x="17" y="113"/>
                    <a:pt x="17" y="113"/>
                  </a:cubicBezTo>
                  <a:cubicBezTo>
                    <a:pt x="16" y="113"/>
                    <a:pt x="16" y="113"/>
                    <a:pt x="16" y="113"/>
                  </a:cubicBezTo>
                  <a:cubicBezTo>
                    <a:pt x="10" y="115"/>
                    <a:pt x="10" y="115"/>
                    <a:pt x="10" y="115"/>
                  </a:cubicBezTo>
                  <a:cubicBezTo>
                    <a:pt x="6" y="117"/>
                    <a:pt x="3" y="119"/>
                    <a:pt x="1" y="120"/>
                  </a:cubicBezTo>
                  <a:cubicBezTo>
                    <a:pt x="0" y="123"/>
                    <a:pt x="0" y="123"/>
                    <a:pt x="0" y="123"/>
                  </a:cubicBezTo>
                  <a:cubicBezTo>
                    <a:pt x="0" y="131"/>
                    <a:pt x="0" y="131"/>
                    <a:pt x="0" y="131"/>
                  </a:cubicBezTo>
                  <a:cubicBezTo>
                    <a:pt x="3" y="137"/>
                    <a:pt x="3" y="137"/>
                    <a:pt x="3" y="137"/>
                  </a:cubicBezTo>
                  <a:cubicBezTo>
                    <a:pt x="20" y="131"/>
                    <a:pt x="20" y="131"/>
                    <a:pt x="20" y="131"/>
                  </a:cubicBezTo>
                  <a:cubicBezTo>
                    <a:pt x="23" y="131"/>
                    <a:pt x="28" y="133"/>
                    <a:pt x="34" y="137"/>
                  </a:cubicBezTo>
                  <a:cubicBezTo>
                    <a:pt x="36" y="138"/>
                    <a:pt x="36" y="138"/>
                    <a:pt x="36" y="138"/>
                  </a:cubicBezTo>
                  <a:cubicBezTo>
                    <a:pt x="36" y="138"/>
                    <a:pt x="36" y="138"/>
                    <a:pt x="36" y="138"/>
                  </a:cubicBezTo>
                  <a:cubicBezTo>
                    <a:pt x="37" y="162"/>
                    <a:pt x="37" y="162"/>
                    <a:pt x="37" y="162"/>
                  </a:cubicBezTo>
                  <a:cubicBezTo>
                    <a:pt x="41" y="162"/>
                    <a:pt x="41" y="162"/>
                    <a:pt x="41" y="162"/>
                  </a:cubicBezTo>
                  <a:cubicBezTo>
                    <a:pt x="55" y="162"/>
                    <a:pt x="55" y="162"/>
                    <a:pt x="55" y="162"/>
                  </a:cubicBezTo>
                  <a:cubicBezTo>
                    <a:pt x="64" y="160"/>
                    <a:pt x="64" y="160"/>
                    <a:pt x="64" y="160"/>
                  </a:cubicBezTo>
                  <a:cubicBezTo>
                    <a:pt x="65" y="159"/>
                    <a:pt x="65" y="159"/>
                    <a:pt x="65" y="159"/>
                  </a:cubicBezTo>
                  <a:cubicBezTo>
                    <a:pt x="71" y="156"/>
                    <a:pt x="76" y="154"/>
                    <a:pt x="82" y="153"/>
                  </a:cubicBezTo>
                  <a:cubicBezTo>
                    <a:pt x="85" y="153"/>
                    <a:pt x="85" y="153"/>
                    <a:pt x="85" y="153"/>
                  </a:cubicBezTo>
                  <a:cubicBezTo>
                    <a:pt x="86" y="155"/>
                    <a:pt x="86" y="155"/>
                    <a:pt x="86" y="155"/>
                  </a:cubicBezTo>
                  <a:cubicBezTo>
                    <a:pt x="90" y="163"/>
                    <a:pt x="90" y="163"/>
                    <a:pt x="90" y="163"/>
                  </a:cubicBezTo>
                  <a:cubicBezTo>
                    <a:pt x="90" y="164"/>
                    <a:pt x="90" y="164"/>
                    <a:pt x="90" y="164"/>
                  </a:cubicBezTo>
                  <a:cubicBezTo>
                    <a:pt x="92" y="186"/>
                    <a:pt x="92" y="186"/>
                    <a:pt x="92" y="186"/>
                  </a:cubicBezTo>
                  <a:cubicBezTo>
                    <a:pt x="92" y="189"/>
                    <a:pt x="92" y="189"/>
                    <a:pt x="92" y="189"/>
                  </a:cubicBezTo>
                  <a:cubicBezTo>
                    <a:pt x="80" y="202"/>
                    <a:pt x="80" y="202"/>
                    <a:pt x="80" y="202"/>
                  </a:cubicBezTo>
                  <a:cubicBezTo>
                    <a:pt x="79" y="202"/>
                    <a:pt x="79" y="202"/>
                    <a:pt x="79" y="202"/>
                  </a:cubicBezTo>
                  <a:cubicBezTo>
                    <a:pt x="79" y="202"/>
                    <a:pt x="79" y="202"/>
                    <a:pt x="79" y="202"/>
                  </a:cubicBezTo>
                  <a:cubicBezTo>
                    <a:pt x="65" y="209"/>
                    <a:pt x="65" y="209"/>
                    <a:pt x="65" y="209"/>
                  </a:cubicBezTo>
                  <a:cubicBezTo>
                    <a:pt x="60" y="215"/>
                    <a:pt x="60" y="215"/>
                    <a:pt x="60" y="215"/>
                  </a:cubicBezTo>
                  <a:cubicBezTo>
                    <a:pt x="62" y="219"/>
                    <a:pt x="62" y="219"/>
                    <a:pt x="62" y="219"/>
                  </a:cubicBezTo>
                  <a:cubicBezTo>
                    <a:pt x="92" y="222"/>
                    <a:pt x="92" y="222"/>
                    <a:pt x="92" y="222"/>
                  </a:cubicBezTo>
                  <a:cubicBezTo>
                    <a:pt x="92" y="222"/>
                    <a:pt x="92" y="222"/>
                    <a:pt x="92" y="222"/>
                  </a:cubicBezTo>
                  <a:cubicBezTo>
                    <a:pt x="93" y="223"/>
                    <a:pt x="93" y="223"/>
                    <a:pt x="93" y="223"/>
                  </a:cubicBezTo>
                  <a:cubicBezTo>
                    <a:pt x="105" y="230"/>
                    <a:pt x="105" y="230"/>
                    <a:pt x="105" y="230"/>
                  </a:cubicBezTo>
                  <a:cubicBezTo>
                    <a:pt x="131" y="229"/>
                    <a:pt x="131" y="229"/>
                    <a:pt x="131" y="229"/>
                  </a:cubicBezTo>
                  <a:cubicBezTo>
                    <a:pt x="131" y="233"/>
                    <a:pt x="131" y="233"/>
                    <a:pt x="131" y="233"/>
                  </a:cubicBezTo>
                  <a:cubicBezTo>
                    <a:pt x="132" y="246"/>
                    <a:pt x="132" y="246"/>
                    <a:pt x="132" y="246"/>
                  </a:cubicBezTo>
                  <a:cubicBezTo>
                    <a:pt x="132" y="247"/>
                    <a:pt x="132" y="247"/>
                    <a:pt x="132" y="247"/>
                  </a:cubicBezTo>
                  <a:cubicBezTo>
                    <a:pt x="133" y="247"/>
                    <a:pt x="133" y="247"/>
                    <a:pt x="133" y="247"/>
                  </a:cubicBezTo>
                  <a:cubicBezTo>
                    <a:pt x="121" y="259"/>
                    <a:pt x="121" y="259"/>
                    <a:pt x="121" y="259"/>
                  </a:cubicBezTo>
                  <a:cubicBezTo>
                    <a:pt x="120" y="274"/>
                    <a:pt x="123" y="283"/>
                    <a:pt x="129" y="285"/>
                  </a:cubicBezTo>
                  <a:cubicBezTo>
                    <a:pt x="151" y="297"/>
                    <a:pt x="151" y="297"/>
                    <a:pt x="151" y="297"/>
                  </a:cubicBezTo>
                  <a:cubicBezTo>
                    <a:pt x="168" y="309"/>
                    <a:pt x="168" y="309"/>
                    <a:pt x="168" y="309"/>
                  </a:cubicBezTo>
                  <a:cubicBezTo>
                    <a:pt x="183" y="302"/>
                    <a:pt x="183" y="302"/>
                    <a:pt x="183" y="302"/>
                  </a:cubicBezTo>
                  <a:cubicBezTo>
                    <a:pt x="184" y="301"/>
                    <a:pt x="184" y="301"/>
                    <a:pt x="184" y="301"/>
                  </a:cubicBezTo>
                  <a:cubicBezTo>
                    <a:pt x="185" y="300"/>
                    <a:pt x="185" y="300"/>
                    <a:pt x="185" y="300"/>
                  </a:cubicBezTo>
                  <a:cubicBezTo>
                    <a:pt x="186" y="301"/>
                    <a:pt x="186" y="301"/>
                    <a:pt x="186" y="301"/>
                  </a:cubicBezTo>
                  <a:cubicBezTo>
                    <a:pt x="208" y="317"/>
                    <a:pt x="208" y="317"/>
                    <a:pt x="208" y="317"/>
                  </a:cubicBezTo>
                  <a:cubicBezTo>
                    <a:pt x="212" y="319"/>
                    <a:pt x="212" y="319"/>
                    <a:pt x="212" y="319"/>
                  </a:cubicBezTo>
                  <a:cubicBezTo>
                    <a:pt x="217" y="312"/>
                    <a:pt x="217" y="312"/>
                    <a:pt x="217" y="312"/>
                  </a:cubicBezTo>
                  <a:cubicBezTo>
                    <a:pt x="219" y="311"/>
                    <a:pt x="219" y="311"/>
                    <a:pt x="219" y="311"/>
                  </a:cubicBezTo>
                  <a:cubicBezTo>
                    <a:pt x="219" y="310"/>
                    <a:pt x="219" y="310"/>
                    <a:pt x="219" y="310"/>
                  </a:cubicBezTo>
                  <a:cubicBezTo>
                    <a:pt x="220" y="310"/>
                    <a:pt x="220" y="310"/>
                    <a:pt x="220" y="310"/>
                  </a:cubicBezTo>
                  <a:cubicBezTo>
                    <a:pt x="221" y="310"/>
                    <a:pt x="221" y="310"/>
                    <a:pt x="221" y="310"/>
                  </a:cubicBezTo>
                  <a:cubicBezTo>
                    <a:pt x="234" y="312"/>
                    <a:pt x="234" y="312"/>
                    <a:pt x="234" y="312"/>
                  </a:cubicBezTo>
                  <a:cubicBezTo>
                    <a:pt x="236" y="289"/>
                    <a:pt x="236" y="289"/>
                    <a:pt x="236" y="289"/>
                  </a:cubicBezTo>
                  <a:cubicBezTo>
                    <a:pt x="253" y="319"/>
                    <a:pt x="253" y="319"/>
                    <a:pt x="253" y="319"/>
                  </a:cubicBezTo>
                  <a:cubicBezTo>
                    <a:pt x="267" y="320"/>
                    <a:pt x="267" y="320"/>
                    <a:pt x="267" y="320"/>
                  </a:cubicBezTo>
                  <a:cubicBezTo>
                    <a:pt x="269" y="320"/>
                    <a:pt x="269" y="320"/>
                    <a:pt x="269" y="320"/>
                  </a:cubicBezTo>
                  <a:cubicBezTo>
                    <a:pt x="270" y="320"/>
                    <a:pt x="270" y="320"/>
                    <a:pt x="270" y="320"/>
                  </a:cubicBezTo>
                  <a:cubicBezTo>
                    <a:pt x="270" y="322"/>
                    <a:pt x="270" y="322"/>
                    <a:pt x="270" y="322"/>
                  </a:cubicBezTo>
                  <a:cubicBezTo>
                    <a:pt x="270" y="331"/>
                    <a:pt x="270" y="331"/>
                    <a:pt x="270" y="331"/>
                  </a:cubicBezTo>
                  <a:cubicBezTo>
                    <a:pt x="276" y="329"/>
                    <a:pt x="276" y="329"/>
                    <a:pt x="276" y="329"/>
                  </a:cubicBezTo>
                  <a:cubicBezTo>
                    <a:pt x="298" y="299"/>
                    <a:pt x="298" y="299"/>
                    <a:pt x="298" y="299"/>
                  </a:cubicBezTo>
                  <a:cubicBezTo>
                    <a:pt x="308" y="313"/>
                    <a:pt x="308" y="313"/>
                    <a:pt x="308" y="313"/>
                  </a:cubicBezTo>
                  <a:cubicBezTo>
                    <a:pt x="308" y="309"/>
                    <a:pt x="308" y="309"/>
                    <a:pt x="308" y="309"/>
                  </a:cubicBezTo>
                  <a:cubicBezTo>
                    <a:pt x="308" y="308"/>
                    <a:pt x="308" y="308"/>
                    <a:pt x="308" y="308"/>
                  </a:cubicBezTo>
                  <a:cubicBezTo>
                    <a:pt x="308" y="307"/>
                    <a:pt x="308" y="307"/>
                    <a:pt x="308" y="307"/>
                  </a:cubicBezTo>
                  <a:cubicBezTo>
                    <a:pt x="315" y="293"/>
                    <a:pt x="315" y="293"/>
                    <a:pt x="315" y="293"/>
                  </a:cubicBezTo>
                  <a:cubicBezTo>
                    <a:pt x="321" y="283"/>
                    <a:pt x="321" y="283"/>
                    <a:pt x="321" y="283"/>
                  </a:cubicBezTo>
                  <a:cubicBezTo>
                    <a:pt x="338" y="283"/>
                    <a:pt x="338" y="283"/>
                    <a:pt x="338" y="283"/>
                  </a:cubicBezTo>
                  <a:cubicBezTo>
                    <a:pt x="341" y="264"/>
                    <a:pt x="341" y="264"/>
                    <a:pt x="341" y="264"/>
                  </a:cubicBezTo>
                  <a:cubicBezTo>
                    <a:pt x="343" y="264"/>
                    <a:pt x="343" y="264"/>
                    <a:pt x="343" y="264"/>
                  </a:cubicBezTo>
                  <a:cubicBezTo>
                    <a:pt x="345" y="264"/>
                    <a:pt x="345" y="264"/>
                    <a:pt x="345" y="264"/>
                  </a:cubicBezTo>
                  <a:cubicBezTo>
                    <a:pt x="358" y="266"/>
                    <a:pt x="358" y="266"/>
                    <a:pt x="358" y="266"/>
                  </a:cubicBezTo>
                  <a:cubicBezTo>
                    <a:pt x="359" y="260"/>
                    <a:pt x="359" y="260"/>
                    <a:pt x="359" y="260"/>
                  </a:cubicBezTo>
                  <a:cubicBezTo>
                    <a:pt x="354" y="249"/>
                    <a:pt x="354" y="249"/>
                    <a:pt x="354" y="249"/>
                  </a:cubicBezTo>
                  <a:cubicBezTo>
                    <a:pt x="354" y="247"/>
                    <a:pt x="354" y="247"/>
                    <a:pt x="354" y="247"/>
                  </a:cubicBezTo>
                  <a:cubicBezTo>
                    <a:pt x="357" y="240"/>
                    <a:pt x="357" y="240"/>
                    <a:pt x="357" y="240"/>
                  </a:cubicBezTo>
                  <a:cubicBezTo>
                    <a:pt x="357" y="238"/>
                    <a:pt x="357" y="238"/>
                    <a:pt x="357" y="238"/>
                  </a:cubicBezTo>
                  <a:cubicBezTo>
                    <a:pt x="358" y="238"/>
                    <a:pt x="358" y="238"/>
                    <a:pt x="358" y="238"/>
                  </a:cubicBezTo>
                  <a:cubicBezTo>
                    <a:pt x="358" y="238"/>
                    <a:pt x="358" y="238"/>
                    <a:pt x="358" y="238"/>
                  </a:cubicBezTo>
                  <a:cubicBezTo>
                    <a:pt x="358" y="237"/>
                    <a:pt x="358" y="237"/>
                    <a:pt x="358" y="237"/>
                  </a:cubicBezTo>
                  <a:cubicBezTo>
                    <a:pt x="394" y="218"/>
                    <a:pt x="394" y="218"/>
                    <a:pt x="394" y="218"/>
                  </a:cubicBezTo>
                  <a:cubicBezTo>
                    <a:pt x="393" y="199"/>
                    <a:pt x="393" y="199"/>
                    <a:pt x="393" y="199"/>
                  </a:cubicBezTo>
                  <a:cubicBezTo>
                    <a:pt x="393" y="198"/>
                    <a:pt x="393" y="198"/>
                    <a:pt x="393" y="198"/>
                  </a:cubicBezTo>
                  <a:cubicBezTo>
                    <a:pt x="400" y="184"/>
                    <a:pt x="400" y="184"/>
                    <a:pt x="400" y="184"/>
                  </a:cubicBezTo>
                  <a:cubicBezTo>
                    <a:pt x="401" y="182"/>
                    <a:pt x="401" y="182"/>
                    <a:pt x="401" y="182"/>
                  </a:cubicBezTo>
                  <a:cubicBezTo>
                    <a:pt x="412" y="156"/>
                    <a:pt x="412" y="156"/>
                    <a:pt x="412" y="156"/>
                  </a:cubicBezTo>
                  <a:cubicBezTo>
                    <a:pt x="413" y="155"/>
                    <a:pt x="413" y="155"/>
                    <a:pt x="413" y="155"/>
                  </a:cubicBezTo>
                  <a:cubicBezTo>
                    <a:pt x="422" y="146"/>
                    <a:pt x="422" y="146"/>
                    <a:pt x="422" y="146"/>
                  </a:cubicBezTo>
                  <a:cubicBezTo>
                    <a:pt x="427" y="136"/>
                    <a:pt x="427" y="136"/>
                    <a:pt x="427" y="136"/>
                  </a:cubicBezTo>
                  <a:cubicBezTo>
                    <a:pt x="427" y="135"/>
                    <a:pt x="427" y="135"/>
                    <a:pt x="427" y="135"/>
                  </a:cubicBezTo>
                  <a:cubicBezTo>
                    <a:pt x="432" y="126"/>
                    <a:pt x="432" y="126"/>
                    <a:pt x="432" y="126"/>
                  </a:cubicBezTo>
                  <a:cubicBezTo>
                    <a:pt x="428" y="116"/>
                    <a:pt x="428" y="116"/>
                    <a:pt x="428" y="116"/>
                  </a:cubicBezTo>
                  <a:cubicBezTo>
                    <a:pt x="428" y="115"/>
                    <a:pt x="428" y="115"/>
                    <a:pt x="428" y="115"/>
                  </a:cubicBezTo>
                  <a:cubicBezTo>
                    <a:pt x="427" y="115"/>
                    <a:pt x="427" y="115"/>
                    <a:pt x="427" y="115"/>
                  </a:cubicBezTo>
                  <a:cubicBezTo>
                    <a:pt x="427" y="104"/>
                    <a:pt x="427" y="104"/>
                    <a:pt x="427" y="104"/>
                  </a:cubicBezTo>
                  <a:cubicBezTo>
                    <a:pt x="422" y="104"/>
                    <a:pt x="422" y="104"/>
                    <a:pt x="422" y="104"/>
                  </a:cubicBezTo>
                  <a:cubicBezTo>
                    <a:pt x="412" y="109"/>
                    <a:pt x="412" y="109"/>
                    <a:pt x="412" y="109"/>
                  </a:cubicBezTo>
                  <a:cubicBezTo>
                    <a:pt x="407" y="113"/>
                    <a:pt x="400" y="111"/>
                    <a:pt x="391" y="106"/>
                  </a:cubicBezTo>
                  <a:cubicBezTo>
                    <a:pt x="387" y="103"/>
                    <a:pt x="387" y="96"/>
                    <a:pt x="390" y="86"/>
                  </a:cubicBezTo>
                  <a:cubicBezTo>
                    <a:pt x="384" y="85"/>
                    <a:pt x="384" y="85"/>
                    <a:pt x="384" y="85"/>
                  </a:cubicBezTo>
                  <a:cubicBezTo>
                    <a:pt x="381" y="89"/>
                    <a:pt x="381" y="89"/>
                    <a:pt x="381" y="89"/>
                  </a:cubicBezTo>
                  <a:cubicBezTo>
                    <a:pt x="375" y="95"/>
                    <a:pt x="370" y="100"/>
                    <a:pt x="369" y="100"/>
                  </a:cubicBezTo>
                  <a:cubicBezTo>
                    <a:pt x="367" y="100"/>
                    <a:pt x="367" y="100"/>
                    <a:pt x="365" y="99"/>
                  </a:cubicBezTo>
                  <a:cubicBezTo>
                    <a:pt x="365" y="97"/>
                    <a:pt x="363" y="93"/>
                    <a:pt x="363" y="88"/>
                  </a:cubicBezTo>
                  <a:cubicBezTo>
                    <a:pt x="363" y="82"/>
                    <a:pt x="363" y="78"/>
                    <a:pt x="365" y="76"/>
                  </a:cubicBezTo>
                  <a:cubicBezTo>
                    <a:pt x="367" y="74"/>
                    <a:pt x="368" y="73"/>
                    <a:pt x="370" y="75"/>
                  </a:cubicBezTo>
                  <a:cubicBezTo>
                    <a:pt x="383" y="51"/>
                    <a:pt x="383" y="51"/>
                    <a:pt x="383" y="51"/>
                  </a:cubicBezTo>
                  <a:cubicBezTo>
                    <a:pt x="386" y="42"/>
                    <a:pt x="386" y="42"/>
                    <a:pt x="386" y="42"/>
                  </a:cubicBezTo>
                  <a:cubicBezTo>
                    <a:pt x="388" y="31"/>
                    <a:pt x="388" y="31"/>
                    <a:pt x="388" y="31"/>
                  </a:cubicBezTo>
                  <a:cubicBezTo>
                    <a:pt x="381" y="25"/>
                    <a:pt x="381" y="25"/>
                    <a:pt x="381" y="25"/>
                  </a:cubicBezTo>
                  <a:cubicBezTo>
                    <a:pt x="378" y="23"/>
                    <a:pt x="378" y="18"/>
                    <a:pt x="379" y="11"/>
                  </a:cubicBezTo>
                  <a:cubicBezTo>
                    <a:pt x="379" y="7"/>
                    <a:pt x="379" y="7"/>
                    <a:pt x="379" y="7"/>
                  </a:cubicBezTo>
                  <a:cubicBezTo>
                    <a:pt x="379" y="5"/>
                    <a:pt x="378" y="2"/>
                    <a:pt x="375" y="0"/>
                  </a:cubicBezTo>
                  <a:cubicBezTo>
                    <a:pt x="374" y="0"/>
                    <a:pt x="374" y="0"/>
                    <a:pt x="374" y="0"/>
                  </a:cubicBezTo>
                  <a:cubicBezTo>
                    <a:pt x="373" y="2"/>
                    <a:pt x="373" y="2"/>
                    <a:pt x="373" y="2"/>
                  </a:cubicBezTo>
                  <a:cubicBezTo>
                    <a:pt x="371" y="8"/>
                    <a:pt x="366" y="11"/>
                    <a:pt x="358" y="9"/>
                  </a:cubicBezTo>
                  <a:cubicBezTo>
                    <a:pt x="355" y="7"/>
                    <a:pt x="351" y="7"/>
                    <a:pt x="346" y="9"/>
                  </a:cubicBezTo>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87" name="Freeform 36"/>
            <p:cNvSpPr/>
            <p:nvPr/>
          </p:nvSpPr>
          <p:spPr bwMode="auto">
            <a:xfrm>
              <a:off x="3402108" y="4021657"/>
              <a:ext cx="649791" cy="518111"/>
            </a:xfrm>
            <a:custGeom>
              <a:avLst/>
              <a:gdLst>
                <a:gd name="T0" fmla="*/ 422 w 437"/>
                <a:gd name="T1" fmla="*/ 112 h 348"/>
                <a:gd name="T2" fmla="*/ 437 w 437"/>
                <a:gd name="T3" fmla="*/ 109 h 348"/>
                <a:gd name="T4" fmla="*/ 406 w 437"/>
                <a:gd name="T5" fmla="*/ 77 h 348"/>
                <a:gd name="T6" fmla="*/ 385 w 437"/>
                <a:gd name="T7" fmla="*/ 38 h 348"/>
                <a:gd name="T8" fmla="*/ 348 w 437"/>
                <a:gd name="T9" fmla="*/ 47 h 348"/>
                <a:gd name="T10" fmla="*/ 346 w 437"/>
                <a:gd name="T11" fmla="*/ 50 h 348"/>
                <a:gd name="T12" fmla="*/ 315 w 437"/>
                <a:gd name="T13" fmla="*/ 44 h 348"/>
                <a:gd name="T14" fmla="*/ 260 w 437"/>
                <a:gd name="T15" fmla="*/ 69 h 348"/>
                <a:gd name="T16" fmla="*/ 260 w 437"/>
                <a:gd name="T17" fmla="*/ 33 h 348"/>
                <a:gd name="T18" fmla="*/ 257 w 437"/>
                <a:gd name="T19" fmla="*/ 18 h 348"/>
                <a:gd name="T20" fmla="*/ 239 w 437"/>
                <a:gd name="T21" fmla="*/ 17 h 348"/>
                <a:gd name="T22" fmla="*/ 218 w 437"/>
                <a:gd name="T23" fmla="*/ 16 h 348"/>
                <a:gd name="T24" fmla="*/ 189 w 437"/>
                <a:gd name="T25" fmla="*/ 2 h 348"/>
                <a:gd name="T26" fmla="*/ 181 w 437"/>
                <a:gd name="T27" fmla="*/ 43 h 348"/>
                <a:gd name="T28" fmla="*/ 142 w 437"/>
                <a:gd name="T29" fmla="*/ 31 h 348"/>
                <a:gd name="T30" fmla="*/ 135 w 437"/>
                <a:gd name="T31" fmla="*/ 30 h 348"/>
                <a:gd name="T32" fmla="*/ 124 w 437"/>
                <a:gd name="T33" fmla="*/ 69 h 348"/>
                <a:gd name="T34" fmla="*/ 122 w 437"/>
                <a:gd name="T35" fmla="*/ 94 h 348"/>
                <a:gd name="T36" fmla="*/ 106 w 437"/>
                <a:gd name="T37" fmla="*/ 116 h 348"/>
                <a:gd name="T38" fmla="*/ 89 w 437"/>
                <a:gd name="T39" fmla="*/ 177 h 348"/>
                <a:gd name="T40" fmla="*/ 55 w 437"/>
                <a:gd name="T41" fmla="*/ 214 h 348"/>
                <a:gd name="T42" fmla="*/ 51 w 437"/>
                <a:gd name="T43" fmla="*/ 230 h 348"/>
                <a:gd name="T44" fmla="*/ 13 w 437"/>
                <a:gd name="T45" fmla="*/ 246 h 348"/>
                <a:gd name="T46" fmla="*/ 0 w 437"/>
                <a:gd name="T47" fmla="*/ 308 h 348"/>
                <a:gd name="T48" fmla="*/ 5 w 437"/>
                <a:gd name="T49" fmla="*/ 328 h 348"/>
                <a:gd name="T50" fmla="*/ 14 w 437"/>
                <a:gd name="T51" fmla="*/ 348 h 348"/>
                <a:gd name="T52" fmla="*/ 38 w 437"/>
                <a:gd name="T53" fmla="*/ 344 h 348"/>
                <a:gd name="T54" fmla="*/ 44 w 437"/>
                <a:gd name="T55" fmla="*/ 335 h 348"/>
                <a:gd name="T56" fmla="*/ 22 w 437"/>
                <a:gd name="T57" fmla="*/ 315 h 348"/>
                <a:gd name="T58" fmla="*/ 20 w 437"/>
                <a:gd name="T59" fmla="*/ 299 h 348"/>
                <a:gd name="T60" fmla="*/ 29 w 437"/>
                <a:gd name="T61" fmla="*/ 281 h 348"/>
                <a:gd name="T62" fmla="*/ 109 w 437"/>
                <a:gd name="T63" fmla="*/ 248 h 348"/>
                <a:gd name="T64" fmla="*/ 121 w 437"/>
                <a:gd name="T65" fmla="*/ 248 h 348"/>
                <a:gd name="T66" fmla="*/ 131 w 437"/>
                <a:gd name="T67" fmla="*/ 255 h 348"/>
                <a:gd name="T68" fmla="*/ 160 w 437"/>
                <a:gd name="T69" fmla="*/ 247 h 348"/>
                <a:gd name="T70" fmla="*/ 167 w 437"/>
                <a:gd name="T71" fmla="*/ 235 h 348"/>
                <a:gd name="T72" fmla="*/ 188 w 437"/>
                <a:gd name="T73" fmla="*/ 206 h 348"/>
                <a:gd name="T74" fmla="*/ 215 w 437"/>
                <a:gd name="T75" fmla="*/ 218 h 348"/>
                <a:gd name="T76" fmla="*/ 213 w 437"/>
                <a:gd name="T77" fmla="*/ 161 h 348"/>
                <a:gd name="T78" fmla="*/ 227 w 437"/>
                <a:gd name="T79" fmla="*/ 164 h 348"/>
                <a:gd name="T80" fmla="*/ 270 w 437"/>
                <a:gd name="T81" fmla="*/ 196 h 348"/>
                <a:gd name="T82" fmla="*/ 271 w 437"/>
                <a:gd name="T83" fmla="*/ 181 h 348"/>
                <a:gd name="T84" fmla="*/ 286 w 437"/>
                <a:gd name="T85" fmla="*/ 172 h 348"/>
                <a:gd name="T86" fmla="*/ 298 w 437"/>
                <a:gd name="T87" fmla="*/ 175 h 348"/>
                <a:gd name="T88" fmla="*/ 313 w 437"/>
                <a:gd name="T89" fmla="*/ 164 h 348"/>
                <a:gd name="T90" fmla="*/ 339 w 437"/>
                <a:gd name="T91" fmla="*/ 161 h 348"/>
                <a:gd name="T92" fmla="*/ 357 w 437"/>
                <a:gd name="T93" fmla="*/ 161 h 348"/>
                <a:gd name="T94" fmla="*/ 396 w 437"/>
                <a:gd name="T95" fmla="*/ 138 h 3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437" h="348">
                  <a:moveTo>
                    <a:pt x="411" y="119"/>
                  </a:moveTo>
                  <a:cubicBezTo>
                    <a:pt x="417" y="119"/>
                    <a:pt x="420" y="116"/>
                    <a:pt x="422" y="112"/>
                  </a:cubicBezTo>
                  <a:cubicBezTo>
                    <a:pt x="422" y="112"/>
                    <a:pt x="422" y="112"/>
                    <a:pt x="422" y="112"/>
                  </a:cubicBezTo>
                  <a:cubicBezTo>
                    <a:pt x="422" y="110"/>
                    <a:pt x="422" y="110"/>
                    <a:pt x="422" y="110"/>
                  </a:cubicBezTo>
                  <a:cubicBezTo>
                    <a:pt x="425" y="110"/>
                    <a:pt x="425" y="110"/>
                    <a:pt x="425" y="110"/>
                  </a:cubicBezTo>
                  <a:cubicBezTo>
                    <a:pt x="437" y="109"/>
                    <a:pt x="437" y="109"/>
                    <a:pt x="437" y="109"/>
                  </a:cubicBezTo>
                  <a:cubicBezTo>
                    <a:pt x="437" y="100"/>
                    <a:pt x="437" y="100"/>
                    <a:pt x="437" y="100"/>
                  </a:cubicBezTo>
                  <a:cubicBezTo>
                    <a:pt x="434" y="100"/>
                    <a:pt x="431" y="99"/>
                    <a:pt x="427" y="96"/>
                  </a:cubicBezTo>
                  <a:cubicBezTo>
                    <a:pt x="406" y="77"/>
                    <a:pt x="406" y="77"/>
                    <a:pt x="406" y="77"/>
                  </a:cubicBezTo>
                  <a:cubicBezTo>
                    <a:pt x="406" y="77"/>
                    <a:pt x="406" y="77"/>
                    <a:pt x="406" y="77"/>
                  </a:cubicBezTo>
                  <a:cubicBezTo>
                    <a:pt x="397" y="50"/>
                    <a:pt x="397" y="50"/>
                    <a:pt x="397" y="50"/>
                  </a:cubicBezTo>
                  <a:cubicBezTo>
                    <a:pt x="385" y="38"/>
                    <a:pt x="385" y="38"/>
                    <a:pt x="385" y="38"/>
                  </a:cubicBezTo>
                  <a:cubicBezTo>
                    <a:pt x="370" y="37"/>
                    <a:pt x="358" y="37"/>
                    <a:pt x="350" y="38"/>
                  </a:cubicBezTo>
                  <a:cubicBezTo>
                    <a:pt x="347" y="39"/>
                    <a:pt x="347" y="39"/>
                    <a:pt x="347" y="39"/>
                  </a:cubicBezTo>
                  <a:cubicBezTo>
                    <a:pt x="348" y="47"/>
                    <a:pt x="348" y="47"/>
                    <a:pt x="348" y="47"/>
                  </a:cubicBezTo>
                  <a:cubicBezTo>
                    <a:pt x="348" y="48"/>
                    <a:pt x="348" y="48"/>
                    <a:pt x="348" y="48"/>
                  </a:cubicBezTo>
                  <a:cubicBezTo>
                    <a:pt x="348" y="50"/>
                    <a:pt x="348" y="50"/>
                    <a:pt x="348" y="50"/>
                  </a:cubicBezTo>
                  <a:cubicBezTo>
                    <a:pt x="346" y="50"/>
                    <a:pt x="346" y="50"/>
                    <a:pt x="346" y="50"/>
                  </a:cubicBezTo>
                  <a:cubicBezTo>
                    <a:pt x="335" y="55"/>
                    <a:pt x="335" y="55"/>
                    <a:pt x="335" y="55"/>
                  </a:cubicBezTo>
                  <a:cubicBezTo>
                    <a:pt x="333" y="54"/>
                    <a:pt x="333" y="54"/>
                    <a:pt x="333" y="54"/>
                  </a:cubicBezTo>
                  <a:cubicBezTo>
                    <a:pt x="324" y="45"/>
                    <a:pt x="318" y="41"/>
                    <a:pt x="315" y="44"/>
                  </a:cubicBezTo>
                  <a:cubicBezTo>
                    <a:pt x="291" y="55"/>
                    <a:pt x="277" y="61"/>
                    <a:pt x="273" y="58"/>
                  </a:cubicBezTo>
                  <a:cubicBezTo>
                    <a:pt x="270" y="59"/>
                    <a:pt x="266" y="61"/>
                    <a:pt x="262" y="66"/>
                  </a:cubicBezTo>
                  <a:cubicBezTo>
                    <a:pt x="260" y="69"/>
                    <a:pt x="260" y="69"/>
                    <a:pt x="260" y="69"/>
                  </a:cubicBezTo>
                  <a:cubicBezTo>
                    <a:pt x="257" y="66"/>
                    <a:pt x="257" y="66"/>
                    <a:pt x="257" y="66"/>
                  </a:cubicBezTo>
                  <a:cubicBezTo>
                    <a:pt x="250" y="60"/>
                    <a:pt x="246" y="55"/>
                    <a:pt x="246" y="50"/>
                  </a:cubicBezTo>
                  <a:cubicBezTo>
                    <a:pt x="246" y="48"/>
                    <a:pt x="251" y="42"/>
                    <a:pt x="260" y="33"/>
                  </a:cubicBezTo>
                  <a:cubicBezTo>
                    <a:pt x="269" y="22"/>
                    <a:pt x="274" y="16"/>
                    <a:pt x="274" y="15"/>
                  </a:cubicBezTo>
                  <a:cubicBezTo>
                    <a:pt x="272" y="11"/>
                    <a:pt x="272" y="11"/>
                    <a:pt x="272" y="11"/>
                  </a:cubicBezTo>
                  <a:cubicBezTo>
                    <a:pt x="269" y="10"/>
                    <a:pt x="264" y="13"/>
                    <a:pt x="257" y="18"/>
                  </a:cubicBezTo>
                  <a:cubicBezTo>
                    <a:pt x="250" y="23"/>
                    <a:pt x="246" y="25"/>
                    <a:pt x="243" y="24"/>
                  </a:cubicBezTo>
                  <a:cubicBezTo>
                    <a:pt x="242" y="24"/>
                    <a:pt x="240" y="22"/>
                    <a:pt x="240" y="19"/>
                  </a:cubicBezTo>
                  <a:cubicBezTo>
                    <a:pt x="239" y="17"/>
                    <a:pt x="239" y="17"/>
                    <a:pt x="239" y="17"/>
                  </a:cubicBezTo>
                  <a:cubicBezTo>
                    <a:pt x="233" y="6"/>
                    <a:pt x="233" y="6"/>
                    <a:pt x="233" y="6"/>
                  </a:cubicBezTo>
                  <a:cubicBezTo>
                    <a:pt x="220" y="15"/>
                    <a:pt x="220" y="15"/>
                    <a:pt x="220" y="15"/>
                  </a:cubicBezTo>
                  <a:cubicBezTo>
                    <a:pt x="218" y="16"/>
                    <a:pt x="218" y="16"/>
                    <a:pt x="218" y="16"/>
                  </a:cubicBezTo>
                  <a:cubicBezTo>
                    <a:pt x="218" y="15"/>
                    <a:pt x="218" y="15"/>
                    <a:pt x="218" y="15"/>
                  </a:cubicBezTo>
                  <a:cubicBezTo>
                    <a:pt x="217" y="15"/>
                    <a:pt x="217" y="15"/>
                    <a:pt x="217" y="15"/>
                  </a:cubicBezTo>
                  <a:cubicBezTo>
                    <a:pt x="207" y="9"/>
                    <a:pt x="198" y="6"/>
                    <a:pt x="189" y="2"/>
                  </a:cubicBezTo>
                  <a:cubicBezTo>
                    <a:pt x="183" y="0"/>
                    <a:pt x="177" y="3"/>
                    <a:pt x="171" y="10"/>
                  </a:cubicBezTo>
                  <a:cubicBezTo>
                    <a:pt x="177" y="21"/>
                    <a:pt x="177" y="21"/>
                    <a:pt x="177" y="21"/>
                  </a:cubicBezTo>
                  <a:cubicBezTo>
                    <a:pt x="181" y="31"/>
                    <a:pt x="183" y="38"/>
                    <a:pt x="181" y="43"/>
                  </a:cubicBezTo>
                  <a:cubicBezTo>
                    <a:pt x="180" y="45"/>
                    <a:pt x="178" y="47"/>
                    <a:pt x="175" y="47"/>
                  </a:cubicBezTo>
                  <a:cubicBezTo>
                    <a:pt x="171" y="48"/>
                    <a:pt x="165" y="47"/>
                    <a:pt x="157" y="41"/>
                  </a:cubicBezTo>
                  <a:cubicBezTo>
                    <a:pt x="151" y="37"/>
                    <a:pt x="146" y="33"/>
                    <a:pt x="142" y="31"/>
                  </a:cubicBezTo>
                  <a:cubicBezTo>
                    <a:pt x="134" y="28"/>
                    <a:pt x="134" y="28"/>
                    <a:pt x="134" y="28"/>
                  </a:cubicBezTo>
                  <a:cubicBezTo>
                    <a:pt x="134" y="28"/>
                    <a:pt x="134" y="28"/>
                    <a:pt x="134" y="28"/>
                  </a:cubicBezTo>
                  <a:cubicBezTo>
                    <a:pt x="135" y="30"/>
                    <a:pt x="135" y="30"/>
                    <a:pt x="135" y="30"/>
                  </a:cubicBezTo>
                  <a:cubicBezTo>
                    <a:pt x="135" y="45"/>
                    <a:pt x="135" y="45"/>
                    <a:pt x="135" y="45"/>
                  </a:cubicBezTo>
                  <a:cubicBezTo>
                    <a:pt x="124" y="57"/>
                    <a:pt x="124" y="57"/>
                    <a:pt x="124" y="57"/>
                  </a:cubicBezTo>
                  <a:cubicBezTo>
                    <a:pt x="124" y="69"/>
                    <a:pt x="124" y="69"/>
                    <a:pt x="124" y="69"/>
                  </a:cubicBezTo>
                  <a:cubicBezTo>
                    <a:pt x="129" y="81"/>
                    <a:pt x="129" y="81"/>
                    <a:pt x="129" y="81"/>
                  </a:cubicBezTo>
                  <a:cubicBezTo>
                    <a:pt x="129" y="82"/>
                    <a:pt x="129" y="82"/>
                    <a:pt x="129" y="82"/>
                  </a:cubicBezTo>
                  <a:cubicBezTo>
                    <a:pt x="122" y="94"/>
                    <a:pt x="122" y="94"/>
                    <a:pt x="122" y="94"/>
                  </a:cubicBezTo>
                  <a:cubicBezTo>
                    <a:pt x="117" y="105"/>
                    <a:pt x="117" y="105"/>
                    <a:pt x="117" y="105"/>
                  </a:cubicBezTo>
                  <a:cubicBezTo>
                    <a:pt x="117" y="106"/>
                    <a:pt x="117" y="106"/>
                    <a:pt x="117" y="106"/>
                  </a:cubicBezTo>
                  <a:cubicBezTo>
                    <a:pt x="106" y="116"/>
                    <a:pt x="106" y="116"/>
                    <a:pt x="106" y="116"/>
                  </a:cubicBezTo>
                  <a:cubicBezTo>
                    <a:pt x="89" y="155"/>
                    <a:pt x="89" y="155"/>
                    <a:pt x="89" y="155"/>
                  </a:cubicBezTo>
                  <a:cubicBezTo>
                    <a:pt x="90" y="177"/>
                    <a:pt x="90" y="177"/>
                    <a:pt x="90" y="177"/>
                  </a:cubicBezTo>
                  <a:cubicBezTo>
                    <a:pt x="89" y="177"/>
                    <a:pt x="89" y="177"/>
                    <a:pt x="89" y="177"/>
                  </a:cubicBezTo>
                  <a:cubicBezTo>
                    <a:pt x="52" y="199"/>
                    <a:pt x="52" y="199"/>
                    <a:pt x="52" y="199"/>
                  </a:cubicBezTo>
                  <a:cubicBezTo>
                    <a:pt x="50" y="203"/>
                    <a:pt x="50" y="203"/>
                    <a:pt x="50" y="203"/>
                  </a:cubicBezTo>
                  <a:cubicBezTo>
                    <a:pt x="55" y="214"/>
                    <a:pt x="55" y="214"/>
                    <a:pt x="55" y="214"/>
                  </a:cubicBezTo>
                  <a:cubicBezTo>
                    <a:pt x="55" y="215"/>
                    <a:pt x="55" y="215"/>
                    <a:pt x="55" y="215"/>
                  </a:cubicBezTo>
                  <a:cubicBezTo>
                    <a:pt x="55" y="215"/>
                    <a:pt x="55" y="215"/>
                    <a:pt x="55" y="215"/>
                  </a:cubicBezTo>
                  <a:cubicBezTo>
                    <a:pt x="51" y="230"/>
                    <a:pt x="51" y="230"/>
                    <a:pt x="51" y="230"/>
                  </a:cubicBezTo>
                  <a:cubicBezTo>
                    <a:pt x="36" y="228"/>
                    <a:pt x="36" y="228"/>
                    <a:pt x="36" y="228"/>
                  </a:cubicBezTo>
                  <a:cubicBezTo>
                    <a:pt x="33" y="246"/>
                    <a:pt x="33" y="246"/>
                    <a:pt x="33" y="246"/>
                  </a:cubicBezTo>
                  <a:cubicBezTo>
                    <a:pt x="13" y="246"/>
                    <a:pt x="13" y="246"/>
                    <a:pt x="13" y="246"/>
                  </a:cubicBezTo>
                  <a:cubicBezTo>
                    <a:pt x="9" y="253"/>
                    <a:pt x="9" y="253"/>
                    <a:pt x="9" y="253"/>
                  </a:cubicBezTo>
                  <a:cubicBezTo>
                    <a:pt x="4" y="265"/>
                    <a:pt x="4" y="265"/>
                    <a:pt x="4" y="265"/>
                  </a:cubicBezTo>
                  <a:cubicBezTo>
                    <a:pt x="0" y="308"/>
                    <a:pt x="0" y="308"/>
                    <a:pt x="0" y="308"/>
                  </a:cubicBezTo>
                  <a:cubicBezTo>
                    <a:pt x="4" y="317"/>
                    <a:pt x="4" y="317"/>
                    <a:pt x="4" y="317"/>
                  </a:cubicBezTo>
                  <a:cubicBezTo>
                    <a:pt x="5" y="319"/>
                    <a:pt x="5" y="319"/>
                    <a:pt x="5" y="319"/>
                  </a:cubicBezTo>
                  <a:cubicBezTo>
                    <a:pt x="5" y="328"/>
                    <a:pt x="5" y="328"/>
                    <a:pt x="5" y="328"/>
                  </a:cubicBezTo>
                  <a:cubicBezTo>
                    <a:pt x="13" y="338"/>
                    <a:pt x="13" y="338"/>
                    <a:pt x="13" y="338"/>
                  </a:cubicBezTo>
                  <a:cubicBezTo>
                    <a:pt x="14" y="339"/>
                    <a:pt x="14" y="339"/>
                    <a:pt x="14" y="339"/>
                  </a:cubicBezTo>
                  <a:cubicBezTo>
                    <a:pt x="14" y="348"/>
                    <a:pt x="14" y="348"/>
                    <a:pt x="14" y="348"/>
                  </a:cubicBezTo>
                  <a:cubicBezTo>
                    <a:pt x="36" y="346"/>
                    <a:pt x="36" y="346"/>
                    <a:pt x="36" y="346"/>
                  </a:cubicBezTo>
                  <a:cubicBezTo>
                    <a:pt x="38" y="344"/>
                    <a:pt x="38" y="344"/>
                    <a:pt x="38" y="344"/>
                  </a:cubicBezTo>
                  <a:cubicBezTo>
                    <a:pt x="38" y="344"/>
                    <a:pt x="38" y="344"/>
                    <a:pt x="38" y="344"/>
                  </a:cubicBezTo>
                  <a:cubicBezTo>
                    <a:pt x="38" y="344"/>
                    <a:pt x="38" y="344"/>
                    <a:pt x="38" y="344"/>
                  </a:cubicBezTo>
                  <a:cubicBezTo>
                    <a:pt x="38" y="343"/>
                    <a:pt x="38" y="343"/>
                    <a:pt x="38" y="343"/>
                  </a:cubicBezTo>
                  <a:cubicBezTo>
                    <a:pt x="44" y="335"/>
                    <a:pt x="44" y="335"/>
                    <a:pt x="44" y="335"/>
                  </a:cubicBezTo>
                  <a:cubicBezTo>
                    <a:pt x="31" y="322"/>
                    <a:pt x="31" y="322"/>
                    <a:pt x="31" y="322"/>
                  </a:cubicBezTo>
                  <a:cubicBezTo>
                    <a:pt x="29" y="321"/>
                    <a:pt x="29" y="321"/>
                    <a:pt x="29" y="321"/>
                  </a:cubicBezTo>
                  <a:cubicBezTo>
                    <a:pt x="22" y="315"/>
                    <a:pt x="22" y="315"/>
                    <a:pt x="22" y="315"/>
                  </a:cubicBezTo>
                  <a:cubicBezTo>
                    <a:pt x="21" y="314"/>
                    <a:pt x="21" y="314"/>
                    <a:pt x="21" y="314"/>
                  </a:cubicBezTo>
                  <a:cubicBezTo>
                    <a:pt x="20" y="313"/>
                    <a:pt x="20" y="313"/>
                    <a:pt x="20" y="313"/>
                  </a:cubicBezTo>
                  <a:cubicBezTo>
                    <a:pt x="20" y="299"/>
                    <a:pt x="20" y="299"/>
                    <a:pt x="20" y="299"/>
                  </a:cubicBezTo>
                  <a:cubicBezTo>
                    <a:pt x="32" y="299"/>
                    <a:pt x="32" y="299"/>
                    <a:pt x="32" y="299"/>
                  </a:cubicBezTo>
                  <a:cubicBezTo>
                    <a:pt x="33" y="295"/>
                    <a:pt x="33" y="295"/>
                    <a:pt x="33" y="295"/>
                  </a:cubicBezTo>
                  <a:cubicBezTo>
                    <a:pt x="29" y="281"/>
                    <a:pt x="29" y="281"/>
                    <a:pt x="29" y="281"/>
                  </a:cubicBezTo>
                  <a:cubicBezTo>
                    <a:pt x="55" y="281"/>
                    <a:pt x="55" y="281"/>
                    <a:pt x="55" y="281"/>
                  </a:cubicBezTo>
                  <a:cubicBezTo>
                    <a:pt x="103" y="258"/>
                    <a:pt x="103" y="258"/>
                    <a:pt x="103" y="258"/>
                  </a:cubicBezTo>
                  <a:cubicBezTo>
                    <a:pt x="109" y="248"/>
                    <a:pt x="109" y="248"/>
                    <a:pt x="109" y="248"/>
                  </a:cubicBezTo>
                  <a:cubicBezTo>
                    <a:pt x="111" y="244"/>
                    <a:pt x="111" y="244"/>
                    <a:pt x="111" y="244"/>
                  </a:cubicBezTo>
                  <a:cubicBezTo>
                    <a:pt x="120" y="248"/>
                    <a:pt x="120" y="248"/>
                    <a:pt x="120" y="248"/>
                  </a:cubicBezTo>
                  <a:cubicBezTo>
                    <a:pt x="121" y="248"/>
                    <a:pt x="121" y="248"/>
                    <a:pt x="121" y="248"/>
                  </a:cubicBezTo>
                  <a:cubicBezTo>
                    <a:pt x="122" y="250"/>
                    <a:pt x="122" y="250"/>
                    <a:pt x="122" y="250"/>
                  </a:cubicBezTo>
                  <a:cubicBezTo>
                    <a:pt x="126" y="255"/>
                    <a:pt x="126" y="255"/>
                    <a:pt x="126" y="255"/>
                  </a:cubicBezTo>
                  <a:cubicBezTo>
                    <a:pt x="131" y="255"/>
                    <a:pt x="131" y="255"/>
                    <a:pt x="131" y="255"/>
                  </a:cubicBezTo>
                  <a:cubicBezTo>
                    <a:pt x="129" y="244"/>
                    <a:pt x="129" y="244"/>
                    <a:pt x="129" y="244"/>
                  </a:cubicBezTo>
                  <a:cubicBezTo>
                    <a:pt x="145" y="244"/>
                    <a:pt x="145" y="244"/>
                    <a:pt x="145" y="244"/>
                  </a:cubicBezTo>
                  <a:cubicBezTo>
                    <a:pt x="160" y="247"/>
                    <a:pt x="160" y="247"/>
                    <a:pt x="160" y="247"/>
                  </a:cubicBezTo>
                  <a:cubicBezTo>
                    <a:pt x="166" y="237"/>
                    <a:pt x="166" y="237"/>
                    <a:pt x="166" y="237"/>
                  </a:cubicBezTo>
                  <a:cubicBezTo>
                    <a:pt x="167" y="236"/>
                    <a:pt x="167" y="236"/>
                    <a:pt x="167" y="236"/>
                  </a:cubicBezTo>
                  <a:cubicBezTo>
                    <a:pt x="167" y="235"/>
                    <a:pt x="167" y="235"/>
                    <a:pt x="167" y="235"/>
                  </a:cubicBezTo>
                  <a:cubicBezTo>
                    <a:pt x="169" y="235"/>
                    <a:pt x="169" y="235"/>
                    <a:pt x="169" y="235"/>
                  </a:cubicBezTo>
                  <a:cubicBezTo>
                    <a:pt x="185" y="230"/>
                    <a:pt x="185" y="230"/>
                    <a:pt x="185" y="230"/>
                  </a:cubicBezTo>
                  <a:cubicBezTo>
                    <a:pt x="188" y="206"/>
                    <a:pt x="188" y="206"/>
                    <a:pt x="188" y="206"/>
                  </a:cubicBezTo>
                  <a:cubicBezTo>
                    <a:pt x="205" y="221"/>
                    <a:pt x="205" y="221"/>
                    <a:pt x="205" y="221"/>
                  </a:cubicBezTo>
                  <a:cubicBezTo>
                    <a:pt x="212" y="222"/>
                    <a:pt x="212" y="222"/>
                    <a:pt x="212" y="222"/>
                  </a:cubicBezTo>
                  <a:cubicBezTo>
                    <a:pt x="215" y="218"/>
                    <a:pt x="215" y="218"/>
                    <a:pt x="215" y="218"/>
                  </a:cubicBezTo>
                  <a:cubicBezTo>
                    <a:pt x="213" y="166"/>
                    <a:pt x="213" y="166"/>
                    <a:pt x="213" y="166"/>
                  </a:cubicBezTo>
                  <a:cubicBezTo>
                    <a:pt x="213" y="164"/>
                    <a:pt x="213" y="164"/>
                    <a:pt x="213" y="164"/>
                  </a:cubicBezTo>
                  <a:cubicBezTo>
                    <a:pt x="213" y="161"/>
                    <a:pt x="213" y="161"/>
                    <a:pt x="213" y="161"/>
                  </a:cubicBezTo>
                  <a:cubicBezTo>
                    <a:pt x="225" y="164"/>
                    <a:pt x="225" y="164"/>
                    <a:pt x="225" y="164"/>
                  </a:cubicBezTo>
                  <a:cubicBezTo>
                    <a:pt x="226" y="164"/>
                    <a:pt x="226" y="164"/>
                    <a:pt x="226" y="164"/>
                  </a:cubicBezTo>
                  <a:cubicBezTo>
                    <a:pt x="227" y="164"/>
                    <a:pt x="227" y="164"/>
                    <a:pt x="227" y="164"/>
                  </a:cubicBezTo>
                  <a:cubicBezTo>
                    <a:pt x="228" y="165"/>
                    <a:pt x="228" y="165"/>
                    <a:pt x="228" y="165"/>
                  </a:cubicBezTo>
                  <a:cubicBezTo>
                    <a:pt x="246" y="199"/>
                    <a:pt x="246" y="199"/>
                    <a:pt x="246" y="199"/>
                  </a:cubicBezTo>
                  <a:cubicBezTo>
                    <a:pt x="270" y="196"/>
                    <a:pt x="270" y="196"/>
                    <a:pt x="270" y="196"/>
                  </a:cubicBezTo>
                  <a:cubicBezTo>
                    <a:pt x="274" y="195"/>
                    <a:pt x="274" y="195"/>
                    <a:pt x="274" y="195"/>
                  </a:cubicBezTo>
                  <a:cubicBezTo>
                    <a:pt x="277" y="186"/>
                    <a:pt x="277" y="186"/>
                    <a:pt x="277" y="186"/>
                  </a:cubicBezTo>
                  <a:cubicBezTo>
                    <a:pt x="271" y="181"/>
                    <a:pt x="271" y="181"/>
                    <a:pt x="271" y="181"/>
                  </a:cubicBezTo>
                  <a:cubicBezTo>
                    <a:pt x="269" y="178"/>
                    <a:pt x="269" y="178"/>
                    <a:pt x="269" y="178"/>
                  </a:cubicBezTo>
                  <a:cubicBezTo>
                    <a:pt x="284" y="173"/>
                    <a:pt x="284" y="173"/>
                    <a:pt x="284" y="173"/>
                  </a:cubicBezTo>
                  <a:cubicBezTo>
                    <a:pt x="286" y="172"/>
                    <a:pt x="286" y="172"/>
                    <a:pt x="286" y="172"/>
                  </a:cubicBezTo>
                  <a:cubicBezTo>
                    <a:pt x="286" y="171"/>
                    <a:pt x="286" y="171"/>
                    <a:pt x="286" y="171"/>
                  </a:cubicBezTo>
                  <a:cubicBezTo>
                    <a:pt x="293" y="178"/>
                    <a:pt x="293" y="178"/>
                    <a:pt x="293" y="178"/>
                  </a:cubicBezTo>
                  <a:cubicBezTo>
                    <a:pt x="298" y="175"/>
                    <a:pt x="298" y="175"/>
                    <a:pt x="298" y="175"/>
                  </a:cubicBezTo>
                  <a:cubicBezTo>
                    <a:pt x="298" y="165"/>
                    <a:pt x="298" y="165"/>
                    <a:pt x="298" y="165"/>
                  </a:cubicBezTo>
                  <a:cubicBezTo>
                    <a:pt x="302" y="164"/>
                    <a:pt x="302" y="164"/>
                    <a:pt x="302" y="164"/>
                  </a:cubicBezTo>
                  <a:cubicBezTo>
                    <a:pt x="313" y="164"/>
                    <a:pt x="313" y="164"/>
                    <a:pt x="313" y="164"/>
                  </a:cubicBezTo>
                  <a:cubicBezTo>
                    <a:pt x="322" y="165"/>
                    <a:pt x="328" y="169"/>
                    <a:pt x="333" y="175"/>
                  </a:cubicBezTo>
                  <a:cubicBezTo>
                    <a:pt x="334" y="178"/>
                    <a:pt x="334" y="178"/>
                    <a:pt x="334" y="178"/>
                  </a:cubicBezTo>
                  <a:cubicBezTo>
                    <a:pt x="339" y="161"/>
                    <a:pt x="339" y="161"/>
                    <a:pt x="339" y="161"/>
                  </a:cubicBezTo>
                  <a:cubicBezTo>
                    <a:pt x="342" y="157"/>
                    <a:pt x="347" y="157"/>
                    <a:pt x="355" y="160"/>
                  </a:cubicBezTo>
                  <a:cubicBezTo>
                    <a:pt x="357" y="161"/>
                    <a:pt x="357" y="161"/>
                    <a:pt x="357" y="161"/>
                  </a:cubicBezTo>
                  <a:cubicBezTo>
                    <a:pt x="357" y="161"/>
                    <a:pt x="357" y="161"/>
                    <a:pt x="357" y="161"/>
                  </a:cubicBezTo>
                  <a:cubicBezTo>
                    <a:pt x="357" y="162"/>
                    <a:pt x="357" y="162"/>
                    <a:pt x="357" y="162"/>
                  </a:cubicBezTo>
                  <a:cubicBezTo>
                    <a:pt x="358" y="163"/>
                    <a:pt x="360" y="164"/>
                    <a:pt x="360" y="164"/>
                  </a:cubicBezTo>
                  <a:cubicBezTo>
                    <a:pt x="364" y="162"/>
                    <a:pt x="376" y="154"/>
                    <a:pt x="396" y="138"/>
                  </a:cubicBezTo>
                  <a:cubicBezTo>
                    <a:pt x="396" y="128"/>
                    <a:pt x="402" y="122"/>
                    <a:pt x="411" y="119"/>
                  </a:cubicBezTo>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88" name="Freeform 37"/>
            <p:cNvSpPr/>
            <p:nvPr/>
          </p:nvSpPr>
          <p:spPr bwMode="auto">
            <a:xfrm>
              <a:off x="3298732" y="4555766"/>
              <a:ext cx="210444" cy="178447"/>
            </a:xfrm>
            <a:custGeom>
              <a:avLst/>
              <a:gdLst>
                <a:gd name="T0" fmla="*/ 64 w 141"/>
                <a:gd name="T1" fmla="*/ 12 h 120"/>
                <a:gd name="T2" fmla="*/ 62 w 141"/>
                <a:gd name="T3" fmla="*/ 15 h 120"/>
                <a:gd name="T4" fmla="*/ 62 w 141"/>
                <a:gd name="T5" fmla="*/ 16 h 120"/>
                <a:gd name="T6" fmla="*/ 61 w 141"/>
                <a:gd name="T7" fmla="*/ 17 h 120"/>
                <a:gd name="T8" fmla="*/ 33 w 141"/>
                <a:gd name="T9" fmla="*/ 24 h 120"/>
                <a:gd name="T10" fmla="*/ 34 w 141"/>
                <a:gd name="T11" fmla="*/ 28 h 120"/>
                <a:gd name="T12" fmla="*/ 43 w 141"/>
                <a:gd name="T13" fmla="*/ 38 h 120"/>
                <a:gd name="T14" fmla="*/ 40 w 141"/>
                <a:gd name="T15" fmla="*/ 39 h 120"/>
                <a:gd name="T16" fmla="*/ 27 w 141"/>
                <a:gd name="T17" fmla="*/ 46 h 120"/>
                <a:gd name="T18" fmla="*/ 7 w 141"/>
                <a:gd name="T19" fmla="*/ 61 h 120"/>
                <a:gd name="T20" fmla="*/ 11 w 141"/>
                <a:gd name="T21" fmla="*/ 108 h 120"/>
                <a:gd name="T22" fmla="*/ 32 w 141"/>
                <a:gd name="T23" fmla="*/ 110 h 120"/>
                <a:gd name="T24" fmla="*/ 33 w 141"/>
                <a:gd name="T25" fmla="*/ 110 h 120"/>
                <a:gd name="T26" fmla="*/ 33 w 141"/>
                <a:gd name="T27" fmla="*/ 110 h 120"/>
                <a:gd name="T28" fmla="*/ 53 w 141"/>
                <a:gd name="T29" fmla="*/ 120 h 120"/>
                <a:gd name="T30" fmla="*/ 75 w 141"/>
                <a:gd name="T31" fmla="*/ 117 h 120"/>
                <a:gd name="T32" fmla="*/ 108 w 141"/>
                <a:gd name="T33" fmla="*/ 90 h 120"/>
                <a:gd name="T34" fmla="*/ 109 w 141"/>
                <a:gd name="T35" fmla="*/ 90 h 120"/>
                <a:gd name="T36" fmla="*/ 110 w 141"/>
                <a:gd name="T37" fmla="*/ 89 h 120"/>
                <a:gd name="T38" fmla="*/ 120 w 141"/>
                <a:gd name="T39" fmla="*/ 86 h 120"/>
                <a:gd name="T40" fmla="*/ 117 w 141"/>
                <a:gd name="T41" fmla="*/ 57 h 120"/>
                <a:gd name="T42" fmla="*/ 117 w 141"/>
                <a:gd name="T43" fmla="*/ 56 h 120"/>
                <a:gd name="T44" fmla="*/ 129 w 141"/>
                <a:gd name="T45" fmla="*/ 38 h 120"/>
                <a:gd name="T46" fmla="*/ 129 w 141"/>
                <a:gd name="T47" fmla="*/ 37 h 120"/>
                <a:gd name="T48" fmla="*/ 130 w 141"/>
                <a:gd name="T49" fmla="*/ 37 h 120"/>
                <a:gd name="T50" fmla="*/ 140 w 141"/>
                <a:gd name="T51" fmla="*/ 30 h 120"/>
                <a:gd name="T52" fmla="*/ 137 w 141"/>
                <a:gd name="T53" fmla="*/ 8 h 120"/>
                <a:gd name="T54" fmla="*/ 127 w 141"/>
                <a:gd name="T55" fmla="*/ 0 h 120"/>
                <a:gd name="T56" fmla="*/ 129 w 141"/>
                <a:gd name="T57" fmla="*/ 10 h 120"/>
                <a:gd name="T58" fmla="*/ 110 w 141"/>
                <a:gd name="T59" fmla="*/ 7 h 120"/>
                <a:gd name="T60" fmla="*/ 102 w 141"/>
                <a:gd name="T61" fmla="*/ 12 h 120"/>
                <a:gd name="T62" fmla="*/ 101 w 141"/>
                <a:gd name="T63" fmla="*/ 12 h 120"/>
                <a:gd name="T64" fmla="*/ 64 w 141"/>
                <a:gd name="T65" fmla="*/ 12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41" h="120">
                  <a:moveTo>
                    <a:pt x="64" y="12"/>
                  </a:moveTo>
                  <a:cubicBezTo>
                    <a:pt x="62" y="15"/>
                    <a:pt x="62" y="15"/>
                    <a:pt x="62" y="15"/>
                  </a:cubicBezTo>
                  <a:cubicBezTo>
                    <a:pt x="62" y="16"/>
                    <a:pt x="62" y="16"/>
                    <a:pt x="62" y="16"/>
                  </a:cubicBezTo>
                  <a:cubicBezTo>
                    <a:pt x="61" y="17"/>
                    <a:pt x="61" y="17"/>
                    <a:pt x="61" y="17"/>
                  </a:cubicBezTo>
                  <a:cubicBezTo>
                    <a:pt x="33" y="24"/>
                    <a:pt x="33" y="24"/>
                    <a:pt x="33" y="24"/>
                  </a:cubicBezTo>
                  <a:cubicBezTo>
                    <a:pt x="34" y="28"/>
                    <a:pt x="34" y="28"/>
                    <a:pt x="34" y="28"/>
                  </a:cubicBezTo>
                  <a:cubicBezTo>
                    <a:pt x="43" y="38"/>
                    <a:pt x="43" y="38"/>
                    <a:pt x="43" y="38"/>
                  </a:cubicBezTo>
                  <a:cubicBezTo>
                    <a:pt x="42" y="38"/>
                    <a:pt x="41" y="39"/>
                    <a:pt x="40" y="39"/>
                  </a:cubicBezTo>
                  <a:cubicBezTo>
                    <a:pt x="27" y="46"/>
                    <a:pt x="27" y="46"/>
                    <a:pt x="27" y="46"/>
                  </a:cubicBezTo>
                  <a:cubicBezTo>
                    <a:pt x="7" y="61"/>
                    <a:pt x="7" y="61"/>
                    <a:pt x="7" y="61"/>
                  </a:cubicBezTo>
                  <a:cubicBezTo>
                    <a:pt x="0" y="70"/>
                    <a:pt x="1" y="85"/>
                    <a:pt x="11" y="108"/>
                  </a:cubicBezTo>
                  <a:cubicBezTo>
                    <a:pt x="32" y="110"/>
                    <a:pt x="32" y="110"/>
                    <a:pt x="32" y="110"/>
                  </a:cubicBezTo>
                  <a:cubicBezTo>
                    <a:pt x="33" y="110"/>
                    <a:pt x="33" y="110"/>
                    <a:pt x="33" y="110"/>
                  </a:cubicBezTo>
                  <a:cubicBezTo>
                    <a:pt x="33" y="110"/>
                    <a:pt x="33" y="110"/>
                    <a:pt x="33" y="110"/>
                  </a:cubicBezTo>
                  <a:cubicBezTo>
                    <a:pt x="53" y="120"/>
                    <a:pt x="53" y="120"/>
                    <a:pt x="53" y="120"/>
                  </a:cubicBezTo>
                  <a:cubicBezTo>
                    <a:pt x="75" y="117"/>
                    <a:pt x="75" y="117"/>
                    <a:pt x="75" y="117"/>
                  </a:cubicBezTo>
                  <a:cubicBezTo>
                    <a:pt x="84" y="114"/>
                    <a:pt x="95" y="106"/>
                    <a:pt x="108" y="90"/>
                  </a:cubicBezTo>
                  <a:cubicBezTo>
                    <a:pt x="109" y="90"/>
                    <a:pt x="109" y="90"/>
                    <a:pt x="109" y="90"/>
                  </a:cubicBezTo>
                  <a:cubicBezTo>
                    <a:pt x="110" y="89"/>
                    <a:pt x="110" y="89"/>
                    <a:pt x="110" y="89"/>
                  </a:cubicBezTo>
                  <a:cubicBezTo>
                    <a:pt x="120" y="86"/>
                    <a:pt x="120" y="86"/>
                    <a:pt x="120" y="86"/>
                  </a:cubicBezTo>
                  <a:cubicBezTo>
                    <a:pt x="117" y="57"/>
                    <a:pt x="117" y="57"/>
                    <a:pt x="117" y="57"/>
                  </a:cubicBezTo>
                  <a:cubicBezTo>
                    <a:pt x="117" y="56"/>
                    <a:pt x="117" y="56"/>
                    <a:pt x="117" y="56"/>
                  </a:cubicBezTo>
                  <a:cubicBezTo>
                    <a:pt x="129" y="38"/>
                    <a:pt x="129" y="38"/>
                    <a:pt x="129" y="38"/>
                  </a:cubicBezTo>
                  <a:cubicBezTo>
                    <a:pt x="129" y="37"/>
                    <a:pt x="129" y="37"/>
                    <a:pt x="129" y="37"/>
                  </a:cubicBezTo>
                  <a:cubicBezTo>
                    <a:pt x="130" y="37"/>
                    <a:pt x="130" y="37"/>
                    <a:pt x="130" y="37"/>
                  </a:cubicBezTo>
                  <a:cubicBezTo>
                    <a:pt x="140" y="30"/>
                    <a:pt x="140" y="30"/>
                    <a:pt x="140" y="30"/>
                  </a:cubicBezTo>
                  <a:cubicBezTo>
                    <a:pt x="141" y="21"/>
                    <a:pt x="140" y="14"/>
                    <a:pt x="137" y="8"/>
                  </a:cubicBezTo>
                  <a:cubicBezTo>
                    <a:pt x="134" y="2"/>
                    <a:pt x="131" y="0"/>
                    <a:pt x="127" y="0"/>
                  </a:cubicBezTo>
                  <a:cubicBezTo>
                    <a:pt x="129" y="10"/>
                    <a:pt x="129" y="10"/>
                    <a:pt x="129" y="10"/>
                  </a:cubicBezTo>
                  <a:cubicBezTo>
                    <a:pt x="110" y="7"/>
                    <a:pt x="110" y="7"/>
                    <a:pt x="110" y="7"/>
                  </a:cubicBezTo>
                  <a:cubicBezTo>
                    <a:pt x="102" y="12"/>
                    <a:pt x="102" y="12"/>
                    <a:pt x="102" y="12"/>
                  </a:cubicBezTo>
                  <a:cubicBezTo>
                    <a:pt x="101" y="12"/>
                    <a:pt x="101" y="12"/>
                    <a:pt x="101" y="12"/>
                  </a:cubicBezTo>
                  <a:lnTo>
                    <a:pt x="64" y="12"/>
                  </a:lnTo>
                  <a:close/>
                </a:path>
              </a:pathLst>
            </a:cu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grpSp>
      <p:grpSp>
        <p:nvGrpSpPr>
          <p:cNvPr id="89" name="组合 88"/>
          <p:cNvGrpSpPr/>
          <p:nvPr/>
        </p:nvGrpSpPr>
        <p:grpSpPr>
          <a:xfrm>
            <a:off x="4294772" y="2360632"/>
            <a:ext cx="280858" cy="897833"/>
            <a:chOff x="3373489" y="2480788"/>
            <a:chExt cx="233909" cy="747748"/>
          </a:xfrm>
        </p:grpSpPr>
        <p:sp>
          <p:nvSpPr>
            <p:cNvPr id="90" name="Freeform 6"/>
            <p:cNvSpPr>
              <a:spLocks noEditPoints="1"/>
            </p:cNvSpPr>
            <p:nvPr/>
          </p:nvSpPr>
          <p:spPr bwMode="auto">
            <a:xfrm>
              <a:off x="3373489" y="2480788"/>
              <a:ext cx="233909" cy="374908"/>
            </a:xfrm>
            <a:custGeom>
              <a:avLst/>
              <a:gdLst>
                <a:gd name="T0" fmla="*/ 215 w 429"/>
                <a:gd name="T1" fmla="*/ 670 h 670"/>
                <a:gd name="T2" fmla="*/ 215 w 429"/>
                <a:gd name="T3" fmla="*/ 667 h 670"/>
                <a:gd name="T4" fmla="*/ 215 w 429"/>
                <a:gd name="T5" fmla="*/ 670 h 670"/>
                <a:gd name="T6" fmla="*/ 215 w 429"/>
                <a:gd name="T7" fmla="*/ 0 h 670"/>
                <a:gd name="T8" fmla="*/ 0 w 429"/>
                <a:gd name="T9" fmla="*/ 212 h 670"/>
                <a:gd name="T10" fmla="*/ 7 w 429"/>
                <a:gd name="T11" fmla="*/ 267 h 670"/>
                <a:gd name="T12" fmla="*/ 88 w 429"/>
                <a:gd name="T13" fmla="*/ 420 h 670"/>
                <a:gd name="T14" fmla="*/ 146 w 429"/>
                <a:gd name="T15" fmla="*/ 504 h 670"/>
                <a:gd name="T16" fmla="*/ 181 w 429"/>
                <a:gd name="T17" fmla="*/ 567 h 670"/>
                <a:gd name="T18" fmla="*/ 215 w 429"/>
                <a:gd name="T19" fmla="*/ 667 h 670"/>
                <a:gd name="T20" fmla="*/ 248 w 429"/>
                <a:gd name="T21" fmla="*/ 567 h 670"/>
                <a:gd name="T22" fmla="*/ 279 w 429"/>
                <a:gd name="T23" fmla="*/ 510 h 670"/>
                <a:gd name="T24" fmla="*/ 342 w 429"/>
                <a:gd name="T25" fmla="*/ 420 h 670"/>
                <a:gd name="T26" fmla="*/ 422 w 429"/>
                <a:gd name="T27" fmla="*/ 267 h 670"/>
                <a:gd name="T28" fmla="*/ 429 w 429"/>
                <a:gd name="T29" fmla="*/ 212 h 670"/>
                <a:gd name="T30" fmla="*/ 215 w 429"/>
                <a:gd name="T31" fmla="*/ 0 h 6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29" h="670">
                  <a:moveTo>
                    <a:pt x="215" y="670"/>
                  </a:moveTo>
                  <a:cubicBezTo>
                    <a:pt x="215" y="670"/>
                    <a:pt x="215" y="670"/>
                    <a:pt x="215" y="667"/>
                  </a:cubicBezTo>
                  <a:cubicBezTo>
                    <a:pt x="214" y="670"/>
                    <a:pt x="215" y="670"/>
                    <a:pt x="215" y="670"/>
                  </a:cubicBezTo>
                  <a:close/>
                  <a:moveTo>
                    <a:pt x="215" y="0"/>
                  </a:moveTo>
                  <a:cubicBezTo>
                    <a:pt x="96" y="0"/>
                    <a:pt x="0" y="95"/>
                    <a:pt x="0" y="212"/>
                  </a:cubicBezTo>
                  <a:cubicBezTo>
                    <a:pt x="0" y="231"/>
                    <a:pt x="3" y="249"/>
                    <a:pt x="7" y="267"/>
                  </a:cubicBezTo>
                  <a:cubicBezTo>
                    <a:pt x="20" y="340"/>
                    <a:pt x="73" y="402"/>
                    <a:pt x="88" y="420"/>
                  </a:cubicBezTo>
                  <a:cubicBezTo>
                    <a:pt x="105" y="443"/>
                    <a:pt x="128" y="474"/>
                    <a:pt x="146" y="504"/>
                  </a:cubicBezTo>
                  <a:cubicBezTo>
                    <a:pt x="161" y="528"/>
                    <a:pt x="174" y="551"/>
                    <a:pt x="181" y="567"/>
                  </a:cubicBezTo>
                  <a:cubicBezTo>
                    <a:pt x="210" y="635"/>
                    <a:pt x="214" y="660"/>
                    <a:pt x="215" y="667"/>
                  </a:cubicBezTo>
                  <a:cubicBezTo>
                    <a:pt x="215" y="660"/>
                    <a:pt x="220" y="635"/>
                    <a:pt x="248" y="567"/>
                  </a:cubicBezTo>
                  <a:cubicBezTo>
                    <a:pt x="254" y="552"/>
                    <a:pt x="266" y="532"/>
                    <a:pt x="279" y="510"/>
                  </a:cubicBezTo>
                  <a:cubicBezTo>
                    <a:pt x="299" y="479"/>
                    <a:pt x="323" y="444"/>
                    <a:pt x="342" y="420"/>
                  </a:cubicBezTo>
                  <a:cubicBezTo>
                    <a:pt x="356" y="402"/>
                    <a:pt x="410" y="340"/>
                    <a:pt x="422" y="267"/>
                  </a:cubicBezTo>
                  <a:cubicBezTo>
                    <a:pt x="426" y="249"/>
                    <a:pt x="429" y="231"/>
                    <a:pt x="429" y="212"/>
                  </a:cubicBezTo>
                  <a:cubicBezTo>
                    <a:pt x="429" y="95"/>
                    <a:pt x="333" y="0"/>
                    <a:pt x="215" y="0"/>
                  </a:cubicBezTo>
                  <a:close/>
                </a:path>
              </a:pathLst>
            </a:custGeom>
            <a:solidFill>
              <a:srgbClr val="37B0E8"/>
            </a:solidFill>
            <a:ln w="635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endParaRPr>
            </a:p>
          </p:txBody>
        </p:sp>
        <p:sp>
          <p:nvSpPr>
            <p:cNvPr id="91" name="Oval 7"/>
            <p:cNvSpPr>
              <a:spLocks noChangeArrowheads="1"/>
            </p:cNvSpPr>
            <p:nvPr/>
          </p:nvSpPr>
          <p:spPr bwMode="auto">
            <a:xfrm>
              <a:off x="3403751" y="2509838"/>
              <a:ext cx="173624" cy="172628"/>
            </a:xfrm>
            <a:prstGeom prst="ellipse">
              <a:avLst/>
            </a:prstGeom>
            <a:solidFill>
              <a:schemeClr val="bg1"/>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rPr>
                <a:t> </a:t>
              </a:r>
              <a:endParaRPr lang="zh-CN" altLang="en-US" dirty="0">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endParaRPr>
            </a:p>
          </p:txBody>
        </p:sp>
        <p:sp>
          <p:nvSpPr>
            <p:cNvPr id="92" name="Freeform 6"/>
            <p:cNvSpPr>
              <a:spLocks noEditPoints="1"/>
            </p:cNvSpPr>
            <p:nvPr/>
          </p:nvSpPr>
          <p:spPr bwMode="auto">
            <a:xfrm rot="10800000">
              <a:off x="3373489" y="2853628"/>
              <a:ext cx="233909" cy="374908"/>
            </a:xfrm>
            <a:custGeom>
              <a:avLst/>
              <a:gdLst>
                <a:gd name="T0" fmla="*/ 215 w 429"/>
                <a:gd name="T1" fmla="*/ 670 h 670"/>
                <a:gd name="T2" fmla="*/ 215 w 429"/>
                <a:gd name="T3" fmla="*/ 667 h 670"/>
                <a:gd name="T4" fmla="*/ 215 w 429"/>
                <a:gd name="T5" fmla="*/ 670 h 670"/>
                <a:gd name="T6" fmla="*/ 215 w 429"/>
                <a:gd name="T7" fmla="*/ 0 h 670"/>
                <a:gd name="T8" fmla="*/ 0 w 429"/>
                <a:gd name="T9" fmla="*/ 212 h 670"/>
                <a:gd name="T10" fmla="*/ 7 w 429"/>
                <a:gd name="T11" fmla="*/ 267 h 670"/>
                <a:gd name="T12" fmla="*/ 88 w 429"/>
                <a:gd name="T13" fmla="*/ 420 h 670"/>
                <a:gd name="T14" fmla="*/ 146 w 429"/>
                <a:gd name="T15" fmla="*/ 504 h 670"/>
                <a:gd name="T16" fmla="*/ 181 w 429"/>
                <a:gd name="T17" fmla="*/ 567 h 670"/>
                <a:gd name="T18" fmla="*/ 215 w 429"/>
                <a:gd name="T19" fmla="*/ 667 h 670"/>
                <a:gd name="T20" fmla="*/ 248 w 429"/>
                <a:gd name="T21" fmla="*/ 567 h 670"/>
                <a:gd name="T22" fmla="*/ 279 w 429"/>
                <a:gd name="T23" fmla="*/ 510 h 670"/>
                <a:gd name="T24" fmla="*/ 342 w 429"/>
                <a:gd name="T25" fmla="*/ 420 h 670"/>
                <a:gd name="T26" fmla="*/ 422 w 429"/>
                <a:gd name="T27" fmla="*/ 267 h 670"/>
                <a:gd name="T28" fmla="*/ 429 w 429"/>
                <a:gd name="T29" fmla="*/ 212 h 670"/>
                <a:gd name="T30" fmla="*/ 215 w 429"/>
                <a:gd name="T31" fmla="*/ 0 h 6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29" h="670">
                  <a:moveTo>
                    <a:pt x="215" y="670"/>
                  </a:moveTo>
                  <a:cubicBezTo>
                    <a:pt x="215" y="670"/>
                    <a:pt x="215" y="670"/>
                    <a:pt x="215" y="667"/>
                  </a:cubicBezTo>
                  <a:cubicBezTo>
                    <a:pt x="214" y="670"/>
                    <a:pt x="215" y="670"/>
                    <a:pt x="215" y="670"/>
                  </a:cubicBezTo>
                  <a:close/>
                  <a:moveTo>
                    <a:pt x="215" y="0"/>
                  </a:moveTo>
                  <a:cubicBezTo>
                    <a:pt x="96" y="0"/>
                    <a:pt x="0" y="95"/>
                    <a:pt x="0" y="212"/>
                  </a:cubicBezTo>
                  <a:cubicBezTo>
                    <a:pt x="0" y="231"/>
                    <a:pt x="3" y="249"/>
                    <a:pt x="7" y="267"/>
                  </a:cubicBezTo>
                  <a:cubicBezTo>
                    <a:pt x="20" y="340"/>
                    <a:pt x="73" y="402"/>
                    <a:pt x="88" y="420"/>
                  </a:cubicBezTo>
                  <a:cubicBezTo>
                    <a:pt x="105" y="443"/>
                    <a:pt x="128" y="474"/>
                    <a:pt x="146" y="504"/>
                  </a:cubicBezTo>
                  <a:cubicBezTo>
                    <a:pt x="161" y="528"/>
                    <a:pt x="174" y="551"/>
                    <a:pt x="181" y="567"/>
                  </a:cubicBezTo>
                  <a:cubicBezTo>
                    <a:pt x="210" y="635"/>
                    <a:pt x="214" y="660"/>
                    <a:pt x="215" y="667"/>
                  </a:cubicBezTo>
                  <a:cubicBezTo>
                    <a:pt x="215" y="660"/>
                    <a:pt x="220" y="635"/>
                    <a:pt x="248" y="567"/>
                  </a:cubicBezTo>
                  <a:cubicBezTo>
                    <a:pt x="254" y="552"/>
                    <a:pt x="266" y="532"/>
                    <a:pt x="279" y="510"/>
                  </a:cubicBezTo>
                  <a:cubicBezTo>
                    <a:pt x="299" y="479"/>
                    <a:pt x="323" y="444"/>
                    <a:pt x="342" y="420"/>
                  </a:cubicBezTo>
                  <a:cubicBezTo>
                    <a:pt x="356" y="402"/>
                    <a:pt x="410" y="340"/>
                    <a:pt x="422" y="267"/>
                  </a:cubicBezTo>
                  <a:cubicBezTo>
                    <a:pt x="426" y="249"/>
                    <a:pt x="429" y="231"/>
                    <a:pt x="429" y="212"/>
                  </a:cubicBezTo>
                  <a:cubicBezTo>
                    <a:pt x="429" y="95"/>
                    <a:pt x="333" y="0"/>
                    <a:pt x="215" y="0"/>
                  </a:cubicBezTo>
                  <a:close/>
                </a:path>
              </a:pathLst>
            </a:custGeom>
            <a:noFill/>
            <a:ln w="12700">
              <a:noFill/>
            </a:ln>
            <a:effectLst>
              <a:innerShdw blurRad="63500" dist="25400" dir="156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endParaRPr>
            </a:p>
          </p:txBody>
        </p:sp>
      </p:grpSp>
      <p:sp>
        <p:nvSpPr>
          <p:cNvPr id="93" name="TextBox 92"/>
          <p:cNvSpPr txBox="1"/>
          <p:nvPr/>
        </p:nvSpPr>
        <p:spPr>
          <a:xfrm>
            <a:off x="4288422" y="2378730"/>
            <a:ext cx="301686" cy="246221"/>
          </a:xfrm>
          <a:prstGeom prst="rect">
            <a:avLst/>
          </a:prstGeom>
          <a:noFill/>
        </p:spPr>
        <p:txBody>
          <a:bodyPr wrap="none" rtlCol="0">
            <a:spAutoFit/>
          </a:bodyPr>
          <a:lstStyle/>
          <a:p>
            <a:pPr algn="ctr"/>
            <a:r>
              <a:rPr lang="en-US" altLang="zh-CN" sz="1000" dirty="0">
                <a:solidFill>
                  <a:srgbClr val="37B0E8"/>
                </a:solidFill>
                <a:latin typeface="Impact" pitchFamily="34" charset="0"/>
              </a:rPr>
              <a:t>01</a:t>
            </a:r>
            <a:endParaRPr lang="zh-CN" altLang="en-US" sz="1000" dirty="0">
              <a:solidFill>
                <a:srgbClr val="37B0E8"/>
              </a:solidFill>
              <a:latin typeface="Impact" pitchFamily="34" charset="0"/>
            </a:endParaRPr>
          </a:p>
        </p:txBody>
      </p:sp>
      <p:sp>
        <p:nvSpPr>
          <p:cNvPr id="94" name="Rectangle 66"/>
          <p:cNvSpPr>
            <a:spLocks noChangeArrowheads="1"/>
          </p:cNvSpPr>
          <p:nvPr/>
        </p:nvSpPr>
        <p:spPr bwMode="auto">
          <a:xfrm>
            <a:off x="6104166" y="2113626"/>
            <a:ext cx="277526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lvl="0" algn="just" fontAlgn="base">
              <a:spcBef>
                <a:spcPct val="0"/>
              </a:spcBef>
              <a:spcAft>
                <a:spcPct val="0"/>
              </a:spcAft>
            </a:pPr>
            <a:r>
              <a:rPr lang="zh-CN" altLang="en-US" sz="1000" dirty="0">
                <a:solidFill>
                  <a:schemeClr val="tx1">
                    <a:lumMod val="65000"/>
                    <a:lumOff val="35000"/>
                  </a:schemeClr>
                </a:solidFill>
                <a:latin typeface="Arial" pitchFamily="34" charset="0"/>
                <a:ea typeface="微软雅黑" pitchFamily="34" charset="-122"/>
              </a:rPr>
              <a:t>此处可输入相关说明文本内容，或者复制文本内容后粘贴，并选择只保留文字。文本内容建议简洁明了、提纲挈领，尽量保持整体风格统一。</a:t>
            </a:r>
            <a:endParaRPr lang="zh-CN" altLang="zh-CN" sz="1000" dirty="0">
              <a:solidFill>
                <a:schemeClr val="tx1">
                  <a:lumMod val="65000"/>
                  <a:lumOff val="35000"/>
                </a:schemeClr>
              </a:solidFill>
              <a:latin typeface="Arial" pitchFamily="34" charset="0"/>
              <a:ea typeface="微软雅黑" pitchFamily="34" charset="-122"/>
            </a:endParaRPr>
          </a:p>
        </p:txBody>
      </p:sp>
      <p:sp>
        <p:nvSpPr>
          <p:cNvPr id="95" name="圆角矩形 94"/>
          <p:cNvSpPr/>
          <p:nvPr/>
        </p:nvSpPr>
        <p:spPr>
          <a:xfrm>
            <a:off x="6104166" y="1783203"/>
            <a:ext cx="1052375" cy="246226"/>
          </a:xfrm>
          <a:prstGeom prst="roundRect">
            <a:avLst>
              <a:gd name="adj" fmla="val 0"/>
            </a:avLst>
          </a:prstGeom>
          <a:solidFill>
            <a:schemeClr val="bg1"/>
          </a:solidFill>
          <a:ln w="6350" cap="flat">
            <a:solidFill>
              <a:schemeClr val="bg1">
                <a:lumMod val="85000"/>
              </a:schemeClr>
            </a:solidFill>
            <a:prstDash val="solid"/>
            <a:miter lim="800000"/>
          </a:ln>
        </p:spPr>
        <p:txBody>
          <a:bodyPr vert="horz" wrap="square" lIns="91440" tIns="45720" rIns="91440" bIns="45720" numCol="1" anchor="ctr" anchorCtr="0" compatLnSpc="1"/>
          <a:lstStyle/>
          <a:p>
            <a:pPr algn="ctr"/>
            <a:r>
              <a:rPr lang="en-US" altLang="zh-CN" sz="1000" dirty="0">
                <a:ln w="6350">
                  <a:noFill/>
                </a:ln>
                <a:solidFill>
                  <a:schemeClr val="tx1">
                    <a:lumMod val="65000"/>
                    <a:lumOff val="35000"/>
                  </a:schemeClr>
                </a:solidFill>
                <a:latin typeface="Impact" pitchFamily="34" charset="0"/>
                <a:ea typeface="微软雅黑" pitchFamily="34" charset="-122"/>
              </a:rPr>
              <a:t>01 </a:t>
            </a:r>
            <a:r>
              <a:rPr lang="zh-CN" altLang="en-US" sz="1000" dirty="0">
                <a:ln w="6350">
                  <a:noFill/>
                </a:ln>
                <a:solidFill>
                  <a:schemeClr val="tx1">
                    <a:lumMod val="65000"/>
                    <a:lumOff val="35000"/>
                  </a:schemeClr>
                </a:solidFill>
                <a:latin typeface="Impact" pitchFamily="34" charset="0"/>
                <a:ea typeface="微软雅黑" pitchFamily="34" charset="-122"/>
              </a:rPr>
              <a:t>添加关键词</a:t>
            </a:r>
          </a:p>
        </p:txBody>
      </p:sp>
      <p:sp>
        <p:nvSpPr>
          <p:cNvPr id="96" name="Rectangle 66"/>
          <p:cNvSpPr>
            <a:spLocks noChangeArrowheads="1"/>
          </p:cNvSpPr>
          <p:nvPr/>
        </p:nvSpPr>
        <p:spPr bwMode="auto">
          <a:xfrm>
            <a:off x="6104166" y="3049730"/>
            <a:ext cx="277526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lvl="0" algn="just" fontAlgn="base">
              <a:spcBef>
                <a:spcPct val="0"/>
              </a:spcBef>
              <a:spcAft>
                <a:spcPct val="0"/>
              </a:spcAft>
            </a:pPr>
            <a:r>
              <a:rPr lang="zh-CN" altLang="en-US" sz="1000" dirty="0">
                <a:solidFill>
                  <a:schemeClr val="tx1">
                    <a:lumMod val="65000"/>
                    <a:lumOff val="35000"/>
                  </a:schemeClr>
                </a:solidFill>
                <a:latin typeface="Arial" pitchFamily="34" charset="0"/>
                <a:ea typeface="微软雅黑" pitchFamily="34" charset="-122"/>
              </a:rPr>
              <a:t>此处可输入相关说明文本内容，或者复制文本内容后粘贴，并选择只保留文字。文本内容建议简洁明了、提纲挈领，尽量保持整体风格统一。</a:t>
            </a:r>
            <a:endParaRPr lang="zh-CN" altLang="zh-CN" sz="1000" dirty="0">
              <a:solidFill>
                <a:schemeClr val="tx1">
                  <a:lumMod val="65000"/>
                  <a:lumOff val="35000"/>
                </a:schemeClr>
              </a:solidFill>
              <a:latin typeface="Arial" pitchFamily="34" charset="0"/>
              <a:ea typeface="微软雅黑" pitchFamily="34" charset="-122"/>
            </a:endParaRPr>
          </a:p>
        </p:txBody>
      </p:sp>
      <p:sp>
        <p:nvSpPr>
          <p:cNvPr id="97" name="圆角矩形 96"/>
          <p:cNvSpPr/>
          <p:nvPr/>
        </p:nvSpPr>
        <p:spPr>
          <a:xfrm>
            <a:off x="6104166" y="2719307"/>
            <a:ext cx="1052375" cy="246226"/>
          </a:xfrm>
          <a:prstGeom prst="roundRect">
            <a:avLst>
              <a:gd name="adj" fmla="val 0"/>
            </a:avLst>
          </a:prstGeom>
          <a:solidFill>
            <a:schemeClr val="bg1"/>
          </a:solidFill>
          <a:ln w="6350" cap="flat">
            <a:solidFill>
              <a:schemeClr val="bg1">
                <a:lumMod val="85000"/>
              </a:schemeClr>
            </a:solidFill>
            <a:prstDash val="solid"/>
            <a:miter lim="800000"/>
          </a:ln>
        </p:spPr>
        <p:txBody>
          <a:bodyPr vert="horz" wrap="square" lIns="91440" tIns="45720" rIns="91440" bIns="45720" numCol="1" anchor="ctr" anchorCtr="0" compatLnSpc="1"/>
          <a:lstStyle/>
          <a:p>
            <a:pPr algn="ctr"/>
            <a:r>
              <a:rPr lang="en-US" altLang="zh-CN" sz="1000" dirty="0">
                <a:ln w="6350">
                  <a:noFill/>
                </a:ln>
                <a:solidFill>
                  <a:schemeClr val="tx1">
                    <a:lumMod val="65000"/>
                    <a:lumOff val="35000"/>
                  </a:schemeClr>
                </a:solidFill>
                <a:latin typeface="Impact" pitchFamily="34" charset="0"/>
                <a:ea typeface="微软雅黑" pitchFamily="34" charset="-122"/>
              </a:rPr>
              <a:t>02 </a:t>
            </a:r>
            <a:r>
              <a:rPr lang="zh-CN" altLang="en-US" sz="1000" dirty="0">
                <a:ln w="6350">
                  <a:noFill/>
                </a:ln>
                <a:solidFill>
                  <a:schemeClr val="tx1">
                    <a:lumMod val="65000"/>
                    <a:lumOff val="35000"/>
                  </a:schemeClr>
                </a:solidFill>
                <a:latin typeface="Impact" pitchFamily="34" charset="0"/>
                <a:ea typeface="微软雅黑" pitchFamily="34" charset="-122"/>
              </a:rPr>
              <a:t>添加关键词</a:t>
            </a:r>
          </a:p>
        </p:txBody>
      </p:sp>
      <p:sp>
        <p:nvSpPr>
          <p:cNvPr id="98" name="Rectangle 66"/>
          <p:cNvSpPr>
            <a:spLocks noChangeArrowheads="1"/>
          </p:cNvSpPr>
          <p:nvPr/>
        </p:nvSpPr>
        <p:spPr bwMode="auto">
          <a:xfrm>
            <a:off x="6104166" y="3985834"/>
            <a:ext cx="277526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lvl="0" algn="just" fontAlgn="base">
              <a:spcBef>
                <a:spcPct val="0"/>
              </a:spcBef>
              <a:spcAft>
                <a:spcPct val="0"/>
              </a:spcAft>
            </a:pPr>
            <a:r>
              <a:rPr lang="zh-CN" altLang="en-US" sz="1000" dirty="0">
                <a:solidFill>
                  <a:schemeClr val="tx1">
                    <a:lumMod val="65000"/>
                    <a:lumOff val="35000"/>
                  </a:schemeClr>
                </a:solidFill>
                <a:latin typeface="Arial" pitchFamily="34" charset="0"/>
                <a:ea typeface="微软雅黑" pitchFamily="34" charset="-122"/>
              </a:rPr>
              <a:t>此处可输入相关说明文本内容，或者复制文本内容后粘贴，并选择只保留文字。文本内容建议简洁明了、提纲挈领，尽量保持整体风格统一。</a:t>
            </a:r>
            <a:endParaRPr lang="zh-CN" altLang="zh-CN" sz="1000" dirty="0">
              <a:solidFill>
                <a:schemeClr val="tx1">
                  <a:lumMod val="65000"/>
                  <a:lumOff val="35000"/>
                </a:schemeClr>
              </a:solidFill>
              <a:latin typeface="Arial" pitchFamily="34" charset="0"/>
              <a:ea typeface="微软雅黑" pitchFamily="34" charset="-122"/>
            </a:endParaRPr>
          </a:p>
        </p:txBody>
      </p:sp>
      <p:sp>
        <p:nvSpPr>
          <p:cNvPr id="99" name="圆角矩形 98"/>
          <p:cNvSpPr/>
          <p:nvPr/>
        </p:nvSpPr>
        <p:spPr>
          <a:xfrm>
            <a:off x="6104166" y="3655411"/>
            <a:ext cx="1052375" cy="246226"/>
          </a:xfrm>
          <a:prstGeom prst="roundRect">
            <a:avLst>
              <a:gd name="adj" fmla="val 0"/>
            </a:avLst>
          </a:prstGeom>
          <a:solidFill>
            <a:schemeClr val="bg1"/>
          </a:solidFill>
          <a:ln w="6350" cap="flat">
            <a:solidFill>
              <a:schemeClr val="bg1">
                <a:lumMod val="85000"/>
              </a:schemeClr>
            </a:solidFill>
            <a:prstDash val="solid"/>
            <a:miter lim="800000"/>
          </a:ln>
        </p:spPr>
        <p:txBody>
          <a:bodyPr vert="horz" wrap="square" lIns="91440" tIns="45720" rIns="91440" bIns="45720" numCol="1" anchor="ctr" anchorCtr="0" compatLnSpc="1"/>
          <a:lstStyle/>
          <a:p>
            <a:pPr algn="ctr"/>
            <a:r>
              <a:rPr lang="en-US" altLang="zh-CN" sz="1000" dirty="0">
                <a:ln w="6350">
                  <a:noFill/>
                </a:ln>
                <a:solidFill>
                  <a:schemeClr val="tx1">
                    <a:lumMod val="65000"/>
                    <a:lumOff val="35000"/>
                  </a:schemeClr>
                </a:solidFill>
                <a:latin typeface="Impact" pitchFamily="34" charset="0"/>
                <a:ea typeface="微软雅黑" pitchFamily="34" charset="-122"/>
              </a:rPr>
              <a:t>03 </a:t>
            </a:r>
            <a:r>
              <a:rPr lang="zh-CN" altLang="en-US" sz="1000" dirty="0">
                <a:ln w="6350">
                  <a:noFill/>
                </a:ln>
                <a:solidFill>
                  <a:schemeClr val="tx1">
                    <a:lumMod val="65000"/>
                    <a:lumOff val="35000"/>
                  </a:schemeClr>
                </a:solidFill>
                <a:latin typeface="Impact" pitchFamily="34" charset="0"/>
                <a:ea typeface="微软雅黑" pitchFamily="34" charset="-122"/>
              </a:rPr>
              <a:t>添加关键词</a:t>
            </a:r>
          </a:p>
        </p:txBody>
      </p:sp>
      <p:grpSp>
        <p:nvGrpSpPr>
          <p:cNvPr id="100" name="组合 99"/>
          <p:cNvGrpSpPr/>
          <p:nvPr/>
        </p:nvGrpSpPr>
        <p:grpSpPr>
          <a:xfrm>
            <a:off x="4628718" y="3235750"/>
            <a:ext cx="280858" cy="897833"/>
            <a:chOff x="3373489" y="2480788"/>
            <a:chExt cx="233909" cy="747748"/>
          </a:xfrm>
        </p:grpSpPr>
        <p:sp>
          <p:nvSpPr>
            <p:cNvPr id="101" name="Freeform 6"/>
            <p:cNvSpPr>
              <a:spLocks noEditPoints="1"/>
            </p:cNvSpPr>
            <p:nvPr/>
          </p:nvSpPr>
          <p:spPr bwMode="auto">
            <a:xfrm>
              <a:off x="3373489" y="2480788"/>
              <a:ext cx="233909" cy="374908"/>
            </a:xfrm>
            <a:custGeom>
              <a:avLst/>
              <a:gdLst>
                <a:gd name="T0" fmla="*/ 215 w 429"/>
                <a:gd name="T1" fmla="*/ 670 h 670"/>
                <a:gd name="T2" fmla="*/ 215 w 429"/>
                <a:gd name="T3" fmla="*/ 667 h 670"/>
                <a:gd name="T4" fmla="*/ 215 w 429"/>
                <a:gd name="T5" fmla="*/ 670 h 670"/>
                <a:gd name="T6" fmla="*/ 215 w 429"/>
                <a:gd name="T7" fmla="*/ 0 h 670"/>
                <a:gd name="T8" fmla="*/ 0 w 429"/>
                <a:gd name="T9" fmla="*/ 212 h 670"/>
                <a:gd name="T10" fmla="*/ 7 w 429"/>
                <a:gd name="T11" fmla="*/ 267 h 670"/>
                <a:gd name="T12" fmla="*/ 88 w 429"/>
                <a:gd name="T13" fmla="*/ 420 h 670"/>
                <a:gd name="T14" fmla="*/ 146 w 429"/>
                <a:gd name="T15" fmla="*/ 504 h 670"/>
                <a:gd name="T16" fmla="*/ 181 w 429"/>
                <a:gd name="T17" fmla="*/ 567 h 670"/>
                <a:gd name="T18" fmla="*/ 215 w 429"/>
                <a:gd name="T19" fmla="*/ 667 h 670"/>
                <a:gd name="T20" fmla="*/ 248 w 429"/>
                <a:gd name="T21" fmla="*/ 567 h 670"/>
                <a:gd name="T22" fmla="*/ 279 w 429"/>
                <a:gd name="T23" fmla="*/ 510 h 670"/>
                <a:gd name="T24" fmla="*/ 342 w 429"/>
                <a:gd name="T25" fmla="*/ 420 h 670"/>
                <a:gd name="T26" fmla="*/ 422 w 429"/>
                <a:gd name="T27" fmla="*/ 267 h 670"/>
                <a:gd name="T28" fmla="*/ 429 w 429"/>
                <a:gd name="T29" fmla="*/ 212 h 670"/>
                <a:gd name="T30" fmla="*/ 215 w 429"/>
                <a:gd name="T31" fmla="*/ 0 h 6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29" h="670">
                  <a:moveTo>
                    <a:pt x="215" y="670"/>
                  </a:moveTo>
                  <a:cubicBezTo>
                    <a:pt x="215" y="670"/>
                    <a:pt x="215" y="670"/>
                    <a:pt x="215" y="667"/>
                  </a:cubicBezTo>
                  <a:cubicBezTo>
                    <a:pt x="214" y="670"/>
                    <a:pt x="215" y="670"/>
                    <a:pt x="215" y="670"/>
                  </a:cubicBezTo>
                  <a:close/>
                  <a:moveTo>
                    <a:pt x="215" y="0"/>
                  </a:moveTo>
                  <a:cubicBezTo>
                    <a:pt x="96" y="0"/>
                    <a:pt x="0" y="95"/>
                    <a:pt x="0" y="212"/>
                  </a:cubicBezTo>
                  <a:cubicBezTo>
                    <a:pt x="0" y="231"/>
                    <a:pt x="3" y="249"/>
                    <a:pt x="7" y="267"/>
                  </a:cubicBezTo>
                  <a:cubicBezTo>
                    <a:pt x="20" y="340"/>
                    <a:pt x="73" y="402"/>
                    <a:pt x="88" y="420"/>
                  </a:cubicBezTo>
                  <a:cubicBezTo>
                    <a:pt x="105" y="443"/>
                    <a:pt x="128" y="474"/>
                    <a:pt x="146" y="504"/>
                  </a:cubicBezTo>
                  <a:cubicBezTo>
                    <a:pt x="161" y="528"/>
                    <a:pt x="174" y="551"/>
                    <a:pt x="181" y="567"/>
                  </a:cubicBezTo>
                  <a:cubicBezTo>
                    <a:pt x="210" y="635"/>
                    <a:pt x="214" y="660"/>
                    <a:pt x="215" y="667"/>
                  </a:cubicBezTo>
                  <a:cubicBezTo>
                    <a:pt x="215" y="660"/>
                    <a:pt x="220" y="635"/>
                    <a:pt x="248" y="567"/>
                  </a:cubicBezTo>
                  <a:cubicBezTo>
                    <a:pt x="254" y="552"/>
                    <a:pt x="266" y="532"/>
                    <a:pt x="279" y="510"/>
                  </a:cubicBezTo>
                  <a:cubicBezTo>
                    <a:pt x="299" y="479"/>
                    <a:pt x="323" y="444"/>
                    <a:pt x="342" y="420"/>
                  </a:cubicBezTo>
                  <a:cubicBezTo>
                    <a:pt x="356" y="402"/>
                    <a:pt x="410" y="340"/>
                    <a:pt x="422" y="267"/>
                  </a:cubicBezTo>
                  <a:cubicBezTo>
                    <a:pt x="426" y="249"/>
                    <a:pt x="429" y="231"/>
                    <a:pt x="429" y="212"/>
                  </a:cubicBezTo>
                  <a:cubicBezTo>
                    <a:pt x="429" y="95"/>
                    <a:pt x="333" y="0"/>
                    <a:pt x="215" y="0"/>
                  </a:cubicBezTo>
                  <a:close/>
                </a:path>
              </a:pathLst>
            </a:custGeom>
            <a:solidFill>
              <a:srgbClr val="37B0E8"/>
            </a:solidFill>
            <a:ln w="635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endParaRPr>
            </a:p>
          </p:txBody>
        </p:sp>
        <p:sp>
          <p:nvSpPr>
            <p:cNvPr id="102" name="Oval 7"/>
            <p:cNvSpPr>
              <a:spLocks noChangeArrowheads="1"/>
            </p:cNvSpPr>
            <p:nvPr/>
          </p:nvSpPr>
          <p:spPr bwMode="auto">
            <a:xfrm>
              <a:off x="3403751" y="2509838"/>
              <a:ext cx="173624" cy="172628"/>
            </a:xfrm>
            <a:prstGeom prst="ellipse">
              <a:avLst/>
            </a:prstGeom>
            <a:solidFill>
              <a:schemeClr val="bg1"/>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rPr>
                <a:t> </a:t>
              </a:r>
              <a:endParaRPr lang="zh-CN" altLang="en-US" dirty="0">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endParaRPr>
            </a:p>
          </p:txBody>
        </p:sp>
        <p:sp>
          <p:nvSpPr>
            <p:cNvPr id="103" name="Freeform 6"/>
            <p:cNvSpPr>
              <a:spLocks noEditPoints="1"/>
            </p:cNvSpPr>
            <p:nvPr/>
          </p:nvSpPr>
          <p:spPr bwMode="auto">
            <a:xfrm rot="10800000">
              <a:off x="3373489" y="2853628"/>
              <a:ext cx="233909" cy="374908"/>
            </a:xfrm>
            <a:custGeom>
              <a:avLst/>
              <a:gdLst>
                <a:gd name="T0" fmla="*/ 215 w 429"/>
                <a:gd name="T1" fmla="*/ 670 h 670"/>
                <a:gd name="T2" fmla="*/ 215 w 429"/>
                <a:gd name="T3" fmla="*/ 667 h 670"/>
                <a:gd name="T4" fmla="*/ 215 w 429"/>
                <a:gd name="T5" fmla="*/ 670 h 670"/>
                <a:gd name="T6" fmla="*/ 215 w 429"/>
                <a:gd name="T7" fmla="*/ 0 h 670"/>
                <a:gd name="T8" fmla="*/ 0 w 429"/>
                <a:gd name="T9" fmla="*/ 212 h 670"/>
                <a:gd name="T10" fmla="*/ 7 w 429"/>
                <a:gd name="T11" fmla="*/ 267 h 670"/>
                <a:gd name="T12" fmla="*/ 88 w 429"/>
                <a:gd name="T13" fmla="*/ 420 h 670"/>
                <a:gd name="T14" fmla="*/ 146 w 429"/>
                <a:gd name="T15" fmla="*/ 504 h 670"/>
                <a:gd name="T16" fmla="*/ 181 w 429"/>
                <a:gd name="T17" fmla="*/ 567 h 670"/>
                <a:gd name="T18" fmla="*/ 215 w 429"/>
                <a:gd name="T19" fmla="*/ 667 h 670"/>
                <a:gd name="T20" fmla="*/ 248 w 429"/>
                <a:gd name="T21" fmla="*/ 567 h 670"/>
                <a:gd name="T22" fmla="*/ 279 w 429"/>
                <a:gd name="T23" fmla="*/ 510 h 670"/>
                <a:gd name="T24" fmla="*/ 342 w 429"/>
                <a:gd name="T25" fmla="*/ 420 h 670"/>
                <a:gd name="T26" fmla="*/ 422 w 429"/>
                <a:gd name="T27" fmla="*/ 267 h 670"/>
                <a:gd name="T28" fmla="*/ 429 w 429"/>
                <a:gd name="T29" fmla="*/ 212 h 670"/>
                <a:gd name="T30" fmla="*/ 215 w 429"/>
                <a:gd name="T31" fmla="*/ 0 h 6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29" h="670">
                  <a:moveTo>
                    <a:pt x="215" y="670"/>
                  </a:moveTo>
                  <a:cubicBezTo>
                    <a:pt x="215" y="670"/>
                    <a:pt x="215" y="670"/>
                    <a:pt x="215" y="667"/>
                  </a:cubicBezTo>
                  <a:cubicBezTo>
                    <a:pt x="214" y="670"/>
                    <a:pt x="215" y="670"/>
                    <a:pt x="215" y="670"/>
                  </a:cubicBezTo>
                  <a:close/>
                  <a:moveTo>
                    <a:pt x="215" y="0"/>
                  </a:moveTo>
                  <a:cubicBezTo>
                    <a:pt x="96" y="0"/>
                    <a:pt x="0" y="95"/>
                    <a:pt x="0" y="212"/>
                  </a:cubicBezTo>
                  <a:cubicBezTo>
                    <a:pt x="0" y="231"/>
                    <a:pt x="3" y="249"/>
                    <a:pt x="7" y="267"/>
                  </a:cubicBezTo>
                  <a:cubicBezTo>
                    <a:pt x="20" y="340"/>
                    <a:pt x="73" y="402"/>
                    <a:pt x="88" y="420"/>
                  </a:cubicBezTo>
                  <a:cubicBezTo>
                    <a:pt x="105" y="443"/>
                    <a:pt x="128" y="474"/>
                    <a:pt x="146" y="504"/>
                  </a:cubicBezTo>
                  <a:cubicBezTo>
                    <a:pt x="161" y="528"/>
                    <a:pt x="174" y="551"/>
                    <a:pt x="181" y="567"/>
                  </a:cubicBezTo>
                  <a:cubicBezTo>
                    <a:pt x="210" y="635"/>
                    <a:pt x="214" y="660"/>
                    <a:pt x="215" y="667"/>
                  </a:cubicBezTo>
                  <a:cubicBezTo>
                    <a:pt x="215" y="660"/>
                    <a:pt x="220" y="635"/>
                    <a:pt x="248" y="567"/>
                  </a:cubicBezTo>
                  <a:cubicBezTo>
                    <a:pt x="254" y="552"/>
                    <a:pt x="266" y="532"/>
                    <a:pt x="279" y="510"/>
                  </a:cubicBezTo>
                  <a:cubicBezTo>
                    <a:pt x="299" y="479"/>
                    <a:pt x="323" y="444"/>
                    <a:pt x="342" y="420"/>
                  </a:cubicBezTo>
                  <a:cubicBezTo>
                    <a:pt x="356" y="402"/>
                    <a:pt x="410" y="340"/>
                    <a:pt x="422" y="267"/>
                  </a:cubicBezTo>
                  <a:cubicBezTo>
                    <a:pt x="426" y="249"/>
                    <a:pt x="429" y="231"/>
                    <a:pt x="429" y="212"/>
                  </a:cubicBezTo>
                  <a:cubicBezTo>
                    <a:pt x="429" y="95"/>
                    <a:pt x="333" y="0"/>
                    <a:pt x="215" y="0"/>
                  </a:cubicBezTo>
                  <a:close/>
                </a:path>
              </a:pathLst>
            </a:custGeom>
            <a:noFill/>
            <a:ln w="12700">
              <a:noFill/>
            </a:ln>
            <a:effectLst>
              <a:innerShdw blurRad="63500" dist="25400" dir="156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endParaRPr>
            </a:p>
          </p:txBody>
        </p:sp>
      </p:grpSp>
      <p:sp>
        <p:nvSpPr>
          <p:cNvPr id="104" name="TextBox 103"/>
          <p:cNvSpPr txBox="1"/>
          <p:nvPr/>
        </p:nvSpPr>
        <p:spPr>
          <a:xfrm>
            <a:off x="4610933" y="3253848"/>
            <a:ext cx="320922" cy="246221"/>
          </a:xfrm>
          <a:prstGeom prst="rect">
            <a:avLst/>
          </a:prstGeom>
          <a:noFill/>
        </p:spPr>
        <p:txBody>
          <a:bodyPr wrap="none" rtlCol="0">
            <a:spAutoFit/>
          </a:bodyPr>
          <a:lstStyle/>
          <a:p>
            <a:pPr algn="ctr"/>
            <a:r>
              <a:rPr lang="en-US" altLang="zh-CN" sz="1000" dirty="0">
                <a:solidFill>
                  <a:srgbClr val="37B0E8"/>
                </a:solidFill>
                <a:latin typeface="Impact" pitchFamily="34" charset="0"/>
              </a:rPr>
              <a:t>03</a:t>
            </a:r>
            <a:endParaRPr lang="zh-CN" altLang="en-US" sz="1000" dirty="0">
              <a:solidFill>
                <a:srgbClr val="37B0E8"/>
              </a:solidFill>
              <a:latin typeface="Impact" pitchFamily="34" charset="0"/>
            </a:endParaRPr>
          </a:p>
        </p:txBody>
      </p:sp>
      <p:grpSp>
        <p:nvGrpSpPr>
          <p:cNvPr id="105" name="组合 104"/>
          <p:cNvGrpSpPr/>
          <p:nvPr/>
        </p:nvGrpSpPr>
        <p:grpSpPr>
          <a:xfrm>
            <a:off x="3524214" y="3057057"/>
            <a:ext cx="280858" cy="897833"/>
            <a:chOff x="3373489" y="2480788"/>
            <a:chExt cx="233909" cy="747748"/>
          </a:xfrm>
        </p:grpSpPr>
        <p:sp>
          <p:nvSpPr>
            <p:cNvPr id="106" name="Freeform 6"/>
            <p:cNvSpPr>
              <a:spLocks noEditPoints="1"/>
            </p:cNvSpPr>
            <p:nvPr/>
          </p:nvSpPr>
          <p:spPr bwMode="auto">
            <a:xfrm>
              <a:off x="3373489" y="2480788"/>
              <a:ext cx="233909" cy="374908"/>
            </a:xfrm>
            <a:custGeom>
              <a:avLst/>
              <a:gdLst>
                <a:gd name="T0" fmla="*/ 215 w 429"/>
                <a:gd name="T1" fmla="*/ 670 h 670"/>
                <a:gd name="T2" fmla="*/ 215 w 429"/>
                <a:gd name="T3" fmla="*/ 667 h 670"/>
                <a:gd name="T4" fmla="*/ 215 w 429"/>
                <a:gd name="T5" fmla="*/ 670 h 670"/>
                <a:gd name="T6" fmla="*/ 215 w 429"/>
                <a:gd name="T7" fmla="*/ 0 h 670"/>
                <a:gd name="T8" fmla="*/ 0 w 429"/>
                <a:gd name="T9" fmla="*/ 212 h 670"/>
                <a:gd name="T10" fmla="*/ 7 w 429"/>
                <a:gd name="T11" fmla="*/ 267 h 670"/>
                <a:gd name="T12" fmla="*/ 88 w 429"/>
                <a:gd name="T13" fmla="*/ 420 h 670"/>
                <a:gd name="T14" fmla="*/ 146 w 429"/>
                <a:gd name="T15" fmla="*/ 504 h 670"/>
                <a:gd name="T16" fmla="*/ 181 w 429"/>
                <a:gd name="T17" fmla="*/ 567 h 670"/>
                <a:gd name="T18" fmla="*/ 215 w 429"/>
                <a:gd name="T19" fmla="*/ 667 h 670"/>
                <a:gd name="T20" fmla="*/ 248 w 429"/>
                <a:gd name="T21" fmla="*/ 567 h 670"/>
                <a:gd name="T22" fmla="*/ 279 w 429"/>
                <a:gd name="T23" fmla="*/ 510 h 670"/>
                <a:gd name="T24" fmla="*/ 342 w 429"/>
                <a:gd name="T25" fmla="*/ 420 h 670"/>
                <a:gd name="T26" fmla="*/ 422 w 429"/>
                <a:gd name="T27" fmla="*/ 267 h 670"/>
                <a:gd name="T28" fmla="*/ 429 w 429"/>
                <a:gd name="T29" fmla="*/ 212 h 670"/>
                <a:gd name="T30" fmla="*/ 215 w 429"/>
                <a:gd name="T31" fmla="*/ 0 h 6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29" h="670">
                  <a:moveTo>
                    <a:pt x="215" y="670"/>
                  </a:moveTo>
                  <a:cubicBezTo>
                    <a:pt x="215" y="670"/>
                    <a:pt x="215" y="670"/>
                    <a:pt x="215" y="667"/>
                  </a:cubicBezTo>
                  <a:cubicBezTo>
                    <a:pt x="214" y="670"/>
                    <a:pt x="215" y="670"/>
                    <a:pt x="215" y="670"/>
                  </a:cubicBezTo>
                  <a:close/>
                  <a:moveTo>
                    <a:pt x="215" y="0"/>
                  </a:moveTo>
                  <a:cubicBezTo>
                    <a:pt x="96" y="0"/>
                    <a:pt x="0" y="95"/>
                    <a:pt x="0" y="212"/>
                  </a:cubicBezTo>
                  <a:cubicBezTo>
                    <a:pt x="0" y="231"/>
                    <a:pt x="3" y="249"/>
                    <a:pt x="7" y="267"/>
                  </a:cubicBezTo>
                  <a:cubicBezTo>
                    <a:pt x="20" y="340"/>
                    <a:pt x="73" y="402"/>
                    <a:pt x="88" y="420"/>
                  </a:cubicBezTo>
                  <a:cubicBezTo>
                    <a:pt x="105" y="443"/>
                    <a:pt x="128" y="474"/>
                    <a:pt x="146" y="504"/>
                  </a:cubicBezTo>
                  <a:cubicBezTo>
                    <a:pt x="161" y="528"/>
                    <a:pt x="174" y="551"/>
                    <a:pt x="181" y="567"/>
                  </a:cubicBezTo>
                  <a:cubicBezTo>
                    <a:pt x="210" y="635"/>
                    <a:pt x="214" y="660"/>
                    <a:pt x="215" y="667"/>
                  </a:cubicBezTo>
                  <a:cubicBezTo>
                    <a:pt x="215" y="660"/>
                    <a:pt x="220" y="635"/>
                    <a:pt x="248" y="567"/>
                  </a:cubicBezTo>
                  <a:cubicBezTo>
                    <a:pt x="254" y="552"/>
                    <a:pt x="266" y="532"/>
                    <a:pt x="279" y="510"/>
                  </a:cubicBezTo>
                  <a:cubicBezTo>
                    <a:pt x="299" y="479"/>
                    <a:pt x="323" y="444"/>
                    <a:pt x="342" y="420"/>
                  </a:cubicBezTo>
                  <a:cubicBezTo>
                    <a:pt x="356" y="402"/>
                    <a:pt x="410" y="340"/>
                    <a:pt x="422" y="267"/>
                  </a:cubicBezTo>
                  <a:cubicBezTo>
                    <a:pt x="426" y="249"/>
                    <a:pt x="429" y="231"/>
                    <a:pt x="429" y="212"/>
                  </a:cubicBezTo>
                  <a:cubicBezTo>
                    <a:pt x="429" y="95"/>
                    <a:pt x="333" y="0"/>
                    <a:pt x="215" y="0"/>
                  </a:cubicBezTo>
                  <a:close/>
                </a:path>
              </a:pathLst>
            </a:custGeom>
            <a:solidFill>
              <a:srgbClr val="37B0E8"/>
            </a:solidFill>
            <a:ln w="635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endParaRPr>
            </a:p>
          </p:txBody>
        </p:sp>
        <p:sp>
          <p:nvSpPr>
            <p:cNvPr id="107" name="Oval 7"/>
            <p:cNvSpPr>
              <a:spLocks noChangeArrowheads="1"/>
            </p:cNvSpPr>
            <p:nvPr/>
          </p:nvSpPr>
          <p:spPr bwMode="auto">
            <a:xfrm>
              <a:off x="3403751" y="2509838"/>
              <a:ext cx="173624" cy="172628"/>
            </a:xfrm>
            <a:prstGeom prst="ellipse">
              <a:avLst/>
            </a:prstGeom>
            <a:solidFill>
              <a:schemeClr val="bg1"/>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rPr>
                <a:t> </a:t>
              </a:r>
              <a:endParaRPr lang="zh-CN" altLang="en-US" dirty="0">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endParaRPr>
            </a:p>
          </p:txBody>
        </p:sp>
        <p:sp>
          <p:nvSpPr>
            <p:cNvPr id="108" name="Freeform 6"/>
            <p:cNvSpPr>
              <a:spLocks noEditPoints="1"/>
            </p:cNvSpPr>
            <p:nvPr/>
          </p:nvSpPr>
          <p:spPr bwMode="auto">
            <a:xfrm rot="10800000">
              <a:off x="3373489" y="2853628"/>
              <a:ext cx="233909" cy="374908"/>
            </a:xfrm>
            <a:custGeom>
              <a:avLst/>
              <a:gdLst>
                <a:gd name="T0" fmla="*/ 215 w 429"/>
                <a:gd name="T1" fmla="*/ 670 h 670"/>
                <a:gd name="T2" fmla="*/ 215 w 429"/>
                <a:gd name="T3" fmla="*/ 667 h 670"/>
                <a:gd name="T4" fmla="*/ 215 w 429"/>
                <a:gd name="T5" fmla="*/ 670 h 670"/>
                <a:gd name="T6" fmla="*/ 215 w 429"/>
                <a:gd name="T7" fmla="*/ 0 h 670"/>
                <a:gd name="T8" fmla="*/ 0 w 429"/>
                <a:gd name="T9" fmla="*/ 212 h 670"/>
                <a:gd name="T10" fmla="*/ 7 w 429"/>
                <a:gd name="T11" fmla="*/ 267 h 670"/>
                <a:gd name="T12" fmla="*/ 88 w 429"/>
                <a:gd name="T13" fmla="*/ 420 h 670"/>
                <a:gd name="T14" fmla="*/ 146 w 429"/>
                <a:gd name="T15" fmla="*/ 504 h 670"/>
                <a:gd name="T16" fmla="*/ 181 w 429"/>
                <a:gd name="T17" fmla="*/ 567 h 670"/>
                <a:gd name="T18" fmla="*/ 215 w 429"/>
                <a:gd name="T19" fmla="*/ 667 h 670"/>
                <a:gd name="T20" fmla="*/ 248 w 429"/>
                <a:gd name="T21" fmla="*/ 567 h 670"/>
                <a:gd name="T22" fmla="*/ 279 w 429"/>
                <a:gd name="T23" fmla="*/ 510 h 670"/>
                <a:gd name="T24" fmla="*/ 342 w 429"/>
                <a:gd name="T25" fmla="*/ 420 h 670"/>
                <a:gd name="T26" fmla="*/ 422 w 429"/>
                <a:gd name="T27" fmla="*/ 267 h 670"/>
                <a:gd name="T28" fmla="*/ 429 w 429"/>
                <a:gd name="T29" fmla="*/ 212 h 670"/>
                <a:gd name="T30" fmla="*/ 215 w 429"/>
                <a:gd name="T31" fmla="*/ 0 h 6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29" h="670">
                  <a:moveTo>
                    <a:pt x="215" y="670"/>
                  </a:moveTo>
                  <a:cubicBezTo>
                    <a:pt x="215" y="670"/>
                    <a:pt x="215" y="670"/>
                    <a:pt x="215" y="667"/>
                  </a:cubicBezTo>
                  <a:cubicBezTo>
                    <a:pt x="214" y="670"/>
                    <a:pt x="215" y="670"/>
                    <a:pt x="215" y="670"/>
                  </a:cubicBezTo>
                  <a:close/>
                  <a:moveTo>
                    <a:pt x="215" y="0"/>
                  </a:moveTo>
                  <a:cubicBezTo>
                    <a:pt x="96" y="0"/>
                    <a:pt x="0" y="95"/>
                    <a:pt x="0" y="212"/>
                  </a:cubicBezTo>
                  <a:cubicBezTo>
                    <a:pt x="0" y="231"/>
                    <a:pt x="3" y="249"/>
                    <a:pt x="7" y="267"/>
                  </a:cubicBezTo>
                  <a:cubicBezTo>
                    <a:pt x="20" y="340"/>
                    <a:pt x="73" y="402"/>
                    <a:pt x="88" y="420"/>
                  </a:cubicBezTo>
                  <a:cubicBezTo>
                    <a:pt x="105" y="443"/>
                    <a:pt x="128" y="474"/>
                    <a:pt x="146" y="504"/>
                  </a:cubicBezTo>
                  <a:cubicBezTo>
                    <a:pt x="161" y="528"/>
                    <a:pt x="174" y="551"/>
                    <a:pt x="181" y="567"/>
                  </a:cubicBezTo>
                  <a:cubicBezTo>
                    <a:pt x="210" y="635"/>
                    <a:pt x="214" y="660"/>
                    <a:pt x="215" y="667"/>
                  </a:cubicBezTo>
                  <a:cubicBezTo>
                    <a:pt x="215" y="660"/>
                    <a:pt x="220" y="635"/>
                    <a:pt x="248" y="567"/>
                  </a:cubicBezTo>
                  <a:cubicBezTo>
                    <a:pt x="254" y="552"/>
                    <a:pt x="266" y="532"/>
                    <a:pt x="279" y="510"/>
                  </a:cubicBezTo>
                  <a:cubicBezTo>
                    <a:pt x="299" y="479"/>
                    <a:pt x="323" y="444"/>
                    <a:pt x="342" y="420"/>
                  </a:cubicBezTo>
                  <a:cubicBezTo>
                    <a:pt x="356" y="402"/>
                    <a:pt x="410" y="340"/>
                    <a:pt x="422" y="267"/>
                  </a:cubicBezTo>
                  <a:cubicBezTo>
                    <a:pt x="426" y="249"/>
                    <a:pt x="429" y="231"/>
                    <a:pt x="429" y="212"/>
                  </a:cubicBezTo>
                  <a:cubicBezTo>
                    <a:pt x="429" y="95"/>
                    <a:pt x="333" y="0"/>
                    <a:pt x="215" y="0"/>
                  </a:cubicBezTo>
                  <a:close/>
                </a:path>
              </a:pathLst>
            </a:custGeom>
            <a:noFill/>
            <a:ln w="12700">
              <a:noFill/>
            </a:ln>
            <a:effectLst>
              <a:innerShdw blurRad="63500" dist="25400" dir="156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endParaRPr>
            </a:p>
          </p:txBody>
        </p:sp>
      </p:grpSp>
      <p:sp>
        <p:nvSpPr>
          <p:cNvPr id="109" name="TextBox 108"/>
          <p:cNvSpPr txBox="1"/>
          <p:nvPr/>
        </p:nvSpPr>
        <p:spPr>
          <a:xfrm>
            <a:off x="3508107" y="3075155"/>
            <a:ext cx="317716" cy="246221"/>
          </a:xfrm>
          <a:prstGeom prst="rect">
            <a:avLst/>
          </a:prstGeom>
          <a:noFill/>
        </p:spPr>
        <p:txBody>
          <a:bodyPr wrap="none" rtlCol="0">
            <a:spAutoFit/>
          </a:bodyPr>
          <a:lstStyle/>
          <a:p>
            <a:pPr algn="ctr"/>
            <a:r>
              <a:rPr lang="en-US" altLang="zh-CN" sz="1000" dirty="0">
                <a:solidFill>
                  <a:srgbClr val="37B0E8"/>
                </a:solidFill>
                <a:latin typeface="Impact" pitchFamily="34" charset="0"/>
              </a:rPr>
              <a:t>02</a:t>
            </a:r>
            <a:endParaRPr lang="zh-CN" altLang="en-US" sz="1000" dirty="0">
              <a:solidFill>
                <a:srgbClr val="37B0E8"/>
              </a:solidFill>
              <a:latin typeface="Impact" pitchFamily="34" charset="0"/>
            </a:endParaRPr>
          </a:p>
        </p:txBody>
      </p:sp>
      <p:sp>
        <p:nvSpPr>
          <p:cNvPr id="110" name="矩形 109"/>
          <p:cNvSpPr/>
          <p:nvPr/>
        </p:nvSpPr>
        <p:spPr>
          <a:xfrm>
            <a:off x="6099933" y="1207139"/>
            <a:ext cx="1493024" cy="310871"/>
          </a:xfrm>
          <a:prstGeom prst="rect">
            <a:avLst/>
          </a:prstGeom>
          <a:noFill/>
          <a:ln w="6350" cap="flat">
            <a:solidFill>
              <a:srgbClr val="37B0E8"/>
            </a:solidFill>
            <a:prstDash val="solid"/>
            <a:miter lim="800000"/>
          </a:ln>
        </p:spPr>
        <p:txBody>
          <a:bodyPr vert="horz" wrap="square" lIns="91440" tIns="45720" rIns="91440" bIns="45720" numCol="1" anchor="ctr" anchorCtr="0" compatLnSpc="1"/>
          <a:lstStyle/>
          <a:p>
            <a:pPr algn="ctr"/>
            <a:r>
              <a:rPr lang="zh-CN" altLang="en-US" sz="1200" dirty="0">
                <a:ln w="6350">
                  <a:noFill/>
                </a:ln>
                <a:solidFill>
                  <a:srgbClr val="37B0E8"/>
                </a:solidFill>
                <a:latin typeface="Impact" pitchFamily="34" charset="0"/>
                <a:ea typeface="微软雅黑" pitchFamily="34" charset="-122"/>
              </a:rPr>
              <a:t>国内研究综述</a:t>
            </a:r>
          </a:p>
        </p:txBody>
      </p:sp>
      <p:sp>
        <p:nvSpPr>
          <p:cNvPr id="115" name="矩形 114"/>
          <p:cNvSpPr/>
          <p:nvPr/>
        </p:nvSpPr>
        <p:spPr>
          <a:xfrm>
            <a:off x="614945" y="1653245"/>
            <a:ext cx="441146" cy="246221"/>
          </a:xfrm>
          <a:prstGeom prst="rect">
            <a:avLst/>
          </a:prstGeom>
        </p:spPr>
        <p:txBody>
          <a:bodyPr wrap="none">
            <a:spAutoFit/>
          </a:bodyPr>
          <a:lstStyle/>
          <a:p>
            <a:pPr algn="ctr"/>
            <a:r>
              <a:rPr lang="zh-CN" altLang="en-US" sz="1000" dirty="0">
                <a:ln w="6350">
                  <a:noFill/>
                </a:ln>
                <a:solidFill>
                  <a:schemeClr val="bg1"/>
                </a:solidFill>
                <a:latin typeface="Impact" pitchFamily="34" charset="0"/>
                <a:ea typeface="微软雅黑" pitchFamily="34" charset="-122"/>
              </a:rPr>
              <a:t>绪论</a:t>
            </a:r>
          </a:p>
        </p:txBody>
      </p:sp>
      <p:sp>
        <p:nvSpPr>
          <p:cNvPr id="116" name="矩形 115"/>
          <p:cNvSpPr/>
          <p:nvPr/>
        </p:nvSpPr>
        <p:spPr>
          <a:xfrm>
            <a:off x="422584" y="2036065"/>
            <a:ext cx="825867" cy="246221"/>
          </a:xfrm>
          <a:prstGeom prst="rect">
            <a:avLst/>
          </a:prstGeom>
        </p:spPr>
        <p:txBody>
          <a:bodyPr wrap="none">
            <a:spAutoFit/>
          </a:bodyPr>
          <a:lstStyle/>
          <a:p>
            <a:pPr algn="ctr"/>
            <a:r>
              <a:rPr lang="zh-CN" altLang="en-US" sz="1000" dirty="0">
                <a:ln w="6350">
                  <a:noFill/>
                </a:ln>
                <a:solidFill>
                  <a:srgbClr val="586B7F"/>
                </a:solidFill>
                <a:latin typeface="Impact" pitchFamily="34" charset="0"/>
                <a:ea typeface="微软雅黑" pitchFamily="34" charset="-122"/>
              </a:rPr>
              <a:t>思路与方法</a:t>
            </a:r>
          </a:p>
        </p:txBody>
      </p:sp>
      <p:sp>
        <p:nvSpPr>
          <p:cNvPr id="117" name="矩形 116"/>
          <p:cNvSpPr/>
          <p:nvPr/>
        </p:nvSpPr>
        <p:spPr>
          <a:xfrm>
            <a:off x="422585" y="2823369"/>
            <a:ext cx="825867" cy="246221"/>
          </a:xfrm>
          <a:prstGeom prst="rect">
            <a:avLst/>
          </a:prstGeom>
        </p:spPr>
        <p:txBody>
          <a:bodyPr wrap="none">
            <a:spAutoFit/>
          </a:bodyPr>
          <a:lstStyle/>
          <a:p>
            <a:pPr algn="ctr"/>
            <a:r>
              <a:rPr lang="zh-CN" altLang="en-US" sz="1000" dirty="0">
                <a:ln w="6350">
                  <a:noFill/>
                </a:ln>
                <a:solidFill>
                  <a:srgbClr val="586B7F"/>
                </a:solidFill>
                <a:latin typeface="Impact" pitchFamily="34" charset="0"/>
                <a:ea typeface="微软雅黑" pitchFamily="34" charset="-122"/>
              </a:rPr>
              <a:t>成果与应用</a:t>
            </a:r>
          </a:p>
        </p:txBody>
      </p:sp>
      <p:sp>
        <p:nvSpPr>
          <p:cNvPr id="118" name="矩形 117"/>
          <p:cNvSpPr/>
          <p:nvPr/>
        </p:nvSpPr>
        <p:spPr>
          <a:xfrm>
            <a:off x="422585" y="2432846"/>
            <a:ext cx="825867" cy="246221"/>
          </a:xfrm>
          <a:prstGeom prst="rect">
            <a:avLst/>
          </a:prstGeom>
        </p:spPr>
        <p:txBody>
          <a:bodyPr wrap="none">
            <a:spAutoFit/>
          </a:bodyPr>
          <a:lstStyle/>
          <a:p>
            <a:pPr algn="ctr"/>
            <a:r>
              <a:rPr lang="zh-CN" altLang="en-US" sz="1000" dirty="0">
                <a:ln w="6350">
                  <a:noFill/>
                </a:ln>
                <a:solidFill>
                  <a:srgbClr val="586B7F"/>
                </a:solidFill>
                <a:latin typeface="Impact" pitchFamily="34" charset="0"/>
                <a:ea typeface="微软雅黑" pitchFamily="34" charset="-122"/>
              </a:rPr>
              <a:t>技术与难点</a:t>
            </a:r>
          </a:p>
        </p:txBody>
      </p:sp>
      <p:sp>
        <p:nvSpPr>
          <p:cNvPr id="120" name="Freeform 9"/>
          <p:cNvSpPr>
            <a:spLocks noEditPoints="1"/>
          </p:cNvSpPr>
          <p:nvPr/>
        </p:nvSpPr>
        <p:spPr bwMode="auto">
          <a:xfrm>
            <a:off x="83442" y="3272333"/>
            <a:ext cx="231878" cy="151086"/>
          </a:xfrm>
          <a:custGeom>
            <a:avLst/>
            <a:gdLst>
              <a:gd name="T0" fmla="*/ 58 w 215"/>
              <a:gd name="T1" fmla="*/ 83 h 140"/>
              <a:gd name="T2" fmla="*/ 58 w 215"/>
              <a:gd name="T3" fmla="*/ 91 h 140"/>
              <a:gd name="T4" fmla="*/ 161 w 215"/>
              <a:gd name="T5" fmla="*/ 87 h 140"/>
              <a:gd name="T6" fmla="*/ 58 w 215"/>
              <a:gd name="T7" fmla="*/ 73 h 140"/>
              <a:gd name="T8" fmla="*/ 98 w 215"/>
              <a:gd name="T9" fmla="*/ 73 h 140"/>
              <a:gd name="T10" fmla="*/ 102 w 215"/>
              <a:gd name="T11" fmla="*/ 34 h 140"/>
              <a:gd name="T12" fmla="*/ 58 w 215"/>
              <a:gd name="T13" fmla="*/ 30 h 140"/>
              <a:gd name="T14" fmla="*/ 54 w 215"/>
              <a:gd name="T15" fmla="*/ 69 h 140"/>
              <a:gd name="T16" fmla="*/ 63 w 215"/>
              <a:gd name="T17" fmla="*/ 38 h 140"/>
              <a:gd name="T18" fmla="*/ 94 w 215"/>
              <a:gd name="T19" fmla="*/ 38 h 140"/>
              <a:gd name="T20" fmla="*/ 63 w 215"/>
              <a:gd name="T21" fmla="*/ 65 h 140"/>
              <a:gd name="T22" fmla="*/ 27 w 215"/>
              <a:gd name="T23" fmla="*/ 121 h 140"/>
              <a:gd name="T24" fmla="*/ 189 w 215"/>
              <a:gd name="T25" fmla="*/ 121 h 140"/>
              <a:gd name="T26" fmla="*/ 196 w 215"/>
              <a:gd name="T27" fmla="*/ 7 h 140"/>
              <a:gd name="T28" fmla="*/ 27 w 215"/>
              <a:gd name="T29" fmla="*/ 0 h 140"/>
              <a:gd name="T30" fmla="*/ 20 w 215"/>
              <a:gd name="T31" fmla="*/ 114 h 140"/>
              <a:gd name="T32" fmla="*/ 33 w 215"/>
              <a:gd name="T33" fmla="*/ 13 h 140"/>
              <a:gd name="T34" fmla="*/ 182 w 215"/>
              <a:gd name="T35" fmla="*/ 13 h 140"/>
              <a:gd name="T36" fmla="*/ 33 w 215"/>
              <a:gd name="T37" fmla="*/ 107 h 140"/>
              <a:gd name="T38" fmla="*/ 157 w 215"/>
              <a:gd name="T39" fmla="*/ 48 h 140"/>
              <a:gd name="T40" fmla="*/ 111 w 215"/>
              <a:gd name="T41" fmla="*/ 48 h 140"/>
              <a:gd name="T42" fmla="*/ 111 w 215"/>
              <a:gd name="T43" fmla="*/ 56 h 140"/>
              <a:gd name="T44" fmla="*/ 161 w 215"/>
              <a:gd name="T45" fmla="*/ 52 h 140"/>
              <a:gd name="T46" fmla="*/ 157 w 215"/>
              <a:gd name="T47" fmla="*/ 65 h 140"/>
              <a:gd name="T48" fmla="*/ 111 w 215"/>
              <a:gd name="T49" fmla="*/ 65 h 140"/>
              <a:gd name="T50" fmla="*/ 111 w 215"/>
              <a:gd name="T51" fmla="*/ 73 h 140"/>
              <a:gd name="T52" fmla="*/ 161 w 215"/>
              <a:gd name="T53" fmla="*/ 69 h 140"/>
              <a:gd name="T54" fmla="*/ 157 w 215"/>
              <a:gd name="T55" fmla="*/ 30 h 140"/>
              <a:gd name="T56" fmla="*/ 111 w 215"/>
              <a:gd name="T57" fmla="*/ 30 h 140"/>
              <a:gd name="T58" fmla="*/ 111 w 215"/>
              <a:gd name="T59" fmla="*/ 38 h 140"/>
              <a:gd name="T60" fmla="*/ 161 w 215"/>
              <a:gd name="T61" fmla="*/ 34 h 140"/>
              <a:gd name="T62" fmla="*/ 209 w 215"/>
              <a:gd name="T63" fmla="*/ 127 h 140"/>
              <a:gd name="T64" fmla="*/ 7 w 215"/>
              <a:gd name="T65" fmla="*/ 127 h 140"/>
              <a:gd name="T66" fmla="*/ 7 w 215"/>
              <a:gd name="T67" fmla="*/ 140 h 140"/>
              <a:gd name="T68" fmla="*/ 215 w 215"/>
              <a:gd name="T69" fmla="*/ 13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15" h="140">
                <a:moveTo>
                  <a:pt x="157" y="83"/>
                </a:moveTo>
                <a:cubicBezTo>
                  <a:pt x="58" y="83"/>
                  <a:pt x="58" y="83"/>
                  <a:pt x="58" y="83"/>
                </a:cubicBezTo>
                <a:cubicBezTo>
                  <a:pt x="56" y="83"/>
                  <a:pt x="54" y="84"/>
                  <a:pt x="54" y="87"/>
                </a:cubicBezTo>
                <a:cubicBezTo>
                  <a:pt x="54" y="89"/>
                  <a:pt x="56" y="91"/>
                  <a:pt x="58" y="91"/>
                </a:cubicBezTo>
                <a:cubicBezTo>
                  <a:pt x="157" y="91"/>
                  <a:pt x="157" y="91"/>
                  <a:pt x="157" y="91"/>
                </a:cubicBezTo>
                <a:cubicBezTo>
                  <a:pt x="159" y="91"/>
                  <a:pt x="161" y="89"/>
                  <a:pt x="161" y="87"/>
                </a:cubicBezTo>
                <a:cubicBezTo>
                  <a:pt x="161" y="84"/>
                  <a:pt x="159" y="83"/>
                  <a:pt x="157" y="83"/>
                </a:cubicBezTo>
                <a:close/>
                <a:moveTo>
                  <a:pt x="58" y="73"/>
                </a:moveTo>
                <a:cubicBezTo>
                  <a:pt x="58" y="73"/>
                  <a:pt x="58" y="73"/>
                  <a:pt x="58" y="73"/>
                </a:cubicBezTo>
                <a:cubicBezTo>
                  <a:pt x="98" y="73"/>
                  <a:pt x="98" y="73"/>
                  <a:pt x="98" y="73"/>
                </a:cubicBezTo>
                <a:cubicBezTo>
                  <a:pt x="100" y="73"/>
                  <a:pt x="102" y="71"/>
                  <a:pt x="102" y="69"/>
                </a:cubicBezTo>
                <a:cubicBezTo>
                  <a:pt x="102" y="34"/>
                  <a:pt x="102" y="34"/>
                  <a:pt x="102" y="34"/>
                </a:cubicBezTo>
                <a:cubicBezTo>
                  <a:pt x="102" y="32"/>
                  <a:pt x="100" y="30"/>
                  <a:pt x="98" y="30"/>
                </a:cubicBezTo>
                <a:cubicBezTo>
                  <a:pt x="58" y="30"/>
                  <a:pt x="58" y="30"/>
                  <a:pt x="58" y="30"/>
                </a:cubicBezTo>
                <a:cubicBezTo>
                  <a:pt x="56" y="30"/>
                  <a:pt x="54" y="32"/>
                  <a:pt x="54" y="34"/>
                </a:cubicBezTo>
                <a:cubicBezTo>
                  <a:pt x="54" y="69"/>
                  <a:pt x="54" y="69"/>
                  <a:pt x="54" y="69"/>
                </a:cubicBezTo>
                <a:cubicBezTo>
                  <a:pt x="54" y="71"/>
                  <a:pt x="56" y="73"/>
                  <a:pt x="58" y="73"/>
                </a:cubicBezTo>
                <a:close/>
                <a:moveTo>
                  <a:pt x="63" y="38"/>
                </a:moveTo>
                <a:cubicBezTo>
                  <a:pt x="63" y="38"/>
                  <a:pt x="63" y="38"/>
                  <a:pt x="63" y="38"/>
                </a:cubicBezTo>
                <a:cubicBezTo>
                  <a:pt x="94" y="38"/>
                  <a:pt x="94" y="38"/>
                  <a:pt x="94" y="38"/>
                </a:cubicBezTo>
                <a:cubicBezTo>
                  <a:pt x="94" y="65"/>
                  <a:pt x="94" y="65"/>
                  <a:pt x="94" y="65"/>
                </a:cubicBezTo>
                <a:cubicBezTo>
                  <a:pt x="63" y="65"/>
                  <a:pt x="63" y="65"/>
                  <a:pt x="63" y="65"/>
                </a:cubicBezTo>
                <a:cubicBezTo>
                  <a:pt x="63" y="38"/>
                  <a:pt x="63" y="38"/>
                  <a:pt x="63" y="38"/>
                </a:cubicBezTo>
                <a:close/>
                <a:moveTo>
                  <a:pt x="27" y="121"/>
                </a:moveTo>
                <a:cubicBezTo>
                  <a:pt x="27" y="121"/>
                  <a:pt x="27" y="121"/>
                  <a:pt x="27" y="121"/>
                </a:cubicBezTo>
                <a:cubicBezTo>
                  <a:pt x="189" y="121"/>
                  <a:pt x="189" y="121"/>
                  <a:pt x="189" y="121"/>
                </a:cubicBezTo>
                <a:cubicBezTo>
                  <a:pt x="193" y="121"/>
                  <a:pt x="196" y="118"/>
                  <a:pt x="196" y="114"/>
                </a:cubicBezTo>
                <a:cubicBezTo>
                  <a:pt x="196" y="7"/>
                  <a:pt x="196" y="7"/>
                  <a:pt x="196" y="7"/>
                </a:cubicBezTo>
                <a:cubicBezTo>
                  <a:pt x="196" y="3"/>
                  <a:pt x="193" y="0"/>
                  <a:pt x="189" y="0"/>
                </a:cubicBezTo>
                <a:cubicBezTo>
                  <a:pt x="27" y="0"/>
                  <a:pt x="27" y="0"/>
                  <a:pt x="27" y="0"/>
                </a:cubicBezTo>
                <a:cubicBezTo>
                  <a:pt x="23" y="0"/>
                  <a:pt x="20" y="3"/>
                  <a:pt x="20" y="7"/>
                </a:cubicBezTo>
                <a:cubicBezTo>
                  <a:pt x="20" y="114"/>
                  <a:pt x="20" y="114"/>
                  <a:pt x="20" y="114"/>
                </a:cubicBezTo>
                <a:cubicBezTo>
                  <a:pt x="20" y="118"/>
                  <a:pt x="23" y="121"/>
                  <a:pt x="27" y="121"/>
                </a:cubicBezTo>
                <a:close/>
                <a:moveTo>
                  <a:pt x="33" y="13"/>
                </a:moveTo>
                <a:cubicBezTo>
                  <a:pt x="33" y="13"/>
                  <a:pt x="33" y="13"/>
                  <a:pt x="33" y="13"/>
                </a:cubicBezTo>
                <a:cubicBezTo>
                  <a:pt x="182" y="13"/>
                  <a:pt x="182" y="13"/>
                  <a:pt x="182" y="13"/>
                </a:cubicBezTo>
                <a:cubicBezTo>
                  <a:pt x="182" y="107"/>
                  <a:pt x="182" y="107"/>
                  <a:pt x="182" y="107"/>
                </a:cubicBezTo>
                <a:cubicBezTo>
                  <a:pt x="33" y="107"/>
                  <a:pt x="33" y="107"/>
                  <a:pt x="33" y="107"/>
                </a:cubicBezTo>
                <a:cubicBezTo>
                  <a:pt x="33" y="13"/>
                  <a:pt x="33" y="13"/>
                  <a:pt x="33" y="13"/>
                </a:cubicBezTo>
                <a:close/>
                <a:moveTo>
                  <a:pt x="157" y="48"/>
                </a:moveTo>
                <a:cubicBezTo>
                  <a:pt x="157" y="48"/>
                  <a:pt x="157" y="48"/>
                  <a:pt x="157" y="48"/>
                </a:cubicBezTo>
                <a:cubicBezTo>
                  <a:pt x="111" y="48"/>
                  <a:pt x="111" y="48"/>
                  <a:pt x="111" y="48"/>
                </a:cubicBezTo>
                <a:cubicBezTo>
                  <a:pt x="108" y="48"/>
                  <a:pt x="107" y="49"/>
                  <a:pt x="107" y="52"/>
                </a:cubicBezTo>
                <a:cubicBezTo>
                  <a:pt x="107" y="54"/>
                  <a:pt x="108" y="56"/>
                  <a:pt x="111" y="56"/>
                </a:cubicBezTo>
                <a:cubicBezTo>
                  <a:pt x="157" y="56"/>
                  <a:pt x="157" y="56"/>
                  <a:pt x="157" y="56"/>
                </a:cubicBezTo>
                <a:cubicBezTo>
                  <a:pt x="159" y="56"/>
                  <a:pt x="161" y="54"/>
                  <a:pt x="161" y="52"/>
                </a:cubicBezTo>
                <a:cubicBezTo>
                  <a:pt x="161" y="49"/>
                  <a:pt x="159" y="48"/>
                  <a:pt x="157" y="48"/>
                </a:cubicBezTo>
                <a:close/>
                <a:moveTo>
                  <a:pt x="157" y="65"/>
                </a:moveTo>
                <a:cubicBezTo>
                  <a:pt x="157" y="65"/>
                  <a:pt x="157" y="65"/>
                  <a:pt x="157" y="65"/>
                </a:cubicBezTo>
                <a:cubicBezTo>
                  <a:pt x="111" y="65"/>
                  <a:pt x="111" y="65"/>
                  <a:pt x="111" y="65"/>
                </a:cubicBezTo>
                <a:cubicBezTo>
                  <a:pt x="108" y="65"/>
                  <a:pt x="107" y="67"/>
                  <a:pt x="107" y="69"/>
                </a:cubicBezTo>
                <a:cubicBezTo>
                  <a:pt x="107" y="71"/>
                  <a:pt x="108" y="73"/>
                  <a:pt x="111" y="73"/>
                </a:cubicBezTo>
                <a:cubicBezTo>
                  <a:pt x="157" y="73"/>
                  <a:pt x="157" y="73"/>
                  <a:pt x="157" y="73"/>
                </a:cubicBezTo>
                <a:cubicBezTo>
                  <a:pt x="159" y="73"/>
                  <a:pt x="161" y="71"/>
                  <a:pt x="161" y="69"/>
                </a:cubicBezTo>
                <a:cubicBezTo>
                  <a:pt x="161" y="67"/>
                  <a:pt x="159" y="65"/>
                  <a:pt x="157" y="65"/>
                </a:cubicBezTo>
                <a:close/>
                <a:moveTo>
                  <a:pt x="157" y="30"/>
                </a:moveTo>
                <a:cubicBezTo>
                  <a:pt x="157" y="30"/>
                  <a:pt x="157" y="30"/>
                  <a:pt x="157" y="30"/>
                </a:cubicBezTo>
                <a:cubicBezTo>
                  <a:pt x="111" y="30"/>
                  <a:pt x="111" y="30"/>
                  <a:pt x="111" y="30"/>
                </a:cubicBezTo>
                <a:cubicBezTo>
                  <a:pt x="108" y="30"/>
                  <a:pt x="107" y="32"/>
                  <a:pt x="107" y="34"/>
                </a:cubicBezTo>
                <a:cubicBezTo>
                  <a:pt x="107" y="37"/>
                  <a:pt x="108" y="38"/>
                  <a:pt x="111" y="38"/>
                </a:cubicBezTo>
                <a:cubicBezTo>
                  <a:pt x="157" y="38"/>
                  <a:pt x="157" y="38"/>
                  <a:pt x="157" y="38"/>
                </a:cubicBezTo>
                <a:cubicBezTo>
                  <a:pt x="159" y="38"/>
                  <a:pt x="161" y="37"/>
                  <a:pt x="161" y="34"/>
                </a:cubicBezTo>
                <a:cubicBezTo>
                  <a:pt x="161" y="32"/>
                  <a:pt x="159" y="30"/>
                  <a:pt x="157" y="30"/>
                </a:cubicBezTo>
                <a:close/>
                <a:moveTo>
                  <a:pt x="209" y="127"/>
                </a:moveTo>
                <a:cubicBezTo>
                  <a:pt x="209" y="127"/>
                  <a:pt x="209" y="127"/>
                  <a:pt x="209" y="127"/>
                </a:cubicBezTo>
                <a:cubicBezTo>
                  <a:pt x="7" y="127"/>
                  <a:pt x="7" y="127"/>
                  <a:pt x="7" y="127"/>
                </a:cubicBezTo>
                <a:cubicBezTo>
                  <a:pt x="3" y="127"/>
                  <a:pt x="0" y="130"/>
                  <a:pt x="0" y="134"/>
                </a:cubicBezTo>
                <a:cubicBezTo>
                  <a:pt x="0" y="137"/>
                  <a:pt x="3" y="140"/>
                  <a:pt x="7" y="140"/>
                </a:cubicBezTo>
                <a:cubicBezTo>
                  <a:pt x="209" y="140"/>
                  <a:pt x="209" y="140"/>
                  <a:pt x="209" y="140"/>
                </a:cubicBezTo>
                <a:cubicBezTo>
                  <a:pt x="212" y="140"/>
                  <a:pt x="215" y="137"/>
                  <a:pt x="215" y="134"/>
                </a:cubicBezTo>
                <a:cubicBezTo>
                  <a:pt x="215" y="130"/>
                  <a:pt x="212" y="127"/>
                  <a:pt x="209" y="127"/>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21" name="矩形 120"/>
          <p:cNvSpPr/>
          <p:nvPr/>
        </p:nvSpPr>
        <p:spPr>
          <a:xfrm>
            <a:off x="422585" y="3224765"/>
            <a:ext cx="825867" cy="246221"/>
          </a:xfrm>
          <a:prstGeom prst="rect">
            <a:avLst/>
          </a:prstGeom>
        </p:spPr>
        <p:txBody>
          <a:bodyPr wrap="none">
            <a:spAutoFit/>
          </a:bodyPr>
          <a:lstStyle/>
          <a:p>
            <a:pPr algn="ctr"/>
            <a:r>
              <a:rPr lang="zh-CN" altLang="en-US" sz="1000" dirty="0">
                <a:ln w="6350">
                  <a:noFill/>
                </a:ln>
                <a:solidFill>
                  <a:srgbClr val="586B7F"/>
                </a:solidFill>
                <a:latin typeface="Impact" pitchFamily="34" charset="0"/>
                <a:ea typeface="微软雅黑" pitchFamily="34" charset="-122"/>
              </a:rPr>
              <a:t>建议与总结</a:t>
            </a:r>
          </a:p>
        </p:txBody>
      </p:sp>
      <p:pic>
        <p:nvPicPr>
          <p:cNvPr id="111" name="图片 1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643649" y="714563"/>
            <a:ext cx="1568698" cy="699598"/>
          </a:xfrm>
          <a:prstGeom prst="rect">
            <a:avLst/>
          </a:prstGeom>
        </p:spPr>
      </p:pic>
    </p:spTree>
  </p:cSld>
  <p:clrMapOvr>
    <a:masterClrMapping/>
  </p:clrMapOvr>
  <p:transition spd="slow">
    <p:push dir="u"/>
  </p:transition>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14:presetBounceEnd="60000">
                                      <p:stCondLst>
                                        <p:cond delay="0"/>
                                      </p:stCondLst>
                                      <p:childTnLst>
                                        <p:set>
                                          <p:cBhvr>
                                            <p:cTn id="6" dur="1" fill="hold">
                                              <p:stCondLst>
                                                <p:cond delay="0"/>
                                              </p:stCondLst>
                                            </p:cTn>
                                            <p:tgtEl>
                                              <p:spTgt spid="39"/>
                                            </p:tgtEl>
                                            <p:attrNameLst>
                                              <p:attrName>style.visibility</p:attrName>
                                            </p:attrNameLst>
                                          </p:cBhvr>
                                          <p:to>
                                            <p:strVal val="visible"/>
                                          </p:to>
                                        </p:set>
                                        <p:anim calcmode="lin" valueType="num" p14:bounceEnd="60000">
                                          <p:cBhvr additive="base">
                                            <p:cTn id="7" dur="500" fill="hold"/>
                                            <p:tgtEl>
                                              <p:spTgt spid="39"/>
                                            </p:tgtEl>
                                            <p:attrNameLst>
                                              <p:attrName>ppt_x</p:attrName>
                                            </p:attrNameLst>
                                          </p:cBhvr>
                                          <p:tavLst>
                                            <p:tav tm="0">
                                              <p:val>
                                                <p:strVal val="#ppt_x"/>
                                              </p:val>
                                            </p:tav>
                                            <p:tav tm="100000">
                                              <p:val>
                                                <p:strVal val="#ppt_x"/>
                                              </p:val>
                                            </p:tav>
                                          </p:tavLst>
                                        </p:anim>
                                        <p:anim calcmode="lin" valueType="num" p14:bounceEnd="60000">
                                          <p:cBhvr additive="base">
                                            <p:cTn id="8" dur="500" fill="hold"/>
                                            <p:tgtEl>
                                              <p:spTgt spid="39"/>
                                            </p:tgtEl>
                                            <p:attrNameLst>
                                              <p:attrName>ppt_y</p:attrName>
                                            </p:attrNameLst>
                                          </p:cBhvr>
                                          <p:tavLst>
                                            <p:tav tm="0">
                                              <p:val>
                                                <p:strVal val="1+#ppt_h/2"/>
                                              </p:val>
                                            </p:tav>
                                            <p:tav tm="100000">
                                              <p:val>
                                                <p:strVal val="#ppt_y"/>
                                              </p:val>
                                            </p:tav>
                                          </p:tavLst>
                                        </p:anim>
                                      </p:childTnLst>
                                    </p:cTn>
                                  </p:par>
                                  <p:par>
                                    <p:cTn id="9" presetID="53" presetClass="entr" presetSubtype="16" fill="hold" nodeType="withEffect">
                                      <p:stCondLst>
                                        <p:cond delay="300"/>
                                      </p:stCondLst>
                                      <p:childTnLst>
                                        <p:set>
                                          <p:cBhvr>
                                            <p:cTn id="10" dur="1" fill="hold">
                                              <p:stCondLst>
                                                <p:cond delay="0"/>
                                              </p:stCondLst>
                                            </p:cTn>
                                            <p:tgtEl>
                                              <p:spTgt spid="89"/>
                                            </p:tgtEl>
                                            <p:attrNameLst>
                                              <p:attrName>style.visibility</p:attrName>
                                            </p:attrNameLst>
                                          </p:cBhvr>
                                          <p:to>
                                            <p:strVal val="visible"/>
                                          </p:to>
                                        </p:set>
                                        <p:anim calcmode="lin" valueType="num">
                                          <p:cBhvr>
                                            <p:cTn id="11" dur="300" fill="hold"/>
                                            <p:tgtEl>
                                              <p:spTgt spid="89"/>
                                            </p:tgtEl>
                                            <p:attrNameLst>
                                              <p:attrName>ppt_w</p:attrName>
                                            </p:attrNameLst>
                                          </p:cBhvr>
                                          <p:tavLst>
                                            <p:tav tm="0">
                                              <p:val>
                                                <p:fltVal val="0"/>
                                              </p:val>
                                            </p:tav>
                                            <p:tav tm="100000">
                                              <p:val>
                                                <p:strVal val="#ppt_w"/>
                                              </p:val>
                                            </p:tav>
                                          </p:tavLst>
                                        </p:anim>
                                        <p:anim calcmode="lin" valueType="num">
                                          <p:cBhvr>
                                            <p:cTn id="12" dur="300" fill="hold"/>
                                            <p:tgtEl>
                                              <p:spTgt spid="89"/>
                                            </p:tgtEl>
                                            <p:attrNameLst>
                                              <p:attrName>ppt_h</p:attrName>
                                            </p:attrNameLst>
                                          </p:cBhvr>
                                          <p:tavLst>
                                            <p:tav tm="0">
                                              <p:val>
                                                <p:fltVal val="0"/>
                                              </p:val>
                                            </p:tav>
                                            <p:tav tm="100000">
                                              <p:val>
                                                <p:strVal val="#ppt_h"/>
                                              </p:val>
                                            </p:tav>
                                          </p:tavLst>
                                        </p:anim>
                                        <p:animEffect transition="in" filter="fade">
                                          <p:cBhvr>
                                            <p:cTn id="13" dur="300"/>
                                            <p:tgtEl>
                                              <p:spTgt spid="89"/>
                                            </p:tgtEl>
                                          </p:cBhvr>
                                        </p:animEffect>
                                      </p:childTnLst>
                                    </p:cTn>
                                  </p:par>
                                  <p:par>
                                    <p:cTn id="14" presetID="6" presetClass="emph" presetSubtype="0" autoRev="1" fill="hold" nodeType="withEffect">
                                      <p:stCondLst>
                                        <p:cond delay="600"/>
                                      </p:stCondLst>
                                      <p:childTnLst>
                                        <p:animScale>
                                          <p:cBhvr>
                                            <p:cTn id="15" dur="150" fill="hold"/>
                                            <p:tgtEl>
                                              <p:spTgt spid="89"/>
                                            </p:tgtEl>
                                          </p:cBhvr>
                                          <p:by x="110000" y="110000"/>
                                        </p:animScale>
                                      </p:childTnLst>
                                    </p:cTn>
                                  </p:par>
                                  <p:par>
                                    <p:cTn id="16" presetID="53" presetClass="entr" presetSubtype="16" fill="hold" grpId="0" nodeType="withEffect">
                                      <p:stCondLst>
                                        <p:cond delay="600"/>
                                      </p:stCondLst>
                                      <p:childTnLst>
                                        <p:set>
                                          <p:cBhvr>
                                            <p:cTn id="17" dur="1" fill="hold">
                                              <p:stCondLst>
                                                <p:cond delay="0"/>
                                              </p:stCondLst>
                                            </p:cTn>
                                            <p:tgtEl>
                                              <p:spTgt spid="93"/>
                                            </p:tgtEl>
                                            <p:attrNameLst>
                                              <p:attrName>style.visibility</p:attrName>
                                            </p:attrNameLst>
                                          </p:cBhvr>
                                          <p:to>
                                            <p:strVal val="visible"/>
                                          </p:to>
                                        </p:set>
                                        <p:anim calcmode="lin" valueType="num">
                                          <p:cBhvr>
                                            <p:cTn id="18" dur="300" fill="hold"/>
                                            <p:tgtEl>
                                              <p:spTgt spid="93"/>
                                            </p:tgtEl>
                                            <p:attrNameLst>
                                              <p:attrName>ppt_w</p:attrName>
                                            </p:attrNameLst>
                                          </p:cBhvr>
                                          <p:tavLst>
                                            <p:tav tm="0">
                                              <p:val>
                                                <p:fltVal val="0"/>
                                              </p:val>
                                            </p:tav>
                                            <p:tav tm="100000">
                                              <p:val>
                                                <p:strVal val="#ppt_w"/>
                                              </p:val>
                                            </p:tav>
                                          </p:tavLst>
                                        </p:anim>
                                        <p:anim calcmode="lin" valueType="num">
                                          <p:cBhvr>
                                            <p:cTn id="19" dur="300" fill="hold"/>
                                            <p:tgtEl>
                                              <p:spTgt spid="93"/>
                                            </p:tgtEl>
                                            <p:attrNameLst>
                                              <p:attrName>ppt_h</p:attrName>
                                            </p:attrNameLst>
                                          </p:cBhvr>
                                          <p:tavLst>
                                            <p:tav tm="0">
                                              <p:val>
                                                <p:fltVal val="0"/>
                                              </p:val>
                                            </p:tav>
                                            <p:tav tm="100000">
                                              <p:val>
                                                <p:strVal val="#ppt_h"/>
                                              </p:val>
                                            </p:tav>
                                          </p:tavLst>
                                        </p:anim>
                                        <p:animEffect transition="in" filter="fade">
                                          <p:cBhvr>
                                            <p:cTn id="20" dur="300"/>
                                            <p:tgtEl>
                                              <p:spTgt spid="93"/>
                                            </p:tgtEl>
                                          </p:cBhvr>
                                        </p:animEffect>
                                      </p:childTnLst>
                                    </p:cTn>
                                  </p:par>
                                  <p:par>
                                    <p:cTn id="21" presetID="6" presetClass="emph" presetSubtype="0" autoRev="1" fill="hold" grpId="1" nodeType="withEffect">
                                      <p:stCondLst>
                                        <p:cond delay="900"/>
                                      </p:stCondLst>
                                      <p:childTnLst>
                                        <p:animScale>
                                          <p:cBhvr>
                                            <p:cTn id="22" dur="150" fill="hold"/>
                                            <p:tgtEl>
                                              <p:spTgt spid="93"/>
                                            </p:tgtEl>
                                          </p:cBhvr>
                                          <p:by x="110000" y="110000"/>
                                        </p:animScale>
                                      </p:childTnLst>
                                    </p:cTn>
                                  </p:par>
                                  <p:par>
                                    <p:cTn id="23" presetID="53" presetClass="entr" presetSubtype="16" fill="hold" nodeType="withEffect">
                                      <p:stCondLst>
                                        <p:cond delay="900"/>
                                      </p:stCondLst>
                                      <p:childTnLst>
                                        <p:set>
                                          <p:cBhvr>
                                            <p:cTn id="24" dur="1" fill="hold">
                                              <p:stCondLst>
                                                <p:cond delay="0"/>
                                              </p:stCondLst>
                                            </p:cTn>
                                            <p:tgtEl>
                                              <p:spTgt spid="105"/>
                                            </p:tgtEl>
                                            <p:attrNameLst>
                                              <p:attrName>style.visibility</p:attrName>
                                            </p:attrNameLst>
                                          </p:cBhvr>
                                          <p:to>
                                            <p:strVal val="visible"/>
                                          </p:to>
                                        </p:set>
                                        <p:anim calcmode="lin" valueType="num">
                                          <p:cBhvr>
                                            <p:cTn id="25" dur="300" fill="hold"/>
                                            <p:tgtEl>
                                              <p:spTgt spid="105"/>
                                            </p:tgtEl>
                                            <p:attrNameLst>
                                              <p:attrName>ppt_w</p:attrName>
                                            </p:attrNameLst>
                                          </p:cBhvr>
                                          <p:tavLst>
                                            <p:tav tm="0">
                                              <p:val>
                                                <p:fltVal val="0"/>
                                              </p:val>
                                            </p:tav>
                                            <p:tav tm="100000">
                                              <p:val>
                                                <p:strVal val="#ppt_w"/>
                                              </p:val>
                                            </p:tav>
                                          </p:tavLst>
                                        </p:anim>
                                        <p:anim calcmode="lin" valueType="num">
                                          <p:cBhvr>
                                            <p:cTn id="26" dur="300" fill="hold"/>
                                            <p:tgtEl>
                                              <p:spTgt spid="105"/>
                                            </p:tgtEl>
                                            <p:attrNameLst>
                                              <p:attrName>ppt_h</p:attrName>
                                            </p:attrNameLst>
                                          </p:cBhvr>
                                          <p:tavLst>
                                            <p:tav tm="0">
                                              <p:val>
                                                <p:fltVal val="0"/>
                                              </p:val>
                                            </p:tav>
                                            <p:tav tm="100000">
                                              <p:val>
                                                <p:strVal val="#ppt_h"/>
                                              </p:val>
                                            </p:tav>
                                          </p:tavLst>
                                        </p:anim>
                                        <p:animEffect transition="in" filter="fade">
                                          <p:cBhvr>
                                            <p:cTn id="27" dur="300"/>
                                            <p:tgtEl>
                                              <p:spTgt spid="105"/>
                                            </p:tgtEl>
                                          </p:cBhvr>
                                        </p:animEffect>
                                      </p:childTnLst>
                                    </p:cTn>
                                  </p:par>
                                  <p:par>
                                    <p:cTn id="28" presetID="6" presetClass="emph" presetSubtype="0" autoRev="1" fill="hold" nodeType="withEffect">
                                      <p:stCondLst>
                                        <p:cond delay="1200"/>
                                      </p:stCondLst>
                                      <p:childTnLst>
                                        <p:animScale>
                                          <p:cBhvr>
                                            <p:cTn id="29" dur="150" fill="hold"/>
                                            <p:tgtEl>
                                              <p:spTgt spid="105"/>
                                            </p:tgtEl>
                                          </p:cBhvr>
                                          <p:by x="110000" y="110000"/>
                                        </p:animScale>
                                      </p:childTnLst>
                                    </p:cTn>
                                  </p:par>
                                  <p:par>
                                    <p:cTn id="30" presetID="53" presetClass="entr" presetSubtype="16" fill="hold" grpId="0" nodeType="withEffect">
                                      <p:stCondLst>
                                        <p:cond delay="1200"/>
                                      </p:stCondLst>
                                      <p:childTnLst>
                                        <p:set>
                                          <p:cBhvr>
                                            <p:cTn id="31" dur="1" fill="hold">
                                              <p:stCondLst>
                                                <p:cond delay="0"/>
                                              </p:stCondLst>
                                            </p:cTn>
                                            <p:tgtEl>
                                              <p:spTgt spid="109"/>
                                            </p:tgtEl>
                                            <p:attrNameLst>
                                              <p:attrName>style.visibility</p:attrName>
                                            </p:attrNameLst>
                                          </p:cBhvr>
                                          <p:to>
                                            <p:strVal val="visible"/>
                                          </p:to>
                                        </p:set>
                                        <p:anim calcmode="lin" valueType="num">
                                          <p:cBhvr>
                                            <p:cTn id="32" dur="300" fill="hold"/>
                                            <p:tgtEl>
                                              <p:spTgt spid="109"/>
                                            </p:tgtEl>
                                            <p:attrNameLst>
                                              <p:attrName>ppt_w</p:attrName>
                                            </p:attrNameLst>
                                          </p:cBhvr>
                                          <p:tavLst>
                                            <p:tav tm="0">
                                              <p:val>
                                                <p:fltVal val="0"/>
                                              </p:val>
                                            </p:tav>
                                            <p:tav tm="100000">
                                              <p:val>
                                                <p:strVal val="#ppt_w"/>
                                              </p:val>
                                            </p:tav>
                                          </p:tavLst>
                                        </p:anim>
                                        <p:anim calcmode="lin" valueType="num">
                                          <p:cBhvr>
                                            <p:cTn id="33" dur="300" fill="hold"/>
                                            <p:tgtEl>
                                              <p:spTgt spid="109"/>
                                            </p:tgtEl>
                                            <p:attrNameLst>
                                              <p:attrName>ppt_h</p:attrName>
                                            </p:attrNameLst>
                                          </p:cBhvr>
                                          <p:tavLst>
                                            <p:tav tm="0">
                                              <p:val>
                                                <p:fltVal val="0"/>
                                              </p:val>
                                            </p:tav>
                                            <p:tav tm="100000">
                                              <p:val>
                                                <p:strVal val="#ppt_h"/>
                                              </p:val>
                                            </p:tav>
                                          </p:tavLst>
                                        </p:anim>
                                        <p:animEffect transition="in" filter="fade">
                                          <p:cBhvr>
                                            <p:cTn id="34" dur="300"/>
                                            <p:tgtEl>
                                              <p:spTgt spid="109"/>
                                            </p:tgtEl>
                                          </p:cBhvr>
                                        </p:animEffect>
                                      </p:childTnLst>
                                    </p:cTn>
                                  </p:par>
                                  <p:par>
                                    <p:cTn id="35" presetID="6" presetClass="emph" presetSubtype="0" autoRev="1" fill="hold" grpId="1" nodeType="withEffect">
                                      <p:stCondLst>
                                        <p:cond delay="1500"/>
                                      </p:stCondLst>
                                      <p:childTnLst>
                                        <p:animScale>
                                          <p:cBhvr>
                                            <p:cTn id="36" dur="150" fill="hold"/>
                                            <p:tgtEl>
                                              <p:spTgt spid="109"/>
                                            </p:tgtEl>
                                          </p:cBhvr>
                                          <p:by x="110000" y="110000"/>
                                        </p:animScale>
                                      </p:childTnLst>
                                    </p:cTn>
                                  </p:par>
                                  <p:par>
                                    <p:cTn id="37" presetID="53" presetClass="entr" presetSubtype="16" fill="hold" nodeType="withEffect">
                                      <p:stCondLst>
                                        <p:cond delay="1500"/>
                                      </p:stCondLst>
                                      <p:childTnLst>
                                        <p:set>
                                          <p:cBhvr>
                                            <p:cTn id="38" dur="1" fill="hold">
                                              <p:stCondLst>
                                                <p:cond delay="0"/>
                                              </p:stCondLst>
                                            </p:cTn>
                                            <p:tgtEl>
                                              <p:spTgt spid="100"/>
                                            </p:tgtEl>
                                            <p:attrNameLst>
                                              <p:attrName>style.visibility</p:attrName>
                                            </p:attrNameLst>
                                          </p:cBhvr>
                                          <p:to>
                                            <p:strVal val="visible"/>
                                          </p:to>
                                        </p:set>
                                        <p:anim calcmode="lin" valueType="num">
                                          <p:cBhvr>
                                            <p:cTn id="39" dur="300" fill="hold"/>
                                            <p:tgtEl>
                                              <p:spTgt spid="100"/>
                                            </p:tgtEl>
                                            <p:attrNameLst>
                                              <p:attrName>ppt_w</p:attrName>
                                            </p:attrNameLst>
                                          </p:cBhvr>
                                          <p:tavLst>
                                            <p:tav tm="0">
                                              <p:val>
                                                <p:fltVal val="0"/>
                                              </p:val>
                                            </p:tav>
                                            <p:tav tm="100000">
                                              <p:val>
                                                <p:strVal val="#ppt_w"/>
                                              </p:val>
                                            </p:tav>
                                          </p:tavLst>
                                        </p:anim>
                                        <p:anim calcmode="lin" valueType="num">
                                          <p:cBhvr>
                                            <p:cTn id="40" dur="300" fill="hold"/>
                                            <p:tgtEl>
                                              <p:spTgt spid="100"/>
                                            </p:tgtEl>
                                            <p:attrNameLst>
                                              <p:attrName>ppt_h</p:attrName>
                                            </p:attrNameLst>
                                          </p:cBhvr>
                                          <p:tavLst>
                                            <p:tav tm="0">
                                              <p:val>
                                                <p:fltVal val="0"/>
                                              </p:val>
                                            </p:tav>
                                            <p:tav tm="100000">
                                              <p:val>
                                                <p:strVal val="#ppt_h"/>
                                              </p:val>
                                            </p:tav>
                                          </p:tavLst>
                                        </p:anim>
                                        <p:animEffect transition="in" filter="fade">
                                          <p:cBhvr>
                                            <p:cTn id="41" dur="300"/>
                                            <p:tgtEl>
                                              <p:spTgt spid="100"/>
                                            </p:tgtEl>
                                          </p:cBhvr>
                                        </p:animEffect>
                                      </p:childTnLst>
                                    </p:cTn>
                                  </p:par>
                                  <p:par>
                                    <p:cTn id="42" presetID="6" presetClass="emph" presetSubtype="0" autoRev="1" fill="hold" nodeType="withEffect">
                                      <p:stCondLst>
                                        <p:cond delay="1800"/>
                                      </p:stCondLst>
                                      <p:childTnLst>
                                        <p:animScale>
                                          <p:cBhvr>
                                            <p:cTn id="43" dur="150" fill="hold"/>
                                            <p:tgtEl>
                                              <p:spTgt spid="100"/>
                                            </p:tgtEl>
                                          </p:cBhvr>
                                          <p:by x="110000" y="110000"/>
                                        </p:animScale>
                                      </p:childTnLst>
                                    </p:cTn>
                                  </p:par>
                                  <p:par>
                                    <p:cTn id="44" presetID="53" presetClass="entr" presetSubtype="16" fill="hold" grpId="0" nodeType="withEffect">
                                      <p:stCondLst>
                                        <p:cond delay="1800"/>
                                      </p:stCondLst>
                                      <p:childTnLst>
                                        <p:set>
                                          <p:cBhvr>
                                            <p:cTn id="45" dur="1" fill="hold">
                                              <p:stCondLst>
                                                <p:cond delay="0"/>
                                              </p:stCondLst>
                                            </p:cTn>
                                            <p:tgtEl>
                                              <p:spTgt spid="104"/>
                                            </p:tgtEl>
                                            <p:attrNameLst>
                                              <p:attrName>style.visibility</p:attrName>
                                            </p:attrNameLst>
                                          </p:cBhvr>
                                          <p:to>
                                            <p:strVal val="visible"/>
                                          </p:to>
                                        </p:set>
                                        <p:anim calcmode="lin" valueType="num">
                                          <p:cBhvr>
                                            <p:cTn id="46" dur="300" fill="hold"/>
                                            <p:tgtEl>
                                              <p:spTgt spid="104"/>
                                            </p:tgtEl>
                                            <p:attrNameLst>
                                              <p:attrName>ppt_w</p:attrName>
                                            </p:attrNameLst>
                                          </p:cBhvr>
                                          <p:tavLst>
                                            <p:tav tm="0">
                                              <p:val>
                                                <p:fltVal val="0"/>
                                              </p:val>
                                            </p:tav>
                                            <p:tav tm="100000">
                                              <p:val>
                                                <p:strVal val="#ppt_w"/>
                                              </p:val>
                                            </p:tav>
                                          </p:tavLst>
                                        </p:anim>
                                        <p:anim calcmode="lin" valueType="num">
                                          <p:cBhvr>
                                            <p:cTn id="47" dur="300" fill="hold"/>
                                            <p:tgtEl>
                                              <p:spTgt spid="104"/>
                                            </p:tgtEl>
                                            <p:attrNameLst>
                                              <p:attrName>ppt_h</p:attrName>
                                            </p:attrNameLst>
                                          </p:cBhvr>
                                          <p:tavLst>
                                            <p:tav tm="0">
                                              <p:val>
                                                <p:fltVal val="0"/>
                                              </p:val>
                                            </p:tav>
                                            <p:tav tm="100000">
                                              <p:val>
                                                <p:strVal val="#ppt_h"/>
                                              </p:val>
                                            </p:tav>
                                          </p:tavLst>
                                        </p:anim>
                                        <p:animEffect transition="in" filter="fade">
                                          <p:cBhvr>
                                            <p:cTn id="48" dur="300"/>
                                            <p:tgtEl>
                                              <p:spTgt spid="104"/>
                                            </p:tgtEl>
                                          </p:cBhvr>
                                        </p:animEffect>
                                      </p:childTnLst>
                                    </p:cTn>
                                  </p:par>
                                  <p:par>
                                    <p:cTn id="49" presetID="6" presetClass="emph" presetSubtype="0" autoRev="1" fill="hold" grpId="1" nodeType="withEffect">
                                      <p:stCondLst>
                                        <p:cond delay="2100"/>
                                      </p:stCondLst>
                                      <p:childTnLst>
                                        <p:animScale>
                                          <p:cBhvr>
                                            <p:cTn id="50" dur="150" fill="hold"/>
                                            <p:tgtEl>
                                              <p:spTgt spid="104"/>
                                            </p:tgtEl>
                                          </p:cBhvr>
                                          <p:by x="110000" y="110000"/>
                                        </p:animScale>
                                      </p:childTnLst>
                                    </p:cTn>
                                  </p:par>
                                  <p:par>
                                    <p:cTn id="51" presetID="47" presetClass="entr" presetSubtype="0" fill="hold" grpId="0" nodeType="withEffect">
                                      <p:stCondLst>
                                        <p:cond delay="1800"/>
                                      </p:stCondLst>
                                      <p:childTnLst>
                                        <p:set>
                                          <p:cBhvr>
                                            <p:cTn id="52" dur="1" fill="hold">
                                              <p:stCondLst>
                                                <p:cond delay="0"/>
                                              </p:stCondLst>
                                            </p:cTn>
                                            <p:tgtEl>
                                              <p:spTgt spid="110"/>
                                            </p:tgtEl>
                                            <p:attrNameLst>
                                              <p:attrName>style.visibility</p:attrName>
                                            </p:attrNameLst>
                                          </p:cBhvr>
                                          <p:to>
                                            <p:strVal val="visible"/>
                                          </p:to>
                                        </p:set>
                                        <p:animEffect transition="in" filter="fade">
                                          <p:cBhvr>
                                            <p:cTn id="53" dur="500"/>
                                            <p:tgtEl>
                                              <p:spTgt spid="110"/>
                                            </p:tgtEl>
                                          </p:cBhvr>
                                        </p:animEffect>
                                        <p:anim calcmode="lin" valueType="num">
                                          <p:cBhvr>
                                            <p:cTn id="54" dur="500" fill="hold"/>
                                            <p:tgtEl>
                                              <p:spTgt spid="110"/>
                                            </p:tgtEl>
                                            <p:attrNameLst>
                                              <p:attrName>ppt_x</p:attrName>
                                            </p:attrNameLst>
                                          </p:cBhvr>
                                          <p:tavLst>
                                            <p:tav tm="0">
                                              <p:val>
                                                <p:strVal val="#ppt_x"/>
                                              </p:val>
                                            </p:tav>
                                            <p:tav tm="100000">
                                              <p:val>
                                                <p:strVal val="#ppt_x"/>
                                              </p:val>
                                            </p:tav>
                                          </p:tavLst>
                                        </p:anim>
                                        <p:anim calcmode="lin" valueType="num">
                                          <p:cBhvr>
                                            <p:cTn id="55" dur="500" fill="hold"/>
                                            <p:tgtEl>
                                              <p:spTgt spid="110"/>
                                            </p:tgtEl>
                                            <p:attrNameLst>
                                              <p:attrName>ppt_y</p:attrName>
                                            </p:attrNameLst>
                                          </p:cBhvr>
                                          <p:tavLst>
                                            <p:tav tm="0">
                                              <p:val>
                                                <p:strVal val="#ppt_y-.1"/>
                                              </p:val>
                                            </p:tav>
                                            <p:tav tm="100000">
                                              <p:val>
                                                <p:strVal val="#ppt_y"/>
                                              </p:val>
                                            </p:tav>
                                          </p:tavLst>
                                        </p:anim>
                                      </p:childTnLst>
                                    </p:cTn>
                                  </p:par>
                                  <p:par>
                                    <p:cTn id="56" presetID="2" presetClass="entr" presetSubtype="2" fill="hold" grpId="0" nodeType="withEffect" p14:presetBounceEnd="60000">
                                      <p:stCondLst>
                                        <p:cond delay="2000"/>
                                      </p:stCondLst>
                                      <p:childTnLst>
                                        <p:set>
                                          <p:cBhvr>
                                            <p:cTn id="57" dur="1" fill="hold">
                                              <p:stCondLst>
                                                <p:cond delay="0"/>
                                              </p:stCondLst>
                                            </p:cTn>
                                            <p:tgtEl>
                                              <p:spTgt spid="95"/>
                                            </p:tgtEl>
                                            <p:attrNameLst>
                                              <p:attrName>style.visibility</p:attrName>
                                            </p:attrNameLst>
                                          </p:cBhvr>
                                          <p:to>
                                            <p:strVal val="visible"/>
                                          </p:to>
                                        </p:set>
                                        <p:anim calcmode="lin" valueType="num" p14:bounceEnd="60000">
                                          <p:cBhvr additive="base">
                                            <p:cTn id="58" dur="500" fill="hold"/>
                                            <p:tgtEl>
                                              <p:spTgt spid="95"/>
                                            </p:tgtEl>
                                            <p:attrNameLst>
                                              <p:attrName>ppt_x</p:attrName>
                                            </p:attrNameLst>
                                          </p:cBhvr>
                                          <p:tavLst>
                                            <p:tav tm="0">
                                              <p:val>
                                                <p:strVal val="1+#ppt_w/2"/>
                                              </p:val>
                                            </p:tav>
                                            <p:tav tm="100000">
                                              <p:val>
                                                <p:strVal val="#ppt_x"/>
                                              </p:val>
                                            </p:tav>
                                          </p:tavLst>
                                        </p:anim>
                                        <p:anim calcmode="lin" valueType="num" p14:bounceEnd="60000">
                                          <p:cBhvr additive="base">
                                            <p:cTn id="59" dur="500" fill="hold"/>
                                            <p:tgtEl>
                                              <p:spTgt spid="95"/>
                                            </p:tgtEl>
                                            <p:attrNameLst>
                                              <p:attrName>ppt_y</p:attrName>
                                            </p:attrNameLst>
                                          </p:cBhvr>
                                          <p:tavLst>
                                            <p:tav tm="0">
                                              <p:val>
                                                <p:strVal val="#ppt_y"/>
                                              </p:val>
                                            </p:tav>
                                            <p:tav tm="100000">
                                              <p:val>
                                                <p:strVal val="#ppt_y"/>
                                              </p:val>
                                            </p:tav>
                                          </p:tavLst>
                                        </p:anim>
                                      </p:childTnLst>
                                    </p:cTn>
                                  </p:par>
                                  <p:par>
                                    <p:cTn id="60" presetID="55" presetClass="entr" presetSubtype="0" fill="hold" grpId="0" nodeType="withEffect">
                                      <p:stCondLst>
                                        <p:cond delay="2400"/>
                                      </p:stCondLst>
                                      <p:childTnLst>
                                        <p:set>
                                          <p:cBhvr>
                                            <p:cTn id="61" dur="1" fill="hold">
                                              <p:stCondLst>
                                                <p:cond delay="0"/>
                                              </p:stCondLst>
                                            </p:cTn>
                                            <p:tgtEl>
                                              <p:spTgt spid="94"/>
                                            </p:tgtEl>
                                            <p:attrNameLst>
                                              <p:attrName>style.visibility</p:attrName>
                                            </p:attrNameLst>
                                          </p:cBhvr>
                                          <p:to>
                                            <p:strVal val="visible"/>
                                          </p:to>
                                        </p:set>
                                        <p:anim calcmode="lin" valueType="num">
                                          <p:cBhvr>
                                            <p:cTn id="62" dur="500" fill="hold"/>
                                            <p:tgtEl>
                                              <p:spTgt spid="94"/>
                                            </p:tgtEl>
                                            <p:attrNameLst>
                                              <p:attrName>ppt_w</p:attrName>
                                            </p:attrNameLst>
                                          </p:cBhvr>
                                          <p:tavLst>
                                            <p:tav tm="0">
                                              <p:val>
                                                <p:strVal val="#ppt_w*0.70"/>
                                              </p:val>
                                            </p:tav>
                                            <p:tav tm="100000">
                                              <p:val>
                                                <p:strVal val="#ppt_w"/>
                                              </p:val>
                                            </p:tav>
                                          </p:tavLst>
                                        </p:anim>
                                        <p:anim calcmode="lin" valueType="num">
                                          <p:cBhvr>
                                            <p:cTn id="63" dur="500" fill="hold"/>
                                            <p:tgtEl>
                                              <p:spTgt spid="94"/>
                                            </p:tgtEl>
                                            <p:attrNameLst>
                                              <p:attrName>ppt_h</p:attrName>
                                            </p:attrNameLst>
                                          </p:cBhvr>
                                          <p:tavLst>
                                            <p:tav tm="0">
                                              <p:val>
                                                <p:strVal val="#ppt_h"/>
                                              </p:val>
                                            </p:tav>
                                            <p:tav tm="100000">
                                              <p:val>
                                                <p:strVal val="#ppt_h"/>
                                              </p:val>
                                            </p:tav>
                                          </p:tavLst>
                                        </p:anim>
                                        <p:animEffect transition="in" filter="fade">
                                          <p:cBhvr>
                                            <p:cTn id="64" dur="500"/>
                                            <p:tgtEl>
                                              <p:spTgt spid="94"/>
                                            </p:tgtEl>
                                          </p:cBhvr>
                                        </p:animEffect>
                                      </p:childTnLst>
                                    </p:cTn>
                                  </p:par>
                                  <p:par>
                                    <p:cTn id="65" presetID="2" presetClass="entr" presetSubtype="2" fill="hold" grpId="0" nodeType="withEffect" p14:presetBounceEnd="60000">
                                      <p:stCondLst>
                                        <p:cond delay="2400"/>
                                      </p:stCondLst>
                                      <p:childTnLst>
                                        <p:set>
                                          <p:cBhvr>
                                            <p:cTn id="66" dur="1" fill="hold">
                                              <p:stCondLst>
                                                <p:cond delay="0"/>
                                              </p:stCondLst>
                                            </p:cTn>
                                            <p:tgtEl>
                                              <p:spTgt spid="97"/>
                                            </p:tgtEl>
                                            <p:attrNameLst>
                                              <p:attrName>style.visibility</p:attrName>
                                            </p:attrNameLst>
                                          </p:cBhvr>
                                          <p:to>
                                            <p:strVal val="visible"/>
                                          </p:to>
                                        </p:set>
                                        <p:anim calcmode="lin" valueType="num" p14:bounceEnd="60000">
                                          <p:cBhvr additive="base">
                                            <p:cTn id="67" dur="500" fill="hold"/>
                                            <p:tgtEl>
                                              <p:spTgt spid="97"/>
                                            </p:tgtEl>
                                            <p:attrNameLst>
                                              <p:attrName>ppt_x</p:attrName>
                                            </p:attrNameLst>
                                          </p:cBhvr>
                                          <p:tavLst>
                                            <p:tav tm="0">
                                              <p:val>
                                                <p:strVal val="1+#ppt_w/2"/>
                                              </p:val>
                                            </p:tav>
                                            <p:tav tm="100000">
                                              <p:val>
                                                <p:strVal val="#ppt_x"/>
                                              </p:val>
                                            </p:tav>
                                          </p:tavLst>
                                        </p:anim>
                                        <p:anim calcmode="lin" valueType="num" p14:bounceEnd="60000">
                                          <p:cBhvr additive="base">
                                            <p:cTn id="68" dur="500" fill="hold"/>
                                            <p:tgtEl>
                                              <p:spTgt spid="97"/>
                                            </p:tgtEl>
                                            <p:attrNameLst>
                                              <p:attrName>ppt_y</p:attrName>
                                            </p:attrNameLst>
                                          </p:cBhvr>
                                          <p:tavLst>
                                            <p:tav tm="0">
                                              <p:val>
                                                <p:strVal val="#ppt_y"/>
                                              </p:val>
                                            </p:tav>
                                            <p:tav tm="100000">
                                              <p:val>
                                                <p:strVal val="#ppt_y"/>
                                              </p:val>
                                            </p:tav>
                                          </p:tavLst>
                                        </p:anim>
                                      </p:childTnLst>
                                    </p:cTn>
                                  </p:par>
                                  <p:par>
                                    <p:cTn id="69" presetID="55" presetClass="entr" presetSubtype="0" fill="hold" grpId="0" nodeType="withEffect">
                                      <p:stCondLst>
                                        <p:cond delay="2800"/>
                                      </p:stCondLst>
                                      <p:childTnLst>
                                        <p:set>
                                          <p:cBhvr>
                                            <p:cTn id="70" dur="1" fill="hold">
                                              <p:stCondLst>
                                                <p:cond delay="0"/>
                                              </p:stCondLst>
                                            </p:cTn>
                                            <p:tgtEl>
                                              <p:spTgt spid="96"/>
                                            </p:tgtEl>
                                            <p:attrNameLst>
                                              <p:attrName>style.visibility</p:attrName>
                                            </p:attrNameLst>
                                          </p:cBhvr>
                                          <p:to>
                                            <p:strVal val="visible"/>
                                          </p:to>
                                        </p:set>
                                        <p:anim calcmode="lin" valueType="num">
                                          <p:cBhvr>
                                            <p:cTn id="71" dur="500" fill="hold"/>
                                            <p:tgtEl>
                                              <p:spTgt spid="96"/>
                                            </p:tgtEl>
                                            <p:attrNameLst>
                                              <p:attrName>ppt_w</p:attrName>
                                            </p:attrNameLst>
                                          </p:cBhvr>
                                          <p:tavLst>
                                            <p:tav tm="0">
                                              <p:val>
                                                <p:strVal val="#ppt_w*0.70"/>
                                              </p:val>
                                            </p:tav>
                                            <p:tav tm="100000">
                                              <p:val>
                                                <p:strVal val="#ppt_w"/>
                                              </p:val>
                                            </p:tav>
                                          </p:tavLst>
                                        </p:anim>
                                        <p:anim calcmode="lin" valueType="num">
                                          <p:cBhvr>
                                            <p:cTn id="72" dur="500" fill="hold"/>
                                            <p:tgtEl>
                                              <p:spTgt spid="96"/>
                                            </p:tgtEl>
                                            <p:attrNameLst>
                                              <p:attrName>ppt_h</p:attrName>
                                            </p:attrNameLst>
                                          </p:cBhvr>
                                          <p:tavLst>
                                            <p:tav tm="0">
                                              <p:val>
                                                <p:strVal val="#ppt_h"/>
                                              </p:val>
                                            </p:tav>
                                            <p:tav tm="100000">
                                              <p:val>
                                                <p:strVal val="#ppt_h"/>
                                              </p:val>
                                            </p:tav>
                                          </p:tavLst>
                                        </p:anim>
                                        <p:animEffect transition="in" filter="fade">
                                          <p:cBhvr>
                                            <p:cTn id="73" dur="500"/>
                                            <p:tgtEl>
                                              <p:spTgt spid="96"/>
                                            </p:tgtEl>
                                          </p:cBhvr>
                                        </p:animEffect>
                                      </p:childTnLst>
                                    </p:cTn>
                                  </p:par>
                                  <p:par>
                                    <p:cTn id="74" presetID="2" presetClass="entr" presetSubtype="2" fill="hold" grpId="0" nodeType="withEffect" p14:presetBounceEnd="60000">
                                      <p:stCondLst>
                                        <p:cond delay="2800"/>
                                      </p:stCondLst>
                                      <p:childTnLst>
                                        <p:set>
                                          <p:cBhvr>
                                            <p:cTn id="75" dur="1" fill="hold">
                                              <p:stCondLst>
                                                <p:cond delay="0"/>
                                              </p:stCondLst>
                                            </p:cTn>
                                            <p:tgtEl>
                                              <p:spTgt spid="99"/>
                                            </p:tgtEl>
                                            <p:attrNameLst>
                                              <p:attrName>style.visibility</p:attrName>
                                            </p:attrNameLst>
                                          </p:cBhvr>
                                          <p:to>
                                            <p:strVal val="visible"/>
                                          </p:to>
                                        </p:set>
                                        <p:anim calcmode="lin" valueType="num" p14:bounceEnd="60000">
                                          <p:cBhvr additive="base">
                                            <p:cTn id="76" dur="500" fill="hold"/>
                                            <p:tgtEl>
                                              <p:spTgt spid="99"/>
                                            </p:tgtEl>
                                            <p:attrNameLst>
                                              <p:attrName>ppt_x</p:attrName>
                                            </p:attrNameLst>
                                          </p:cBhvr>
                                          <p:tavLst>
                                            <p:tav tm="0">
                                              <p:val>
                                                <p:strVal val="1+#ppt_w/2"/>
                                              </p:val>
                                            </p:tav>
                                            <p:tav tm="100000">
                                              <p:val>
                                                <p:strVal val="#ppt_x"/>
                                              </p:val>
                                            </p:tav>
                                          </p:tavLst>
                                        </p:anim>
                                        <p:anim calcmode="lin" valueType="num" p14:bounceEnd="60000">
                                          <p:cBhvr additive="base">
                                            <p:cTn id="77" dur="500" fill="hold"/>
                                            <p:tgtEl>
                                              <p:spTgt spid="99"/>
                                            </p:tgtEl>
                                            <p:attrNameLst>
                                              <p:attrName>ppt_y</p:attrName>
                                            </p:attrNameLst>
                                          </p:cBhvr>
                                          <p:tavLst>
                                            <p:tav tm="0">
                                              <p:val>
                                                <p:strVal val="#ppt_y"/>
                                              </p:val>
                                            </p:tav>
                                            <p:tav tm="100000">
                                              <p:val>
                                                <p:strVal val="#ppt_y"/>
                                              </p:val>
                                            </p:tav>
                                          </p:tavLst>
                                        </p:anim>
                                      </p:childTnLst>
                                    </p:cTn>
                                  </p:par>
                                  <p:par>
                                    <p:cTn id="78" presetID="55" presetClass="entr" presetSubtype="0" fill="hold" grpId="0" nodeType="withEffect">
                                      <p:stCondLst>
                                        <p:cond delay="3200"/>
                                      </p:stCondLst>
                                      <p:childTnLst>
                                        <p:set>
                                          <p:cBhvr>
                                            <p:cTn id="79" dur="1" fill="hold">
                                              <p:stCondLst>
                                                <p:cond delay="0"/>
                                              </p:stCondLst>
                                            </p:cTn>
                                            <p:tgtEl>
                                              <p:spTgt spid="98"/>
                                            </p:tgtEl>
                                            <p:attrNameLst>
                                              <p:attrName>style.visibility</p:attrName>
                                            </p:attrNameLst>
                                          </p:cBhvr>
                                          <p:to>
                                            <p:strVal val="visible"/>
                                          </p:to>
                                        </p:set>
                                        <p:anim calcmode="lin" valueType="num">
                                          <p:cBhvr>
                                            <p:cTn id="80" dur="500" fill="hold"/>
                                            <p:tgtEl>
                                              <p:spTgt spid="98"/>
                                            </p:tgtEl>
                                            <p:attrNameLst>
                                              <p:attrName>ppt_w</p:attrName>
                                            </p:attrNameLst>
                                          </p:cBhvr>
                                          <p:tavLst>
                                            <p:tav tm="0">
                                              <p:val>
                                                <p:strVal val="#ppt_w*0.70"/>
                                              </p:val>
                                            </p:tav>
                                            <p:tav tm="100000">
                                              <p:val>
                                                <p:strVal val="#ppt_w"/>
                                              </p:val>
                                            </p:tav>
                                          </p:tavLst>
                                        </p:anim>
                                        <p:anim calcmode="lin" valueType="num">
                                          <p:cBhvr>
                                            <p:cTn id="81" dur="500" fill="hold"/>
                                            <p:tgtEl>
                                              <p:spTgt spid="98"/>
                                            </p:tgtEl>
                                            <p:attrNameLst>
                                              <p:attrName>ppt_h</p:attrName>
                                            </p:attrNameLst>
                                          </p:cBhvr>
                                          <p:tavLst>
                                            <p:tav tm="0">
                                              <p:val>
                                                <p:strVal val="#ppt_h"/>
                                              </p:val>
                                            </p:tav>
                                            <p:tav tm="100000">
                                              <p:val>
                                                <p:strVal val="#ppt_h"/>
                                              </p:val>
                                            </p:tav>
                                          </p:tavLst>
                                        </p:anim>
                                        <p:animEffect transition="in" filter="fade">
                                          <p:cBhvr>
                                            <p:cTn id="82" dur="500"/>
                                            <p:tgtEl>
                                              <p:spTgt spid="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 grpId="0"/>
          <p:bldP spid="93" grpId="1"/>
          <p:bldP spid="94" grpId="0"/>
          <p:bldP spid="95" grpId="0" animBg="1"/>
          <p:bldP spid="96" grpId="0"/>
          <p:bldP spid="97" grpId="0" animBg="1"/>
          <p:bldP spid="98" grpId="0"/>
          <p:bldP spid="99" grpId="0" animBg="1"/>
          <p:bldP spid="104" grpId="0"/>
          <p:bldP spid="104" grpId="1"/>
          <p:bldP spid="109" grpId="0"/>
          <p:bldP spid="109" grpId="1"/>
          <p:bldP spid="110" grpId="0"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39"/>
                                            </p:tgtEl>
                                            <p:attrNameLst>
                                              <p:attrName>style.visibility</p:attrName>
                                            </p:attrNameLst>
                                          </p:cBhvr>
                                          <p:to>
                                            <p:strVal val="visible"/>
                                          </p:to>
                                        </p:set>
                                        <p:anim calcmode="lin" valueType="num">
                                          <p:cBhvr additive="base">
                                            <p:cTn id="7" dur="500" fill="hold"/>
                                            <p:tgtEl>
                                              <p:spTgt spid="39"/>
                                            </p:tgtEl>
                                            <p:attrNameLst>
                                              <p:attrName>ppt_x</p:attrName>
                                            </p:attrNameLst>
                                          </p:cBhvr>
                                          <p:tavLst>
                                            <p:tav tm="0">
                                              <p:val>
                                                <p:strVal val="#ppt_x"/>
                                              </p:val>
                                            </p:tav>
                                            <p:tav tm="100000">
                                              <p:val>
                                                <p:strVal val="#ppt_x"/>
                                              </p:val>
                                            </p:tav>
                                          </p:tavLst>
                                        </p:anim>
                                        <p:anim calcmode="lin" valueType="num">
                                          <p:cBhvr additive="base">
                                            <p:cTn id="8" dur="500" fill="hold"/>
                                            <p:tgtEl>
                                              <p:spTgt spid="39"/>
                                            </p:tgtEl>
                                            <p:attrNameLst>
                                              <p:attrName>ppt_y</p:attrName>
                                            </p:attrNameLst>
                                          </p:cBhvr>
                                          <p:tavLst>
                                            <p:tav tm="0">
                                              <p:val>
                                                <p:strVal val="1+#ppt_h/2"/>
                                              </p:val>
                                            </p:tav>
                                            <p:tav tm="100000">
                                              <p:val>
                                                <p:strVal val="#ppt_y"/>
                                              </p:val>
                                            </p:tav>
                                          </p:tavLst>
                                        </p:anim>
                                      </p:childTnLst>
                                    </p:cTn>
                                  </p:par>
                                  <p:par>
                                    <p:cTn id="9" presetID="53" presetClass="entr" presetSubtype="16" fill="hold" nodeType="withEffect">
                                      <p:stCondLst>
                                        <p:cond delay="300"/>
                                      </p:stCondLst>
                                      <p:childTnLst>
                                        <p:set>
                                          <p:cBhvr>
                                            <p:cTn id="10" dur="1" fill="hold">
                                              <p:stCondLst>
                                                <p:cond delay="0"/>
                                              </p:stCondLst>
                                            </p:cTn>
                                            <p:tgtEl>
                                              <p:spTgt spid="89"/>
                                            </p:tgtEl>
                                            <p:attrNameLst>
                                              <p:attrName>style.visibility</p:attrName>
                                            </p:attrNameLst>
                                          </p:cBhvr>
                                          <p:to>
                                            <p:strVal val="visible"/>
                                          </p:to>
                                        </p:set>
                                        <p:anim calcmode="lin" valueType="num">
                                          <p:cBhvr>
                                            <p:cTn id="11" dur="300" fill="hold"/>
                                            <p:tgtEl>
                                              <p:spTgt spid="89"/>
                                            </p:tgtEl>
                                            <p:attrNameLst>
                                              <p:attrName>ppt_w</p:attrName>
                                            </p:attrNameLst>
                                          </p:cBhvr>
                                          <p:tavLst>
                                            <p:tav tm="0">
                                              <p:val>
                                                <p:fltVal val="0"/>
                                              </p:val>
                                            </p:tav>
                                            <p:tav tm="100000">
                                              <p:val>
                                                <p:strVal val="#ppt_w"/>
                                              </p:val>
                                            </p:tav>
                                          </p:tavLst>
                                        </p:anim>
                                        <p:anim calcmode="lin" valueType="num">
                                          <p:cBhvr>
                                            <p:cTn id="12" dur="300" fill="hold"/>
                                            <p:tgtEl>
                                              <p:spTgt spid="89"/>
                                            </p:tgtEl>
                                            <p:attrNameLst>
                                              <p:attrName>ppt_h</p:attrName>
                                            </p:attrNameLst>
                                          </p:cBhvr>
                                          <p:tavLst>
                                            <p:tav tm="0">
                                              <p:val>
                                                <p:fltVal val="0"/>
                                              </p:val>
                                            </p:tav>
                                            <p:tav tm="100000">
                                              <p:val>
                                                <p:strVal val="#ppt_h"/>
                                              </p:val>
                                            </p:tav>
                                          </p:tavLst>
                                        </p:anim>
                                        <p:animEffect transition="in" filter="fade">
                                          <p:cBhvr>
                                            <p:cTn id="13" dur="300"/>
                                            <p:tgtEl>
                                              <p:spTgt spid="89"/>
                                            </p:tgtEl>
                                          </p:cBhvr>
                                        </p:animEffect>
                                      </p:childTnLst>
                                    </p:cTn>
                                  </p:par>
                                  <p:par>
                                    <p:cTn id="14" presetID="6" presetClass="emph" presetSubtype="0" autoRev="1" fill="hold" nodeType="withEffect">
                                      <p:stCondLst>
                                        <p:cond delay="600"/>
                                      </p:stCondLst>
                                      <p:childTnLst>
                                        <p:animScale>
                                          <p:cBhvr>
                                            <p:cTn id="15" dur="150" fill="hold"/>
                                            <p:tgtEl>
                                              <p:spTgt spid="89"/>
                                            </p:tgtEl>
                                          </p:cBhvr>
                                          <p:by x="110000" y="110000"/>
                                        </p:animScale>
                                      </p:childTnLst>
                                    </p:cTn>
                                  </p:par>
                                  <p:par>
                                    <p:cTn id="16" presetID="53" presetClass="entr" presetSubtype="16" fill="hold" grpId="0" nodeType="withEffect">
                                      <p:stCondLst>
                                        <p:cond delay="600"/>
                                      </p:stCondLst>
                                      <p:childTnLst>
                                        <p:set>
                                          <p:cBhvr>
                                            <p:cTn id="17" dur="1" fill="hold">
                                              <p:stCondLst>
                                                <p:cond delay="0"/>
                                              </p:stCondLst>
                                            </p:cTn>
                                            <p:tgtEl>
                                              <p:spTgt spid="93"/>
                                            </p:tgtEl>
                                            <p:attrNameLst>
                                              <p:attrName>style.visibility</p:attrName>
                                            </p:attrNameLst>
                                          </p:cBhvr>
                                          <p:to>
                                            <p:strVal val="visible"/>
                                          </p:to>
                                        </p:set>
                                        <p:anim calcmode="lin" valueType="num">
                                          <p:cBhvr>
                                            <p:cTn id="18" dur="300" fill="hold"/>
                                            <p:tgtEl>
                                              <p:spTgt spid="93"/>
                                            </p:tgtEl>
                                            <p:attrNameLst>
                                              <p:attrName>ppt_w</p:attrName>
                                            </p:attrNameLst>
                                          </p:cBhvr>
                                          <p:tavLst>
                                            <p:tav tm="0">
                                              <p:val>
                                                <p:fltVal val="0"/>
                                              </p:val>
                                            </p:tav>
                                            <p:tav tm="100000">
                                              <p:val>
                                                <p:strVal val="#ppt_w"/>
                                              </p:val>
                                            </p:tav>
                                          </p:tavLst>
                                        </p:anim>
                                        <p:anim calcmode="lin" valueType="num">
                                          <p:cBhvr>
                                            <p:cTn id="19" dur="300" fill="hold"/>
                                            <p:tgtEl>
                                              <p:spTgt spid="93"/>
                                            </p:tgtEl>
                                            <p:attrNameLst>
                                              <p:attrName>ppt_h</p:attrName>
                                            </p:attrNameLst>
                                          </p:cBhvr>
                                          <p:tavLst>
                                            <p:tav tm="0">
                                              <p:val>
                                                <p:fltVal val="0"/>
                                              </p:val>
                                            </p:tav>
                                            <p:tav tm="100000">
                                              <p:val>
                                                <p:strVal val="#ppt_h"/>
                                              </p:val>
                                            </p:tav>
                                          </p:tavLst>
                                        </p:anim>
                                        <p:animEffect transition="in" filter="fade">
                                          <p:cBhvr>
                                            <p:cTn id="20" dur="300"/>
                                            <p:tgtEl>
                                              <p:spTgt spid="93"/>
                                            </p:tgtEl>
                                          </p:cBhvr>
                                        </p:animEffect>
                                      </p:childTnLst>
                                    </p:cTn>
                                  </p:par>
                                  <p:par>
                                    <p:cTn id="21" presetID="6" presetClass="emph" presetSubtype="0" autoRev="1" fill="hold" grpId="1" nodeType="withEffect">
                                      <p:stCondLst>
                                        <p:cond delay="900"/>
                                      </p:stCondLst>
                                      <p:childTnLst>
                                        <p:animScale>
                                          <p:cBhvr>
                                            <p:cTn id="22" dur="150" fill="hold"/>
                                            <p:tgtEl>
                                              <p:spTgt spid="93"/>
                                            </p:tgtEl>
                                          </p:cBhvr>
                                          <p:by x="110000" y="110000"/>
                                        </p:animScale>
                                      </p:childTnLst>
                                    </p:cTn>
                                  </p:par>
                                  <p:par>
                                    <p:cTn id="23" presetID="53" presetClass="entr" presetSubtype="16" fill="hold" nodeType="withEffect">
                                      <p:stCondLst>
                                        <p:cond delay="900"/>
                                      </p:stCondLst>
                                      <p:childTnLst>
                                        <p:set>
                                          <p:cBhvr>
                                            <p:cTn id="24" dur="1" fill="hold">
                                              <p:stCondLst>
                                                <p:cond delay="0"/>
                                              </p:stCondLst>
                                            </p:cTn>
                                            <p:tgtEl>
                                              <p:spTgt spid="105"/>
                                            </p:tgtEl>
                                            <p:attrNameLst>
                                              <p:attrName>style.visibility</p:attrName>
                                            </p:attrNameLst>
                                          </p:cBhvr>
                                          <p:to>
                                            <p:strVal val="visible"/>
                                          </p:to>
                                        </p:set>
                                        <p:anim calcmode="lin" valueType="num">
                                          <p:cBhvr>
                                            <p:cTn id="25" dur="300" fill="hold"/>
                                            <p:tgtEl>
                                              <p:spTgt spid="105"/>
                                            </p:tgtEl>
                                            <p:attrNameLst>
                                              <p:attrName>ppt_w</p:attrName>
                                            </p:attrNameLst>
                                          </p:cBhvr>
                                          <p:tavLst>
                                            <p:tav tm="0">
                                              <p:val>
                                                <p:fltVal val="0"/>
                                              </p:val>
                                            </p:tav>
                                            <p:tav tm="100000">
                                              <p:val>
                                                <p:strVal val="#ppt_w"/>
                                              </p:val>
                                            </p:tav>
                                          </p:tavLst>
                                        </p:anim>
                                        <p:anim calcmode="lin" valueType="num">
                                          <p:cBhvr>
                                            <p:cTn id="26" dur="300" fill="hold"/>
                                            <p:tgtEl>
                                              <p:spTgt spid="105"/>
                                            </p:tgtEl>
                                            <p:attrNameLst>
                                              <p:attrName>ppt_h</p:attrName>
                                            </p:attrNameLst>
                                          </p:cBhvr>
                                          <p:tavLst>
                                            <p:tav tm="0">
                                              <p:val>
                                                <p:fltVal val="0"/>
                                              </p:val>
                                            </p:tav>
                                            <p:tav tm="100000">
                                              <p:val>
                                                <p:strVal val="#ppt_h"/>
                                              </p:val>
                                            </p:tav>
                                          </p:tavLst>
                                        </p:anim>
                                        <p:animEffect transition="in" filter="fade">
                                          <p:cBhvr>
                                            <p:cTn id="27" dur="300"/>
                                            <p:tgtEl>
                                              <p:spTgt spid="105"/>
                                            </p:tgtEl>
                                          </p:cBhvr>
                                        </p:animEffect>
                                      </p:childTnLst>
                                    </p:cTn>
                                  </p:par>
                                  <p:par>
                                    <p:cTn id="28" presetID="6" presetClass="emph" presetSubtype="0" autoRev="1" fill="hold" nodeType="withEffect">
                                      <p:stCondLst>
                                        <p:cond delay="1200"/>
                                      </p:stCondLst>
                                      <p:childTnLst>
                                        <p:animScale>
                                          <p:cBhvr>
                                            <p:cTn id="29" dur="150" fill="hold"/>
                                            <p:tgtEl>
                                              <p:spTgt spid="105"/>
                                            </p:tgtEl>
                                          </p:cBhvr>
                                          <p:by x="110000" y="110000"/>
                                        </p:animScale>
                                      </p:childTnLst>
                                    </p:cTn>
                                  </p:par>
                                  <p:par>
                                    <p:cTn id="30" presetID="53" presetClass="entr" presetSubtype="16" fill="hold" grpId="0" nodeType="withEffect">
                                      <p:stCondLst>
                                        <p:cond delay="1200"/>
                                      </p:stCondLst>
                                      <p:childTnLst>
                                        <p:set>
                                          <p:cBhvr>
                                            <p:cTn id="31" dur="1" fill="hold">
                                              <p:stCondLst>
                                                <p:cond delay="0"/>
                                              </p:stCondLst>
                                            </p:cTn>
                                            <p:tgtEl>
                                              <p:spTgt spid="109"/>
                                            </p:tgtEl>
                                            <p:attrNameLst>
                                              <p:attrName>style.visibility</p:attrName>
                                            </p:attrNameLst>
                                          </p:cBhvr>
                                          <p:to>
                                            <p:strVal val="visible"/>
                                          </p:to>
                                        </p:set>
                                        <p:anim calcmode="lin" valueType="num">
                                          <p:cBhvr>
                                            <p:cTn id="32" dur="300" fill="hold"/>
                                            <p:tgtEl>
                                              <p:spTgt spid="109"/>
                                            </p:tgtEl>
                                            <p:attrNameLst>
                                              <p:attrName>ppt_w</p:attrName>
                                            </p:attrNameLst>
                                          </p:cBhvr>
                                          <p:tavLst>
                                            <p:tav tm="0">
                                              <p:val>
                                                <p:fltVal val="0"/>
                                              </p:val>
                                            </p:tav>
                                            <p:tav tm="100000">
                                              <p:val>
                                                <p:strVal val="#ppt_w"/>
                                              </p:val>
                                            </p:tav>
                                          </p:tavLst>
                                        </p:anim>
                                        <p:anim calcmode="lin" valueType="num">
                                          <p:cBhvr>
                                            <p:cTn id="33" dur="300" fill="hold"/>
                                            <p:tgtEl>
                                              <p:spTgt spid="109"/>
                                            </p:tgtEl>
                                            <p:attrNameLst>
                                              <p:attrName>ppt_h</p:attrName>
                                            </p:attrNameLst>
                                          </p:cBhvr>
                                          <p:tavLst>
                                            <p:tav tm="0">
                                              <p:val>
                                                <p:fltVal val="0"/>
                                              </p:val>
                                            </p:tav>
                                            <p:tav tm="100000">
                                              <p:val>
                                                <p:strVal val="#ppt_h"/>
                                              </p:val>
                                            </p:tav>
                                          </p:tavLst>
                                        </p:anim>
                                        <p:animEffect transition="in" filter="fade">
                                          <p:cBhvr>
                                            <p:cTn id="34" dur="300"/>
                                            <p:tgtEl>
                                              <p:spTgt spid="109"/>
                                            </p:tgtEl>
                                          </p:cBhvr>
                                        </p:animEffect>
                                      </p:childTnLst>
                                    </p:cTn>
                                  </p:par>
                                  <p:par>
                                    <p:cTn id="35" presetID="6" presetClass="emph" presetSubtype="0" autoRev="1" fill="hold" grpId="1" nodeType="withEffect">
                                      <p:stCondLst>
                                        <p:cond delay="1500"/>
                                      </p:stCondLst>
                                      <p:childTnLst>
                                        <p:animScale>
                                          <p:cBhvr>
                                            <p:cTn id="36" dur="150" fill="hold"/>
                                            <p:tgtEl>
                                              <p:spTgt spid="109"/>
                                            </p:tgtEl>
                                          </p:cBhvr>
                                          <p:by x="110000" y="110000"/>
                                        </p:animScale>
                                      </p:childTnLst>
                                    </p:cTn>
                                  </p:par>
                                  <p:par>
                                    <p:cTn id="37" presetID="53" presetClass="entr" presetSubtype="16" fill="hold" nodeType="withEffect">
                                      <p:stCondLst>
                                        <p:cond delay="1500"/>
                                      </p:stCondLst>
                                      <p:childTnLst>
                                        <p:set>
                                          <p:cBhvr>
                                            <p:cTn id="38" dur="1" fill="hold">
                                              <p:stCondLst>
                                                <p:cond delay="0"/>
                                              </p:stCondLst>
                                            </p:cTn>
                                            <p:tgtEl>
                                              <p:spTgt spid="100"/>
                                            </p:tgtEl>
                                            <p:attrNameLst>
                                              <p:attrName>style.visibility</p:attrName>
                                            </p:attrNameLst>
                                          </p:cBhvr>
                                          <p:to>
                                            <p:strVal val="visible"/>
                                          </p:to>
                                        </p:set>
                                        <p:anim calcmode="lin" valueType="num">
                                          <p:cBhvr>
                                            <p:cTn id="39" dur="300" fill="hold"/>
                                            <p:tgtEl>
                                              <p:spTgt spid="100"/>
                                            </p:tgtEl>
                                            <p:attrNameLst>
                                              <p:attrName>ppt_w</p:attrName>
                                            </p:attrNameLst>
                                          </p:cBhvr>
                                          <p:tavLst>
                                            <p:tav tm="0">
                                              <p:val>
                                                <p:fltVal val="0"/>
                                              </p:val>
                                            </p:tav>
                                            <p:tav tm="100000">
                                              <p:val>
                                                <p:strVal val="#ppt_w"/>
                                              </p:val>
                                            </p:tav>
                                          </p:tavLst>
                                        </p:anim>
                                        <p:anim calcmode="lin" valueType="num">
                                          <p:cBhvr>
                                            <p:cTn id="40" dur="300" fill="hold"/>
                                            <p:tgtEl>
                                              <p:spTgt spid="100"/>
                                            </p:tgtEl>
                                            <p:attrNameLst>
                                              <p:attrName>ppt_h</p:attrName>
                                            </p:attrNameLst>
                                          </p:cBhvr>
                                          <p:tavLst>
                                            <p:tav tm="0">
                                              <p:val>
                                                <p:fltVal val="0"/>
                                              </p:val>
                                            </p:tav>
                                            <p:tav tm="100000">
                                              <p:val>
                                                <p:strVal val="#ppt_h"/>
                                              </p:val>
                                            </p:tav>
                                          </p:tavLst>
                                        </p:anim>
                                        <p:animEffect transition="in" filter="fade">
                                          <p:cBhvr>
                                            <p:cTn id="41" dur="300"/>
                                            <p:tgtEl>
                                              <p:spTgt spid="100"/>
                                            </p:tgtEl>
                                          </p:cBhvr>
                                        </p:animEffect>
                                      </p:childTnLst>
                                    </p:cTn>
                                  </p:par>
                                  <p:par>
                                    <p:cTn id="42" presetID="6" presetClass="emph" presetSubtype="0" autoRev="1" fill="hold" nodeType="withEffect">
                                      <p:stCondLst>
                                        <p:cond delay="1800"/>
                                      </p:stCondLst>
                                      <p:childTnLst>
                                        <p:animScale>
                                          <p:cBhvr>
                                            <p:cTn id="43" dur="150" fill="hold"/>
                                            <p:tgtEl>
                                              <p:spTgt spid="100"/>
                                            </p:tgtEl>
                                          </p:cBhvr>
                                          <p:by x="110000" y="110000"/>
                                        </p:animScale>
                                      </p:childTnLst>
                                    </p:cTn>
                                  </p:par>
                                  <p:par>
                                    <p:cTn id="44" presetID="53" presetClass="entr" presetSubtype="16" fill="hold" grpId="0" nodeType="withEffect">
                                      <p:stCondLst>
                                        <p:cond delay="1800"/>
                                      </p:stCondLst>
                                      <p:childTnLst>
                                        <p:set>
                                          <p:cBhvr>
                                            <p:cTn id="45" dur="1" fill="hold">
                                              <p:stCondLst>
                                                <p:cond delay="0"/>
                                              </p:stCondLst>
                                            </p:cTn>
                                            <p:tgtEl>
                                              <p:spTgt spid="104"/>
                                            </p:tgtEl>
                                            <p:attrNameLst>
                                              <p:attrName>style.visibility</p:attrName>
                                            </p:attrNameLst>
                                          </p:cBhvr>
                                          <p:to>
                                            <p:strVal val="visible"/>
                                          </p:to>
                                        </p:set>
                                        <p:anim calcmode="lin" valueType="num">
                                          <p:cBhvr>
                                            <p:cTn id="46" dur="300" fill="hold"/>
                                            <p:tgtEl>
                                              <p:spTgt spid="104"/>
                                            </p:tgtEl>
                                            <p:attrNameLst>
                                              <p:attrName>ppt_w</p:attrName>
                                            </p:attrNameLst>
                                          </p:cBhvr>
                                          <p:tavLst>
                                            <p:tav tm="0">
                                              <p:val>
                                                <p:fltVal val="0"/>
                                              </p:val>
                                            </p:tav>
                                            <p:tav tm="100000">
                                              <p:val>
                                                <p:strVal val="#ppt_w"/>
                                              </p:val>
                                            </p:tav>
                                          </p:tavLst>
                                        </p:anim>
                                        <p:anim calcmode="lin" valueType="num">
                                          <p:cBhvr>
                                            <p:cTn id="47" dur="300" fill="hold"/>
                                            <p:tgtEl>
                                              <p:spTgt spid="104"/>
                                            </p:tgtEl>
                                            <p:attrNameLst>
                                              <p:attrName>ppt_h</p:attrName>
                                            </p:attrNameLst>
                                          </p:cBhvr>
                                          <p:tavLst>
                                            <p:tav tm="0">
                                              <p:val>
                                                <p:fltVal val="0"/>
                                              </p:val>
                                            </p:tav>
                                            <p:tav tm="100000">
                                              <p:val>
                                                <p:strVal val="#ppt_h"/>
                                              </p:val>
                                            </p:tav>
                                          </p:tavLst>
                                        </p:anim>
                                        <p:animEffect transition="in" filter="fade">
                                          <p:cBhvr>
                                            <p:cTn id="48" dur="300"/>
                                            <p:tgtEl>
                                              <p:spTgt spid="104"/>
                                            </p:tgtEl>
                                          </p:cBhvr>
                                        </p:animEffect>
                                      </p:childTnLst>
                                    </p:cTn>
                                  </p:par>
                                  <p:par>
                                    <p:cTn id="49" presetID="6" presetClass="emph" presetSubtype="0" autoRev="1" fill="hold" grpId="1" nodeType="withEffect">
                                      <p:stCondLst>
                                        <p:cond delay="2100"/>
                                      </p:stCondLst>
                                      <p:childTnLst>
                                        <p:animScale>
                                          <p:cBhvr>
                                            <p:cTn id="50" dur="150" fill="hold"/>
                                            <p:tgtEl>
                                              <p:spTgt spid="104"/>
                                            </p:tgtEl>
                                          </p:cBhvr>
                                          <p:by x="110000" y="110000"/>
                                        </p:animScale>
                                      </p:childTnLst>
                                    </p:cTn>
                                  </p:par>
                                  <p:par>
                                    <p:cTn id="51" presetID="47" presetClass="entr" presetSubtype="0" fill="hold" grpId="0" nodeType="withEffect">
                                      <p:stCondLst>
                                        <p:cond delay="1800"/>
                                      </p:stCondLst>
                                      <p:childTnLst>
                                        <p:set>
                                          <p:cBhvr>
                                            <p:cTn id="52" dur="1" fill="hold">
                                              <p:stCondLst>
                                                <p:cond delay="0"/>
                                              </p:stCondLst>
                                            </p:cTn>
                                            <p:tgtEl>
                                              <p:spTgt spid="110"/>
                                            </p:tgtEl>
                                            <p:attrNameLst>
                                              <p:attrName>style.visibility</p:attrName>
                                            </p:attrNameLst>
                                          </p:cBhvr>
                                          <p:to>
                                            <p:strVal val="visible"/>
                                          </p:to>
                                        </p:set>
                                        <p:animEffect transition="in" filter="fade">
                                          <p:cBhvr>
                                            <p:cTn id="53" dur="500"/>
                                            <p:tgtEl>
                                              <p:spTgt spid="110"/>
                                            </p:tgtEl>
                                          </p:cBhvr>
                                        </p:animEffect>
                                        <p:anim calcmode="lin" valueType="num">
                                          <p:cBhvr>
                                            <p:cTn id="54" dur="500" fill="hold"/>
                                            <p:tgtEl>
                                              <p:spTgt spid="110"/>
                                            </p:tgtEl>
                                            <p:attrNameLst>
                                              <p:attrName>ppt_x</p:attrName>
                                            </p:attrNameLst>
                                          </p:cBhvr>
                                          <p:tavLst>
                                            <p:tav tm="0">
                                              <p:val>
                                                <p:strVal val="#ppt_x"/>
                                              </p:val>
                                            </p:tav>
                                            <p:tav tm="100000">
                                              <p:val>
                                                <p:strVal val="#ppt_x"/>
                                              </p:val>
                                            </p:tav>
                                          </p:tavLst>
                                        </p:anim>
                                        <p:anim calcmode="lin" valueType="num">
                                          <p:cBhvr>
                                            <p:cTn id="55" dur="500" fill="hold"/>
                                            <p:tgtEl>
                                              <p:spTgt spid="110"/>
                                            </p:tgtEl>
                                            <p:attrNameLst>
                                              <p:attrName>ppt_y</p:attrName>
                                            </p:attrNameLst>
                                          </p:cBhvr>
                                          <p:tavLst>
                                            <p:tav tm="0">
                                              <p:val>
                                                <p:strVal val="#ppt_y-.1"/>
                                              </p:val>
                                            </p:tav>
                                            <p:tav tm="100000">
                                              <p:val>
                                                <p:strVal val="#ppt_y"/>
                                              </p:val>
                                            </p:tav>
                                          </p:tavLst>
                                        </p:anim>
                                      </p:childTnLst>
                                    </p:cTn>
                                  </p:par>
                                  <p:par>
                                    <p:cTn id="56" presetID="2" presetClass="entr" presetSubtype="2" fill="hold" grpId="0" nodeType="withEffect">
                                      <p:stCondLst>
                                        <p:cond delay="2000"/>
                                      </p:stCondLst>
                                      <p:childTnLst>
                                        <p:set>
                                          <p:cBhvr>
                                            <p:cTn id="57" dur="1" fill="hold">
                                              <p:stCondLst>
                                                <p:cond delay="0"/>
                                              </p:stCondLst>
                                            </p:cTn>
                                            <p:tgtEl>
                                              <p:spTgt spid="95"/>
                                            </p:tgtEl>
                                            <p:attrNameLst>
                                              <p:attrName>style.visibility</p:attrName>
                                            </p:attrNameLst>
                                          </p:cBhvr>
                                          <p:to>
                                            <p:strVal val="visible"/>
                                          </p:to>
                                        </p:set>
                                        <p:anim calcmode="lin" valueType="num">
                                          <p:cBhvr additive="base">
                                            <p:cTn id="58" dur="500" fill="hold"/>
                                            <p:tgtEl>
                                              <p:spTgt spid="95"/>
                                            </p:tgtEl>
                                            <p:attrNameLst>
                                              <p:attrName>ppt_x</p:attrName>
                                            </p:attrNameLst>
                                          </p:cBhvr>
                                          <p:tavLst>
                                            <p:tav tm="0">
                                              <p:val>
                                                <p:strVal val="1+#ppt_w/2"/>
                                              </p:val>
                                            </p:tav>
                                            <p:tav tm="100000">
                                              <p:val>
                                                <p:strVal val="#ppt_x"/>
                                              </p:val>
                                            </p:tav>
                                          </p:tavLst>
                                        </p:anim>
                                        <p:anim calcmode="lin" valueType="num">
                                          <p:cBhvr additive="base">
                                            <p:cTn id="59" dur="500" fill="hold"/>
                                            <p:tgtEl>
                                              <p:spTgt spid="95"/>
                                            </p:tgtEl>
                                            <p:attrNameLst>
                                              <p:attrName>ppt_y</p:attrName>
                                            </p:attrNameLst>
                                          </p:cBhvr>
                                          <p:tavLst>
                                            <p:tav tm="0">
                                              <p:val>
                                                <p:strVal val="#ppt_y"/>
                                              </p:val>
                                            </p:tav>
                                            <p:tav tm="100000">
                                              <p:val>
                                                <p:strVal val="#ppt_y"/>
                                              </p:val>
                                            </p:tav>
                                          </p:tavLst>
                                        </p:anim>
                                      </p:childTnLst>
                                    </p:cTn>
                                  </p:par>
                                  <p:par>
                                    <p:cTn id="60" presetID="55" presetClass="entr" presetSubtype="0" fill="hold" grpId="0" nodeType="withEffect">
                                      <p:stCondLst>
                                        <p:cond delay="2400"/>
                                      </p:stCondLst>
                                      <p:childTnLst>
                                        <p:set>
                                          <p:cBhvr>
                                            <p:cTn id="61" dur="1" fill="hold">
                                              <p:stCondLst>
                                                <p:cond delay="0"/>
                                              </p:stCondLst>
                                            </p:cTn>
                                            <p:tgtEl>
                                              <p:spTgt spid="94"/>
                                            </p:tgtEl>
                                            <p:attrNameLst>
                                              <p:attrName>style.visibility</p:attrName>
                                            </p:attrNameLst>
                                          </p:cBhvr>
                                          <p:to>
                                            <p:strVal val="visible"/>
                                          </p:to>
                                        </p:set>
                                        <p:anim calcmode="lin" valueType="num">
                                          <p:cBhvr>
                                            <p:cTn id="62" dur="500" fill="hold"/>
                                            <p:tgtEl>
                                              <p:spTgt spid="94"/>
                                            </p:tgtEl>
                                            <p:attrNameLst>
                                              <p:attrName>ppt_w</p:attrName>
                                            </p:attrNameLst>
                                          </p:cBhvr>
                                          <p:tavLst>
                                            <p:tav tm="0">
                                              <p:val>
                                                <p:strVal val="#ppt_w*0.70"/>
                                              </p:val>
                                            </p:tav>
                                            <p:tav tm="100000">
                                              <p:val>
                                                <p:strVal val="#ppt_w"/>
                                              </p:val>
                                            </p:tav>
                                          </p:tavLst>
                                        </p:anim>
                                        <p:anim calcmode="lin" valueType="num">
                                          <p:cBhvr>
                                            <p:cTn id="63" dur="500" fill="hold"/>
                                            <p:tgtEl>
                                              <p:spTgt spid="94"/>
                                            </p:tgtEl>
                                            <p:attrNameLst>
                                              <p:attrName>ppt_h</p:attrName>
                                            </p:attrNameLst>
                                          </p:cBhvr>
                                          <p:tavLst>
                                            <p:tav tm="0">
                                              <p:val>
                                                <p:strVal val="#ppt_h"/>
                                              </p:val>
                                            </p:tav>
                                            <p:tav tm="100000">
                                              <p:val>
                                                <p:strVal val="#ppt_h"/>
                                              </p:val>
                                            </p:tav>
                                          </p:tavLst>
                                        </p:anim>
                                        <p:animEffect transition="in" filter="fade">
                                          <p:cBhvr>
                                            <p:cTn id="64" dur="500"/>
                                            <p:tgtEl>
                                              <p:spTgt spid="94"/>
                                            </p:tgtEl>
                                          </p:cBhvr>
                                        </p:animEffect>
                                      </p:childTnLst>
                                    </p:cTn>
                                  </p:par>
                                  <p:par>
                                    <p:cTn id="65" presetID="2" presetClass="entr" presetSubtype="2" fill="hold" grpId="0" nodeType="withEffect">
                                      <p:stCondLst>
                                        <p:cond delay="2400"/>
                                      </p:stCondLst>
                                      <p:childTnLst>
                                        <p:set>
                                          <p:cBhvr>
                                            <p:cTn id="66" dur="1" fill="hold">
                                              <p:stCondLst>
                                                <p:cond delay="0"/>
                                              </p:stCondLst>
                                            </p:cTn>
                                            <p:tgtEl>
                                              <p:spTgt spid="97"/>
                                            </p:tgtEl>
                                            <p:attrNameLst>
                                              <p:attrName>style.visibility</p:attrName>
                                            </p:attrNameLst>
                                          </p:cBhvr>
                                          <p:to>
                                            <p:strVal val="visible"/>
                                          </p:to>
                                        </p:set>
                                        <p:anim calcmode="lin" valueType="num">
                                          <p:cBhvr additive="base">
                                            <p:cTn id="67" dur="500" fill="hold"/>
                                            <p:tgtEl>
                                              <p:spTgt spid="97"/>
                                            </p:tgtEl>
                                            <p:attrNameLst>
                                              <p:attrName>ppt_x</p:attrName>
                                            </p:attrNameLst>
                                          </p:cBhvr>
                                          <p:tavLst>
                                            <p:tav tm="0">
                                              <p:val>
                                                <p:strVal val="1+#ppt_w/2"/>
                                              </p:val>
                                            </p:tav>
                                            <p:tav tm="100000">
                                              <p:val>
                                                <p:strVal val="#ppt_x"/>
                                              </p:val>
                                            </p:tav>
                                          </p:tavLst>
                                        </p:anim>
                                        <p:anim calcmode="lin" valueType="num">
                                          <p:cBhvr additive="base">
                                            <p:cTn id="68" dur="500" fill="hold"/>
                                            <p:tgtEl>
                                              <p:spTgt spid="97"/>
                                            </p:tgtEl>
                                            <p:attrNameLst>
                                              <p:attrName>ppt_y</p:attrName>
                                            </p:attrNameLst>
                                          </p:cBhvr>
                                          <p:tavLst>
                                            <p:tav tm="0">
                                              <p:val>
                                                <p:strVal val="#ppt_y"/>
                                              </p:val>
                                            </p:tav>
                                            <p:tav tm="100000">
                                              <p:val>
                                                <p:strVal val="#ppt_y"/>
                                              </p:val>
                                            </p:tav>
                                          </p:tavLst>
                                        </p:anim>
                                      </p:childTnLst>
                                    </p:cTn>
                                  </p:par>
                                  <p:par>
                                    <p:cTn id="69" presetID="55" presetClass="entr" presetSubtype="0" fill="hold" grpId="0" nodeType="withEffect">
                                      <p:stCondLst>
                                        <p:cond delay="2800"/>
                                      </p:stCondLst>
                                      <p:childTnLst>
                                        <p:set>
                                          <p:cBhvr>
                                            <p:cTn id="70" dur="1" fill="hold">
                                              <p:stCondLst>
                                                <p:cond delay="0"/>
                                              </p:stCondLst>
                                            </p:cTn>
                                            <p:tgtEl>
                                              <p:spTgt spid="96"/>
                                            </p:tgtEl>
                                            <p:attrNameLst>
                                              <p:attrName>style.visibility</p:attrName>
                                            </p:attrNameLst>
                                          </p:cBhvr>
                                          <p:to>
                                            <p:strVal val="visible"/>
                                          </p:to>
                                        </p:set>
                                        <p:anim calcmode="lin" valueType="num">
                                          <p:cBhvr>
                                            <p:cTn id="71" dur="500" fill="hold"/>
                                            <p:tgtEl>
                                              <p:spTgt spid="96"/>
                                            </p:tgtEl>
                                            <p:attrNameLst>
                                              <p:attrName>ppt_w</p:attrName>
                                            </p:attrNameLst>
                                          </p:cBhvr>
                                          <p:tavLst>
                                            <p:tav tm="0">
                                              <p:val>
                                                <p:strVal val="#ppt_w*0.70"/>
                                              </p:val>
                                            </p:tav>
                                            <p:tav tm="100000">
                                              <p:val>
                                                <p:strVal val="#ppt_w"/>
                                              </p:val>
                                            </p:tav>
                                          </p:tavLst>
                                        </p:anim>
                                        <p:anim calcmode="lin" valueType="num">
                                          <p:cBhvr>
                                            <p:cTn id="72" dur="500" fill="hold"/>
                                            <p:tgtEl>
                                              <p:spTgt spid="96"/>
                                            </p:tgtEl>
                                            <p:attrNameLst>
                                              <p:attrName>ppt_h</p:attrName>
                                            </p:attrNameLst>
                                          </p:cBhvr>
                                          <p:tavLst>
                                            <p:tav tm="0">
                                              <p:val>
                                                <p:strVal val="#ppt_h"/>
                                              </p:val>
                                            </p:tav>
                                            <p:tav tm="100000">
                                              <p:val>
                                                <p:strVal val="#ppt_h"/>
                                              </p:val>
                                            </p:tav>
                                          </p:tavLst>
                                        </p:anim>
                                        <p:animEffect transition="in" filter="fade">
                                          <p:cBhvr>
                                            <p:cTn id="73" dur="500"/>
                                            <p:tgtEl>
                                              <p:spTgt spid="96"/>
                                            </p:tgtEl>
                                          </p:cBhvr>
                                        </p:animEffect>
                                      </p:childTnLst>
                                    </p:cTn>
                                  </p:par>
                                  <p:par>
                                    <p:cTn id="74" presetID="2" presetClass="entr" presetSubtype="2" fill="hold" grpId="0" nodeType="withEffect">
                                      <p:stCondLst>
                                        <p:cond delay="2800"/>
                                      </p:stCondLst>
                                      <p:childTnLst>
                                        <p:set>
                                          <p:cBhvr>
                                            <p:cTn id="75" dur="1" fill="hold">
                                              <p:stCondLst>
                                                <p:cond delay="0"/>
                                              </p:stCondLst>
                                            </p:cTn>
                                            <p:tgtEl>
                                              <p:spTgt spid="99"/>
                                            </p:tgtEl>
                                            <p:attrNameLst>
                                              <p:attrName>style.visibility</p:attrName>
                                            </p:attrNameLst>
                                          </p:cBhvr>
                                          <p:to>
                                            <p:strVal val="visible"/>
                                          </p:to>
                                        </p:set>
                                        <p:anim calcmode="lin" valueType="num">
                                          <p:cBhvr additive="base">
                                            <p:cTn id="76" dur="500" fill="hold"/>
                                            <p:tgtEl>
                                              <p:spTgt spid="99"/>
                                            </p:tgtEl>
                                            <p:attrNameLst>
                                              <p:attrName>ppt_x</p:attrName>
                                            </p:attrNameLst>
                                          </p:cBhvr>
                                          <p:tavLst>
                                            <p:tav tm="0">
                                              <p:val>
                                                <p:strVal val="1+#ppt_w/2"/>
                                              </p:val>
                                            </p:tav>
                                            <p:tav tm="100000">
                                              <p:val>
                                                <p:strVal val="#ppt_x"/>
                                              </p:val>
                                            </p:tav>
                                          </p:tavLst>
                                        </p:anim>
                                        <p:anim calcmode="lin" valueType="num">
                                          <p:cBhvr additive="base">
                                            <p:cTn id="77" dur="500" fill="hold"/>
                                            <p:tgtEl>
                                              <p:spTgt spid="99"/>
                                            </p:tgtEl>
                                            <p:attrNameLst>
                                              <p:attrName>ppt_y</p:attrName>
                                            </p:attrNameLst>
                                          </p:cBhvr>
                                          <p:tavLst>
                                            <p:tav tm="0">
                                              <p:val>
                                                <p:strVal val="#ppt_y"/>
                                              </p:val>
                                            </p:tav>
                                            <p:tav tm="100000">
                                              <p:val>
                                                <p:strVal val="#ppt_y"/>
                                              </p:val>
                                            </p:tav>
                                          </p:tavLst>
                                        </p:anim>
                                      </p:childTnLst>
                                    </p:cTn>
                                  </p:par>
                                  <p:par>
                                    <p:cTn id="78" presetID="55" presetClass="entr" presetSubtype="0" fill="hold" grpId="0" nodeType="withEffect">
                                      <p:stCondLst>
                                        <p:cond delay="3200"/>
                                      </p:stCondLst>
                                      <p:childTnLst>
                                        <p:set>
                                          <p:cBhvr>
                                            <p:cTn id="79" dur="1" fill="hold">
                                              <p:stCondLst>
                                                <p:cond delay="0"/>
                                              </p:stCondLst>
                                            </p:cTn>
                                            <p:tgtEl>
                                              <p:spTgt spid="98"/>
                                            </p:tgtEl>
                                            <p:attrNameLst>
                                              <p:attrName>style.visibility</p:attrName>
                                            </p:attrNameLst>
                                          </p:cBhvr>
                                          <p:to>
                                            <p:strVal val="visible"/>
                                          </p:to>
                                        </p:set>
                                        <p:anim calcmode="lin" valueType="num">
                                          <p:cBhvr>
                                            <p:cTn id="80" dur="500" fill="hold"/>
                                            <p:tgtEl>
                                              <p:spTgt spid="98"/>
                                            </p:tgtEl>
                                            <p:attrNameLst>
                                              <p:attrName>ppt_w</p:attrName>
                                            </p:attrNameLst>
                                          </p:cBhvr>
                                          <p:tavLst>
                                            <p:tav tm="0">
                                              <p:val>
                                                <p:strVal val="#ppt_w*0.70"/>
                                              </p:val>
                                            </p:tav>
                                            <p:tav tm="100000">
                                              <p:val>
                                                <p:strVal val="#ppt_w"/>
                                              </p:val>
                                            </p:tav>
                                          </p:tavLst>
                                        </p:anim>
                                        <p:anim calcmode="lin" valueType="num">
                                          <p:cBhvr>
                                            <p:cTn id="81" dur="500" fill="hold"/>
                                            <p:tgtEl>
                                              <p:spTgt spid="98"/>
                                            </p:tgtEl>
                                            <p:attrNameLst>
                                              <p:attrName>ppt_h</p:attrName>
                                            </p:attrNameLst>
                                          </p:cBhvr>
                                          <p:tavLst>
                                            <p:tav tm="0">
                                              <p:val>
                                                <p:strVal val="#ppt_h"/>
                                              </p:val>
                                            </p:tav>
                                            <p:tav tm="100000">
                                              <p:val>
                                                <p:strVal val="#ppt_h"/>
                                              </p:val>
                                            </p:tav>
                                          </p:tavLst>
                                        </p:anim>
                                        <p:animEffect transition="in" filter="fade">
                                          <p:cBhvr>
                                            <p:cTn id="82" dur="500"/>
                                            <p:tgtEl>
                                              <p:spTgt spid="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 grpId="0"/>
          <p:bldP spid="93" grpId="1"/>
          <p:bldP spid="94" grpId="0"/>
          <p:bldP spid="95" grpId="0" animBg="1"/>
          <p:bldP spid="96" grpId="0"/>
          <p:bldP spid="97" grpId="0" animBg="1"/>
          <p:bldP spid="98" grpId="0"/>
          <p:bldP spid="99" grpId="0" animBg="1"/>
          <p:bldP spid="104" grpId="0"/>
          <p:bldP spid="104" grpId="1"/>
          <p:bldP spid="109" grpId="0"/>
          <p:bldP spid="109" grpId="1"/>
          <p:bldP spid="110" grpId="0" animBg="1"/>
        </p:bldLst>
      </p:timing>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nvCxnSpPr>
        <p:spPr>
          <a:xfrm flipH="1">
            <a:off x="0" y="2368389"/>
            <a:ext cx="390525" cy="0"/>
          </a:xfrm>
          <a:prstGeom prst="line">
            <a:avLst/>
          </a:prstGeom>
          <a:ln w="6350">
            <a:solidFill>
              <a:srgbClr val="62768C"/>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flipH="1">
            <a:off x="0" y="1977864"/>
            <a:ext cx="390525" cy="0"/>
          </a:xfrm>
          <a:prstGeom prst="line">
            <a:avLst/>
          </a:prstGeom>
          <a:ln w="6350">
            <a:solidFill>
              <a:srgbClr val="62768C"/>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H="1">
            <a:off x="0" y="2762089"/>
            <a:ext cx="390525" cy="0"/>
          </a:xfrm>
          <a:prstGeom prst="line">
            <a:avLst/>
          </a:prstGeom>
          <a:ln w="6350">
            <a:solidFill>
              <a:srgbClr val="62768C"/>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flipH="1">
            <a:off x="0" y="3152614"/>
            <a:ext cx="390525" cy="0"/>
          </a:xfrm>
          <a:prstGeom prst="line">
            <a:avLst/>
          </a:prstGeom>
          <a:ln w="6350">
            <a:solidFill>
              <a:srgbClr val="62768C"/>
            </a:solidFill>
          </a:ln>
        </p:spPr>
        <p:style>
          <a:lnRef idx="1">
            <a:schemeClr val="accent1"/>
          </a:lnRef>
          <a:fillRef idx="0">
            <a:schemeClr val="accent1"/>
          </a:fillRef>
          <a:effectRef idx="0">
            <a:schemeClr val="accent1"/>
          </a:effectRef>
          <a:fontRef idx="minor">
            <a:schemeClr val="tx1"/>
          </a:fontRef>
        </p:style>
      </p:cxnSp>
      <p:grpSp>
        <p:nvGrpSpPr>
          <p:cNvPr id="33" name="组合 32"/>
          <p:cNvGrpSpPr/>
          <p:nvPr/>
        </p:nvGrpSpPr>
        <p:grpSpPr>
          <a:xfrm>
            <a:off x="8632482" y="346839"/>
            <a:ext cx="156623" cy="156623"/>
            <a:chOff x="8689063" y="2493438"/>
            <a:chExt cx="156623" cy="156623"/>
          </a:xfrm>
        </p:grpSpPr>
        <p:sp>
          <p:nvSpPr>
            <p:cNvPr id="26" name="矩形 25"/>
            <p:cNvSpPr/>
            <p:nvPr/>
          </p:nvSpPr>
          <p:spPr>
            <a:xfrm>
              <a:off x="8689063" y="2493438"/>
              <a:ext cx="156623" cy="156623"/>
            </a:xfrm>
            <a:prstGeom prst="rect">
              <a:avLst/>
            </a:prstGeom>
            <a:solidFill>
              <a:srgbClr val="586B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任意多边形 30"/>
            <p:cNvSpPr/>
            <p:nvPr/>
          </p:nvSpPr>
          <p:spPr>
            <a:xfrm rot="10800000">
              <a:off x="8737889" y="2531868"/>
              <a:ext cx="58967" cy="79764"/>
            </a:xfrm>
            <a:custGeom>
              <a:avLst/>
              <a:gdLst>
                <a:gd name="connsiteX0" fmla="*/ 0 w 78581"/>
                <a:gd name="connsiteY0" fmla="*/ 0 h 152400"/>
                <a:gd name="connsiteX1" fmla="*/ 78581 w 78581"/>
                <a:gd name="connsiteY1" fmla="*/ 78581 h 152400"/>
                <a:gd name="connsiteX2" fmla="*/ 4762 w 78581"/>
                <a:gd name="connsiteY2" fmla="*/ 152400 h 152400"/>
              </a:gdLst>
              <a:ahLst/>
              <a:cxnLst>
                <a:cxn ang="0">
                  <a:pos x="connsiteX0" y="connsiteY0"/>
                </a:cxn>
                <a:cxn ang="0">
                  <a:pos x="connsiteX1" y="connsiteY1"/>
                </a:cxn>
                <a:cxn ang="0">
                  <a:pos x="connsiteX2" y="connsiteY2"/>
                </a:cxn>
              </a:cxnLst>
              <a:rect l="l" t="t" r="r" b="b"/>
              <a:pathLst>
                <a:path w="78581" h="152400">
                  <a:moveTo>
                    <a:pt x="0" y="0"/>
                  </a:moveTo>
                  <a:lnTo>
                    <a:pt x="78581" y="78581"/>
                  </a:lnTo>
                  <a:lnTo>
                    <a:pt x="4762" y="152400"/>
                  </a:lnTo>
                </a:path>
              </a:pathLst>
            </a:cu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4" name="组合 33"/>
          <p:cNvGrpSpPr/>
          <p:nvPr/>
        </p:nvGrpSpPr>
        <p:grpSpPr>
          <a:xfrm>
            <a:off x="8789105" y="346839"/>
            <a:ext cx="156623" cy="156623"/>
            <a:chOff x="8845686" y="2493438"/>
            <a:chExt cx="156623" cy="156623"/>
          </a:xfrm>
        </p:grpSpPr>
        <p:sp>
          <p:nvSpPr>
            <p:cNvPr id="30" name="矩形 29"/>
            <p:cNvSpPr/>
            <p:nvPr/>
          </p:nvSpPr>
          <p:spPr>
            <a:xfrm>
              <a:off x="8845686" y="2493438"/>
              <a:ext cx="156623" cy="156623"/>
            </a:xfrm>
            <a:prstGeom prst="rect">
              <a:avLst/>
            </a:prstGeom>
            <a:solidFill>
              <a:srgbClr val="37B0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任意多边形 31"/>
            <p:cNvSpPr/>
            <p:nvPr/>
          </p:nvSpPr>
          <p:spPr>
            <a:xfrm>
              <a:off x="8894513" y="2531868"/>
              <a:ext cx="58967" cy="79764"/>
            </a:xfrm>
            <a:custGeom>
              <a:avLst/>
              <a:gdLst>
                <a:gd name="connsiteX0" fmla="*/ 0 w 78581"/>
                <a:gd name="connsiteY0" fmla="*/ 0 h 152400"/>
                <a:gd name="connsiteX1" fmla="*/ 78581 w 78581"/>
                <a:gd name="connsiteY1" fmla="*/ 78581 h 152400"/>
                <a:gd name="connsiteX2" fmla="*/ 4762 w 78581"/>
                <a:gd name="connsiteY2" fmla="*/ 152400 h 152400"/>
              </a:gdLst>
              <a:ahLst/>
              <a:cxnLst>
                <a:cxn ang="0">
                  <a:pos x="connsiteX0" y="connsiteY0"/>
                </a:cxn>
                <a:cxn ang="0">
                  <a:pos x="connsiteX1" y="connsiteY1"/>
                </a:cxn>
                <a:cxn ang="0">
                  <a:pos x="connsiteX2" y="connsiteY2"/>
                </a:cxn>
              </a:cxnLst>
              <a:rect l="l" t="t" r="r" b="b"/>
              <a:pathLst>
                <a:path w="78581" h="152400">
                  <a:moveTo>
                    <a:pt x="0" y="0"/>
                  </a:moveTo>
                  <a:lnTo>
                    <a:pt x="78581" y="78581"/>
                  </a:lnTo>
                  <a:lnTo>
                    <a:pt x="4762" y="152400"/>
                  </a:lnTo>
                </a:path>
              </a:pathLst>
            </a:cu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5" name="矩形 34">
            <a:hlinkClick r:id="" action="ppaction://hlinkshowjump?jump=previousslide"/>
          </p:cNvPr>
          <p:cNvSpPr/>
          <p:nvPr/>
        </p:nvSpPr>
        <p:spPr>
          <a:xfrm>
            <a:off x="8632479" y="340203"/>
            <a:ext cx="156623" cy="166239"/>
          </a:xfrm>
          <a:prstGeom prst="rect">
            <a:avLst/>
          </a:prstGeom>
          <a:solidFill>
            <a:srgbClr val="37B0E8">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35">
            <a:hlinkClick r:id="" action="ppaction://hlinkshowjump?jump=nextslide"/>
          </p:cNvPr>
          <p:cNvSpPr/>
          <p:nvPr/>
        </p:nvSpPr>
        <p:spPr>
          <a:xfrm>
            <a:off x="8789102" y="340203"/>
            <a:ext cx="156623" cy="166239"/>
          </a:xfrm>
          <a:prstGeom prst="rect">
            <a:avLst/>
          </a:prstGeom>
          <a:solidFill>
            <a:srgbClr val="37B0E8">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矩形 36"/>
          <p:cNvSpPr/>
          <p:nvPr/>
        </p:nvSpPr>
        <p:spPr>
          <a:xfrm>
            <a:off x="-1" y="1588788"/>
            <a:ext cx="1280513" cy="390525"/>
          </a:xfrm>
          <a:prstGeom prst="rect">
            <a:avLst/>
          </a:prstGeom>
          <a:solidFill>
            <a:srgbClr val="37B0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Freeform 11"/>
          <p:cNvSpPr>
            <a:spLocks noEditPoints="1"/>
          </p:cNvSpPr>
          <p:nvPr/>
        </p:nvSpPr>
        <p:spPr bwMode="auto">
          <a:xfrm>
            <a:off x="124293" y="2864285"/>
            <a:ext cx="150176" cy="190798"/>
          </a:xfrm>
          <a:custGeom>
            <a:avLst/>
            <a:gdLst>
              <a:gd name="T0" fmla="*/ 104 w 139"/>
              <a:gd name="T1" fmla="*/ 99 h 177"/>
              <a:gd name="T2" fmla="*/ 91 w 139"/>
              <a:gd name="T3" fmla="*/ 160 h 177"/>
              <a:gd name="T4" fmla="*/ 133 w 139"/>
              <a:gd name="T5" fmla="*/ 164 h 177"/>
              <a:gd name="T6" fmla="*/ 133 w 139"/>
              <a:gd name="T7" fmla="*/ 177 h 177"/>
              <a:gd name="T8" fmla="*/ 0 w 139"/>
              <a:gd name="T9" fmla="*/ 170 h 177"/>
              <a:gd name="T10" fmla="*/ 51 w 139"/>
              <a:gd name="T11" fmla="*/ 164 h 177"/>
              <a:gd name="T12" fmla="*/ 81 w 139"/>
              <a:gd name="T13" fmla="*/ 151 h 177"/>
              <a:gd name="T14" fmla="*/ 10 w 139"/>
              <a:gd name="T15" fmla="*/ 147 h 177"/>
              <a:gd name="T16" fmla="*/ 10 w 139"/>
              <a:gd name="T17" fmla="*/ 139 h 177"/>
              <a:gd name="T18" fmla="*/ 94 w 139"/>
              <a:gd name="T19" fmla="*/ 120 h 177"/>
              <a:gd name="T20" fmla="*/ 84 w 139"/>
              <a:gd name="T21" fmla="*/ 92 h 177"/>
              <a:gd name="T22" fmla="*/ 69 w 139"/>
              <a:gd name="T23" fmla="*/ 94 h 177"/>
              <a:gd name="T24" fmla="*/ 53 w 139"/>
              <a:gd name="T25" fmla="*/ 113 h 177"/>
              <a:gd name="T26" fmla="*/ 46 w 139"/>
              <a:gd name="T27" fmla="*/ 117 h 177"/>
              <a:gd name="T28" fmla="*/ 24 w 139"/>
              <a:gd name="T29" fmla="*/ 109 h 177"/>
              <a:gd name="T30" fmla="*/ 26 w 139"/>
              <a:gd name="T31" fmla="*/ 97 h 177"/>
              <a:gd name="T32" fmla="*/ 21 w 139"/>
              <a:gd name="T33" fmla="*/ 89 h 177"/>
              <a:gd name="T34" fmla="*/ 63 w 139"/>
              <a:gd name="T35" fmla="*/ 24 h 177"/>
              <a:gd name="T36" fmla="*/ 67 w 139"/>
              <a:gd name="T37" fmla="*/ 26 h 177"/>
              <a:gd name="T38" fmla="*/ 69 w 139"/>
              <a:gd name="T39" fmla="*/ 14 h 177"/>
              <a:gd name="T40" fmla="*/ 76 w 139"/>
              <a:gd name="T41" fmla="*/ 2 h 177"/>
              <a:gd name="T42" fmla="*/ 109 w 139"/>
              <a:gd name="T43" fmla="*/ 29 h 177"/>
              <a:gd name="T44" fmla="*/ 96 w 139"/>
              <a:gd name="T45" fmla="*/ 30 h 177"/>
              <a:gd name="T46" fmla="*/ 94 w 139"/>
              <a:gd name="T47" fmla="*/ 42 h 177"/>
              <a:gd name="T48" fmla="*/ 87 w 139"/>
              <a:gd name="T49" fmla="*/ 63 h 177"/>
              <a:gd name="T50" fmla="*/ 92 w 139"/>
              <a:gd name="T51" fmla="*/ 81 h 177"/>
              <a:gd name="T52" fmla="*/ 89 w 139"/>
              <a:gd name="T53" fmla="*/ 26 h 177"/>
              <a:gd name="T54" fmla="*/ 74 w 139"/>
              <a:gd name="T55" fmla="*/ 30 h 177"/>
              <a:gd name="T56" fmla="*/ 89 w 139"/>
              <a:gd name="T57" fmla="*/ 26 h 177"/>
              <a:gd name="T58" fmla="*/ 80 w 139"/>
              <a:gd name="T59" fmla="*/ 59 h 177"/>
              <a:gd name="T60" fmla="*/ 62 w 139"/>
              <a:gd name="T61" fmla="*/ 33 h 177"/>
              <a:gd name="T62" fmla="*/ 54 w 139"/>
              <a:gd name="T63" fmla="*/ 104 h 177"/>
              <a:gd name="T64" fmla="*/ 56 w 139"/>
              <a:gd name="T65" fmla="*/ 76 h 177"/>
              <a:gd name="T66" fmla="*/ 62 w 139"/>
              <a:gd name="T67" fmla="*/ 63 h 177"/>
              <a:gd name="T68" fmla="*/ 82 w 139"/>
              <a:gd name="T69" fmla="*/ 69 h 177"/>
              <a:gd name="T70" fmla="*/ 67 w 139"/>
              <a:gd name="T71" fmla="*/ 69 h 177"/>
              <a:gd name="T72" fmla="*/ 67 w 139"/>
              <a:gd name="T73" fmla="*/ 69 h 177"/>
              <a:gd name="T74" fmla="*/ 75 w 139"/>
              <a:gd name="T75" fmla="*/ 86 h 177"/>
              <a:gd name="T76" fmla="*/ 82 w 139"/>
              <a:gd name="T77" fmla="*/ 83 h 177"/>
              <a:gd name="T78" fmla="*/ 82 w 139"/>
              <a:gd name="T79" fmla="*/ 69 h 177"/>
              <a:gd name="T80" fmla="*/ 33 w 139"/>
              <a:gd name="T81" fmla="*/ 101 h 177"/>
              <a:gd name="T82" fmla="*/ 31 w 139"/>
              <a:gd name="T83" fmla="*/ 104 h 177"/>
              <a:gd name="T84" fmla="*/ 42 w 139"/>
              <a:gd name="T85" fmla="*/ 106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 h="177">
                <a:moveTo>
                  <a:pt x="92" y="81"/>
                </a:moveTo>
                <a:cubicBezTo>
                  <a:pt x="97" y="87"/>
                  <a:pt x="101" y="92"/>
                  <a:pt x="104" y="99"/>
                </a:cubicBezTo>
                <a:cubicBezTo>
                  <a:pt x="106" y="106"/>
                  <a:pt x="108" y="113"/>
                  <a:pt x="108" y="120"/>
                </a:cubicBezTo>
                <a:cubicBezTo>
                  <a:pt x="108" y="136"/>
                  <a:pt x="101" y="150"/>
                  <a:pt x="91" y="160"/>
                </a:cubicBezTo>
                <a:cubicBezTo>
                  <a:pt x="90" y="162"/>
                  <a:pt x="89" y="163"/>
                  <a:pt x="88" y="164"/>
                </a:cubicBezTo>
                <a:cubicBezTo>
                  <a:pt x="133" y="164"/>
                  <a:pt x="133" y="164"/>
                  <a:pt x="133" y="164"/>
                </a:cubicBezTo>
                <a:cubicBezTo>
                  <a:pt x="136" y="164"/>
                  <a:pt x="139" y="167"/>
                  <a:pt x="139" y="170"/>
                </a:cubicBezTo>
                <a:cubicBezTo>
                  <a:pt x="139" y="174"/>
                  <a:pt x="136" y="177"/>
                  <a:pt x="133" y="177"/>
                </a:cubicBezTo>
                <a:cubicBezTo>
                  <a:pt x="91" y="177"/>
                  <a:pt x="49" y="177"/>
                  <a:pt x="7" y="177"/>
                </a:cubicBezTo>
                <a:cubicBezTo>
                  <a:pt x="3" y="177"/>
                  <a:pt x="0" y="174"/>
                  <a:pt x="0" y="170"/>
                </a:cubicBezTo>
                <a:cubicBezTo>
                  <a:pt x="0" y="167"/>
                  <a:pt x="3" y="164"/>
                  <a:pt x="7" y="164"/>
                </a:cubicBezTo>
                <a:cubicBezTo>
                  <a:pt x="51" y="164"/>
                  <a:pt x="51" y="164"/>
                  <a:pt x="51" y="164"/>
                </a:cubicBezTo>
                <a:cubicBezTo>
                  <a:pt x="51" y="164"/>
                  <a:pt x="51" y="164"/>
                  <a:pt x="51" y="164"/>
                </a:cubicBezTo>
                <a:cubicBezTo>
                  <a:pt x="63" y="164"/>
                  <a:pt x="74" y="159"/>
                  <a:pt x="81" y="151"/>
                </a:cubicBezTo>
                <a:cubicBezTo>
                  <a:pt x="83" y="150"/>
                  <a:pt x="84" y="148"/>
                  <a:pt x="85" y="147"/>
                </a:cubicBezTo>
                <a:cubicBezTo>
                  <a:pt x="10" y="147"/>
                  <a:pt x="10" y="147"/>
                  <a:pt x="10" y="147"/>
                </a:cubicBezTo>
                <a:cubicBezTo>
                  <a:pt x="8" y="147"/>
                  <a:pt x="6" y="145"/>
                  <a:pt x="6" y="143"/>
                </a:cubicBezTo>
                <a:cubicBezTo>
                  <a:pt x="6" y="141"/>
                  <a:pt x="8" y="139"/>
                  <a:pt x="10" y="139"/>
                </a:cubicBezTo>
                <a:cubicBezTo>
                  <a:pt x="90" y="139"/>
                  <a:pt x="90" y="139"/>
                  <a:pt x="90" y="139"/>
                </a:cubicBezTo>
                <a:cubicBezTo>
                  <a:pt x="93" y="133"/>
                  <a:pt x="94" y="127"/>
                  <a:pt x="94" y="120"/>
                </a:cubicBezTo>
                <a:cubicBezTo>
                  <a:pt x="94" y="114"/>
                  <a:pt x="93" y="109"/>
                  <a:pt x="91" y="104"/>
                </a:cubicBezTo>
                <a:cubicBezTo>
                  <a:pt x="89" y="100"/>
                  <a:pt x="87" y="96"/>
                  <a:pt x="84" y="92"/>
                </a:cubicBezTo>
                <a:cubicBezTo>
                  <a:pt x="81" y="94"/>
                  <a:pt x="78" y="94"/>
                  <a:pt x="75" y="94"/>
                </a:cubicBezTo>
                <a:cubicBezTo>
                  <a:pt x="73" y="94"/>
                  <a:pt x="71" y="94"/>
                  <a:pt x="69" y="94"/>
                </a:cubicBezTo>
                <a:cubicBezTo>
                  <a:pt x="59" y="111"/>
                  <a:pt x="59" y="111"/>
                  <a:pt x="59" y="111"/>
                </a:cubicBezTo>
                <a:cubicBezTo>
                  <a:pt x="58" y="113"/>
                  <a:pt x="55" y="114"/>
                  <a:pt x="53" y="113"/>
                </a:cubicBezTo>
                <a:cubicBezTo>
                  <a:pt x="50" y="111"/>
                  <a:pt x="50" y="111"/>
                  <a:pt x="50" y="111"/>
                </a:cubicBezTo>
                <a:cubicBezTo>
                  <a:pt x="46" y="117"/>
                  <a:pt x="46" y="117"/>
                  <a:pt x="46" y="117"/>
                </a:cubicBezTo>
                <a:cubicBezTo>
                  <a:pt x="45" y="119"/>
                  <a:pt x="42" y="119"/>
                  <a:pt x="40" y="118"/>
                </a:cubicBezTo>
                <a:cubicBezTo>
                  <a:pt x="24" y="109"/>
                  <a:pt x="24" y="109"/>
                  <a:pt x="24" y="109"/>
                </a:cubicBezTo>
                <a:cubicBezTo>
                  <a:pt x="22" y="108"/>
                  <a:pt x="21" y="105"/>
                  <a:pt x="22" y="103"/>
                </a:cubicBezTo>
                <a:cubicBezTo>
                  <a:pt x="26" y="97"/>
                  <a:pt x="26" y="97"/>
                  <a:pt x="26" y="97"/>
                </a:cubicBezTo>
                <a:cubicBezTo>
                  <a:pt x="22" y="95"/>
                  <a:pt x="22" y="95"/>
                  <a:pt x="22" y="95"/>
                </a:cubicBezTo>
                <a:cubicBezTo>
                  <a:pt x="20" y="94"/>
                  <a:pt x="20" y="91"/>
                  <a:pt x="21" y="89"/>
                </a:cubicBezTo>
                <a:cubicBezTo>
                  <a:pt x="57" y="26"/>
                  <a:pt x="57" y="26"/>
                  <a:pt x="57" y="26"/>
                </a:cubicBezTo>
                <a:cubicBezTo>
                  <a:pt x="58" y="24"/>
                  <a:pt x="61" y="23"/>
                  <a:pt x="63" y="24"/>
                </a:cubicBezTo>
                <a:cubicBezTo>
                  <a:pt x="63" y="24"/>
                  <a:pt x="63" y="24"/>
                  <a:pt x="63" y="24"/>
                </a:cubicBezTo>
                <a:cubicBezTo>
                  <a:pt x="67" y="26"/>
                  <a:pt x="67" y="26"/>
                  <a:pt x="67" y="26"/>
                </a:cubicBezTo>
                <a:cubicBezTo>
                  <a:pt x="73" y="16"/>
                  <a:pt x="73" y="16"/>
                  <a:pt x="73" y="16"/>
                </a:cubicBezTo>
                <a:cubicBezTo>
                  <a:pt x="69" y="14"/>
                  <a:pt x="69" y="14"/>
                  <a:pt x="69" y="14"/>
                </a:cubicBezTo>
                <a:cubicBezTo>
                  <a:pt x="66" y="12"/>
                  <a:pt x="65" y="8"/>
                  <a:pt x="66" y="5"/>
                </a:cubicBezTo>
                <a:cubicBezTo>
                  <a:pt x="68" y="1"/>
                  <a:pt x="72" y="0"/>
                  <a:pt x="76" y="2"/>
                </a:cubicBezTo>
                <a:cubicBezTo>
                  <a:pt x="86" y="8"/>
                  <a:pt x="96" y="14"/>
                  <a:pt x="107" y="20"/>
                </a:cubicBezTo>
                <a:cubicBezTo>
                  <a:pt x="110" y="22"/>
                  <a:pt x="111" y="26"/>
                  <a:pt x="109" y="29"/>
                </a:cubicBezTo>
                <a:cubicBezTo>
                  <a:pt x="107" y="33"/>
                  <a:pt x="103" y="34"/>
                  <a:pt x="100" y="32"/>
                </a:cubicBezTo>
                <a:cubicBezTo>
                  <a:pt x="96" y="30"/>
                  <a:pt x="96" y="30"/>
                  <a:pt x="96" y="30"/>
                </a:cubicBezTo>
                <a:cubicBezTo>
                  <a:pt x="90" y="40"/>
                  <a:pt x="90" y="40"/>
                  <a:pt x="90" y="40"/>
                </a:cubicBezTo>
                <a:cubicBezTo>
                  <a:pt x="94" y="42"/>
                  <a:pt x="94" y="42"/>
                  <a:pt x="94" y="42"/>
                </a:cubicBezTo>
                <a:cubicBezTo>
                  <a:pt x="96" y="43"/>
                  <a:pt x="97" y="46"/>
                  <a:pt x="96" y="48"/>
                </a:cubicBezTo>
                <a:cubicBezTo>
                  <a:pt x="87" y="63"/>
                  <a:pt x="87" y="63"/>
                  <a:pt x="87" y="63"/>
                </a:cubicBezTo>
                <a:cubicBezTo>
                  <a:pt x="91" y="66"/>
                  <a:pt x="93" y="71"/>
                  <a:pt x="93" y="76"/>
                </a:cubicBezTo>
                <a:cubicBezTo>
                  <a:pt x="93" y="78"/>
                  <a:pt x="93" y="80"/>
                  <a:pt x="92" y="81"/>
                </a:cubicBezTo>
                <a:close/>
                <a:moveTo>
                  <a:pt x="89" y="26"/>
                </a:moveTo>
                <a:cubicBezTo>
                  <a:pt x="89" y="26"/>
                  <a:pt x="89" y="26"/>
                  <a:pt x="89" y="26"/>
                </a:cubicBezTo>
                <a:cubicBezTo>
                  <a:pt x="86" y="24"/>
                  <a:pt x="83" y="22"/>
                  <a:pt x="80" y="20"/>
                </a:cubicBezTo>
                <a:cubicBezTo>
                  <a:pt x="74" y="30"/>
                  <a:pt x="74" y="30"/>
                  <a:pt x="74" y="30"/>
                </a:cubicBezTo>
                <a:cubicBezTo>
                  <a:pt x="83" y="36"/>
                  <a:pt x="83" y="36"/>
                  <a:pt x="83" y="36"/>
                </a:cubicBezTo>
                <a:cubicBezTo>
                  <a:pt x="89" y="26"/>
                  <a:pt x="89" y="26"/>
                  <a:pt x="89" y="26"/>
                </a:cubicBezTo>
                <a:close/>
                <a:moveTo>
                  <a:pt x="80" y="59"/>
                </a:moveTo>
                <a:cubicBezTo>
                  <a:pt x="80" y="59"/>
                  <a:pt x="80" y="59"/>
                  <a:pt x="80" y="59"/>
                </a:cubicBezTo>
                <a:cubicBezTo>
                  <a:pt x="87" y="47"/>
                  <a:pt x="87" y="47"/>
                  <a:pt x="87" y="47"/>
                </a:cubicBezTo>
                <a:cubicBezTo>
                  <a:pt x="78" y="43"/>
                  <a:pt x="70" y="38"/>
                  <a:pt x="62" y="33"/>
                </a:cubicBezTo>
                <a:cubicBezTo>
                  <a:pt x="30" y="90"/>
                  <a:pt x="30" y="90"/>
                  <a:pt x="30" y="90"/>
                </a:cubicBezTo>
                <a:cubicBezTo>
                  <a:pt x="38" y="94"/>
                  <a:pt x="46" y="99"/>
                  <a:pt x="54" y="104"/>
                </a:cubicBezTo>
                <a:cubicBezTo>
                  <a:pt x="62" y="90"/>
                  <a:pt x="62" y="90"/>
                  <a:pt x="62" y="90"/>
                </a:cubicBezTo>
                <a:cubicBezTo>
                  <a:pt x="58" y="86"/>
                  <a:pt x="56" y="81"/>
                  <a:pt x="56" y="76"/>
                </a:cubicBezTo>
                <a:cubicBezTo>
                  <a:pt x="56" y="71"/>
                  <a:pt x="58" y="66"/>
                  <a:pt x="62" y="63"/>
                </a:cubicBezTo>
                <a:cubicBezTo>
                  <a:pt x="62" y="63"/>
                  <a:pt x="62" y="63"/>
                  <a:pt x="62" y="63"/>
                </a:cubicBezTo>
                <a:cubicBezTo>
                  <a:pt x="67" y="58"/>
                  <a:pt x="73" y="57"/>
                  <a:pt x="80" y="59"/>
                </a:cubicBezTo>
                <a:close/>
                <a:moveTo>
                  <a:pt x="82" y="69"/>
                </a:moveTo>
                <a:cubicBezTo>
                  <a:pt x="82" y="69"/>
                  <a:pt x="82" y="69"/>
                  <a:pt x="82" y="69"/>
                </a:cubicBezTo>
                <a:cubicBezTo>
                  <a:pt x="78" y="65"/>
                  <a:pt x="71" y="65"/>
                  <a:pt x="67" y="69"/>
                </a:cubicBezTo>
                <a:cubicBezTo>
                  <a:pt x="67" y="69"/>
                  <a:pt x="67" y="69"/>
                  <a:pt x="67" y="69"/>
                </a:cubicBezTo>
                <a:cubicBezTo>
                  <a:pt x="67" y="69"/>
                  <a:pt x="67" y="69"/>
                  <a:pt x="67" y="69"/>
                </a:cubicBezTo>
                <a:cubicBezTo>
                  <a:pt x="65" y="71"/>
                  <a:pt x="64" y="73"/>
                  <a:pt x="64" y="76"/>
                </a:cubicBezTo>
                <a:cubicBezTo>
                  <a:pt x="64" y="82"/>
                  <a:pt x="69" y="86"/>
                  <a:pt x="75" y="86"/>
                </a:cubicBezTo>
                <a:cubicBezTo>
                  <a:pt x="77" y="86"/>
                  <a:pt x="80" y="85"/>
                  <a:pt x="82" y="83"/>
                </a:cubicBezTo>
                <a:cubicBezTo>
                  <a:pt x="82" y="83"/>
                  <a:pt x="82" y="83"/>
                  <a:pt x="82" y="83"/>
                </a:cubicBezTo>
                <a:cubicBezTo>
                  <a:pt x="84" y="81"/>
                  <a:pt x="85" y="79"/>
                  <a:pt x="85" y="76"/>
                </a:cubicBezTo>
                <a:cubicBezTo>
                  <a:pt x="85" y="73"/>
                  <a:pt x="84" y="71"/>
                  <a:pt x="82" y="69"/>
                </a:cubicBezTo>
                <a:cubicBezTo>
                  <a:pt x="82" y="69"/>
                  <a:pt x="82" y="69"/>
                  <a:pt x="82" y="69"/>
                </a:cubicBezTo>
                <a:close/>
                <a:moveTo>
                  <a:pt x="33" y="101"/>
                </a:moveTo>
                <a:cubicBezTo>
                  <a:pt x="33" y="101"/>
                  <a:pt x="33" y="101"/>
                  <a:pt x="33" y="101"/>
                </a:cubicBezTo>
                <a:cubicBezTo>
                  <a:pt x="31" y="104"/>
                  <a:pt x="31" y="104"/>
                  <a:pt x="31" y="104"/>
                </a:cubicBezTo>
                <a:cubicBezTo>
                  <a:pt x="41" y="109"/>
                  <a:pt x="41" y="109"/>
                  <a:pt x="41" y="109"/>
                </a:cubicBezTo>
                <a:cubicBezTo>
                  <a:pt x="42" y="106"/>
                  <a:pt x="42" y="106"/>
                  <a:pt x="42" y="106"/>
                </a:cubicBezTo>
                <a:cubicBezTo>
                  <a:pt x="33" y="101"/>
                  <a:pt x="33" y="101"/>
                  <a:pt x="33" y="101"/>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0" name="Freeform 12"/>
          <p:cNvSpPr>
            <a:spLocks noEditPoints="1"/>
          </p:cNvSpPr>
          <p:nvPr/>
        </p:nvSpPr>
        <p:spPr bwMode="auto">
          <a:xfrm>
            <a:off x="134107" y="2472073"/>
            <a:ext cx="130548" cy="187604"/>
          </a:xfrm>
          <a:custGeom>
            <a:avLst/>
            <a:gdLst>
              <a:gd name="T0" fmla="*/ 3 w 121"/>
              <a:gd name="T1" fmla="*/ 119 h 174"/>
              <a:gd name="T2" fmla="*/ 23 w 121"/>
              <a:gd name="T3" fmla="*/ 115 h 174"/>
              <a:gd name="T4" fmla="*/ 38 w 121"/>
              <a:gd name="T5" fmla="*/ 74 h 174"/>
              <a:gd name="T6" fmla="*/ 38 w 121"/>
              <a:gd name="T7" fmla="*/ 74 h 174"/>
              <a:gd name="T8" fmla="*/ 38 w 121"/>
              <a:gd name="T9" fmla="*/ 29 h 174"/>
              <a:gd name="T10" fmla="*/ 54 w 121"/>
              <a:gd name="T11" fmla="*/ 21 h 174"/>
              <a:gd name="T12" fmla="*/ 60 w 121"/>
              <a:gd name="T13" fmla="*/ 0 h 174"/>
              <a:gd name="T14" fmla="*/ 67 w 121"/>
              <a:gd name="T15" fmla="*/ 21 h 174"/>
              <a:gd name="T16" fmla="*/ 92 w 121"/>
              <a:gd name="T17" fmla="*/ 51 h 174"/>
              <a:gd name="T18" fmla="*/ 82 w 121"/>
              <a:gd name="T19" fmla="*/ 74 h 174"/>
              <a:gd name="T20" fmla="*/ 98 w 121"/>
              <a:gd name="T21" fmla="*/ 115 h 174"/>
              <a:gd name="T22" fmla="*/ 117 w 121"/>
              <a:gd name="T23" fmla="*/ 119 h 174"/>
              <a:gd name="T24" fmla="*/ 102 w 121"/>
              <a:gd name="T25" fmla="*/ 124 h 174"/>
              <a:gd name="T26" fmla="*/ 116 w 121"/>
              <a:gd name="T27" fmla="*/ 159 h 174"/>
              <a:gd name="T28" fmla="*/ 120 w 121"/>
              <a:gd name="T29" fmla="*/ 168 h 174"/>
              <a:gd name="T30" fmla="*/ 113 w 121"/>
              <a:gd name="T31" fmla="*/ 171 h 174"/>
              <a:gd name="T32" fmla="*/ 108 w 121"/>
              <a:gd name="T33" fmla="*/ 162 h 174"/>
              <a:gd name="T34" fmla="*/ 87 w 121"/>
              <a:gd name="T35" fmla="*/ 124 h 174"/>
              <a:gd name="T36" fmla="*/ 67 w 121"/>
              <a:gd name="T37" fmla="*/ 129 h 174"/>
              <a:gd name="T38" fmla="*/ 54 w 121"/>
              <a:gd name="T39" fmla="*/ 129 h 174"/>
              <a:gd name="T40" fmla="*/ 34 w 121"/>
              <a:gd name="T41" fmla="*/ 124 h 174"/>
              <a:gd name="T42" fmla="*/ 13 w 121"/>
              <a:gd name="T43" fmla="*/ 162 h 174"/>
              <a:gd name="T44" fmla="*/ 8 w 121"/>
              <a:gd name="T45" fmla="*/ 171 h 174"/>
              <a:gd name="T46" fmla="*/ 1 w 121"/>
              <a:gd name="T47" fmla="*/ 168 h 174"/>
              <a:gd name="T48" fmla="*/ 5 w 121"/>
              <a:gd name="T49" fmla="*/ 159 h 174"/>
              <a:gd name="T50" fmla="*/ 19 w 121"/>
              <a:gd name="T51" fmla="*/ 124 h 174"/>
              <a:gd name="T52" fmla="*/ 54 w 121"/>
              <a:gd name="T53" fmla="*/ 115 h 174"/>
              <a:gd name="T54" fmla="*/ 54 w 121"/>
              <a:gd name="T55" fmla="*/ 110 h 174"/>
              <a:gd name="T56" fmla="*/ 67 w 121"/>
              <a:gd name="T57" fmla="*/ 110 h 174"/>
              <a:gd name="T58" fmla="*/ 83 w 121"/>
              <a:gd name="T59" fmla="*/ 115 h 174"/>
              <a:gd name="T60" fmla="*/ 54 w 121"/>
              <a:gd name="T61" fmla="*/ 82 h 174"/>
              <a:gd name="T62" fmla="*/ 54 w 121"/>
              <a:gd name="T63" fmla="*/ 115 h 174"/>
              <a:gd name="T64" fmla="*/ 73 w 121"/>
              <a:gd name="T65" fmla="*/ 39 h 174"/>
              <a:gd name="T66" fmla="*/ 48 w 121"/>
              <a:gd name="T67" fmla="*/ 39 h 174"/>
              <a:gd name="T68" fmla="*/ 48 w 121"/>
              <a:gd name="T69" fmla="*/ 64 h 174"/>
              <a:gd name="T70" fmla="*/ 68 w 121"/>
              <a:gd name="T71" fmla="*/ 68 h 174"/>
              <a:gd name="T72" fmla="*/ 73 w 121"/>
              <a:gd name="T73" fmla="*/ 64 h 174"/>
              <a:gd name="T74" fmla="*/ 73 w 121"/>
              <a:gd name="T75" fmla="*/ 39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1" h="174">
                <a:moveTo>
                  <a:pt x="8" y="124"/>
                </a:moveTo>
                <a:cubicBezTo>
                  <a:pt x="5" y="124"/>
                  <a:pt x="3" y="122"/>
                  <a:pt x="3" y="119"/>
                </a:cubicBezTo>
                <a:cubicBezTo>
                  <a:pt x="3" y="117"/>
                  <a:pt x="5" y="115"/>
                  <a:pt x="8" y="115"/>
                </a:cubicBezTo>
                <a:cubicBezTo>
                  <a:pt x="23" y="115"/>
                  <a:pt x="23" y="115"/>
                  <a:pt x="23" y="115"/>
                </a:cubicBezTo>
                <a:cubicBezTo>
                  <a:pt x="42" y="77"/>
                  <a:pt x="42" y="77"/>
                  <a:pt x="42" y="77"/>
                </a:cubicBezTo>
                <a:cubicBezTo>
                  <a:pt x="41" y="76"/>
                  <a:pt x="40" y="75"/>
                  <a:pt x="38" y="74"/>
                </a:cubicBezTo>
                <a:cubicBezTo>
                  <a:pt x="38" y="74"/>
                  <a:pt x="38" y="74"/>
                  <a:pt x="38" y="74"/>
                </a:cubicBezTo>
                <a:cubicBezTo>
                  <a:pt x="38" y="74"/>
                  <a:pt x="38" y="74"/>
                  <a:pt x="38" y="74"/>
                </a:cubicBezTo>
                <a:cubicBezTo>
                  <a:pt x="33" y="68"/>
                  <a:pt x="29" y="60"/>
                  <a:pt x="29" y="51"/>
                </a:cubicBezTo>
                <a:cubicBezTo>
                  <a:pt x="29" y="43"/>
                  <a:pt x="33" y="35"/>
                  <a:pt x="38" y="29"/>
                </a:cubicBezTo>
                <a:cubicBezTo>
                  <a:pt x="39" y="29"/>
                  <a:pt x="39" y="29"/>
                  <a:pt x="39" y="29"/>
                </a:cubicBezTo>
                <a:cubicBezTo>
                  <a:pt x="43" y="25"/>
                  <a:pt x="48" y="22"/>
                  <a:pt x="54" y="21"/>
                </a:cubicBezTo>
                <a:cubicBezTo>
                  <a:pt x="54" y="7"/>
                  <a:pt x="54" y="7"/>
                  <a:pt x="54" y="7"/>
                </a:cubicBezTo>
                <a:cubicBezTo>
                  <a:pt x="54" y="3"/>
                  <a:pt x="57" y="0"/>
                  <a:pt x="60" y="0"/>
                </a:cubicBezTo>
                <a:cubicBezTo>
                  <a:pt x="64" y="0"/>
                  <a:pt x="67" y="3"/>
                  <a:pt x="67" y="7"/>
                </a:cubicBezTo>
                <a:cubicBezTo>
                  <a:pt x="67" y="21"/>
                  <a:pt x="67" y="21"/>
                  <a:pt x="67" y="21"/>
                </a:cubicBezTo>
                <a:cubicBezTo>
                  <a:pt x="73" y="22"/>
                  <a:pt x="78" y="25"/>
                  <a:pt x="82" y="29"/>
                </a:cubicBezTo>
                <a:cubicBezTo>
                  <a:pt x="88" y="35"/>
                  <a:pt x="92" y="43"/>
                  <a:pt x="92" y="51"/>
                </a:cubicBezTo>
                <a:cubicBezTo>
                  <a:pt x="92" y="60"/>
                  <a:pt x="88" y="68"/>
                  <a:pt x="82" y="74"/>
                </a:cubicBezTo>
                <a:cubicBezTo>
                  <a:pt x="82" y="74"/>
                  <a:pt x="82" y="74"/>
                  <a:pt x="82" y="74"/>
                </a:cubicBezTo>
                <a:cubicBezTo>
                  <a:pt x="81" y="75"/>
                  <a:pt x="80" y="76"/>
                  <a:pt x="79" y="77"/>
                </a:cubicBezTo>
                <a:cubicBezTo>
                  <a:pt x="98" y="115"/>
                  <a:pt x="98" y="115"/>
                  <a:pt x="98" y="115"/>
                </a:cubicBezTo>
                <a:cubicBezTo>
                  <a:pt x="113" y="115"/>
                  <a:pt x="113" y="115"/>
                  <a:pt x="113" y="115"/>
                </a:cubicBezTo>
                <a:cubicBezTo>
                  <a:pt x="116" y="115"/>
                  <a:pt x="117" y="117"/>
                  <a:pt x="117" y="119"/>
                </a:cubicBezTo>
                <a:cubicBezTo>
                  <a:pt x="117" y="122"/>
                  <a:pt x="116" y="124"/>
                  <a:pt x="113" y="124"/>
                </a:cubicBezTo>
                <a:cubicBezTo>
                  <a:pt x="102" y="124"/>
                  <a:pt x="102" y="124"/>
                  <a:pt x="102" y="124"/>
                </a:cubicBezTo>
                <a:cubicBezTo>
                  <a:pt x="116" y="153"/>
                  <a:pt x="116" y="153"/>
                  <a:pt x="116" y="153"/>
                </a:cubicBezTo>
                <a:cubicBezTo>
                  <a:pt x="117" y="155"/>
                  <a:pt x="117" y="157"/>
                  <a:pt x="116" y="159"/>
                </a:cubicBezTo>
                <a:cubicBezTo>
                  <a:pt x="117" y="162"/>
                  <a:pt x="117" y="162"/>
                  <a:pt x="117" y="162"/>
                </a:cubicBezTo>
                <a:cubicBezTo>
                  <a:pt x="120" y="168"/>
                  <a:pt x="120" y="168"/>
                  <a:pt x="120" y="168"/>
                </a:cubicBezTo>
                <a:cubicBezTo>
                  <a:pt x="121" y="170"/>
                  <a:pt x="120" y="172"/>
                  <a:pt x="118" y="173"/>
                </a:cubicBezTo>
                <a:cubicBezTo>
                  <a:pt x="116" y="174"/>
                  <a:pt x="114" y="173"/>
                  <a:pt x="113" y="171"/>
                </a:cubicBezTo>
                <a:cubicBezTo>
                  <a:pt x="110" y="165"/>
                  <a:pt x="110" y="165"/>
                  <a:pt x="110" y="165"/>
                </a:cubicBezTo>
                <a:cubicBezTo>
                  <a:pt x="108" y="162"/>
                  <a:pt x="108" y="162"/>
                  <a:pt x="108" y="162"/>
                </a:cubicBezTo>
                <a:cubicBezTo>
                  <a:pt x="106" y="162"/>
                  <a:pt x="104" y="160"/>
                  <a:pt x="103" y="158"/>
                </a:cubicBezTo>
                <a:cubicBezTo>
                  <a:pt x="87" y="124"/>
                  <a:pt x="87" y="124"/>
                  <a:pt x="87" y="124"/>
                </a:cubicBezTo>
                <a:cubicBezTo>
                  <a:pt x="67" y="124"/>
                  <a:pt x="67" y="124"/>
                  <a:pt x="67" y="124"/>
                </a:cubicBezTo>
                <a:cubicBezTo>
                  <a:pt x="67" y="129"/>
                  <a:pt x="67" y="129"/>
                  <a:pt x="67" y="129"/>
                </a:cubicBezTo>
                <a:cubicBezTo>
                  <a:pt x="67" y="132"/>
                  <a:pt x="64" y="136"/>
                  <a:pt x="60" y="136"/>
                </a:cubicBezTo>
                <a:cubicBezTo>
                  <a:pt x="57" y="136"/>
                  <a:pt x="54" y="132"/>
                  <a:pt x="54" y="129"/>
                </a:cubicBezTo>
                <a:cubicBezTo>
                  <a:pt x="54" y="124"/>
                  <a:pt x="54" y="124"/>
                  <a:pt x="54" y="124"/>
                </a:cubicBezTo>
                <a:cubicBezTo>
                  <a:pt x="34" y="124"/>
                  <a:pt x="34" y="124"/>
                  <a:pt x="34" y="124"/>
                </a:cubicBezTo>
                <a:cubicBezTo>
                  <a:pt x="17" y="158"/>
                  <a:pt x="17" y="158"/>
                  <a:pt x="17" y="158"/>
                </a:cubicBezTo>
                <a:cubicBezTo>
                  <a:pt x="16" y="160"/>
                  <a:pt x="15" y="162"/>
                  <a:pt x="13" y="162"/>
                </a:cubicBezTo>
                <a:cubicBezTo>
                  <a:pt x="11" y="165"/>
                  <a:pt x="11" y="165"/>
                  <a:pt x="11" y="165"/>
                </a:cubicBezTo>
                <a:cubicBezTo>
                  <a:pt x="8" y="171"/>
                  <a:pt x="8" y="171"/>
                  <a:pt x="8" y="171"/>
                </a:cubicBezTo>
                <a:cubicBezTo>
                  <a:pt x="7" y="173"/>
                  <a:pt x="5" y="174"/>
                  <a:pt x="3" y="173"/>
                </a:cubicBezTo>
                <a:cubicBezTo>
                  <a:pt x="1" y="172"/>
                  <a:pt x="0" y="170"/>
                  <a:pt x="1" y="168"/>
                </a:cubicBezTo>
                <a:cubicBezTo>
                  <a:pt x="4" y="162"/>
                  <a:pt x="4" y="162"/>
                  <a:pt x="4" y="162"/>
                </a:cubicBezTo>
                <a:cubicBezTo>
                  <a:pt x="5" y="159"/>
                  <a:pt x="5" y="159"/>
                  <a:pt x="5" y="159"/>
                </a:cubicBezTo>
                <a:cubicBezTo>
                  <a:pt x="4" y="157"/>
                  <a:pt x="4" y="155"/>
                  <a:pt x="5" y="153"/>
                </a:cubicBezTo>
                <a:cubicBezTo>
                  <a:pt x="19" y="124"/>
                  <a:pt x="19" y="124"/>
                  <a:pt x="19" y="124"/>
                </a:cubicBezTo>
                <a:cubicBezTo>
                  <a:pt x="8" y="124"/>
                  <a:pt x="8" y="124"/>
                  <a:pt x="8" y="124"/>
                </a:cubicBezTo>
                <a:close/>
                <a:moveTo>
                  <a:pt x="54" y="115"/>
                </a:moveTo>
                <a:cubicBezTo>
                  <a:pt x="54" y="115"/>
                  <a:pt x="54" y="115"/>
                  <a:pt x="54" y="115"/>
                </a:cubicBezTo>
                <a:cubicBezTo>
                  <a:pt x="54" y="110"/>
                  <a:pt x="54" y="110"/>
                  <a:pt x="54" y="110"/>
                </a:cubicBezTo>
                <a:cubicBezTo>
                  <a:pt x="54" y="107"/>
                  <a:pt x="57" y="103"/>
                  <a:pt x="60" y="103"/>
                </a:cubicBezTo>
                <a:cubicBezTo>
                  <a:pt x="64" y="103"/>
                  <a:pt x="67" y="107"/>
                  <a:pt x="67" y="110"/>
                </a:cubicBezTo>
                <a:cubicBezTo>
                  <a:pt x="67" y="115"/>
                  <a:pt x="67" y="115"/>
                  <a:pt x="67" y="115"/>
                </a:cubicBezTo>
                <a:cubicBezTo>
                  <a:pt x="83" y="115"/>
                  <a:pt x="83" y="115"/>
                  <a:pt x="83" y="115"/>
                </a:cubicBezTo>
                <a:cubicBezTo>
                  <a:pt x="67" y="82"/>
                  <a:pt x="67" y="82"/>
                  <a:pt x="67" y="82"/>
                </a:cubicBezTo>
                <a:cubicBezTo>
                  <a:pt x="63" y="83"/>
                  <a:pt x="58" y="83"/>
                  <a:pt x="54" y="82"/>
                </a:cubicBezTo>
                <a:cubicBezTo>
                  <a:pt x="38" y="115"/>
                  <a:pt x="38" y="115"/>
                  <a:pt x="38" y="115"/>
                </a:cubicBezTo>
                <a:cubicBezTo>
                  <a:pt x="54" y="115"/>
                  <a:pt x="54" y="115"/>
                  <a:pt x="54" y="115"/>
                </a:cubicBezTo>
                <a:close/>
                <a:moveTo>
                  <a:pt x="73" y="39"/>
                </a:moveTo>
                <a:cubicBezTo>
                  <a:pt x="73" y="39"/>
                  <a:pt x="73" y="39"/>
                  <a:pt x="73" y="39"/>
                </a:cubicBezTo>
                <a:cubicBezTo>
                  <a:pt x="66" y="32"/>
                  <a:pt x="55" y="32"/>
                  <a:pt x="48" y="39"/>
                </a:cubicBezTo>
                <a:cubicBezTo>
                  <a:pt x="48" y="39"/>
                  <a:pt x="48" y="39"/>
                  <a:pt x="48" y="39"/>
                </a:cubicBezTo>
                <a:cubicBezTo>
                  <a:pt x="45" y="42"/>
                  <a:pt x="43" y="47"/>
                  <a:pt x="43" y="51"/>
                </a:cubicBezTo>
                <a:cubicBezTo>
                  <a:pt x="43" y="56"/>
                  <a:pt x="45" y="61"/>
                  <a:pt x="48" y="64"/>
                </a:cubicBezTo>
                <a:cubicBezTo>
                  <a:pt x="53" y="69"/>
                  <a:pt x="61" y="71"/>
                  <a:pt x="67" y="68"/>
                </a:cubicBezTo>
                <a:cubicBezTo>
                  <a:pt x="68" y="68"/>
                  <a:pt x="68" y="68"/>
                  <a:pt x="68" y="68"/>
                </a:cubicBezTo>
                <a:cubicBezTo>
                  <a:pt x="69" y="67"/>
                  <a:pt x="71" y="66"/>
                  <a:pt x="73" y="64"/>
                </a:cubicBezTo>
                <a:cubicBezTo>
                  <a:pt x="73" y="64"/>
                  <a:pt x="73" y="64"/>
                  <a:pt x="73" y="64"/>
                </a:cubicBezTo>
                <a:cubicBezTo>
                  <a:pt x="76" y="61"/>
                  <a:pt x="78" y="56"/>
                  <a:pt x="78" y="51"/>
                </a:cubicBezTo>
                <a:cubicBezTo>
                  <a:pt x="78" y="47"/>
                  <a:pt x="76" y="42"/>
                  <a:pt x="73" y="39"/>
                </a:cubicBezTo>
                <a:cubicBezTo>
                  <a:pt x="73" y="39"/>
                  <a:pt x="73" y="39"/>
                  <a:pt x="73" y="39"/>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1" name="Freeform 13"/>
          <p:cNvSpPr>
            <a:spLocks noEditPoints="1"/>
          </p:cNvSpPr>
          <p:nvPr/>
        </p:nvSpPr>
        <p:spPr bwMode="auto">
          <a:xfrm>
            <a:off x="93026" y="1695727"/>
            <a:ext cx="212710" cy="176648"/>
          </a:xfrm>
          <a:custGeom>
            <a:avLst/>
            <a:gdLst>
              <a:gd name="T0" fmla="*/ 111 w 197"/>
              <a:gd name="T1" fmla="*/ 11 h 164"/>
              <a:gd name="T2" fmla="*/ 0 w 197"/>
              <a:gd name="T3" fmla="*/ 15 h 164"/>
              <a:gd name="T4" fmla="*/ 105 w 197"/>
              <a:gd name="T5" fmla="*/ 164 h 164"/>
              <a:gd name="T6" fmla="*/ 136 w 197"/>
              <a:gd name="T7" fmla="*/ 159 h 164"/>
              <a:gd name="T8" fmla="*/ 196 w 197"/>
              <a:gd name="T9" fmla="*/ 142 h 164"/>
              <a:gd name="T10" fmla="*/ 52 w 197"/>
              <a:gd name="T11" fmla="*/ 150 h 164"/>
              <a:gd name="T12" fmla="*/ 52 w 197"/>
              <a:gd name="T13" fmla="*/ 22 h 164"/>
              <a:gd name="T14" fmla="*/ 99 w 197"/>
              <a:gd name="T15" fmla="*/ 150 h 164"/>
              <a:gd name="T16" fmla="*/ 99 w 197"/>
              <a:gd name="T17" fmla="*/ 22 h 164"/>
              <a:gd name="T18" fmla="*/ 147 w 197"/>
              <a:gd name="T19" fmla="*/ 149 h 164"/>
              <a:gd name="T20" fmla="*/ 181 w 197"/>
              <a:gd name="T21" fmla="*/ 139 h 164"/>
              <a:gd name="T22" fmla="*/ 23 w 197"/>
              <a:gd name="T23" fmla="*/ 133 h 164"/>
              <a:gd name="T24" fmla="*/ 42 w 197"/>
              <a:gd name="T25" fmla="*/ 134 h 164"/>
              <a:gd name="T26" fmla="*/ 43 w 197"/>
              <a:gd name="T27" fmla="*/ 114 h 164"/>
              <a:gd name="T28" fmla="*/ 23 w 197"/>
              <a:gd name="T29" fmla="*/ 114 h 164"/>
              <a:gd name="T30" fmla="*/ 29 w 197"/>
              <a:gd name="T31" fmla="*/ 120 h 164"/>
              <a:gd name="T32" fmla="*/ 37 w 197"/>
              <a:gd name="T33" fmla="*/ 120 h 164"/>
              <a:gd name="T34" fmla="*/ 37 w 197"/>
              <a:gd name="T35" fmla="*/ 128 h 164"/>
              <a:gd name="T36" fmla="*/ 29 w 197"/>
              <a:gd name="T37" fmla="*/ 127 h 164"/>
              <a:gd name="T38" fmla="*/ 32 w 197"/>
              <a:gd name="T39" fmla="*/ 91 h 164"/>
              <a:gd name="T40" fmla="*/ 36 w 197"/>
              <a:gd name="T41" fmla="*/ 38 h 164"/>
              <a:gd name="T42" fmla="*/ 28 w 197"/>
              <a:gd name="T43" fmla="*/ 87 h 164"/>
              <a:gd name="T44" fmla="*/ 134 w 197"/>
              <a:gd name="T45" fmla="*/ 31 h 164"/>
              <a:gd name="T46" fmla="*/ 149 w 197"/>
              <a:gd name="T47" fmla="*/ 86 h 164"/>
              <a:gd name="T48" fmla="*/ 134 w 197"/>
              <a:gd name="T49" fmla="*/ 31 h 164"/>
              <a:gd name="T50" fmla="*/ 69 w 197"/>
              <a:gd name="T51" fmla="*/ 133 h 164"/>
              <a:gd name="T52" fmla="*/ 88 w 197"/>
              <a:gd name="T53" fmla="*/ 133 h 164"/>
              <a:gd name="T54" fmla="*/ 79 w 197"/>
              <a:gd name="T55" fmla="*/ 110 h 164"/>
              <a:gd name="T56" fmla="*/ 65 w 197"/>
              <a:gd name="T57" fmla="*/ 124 h 164"/>
              <a:gd name="T58" fmla="*/ 75 w 197"/>
              <a:gd name="T59" fmla="*/ 120 h 164"/>
              <a:gd name="T60" fmla="*/ 82 w 197"/>
              <a:gd name="T61" fmla="*/ 120 h 164"/>
              <a:gd name="T62" fmla="*/ 82 w 197"/>
              <a:gd name="T63" fmla="*/ 128 h 164"/>
              <a:gd name="T64" fmla="*/ 74 w 197"/>
              <a:gd name="T65" fmla="*/ 127 h 164"/>
              <a:gd name="T66" fmla="*/ 81 w 197"/>
              <a:gd name="T67" fmla="*/ 91 h 164"/>
              <a:gd name="T68" fmla="*/ 85 w 197"/>
              <a:gd name="T69" fmla="*/ 38 h 164"/>
              <a:gd name="T70" fmla="*/ 77 w 197"/>
              <a:gd name="T71" fmla="*/ 87 h 164"/>
              <a:gd name="T72" fmla="*/ 148 w 197"/>
              <a:gd name="T73" fmla="*/ 109 h 164"/>
              <a:gd name="T74" fmla="*/ 148 w 197"/>
              <a:gd name="T75" fmla="*/ 128 h 164"/>
              <a:gd name="T76" fmla="*/ 167 w 197"/>
              <a:gd name="T77" fmla="*/ 128 h 164"/>
              <a:gd name="T78" fmla="*/ 168 w 197"/>
              <a:gd name="T79" fmla="*/ 109 h 164"/>
              <a:gd name="T80" fmla="*/ 158 w 197"/>
              <a:gd name="T81" fmla="*/ 105 h 164"/>
              <a:gd name="T82" fmla="*/ 154 w 197"/>
              <a:gd name="T83" fmla="*/ 114 h 164"/>
              <a:gd name="T84" fmla="*/ 163 w 197"/>
              <a:gd name="T85" fmla="*/ 118 h 164"/>
              <a:gd name="T86" fmla="*/ 154 w 197"/>
              <a:gd name="T87" fmla="*/ 122 h 164"/>
              <a:gd name="T88" fmla="*/ 154 w 197"/>
              <a:gd name="T89" fmla="*/ 114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97" h="164">
                <a:moveTo>
                  <a:pt x="159" y="6"/>
                </a:moveTo>
                <a:cubicBezTo>
                  <a:pt x="158" y="2"/>
                  <a:pt x="155" y="0"/>
                  <a:pt x="151" y="1"/>
                </a:cubicBezTo>
                <a:cubicBezTo>
                  <a:pt x="111" y="11"/>
                  <a:pt x="111" y="11"/>
                  <a:pt x="111" y="11"/>
                </a:cubicBezTo>
                <a:cubicBezTo>
                  <a:pt x="110" y="10"/>
                  <a:pt x="108" y="8"/>
                  <a:pt x="105" y="8"/>
                </a:cubicBezTo>
                <a:cubicBezTo>
                  <a:pt x="7" y="8"/>
                  <a:pt x="7" y="8"/>
                  <a:pt x="7" y="8"/>
                </a:cubicBezTo>
                <a:cubicBezTo>
                  <a:pt x="3" y="8"/>
                  <a:pt x="0" y="11"/>
                  <a:pt x="0" y="15"/>
                </a:cubicBezTo>
                <a:cubicBezTo>
                  <a:pt x="0" y="157"/>
                  <a:pt x="0" y="157"/>
                  <a:pt x="0" y="157"/>
                </a:cubicBezTo>
                <a:cubicBezTo>
                  <a:pt x="0" y="161"/>
                  <a:pt x="3" y="164"/>
                  <a:pt x="7" y="164"/>
                </a:cubicBezTo>
                <a:cubicBezTo>
                  <a:pt x="105" y="164"/>
                  <a:pt x="105" y="164"/>
                  <a:pt x="105" y="164"/>
                </a:cubicBezTo>
                <a:cubicBezTo>
                  <a:pt x="109" y="164"/>
                  <a:pt x="112" y="161"/>
                  <a:pt x="112" y="157"/>
                </a:cubicBezTo>
                <a:cubicBezTo>
                  <a:pt x="112" y="71"/>
                  <a:pt x="112" y="71"/>
                  <a:pt x="112" y="71"/>
                </a:cubicBezTo>
                <a:cubicBezTo>
                  <a:pt x="136" y="159"/>
                  <a:pt x="136" y="159"/>
                  <a:pt x="136" y="159"/>
                </a:cubicBezTo>
                <a:cubicBezTo>
                  <a:pt x="136" y="162"/>
                  <a:pt x="140" y="164"/>
                  <a:pt x="144" y="163"/>
                </a:cubicBezTo>
                <a:cubicBezTo>
                  <a:pt x="191" y="151"/>
                  <a:pt x="191" y="151"/>
                  <a:pt x="191" y="151"/>
                </a:cubicBezTo>
                <a:cubicBezTo>
                  <a:pt x="195" y="150"/>
                  <a:pt x="197" y="146"/>
                  <a:pt x="196" y="142"/>
                </a:cubicBezTo>
                <a:cubicBezTo>
                  <a:pt x="159" y="6"/>
                  <a:pt x="159" y="6"/>
                  <a:pt x="159" y="6"/>
                </a:cubicBezTo>
                <a:close/>
                <a:moveTo>
                  <a:pt x="52" y="150"/>
                </a:moveTo>
                <a:cubicBezTo>
                  <a:pt x="52" y="150"/>
                  <a:pt x="52" y="150"/>
                  <a:pt x="52" y="150"/>
                </a:cubicBezTo>
                <a:cubicBezTo>
                  <a:pt x="14" y="150"/>
                  <a:pt x="14" y="150"/>
                  <a:pt x="14" y="150"/>
                </a:cubicBezTo>
                <a:cubicBezTo>
                  <a:pt x="14" y="22"/>
                  <a:pt x="14" y="22"/>
                  <a:pt x="14" y="22"/>
                </a:cubicBezTo>
                <a:cubicBezTo>
                  <a:pt x="52" y="22"/>
                  <a:pt x="52" y="22"/>
                  <a:pt x="52" y="22"/>
                </a:cubicBezTo>
                <a:cubicBezTo>
                  <a:pt x="52" y="150"/>
                  <a:pt x="52" y="150"/>
                  <a:pt x="52" y="150"/>
                </a:cubicBezTo>
                <a:close/>
                <a:moveTo>
                  <a:pt x="99" y="150"/>
                </a:moveTo>
                <a:cubicBezTo>
                  <a:pt x="99" y="150"/>
                  <a:pt x="99" y="150"/>
                  <a:pt x="99" y="150"/>
                </a:cubicBezTo>
                <a:cubicBezTo>
                  <a:pt x="60" y="150"/>
                  <a:pt x="60" y="150"/>
                  <a:pt x="60" y="150"/>
                </a:cubicBezTo>
                <a:cubicBezTo>
                  <a:pt x="60" y="22"/>
                  <a:pt x="60" y="22"/>
                  <a:pt x="60" y="22"/>
                </a:cubicBezTo>
                <a:cubicBezTo>
                  <a:pt x="99" y="22"/>
                  <a:pt x="99" y="22"/>
                  <a:pt x="99" y="22"/>
                </a:cubicBezTo>
                <a:cubicBezTo>
                  <a:pt x="99" y="150"/>
                  <a:pt x="99" y="150"/>
                  <a:pt x="99" y="150"/>
                </a:cubicBezTo>
                <a:close/>
                <a:moveTo>
                  <a:pt x="147" y="149"/>
                </a:moveTo>
                <a:cubicBezTo>
                  <a:pt x="147" y="149"/>
                  <a:pt x="147" y="149"/>
                  <a:pt x="147" y="149"/>
                </a:cubicBezTo>
                <a:cubicBezTo>
                  <a:pt x="114" y="25"/>
                  <a:pt x="114" y="25"/>
                  <a:pt x="114" y="25"/>
                </a:cubicBezTo>
                <a:cubicBezTo>
                  <a:pt x="148" y="16"/>
                  <a:pt x="148" y="16"/>
                  <a:pt x="148" y="16"/>
                </a:cubicBezTo>
                <a:cubicBezTo>
                  <a:pt x="181" y="139"/>
                  <a:pt x="181" y="139"/>
                  <a:pt x="181" y="139"/>
                </a:cubicBezTo>
                <a:cubicBezTo>
                  <a:pt x="147" y="149"/>
                  <a:pt x="147" y="149"/>
                  <a:pt x="147" y="149"/>
                </a:cubicBezTo>
                <a:close/>
                <a:moveTo>
                  <a:pt x="23" y="133"/>
                </a:moveTo>
                <a:cubicBezTo>
                  <a:pt x="23" y="133"/>
                  <a:pt x="23" y="133"/>
                  <a:pt x="23" y="133"/>
                </a:cubicBezTo>
                <a:cubicBezTo>
                  <a:pt x="23" y="133"/>
                  <a:pt x="23" y="133"/>
                  <a:pt x="23" y="133"/>
                </a:cubicBezTo>
                <a:cubicBezTo>
                  <a:pt x="26" y="136"/>
                  <a:pt x="29" y="137"/>
                  <a:pt x="33" y="137"/>
                </a:cubicBezTo>
                <a:cubicBezTo>
                  <a:pt x="37" y="137"/>
                  <a:pt x="40" y="136"/>
                  <a:pt x="42" y="134"/>
                </a:cubicBezTo>
                <a:cubicBezTo>
                  <a:pt x="43" y="133"/>
                  <a:pt x="43" y="133"/>
                  <a:pt x="43" y="133"/>
                </a:cubicBezTo>
                <a:cubicBezTo>
                  <a:pt x="45" y="131"/>
                  <a:pt x="47" y="127"/>
                  <a:pt x="47" y="124"/>
                </a:cubicBezTo>
                <a:cubicBezTo>
                  <a:pt x="47" y="120"/>
                  <a:pt x="45" y="116"/>
                  <a:pt x="43" y="114"/>
                </a:cubicBezTo>
                <a:cubicBezTo>
                  <a:pt x="42" y="114"/>
                  <a:pt x="42" y="114"/>
                  <a:pt x="42" y="114"/>
                </a:cubicBezTo>
                <a:cubicBezTo>
                  <a:pt x="40" y="112"/>
                  <a:pt x="37" y="110"/>
                  <a:pt x="33" y="110"/>
                </a:cubicBezTo>
                <a:cubicBezTo>
                  <a:pt x="29" y="110"/>
                  <a:pt x="26" y="112"/>
                  <a:pt x="23" y="114"/>
                </a:cubicBezTo>
                <a:cubicBezTo>
                  <a:pt x="21" y="116"/>
                  <a:pt x="19" y="120"/>
                  <a:pt x="19" y="124"/>
                </a:cubicBezTo>
                <a:cubicBezTo>
                  <a:pt x="19" y="127"/>
                  <a:pt x="21" y="131"/>
                  <a:pt x="23" y="133"/>
                </a:cubicBezTo>
                <a:close/>
                <a:moveTo>
                  <a:pt x="29" y="120"/>
                </a:moveTo>
                <a:cubicBezTo>
                  <a:pt x="29" y="120"/>
                  <a:pt x="29" y="120"/>
                  <a:pt x="29" y="120"/>
                </a:cubicBezTo>
                <a:cubicBezTo>
                  <a:pt x="30" y="119"/>
                  <a:pt x="31" y="118"/>
                  <a:pt x="33" y="118"/>
                </a:cubicBezTo>
                <a:cubicBezTo>
                  <a:pt x="34" y="118"/>
                  <a:pt x="36" y="119"/>
                  <a:pt x="37" y="120"/>
                </a:cubicBezTo>
                <a:cubicBezTo>
                  <a:pt x="37" y="120"/>
                  <a:pt x="37" y="120"/>
                  <a:pt x="37" y="120"/>
                </a:cubicBezTo>
                <a:cubicBezTo>
                  <a:pt x="38" y="121"/>
                  <a:pt x="38" y="122"/>
                  <a:pt x="38" y="124"/>
                </a:cubicBezTo>
                <a:cubicBezTo>
                  <a:pt x="38" y="125"/>
                  <a:pt x="38" y="127"/>
                  <a:pt x="37" y="128"/>
                </a:cubicBezTo>
                <a:cubicBezTo>
                  <a:pt x="36" y="129"/>
                  <a:pt x="34" y="129"/>
                  <a:pt x="33" y="129"/>
                </a:cubicBezTo>
                <a:cubicBezTo>
                  <a:pt x="31" y="129"/>
                  <a:pt x="30" y="129"/>
                  <a:pt x="29" y="128"/>
                </a:cubicBezTo>
                <a:cubicBezTo>
                  <a:pt x="29" y="127"/>
                  <a:pt x="29" y="127"/>
                  <a:pt x="29" y="127"/>
                </a:cubicBezTo>
                <a:cubicBezTo>
                  <a:pt x="28" y="126"/>
                  <a:pt x="27" y="125"/>
                  <a:pt x="27" y="124"/>
                </a:cubicBezTo>
                <a:cubicBezTo>
                  <a:pt x="27" y="122"/>
                  <a:pt x="28" y="121"/>
                  <a:pt x="29" y="120"/>
                </a:cubicBezTo>
                <a:close/>
                <a:moveTo>
                  <a:pt x="32" y="91"/>
                </a:moveTo>
                <a:cubicBezTo>
                  <a:pt x="32" y="91"/>
                  <a:pt x="32" y="91"/>
                  <a:pt x="32" y="91"/>
                </a:cubicBezTo>
                <a:cubicBezTo>
                  <a:pt x="34" y="91"/>
                  <a:pt x="36" y="89"/>
                  <a:pt x="36" y="87"/>
                </a:cubicBezTo>
                <a:cubicBezTo>
                  <a:pt x="36" y="38"/>
                  <a:pt x="36" y="38"/>
                  <a:pt x="36" y="38"/>
                </a:cubicBezTo>
                <a:cubicBezTo>
                  <a:pt x="36" y="35"/>
                  <a:pt x="34" y="34"/>
                  <a:pt x="32" y="34"/>
                </a:cubicBezTo>
                <a:cubicBezTo>
                  <a:pt x="29" y="34"/>
                  <a:pt x="28" y="35"/>
                  <a:pt x="28" y="38"/>
                </a:cubicBezTo>
                <a:cubicBezTo>
                  <a:pt x="28" y="87"/>
                  <a:pt x="28" y="87"/>
                  <a:pt x="28" y="87"/>
                </a:cubicBezTo>
                <a:cubicBezTo>
                  <a:pt x="28" y="89"/>
                  <a:pt x="29" y="91"/>
                  <a:pt x="32" y="91"/>
                </a:cubicBezTo>
                <a:close/>
                <a:moveTo>
                  <a:pt x="134" y="31"/>
                </a:moveTo>
                <a:cubicBezTo>
                  <a:pt x="134" y="31"/>
                  <a:pt x="134" y="31"/>
                  <a:pt x="134" y="31"/>
                </a:cubicBezTo>
                <a:cubicBezTo>
                  <a:pt x="132" y="32"/>
                  <a:pt x="131" y="34"/>
                  <a:pt x="131" y="36"/>
                </a:cubicBezTo>
                <a:cubicBezTo>
                  <a:pt x="144" y="84"/>
                  <a:pt x="144" y="84"/>
                  <a:pt x="144" y="84"/>
                </a:cubicBezTo>
                <a:cubicBezTo>
                  <a:pt x="144" y="86"/>
                  <a:pt x="146" y="87"/>
                  <a:pt x="149" y="86"/>
                </a:cubicBezTo>
                <a:cubicBezTo>
                  <a:pt x="151" y="86"/>
                  <a:pt x="152" y="84"/>
                  <a:pt x="152" y="82"/>
                </a:cubicBezTo>
                <a:cubicBezTo>
                  <a:pt x="139" y="34"/>
                  <a:pt x="139" y="34"/>
                  <a:pt x="139" y="34"/>
                </a:cubicBezTo>
                <a:cubicBezTo>
                  <a:pt x="138" y="32"/>
                  <a:pt x="136" y="31"/>
                  <a:pt x="134" y="31"/>
                </a:cubicBezTo>
                <a:close/>
                <a:moveTo>
                  <a:pt x="69" y="133"/>
                </a:moveTo>
                <a:cubicBezTo>
                  <a:pt x="69" y="133"/>
                  <a:pt x="69" y="133"/>
                  <a:pt x="69" y="133"/>
                </a:cubicBezTo>
                <a:cubicBezTo>
                  <a:pt x="69" y="133"/>
                  <a:pt x="69" y="133"/>
                  <a:pt x="69" y="133"/>
                </a:cubicBezTo>
                <a:cubicBezTo>
                  <a:pt x="71" y="136"/>
                  <a:pt x="75" y="137"/>
                  <a:pt x="79" y="137"/>
                </a:cubicBezTo>
                <a:cubicBezTo>
                  <a:pt x="82" y="137"/>
                  <a:pt x="86" y="136"/>
                  <a:pt x="88" y="134"/>
                </a:cubicBezTo>
                <a:cubicBezTo>
                  <a:pt x="88" y="133"/>
                  <a:pt x="88" y="133"/>
                  <a:pt x="88" y="133"/>
                </a:cubicBezTo>
                <a:cubicBezTo>
                  <a:pt x="91" y="131"/>
                  <a:pt x="92" y="127"/>
                  <a:pt x="92" y="124"/>
                </a:cubicBezTo>
                <a:cubicBezTo>
                  <a:pt x="92" y="120"/>
                  <a:pt x="91" y="116"/>
                  <a:pt x="88" y="114"/>
                </a:cubicBezTo>
                <a:cubicBezTo>
                  <a:pt x="86" y="112"/>
                  <a:pt x="82" y="110"/>
                  <a:pt x="79" y="110"/>
                </a:cubicBezTo>
                <a:cubicBezTo>
                  <a:pt x="75" y="110"/>
                  <a:pt x="71" y="112"/>
                  <a:pt x="69" y="114"/>
                </a:cubicBezTo>
                <a:cubicBezTo>
                  <a:pt x="69" y="114"/>
                  <a:pt x="69" y="114"/>
                  <a:pt x="69" y="114"/>
                </a:cubicBezTo>
                <a:cubicBezTo>
                  <a:pt x="66" y="116"/>
                  <a:pt x="65" y="120"/>
                  <a:pt x="65" y="124"/>
                </a:cubicBezTo>
                <a:cubicBezTo>
                  <a:pt x="65" y="127"/>
                  <a:pt x="66" y="131"/>
                  <a:pt x="69" y="133"/>
                </a:cubicBezTo>
                <a:close/>
                <a:moveTo>
                  <a:pt x="75" y="120"/>
                </a:moveTo>
                <a:cubicBezTo>
                  <a:pt x="75" y="120"/>
                  <a:pt x="75" y="120"/>
                  <a:pt x="75" y="120"/>
                </a:cubicBezTo>
                <a:cubicBezTo>
                  <a:pt x="76" y="119"/>
                  <a:pt x="77" y="118"/>
                  <a:pt x="79" y="118"/>
                </a:cubicBezTo>
                <a:cubicBezTo>
                  <a:pt x="80" y="118"/>
                  <a:pt x="81" y="119"/>
                  <a:pt x="82" y="120"/>
                </a:cubicBezTo>
                <a:cubicBezTo>
                  <a:pt x="82" y="120"/>
                  <a:pt x="82" y="120"/>
                  <a:pt x="82" y="120"/>
                </a:cubicBezTo>
                <a:cubicBezTo>
                  <a:pt x="84" y="121"/>
                  <a:pt x="84" y="122"/>
                  <a:pt x="84" y="124"/>
                </a:cubicBezTo>
                <a:cubicBezTo>
                  <a:pt x="84" y="125"/>
                  <a:pt x="84" y="127"/>
                  <a:pt x="83" y="128"/>
                </a:cubicBezTo>
                <a:cubicBezTo>
                  <a:pt x="82" y="128"/>
                  <a:pt x="82" y="128"/>
                  <a:pt x="82" y="128"/>
                </a:cubicBezTo>
                <a:cubicBezTo>
                  <a:pt x="81" y="129"/>
                  <a:pt x="80" y="129"/>
                  <a:pt x="79" y="129"/>
                </a:cubicBezTo>
                <a:cubicBezTo>
                  <a:pt x="77" y="129"/>
                  <a:pt x="76" y="129"/>
                  <a:pt x="75" y="128"/>
                </a:cubicBezTo>
                <a:cubicBezTo>
                  <a:pt x="74" y="127"/>
                  <a:pt x="74" y="127"/>
                  <a:pt x="74" y="127"/>
                </a:cubicBezTo>
                <a:cubicBezTo>
                  <a:pt x="74" y="126"/>
                  <a:pt x="73" y="125"/>
                  <a:pt x="73" y="124"/>
                </a:cubicBezTo>
                <a:cubicBezTo>
                  <a:pt x="73" y="122"/>
                  <a:pt x="74" y="121"/>
                  <a:pt x="75" y="120"/>
                </a:cubicBezTo>
                <a:close/>
                <a:moveTo>
                  <a:pt x="81" y="91"/>
                </a:moveTo>
                <a:cubicBezTo>
                  <a:pt x="81" y="91"/>
                  <a:pt x="81" y="91"/>
                  <a:pt x="81" y="91"/>
                </a:cubicBezTo>
                <a:cubicBezTo>
                  <a:pt x="83" y="91"/>
                  <a:pt x="85" y="89"/>
                  <a:pt x="85" y="87"/>
                </a:cubicBezTo>
                <a:cubicBezTo>
                  <a:pt x="85" y="38"/>
                  <a:pt x="85" y="38"/>
                  <a:pt x="85" y="38"/>
                </a:cubicBezTo>
                <a:cubicBezTo>
                  <a:pt x="85" y="35"/>
                  <a:pt x="83" y="34"/>
                  <a:pt x="81" y="34"/>
                </a:cubicBezTo>
                <a:cubicBezTo>
                  <a:pt x="79" y="34"/>
                  <a:pt x="77" y="35"/>
                  <a:pt x="77" y="38"/>
                </a:cubicBezTo>
                <a:cubicBezTo>
                  <a:pt x="77" y="87"/>
                  <a:pt x="77" y="87"/>
                  <a:pt x="77" y="87"/>
                </a:cubicBezTo>
                <a:cubicBezTo>
                  <a:pt x="77" y="89"/>
                  <a:pt x="79" y="91"/>
                  <a:pt x="81" y="91"/>
                </a:cubicBezTo>
                <a:close/>
                <a:moveTo>
                  <a:pt x="148" y="109"/>
                </a:moveTo>
                <a:cubicBezTo>
                  <a:pt x="148" y="109"/>
                  <a:pt x="148" y="109"/>
                  <a:pt x="148" y="109"/>
                </a:cubicBezTo>
                <a:cubicBezTo>
                  <a:pt x="146" y="111"/>
                  <a:pt x="144" y="114"/>
                  <a:pt x="144" y="118"/>
                </a:cubicBezTo>
                <a:cubicBezTo>
                  <a:pt x="144" y="122"/>
                  <a:pt x="146" y="125"/>
                  <a:pt x="148" y="128"/>
                </a:cubicBezTo>
                <a:cubicBezTo>
                  <a:pt x="148" y="128"/>
                  <a:pt x="148" y="128"/>
                  <a:pt x="148" y="128"/>
                </a:cubicBezTo>
                <a:cubicBezTo>
                  <a:pt x="151" y="130"/>
                  <a:pt x="154" y="132"/>
                  <a:pt x="158" y="132"/>
                </a:cubicBezTo>
                <a:cubicBezTo>
                  <a:pt x="161" y="132"/>
                  <a:pt x="165" y="131"/>
                  <a:pt x="167" y="128"/>
                </a:cubicBezTo>
                <a:cubicBezTo>
                  <a:pt x="167" y="128"/>
                  <a:pt x="167" y="128"/>
                  <a:pt x="167" y="128"/>
                </a:cubicBezTo>
                <a:cubicBezTo>
                  <a:pt x="168" y="128"/>
                  <a:pt x="168" y="128"/>
                  <a:pt x="168" y="128"/>
                </a:cubicBezTo>
                <a:cubicBezTo>
                  <a:pt x="170" y="126"/>
                  <a:pt x="171" y="122"/>
                  <a:pt x="171" y="118"/>
                </a:cubicBezTo>
                <a:cubicBezTo>
                  <a:pt x="171" y="114"/>
                  <a:pt x="170" y="111"/>
                  <a:pt x="168" y="109"/>
                </a:cubicBezTo>
                <a:cubicBezTo>
                  <a:pt x="168" y="109"/>
                  <a:pt x="168" y="109"/>
                  <a:pt x="168" y="109"/>
                </a:cubicBezTo>
                <a:cubicBezTo>
                  <a:pt x="168" y="109"/>
                  <a:pt x="168" y="109"/>
                  <a:pt x="168" y="109"/>
                </a:cubicBezTo>
                <a:cubicBezTo>
                  <a:pt x="165" y="106"/>
                  <a:pt x="162" y="105"/>
                  <a:pt x="158" y="105"/>
                </a:cubicBezTo>
                <a:cubicBezTo>
                  <a:pt x="154" y="105"/>
                  <a:pt x="151" y="106"/>
                  <a:pt x="148" y="109"/>
                </a:cubicBezTo>
                <a:close/>
                <a:moveTo>
                  <a:pt x="154" y="114"/>
                </a:moveTo>
                <a:cubicBezTo>
                  <a:pt x="154" y="114"/>
                  <a:pt x="154" y="114"/>
                  <a:pt x="154" y="114"/>
                </a:cubicBezTo>
                <a:cubicBezTo>
                  <a:pt x="155" y="113"/>
                  <a:pt x="156" y="113"/>
                  <a:pt x="158" y="113"/>
                </a:cubicBezTo>
                <a:cubicBezTo>
                  <a:pt x="159" y="113"/>
                  <a:pt x="161" y="113"/>
                  <a:pt x="162" y="114"/>
                </a:cubicBezTo>
                <a:cubicBezTo>
                  <a:pt x="163" y="115"/>
                  <a:pt x="163" y="117"/>
                  <a:pt x="163" y="118"/>
                </a:cubicBezTo>
                <a:cubicBezTo>
                  <a:pt x="163" y="120"/>
                  <a:pt x="163" y="121"/>
                  <a:pt x="162" y="122"/>
                </a:cubicBezTo>
                <a:cubicBezTo>
                  <a:pt x="161" y="123"/>
                  <a:pt x="159" y="124"/>
                  <a:pt x="158" y="124"/>
                </a:cubicBezTo>
                <a:cubicBezTo>
                  <a:pt x="156" y="124"/>
                  <a:pt x="155" y="123"/>
                  <a:pt x="154" y="122"/>
                </a:cubicBezTo>
                <a:cubicBezTo>
                  <a:pt x="154" y="122"/>
                  <a:pt x="154" y="122"/>
                  <a:pt x="154" y="122"/>
                </a:cubicBezTo>
                <a:cubicBezTo>
                  <a:pt x="153" y="121"/>
                  <a:pt x="152" y="120"/>
                  <a:pt x="152" y="118"/>
                </a:cubicBezTo>
                <a:cubicBezTo>
                  <a:pt x="152" y="117"/>
                  <a:pt x="153" y="115"/>
                  <a:pt x="154" y="114"/>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8" name="Freeform 10"/>
          <p:cNvSpPr>
            <a:spLocks noEditPoints="1"/>
          </p:cNvSpPr>
          <p:nvPr/>
        </p:nvSpPr>
        <p:spPr bwMode="auto">
          <a:xfrm>
            <a:off x="107850" y="2091788"/>
            <a:ext cx="174824" cy="175280"/>
          </a:xfrm>
          <a:custGeom>
            <a:avLst/>
            <a:gdLst>
              <a:gd name="T0" fmla="*/ 47 w 162"/>
              <a:gd name="T1" fmla="*/ 34 h 163"/>
              <a:gd name="T2" fmla="*/ 34 w 162"/>
              <a:gd name="T3" fmla="*/ 47 h 163"/>
              <a:gd name="T4" fmla="*/ 32 w 162"/>
              <a:gd name="T5" fmla="*/ 61 h 163"/>
              <a:gd name="T6" fmla="*/ 41 w 162"/>
              <a:gd name="T7" fmla="*/ 52 h 163"/>
              <a:gd name="T8" fmla="*/ 52 w 162"/>
              <a:gd name="T9" fmla="*/ 41 h 163"/>
              <a:gd name="T10" fmla="*/ 60 w 162"/>
              <a:gd name="T11" fmla="*/ 32 h 163"/>
              <a:gd name="T12" fmla="*/ 160 w 162"/>
              <a:gd name="T13" fmla="*/ 150 h 163"/>
              <a:gd name="T14" fmla="*/ 130 w 162"/>
              <a:gd name="T15" fmla="*/ 121 h 163"/>
              <a:gd name="T16" fmla="*/ 147 w 162"/>
              <a:gd name="T17" fmla="*/ 74 h 163"/>
              <a:gd name="T18" fmla="*/ 142 w 162"/>
              <a:gd name="T19" fmla="*/ 46 h 163"/>
              <a:gd name="T20" fmla="*/ 126 w 162"/>
              <a:gd name="T21" fmla="*/ 22 h 163"/>
              <a:gd name="T22" fmla="*/ 74 w 162"/>
              <a:gd name="T23" fmla="*/ 0 h 163"/>
              <a:gd name="T24" fmla="*/ 6 w 162"/>
              <a:gd name="T25" fmla="*/ 46 h 163"/>
              <a:gd name="T26" fmla="*/ 5 w 162"/>
              <a:gd name="T27" fmla="*/ 102 h 163"/>
              <a:gd name="T28" fmla="*/ 21 w 162"/>
              <a:gd name="T29" fmla="*/ 126 h 163"/>
              <a:gd name="T30" fmla="*/ 45 w 162"/>
              <a:gd name="T31" fmla="*/ 142 h 163"/>
              <a:gd name="T32" fmla="*/ 45 w 162"/>
              <a:gd name="T33" fmla="*/ 142 h 163"/>
              <a:gd name="T34" fmla="*/ 102 w 162"/>
              <a:gd name="T35" fmla="*/ 142 h 163"/>
              <a:gd name="T36" fmla="*/ 150 w 162"/>
              <a:gd name="T37" fmla="*/ 160 h 163"/>
              <a:gd name="T38" fmla="*/ 160 w 162"/>
              <a:gd name="T39" fmla="*/ 150 h 163"/>
              <a:gd name="T40" fmla="*/ 116 w 162"/>
              <a:gd name="T41" fmla="*/ 117 h 163"/>
              <a:gd name="T42" fmla="*/ 97 w 162"/>
              <a:gd name="T43" fmla="*/ 130 h 163"/>
              <a:gd name="T44" fmla="*/ 51 w 162"/>
              <a:gd name="T45" fmla="*/ 130 h 163"/>
              <a:gd name="T46" fmla="*/ 31 w 162"/>
              <a:gd name="T47" fmla="*/ 117 h 163"/>
              <a:gd name="T48" fmla="*/ 31 w 162"/>
              <a:gd name="T49" fmla="*/ 117 h 163"/>
              <a:gd name="T50" fmla="*/ 18 w 162"/>
              <a:gd name="T51" fmla="*/ 97 h 163"/>
              <a:gd name="T52" fmla="*/ 18 w 162"/>
              <a:gd name="T53" fmla="*/ 51 h 163"/>
              <a:gd name="T54" fmla="*/ 74 w 162"/>
              <a:gd name="T55" fmla="*/ 14 h 163"/>
              <a:gd name="T56" fmla="*/ 116 w 162"/>
              <a:gd name="T57" fmla="*/ 31 h 163"/>
              <a:gd name="T58" fmla="*/ 129 w 162"/>
              <a:gd name="T59" fmla="*/ 51 h 163"/>
              <a:gd name="T60" fmla="*/ 134 w 162"/>
              <a:gd name="T61" fmla="*/ 74 h 163"/>
              <a:gd name="T62" fmla="*/ 116 w 162"/>
              <a:gd name="T63" fmla="*/ 117 h 163"/>
              <a:gd name="T64" fmla="*/ 117 w 162"/>
              <a:gd name="T65" fmla="*/ 70 h 163"/>
              <a:gd name="T66" fmla="*/ 110 w 162"/>
              <a:gd name="T67" fmla="*/ 89 h 163"/>
              <a:gd name="T68" fmla="*/ 102 w 162"/>
              <a:gd name="T69" fmla="*/ 102 h 163"/>
              <a:gd name="T70" fmla="*/ 74 w 162"/>
              <a:gd name="T71" fmla="*/ 114 h 163"/>
              <a:gd name="T72" fmla="*/ 74 w 162"/>
              <a:gd name="T73" fmla="*/ 122 h 163"/>
              <a:gd name="T74" fmla="*/ 107 w 162"/>
              <a:gd name="T75" fmla="*/ 108 h 163"/>
              <a:gd name="T76" fmla="*/ 118 w 162"/>
              <a:gd name="T77" fmla="*/ 92 h 163"/>
              <a:gd name="T78" fmla="*/ 117 w 162"/>
              <a:gd name="T79" fmla="*/ 70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62" h="163">
                <a:moveTo>
                  <a:pt x="55" y="30"/>
                </a:moveTo>
                <a:cubicBezTo>
                  <a:pt x="52" y="31"/>
                  <a:pt x="50" y="33"/>
                  <a:pt x="47" y="34"/>
                </a:cubicBezTo>
                <a:cubicBezTo>
                  <a:pt x="44" y="36"/>
                  <a:pt x="42" y="38"/>
                  <a:pt x="40" y="40"/>
                </a:cubicBezTo>
                <a:cubicBezTo>
                  <a:pt x="38" y="42"/>
                  <a:pt x="36" y="45"/>
                  <a:pt x="34" y="47"/>
                </a:cubicBezTo>
                <a:cubicBezTo>
                  <a:pt x="32" y="50"/>
                  <a:pt x="31" y="53"/>
                  <a:pt x="30" y="55"/>
                </a:cubicBezTo>
                <a:cubicBezTo>
                  <a:pt x="29" y="57"/>
                  <a:pt x="30" y="60"/>
                  <a:pt x="32" y="61"/>
                </a:cubicBezTo>
                <a:cubicBezTo>
                  <a:pt x="34" y="62"/>
                  <a:pt x="36" y="61"/>
                  <a:pt x="37" y="59"/>
                </a:cubicBezTo>
                <a:cubicBezTo>
                  <a:pt x="38" y="56"/>
                  <a:pt x="39" y="54"/>
                  <a:pt x="41" y="52"/>
                </a:cubicBezTo>
                <a:cubicBezTo>
                  <a:pt x="42" y="50"/>
                  <a:pt x="44" y="48"/>
                  <a:pt x="46" y="46"/>
                </a:cubicBezTo>
                <a:cubicBezTo>
                  <a:pt x="48" y="44"/>
                  <a:pt x="49" y="43"/>
                  <a:pt x="52" y="41"/>
                </a:cubicBezTo>
                <a:cubicBezTo>
                  <a:pt x="54" y="40"/>
                  <a:pt x="56" y="38"/>
                  <a:pt x="58" y="37"/>
                </a:cubicBezTo>
                <a:cubicBezTo>
                  <a:pt x="60" y="37"/>
                  <a:pt x="61" y="34"/>
                  <a:pt x="60" y="32"/>
                </a:cubicBezTo>
                <a:cubicBezTo>
                  <a:pt x="59" y="30"/>
                  <a:pt x="57" y="29"/>
                  <a:pt x="55" y="30"/>
                </a:cubicBezTo>
                <a:close/>
                <a:moveTo>
                  <a:pt x="160" y="150"/>
                </a:moveTo>
                <a:cubicBezTo>
                  <a:pt x="160" y="150"/>
                  <a:pt x="160" y="150"/>
                  <a:pt x="160" y="150"/>
                </a:cubicBezTo>
                <a:cubicBezTo>
                  <a:pt x="130" y="121"/>
                  <a:pt x="130" y="121"/>
                  <a:pt x="130" y="121"/>
                </a:cubicBezTo>
                <a:cubicBezTo>
                  <a:pt x="135" y="115"/>
                  <a:pt x="139" y="109"/>
                  <a:pt x="142" y="102"/>
                </a:cubicBezTo>
                <a:cubicBezTo>
                  <a:pt x="145" y="93"/>
                  <a:pt x="147" y="84"/>
                  <a:pt x="147" y="74"/>
                </a:cubicBezTo>
                <a:cubicBezTo>
                  <a:pt x="147" y="64"/>
                  <a:pt x="145" y="55"/>
                  <a:pt x="142" y="46"/>
                </a:cubicBezTo>
                <a:cubicBezTo>
                  <a:pt x="142" y="46"/>
                  <a:pt x="142" y="46"/>
                  <a:pt x="142" y="46"/>
                </a:cubicBezTo>
                <a:cubicBezTo>
                  <a:pt x="138" y="37"/>
                  <a:pt x="133" y="29"/>
                  <a:pt x="126" y="22"/>
                </a:cubicBezTo>
                <a:cubicBezTo>
                  <a:pt x="126" y="22"/>
                  <a:pt x="126" y="22"/>
                  <a:pt x="126" y="22"/>
                </a:cubicBezTo>
                <a:cubicBezTo>
                  <a:pt x="119" y="15"/>
                  <a:pt x="111" y="10"/>
                  <a:pt x="102" y="6"/>
                </a:cubicBezTo>
                <a:cubicBezTo>
                  <a:pt x="93" y="2"/>
                  <a:pt x="84" y="0"/>
                  <a:pt x="74" y="0"/>
                </a:cubicBezTo>
                <a:cubicBezTo>
                  <a:pt x="53" y="0"/>
                  <a:pt x="35" y="8"/>
                  <a:pt x="21" y="22"/>
                </a:cubicBezTo>
                <a:cubicBezTo>
                  <a:pt x="15" y="29"/>
                  <a:pt x="9" y="37"/>
                  <a:pt x="6" y="46"/>
                </a:cubicBezTo>
                <a:cubicBezTo>
                  <a:pt x="2" y="55"/>
                  <a:pt x="0" y="64"/>
                  <a:pt x="0" y="74"/>
                </a:cubicBezTo>
                <a:cubicBezTo>
                  <a:pt x="0" y="84"/>
                  <a:pt x="2" y="93"/>
                  <a:pt x="5" y="102"/>
                </a:cubicBezTo>
                <a:cubicBezTo>
                  <a:pt x="6" y="102"/>
                  <a:pt x="6" y="102"/>
                  <a:pt x="6" y="102"/>
                </a:cubicBezTo>
                <a:cubicBezTo>
                  <a:pt x="9" y="111"/>
                  <a:pt x="15" y="119"/>
                  <a:pt x="21" y="126"/>
                </a:cubicBezTo>
                <a:cubicBezTo>
                  <a:pt x="22" y="126"/>
                  <a:pt x="22" y="126"/>
                  <a:pt x="22" y="126"/>
                </a:cubicBezTo>
                <a:cubicBezTo>
                  <a:pt x="28" y="133"/>
                  <a:pt x="36" y="138"/>
                  <a:pt x="45" y="142"/>
                </a:cubicBezTo>
                <a:cubicBezTo>
                  <a:pt x="45" y="142"/>
                  <a:pt x="45" y="142"/>
                  <a:pt x="45" y="142"/>
                </a:cubicBezTo>
                <a:cubicBezTo>
                  <a:pt x="45" y="142"/>
                  <a:pt x="45" y="142"/>
                  <a:pt x="45" y="142"/>
                </a:cubicBezTo>
                <a:cubicBezTo>
                  <a:pt x="54" y="146"/>
                  <a:pt x="64" y="148"/>
                  <a:pt x="74" y="148"/>
                </a:cubicBezTo>
                <a:cubicBezTo>
                  <a:pt x="84" y="148"/>
                  <a:pt x="93" y="146"/>
                  <a:pt x="102" y="142"/>
                </a:cubicBezTo>
                <a:cubicBezTo>
                  <a:pt x="109" y="139"/>
                  <a:pt x="115" y="135"/>
                  <a:pt x="121" y="131"/>
                </a:cubicBezTo>
                <a:cubicBezTo>
                  <a:pt x="150" y="160"/>
                  <a:pt x="150" y="160"/>
                  <a:pt x="150" y="160"/>
                </a:cubicBezTo>
                <a:cubicBezTo>
                  <a:pt x="153" y="163"/>
                  <a:pt x="157" y="163"/>
                  <a:pt x="160" y="160"/>
                </a:cubicBezTo>
                <a:cubicBezTo>
                  <a:pt x="162" y="157"/>
                  <a:pt x="162" y="153"/>
                  <a:pt x="160" y="150"/>
                </a:cubicBezTo>
                <a:close/>
                <a:moveTo>
                  <a:pt x="116" y="117"/>
                </a:moveTo>
                <a:cubicBezTo>
                  <a:pt x="116" y="117"/>
                  <a:pt x="116" y="117"/>
                  <a:pt x="116" y="117"/>
                </a:cubicBezTo>
                <a:cubicBezTo>
                  <a:pt x="116" y="117"/>
                  <a:pt x="116" y="117"/>
                  <a:pt x="116" y="117"/>
                </a:cubicBezTo>
                <a:cubicBezTo>
                  <a:pt x="111" y="122"/>
                  <a:pt x="104" y="127"/>
                  <a:pt x="97" y="130"/>
                </a:cubicBezTo>
                <a:cubicBezTo>
                  <a:pt x="90" y="133"/>
                  <a:pt x="82" y="134"/>
                  <a:pt x="74" y="134"/>
                </a:cubicBezTo>
                <a:cubicBezTo>
                  <a:pt x="65" y="134"/>
                  <a:pt x="58" y="133"/>
                  <a:pt x="51" y="130"/>
                </a:cubicBezTo>
                <a:cubicBezTo>
                  <a:pt x="51" y="130"/>
                  <a:pt x="51" y="130"/>
                  <a:pt x="51" y="130"/>
                </a:cubicBezTo>
                <a:cubicBezTo>
                  <a:pt x="43" y="127"/>
                  <a:pt x="37" y="122"/>
                  <a:pt x="31" y="117"/>
                </a:cubicBezTo>
                <a:cubicBezTo>
                  <a:pt x="31" y="117"/>
                  <a:pt x="31" y="117"/>
                  <a:pt x="31" y="117"/>
                </a:cubicBezTo>
                <a:cubicBezTo>
                  <a:pt x="31" y="117"/>
                  <a:pt x="31" y="117"/>
                  <a:pt x="31" y="117"/>
                </a:cubicBezTo>
                <a:cubicBezTo>
                  <a:pt x="26" y="111"/>
                  <a:pt x="21" y="104"/>
                  <a:pt x="18" y="97"/>
                </a:cubicBezTo>
                <a:cubicBezTo>
                  <a:pt x="18" y="97"/>
                  <a:pt x="18" y="97"/>
                  <a:pt x="18" y="97"/>
                </a:cubicBezTo>
                <a:cubicBezTo>
                  <a:pt x="15" y="90"/>
                  <a:pt x="13" y="82"/>
                  <a:pt x="13" y="74"/>
                </a:cubicBezTo>
                <a:cubicBezTo>
                  <a:pt x="13" y="66"/>
                  <a:pt x="15" y="58"/>
                  <a:pt x="18" y="51"/>
                </a:cubicBezTo>
                <a:cubicBezTo>
                  <a:pt x="21" y="44"/>
                  <a:pt x="26" y="37"/>
                  <a:pt x="31" y="31"/>
                </a:cubicBezTo>
                <a:cubicBezTo>
                  <a:pt x="42" y="21"/>
                  <a:pt x="57" y="14"/>
                  <a:pt x="74" y="14"/>
                </a:cubicBezTo>
                <a:cubicBezTo>
                  <a:pt x="82" y="14"/>
                  <a:pt x="90" y="15"/>
                  <a:pt x="97" y="18"/>
                </a:cubicBezTo>
                <a:cubicBezTo>
                  <a:pt x="104" y="21"/>
                  <a:pt x="111" y="26"/>
                  <a:pt x="116" y="31"/>
                </a:cubicBezTo>
                <a:cubicBezTo>
                  <a:pt x="117" y="32"/>
                  <a:pt x="117" y="32"/>
                  <a:pt x="117" y="32"/>
                </a:cubicBezTo>
                <a:cubicBezTo>
                  <a:pt x="122" y="37"/>
                  <a:pt x="126" y="44"/>
                  <a:pt x="129" y="51"/>
                </a:cubicBezTo>
                <a:cubicBezTo>
                  <a:pt x="129" y="51"/>
                  <a:pt x="129" y="51"/>
                  <a:pt x="129" y="51"/>
                </a:cubicBezTo>
                <a:cubicBezTo>
                  <a:pt x="132" y="58"/>
                  <a:pt x="134" y="66"/>
                  <a:pt x="134" y="74"/>
                </a:cubicBezTo>
                <a:cubicBezTo>
                  <a:pt x="134" y="82"/>
                  <a:pt x="132" y="90"/>
                  <a:pt x="129" y="97"/>
                </a:cubicBezTo>
                <a:cubicBezTo>
                  <a:pt x="126" y="104"/>
                  <a:pt x="122" y="111"/>
                  <a:pt x="116" y="117"/>
                </a:cubicBezTo>
                <a:close/>
                <a:moveTo>
                  <a:pt x="117" y="70"/>
                </a:moveTo>
                <a:cubicBezTo>
                  <a:pt x="117" y="70"/>
                  <a:pt x="117" y="70"/>
                  <a:pt x="117" y="70"/>
                </a:cubicBezTo>
                <a:cubicBezTo>
                  <a:pt x="115" y="70"/>
                  <a:pt x="113" y="72"/>
                  <a:pt x="113" y="74"/>
                </a:cubicBezTo>
                <a:cubicBezTo>
                  <a:pt x="113" y="79"/>
                  <a:pt x="112" y="84"/>
                  <a:pt x="110" y="89"/>
                </a:cubicBezTo>
                <a:cubicBezTo>
                  <a:pt x="110" y="89"/>
                  <a:pt x="110" y="89"/>
                  <a:pt x="110" y="89"/>
                </a:cubicBezTo>
                <a:cubicBezTo>
                  <a:pt x="108" y="94"/>
                  <a:pt x="105" y="98"/>
                  <a:pt x="102" y="102"/>
                </a:cubicBezTo>
                <a:cubicBezTo>
                  <a:pt x="98" y="106"/>
                  <a:pt x="94" y="109"/>
                  <a:pt x="89" y="111"/>
                </a:cubicBezTo>
                <a:cubicBezTo>
                  <a:pt x="84" y="113"/>
                  <a:pt x="79" y="114"/>
                  <a:pt x="74" y="114"/>
                </a:cubicBezTo>
                <a:cubicBezTo>
                  <a:pt x="71" y="114"/>
                  <a:pt x="70" y="115"/>
                  <a:pt x="70" y="118"/>
                </a:cubicBezTo>
                <a:cubicBezTo>
                  <a:pt x="70" y="120"/>
                  <a:pt x="71" y="122"/>
                  <a:pt x="74" y="122"/>
                </a:cubicBezTo>
                <a:cubicBezTo>
                  <a:pt x="80" y="122"/>
                  <a:pt x="86" y="120"/>
                  <a:pt x="92" y="118"/>
                </a:cubicBezTo>
                <a:cubicBezTo>
                  <a:pt x="98" y="116"/>
                  <a:pt x="103" y="112"/>
                  <a:pt x="107" y="108"/>
                </a:cubicBezTo>
                <a:cubicBezTo>
                  <a:pt x="112" y="103"/>
                  <a:pt x="115" y="98"/>
                  <a:pt x="118" y="92"/>
                </a:cubicBezTo>
                <a:cubicBezTo>
                  <a:pt x="118" y="92"/>
                  <a:pt x="118" y="92"/>
                  <a:pt x="118" y="92"/>
                </a:cubicBezTo>
                <a:cubicBezTo>
                  <a:pt x="120" y="86"/>
                  <a:pt x="121" y="80"/>
                  <a:pt x="121" y="74"/>
                </a:cubicBezTo>
                <a:cubicBezTo>
                  <a:pt x="121" y="72"/>
                  <a:pt x="120" y="70"/>
                  <a:pt x="117" y="70"/>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48" name="矩形 47"/>
          <p:cNvSpPr/>
          <p:nvPr/>
        </p:nvSpPr>
        <p:spPr>
          <a:xfrm>
            <a:off x="5867400" y="242991"/>
            <a:ext cx="2665040" cy="323165"/>
          </a:xfrm>
          <a:prstGeom prst="rect">
            <a:avLst/>
          </a:prstGeom>
        </p:spPr>
        <p:txBody>
          <a:bodyPr wrap="square" lIns="0" tIns="0" rIns="0" bIns="0" anchor="ctr" anchorCtr="0">
            <a:spAutoFit/>
          </a:bodyPr>
          <a:lstStyle/>
          <a:p>
            <a:pPr algn="r">
              <a:lnSpc>
                <a:spcPct val="150000"/>
              </a:lnSpc>
            </a:pPr>
            <a:r>
              <a:rPr lang="zh-CN" altLang="en-US" sz="1400" b="1" dirty="0">
                <a:solidFill>
                  <a:srgbClr val="354454"/>
                </a:solidFill>
                <a:latin typeface="微软雅黑" pitchFamily="34" charset="-122"/>
                <a:ea typeface="微软雅黑" pitchFamily="34" charset="-122"/>
              </a:rPr>
              <a:t>国内外相关研究综述</a:t>
            </a:r>
          </a:p>
        </p:txBody>
      </p:sp>
      <p:sp>
        <p:nvSpPr>
          <p:cNvPr id="111" name="矩形 110"/>
          <p:cNvSpPr/>
          <p:nvPr/>
        </p:nvSpPr>
        <p:spPr>
          <a:xfrm>
            <a:off x="4337640" y="914772"/>
            <a:ext cx="1493024" cy="310871"/>
          </a:xfrm>
          <a:prstGeom prst="rect">
            <a:avLst/>
          </a:prstGeom>
          <a:noFill/>
          <a:ln w="6350" cap="flat">
            <a:solidFill>
              <a:srgbClr val="37B0E8"/>
            </a:solidFill>
            <a:prstDash val="solid"/>
            <a:miter lim="800000"/>
          </a:ln>
        </p:spPr>
        <p:txBody>
          <a:bodyPr vert="horz" wrap="square" lIns="91440" tIns="45720" rIns="91440" bIns="45720" numCol="1" anchor="ctr" anchorCtr="0" compatLnSpc="1"/>
          <a:lstStyle/>
          <a:p>
            <a:pPr algn="ctr"/>
            <a:r>
              <a:rPr lang="zh-CN" altLang="en-US" sz="1200" dirty="0">
                <a:ln w="6350">
                  <a:noFill/>
                </a:ln>
                <a:solidFill>
                  <a:srgbClr val="37B0E8"/>
                </a:solidFill>
                <a:latin typeface="Impact" pitchFamily="34" charset="0"/>
                <a:ea typeface="微软雅黑" pitchFamily="34" charset="-122"/>
              </a:rPr>
              <a:t>国外研究综述</a:t>
            </a:r>
          </a:p>
        </p:txBody>
      </p:sp>
      <p:grpSp>
        <p:nvGrpSpPr>
          <p:cNvPr id="112" name="组合 111"/>
          <p:cNvGrpSpPr/>
          <p:nvPr/>
        </p:nvGrpSpPr>
        <p:grpSpPr>
          <a:xfrm>
            <a:off x="2342539" y="3547159"/>
            <a:ext cx="5407026" cy="1304925"/>
            <a:chOff x="1616075" y="3376613"/>
            <a:chExt cx="5407026" cy="1304925"/>
          </a:xfrm>
          <a:solidFill>
            <a:schemeClr val="bg1">
              <a:lumMod val="85000"/>
              <a:alpha val="80000"/>
            </a:schemeClr>
          </a:solidFill>
        </p:grpSpPr>
        <p:sp>
          <p:nvSpPr>
            <p:cNvPr id="113" name="Freeform 5"/>
            <p:cNvSpPr/>
            <p:nvPr/>
          </p:nvSpPr>
          <p:spPr bwMode="auto">
            <a:xfrm>
              <a:off x="4975225" y="3417888"/>
              <a:ext cx="41275" cy="11113"/>
            </a:xfrm>
            <a:custGeom>
              <a:avLst/>
              <a:gdLst>
                <a:gd name="T0" fmla="*/ 6 w 11"/>
                <a:gd name="T1" fmla="*/ 0 h 3"/>
                <a:gd name="T2" fmla="*/ 7 w 11"/>
                <a:gd name="T3" fmla="*/ 1 h 3"/>
                <a:gd name="T4" fmla="*/ 9 w 11"/>
                <a:gd name="T5" fmla="*/ 2 h 3"/>
                <a:gd name="T6" fmla="*/ 4 w 11"/>
                <a:gd name="T7" fmla="*/ 2 h 3"/>
                <a:gd name="T8" fmla="*/ 6 w 11"/>
                <a:gd name="T9" fmla="*/ 0 h 3"/>
              </a:gdLst>
              <a:ahLst/>
              <a:cxnLst>
                <a:cxn ang="0">
                  <a:pos x="T0" y="T1"/>
                </a:cxn>
                <a:cxn ang="0">
                  <a:pos x="T2" y="T3"/>
                </a:cxn>
                <a:cxn ang="0">
                  <a:pos x="T4" y="T5"/>
                </a:cxn>
                <a:cxn ang="0">
                  <a:pos x="T6" y="T7"/>
                </a:cxn>
                <a:cxn ang="0">
                  <a:pos x="T8" y="T9"/>
                </a:cxn>
              </a:cxnLst>
              <a:rect l="0" t="0" r="r" b="b"/>
              <a:pathLst>
                <a:path w="11" h="3">
                  <a:moveTo>
                    <a:pt x="6" y="0"/>
                  </a:moveTo>
                  <a:cubicBezTo>
                    <a:pt x="7" y="0"/>
                    <a:pt x="7" y="0"/>
                    <a:pt x="7" y="1"/>
                  </a:cubicBezTo>
                  <a:cubicBezTo>
                    <a:pt x="8" y="1"/>
                    <a:pt x="11" y="1"/>
                    <a:pt x="9" y="2"/>
                  </a:cubicBezTo>
                  <a:cubicBezTo>
                    <a:pt x="6" y="3"/>
                    <a:pt x="8" y="1"/>
                    <a:pt x="4" y="2"/>
                  </a:cubicBezTo>
                  <a:cubicBezTo>
                    <a:pt x="0" y="1"/>
                    <a:pt x="8" y="2"/>
                    <a:pt x="6"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4" name="Freeform 6"/>
            <p:cNvSpPr/>
            <p:nvPr/>
          </p:nvSpPr>
          <p:spPr bwMode="auto">
            <a:xfrm>
              <a:off x="5541963" y="3417888"/>
              <a:ext cx="77788" cy="19050"/>
            </a:xfrm>
            <a:custGeom>
              <a:avLst/>
              <a:gdLst>
                <a:gd name="T0" fmla="*/ 20 w 21"/>
                <a:gd name="T1" fmla="*/ 4 h 5"/>
                <a:gd name="T2" fmla="*/ 12 w 21"/>
                <a:gd name="T3" fmla="*/ 5 h 5"/>
                <a:gd name="T4" fmla="*/ 2 w 21"/>
                <a:gd name="T5" fmla="*/ 5 h 5"/>
                <a:gd name="T6" fmla="*/ 0 w 21"/>
                <a:gd name="T7" fmla="*/ 4 h 5"/>
                <a:gd name="T8" fmla="*/ 16 w 21"/>
                <a:gd name="T9" fmla="*/ 0 h 5"/>
                <a:gd name="T10" fmla="*/ 19 w 21"/>
                <a:gd name="T11" fmla="*/ 1 h 5"/>
                <a:gd name="T12" fmla="*/ 17 w 21"/>
                <a:gd name="T13" fmla="*/ 2 h 5"/>
                <a:gd name="T14" fmla="*/ 20 w 21"/>
                <a:gd name="T15" fmla="*/ 4 h 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 h="5">
                  <a:moveTo>
                    <a:pt x="20" y="4"/>
                  </a:moveTo>
                  <a:cubicBezTo>
                    <a:pt x="17" y="4"/>
                    <a:pt x="13" y="3"/>
                    <a:pt x="12" y="5"/>
                  </a:cubicBezTo>
                  <a:cubicBezTo>
                    <a:pt x="11" y="4"/>
                    <a:pt x="7" y="5"/>
                    <a:pt x="2" y="5"/>
                  </a:cubicBezTo>
                  <a:cubicBezTo>
                    <a:pt x="3" y="4"/>
                    <a:pt x="2" y="4"/>
                    <a:pt x="0" y="4"/>
                  </a:cubicBezTo>
                  <a:cubicBezTo>
                    <a:pt x="3" y="1"/>
                    <a:pt x="8" y="0"/>
                    <a:pt x="16" y="0"/>
                  </a:cubicBezTo>
                  <a:cubicBezTo>
                    <a:pt x="15" y="1"/>
                    <a:pt x="19" y="1"/>
                    <a:pt x="19" y="1"/>
                  </a:cubicBezTo>
                  <a:cubicBezTo>
                    <a:pt x="20" y="1"/>
                    <a:pt x="17" y="1"/>
                    <a:pt x="17" y="2"/>
                  </a:cubicBezTo>
                  <a:cubicBezTo>
                    <a:pt x="17" y="2"/>
                    <a:pt x="21" y="2"/>
                    <a:pt x="20"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5" name="Freeform 7"/>
            <p:cNvSpPr/>
            <p:nvPr/>
          </p:nvSpPr>
          <p:spPr bwMode="auto">
            <a:xfrm>
              <a:off x="5099050" y="3417888"/>
              <a:ext cx="41275" cy="11113"/>
            </a:xfrm>
            <a:custGeom>
              <a:avLst/>
              <a:gdLst>
                <a:gd name="T0" fmla="*/ 11 w 11"/>
                <a:gd name="T1" fmla="*/ 1 h 3"/>
                <a:gd name="T2" fmla="*/ 10 w 11"/>
                <a:gd name="T3" fmla="*/ 3 h 3"/>
                <a:gd name="T4" fmla="*/ 6 w 11"/>
                <a:gd name="T5" fmla="*/ 3 h 3"/>
                <a:gd name="T6" fmla="*/ 1 w 11"/>
                <a:gd name="T7" fmla="*/ 2 h 3"/>
                <a:gd name="T8" fmla="*/ 7 w 11"/>
                <a:gd name="T9" fmla="*/ 2 h 3"/>
                <a:gd name="T10" fmla="*/ 11 w 11"/>
                <a:gd name="T11" fmla="*/ 1 h 3"/>
              </a:gdLst>
              <a:ahLst/>
              <a:cxnLst>
                <a:cxn ang="0">
                  <a:pos x="T0" y="T1"/>
                </a:cxn>
                <a:cxn ang="0">
                  <a:pos x="T2" y="T3"/>
                </a:cxn>
                <a:cxn ang="0">
                  <a:pos x="T4" y="T5"/>
                </a:cxn>
                <a:cxn ang="0">
                  <a:pos x="T6" y="T7"/>
                </a:cxn>
                <a:cxn ang="0">
                  <a:pos x="T8" y="T9"/>
                </a:cxn>
                <a:cxn ang="0">
                  <a:pos x="T10" y="T11"/>
                </a:cxn>
              </a:cxnLst>
              <a:rect l="0" t="0" r="r" b="b"/>
              <a:pathLst>
                <a:path w="11" h="3">
                  <a:moveTo>
                    <a:pt x="11" y="1"/>
                  </a:moveTo>
                  <a:cubicBezTo>
                    <a:pt x="10" y="1"/>
                    <a:pt x="9" y="2"/>
                    <a:pt x="10" y="3"/>
                  </a:cubicBezTo>
                  <a:cubicBezTo>
                    <a:pt x="7" y="3"/>
                    <a:pt x="7" y="3"/>
                    <a:pt x="6" y="3"/>
                  </a:cubicBezTo>
                  <a:cubicBezTo>
                    <a:pt x="4" y="3"/>
                    <a:pt x="0" y="3"/>
                    <a:pt x="1" y="2"/>
                  </a:cubicBezTo>
                  <a:cubicBezTo>
                    <a:pt x="4" y="2"/>
                    <a:pt x="4" y="1"/>
                    <a:pt x="7" y="2"/>
                  </a:cubicBezTo>
                  <a:cubicBezTo>
                    <a:pt x="8" y="2"/>
                    <a:pt x="7" y="0"/>
                    <a:pt x="1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6" name="Freeform 8"/>
            <p:cNvSpPr/>
            <p:nvPr/>
          </p:nvSpPr>
          <p:spPr bwMode="auto">
            <a:xfrm>
              <a:off x="4862513" y="3425825"/>
              <a:ext cx="49213" cy="11113"/>
            </a:xfrm>
            <a:custGeom>
              <a:avLst/>
              <a:gdLst>
                <a:gd name="T0" fmla="*/ 12 w 13"/>
                <a:gd name="T1" fmla="*/ 0 h 3"/>
                <a:gd name="T2" fmla="*/ 10 w 13"/>
                <a:gd name="T3" fmla="*/ 1 h 3"/>
                <a:gd name="T4" fmla="*/ 7 w 13"/>
                <a:gd name="T5" fmla="*/ 3 h 3"/>
                <a:gd name="T6" fmla="*/ 5 w 13"/>
                <a:gd name="T7" fmla="*/ 2 h 3"/>
                <a:gd name="T8" fmla="*/ 2 w 13"/>
                <a:gd name="T9" fmla="*/ 2 h 3"/>
                <a:gd name="T10" fmla="*/ 0 w 13"/>
                <a:gd name="T11" fmla="*/ 1 h 3"/>
                <a:gd name="T12" fmla="*/ 5 w 13"/>
                <a:gd name="T13" fmla="*/ 1 h 3"/>
                <a:gd name="T14" fmla="*/ 5 w 13"/>
                <a:gd name="T15" fmla="*/ 0 h 3"/>
                <a:gd name="T16" fmla="*/ 12 w 13"/>
                <a:gd name="T17" fmla="*/ 0 h 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 h="3">
                  <a:moveTo>
                    <a:pt x="12" y="0"/>
                  </a:moveTo>
                  <a:cubicBezTo>
                    <a:pt x="13" y="1"/>
                    <a:pt x="10" y="1"/>
                    <a:pt x="10" y="1"/>
                  </a:cubicBezTo>
                  <a:cubicBezTo>
                    <a:pt x="10" y="2"/>
                    <a:pt x="9" y="3"/>
                    <a:pt x="7" y="3"/>
                  </a:cubicBezTo>
                  <a:cubicBezTo>
                    <a:pt x="5" y="3"/>
                    <a:pt x="6" y="2"/>
                    <a:pt x="5" y="2"/>
                  </a:cubicBezTo>
                  <a:cubicBezTo>
                    <a:pt x="5" y="2"/>
                    <a:pt x="3" y="3"/>
                    <a:pt x="2" y="2"/>
                  </a:cubicBezTo>
                  <a:cubicBezTo>
                    <a:pt x="2" y="2"/>
                    <a:pt x="2" y="1"/>
                    <a:pt x="0" y="1"/>
                  </a:cubicBezTo>
                  <a:cubicBezTo>
                    <a:pt x="0" y="0"/>
                    <a:pt x="4" y="2"/>
                    <a:pt x="5" y="1"/>
                  </a:cubicBezTo>
                  <a:cubicBezTo>
                    <a:pt x="5" y="1"/>
                    <a:pt x="5" y="0"/>
                    <a:pt x="5" y="0"/>
                  </a:cubicBezTo>
                  <a:cubicBezTo>
                    <a:pt x="8" y="0"/>
                    <a:pt x="9" y="0"/>
                    <a:pt x="12"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7" name="Freeform 9"/>
            <p:cNvSpPr/>
            <p:nvPr/>
          </p:nvSpPr>
          <p:spPr bwMode="auto">
            <a:xfrm>
              <a:off x="5054600" y="3425825"/>
              <a:ext cx="41275" cy="3175"/>
            </a:xfrm>
            <a:custGeom>
              <a:avLst/>
              <a:gdLst>
                <a:gd name="T0" fmla="*/ 10 w 11"/>
                <a:gd name="T1" fmla="*/ 1 h 1"/>
                <a:gd name="T2" fmla="*/ 2 w 11"/>
                <a:gd name="T3" fmla="*/ 1 h 1"/>
                <a:gd name="T4" fmla="*/ 5 w 11"/>
                <a:gd name="T5" fmla="*/ 0 h 1"/>
                <a:gd name="T6" fmla="*/ 10 w 11"/>
                <a:gd name="T7" fmla="*/ 1 h 1"/>
              </a:gdLst>
              <a:ahLst/>
              <a:cxnLst>
                <a:cxn ang="0">
                  <a:pos x="T0" y="T1"/>
                </a:cxn>
                <a:cxn ang="0">
                  <a:pos x="T2" y="T3"/>
                </a:cxn>
                <a:cxn ang="0">
                  <a:pos x="T4" y="T5"/>
                </a:cxn>
                <a:cxn ang="0">
                  <a:pos x="T6" y="T7"/>
                </a:cxn>
              </a:cxnLst>
              <a:rect l="0" t="0" r="r" b="b"/>
              <a:pathLst>
                <a:path w="11" h="1">
                  <a:moveTo>
                    <a:pt x="10" y="1"/>
                  </a:moveTo>
                  <a:cubicBezTo>
                    <a:pt x="7" y="1"/>
                    <a:pt x="4" y="1"/>
                    <a:pt x="2" y="1"/>
                  </a:cubicBezTo>
                  <a:cubicBezTo>
                    <a:pt x="0" y="0"/>
                    <a:pt x="5" y="1"/>
                    <a:pt x="5" y="0"/>
                  </a:cubicBezTo>
                  <a:cubicBezTo>
                    <a:pt x="5" y="1"/>
                    <a:pt x="11" y="0"/>
                    <a:pt x="1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8" name="Freeform 10"/>
            <p:cNvSpPr/>
            <p:nvPr/>
          </p:nvSpPr>
          <p:spPr bwMode="auto">
            <a:xfrm>
              <a:off x="4997450" y="3433763"/>
              <a:ext cx="49213" cy="6350"/>
            </a:xfrm>
            <a:custGeom>
              <a:avLst/>
              <a:gdLst>
                <a:gd name="T0" fmla="*/ 9 w 13"/>
                <a:gd name="T1" fmla="*/ 0 h 2"/>
                <a:gd name="T2" fmla="*/ 9 w 13"/>
                <a:gd name="T3" fmla="*/ 2 h 2"/>
                <a:gd name="T4" fmla="*/ 0 w 13"/>
                <a:gd name="T5" fmla="*/ 1 h 2"/>
                <a:gd name="T6" fmla="*/ 9 w 13"/>
                <a:gd name="T7" fmla="*/ 0 h 2"/>
              </a:gdLst>
              <a:ahLst/>
              <a:cxnLst>
                <a:cxn ang="0">
                  <a:pos x="T0" y="T1"/>
                </a:cxn>
                <a:cxn ang="0">
                  <a:pos x="T2" y="T3"/>
                </a:cxn>
                <a:cxn ang="0">
                  <a:pos x="T4" y="T5"/>
                </a:cxn>
                <a:cxn ang="0">
                  <a:pos x="T6" y="T7"/>
                </a:cxn>
              </a:cxnLst>
              <a:rect l="0" t="0" r="r" b="b"/>
              <a:pathLst>
                <a:path w="13" h="2">
                  <a:moveTo>
                    <a:pt x="9" y="0"/>
                  </a:moveTo>
                  <a:cubicBezTo>
                    <a:pt x="13" y="1"/>
                    <a:pt x="9" y="1"/>
                    <a:pt x="9" y="2"/>
                  </a:cubicBezTo>
                  <a:cubicBezTo>
                    <a:pt x="6" y="2"/>
                    <a:pt x="2" y="2"/>
                    <a:pt x="0" y="1"/>
                  </a:cubicBezTo>
                  <a:cubicBezTo>
                    <a:pt x="2" y="0"/>
                    <a:pt x="7" y="1"/>
                    <a:pt x="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9" name="Freeform 11"/>
            <p:cNvSpPr/>
            <p:nvPr/>
          </p:nvSpPr>
          <p:spPr bwMode="auto">
            <a:xfrm>
              <a:off x="2635250" y="3440113"/>
              <a:ext cx="22225" cy="7938"/>
            </a:xfrm>
            <a:custGeom>
              <a:avLst/>
              <a:gdLst>
                <a:gd name="T0" fmla="*/ 0 w 6"/>
                <a:gd name="T1" fmla="*/ 0 h 2"/>
                <a:gd name="T2" fmla="*/ 5 w 6"/>
                <a:gd name="T3" fmla="*/ 2 h 2"/>
                <a:gd name="T4" fmla="*/ 0 w 6"/>
                <a:gd name="T5" fmla="*/ 0 h 2"/>
              </a:gdLst>
              <a:ahLst/>
              <a:cxnLst>
                <a:cxn ang="0">
                  <a:pos x="T0" y="T1"/>
                </a:cxn>
                <a:cxn ang="0">
                  <a:pos x="T2" y="T3"/>
                </a:cxn>
                <a:cxn ang="0">
                  <a:pos x="T4" y="T5"/>
                </a:cxn>
              </a:cxnLst>
              <a:rect l="0" t="0" r="r" b="b"/>
              <a:pathLst>
                <a:path w="6" h="2">
                  <a:moveTo>
                    <a:pt x="0" y="0"/>
                  </a:moveTo>
                  <a:cubicBezTo>
                    <a:pt x="3" y="0"/>
                    <a:pt x="6" y="0"/>
                    <a:pt x="5" y="2"/>
                  </a:cubicBezTo>
                  <a:cubicBezTo>
                    <a:pt x="4" y="1"/>
                    <a:pt x="0" y="1"/>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0" name="Freeform 12"/>
            <p:cNvSpPr/>
            <p:nvPr/>
          </p:nvSpPr>
          <p:spPr bwMode="auto">
            <a:xfrm>
              <a:off x="5572125" y="3440113"/>
              <a:ext cx="85725" cy="19050"/>
            </a:xfrm>
            <a:custGeom>
              <a:avLst/>
              <a:gdLst>
                <a:gd name="T0" fmla="*/ 20 w 23"/>
                <a:gd name="T1" fmla="*/ 1 h 5"/>
                <a:gd name="T2" fmla="*/ 22 w 23"/>
                <a:gd name="T3" fmla="*/ 3 h 5"/>
                <a:gd name="T4" fmla="*/ 12 w 23"/>
                <a:gd name="T5" fmla="*/ 5 h 5"/>
                <a:gd name="T6" fmla="*/ 10 w 23"/>
                <a:gd name="T7" fmla="*/ 4 h 5"/>
                <a:gd name="T8" fmla="*/ 6 w 23"/>
                <a:gd name="T9" fmla="*/ 4 h 5"/>
                <a:gd name="T10" fmla="*/ 6 w 23"/>
                <a:gd name="T11" fmla="*/ 3 h 5"/>
                <a:gd name="T12" fmla="*/ 3 w 23"/>
                <a:gd name="T13" fmla="*/ 4 h 5"/>
                <a:gd name="T14" fmla="*/ 4 w 23"/>
                <a:gd name="T15" fmla="*/ 3 h 5"/>
                <a:gd name="T16" fmla="*/ 0 w 23"/>
                <a:gd name="T17" fmla="*/ 2 h 5"/>
                <a:gd name="T18" fmla="*/ 2 w 23"/>
                <a:gd name="T19" fmla="*/ 1 h 5"/>
                <a:gd name="T20" fmla="*/ 5 w 23"/>
                <a:gd name="T21" fmla="*/ 0 h 5"/>
                <a:gd name="T22" fmla="*/ 14 w 23"/>
                <a:gd name="T23" fmla="*/ 0 h 5"/>
                <a:gd name="T24" fmla="*/ 14 w 23"/>
                <a:gd name="T25" fmla="*/ 1 h 5"/>
                <a:gd name="T26" fmla="*/ 20 w 23"/>
                <a:gd name="T27" fmla="*/ 1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3" h="5">
                  <a:moveTo>
                    <a:pt x="20" y="1"/>
                  </a:moveTo>
                  <a:cubicBezTo>
                    <a:pt x="19" y="2"/>
                    <a:pt x="17" y="3"/>
                    <a:pt x="22" y="3"/>
                  </a:cubicBezTo>
                  <a:cubicBezTo>
                    <a:pt x="23" y="5"/>
                    <a:pt x="16" y="5"/>
                    <a:pt x="12" y="5"/>
                  </a:cubicBezTo>
                  <a:cubicBezTo>
                    <a:pt x="11" y="5"/>
                    <a:pt x="11" y="5"/>
                    <a:pt x="10" y="4"/>
                  </a:cubicBezTo>
                  <a:cubicBezTo>
                    <a:pt x="8" y="3"/>
                    <a:pt x="9" y="5"/>
                    <a:pt x="6" y="4"/>
                  </a:cubicBezTo>
                  <a:cubicBezTo>
                    <a:pt x="6" y="4"/>
                    <a:pt x="7" y="3"/>
                    <a:pt x="6" y="3"/>
                  </a:cubicBezTo>
                  <a:cubicBezTo>
                    <a:pt x="6" y="3"/>
                    <a:pt x="5" y="4"/>
                    <a:pt x="3" y="4"/>
                  </a:cubicBezTo>
                  <a:cubicBezTo>
                    <a:pt x="3" y="4"/>
                    <a:pt x="5" y="3"/>
                    <a:pt x="4" y="3"/>
                  </a:cubicBezTo>
                  <a:cubicBezTo>
                    <a:pt x="4" y="2"/>
                    <a:pt x="0" y="3"/>
                    <a:pt x="0" y="2"/>
                  </a:cubicBezTo>
                  <a:cubicBezTo>
                    <a:pt x="0" y="1"/>
                    <a:pt x="2" y="2"/>
                    <a:pt x="2" y="1"/>
                  </a:cubicBezTo>
                  <a:cubicBezTo>
                    <a:pt x="4" y="1"/>
                    <a:pt x="3" y="1"/>
                    <a:pt x="5" y="0"/>
                  </a:cubicBezTo>
                  <a:cubicBezTo>
                    <a:pt x="6" y="0"/>
                    <a:pt x="11" y="0"/>
                    <a:pt x="14" y="0"/>
                  </a:cubicBezTo>
                  <a:cubicBezTo>
                    <a:pt x="14" y="0"/>
                    <a:pt x="14" y="1"/>
                    <a:pt x="14" y="1"/>
                  </a:cubicBezTo>
                  <a:cubicBezTo>
                    <a:pt x="16" y="1"/>
                    <a:pt x="19" y="0"/>
                    <a:pt x="2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1" name="Freeform 13"/>
            <p:cNvSpPr/>
            <p:nvPr/>
          </p:nvSpPr>
          <p:spPr bwMode="auto">
            <a:xfrm>
              <a:off x="5537200" y="3440113"/>
              <a:ext cx="30163" cy="11113"/>
            </a:xfrm>
            <a:custGeom>
              <a:avLst/>
              <a:gdLst>
                <a:gd name="T0" fmla="*/ 8 w 8"/>
                <a:gd name="T1" fmla="*/ 1 h 3"/>
                <a:gd name="T2" fmla="*/ 5 w 8"/>
                <a:gd name="T3" fmla="*/ 1 h 3"/>
                <a:gd name="T4" fmla="*/ 4 w 8"/>
                <a:gd name="T5" fmla="*/ 2 h 3"/>
                <a:gd name="T6" fmla="*/ 0 w 8"/>
                <a:gd name="T7" fmla="*/ 1 h 3"/>
                <a:gd name="T8" fmla="*/ 8 w 8"/>
                <a:gd name="T9" fmla="*/ 1 h 3"/>
              </a:gdLst>
              <a:ahLst/>
              <a:cxnLst>
                <a:cxn ang="0">
                  <a:pos x="T0" y="T1"/>
                </a:cxn>
                <a:cxn ang="0">
                  <a:pos x="T2" y="T3"/>
                </a:cxn>
                <a:cxn ang="0">
                  <a:pos x="T4" y="T5"/>
                </a:cxn>
                <a:cxn ang="0">
                  <a:pos x="T6" y="T7"/>
                </a:cxn>
                <a:cxn ang="0">
                  <a:pos x="T8" y="T9"/>
                </a:cxn>
              </a:cxnLst>
              <a:rect l="0" t="0" r="r" b="b"/>
              <a:pathLst>
                <a:path w="8" h="3">
                  <a:moveTo>
                    <a:pt x="8" y="1"/>
                  </a:moveTo>
                  <a:cubicBezTo>
                    <a:pt x="8" y="2"/>
                    <a:pt x="7" y="1"/>
                    <a:pt x="5" y="1"/>
                  </a:cubicBezTo>
                  <a:cubicBezTo>
                    <a:pt x="4" y="1"/>
                    <a:pt x="5" y="2"/>
                    <a:pt x="4" y="2"/>
                  </a:cubicBezTo>
                  <a:cubicBezTo>
                    <a:pt x="1" y="3"/>
                    <a:pt x="3" y="1"/>
                    <a:pt x="0" y="1"/>
                  </a:cubicBezTo>
                  <a:cubicBezTo>
                    <a:pt x="1" y="0"/>
                    <a:pt x="6" y="1"/>
                    <a:pt x="8"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2" name="Freeform 14"/>
            <p:cNvSpPr/>
            <p:nvPr/>
          </p:nvSpPr>
          <p:spPr bwMode="auto">
            <a:xfrm>
              <a:off x="2557463" y="3451225"/>
              <a:ext cx="88900" cy="23813"/>
            </a:xfrm>
            <a:custGeom>
              <a:avLst/>
              <a:gdLst>
                <a:gd name="T0" fmla="*/ 17 w 24"/>
                <a:gd name="T1" fmla="*/ 2 h 6"/>
                <a:gd name="T2" fmla="*/ 20 w 24"/>
                <a:gd name="T3" fmla="*/ 4 h 6"/>
                <a:gd name="T4" fmla="*/ 23 w 24"/>
                <a:gd name="T5" fmla="*/ 6 h 6"/>
                <a:gd name="T6" fmla="*/ 20 w 24"/>
                <a:gd name="T7" fmla="*/ 6 h 6"/>
                <a:gd name="T8" fmla="*/ 20 w 24"/>
                <a:gd name="T9" fmla="*/ 5 h 6"/>
                <a:gd name="T10" fmla="*/ 18 w 24"/>
                <a:gd name="T11" fmla="*/ 5 h 6"/>
                <a:gd name="T12" fmla="*/ 5 w 24"/>
                <a:gd name="T13" fmla="*/ 4 h 6"/>
                <a:gd name="T14" fmla="*/ 8 w 24"/>
                <a:gd name="T15" fmla="*/ 3 h 6"/>
                <a:gd name="T16" fmla="*/ 6 w 24"/>
                <a:gd name="T17" fmla="*/ 2 h 6"/>
                <a:gd name="T18" fmla="*/ 0 w 24"/>
                <a:gd name="T19" fmla="*/ 1 h 6"/>
                <a:gd name="T20" fmla="*/ 8 w 24"/>
                <a:gd name="T21" fmla="*/ 1 h 6"/>
                <a:gd name="T22" fmla="*/ 10 w 24"/>
                <a:gd name="T23" fmla="*/ 2 h 6"/>
                <a:gd name="T24" fmla="*/ 14 w 24"/>
                <a:gd name="T25" fmla="*/ 2 h 6"/>
                <a:gd name="T26" fmla="*/ 17 w 24"/>
                <a:gd name="T27" fmla="*/ 2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4" h="6">
                  <a:moveTo>
                    <a:pt x="17" y="2"/>
                  </a:moveTo>
                  <a:cubicBezTo>
                    <a:pt x="19" y="2"/>
                    <a:pt x="19" y="3"/>
                    <a:pt x="20" y="4"/>
                  </a:cubicBezTo>
                  <a:cubicBezTo>
                    <a:pt x="21" y="4"/>
                    <a:pt x="24" y="5"/>
                    <a:pt x="23" y="6"/>
                  </a:cubicBezTo>
                  <a:cubicBezTo>
                    <a:pt x="23" y="6"/>
                    <a:pt x="21" y="6"/>
                    <a:pt x="20" y="6"/>
                  </a:cubicBezTo>
                  <a:cubicBezTo>
                    <a:pt x="20" y="6"/>
                    <a:pt x="20" y="5"/>
                    <a:pt x="20" y="5"/>
                  </a:cubicBezTo>
                  <a:cubicBezTo>
                    <a:pt x="20" y="5"/>
                    <a:pt x="17" y="6"/>
                    <a:pt x="18" y="5"/>
                  </a:cubicBezTo>
                  <a:cubicBezTo>
                    <a:pt x="12" y="5"/>
                    <a:pt x="8" y="5"/>
                    <a:pt x="5" y="4"/>
                  </a:cubicBezTo>
                  <a:cubicBezTo>
                    <a:pt x="5" y="3"/>
                    <a:pt x="7" y="3"/>
                    <a:pt x="8" y="3"/>
                  </a:cubicBezTo>
                  <a:cubicBezTo>
                    <a:pt x="8" y="3"/>
                    <a:pt x="6" y="3"/>
                    <a:pt x="6" y="2"/>
                  </a:cubicBezTo>
                  <a:cubicBezTo>
                    <a:pt x="2" y="2"/>
                    <a:pt x="1" y="3"/>
                    <a:pt x="0" y="1"/>
                  </a:cubicBezTo>
                  <a:cubicBezTo>
                    <a:pt x="3" y="0"/>
                    <a:pt x="6" y="0"/>
                    <a:pt x="8" y="1"/>
                  </a:cubicBezTo>
                  <a:cubicBezTo>
                    <a:pt x="10" y="1"/>
                    <a:pt x="10" y="1"/>
                    <a:pt x="10" y="2"/>
                  </a:cubicBezTo>
                  <a:cubicBezTo>
                    <a:pt x="11" y="2"/>
                    <a:pt x="14" y="0"/>
                    <a:pt x="14" y="2"/>
                  </a:cubicBezTo>
                  <a:cubicBezTo>
                    <a:pt x="14" y="2"/>
                    <a:pt x="17" y="2"/>
                    <a:pt x="17"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3" name="Freeform 15"/>
            <p:cNvSpPr/>
            <p:nvPr/>
          </p:nvSpPr>
          <p:spPr bwMode="auto">
            <a:xfrm>
              <a:off x="5661025" y="3451225"/>
              <a:ext cx="87313" cy="23813"/>
            </a:xfrm>
            <a:custGeom>
              <a:avLst/>
              <a:gdLst>
                <a:gd name="T0" fmla="*/ 9 w 23"/>
                <a:gd name="T1" fmla="*/ 0 h 6"/>
                <a:gd name="T2" fmla="*/ 13 w 23"/>
                <a:gd name="T3" fmla="*/ 2 h 6"/>
                <a:gd name="T4" fmla="*/ 14 w 23"/>
                <a:gd name="T5" fmla="*/ 1 h 6"/>
                <a:gd name="T6" fmla="*/ 16 w 23"/>
                <a:gd name="T7" fmla="*/ 2 h 6"/>
                <a:gd name="T8" fmla="*/ 18 w 23"/>
                <a:gd name="T9" fmla="*/ 2 h 6"/>
                <a:gd name="T10" fmla="*/ 18 w 23"/>
                <a:gd name="T11" fmla="*/ 2 h 6"/>
                <a:gd name="T12" fmla="*/ 22 w 23"/>
                <a:gd name="T13" fmla="*/ 3 h 6"/>
                <a:gd name="T14" fmla="*/ 15 w 23"/>
                <a:gd name="T15" fmla="*/ 4 h 6"/>
                <a:gd name="T16" fmla="*/ 14 w 23"/>
                <a:gd name="T17" fmla="*/ 5 h 6"/>
                <a:gd name="T18" fmla="*/ 5 w 23"/>
                <a:gd name="T19" fmla="*/ 5 h 6"/>
                <a:gd name="T20" fmla="*/ 4 w 23"/>
                <a:gd name="T21" fmla="*/ 6 h 6"/>
                <a:gd name="T22" fmla="*/ 0 w 23"/>
                <a:gd name="T23" fmla="*/ 5 h 6"/>
                <a:gd name="T24" fmla="*/ 0 w 23"/>
                <a:gd name="T25" fmla="*/ 4 h 6"/>
                <a:gd name="T26" fmla="*/ 2 w 23"/>
                <a:gd name="T27" fmla="*/ 4 h 6"/>
                <a:gd name="T28" fmla="*/ 3 w 23"/>
                <a:gd name="T29" fmla="*/ 2 h 6"/>
                <a:gd name="T30" fmla="*/ 5 w 23"/>
                <a:gd name="T31" fmla="*/ 2 h 6"/>
                <a:gd name="T32" fmla="*/ 9 w 23"/>
                <a:gd name="T33" fmla="*/ 0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3" h="6">
                  <a:moveTo>
                    <a:pt x="9" y="0"/>
                  </a:moveTo>
                  <a:cubicBezTo>
                    <a:pt x="10" y="1"/>
                    <a:pt x="14" y="0"/>
                    <a:pt x="13" y="2"/>
                  </a:cubicBezTo>
                  <a:cubicBezTo>
                    <a:pt x="14" y="2"/>
                    <a:pt x="14" y="1"/>
                    <a:pt x="14" y="1"/>
                  </a:cubicBezTo>
                  <a:cubicBezTo>
                    <a:pt x="15" y="1"/>
                    <a:pt x="15" y="2"/>
                    <a:pt x="16" y="2"/>
                  </a:cubicBezTo>
                  <a:cubicBezTo>
                    <a:pt x="16" y="2"/>
                    <a:pt x="18" y="2"/>
                    <a:pt x="18" y="2"/>
                  </a:cubicBezTo>
                  <a:cubicBezTo>
                    <a:pt x="18" y="2"/>
                    <a:pt x="18" y="2"/>
                    <a:pt x="18" y="2"/>
                  </a:cubicBezTo>
                  <a:cubicBezTo>
                    <a:pt x="19" y="2"/>
                    <a:pt x="22" y="2"/>
                    <a:pt x="22" y="3"/>
                  </a:cubicBezTo>
                  <a:cubicBezTo>
                    <a:pt x="23" y="5"/>
                    <a:pt x="17" y="3"/>
                    <a:pt x="15" y="4"/>
                  </a:cubicBezTo>
                  <a:cubicBezTo>
                    <a:pt x="14" y="3"/>
                    <a:pt x="15" y="5"/>
                    <a:pt x="14" y="5"/>
                  </a:cubicBezTo>
                  <a:cubicBezTo>
                    <a:pt x="12" y="5"/>
                    <a:pt x="6" y="5"/>
                    <a:pt x="5" y="5"/>
                  </a:cubicBezTo>
                  <a:cubicBezTo>
                    <a:pt x="4" y="5"/>
                    <a:pt x="4" y="5"/>
                    <a:pt x="4" y="6"/>
                  </a:cubicBezTo>
                  <a:cubicBezTo>
                    <a:pt x="2" y="5"/>
                    <a:pt x="2" y="6"/>
                    <a:pt x="0" y="5"/>
                  </a:cubicBezTo>
                  <a:cubicBezTo>
                    <a:pt x="1" y="5"/>
                    <a:pt x="0" y="4"/>
                    <a:pt x="0" y="4"/>
                  </a:cubicBezTo>
                  <a:cubicBezTo>
                    <a:pt x="0" y="4"/>
                    <a:pt x="2" y="4"/>
                    <a:pt x="2" y="4"/>
                  </a:cubicBezTo>
                  <a:cubicBezTo>
                    <a:pt x="3" y="3"/>
                    <a:pt x="2" y="3"/>
                    <a:pt x="3" y="2"/>
                  </a:cubicBezTo>
                  <a:cubicBezTo>
                    <a:pt x="3" y="2"/>
                    <a:pt x="5" y="2"/>
                    <a:pt x="5" y="2"/>
                  </a:cubicBezTo>
                  <a:cubicBezTo>
                    <a:pt x="6" y="2"/>
                    <a:pt x="8" y="1"/>
                    <a:pt x="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4" name="Freeform 16"/>
            <p:cNvSpPr/>
            <p:nvPr/>
          </p:nvSpPr>
          <p:spPr bwMode="auto">
            <a:xfrm>
              <a:off x="2406650" y="3467100"/>
              <a:ext cx="15875" cy="14288"/>
            </a:xfrm>
            <a:custGeom>
              <a:avLst/>
              <a:gdLst>
                <a:gd name="T0" fmla="*/ 4 w 4"/>
                <a:gd name="T1" fmla="*/ 2 h 4"/>
                <a:gd name="T2" fmla="*/ 4 w 4"/>
                <a:gd name="T3" fmla="*/ 2 h 4"/>
              </a:gdLst>
              <a:ahLst/>
              <a:cxnLst>
                <a:cxn ang="0">
                  <a:pos x="T0" y="T1"/>
                </a:cxn>
                <a:cxn ang="0">
                  <a:pos x="T2" y="T3"/>
                </a:cxn>
              </a:cxnLst>
              <a:rect l="0" t="0" r="r" b="b"/>
              <a:pathLst>
                <a:path w="4" h="4">
                  <a:moveTo>
                    <a:pt x="4" y="2"/>
                  </a:moveTo>
                  <a:cubicBezTo>
                    <a:pt x="1" y="4"/>
                    <a:pt x="0" y="0"/>
                    <a:pt x="4"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5" name="Freeform 17"/>
            <p:cNvSpPr/>
            <p:nvPr/>
          </p:nvSpPr>
          <p:spPr bwMode="auto">
            <a:xfrm>
              <a:off x="2439988" y="3470275"/>
              <a:ext cx="46038" cy="15875"/>
            </a:xfrm>
            <a:custGeom>
              <a:avLst/>
              <a:gdLst>
                <a:gd name="T0" fmla="*/ 11 w 12"/>
                <a:gd name="T1" fmla="*/ 1 h 4"/>
                <a:gd name="T2" fmla="*/ 3 w 12"/>
                <a:gd name="T3" fmla="*/ 4 h 4"/>
                <a:gd name="T4" fmla="*/ 0 w 12"/>
                <a:gd name="T5" fmla="*/ 2 h 4"/>
                <a:gd name="T6" fmla="*/ 6 w 12"/>
                <a:gd name="T7" fmla="*/ 1 h 4"/>
                <a:gd name="T8" fmla="*/ 11 w 12"/>
                <a:gd name="T9" fmla="*/ 1 h 4"/>
              </a:gdLst>
              <a:ahLst/>
              <a:cxnLst>
                <a:cxn ang="0">
                  <a:pos x="T0" y="T1"/>
                </a:cxn>
                <a:cxn ang="0">
                  <a:pos x="T2" y="T3"/>
                </a:cxn>
                <a:cxn ang="0">
                  <a:pos x="T4" y="T5"/>
                </a:cxn>
                <a:cxn ang="0">
                  <a:pos x="T6" y="T7"/>
                </a:cxn>
                <a:cxn ang="0">
                  <a:pos x="T8" y="T9"/>
                </a:cxn>
              </a:cxnLst>
              <a:rect l="0" t="0" r="r" b="b"/>
              <a:pathLst>
                <a:path w="12" h="4">
                  <a:moveTo>
                    <a:pt x="11" y="1"/>
                  </a:moveTo>
                  <a:cubicBezTo>
                    <a:pt x="12" y="4"/>
                    <a:pt x="5" y="2"/>
                    <a:pt x="3" y="4"/>
                  </a:cubicBezTo>
                  <a:cubicBezTo>
                    <a:pt x="1" y="3"/>
                    <a:pt x="2" y="2"/>
                    <a:pt x="0" y="2"/>
                  </a:cubicBezTo>
                  <a:cubicBezTo>
                    <a:pt x="0" y="1"/>
                    <a:pt x="5" y="3"/>
                    <a:pt x="6" y="1"/>
                  </a:cubicBezTo>
                  <a:cubicBezTo>
                    <a:pt x="6" y="0"/>
                    <a:pt x="8" y="2"/>
                    <a:pt x="1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6" name="Freeform 18"/>
            <p:cNvSpPr/>
            <p:nvPr/>
          </p:nvSpPr>
          <p:spPr bwMode="auto">
            <a:xfrm>
              <a:off x="2703513" y="3475038"/>
              <a:ext cx="41275" cy="11113"/>
            </a:xfrm>
            <a:custGeom>
              <a:avLst/>
              <a:gdLst>
                <a:gd name="T0" fmla="*/ 10 w 11"/>
                <a:gd name="T1" fmla="*/ 1 h 3"/>
                <a:gd name="T2" fmla="*/ 10 w 11"/>
                <a:gd name="T3" fmla="*/ 2 h 3"/>
                <a:gd name="T4" fmla="*/ 7 w 11"/>
                <a:gd name="T5" fmla="*/ 2 h 3"/>
                <a:gd name="T6" fmla="*/ 6 w 11"/>
                <a:gd name="T7" fmla="*/ 3 h 3"/>
                <a:gd name="T8" fmla="*/ 3 w 11"/>
                <a:gd name="T9" fmla="*/ 2 h 3"/>
                <a:gd name="T10" fmla="*/ 2 w 11"/>
                <a:gd name="T11" fmla="*/ 3 h 3"/>
                <a:gd name="T12" fmla="*/ 1 w 11"/>
                <a:gd name="T13" fmla="*/ 2 h 3"/>
                <a:gd name="T14" fmla="*/ 10 w 11"/>
                <a:gd name="T15" fmla="*/ 1 h 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 h="3">
                  <a:moveTo>
                    <a:pt x="10" y="1"/>
                  </a:moveTo>
                  <a:cubicBezTo>
                    <a:pt x="11" y="1"/>
                    <a:pt x="10" y="1"/>
                    <a:pt x="10" y="2"/>
                  </a:cubicBezTo>
                  <a:cubicBezTo>
                    <a:pt x="9" y="2"/>
                    <a:pt x="8" y="2"/>
                    <a:pt x="7" y="2"/>
                  </a:cubicBezTo>
                  <a:cubicBezTo>
                    <a:pt x="6" y="2"/>
                    <a:pt x="6" y="3"/>
                    <a:pt x="6" y="3"/>
                  </a:cubicBezTo>
                  <a:cubicBezTo>
                    <a:pt x="5" y="3"/>
                    <a:pt x="4" y="2"/>
                    <a:pt x="3" y="2"/>
                  </a:cubicBezTo>
                  <a:cubicBezTo>
                    <a:pt x="3" y="2"/>
                    <a:pt x="2" y="3"/>
                    <a:pt x="2" y="3"/>
                  </a:cubicBezTo>
                  <a:cubicBezTo>
                    <a:pt x="1" y="3"/>
                    <a:pt x="1" y="2"/>
                    <a:pt x="1" y="2"/>
                  </a:cubicBezTo>
                  <a:cubicBezTo>
                    <a:pt x="0" y="0"/>
                    <a:pt x="9" y="2"/>
                    <a:pt x="1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7" name="Freeform 19"/>
            <p:cNvSpPr/>
            <p:nvPr/>
          </p:nvSpPr>
          <p:spPr bwMode="auto">
            <a:xfrm>
              <a:off x="2544763" y="3478213"/>
              <a:ext cx="26988" cy="7938"/>
            </a:xfrm>
            <a:custGeom>
              <a:avLst/>
              <a:gdLst>
                <a:gd name="T0" fmla="*/ 0 w 7"/>
                <a:gd name="T1" fmla="*/ 1 h 2"/>
                <a:gd name="T2" fmla="*/ 5 w 7"/>
                <a:gd name="T3" fmla="*/ 2 h 2"/>
                <a:gd name="T4" fmla="*/ 0 w 7"/>
                <a:gd name="T5" fmla="*/ 1 h 2"/>
              </a:gdLst>
              <a:ahLst/>
              <a:cxnLst>
                <a:cxn ang="0">
                  <a:pos x="T0" y="T1"/>
                </a:cxn>
                <a:cxn ang="0">
                  <a:pos x="T2" y="T3"/>
                </a:cxn>
                <a:cxn ang="0">
                  <a:pos x="T4" y="T5"/>
                </a:cxn>
              </a:cxnLst>
              <a:rect l="0" t="0" r="r" b="b"/>
              <a:pathLst>
                <a:path w="7" h="2">
                  <a:moveTo>
                    <a:pt x="0" y="1"/>
                  </a:moveTo>
                  <a:cubicBezTo>
                    <a:pt x="0" y="0"/>
                    <a:pt x="7" y="0"/>
                    <a:pt x="5" y="2"/>
                  </a:cubicBezTo>
                  <a:cubicBezTo>
                    <a:pt x="3" y="1"/>
                    <a:pt x="3" y="2"/>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8" name="Freeform 20"/>
            <p:cNvSpPr/>
            <p:nvPr/>
          </p:nvSpPr>
          <p:spPr bwMode="auto">
            <a:xfrm>
              <a:off x="2781300" y="3478213"/>
              <a:ext cx="11113" cy="7938"/>
            </a:xfrm>
            <a:custGeom>
              <a:avLst/>
              <a:gdLst>
                <a:gd name="T0" fmla="*/ 0 w 3"/>
                <a:gd name="T1" fmla="*/ 1 h 2"/>
                <a:gd name="T2" fmla="*/ 3 w 3"/>
                <a:gd name="T3" fmla="*/ 2 h 2"/>
                <a:gd name="T4" fmla="*/ 0 w 3"/>
                <a:gd name="T5" fmla="*/ 2 h 2"/>
                <a:gd name="T6" fmla="*/ 0 w 3"/>
                <a:gd name="T7" fmla="*/ 1 h 2"/>
              </a:gdLst>
              <a:ahLst/>
              <a:cxnLst>
                <a:cxn ang="0">
                  <a:pos x="T0" y="T1"/>
                </a:cxn>
                <a:cxn ang="0">
                  <a:pos x="T2" y="T3"/>
                </a:cxn>
                <a:cxn ang="0">
                  <a:pos x="T4" y="T5"/>
                </a:cxn>
                <a:cxn ang="0">
                  <a:pos x="T6" y="T7"/>
                </a:cxn>
              </a:cxnLst>
              <a:rect l="0" t="0" r="r" b="b"/>
              <a:pathLst>
                <a:path w="3" h="2">
                  <a:moveTo>
                    <a:pt x="0" y="1"/>
                  </a:moveTo>
                  <a:cubicBezTo>
                    <a:pt x="2" y="0"/>
                    <a:pt x="3" y="1"/>
                    <a:pt x="3" y="2"/>
                  </a:cubicBezTo>
                  <a:cubicBezTo>
                    <a:pt x="2" y="2"/>
                    <a:pt x="1" y="2"/>
                    <a:pt x="0" y="2"/>
                  </a:cubicBezTo>
                  <a:cubicBezTo>
                    <a:pt x="0" y="2"/>
                    <a:pt x="0" y="1"/>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9" name="Freeform 21"/>
            <p:cNvSpPr/>
            <p:nvPr/>
          </p:nvSpPr>
          <p:spPr bwMode="auto">
            <a:xfrm>
              <a:off x="2681288" y="3489325"/>
              <a:ext cx="261938" cy="38100"/>
            </a:xfrm>
            <a:custGeom>
              <a:avLst/>
              <a:gdLst>
                <a:gd name="T0" fmla="*/ 70 w 70"/>
                <a:gd name="T1" fmla="*/ 6 h 10"/>
                <a:gd name="T2" fmla="*/ 70 w 70"/>
                <a:gd name="T3" fmla="*/ 8 h 10"/>
                <a:gd name="T4" fmla="*/ 67 w 70"/>
                <a:gd name="T5" fmla="*/ 9 h 10"/>
                <a:gd name="T6" fmla="*/ 55 w 70"/>
                <a:gd name="T7" fmla="*/ 9 h 10"/>
                <a:gd name="T8" fmla="*/ 51 w 70"/>
                <a:gd name="T9" fmla="*/ 10 h 10"/>
                <a:gd name="T10" fmla="*/ 48 w 70"/>
                <a:gd name="T11" fmla="*/ 10 h 10"/>
                <a:gd name="T12" fmla="*/ 47 w 70"/>
                <a:gd name="T13" fmla="*/ 10 h 10"/>
                <a:gd name="T14" fmla="*/ 44 w 70"/>
                <a:gd name="T15" fmla="*/ 10 h 10"/>
                <a:gd name="T16" fmla="*/ 44 w 70"/>
                <a:gd name="T17" fmla="*/ 10 h 10"/>
                <a:gd name="T18" fmla="*/ 42 w 70"/>
                <a:gd name="T19" fmla="*/ 10 h 10"/>
                <a:gd name="T20" fmla="*/ 38 w 70"/>
                <a:gd name="T21" fmla="*/ 9 h 10"/>
                <a:gd name="T22" fmla="*/ 23 w 70"/>
                <a:gd name="T23" fmla="*/ 9 h 10"/>
                <a:gd name="T24" fmla="*/ 24 w 70"/>
                <a:gd name="T25" fmla="*/ 8 h 10"/>
                <a:gd name="T26" fmla="*/ 22 w 70"/>
                <a:gd name="T27" fmla="*/ 8 h 10"/>
                <a:gd name="T28" fmla="*/ 20 w 70"/>
                <a:gd name="T29" fmla="*/ 6 h 10"/>
                <a:gd name="T30" fmla="*/ 22 w 70"/>
                <a:gd name="T31" fmla="*/ 5 h 10"/>
                <a:gd name="T32" fmla="*/ 20 w 70"/>
                <a:gd name="T33" fmla="*/ 3 h 10"/>
                <a:gd name="T34" fmla="*/ 11 w 70"/>
                <a:gd name="T35" fmla="*/ 3 h 10"/>
                <a:gd name="T36" fmla="*/ 9 w 70"/>
                <a:gd name="T37" fmla="*/ 2 h 10"/>
                <a:gd name="T38" fmla="*/ 7 w 70"/>
                <a:gd name="T39" fmla="*/ 2 h 10"/>
                <a:gd name="T40" fmla="*/ 3 w 70"/>
                <a:gd name="T41" fmla="*/ 2 h 10"/>
                <a:gd name="T42" fmla="*/ 1 w 70"/>
                <a:gd name="T43" fmla="*/ 0 h 10"/>
                <a:gd name="T44" fmla="*/ 12 w 70"/>
                <a:gd name="T45" fmla="*/ 0 h 10"/>
                <a:gd name="T46" fmla="*/ 14 w 70"/>
                <a:gd name="T47" fmla="*/ 0 h 10"/>
                <a:gd name="T48" fmla="*/ 14 w 70"/>
                <a:gd name="T49" fmla="*/ 1 h 10"/>
                <a:gd name="T50" fmla="*/ 17 w 70"/>
                <a:gd name="T51" fmla="*/ 2 h 10"/>
                <a:gd name="T52" fmla="*/ 26 w 70"/>
                <a:gd name="T53" fmla="*/ 2 h 10"/>
                <a:gd name="T54" fmla="*/ 26 w 70"/>
                <a:gd name="T55" fmla="*/ 5 h 10"/>
                <a:gd name="T56" fmla="*/ 33 w 70"/>
                <a:gd name="T57" fmla="*/ 5 h 10"/>
                <a:gd name="T58" fmla="*/ 33 w 70"/>
                <a:gd name="T59" fmla="*/ 6 h 10"/>
                <a:gd name="T60" fmla="*/ 35 w 70"/>
                <a:gd name="T61" fmla="*/ 6 h 10"/>
                <a:gd name="T62" fmla="*/ 47 w 70"/>
                <a:gd name="T63" fmla="*/ 6 h 10"/>
                <a:gd name="T64" fmla="*/ 48 w 70"/>
                <a:gd name="T65" fmla="*/ 6 h 10"/>
                <a:gd name="T66" fmla="*/ 51 w 70"/>
                <a:gd name="T67" fmla="*/ 5 h 10"/>
                <a:gd name="T68" fmla="*/ 54 w 70"/>
                <a:gd name="T69" fmla="*/ 5 h 10"/>
                <a:gd name="T70" fmla="*/ 70 w 70"/>
                <a:gd name="T71" fmla="*/ 6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70" h="10">
                  <a:moveTo>
                    <a:pt x="70" y="6"/>
                  </a:moveTo>
                  <a:cubicBezTo>
                    <a:pt x="70" y="7"/>
                    <a:pt x="70" y="7"/>
                    <a:pt x="70" y="8"/>
                  </a:cubicBezTo>
                  <a:cubicBezTo>
                    <a:pt x="69" y="8"/>
                    <a:pt x="68" y="9"/>
                    <a:pt x="67" y="9"/>
                  </a:cubicBezTo>
                  <a:cubicBezTo>
                    <a:pt x="62" y="9"/>
                    <a:pt x="59" y="9"/>
                    <a:pt x="55" y="9"/>
                  </a:cubicBezTo>
                  <a:cubicBezTo>
                    <a:pt x="54" y="9"/>
                    <a:pt x="53" y="10"/>
                    <a:pt x="51" y="10"/>
                  </a:cubicBezTo>
                  <a:cubicBezTo>
                    <a:pt x="50" y="10"/>
                    <a:pt x="50" y="10"/>
                    <a:pt x="48" y="10"/>
                  </a:cubicBezTo>
                  <a:cubicBezTo>
                    <a:pt x="49" y="10"/>
                    <a:pt x="48" y="10"/>
                    <a:pt x="47" y="10"/>
                  </a:cubicBezTo>
                  <a:cubicBezTo>
                    <a:pt x="47" y="10"/>
                    <a:pt x="44" y="10"/>
                    <a:pt x="44" y="10"/>
                  </a:cubicBezTo>
                  <a:cubicBezTo>
                    <a:pt x="43" y="10"/>
                    <a:pt x="44" y="10"/>
                    <a:pt x="44" y="10"/>
                  </a:cubicBezTo>
                  <a:cubicBezTo>
                    <a:pt x="42" y="10"/>
                    <a:pt x="42" y="10"/>
                    <a:pt x="42" y="10"/>
                  </a:cubicBezTo>
                  <a:cubicBezTo>
                    <a:pt x="39" y="10"/>
                    <a:pt x="39" y="9"/>
                    <a:pt x="38" y="9"/>
                  </a:cubicBezTo>
                  <a:cubicBezTo>
                    <a:pt x="33" y="9"/>
                    <a:pt x="28" y="10"/>
                    <a:pt x="23" y="9"/>
                  </a:cubicBezTo>
                  <a:cubicBezTo>
                    <a:pt x="23" y="9"/>
                    <a:pt x="24" y="9"/>
                    <a:pt x="24" y="8"/>
                  </a:cubicBezTo>
                  <a:cubicBezTo>
                    <a:pt x="23" y="8"/>
                    <a:pt x="22" y="8"/>
                    <a:pt x="22" y="8"/>
                  </a:cubicBezTo>
                  <a:cubicBezTo>
                    <a:pt x="21" y="7"/>
                    <a:pt x="22" y="6"/>
                    <a:pt x="20" y="6"/>
                  </a:cubicBezTo>
                  <a:cubicBezTo>
                    <a:pt x="20" y="5"/>
                    <a:pt x="22" y="5"/>
                    <a:pt x="22" y="5"/>
                  </a:cubicBezTo>
                  <a:cubicBezTo>
                    <a:pt x="22" y="4"/>
                    <a:pt x="19" y="4"/>
                    <a:pt x="20" y="3"/>
                  </a:cubicBezTo>
                  <a:cubicBezTo>
                    <a:pt x="18" y="4"/>
                    <a:pt x="14" y="3"/>
                    <a:pt x="11" y="3"/>
                  </a:cubicBezTo>
                  <a:cubicBezTo>
                    <a:pt x="9" y="4"/>
                    <a:pt x="10" y="3"/>
                    <a:pt x="9" y="2"/>
                  </a:cubicBezTo>
                  <a:cubicBezTo>
                    <a:pt x="8" y="2"/>
                    <a:pt x="7" y="3"/>
                    <a:pt x="7" y="2"/>
                  </a:cubicBezTo>
                  <a:cubicBezTo>
                    <a:pt x="6" y="2"/>
                    <a:pt x="5" y="2"/>
                    <a:pt x="3" y="2"/>
                  </a:cubicBezTo>
                  <a:cubicBezTo>
                    <a:pt x="6" y="1"/>
                    <a:pt x="0" y="2"/>
                    <a:pt x="1" y="0"/>
                  </a:cubicBezTo>
                  <a:cubicBezTo>
                    <a:pt x="5" y="1"/>
                    <a:pt x="8" y="0"/>
                    <a:pt x="12" y="0"/>
                  </a:cubicBezTo>
                  <a:cubicBezTo>
                    <a:pt x="12" y="1"/>
                    <a:pt x="13" y="0"/>
                    <a:pt x="14" y="0"/>
                  </a:cubicBezTo>
                  <a:cubicBezTo>
                    <a:pt x="14" y="1"/>
                    <a:pt x="13" y="1"/>
                    <a:pt x="14" y="1"/>
                  </a:cubicBezTo>
                  <a:cubicBezTo>
                    <a:pt x="15" y="2"/>
                    <a:pt x="18" y="1"/>
                    <a:pt x="17" y="2"/>
                  </a:cubicBezTo>
                  <a:cubicBezTo>
                    <a:pt x="19" y="1"/>
                    <a:pt x="22" y="3"/>
                    <a:pt x="26" y="2"/>
                  </a:cubicBezTo>
                  <a:cubicBezTo>
                    <a:pt x="25" y="4"/>
                    <a:pt x="28" y="4"/>
                    <a:pt x="26" y="5"/>
                  </a:cubicBezTo>
                  <a:cubicBezTo>
                    <a:pt x="28" y="5"/>
                    <a:pt x="30" y="5"/>
                    <a:pt x="33" y="5"/>
                  </a:cubicBezTo>
                  <a:cubicBezTo>
                    <a:pt x="33" y="5"/>
                    <a:pt x="28" y="7"/>
                    <a:pt x="33" y="6"/>
                  </a:cubicBezTo>
                  <a:cubicBezTo>
                    <a:pt x="33" y="6"/>
                    <a:pt x="34" y="6"/>
                    <a:pt x="35" y="6"/>
                  </a:cubicBezTo>
                  <a:cubicBezTo>
                    <a:pt x="38" y="6"/>
                    <a:pt x="42" y="6"/>
                    <a:pt x="47" y="6"/>
                  </a:cubicBezTo>
                  <a:cubicBezTo>
                    <a:pt x="47" y="6"/>
                    <a:pt x="49" y="6"/>
                    <a:pt x="48" y="6"/>
                  </a:cubicBezTo>
                  <a:cubicBezTo>
                    <a:pt x="51" y="6"/>
                    <a:pt x="46" y="5"/>
                    <a:pt x="51" y="5"/>
                  </a:cubicBezTo>
                  <a:cubicBezTo>
                    <a:pt x="52" y="5"/>
                    <a:pt x="53" y="5"/>
                    <a:pt x="54" y="5"/>
                  </a:cubicBezTo>
                  <a:cubicBezTo>
                    <a:pt x="58" y="5"/>
                    <a:pt x="65" y="5"/>
                    <a:pt x="70"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0" name="Freeform 22"/>
            <p:cNvSpPr/>
            <p:nvPr/>
          </p:nvSpPr>
          <p:spPr bwMode="auto">
            <a:xfrm>
              <a:off x="4930775" y="3489325"/>
              <a:ext cx="266700" cy="93663"/>
            </a:xfrm>
            <a:custGeom>
              <a:avLst/>
              <a:gdLst>
                <a:gd name="T0" fmla="*/ 59 w 71"/>
                <a:gd name="T1" fmla="*/ 0 h 25"/>
                <a:gd name="T2" fmla="*/ 70 w 71"/>
                <a:gd name="T3" fmla="*/ 0 h 25"/>
                <a:gd name="T4" fmla="*/ 69 w 71"/>
                <a:gd name="T5" fmla="*/ 2 h 25"/>
                <a:gd name="T6" fmla="*/ 57 w 71"/>
                <a:gd name="T7" fmla="*/ 3 h 25"/>
                <a:gd name="T8" fmla="*/ 55 w 71"/>
                <a:gd name="T9" fmla="*/ 4 h 25"/>
                <a:gd name="T10" fmla="*/ 53 w 71"/>
                <a:gd name="T11" fmla="*/ 4 h 25"/>
                <a:gd name="T12" fmla="*/ 51 w 71"/>
                <a:gd name="T13" fmla="*/ 5 h 25"/>
                <a:gd name="T14" fmla="*/ 49 w 71"/>
                <a:gd name="T15" fmla="*/ 5 h 25"/>
                <a:gd name="T16" fmla="*/ 45 w 71"/>
                <a:gd name="T17" fmla="*/ 5 h 25"/>
                <a:gd name="T18" fmla="*/ 41 w 71"/>
                <a:gd name="T19" fmla="*/ 6 h 25"/>
                <a:gd name="T20" fmla="*/ 40 w 71"/>
                <a:gd name="T21" fmla="*/ 7 h 25"/>
                <a:gd name="T22" fmla="*/ 35 w 71"/>
                <a:gd name="T23" fmla="*/ 8 h 25"/>
                <a:gd name="T24" fmla="*/ 32 w 71"/>
                <a:gd name="T25" fmla="*/ 9 h 25"/>
                <a:gd name="T26" fmla="*/ 30 w 71"/>
                <a:gd name="T27" fmla="*/ 10 h 25"/>
                <a:gd name="T28" fmla="*/ 29 w 71"/>
                <a:gd name="T29" fmla="*/ 11 h 25"/>
                <a:gd name="T30" fmla="*/ 24 w 71"/>
                <a:gd name="T31" fmla="*/ 12 h 25"/>
                <a:gd name="T32" fmla="*/ 23 w 71"/>
                <a:gd name="T33" fmla="*/ 13 h 25"/>
                <a:gd name="T34" fmla="*/ 19 w 71"/>
                <a:gd name="T35" fmla="*/ 14 h 25"/>
                <a:gd name="T36" fmla="*/ 17 w 71"/>
                <a:gd name="T37" fmla="*/ 16 h 25"/>
                <a:gd name="T38" fmla="*/ 18 w 71"/>
                <a:gd name="T39" fmla="*/ 18 h 25"/>
                <a:gd name="T40" fmla="*/ 15 w 71"/>
                <a:gd name="T41" fmla="*/ 19 h 25"/>
                <a:gd name="T42" fmla="*/ 17 w 71"/>
                <a:gd name="T43" fmla="*/ 21 h 25"/>
                <a:gd name="T44" fmla="*/ 16 w 71"/>
                <a:gd name="T45" fmla="*/ 22 h 25"/>
                <a:gd name="T46" fmla="*/ 17 w 71"/>
                <a:gd name="T47" fmla="*/ 22 h 25"/>
                <a:gd name="T48" fmla="*/ 18 w 71"/>
                <a:gd name="T49" fmla="*/ 22 h 25"/>
                <a:gd name="T50" fmla="*/ 21 w 71"/>
                <a:gd name="T51" fmla="*/ 23 h 25"/>
                <a:gd name="T52" fmla="*/ 20 w 71"/>
                <a:gd name="T53" fmla="*/ 25 h 25"/>
                <a:gd name="T54" fmla="*/ 11 w 71"/>
                <a:gd name="T55" fmla="*/ 25 h 25"/>
                <a:gd name="T56" fmla="*/ 12 w 71"/>
                <a:gd name="T57" fmla="*/ 24 h 25"/>
                <a:gd name="T58" fmla="*/ 9 w 71"/>
                <a:gd name="T59" fmla="*/ 23 h 25"/>
                <a:gd name="T60" fmla="*/ 7 w 71"/>
                <a:gd name="T61" fmla="*/ 22 h 25"/>
                <a:gd name="T62" fmla="*/ 5 w 71"/>
                <a:gd name="T63" fmla="*/ 22 h 25"/>
                <a:gd name="T64" fmla="*/ 2 w 71"/>
                <a:gd name="T65" fmla="*/ 22 h 25"/>
                <a:gd name="T66" fmla="*/ 1 w 71"/>
                <a:gd name="T67" fmla="*/ 19 h 25"/>
                <a:gd name="T68" fmla="*/ 6 w 71"/>
                <a:gd name="T69" fmla="*/ 18 h 25"/>
                <a:gd name="T70" fmla="*/ 5 w 71"/>
                <a:gd name="T71" fmla="*/ 17 h 25"/>
                <a:gd name="T72" fmla="*/ 6 w 71"/>
                <a:gd name="T73" fmla="*/ 17 h 25"/>
                <a:gd name="T74" fmla="*/ 11 w 71"/>
                <a:gd name="T75" fmla="*/ 16 h 25"/>
                <a:gd name="T76" fmla="*/ 11 w 71"/>
                <a:gd name="T77" fmla="*/ 14 h 25"/>
                <a:gd name="T78" fmla="*/ 14 w 71"/>
                <a:gd name="T79" fmla="*/ 13 h 25"/>
                <a:gd name="T80" fmla="*/ 16 w 71"/>
                <a:gd name="T81" fmla="*/ 12 h 25"/>
                <a:gd name="T82" fmla="*/ 16 w 71"/>
                <a:gd name="T83" fmla="*/ 9 h 25"/>
                <a:gd name="T84" fmla="*/ 24 w 71"/>
                <a:gd name="T85" fmla="*/ 8 h 25"/>
                <a:gd name="T86" fmla="*/ 25 w 71"/>
                <a:gd name="T87" fmla="*/ 7 h 25"/>
                <a:gd name="T88" fmla="*/ 26 w 71"/>
                <a:gd name="T89" fmla="*/ 7 h 25"/>
                <a:gd name="T90" fmla="*/ 28 w 71"/>
                <a:gd name="T91" fmla="*/ 6 h 25"/>
                <a:gd name="T92" fmla="*/ 29 w 71"/>
                <a:gd name="T93" fmla="*/ 5 h 25"/>
                <a:gd name="T94" fmla="*/ 34 w 71"/>
                <a:gd name="T95" fmla="*/ 5 h 25"/>
                <a:gd name="T96" fmla="*/ 40 w 71"/>
                <a:gd name="T97" fmla="*/ 4 h 25"/>
                <a:gd name="T98" fmla="*/ 41 w 71"/>
                <a:gd name="T99" fmla="*/ 4 h 25"/>
                <a:gd name="T100" fmla="*/ 43 w 71"/>
                <a:gd name="T101" fmla="*/ 4 h 25"/>
                <a:gd name="T102" fmla="*/ 44 w 71"/>
                <a:gd name="T103" fmla="*/ 3 h 25"/>
                <a:gd name="T104" fmla="*/ 45 w 71"/>
                <a:gd name="T105" fmla="*/ 3 h 25"/>
                <a:gd name="T106" fmla="*/ 52 w 71"/>
                <a:gd name="T107" fmla="*/ 3 h 25"/>
                <a:gd name="T108" fmla="*/ 54 w 71"/>
                <a:gd name="T109" fmla="*/ 2 h 25"/>
                <a:gd name="T110" fmla="*/ 55 w 71"/>
                <a:gd name="T111" fmla="*/ 2 h 25"/>
                <a:gd name="T112" fmla="*/ 59 w 71"/>
                <a:gd name="T113"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71" h="25">
                  <a:moveTo>
                    <a:pt x="59" y="0"/>
                  </a:moveTo>
                  <a:cubicBezTo>
                    <a:pt x="62" y="2"/>
                    <a:pt x="66" y="0"/>
                    <a:pt x="70" y="0"/>
                  </a:cubicBezTo>
                  <a:cubicBezTo>
                    <a:pt x="71" y="1"/>
                    <a:pt x="69" y="1"/>
                    <a:pt x="69" y="2"/>
                  </a:cubicBezTo>
                  <a:cubicBezTo>
                    <a:pt x="66" y="1"/>
                    <a:pt x="61" y="3"/>
                    <a:pt x="57" y="3"/>
                  </a:cubicBezTo>
                  <a:cubicBezTo>
                    <a:pt x="55" y="3"/>
                    <a:pt x="55" y="4"/>
                    <a:pt x="55" y="4"/>
                  </a:cubicBezTo>
                  <a:cubicBezTo>
                    <a:pt x="54" y="4"/>
                    <a:pt x="53" y="4"/>
                    <a:pt x="53" y="4"/>
                  </a:cubicBezTo>
                  <a:cubicBezTo>
                    <a:pt x="52" y="4"/>
                    <a:pt x="51" y="5"/>
                    <a:pt x="51" y="5"/>
                  </a:cubicBezTo>
                  <a:cubicBezTo>
                    <a:pt x="50" y="5"/>
                    <a:pt x="50" y="5"/>
                    <a:pt x="49" y="5"/>
                  </a:cubicBezTo>
                  <a:cubicBezTo>
                    <a:pt x="48" y="5"/>
                    <a:pt x="46" y="5"/>
                    <a:pt x="45" y="5"/>
                  </a:cubicBezTo>
                  <a:cubicBezTo>
                    <a:pt x="44" y="5"/>
                    <a:pt x="42" y="6"/>
                    <a:pt x="41" y="6"/>
                  </a:cubicBezTo>
                  <a:cubicBezTo>
                    <a:pt x="40" y="6"/>
                    <a:pt x="40" y="7"/>
                    <a:pt x="40" y="7"/>
                  </a:cubicBezTo>
                  <a:cubicBezTo>
                    <a:pt x="39" y="7"/>
                    <a:pt x="35" y="7"/>
                    <a:pt x="35" y="8"/>
                  </a:cubicBezTo>
                  <a:cubicBezTo>
                    <a:pt x="35" y="9"/>
                    <a:pt x="32" y="9"/>
                    <a:pt x="32" y="9"/>
                  </a:cubicBezTo>
                  <a:cubicBezTo>
                    <a:pt x="31" y="9"/>
                    <a:pt x="30" y="10"/>
                    <a:pt x="30" y="10"/>
                  </a:cubicBezTo>
                  <a:cubicBezTo>
                    <a:pt x="29" y="10"/>
                    <a:pt x="29" y="11"/>
                    <a:pt x="29" y="11"/>
                  </a:cubicBezTo>
                  <a:cubicBezTo>
                    <a:pt x="26" y="12"/>
                    <a:pt x="26" y="11"/>
                    <a:pt x="24" y="12"/>
                  </a:cubicBezTo>
                  <a:cubicBezTo>
                    <a:pt x="23" y="12"/>
                    <a:pt x="23" y="12"/>
                    <a:pt x="23" y="13"/>
                  </a:cubicBezTo>
                  <a:cubicBezTo>
                    <a:pt x="23" y="13"/>
                    <a:pt x="20" y="13"/>
                    <a:pt x="19" y="14"/>
                  </a:cubicBezTo>
                  <a:cubicBezTo>
                    <a:pt x="19" y="14"/>
                    <a:pt x="20" y="16"/>
                    <a:pt x="17" y="16"/>
                  </a:cubicBezTo>
                  <a:cubicBezTo>
                    <a:pt x="17" y="16"/>
                    <a:pt x="16" y="18"/>
                    <a:pt x="18" y="18"/>
                  </a:cubicBezTo>
                  <a:cubicBezTo>
                    <a:pt x="17" y="19"/>
                    <a:pt x="16" y="19"/>
                    <a:pt x="15" y="19"/>
                  </a:cubicBezTo>
                  <a:cubicBezTo>
                    <a:pt x="14" y="21"/>
                    <a:pt x="17" y="20"/>
                    <a:pt x="17" y="21"/>
                  </a:cubicBezTo>
                  <a:cubicBezTo>
                    <a:pt x="17" y="21"/>
                    <a:pt x="15" y="21"/>
                    <a:pt x="16" y="22"/>
                  </a:cubicBezTo>
                  <a:cubicBezTo>
                    <a:pt x="16" y="22"/>
                    <a:pt x="18" y="22"/>
                    <a:pt x="17" y="22"/>
                  </a:cubicBezTo>
                  <a:cubicBezTo>
                    <a:pt x="18" y="22"/>
                    <a:pt x="18" y="22"/>
                    <a:pt x="18" y="22"/>
                  </a:cubicBezTo>
                  <a:cubicBezTo>
                    <a:pt x="19" y="22"/>
                    <a:pt x="19" y="23"/>
                    <a:pt x="21" y="23"/>
                  </a:cubicBezTo>
                  <a:cubicBezTo>
                    <a:pt x="21" y="24"/>
                    <a:pt x="20" y="24"/>
                    <a:pt x="20" y="25"/>
                  </a:cubicBezTo>
                  <a:cubicBezTo>
                    <a:pt x="17" y="25"/>
                    <a:pt x="14" y="25"/>
                    <a:pt x="11" y="25"/>
                  </a:cubicBezTo>
                  <a:cubicBezTo>
                    <a:pt x="11" y="25"/>
                    <a:pt x="12" y="24"/>
                    <a:pt x="12" y="24"/>
                  </a:cubicBezTo>
                  <a:cubicBezTo>
                    <a:pt x="11" y="23"/>
                    <a:pt x="10" y="24"/>
                    <a:pt x="9" y="23"/>
                  </a:cubicBezTo>
                  <a:cubicBezTo>
                    <a:pt x="8" y="23"/>
                    <a:pt x="8" y="22"/>
                    <a:pt x="7" y="22"/>
                  </a:cubicBezTo>
                  <a:cubicBezTo>
                    <a:pt x="7" y="22"/>
                    <a:pt x="5" y="22"/>
                    <a:pt x="5" y="22"/>
                  </a:cubicBezTo>
                  <a:cubicBezTo>
                    <a:pt x="4" y="22"/>
                    <a:pt x="4" y="22"/>
                    <a:pt x="2" y="22"/>
                  </a:cubicBezTo>
                  <a:cubicBezTo>
                    <a:pt x="2" y="21"/>
                    <a:pt x="0" y="21"/>
                    <a:pt x="1" y="19"/>
                  </a:cubicBezTo>
                  <a:cubicBezTo>
                    <a:pt x="4" y="21"/>
                    <a:pt x="1" y="17"/>
                    <a:pt x="6" y="18"/>
                  </a:cubicBezTo>
                  <a:cubicBezTo>
                    <a:pt x="7" y="18"/>
                    <a:pt x="5" y="17"/>
                    <a:pt x="5" y="17"/>
                  </a:cubicBezTo>
                  <a:cubicBezTo>
                    <a:pt x="5" y="17"/>
                    <a:pt x="8" y="17"/>
                    <a:pt x="6" y="17"/>
                  </a:cubicBezTo>
                  <a:cubicBezTo>
                    <a:pt x="7" y="16"/>
                    <a:pt x="9" y="16"/>
                    <a:pt x="11" y="16"/>
                  </a:cubicBezTo>
                  <a:cubicBezTo>
                    <a:pt x="10" y="15"/>
                    <a:pt x="14" y="14"/>
                    <a:pt x="11" y="14"/>
                  </a:cubicBezTo>
                  <a:cubicBezTo>
                    <a:pt x="11" y="13"/>
                    <a:pt x="13" y="13"/>
                    <a:pt x="14" y="13"/>
                  </a:cubicBezTo>
                  <a:cubicBezTo>
                    <a:pt x="14" y="12"/>
                    <a:pt x="15" y="12"/>
                    <a:pt x="16" y="12"/>
                  </a:cubicBezTo>
                  <a:cubicBezTo>
                    <a:pt x="14" y="11"/>
                    <a:pt x="17" y="11"/>
                    <a:pt x="16" y="9"/>
                  </a:cubicBezTo>
                  <a:cubicBezTo>
                    <a:pt x="20" y="9"/>
                    <a:pt x="21" y="8"/>
                    <a:pt x="24" y="8"/>
                  </a:cubicBezTo>
                  <a:cubicBezTo>
                    <a:pt x="25" y="8"/>
                    <a:pt x="24" y="7"/>
                    <a:pt x="25" y="7"/>
                  </a:cubicBezTo>
                  <a:cubicBezTo>
                    <a:pt x="25" y="7"/>
                    <a:pt x="26" y="7"/>
                    <a:pt x="26" y="7"/>
                  </a:cubicBezTo>
                  <a:cubicBezTo>
                    <a:pt x="26" y="7"/>
                    <a:pt x="27" y="7"/>
                    <a:pt x="28" y="6"/>
                  </a:cubicBezTo>
                  <a:cubicBezTo>
                    <a:pt x="28" y="6"/>
                    <a:pt x="29" y="6"/>
                    <a:pt x="29" y="5"/>
                  </a:cubicBezTo>
                  <a:cubicBezTo>
                    <a:pt x="31" y="5"/>
                    <a:pt x="32" y="5"/>
                    <a:pt x="34" y="5"/>
                  </a:cubicBezTo>
                  <a:cubicBezTo>
                    <a:pt x="35" y="4"/>
                    <a:pt x="36" y="5"/>
                    <a:pt x="40" y="4"/>
                  </a:cubicBezTo>
                  <a:cubicBezTo>
                    <a:pt x="41" y="4"/>
                    <a:pt x="40" y="4"/>
                    <a:pt x="41" y="4"/>
                  </a:cubicBezTo>
                  <a:cubicBezTo>
                    <a:pt x="42" y="4"/>
                    <a:pt x="43" y="4"/>
                    <a:pt x="43" y="4"/>
                  </a:cubicBezTo>
                  <a:cubicBezTo>
                    <a:pt x="44" y="4"/>
                    <a:pt x="42" y="3"/>
                    <a:pt x="44" y="3"/>
                  </a:cubicBezTo>
                  <a:cubicBezTo>
                    <a:pt x="44" y="3"/>
                    <a:pt x="44" y="3"/>
                    <a:pt x="45" y="3"/>
                  </a:cubicBezTo>
                  <a:cubicBezTo>
                    <a:pt x="46" y="3"/>
                    <a:pt x="49" y="3"/>
                    <a:pt x="52" y="3"/>
                  </a:cubicBezTo>
                  <a:cubicBezTo>
                    <a:pt x="53" y="3"/>
                    <a:pt x="53" y="3"/>
                    <a:pt x="54" y="2"/>
                  </a:cubicBezTo>
                  <a:cubicBezTo>
                    <a:pt x="54" y="2"/>
                    <a:pt x="55" y="2"/>
                    <a:pt x="55" y="2"/>
                  </a:cubicBezTo>
                  <a:cubicBezTo>
                    <a:pt x="57" y="1"/>
                    <a:pt x="59" y="3"/>
                    <a:pt x="5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1" name="Freeform 23"/>
            <p:cNvSpPr/>
            <p:nvPr/>
          </p:nvSpPr>
          <p:spPr bwMode="auto">
            <a:xfrm>
              <a:off x="2613025" y="3492500"/>
              <a:ext cx="26988" cy="7938"/>
            </a:xfrm>
            <a:custGeom>
              <a:avLst/>
              <a:gdLst>
                <a:gd name="T0" fmla="*/ 5 w 7"/>
                <a:gd name="T1" fmla="*/ 0 h 2"/>
                <a:gd name="T2" fmla="*/ 7 w 7"/>
                <a:gd name="T3" fmla="*/ 0 h 2"/>
                <a:gd name="T4" fmla="*/ 5 w 7"/>
                <a:gd name="T5" fmla="*/ 0 h 2"/>
              </a:gdLst>
              <a:ahLst/>
              <a:cxnLst>
                <a:cxn ang="0">
                  <a:pos x="T0" y="T1"/>
                </a:cxn>
                <a:cxn ang="0">
                  <a:pos x="T2" y="T3"/>
                </a:cxn>
                <a:cxn ang="0">
                  <a:pos x="T4" y="T5"/>
                </a:cxn>
              </a:cxnLst>
              <a:rect l="0" t="0" r="r" b="b"/>
              <a:pathLst>
                <a:path w="7" h="2">
                  <a:moveTo>
                    <a:pt x="5" y="0"/>
                  </a:moveTo>
                  <a:cubicBezTo>
                    <a:pt x="6" y="0"/>
                    <a:pt x="6" y="0"/>
                    <a:pt x="7" y="0"/>
                  </a:cubicBezTo>
                  <a:cubicBezTo>
                    <a:pt x="7" y="2"/>
                    <a:pt x="0" y="0"/>
                    <a:pt x="5"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2" name="Freeform 24"/>
            <p:cNvSpPr/>
            <p:nvPr/>
          </p:nvSpPr>
          <p:spPr bwMode="auto">
            <a:xfrm>
              <a:off x="6227763" y="3500438"/>
              <a:ext cx="79375" cy="30163"/>
            </a:xfrm>
            <a:custGeom>
              <a:avLst/>
              <a:gdLst>
                <a:gd name="T0" fmla="*/ 6 w 21"/>
                <a:gd name="T1" fmla="*/ 0 h 8"/>
                <a:gd name="T2" fmla="*/ 7 w 21"/>
                <a:gd name="T3" fmla="*/ 1 h 8"/>
                <a:gd name="T4" fmla="*/ 13 w 21"/>
                <a:gd name="T5" fmla="*/ 2 h 8"/>
                <a:gd name="T6" fmla="*/ 16 w 21"/>
                <a:gd name="T7" fmla="*/ 1 h 8"/>
                <a:gd name="T8" fmla="*/ 21 w 21"/>
                <a:gd name="T9" fmla="*/ 2 h 8"/>
                <a:gd name="T10" fmla="*/ 20 w 21"/>
                <a:gd name="T11" fmla="*/ 4 h 8"/>
                <a:gd name="T12" fmla="*/ 12 w 21"/>
                <a:gd name="T13" fmla="*/ 5 h 8"/>
                <a:gd name="T14" fmla="*/ 12 w 21"/>
                <a:gd name="T15" fmla="*/ 6 h 8"/>
                <a:gd name="T16" fmla="*/ 10 w 21"/>
                <a:gd name="T17" fmla="*/ 7 h 8"/>
                <a:gd name="T18" fmla="*/ 7 w 21"/>
                <a:gd name="T19" fmla="*/ 7 h 8"/>
                <a:gd name="T20" fmla="*/ 3 w 21"/>
                <a:gd name="T21" fmla="*/ 6 h 8"/>
                <a:gd name="T22" fmla="*/ 0 w 21"/>
                <a:gd name="T23" fmla="*/ 2 h 8"/>
                <a:gd name="T24" fmla="*/ 6 w 21"/>
                <a:gd name="T25" fmla="*/ 0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1" h="8">
                  <a:moveTo>
                    <a:pt x="6" y="0"/>
                  </a:moveTo>
                  <a:cubicBezTo>
                    <a:pt x="6" y="0"/>
                    <a:pt x="7" y="1"/>
                    <a:pt x="7" y="1"/>
                  </a:cubicBezTo>
                  <a:cubicBezTo>
                    <a:pt x="7" y="2"/>
                    <a:pt x="11" y="2"/>
                    <a:pt x="13" y="2"/>
                  </a:cubicBezTo>
                  <a:cubicBezTo>
                    <a:pt x="14" y="3"/>
                    <a:pt x="15" y="1"/>
                    <a:pt x="16" y="1"/>
                  </a:cubicBezTo>
                  <a:cubicBezTo>
                    <a:pt x="17" y="1"/>
                    <a:pt x="18" y="2"/>
                    <a:pt x="21" y="2"/>
                  </a:cubicBezTo>
                  <a:cubicBezTo>
                    <a:pt x="21" y="2"/>
                    <a:pt x="16" y="3"/>
                    <a:pt x="20" y="4"/>
                  </a:cubicBezTo>
                  <a:cubicBezTo>
                    <a:pt x="18" y="5"/>
                    <a:pt x="15" y="5"/>
                    <a:pt x="12" y="5"/>
                  </a:cubicBezTo>
                  <a:cubicBezTo>
                    <a:pt x="10" y="5"/>
                    <a:pt x="11" y="6"/>
                    <a:pt x="12" y="6"/>
                  </a:cubicBezTo>
                  <a:cubicBezTo>
                    <a:pt x="13" y="7"/>
                    <a:pt x="6" y="6"/>
                    <a:pt x="10" y="7"/>
                  </a:cubicBezTo>
                  <a:cubicBezTo>
                    <a:pt x="9" y="8"/>
                    <a:pt x="6" y="6"/>
                    <a:pt x="7" y="7"/>
                  </a:cubicBezTo>
                  <a:cubicBezTo>
                    <a:pt x="5" y="7"/>
                    <a:pt x="6" y="6"/>
                    <a:pt x="3" y="6"/>
                  </a:cubicBezTo>
                  <a:cubicBezTo>
                    <a:pt x="2" y="5"/>
                    <a:pt x="2" y="3"/>
                    <a:pt x="0" y="2"/>
                  </a:cubicBezTo>
                  <a:cubicBezTo>
                    <a:pt x="1" y="1"/>
                    <a:pt x="6" y="2"/>
                    <a:pt x="6"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3" name="Freeform 25"/>
            <p:cNvSpPr/>
            <p:nvPr/>
          </p:nvSpPr>
          <p:spPr bwMode="auto">
            <a:xfrm>
              <a:off x="2343150" y="3503613"/>
              <a:ext cx="22225" cy="7938"/>
            </a:xfrm>
            <a:custGeom>
              <a:avLst/>
              <a:gdLst>
                <a:gd name="T0" fmla="*/ 3 w 6"/>
                <a:gd name="T1" fmla="*/ 0 h 2"/>
                <a:gd name="T2" fmla="*/ 4 w 6"/>
                <a:gd name="T3" fmla="*/ 2 h 2"/>
                <a:gd name="T4" fmla="*/ 0 w 6"/>
                <a:gd name="T5" fmla="*/ 2 h 2"/>
                <a:gd name="T6" fmla="*/ 3 w 6"/>
                <a:gd name="T7" fmla="*/ 0 h 2"/>
              </a:gdLst>
              <a:ahLst/>
              <a:cxnLst>
                <a:cxn ang="0">
                  <a:pos x="T0" y="T1"/>
                </a:cxn>
                <a:cxn ang="0">
                  <a:pos x="T2" y="T3"/>
                </a:cxn>
                <a:cxn ang="0">
                  <a:pos x="T4" y="T5"/>
                </a:cxn>
                <a:cxn ang="0">
                  <a:pos x="T6" y="T7"/>
                </a:cxn>
              </a:cxnLst>
              <a:rect l="0" t="0" r="r" b="b"/>
              <a:pathLst>
                <a:path w="6" h="2">
                  <a:moveTo>
                    <a:pt x="3" y="0"/>
                  </a:moveTo>
                  <a:cubicBezTo>
                    <a:pt x="6" y="1"/>
                    <a:pt x="4" y="1"/>
                    <a:pt x="4" y="2"/>
                  </a:cubicBezTo>
                  <a:cubicBezTo>
                    <a:pt x="3" y="2"/>
                    <a:pt x="2" y="2"/>
                    <a:pt x="0" y="2"/>
                  </a:cubicBezTo>
                  <a:cubicBezTo>
                    <a:pt x="0" y="1"/>
                    <a:pt x="3" y="1"/>
                    <a:pt x="3"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4" name="Freeform 26"/>
            <p:cNvSpPr/>
            <p:nvPr/>
          </p:nvSpPr>
          <p:spPr bwMode="auto">
            <a:xfrm>
              <a:off x="6313488" y="3503613"/>
              <a:ext cx="38100" cy="19050"/>
            </a:xfrm>
            <a:custGeom>
              <a:avLst/>
              <a:gdLst>
                <a:gd name="T0" fmla="*/ 0 w 10"/>
                <a:gd name="T1" fmla="*/ 2 h 5"/>
                <a:gd name="T2" fmla="*/ 10 w 10"/>
                <a:gd name="T3" fmla="*/ 3 h 5"/>
                <a:gd name="T4" fmla="*/ 6 w 10"/>
                <a:gd name="T5" fmla="*/ 5 h 5"/>
                <a:gd name="T6" fmla="*/ 4 w 10"/>
                <a:gd name="T7" fmla="*/ 4 h 5"/>
                <a:gd name="T8" fmla="*/ 2 w 10"/>
                <a:gd name="T9" fmla="*/ 4 h 5"/>
                <a:gd name="T10" fmla="*/ 0 w 10"/>
                <a:gd name="T11" fmla="*/ 2 h 5"/>
              </a:gdLst>
              <a:ahLst/>
              <a:cxnLst>
                <a:cxn ang="0">
                  <a:pos x="T0" y="T1"/>
                </a:cxn>
                <a:cxn ang="0">
                  <a:pos x="T2" y="T3"/>
                </a:cxn>
                <a:cxn ang="0">
                  <a:pos x="T4" y="T5"/>
                </a:cxn>
                <a:cxn ang="0">
                  <a:pos x="T6" y="T7"/>
                </a:cxn>
                <a:cxn ang="0">
                  <a:pos x="T8" y="T9"/>
                </a:cxn>
                <a:cxn ang="0">
                  <a:pos x="T10" y="T11"/>
                </a:cxn>
              </a:cxnLst>
              <a:rect l="0" t="0" r="r" b="b"/>
              <a:pathLst>
                <a:path w="10" h="5">
                  <a:moveTo>
                    <a:pt x="0" y="2"/>
                  </a:moveTo>
                  <a:cubicBezTo>
                    <a:pt x="3" y="0"/>
                    <a:pt x="9" y="2"/>
                    <a:pt x="10" y="3"/>
                  </a:cubicBezTo>
                  <a:cubicBezTo>
                    <a:pt x="10" y="4"/>
                    <a:pt x="6" y="3"/>
                    <a:pt x="6" y="5"/>
                  </a:cubicBezTo>
                  <a:cubicBezTo>
                    <a:pt x="5" y="5"/>
                    <a:pt x="5" y="4"/>
                    <a:pt x="4" y="4"/>
                  </a:cubicBezTo>
                  <a:cubicBezTo>
                    <a:pt x="4" y="4"/>
                    <a:pt x="3" y="4"/>
                    <a:pt x="2" y="4"/>
                  </a:cubicBezTo>
                  <a:cubicBezTo>
                    <a:pt x="1" y="3"/>
                    <a:pt x="3" y="2"/>
                    <a:pt x="0"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5" name="Freeform 27"/>
            <p:cNvSpPr/>
            <p:nvPr/>
          </p:nvSpPr>
          <p:spPr bwMode="auto">
            <a:xfrm>
              <a:off x="6362700" y="3511550"/>
              <a:ext cx="60325" cy="15875"/>
            </a:xfrm>
            <a:custGeom>
              <a:avLst/>
              <a:gdLst>
                <a:gd name="T0" fmla="*/ 1 w 16"/>
                <a:gd name="T1" fmla="*/ 0 h 4"/>
                <a:gd name="T2" fmla="*/ 3 w 16"/>
                <a:gd name="T3" fmla="*/ 0 h 4"/>
                <a:gd name="T4" fmla="*/ 8 w 16"/>
                <a:gd name="T5" fmla="*/ 1 h 4"/>
                <a:gd name="T6" fmla="*/ 13 w 16"/>
                <a:gd name="T7" fmla="*/ 2 h 4"/>
                <a:gd name="T8" fmla="*/ 15 w 16"/>
                <a:gd name="T9" fmla="*/ 3 h 4"/>
                <a:gd name="T10" fmla="*/ 3 w 16"/>
                <a:gd name="T11" fmla="*/ 2 h 4"/>
                <a:gd name="T12" fmla="*/ 1 w 16"/>
                <a:gd name="T13" fmla="*/ 0 h 4"/>
              </a:gdLst>
              <a:ahLst/>
              <a:cxnLst>
                <a:cxn ang="0">
                  <a:pos x="T0" y="T1"/>
                </a:cxn>
                <a:cxn ang="0">
                  <a:pos x="T2" y="T3"/>
                </a:cxn>
                <a:cxn ang="0">
                  <a:pos x="T4" y="T5"/>
                </a:cxn>
                <a:cxn ang="0">
                  <a:pos x="T6" y="T7"/>
                </a:cxn>
                <a:cxn ang="0">
                  <a:pos x="T8" y="T9"/>
                </a:cxn>
                <a:cxn ang="0">
                  <a:pos x="T10" y="T11"/>
                </a:cxn>
                <a:cxn ang="0">
                  <a:pos x="T12" y="T13"/>
                </a:cxn>
              </a:cxnLst>
              <a:rect l="0" t="0" r="r" b="b"/>
              <a:pathLst>
                <a:path w="16" h="4">
                  <a:moveTo>
                    <a:pt x="1" y="0"/>
                  </a:moveTo>
                  <a:cubicBezTo>
                    <a:pt x="2" y="0"/>
                    <a:pt x="3" y="0"/>
                    <a:pt x="3" y="0"/>
                  </a:cubicBezTo>
                  <a:cubicBezTo>
                    <a:pt x="6" y="0"/>
                    <a:pt x="6" y="1"/>
                    <a:pt x="8" y="1"/>
                  </a:cubicBezTo>
                  <a:cubicBezTo>
                    <a:pt x="10" y="2"/>
                    <a:pt x="11" y="2"/>
                    <a:pt x="13" y="2"/>
                  </a:cubicBezTo>
                  <a:cubicBezTo>
                    <a:pt x="14" y="3"/>
                    <a:pt x="16" y="2"/>
                    <a:pt x="15" y="3"/>
                  </a:cubicBezTo>
                  <a:cubicBezTo>
                    <a:pt x="10" y="4"/>
                    <a:pt x="8" y="2"/>
                    <a:pt x="3" y="2"/>
                  </a:cubicBezTo>
                  <a:cubicBezTo>
                    <a:pt x="5" y="1"/>
                    <a:pt x="0" y="2"/>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6" name="Freeform 28"/>
            <p:cNvSpPr/>
            <p:nvPr/>
          </p:nvSpPr>
          <p:spPr bwMode="auto">
            <a:xfrm>
              <a:off x="2593975" y="3533775"/>
              <a:ext cx="93663" cy="38100"/>
            </a:xfrm>
            <a:custGeom>
              <a:avLst/>
              <a:gdLst>
                <a:gd name="T0" fmla="*/ 8 w 25"/>
                <a:gd name="T1" fmla="*/ 2 h 10"/>
                <a:gd name="T2" fmla="*/ 8 w 25"/>
                <a:gd name="T3" fmla="*/ 2 h 10"/>
                <a:gd name="T4" fmla="*/ 19 w 25"/>
                <a:gd name="T5" fmla="*/ 0 h 10"/>
                <a:gd name="T6" fmla="*/ 21 w 25"/>
                <a:gd name="T7" fmla="*/ 2 h 10"/>
                <a:gd name="T8" fmla="*/ 19 w 25"/>
                <a:gd name="T9" fmla="*/ 4 h 10"/>
                <a:gd name="T10" fmla="*/ 24 w 25"/>
                <a:gd name="T11" fmla="*/ 4 h 10"/>
                <a:gd name="T12" fmla="*/ 25 w 25"/>
                <a:gd name="T13" fmla="*/ 8 h 10"/>
                <a:gd name="T14" fmla="*/ 22 w 25"/>
                <a:gd name="T15" fmla="*/ 8 h 10"/>
                <a:gd name="T16" fmla="*/ 22 w 25"/>
                <a:gd name="T17" fmla="*/ 9 h 10"/>
                <a:gd name="T18" fmla="*/ 19 w 25"/>
                <a:gd name="T19" fmla="*/ 9 h 10"/>
                <a:gd name="T20" fmla="*/ 16 w 25"/>
                <a:gd name="T21" fmla="*/ 10 h 10"/>
                <a:gd name="T22" fmla="*/ 13 w 25"/>
                <a:gd name="T23" fmla="*/ 8 h 10"/>
                <a:gd name="T24" fmla="*/ 10 w 25"/>
                <a:gd name="T25" fmla="*/ 7 h 10"/>
                <a:gd name="T26" fmla="*/ 8 w 25"/>
                <a:gd name="T27" fmla="*/ 6 h 10"/>
                <a:gd name="T28" fmla="*/ 3 w 25"/>
                <a:gd name="T29" fmla="*/ 5 h 10"/>
                <a:gd name="T30" fmla="*/ 0 w 25"/>
                <a:gd name="T31" fmla="*/ 5 h 10"/>
                <a:gd name="T32" fmla="*/ 10 w 25"/>
                <a:gd name="T33" fmla="*/ 5 h 10"/>
                <a:gd name="T34" fmla="*/ 11 w 25"/>
                <a:gd name="T35" fmla="*/ 3 h 10"/>
                <a:gd name="T36" fmla="*/ 7 w 25"/>
                <a:gd name="T37" fmla="*/ 2 h 10"/>
                <a:gd name="T38" fmla="*/ 8 w 25"/>
                <a:gd name="T39" fmla="*/ 2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5" h="10">
                  <a:moveTo>
                    <a:pt x="8" y="2"/>
                  </a:moveTo>
                  <a:cubicBezTo>
                    <a:pt x="9" y="2"/>
                    <a:pt x="9" y="2"/>
                    <a:pt x="8" y="2"/>
                  </a:cubicBezTo>
                  <a:cubicBezTo>
                    <a:pt x="10" y="0"/>
                    <a:pt x="18" y="2"/>
                    <a:pt x="19" y="0"/>
                  </a:cubicBezTo>
                  <a:cubicBezTo>
                    <a:pt x="20" y="0"/>
                    <a:pt x="21" y="1"/>
                    <a:pt x="21" y="2"/>
                  </a:cubicBezTo>
                  <a:cubicBezTo>
                    <a:pt x="21" y="3"/>
                    <a:pt x="19" y="3"/>
                    <a:pt x="19" y="4"/>
                  </a:cubicBezTo>
                  <a:cubicBezTo>
                    <a:pt x="20" y="5"/>
                    <a:pt x="22" y="4"/>
                    <a:pt x="24" y="4"/>
                  </a:cubicBezTo>
                  <a:cubicBezTo>
                    <a:pt x="25" y="6"/>
                    <a:pt x="24" y="6"/>
                    <a:pt x="25" y="8"/>
                  </a:cubicBezTo>
                  <a:cubicBezTo>
                    <a:pt x="24" y="8"/>
                    <a:pt x="22" y="8"/>
                    <a:pt x="22" y="8"/>
                  </a:cubicBezTo>
                  <a:cubicBezTo>
                    <a:pt x="22" y="8"/>
                    <a:pt x="22" y="9"/>
                    <a:pt x="22" y="9"/>
                  </a:cubicBezTo>
                  <a:cubicBezTo>
                    <a:pt x="21" y="9"/>
                    <a:pt x="20" y="9"/>
                    <a:pt x="19" y="9"/>
                  </a:cubicBezTo>
                  <a:cubicBezTo>
                    <a:pt x="18" y="9"/>
                    <a:pt x="17" y="10"/>
                    <a:pt x="16" y="10"/>
                  </a:cubicBezTo>
                  <a:cubicBezTo>
                    <a:pt x="14" y="10"/>
                    <a:pt x="14" y="9"/>
                    <a:pt x="13" y="8"/>
                  </a:cubicBezTo>
                  <a:cubicBezTo>
                    <a:pt x="12" y="8"/>
                    <a:pt x="9" y="8"/>
                    <a:pt x="10" y="7"/>
                  </a:cubicBezTo>
                  <a:cubicBezTo>
                    <a:pt x="8" y="7"/>
                    <a:pt x="8" y="7"/>
                    <a:pt x="8" y="6"/>
                  </a:cubicBezTo>
                  <a:cubicBezTo>
                    <a:pt x="6" y="6"/>
                    <a:pt x="5" y="6"/>
                    <a:pt x="3" y="5"/>
                  </a:cubicBezTo>
                  <a:cubicBezTo>
                    <a:pt x="1" y="5"/>
                    <a:pt x="0" y="6"/>
                    <a:pt x="0" y="5"/>
                  </a:cubicBezTo>
                  <a:cubicBezTo>
                    <a:pt x="5" y="4"/>
                    <a:pt x="6" y="5"/>
                    <a:pt x="10" y="5"/>
                  </a:cubicBezTo>
                  <a:cubicBezTo>
                    <a:pt x="11" y="5"/>
                    <a:pt x="11" y="4"/>
                    <a:pt x="11" y="3"/>
                  </a:cubicBezTo>
                  <a:cubicBezTo>
                    <a:pt x="11" y="2"/>
                    <a:pt x="6" y="4"/>
                    <a:pt x="7" y="2"/>
                  </a:cubicBezTo>
                  <a:cubicBezTo>
                    <a:pt x="8" y="2"/>
                    <a:pt x="8" y="2"/>
                    <a:pt x="8"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7" name="Freeform 29"/>
            <p:cNvSpPr/>
            <p:nvPr/>
          </p:nvSpPr>
          <p:spPr bwMode="auto">
            <a:xfrm>
              <a:off x="2927350" y="3538538"/>
              <a:ext cx="57150" cy="14288"/>
            </a:xfrm>
            <a:custGeom>
              <a:avLst/>
              <a:gdLst>
                <a:gd name="T0" fmla="*/ 0 w 15"/>
                <a:gd name="T1" fmla="*/ 1 h 4"/>
                <a:gd name="T2" fmla="*/ 4 w 15"/>
                <a:gd name="T3" fmla="*/ 0 h 4"/>
                <a:gd name="T4" fmla="*/ 15 w 15"/>
                <a:gd name="T5" fmla="*/ 2 h 4"/>
                <a:gd name="T6" fmla="*/ 14 w 15"/>
                <a:gd name="T7" fmla="*/ 4 h 4"/>
                <a:gd name="T8" fmla="*/ 3 w 15"/>
                <a:gd name="T9" fmla="*/ 2 h 4"/>
                <a:gd name="T10" fmla="*/ 0 w 15"/>
                <a:gd name="T11" fmla="*/ 1 h 4"/>
              </a:gdLst>
              <a:ahLst/>
              <a:cxnLst>
                <a:cxn ang="0">
                  <a:pos x="T0" y="T1"/>
                </a:cxn>
                <a:cxn ang="0">
                  <a:pos x="T2" y="T3"/>
                </a:cxn>
                <a:cxn ang="0">
                  <a:pos x="T4" y="T5"/>
                </a:cxn>
                <a:cxn ang="0">
                  <a:pos x="T6" y="T7"/>
                </a:cxn>
                <a:cxn ang="0">
                  <a:pos x="T8" y="T9"/>
                </a:cxn>
                <a:cxn ang="0">
                  <a:pos x="T10" y="T11"/>
                </a:cxn>
              </a:cxnLst>
              <a:rect l="0" t="0" r="r" b="b"/>
              <a:pathLst>
                <a:path w="15" h="4">
                  <a:moveTo>
                    <a:pt x="0" y="1"/>
                  </a:moveTo>
                  <a:cubicBezTo>
                    <a:pt x="1" y="0"/>
                    <a:pt x="3" y="0"/>
                    <a:pt x="4" y="0"/>
                  </a:cubicBezTo>
                  <a:cubicBezTo>
                    <a:pt x="8" y="0"/>
                    <a:pt x="12" y="1"/>
                    <a:pt x="15" y="2"/>
                  </a:cubicBezTo>
                  <a:cubicBezTo>
                    <a:pt x="15" y="2"/>
                    <a:pt x="14" y="3"/>
                    <a:pt x="14" y="4"/>
                  </a:cubicBezTo>
                  <a:cubicBezTo>
                    <a:pt x="9" y="3"/>
                    <a:pt x="7" y="3"/>
                    <a:pt x="3" y="2"/>
                  </a:cubicBezTo>
                  <a:cubicBezTo>
                    <a:pt x="2" y="1"/>
                    <a:pt x="2" y="0"/>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8" name="Freeform 30"/>
            <p:cNvSpPr/>
            <p:nvPr/>
          </p:nvSpPr>
          <p:spPr bwMode="auto">
            <a:xfrm>
              <a:off x="6280150" y="3538538"/>
              <a:ext cx="33338" cy="6350"/>
            </a:xfrm>
            <a:custGeom>
              <a:avLst/>
              <a:gdLst>
                <a:gd name="T0" fmla="*/ 9 w 9"/>
                <a:gd name="T1" fmla="*/ 2 h 2"/>
                <a:gd name="T2" fmla="*/ 0 w 9"/>
                <a:gd name="T3" fmla="*/ 1 h 2"/>
                <a:gd name="T4" fmla="*/ 3 w 9"/>
                <a:gd name="T5" fmla="*/ 0 h 2"/>
                <a:gd name="T6" fmla="*/ 9 w 9"/>
                <a:gd name="T7" fmla="*/ 2 h 2"/>
              </a:gdLst>
              <a:ahLst/>
              <a:cxnLst>
                <a:cxn ang="0">
                  <a:pos x="T0" y="T1"/>
                </a:cxn>
                <a:cxn ang="0">
                  <a:pos x="T2" y="T3"/>
                </a:cxn>
                <a:cxn ang="0">
                  <a:pos x="T4" y="T5"/>
                </a:cxn>
                <a:cxn ang="0">
                  <a:pos x="T6" y="T7"/>
                </a:cxn>
              </a:cxnLst>
              <a:rect l="0" t="0" r="r" b="b"/>
              <a:pathLst>
                <a:path w="9" h="2">
                  <a:moveTo>
                    <a:pt x="9" y="2"/>
                  </a:moveTo>
                  <a:cubicBezTo>
                    <a:pt x="8" y="2"/>
                    <a:pt x="2" y="2"/>
                    <a:pt x="0" y="1"/>
                  </a:cubicBezTo>
                  <a:cubicBezTo>
                    <a:pt x="0" y="0"/>
                    <a:pt x="3" y="1"/>
                    <a:pt x="3" y="0"/>
                  </a:cubicBezTo>
                  <a:cubicBezTo>
                    <a:pt x="5" y="1"/>
                    <a:pt x="9" y="0"/>
                    <a:pt x="9"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9" name="Freeform 31"/>
            <p:cNvSpPr/>
            <p:nvPr/>
          </p:nvSpPr>
          <p:spPr bwMode="auto">
            <a:xfrm>
              <a:off x="3336925" y="3579813"/>
              <a:ext cx="30163" cy="6350"/>
            </a:xfrm>
            <a:custGeom>
              <a:avLst/>
              <a:gdLst>
                <a:gd name="T0" fmla="*/ 8 w 8"/>
                <a:gd name="T1" fmla="*/ 2 h 2"/>
                <a:gd name="T2" fmla="*/ 0 w 8"/>
                <a:gd name="T3" fmla="*/ 1 h 2"/>
                <a:gd name="T4" fmla="*/ 8 w 8"/>
                <a:gd name="T5" fmla="*/ 2 h 2"/>
              </a:gdLst>
              <a:ahLst/>
              <a:cxnLst>
                <a:cxn ang="0">
                  <a:pos x="T0" y="T1"/>
                </a:cxn>
                <a:cxn ang="0">
                  <a:pos x="T2" y="T3"/>
                </a:cxn>
                <a:cxn ang="0">
                  <a:pos x="T4" y="T5"/>
                </a:cxn>
              </a:cxnLst>
              <a:rect l="0" t="0" r="r" b="b"/>
              <a:pathLst>
                <a:path w="8" h="2">
                  <a:moveTo>
                    <a:pt x="8" y="2"/>
                  </a:moveTo>
                  <a:cubicBezTo>
                    <a:pt x="4" y="2"/>
                    <a:pt x="4" y="0"/>
                    <a:pt x="0" y="1"/>
                  </a:cubicBezTo>
                  <a:cubicBezTo>
                    <a:pt x="2" y="0"/>
                    <a:pt x="8" y="0"/>
                    <a:pt x="8"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0" name="Freeform 32"/>
            <p:cNvSpPr/>
            <p:nvPr/>
          </p:nvSpPr>
          <p:spPr bwMode="auto">
            <a:xfrm>
              <a:off x="3317875" y="3586163"/>
              <a:ext cx="41275" cy="15875"/>
            </a:xfrm>
            <a:custGeom>
              <a:avLst/>
              <a:gdLst>
                <a:gd name="T0" fmla="*/ 11 w 11"/>
                <a:gd name="T1" fmla="*/ 2 h 4"/>
                <a:gd name="T2" fmla="*/ 1 w 11"/>
                <a:gd name="T3" fmla="*/ 2 h 4"/>
                <a:gd name="T4" fmla="*/ 4 w 11"/>
                <a:gd name="T5" fmla="*/ 1 h 4"/>
                <a:gd name="T6" fmla="*/ 11 w 11"/>
                <a:gd name="T7" fmla="*/ 2 h 4"/>
              </a:gdLst>
              <a:ahLst/>
              <a:cxnLst>
                <a:cxn ang="0">
                  <a:pos x="T0" y="T1"/>
                </a:cxn>
                <a:cxn ang="0">
                  <a:pos x="T2" y="T3"/>
                </a:cxn>
                <a:cxn ang="0">
                  <a:pos x="T4" y="T5"/>
                </a:cxn>
                <a:cxn ang="0">
                  <a:pos x="T6" y="T7"/>
                </a:cxn>
              </a:cxnLst>
              <a:rect l="0" t="0" r="r" b="b"/>
              <a:pathLst>
                <a:path w="11" h="4">
                  <a:moveTo>
                    <a:pt x="11" y="2"/>
                  </a:moveTo>
                  <a:cubicBezTo>
                    <a:pt x="10" y="4"/>
                    <a:pt x="2" y="4"/>
                    <a:pt x="1" y="2"/>
                  </a:cubicBezTo>
                  <a:cubicBezTo>
                    <a:pt x="0" y="0"/>
                    <a:pt x="5" y="2"/>
                    <a:pt x="4" y="1"/>
                  </a:cubicBezTo>
                  <a:cubicBezTo>
                    <a:pt x="6" y="1"/>
                    <a:pt x="8" y="2"/>
                    <a:pt x="11"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1" name="Freeform 33"/>
            <p:cNvSpPr/>
            <p:nvPr/>
          </p:nvSpPr>
          <p:spPr bwMode="auto">
            <a:xfrm>
              <a:off x="4878388" y="3598863"/>
              <a:ext cx="25400" cy="11113"/>
            </a:xfrm>
            <a:custGeom>
              <a:avLst/>
              <a:gdLst>
                <a:gd name="T0" fmla="*/ 3 w 7"/>
                <a:gd name="T1" fmla="*/ 0 h 3"/>
                <a:gd name="T2" fmla="*/ 7 w 7"/>
                <a:gd name="T3" fmla="*/ 2 h 3"/>
                <a:gd name="T4" fmla="*/ 2 w 7"/>
                <a:gd name="T5" fmla="*/ 3 h 3"/>
                <a:gd name="T6" fmla="*/ 1 w 7"/>
                <a:gd name="T7" fmla="*/ 0 h 3"/>
                <a:gd name="T8" fmla="*/ 3 w 7"/>
                <a:gd name="T9" fmla="*/ 0 h 3"/>
              </a:gdLst>
              <a:ahLst/>
              <a:cxnLst>
                <a:cxn ang="0">
                  <a:pos x="T0" y="T1"/>
                </a:cxn>
                <a:cxn ang="0">
                  <a:pos x="T2" y="T3"/>
                </a:cxn>
                <a:cxn ang="0">
                  <a:pos x="T4" y="T5"/>
                </a:cxn>
                <a:cxn ang="0">
                  <a:pos x="T6" y="T7"/>
                </a:cxn>
                <a:cxn ang="0">
                  <a:pos x="T8" y="T9"/>
                </a:cxn>
              </a:cxnLst>
              <a:rect l="0" t="0" r="r" b="b"/>
              <a:pathLst>
                <a:path w="7" h="3">
                  <a:moveTo>
                    <a:pt x="3" y="0"/>
                  </a:moveTo>
                  <a:cubicBezTo>
                    <a:pt x="6" y="0"/>
                    <a:pt x="7" y="0"/>
                    <a:pt x="7" y="2"/>
                  </a:cubicBezTo>
                  <a:cubicBezTo>
                    <a:pt x="5" y="2"/>
                    <a:pt x="2" y="2"/>
                    <a:pt x="2" y="3"/>
                  </a:cubicBezTo>
                  <a:cubicBezTo>
                    <a:pt x="0" y="3"/>
                    <a:pt x="2" y="1"/>
                    <a:pt x="1" y="0"/>
                  </a:cubicBezTo>
                  <a:cubicBezTo>
                    <a:pt x="2" y="0"/>
                    <a:pt x="3" y="0"/>
                    <a:pt x="3"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2" name="Freeform 34"/>
            <p:cNvSpPr/>
            <p:nvPr/>
          </p:nvSpPr>
          <p:spPr bwMode="auto">
            <a:xfrm>
              <a:off x="2508250" y="3605213"/>
              <a:ext cx="25400" cy="7938"/>
            </a:xfrm>
            <a:custGeom>
              <a:avLst/>
              <a:gdLst>
                <a:gd name="T0" fmla="*/ 7 w 7"/>
                <a:gd name="T1" fmla="*/ 2 h 2"/>
                <a:gd name="T2" fmla="*/ 0 w 7"/>
                <a:gd name="T3" fmla="*/ 2 h 2"/>
                <a:gd name="T4" fmla="*/ 7 w 7"/>
                <a:gd name="T5" fmla="*/ 2 h 2"/>
              </a:gdLst>
              <a:ahLst/>
              <a:cxnLst>
                <a:cxn ang="0">
                  <a:pos x="T0" y="T1"/>
                </a:cxn>
                <a:cxn ang="0">
                  <a:pos x="T2" y="T3"/>
                </a:cxn>
                <a:cxn ang="0">
                  <a:pos x="T4" y="T5"/>
                </a:cxn>
              </a:cxnLst>
              <a:rect l="0" t="0" r="r" b="b"/>
              <a:pathLst>
                <a:path w="7" h="2">
                  <a:moveTo>
                    <a:pt x="7" y="2"/>
                  </a:moveTo>
                  <a:cubicBezTo>
                    <a:pt x="4" y="1"/>
                    <a:pt x="3" y="2"/>
                    <a:pt x="0" y="2"/>
                  </a:cubicBezTo>
                  <a:cubicBezTo>
                    <a:pt x="1" y="1"/>
                    <a:pt x="7" y="0"/>
                    <a:pt x="7"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3" name="Freeform 35"/>
            <p:cNvSpPr/>
            <p:nvPr/>
          </p:nvSpPr>
          <p:spPr bwMode="auto">
            <a:xfrm>
              <a:off x="2976563" y="3613150"/>
              <a:ext cx="44450" cy="11113"/>
            </a:xfrm>
            <a:custGeom>
              <a:avLst/>
              <a:gdLst>
                <a:gd name="T0" fmla="*/ 10 w 12"/>
                <a:gd name="T1" fmla="*/ 0 h 3"/>
                <a:gd name="T2" fmla="*/ 11 w 12"/>
                <a:gd name="T3" fmla="*/ 3 h 3"/>
                <a:gd name="T4" fmla="*/ 1 w 12"/>
                <a:gd name="T5" fmla="*/ 2 h 3"/>
                <a:gd name="T6" fmla="*/ 3 w 12"/>
                <a:gd name="T7" fmla="*/ 0 h 3"/>
                <a:gd name="T8" fmla="*/ 10 w 12"/>
                <a:gd name="T9" fmla="*/ 0 h 3"/>
              </a:gdLst>
              <a:ahLst/>
              <a:cxnLst>
                <a:cxn ang="0">
                  <a:pos x="T0" y="T1"/>
                </a:cxn>
                <a:cxn ang="0">
                  <a:pos x="T2" y="T3"/>
                </a:cxn>
                <a:cxn ang="0">
                  <a:pos x="T4" y="T5"/>
                </a:cxn>
                <a:cxn ang="0">
                  <a:pos x="T6" y="T7"/>
                </a:cxn>
                <a:cxn ang="0">
                  <a:pos x="T8" y="T9"/>
                </a:cxn>
              </a:cxnLst>
              <a:rect l="0" t="0" r="r" b="b"/>
              <a:pathLst>
                <a:path w="12" h="3">
                  <a:moveTo>
                    <a:pt x="10" y="0"/>
                  </a:moveTo>
                  <a:cubicBezTo>
                    <a:pt x="11" y="1"/>
                    <a:pt x="12" y="2"/>
                    <a:pt x="11" y="3"/>
                  </a:cubicBezTo>
                  <a:cubicBezTo>
                    <a:pt x="7" y="3"/>
                    <a:pt x="2" y="3"/>
                    <a:pt x="1" y="2"/>
                  </a:cubicBezTo>
                  <a:cubicBezTo>
                    <a:pt x="0" y="0"/>
                    <a:pt x="4" y="2"/>
                    <a:pt x="3" y="0"/>
                  </a:cubicBezTo>
                  <a:cubicBezTo>
                    <a:pt x="6" y="0"/>
                    <a:pt x="10" y="1"/>
                    <a:pt x="1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4" name="Freeform 36"/>
            <p:cNvSpPr/>
            <p:nvPr/>
          </p:nvSpPr>
          <p:spPr bwMode="auto">
            <a:xfrm>
              <a:off x="2957513" y="3651250"/>
              <a:ext cx="57150" cy="11113"/>
            </a:xfrm>
            <a:custGeom>
              <a:avLst/>
              <a:gdLst>
                <a:gd name="T0" fmla="*/ 14 w 15"/>
                <a:gd name="T1" fmla="*/ 1 h 3"/>
                <a:gd name="T2" fmla="*/ 10 w 15"/>
                <a:gd name="T3" fmla="*/ 2 h 3"/>
                <a:gd name="T4" fmla="*/ 6 w 15"/>
                <a:gd name="T5" fmla="*/ 3 h 3"/>
                <a:gd name="T6" fmla="*/ 2 w 15"/>
                <a:gd name="T7" fmla="*/ 2 h 3"/>
                <a:gd name="T8" fmla="*/ 3 w 15"/>
                <a:gd name="T9" fmla="*/ 1 h 3"/>
                <a:gd name="T10" fmla="*/ 6 w 15"/>
                <a:gd name="T11" fmla="*/ 0 h 3"/>
                <a:gd name="T12" fmla="*/ 14 w 15"/>
                <a:gd name="T13" fmla="*/ 1 h 3"/>
              </a:gdLst>
              <a:ahLst/>
              <a:cxnLst>
                <a:cxn ang="0">
                  <a:pos x="T0" y="T1"/>
                </a:cxn>
                <a:cxn ang="0">
                  <a:pos x="T2" y="T3"/>
                </a:cxn>
                <a:cxn ang="0">
                  <a:pos x="T4" y="T5"/>
                </a:cxn>
                <a:cxn ang="0">
                  <a:pos x="T6" y="T7"/>
                </a:cxn>
                <a:cxn ang="0">
                  <a:pos x="T8" y="T9"/>
                </a:cxn>
                <a:cxn ang="0">
                  <a:pos x="T10" y="T11"/>
                </a:cxn>
                <a:cxn ang="0">
                  <a:pos x="T12" y="T13"/>
                </a:cxn>
              </a:cxnLst>
              <a:rect l="0" t="0" r="r" b="b"/>
              <a:pathLst>
                <a:path w="15" h="3">
                  <a:moveTo>
                    <a:pt x="14" y="1"/>
                  </a:moveTo>
                  <a:cubicBezTo>
                    <a:pt x="15" y="3"/>
                    <a:pt x="12" y="2"/>
                    <a:pt x="10" y="2"/>
                  </a:cubicBezTo>
                  <a:cubicBezTo>
                    <a:pt x="10" y="2"/>
                    <a:pt x="7" y="3"/>
                    <a:pt x="6" y="3"/>
                  </a:cubicBezTo>
                  <a:cubicBezTo>
                    <a:pt x="5" y="2"/>
                    <a:pt x="3" y="3"/>
                    <a:pt x="2" y="2"/>
                  </a:cubicBezTo>
                  <a:cubicBezTo>
                    <a:pt x="0" y="1"/>
                    <a:pt x="7" y="1"/>
                    <a:pt x="3" y="1"/>
                  </a:cubicBezTo>
                  <a:cubicBezTo>
                    <a:pt x="3" y="0"/>
                    <a:pt x="6" y="1"/>
                    <a:pt x="6" y="0"/>
                  </a:cubicBezTo>
                  <a:cubicBezTo>
                    <a:pt x="9" y="0"/>
                    <a:pt x="12" y="0"/>
                    <a:pt x="14"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5" name="Freeform 37"/>
            <p:cNvSpPr/>
            <p:nvPr/>
          </p:nvSpPr>
          <p:spPr bwMode="auto">
            <a:xfrm>
              <a:off x="2962275" y="3668713"/>
              <a:ext cx="25400" cy="7938"/>
            </a:xfrm>
            <a:custGeom>
              <a:avLst/>
              <a:gdLst>
                <a:gd name="T0" fmla="*/ 5 w 7"/>
                <a:gd name="T1" fmla="*/ 2 h 2"/>
                <a:gd name="T2" fmla="*/ 1 w 7"/>
                <a:gd name="T3" fmla="*/ 2 h 2"/>
                <a:gd name="T4" fmla="*/ 5 w 7"/>
                <a:gd name="T5" fmla="*/ 2 h 2"/>
              </a:gdLst>
              <a:ahLst/>
              <a:cxnLst>
                <a:cxn ang="0">
                  <a:pos x="T0" y="T1"/>
                </a:cxn>
                <a:cxn ang="0">
                  <a:pos x="T2" y="T3"/>
                </a:cxn>
                <a:cxn ang="0">
                  <a:pos x="T4" y="T5"/>
                </a:cxn>
              </a:cxnLst>
              <a:rect l="0" t="0" r="r" b="b"/>
              <a:pathLst>
                <a:path w="7" h="2">
                  <a:moveTo>
                    <a:pt x="5" y="2"/>
                  </a:moveTo>
                  <a:cubicBezTo>
                    <a:pt x="3" y="1"/>
                    <a:pt x="4" y="2"/>
                    <a:pt x="1" y="2"/>
                  </a:cubicBezTo>
                  <a:cubicBezTo>
                    <a:pt x="0" y="0"/>
                    <a:pt x="7" y="0"/>
                    <a:pt x="5"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6" name="Freeform 38"/>
            <p:cNvSpPr/>
            <p:nvPr/>
          </p:nvSpPr>
          <p:spPr bwMode="auto">
            <a:xfrm>
              <a:off x="2874963" y="3676650"/>
              <a:ext cx="34925" cy="11113"/>
            </a:xfrm>
            <a:custGeom>
              <a:avLst/>
              <a:gdLst>
                <a:gd name="T0" fmla="*/ 7 w 9"/>
                <a:gd name="T1" fmla="*/ 1 h 3"/>
                <a:gd name="T2" fmla="*/ 8 w 9"/>
                <a:gd name="T3" fmla="*/ 1 h 3"/>
                <a:gd name="T4" fmla="*/ 4 w 9"/>
                <a:gd name="T5" fmla="*/ 2 h 3"/>
                <a:gd name="T6" fmla="*/ 0 w 9"/>
                <a:gd name="T7" fmla="*/ 2 h 3"/>
                <a:gd name="T8" fmla="*/ 7 w 9"/>
                <a:gd name="T9" fmla="*/ 1 h 3"/>
              </a:gdLst>
              <a:ahLst/>
              <a:cxnLst>
                <a:cxn ang="0">
                  <a:pos x="T0" y="T1"/>
                </a:cxn>
                <a:cxn ang="0">
                  <a:pos x="T2" y="T3"/>
                </a:cxn>
                <a:cxn ang="0">
                  <a:pos x="T4" y="T5"/>
                </a:cxn>
                <a:cxn ang="0">
                  <a:pos x="T6" y="T7"/>
                </a:cxn>
                <a:cxn ang="0">
                  <a:pos x="T8" y="T9"/>
                </a:cxn>
              </a:cxnLst>
              <a:rect l="0" t="0" r="r" b="b"/>
              <a:pathLst>
                <a:path w="9" h="3">
                  <a:moveTo>
                    <a:pt x="7" y="1"/>
                  </a:moveTo>
                  <a:cubicBezTo>
                    <a:pt x="7" y="1"/>
                    <a:pt x="8" y="1"/>
                    <a:pt x="8" y="1"/>
                  </a:cubicBezTo>
                  <a:cubicBezTo>
                    <a:pt x="9" y="2"/>
                    <a:pt x="5" y="2"/>
                    <a:pt x="4" y="2"/>
                  </a:cubicBezTo>
                  <a:cubicBezTo>
                    <a:pt x="3" y="3"/>
                    <a:pt x="4" y="2"/>
                    <a:pt x="0" y="2"/>
                  </a:cubicBezTo>
                  <a:cubicBezTo>
                    <a:pt x="2" y="1"/>
                    <a:pt x="3" y="0"/>
                    <a:pt x="7"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7" name="Freeform 39"/>
            <p:cNvSpPr/>
            <p:nvPr/>
          </p:nvSpPr>
          <p:spPr bwMode="auto">
            <a:xfrm>
              <a:off x="2932113" y="3684588"/>
              <a:ext cx="14288" cy="11113"/>
            </a:xfrm>
            <a:custGeom>
              <a:avLst/>
              <a:gdLst>
                <a:gd name="T0" fmla="*/ 1 w 4"/>
                <a:gd name="T1" fmla="*/ 0 h 3"/>
                <a:gd name="T2" fmla="*/ 3 w 4"/>
                <a:gd name="T3" fmla="*/ 2 h 3"/>
                <a:gd name="T4" fmla="*/ 1 w 4"/>
                <a:gd name="T5" fmla="*/ 0 h 3"/>
              </a:gdLst>
              <a:ahLst/>
              <a:cxnLst>
                <a:cxn ang="0">
                  <a:pos x="T0" y="T1"/>
                </a:cxn>
                <a:cxn ang="0">
                  <a:pos x="T2" y="T3"/>
                </a:cxn>
                <a:cxn ang="0">
                  <a:pos x="T4" y="T5"/>
                </a:cxn>
              </a:cxnLst>
              <a:rect l="0" t="0" r="r" b="b"/>
              <a:pathLst>
                <a:path w="4" h="3">
                  <a:moveTo>
                    <a:pt x="1" y="0"/>
                  </a:moveTo>
                  <a:cubicBezTo>
                    <a:pt x="3" y="1"/>
                    <a:pt x="4" y="1"/>
                    <a:pt x="3" y="2"/>
                  </a:cubicBezTo>
                  <a:cubicBezTo>
                    <a:pt x="0" y="3"/>
                    <a:pt x="1" y="1"/>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8" name="Freeform 40"/>
            <p:cNvSpPr/>
            <p:nvPr/>
          </p:nvSpPr>
          <p:spPr bwMode="auto">
            <a:xfrm>
              <a:off x="3997325" y="3762375"/>
              <a:ext cx="66675" cy="38100"/>
            </a:xfrm>
            <a:custGeom>
              <a:avLst/>
              <a:gdLst>
                <a:gd name="T0" fmla="*/ 6 w 18"/>
                <a:gd name="T1" fmla="*/ 0 h 10"/>
                <a:gd name="T2" fmla="*/ 7 w 18"/>
                <a:gd name="T3" fmla="*/ 0 h 10"/>
                <a:gd name="T4" fmla="*/ 14 w 18"/>
                <a:gd name="T5" fmla="*/ 0 h 10"/>
                <a:gd name="T6" fmla="*/ 17 w 18"/>
                <a:gd name="T7" fmla="*/ 1 h 10"/>
                <a:gd name="T8" fmla="*/ 16 w 18"/>
                <a:gd name="T9" fmla="*/ 2 h 10"/>
                <a:gd name="T10" fmla="*/ 14 w 18"/>
                <a:gd name="T11" fmla="*/ 3 h 10"/>
                <a:gd name="T12" fmla="*/ 16 w 18"/>
                <a:gd name="T13" fmla="*/ 5 h 10"/>
                <a:gd name="T14" fmla="*/ 15 w 18"/>
                <a:gd name="T15" fmla="*/ 8 h 10"/>
                <a:gd name="T16" fmla="*/ 10 w 18"/>
                <a:gd name="T17" fmla="*/ 8 h 10"/>
                <a:gd name="T18" fmla="*/ 9 w 18"/>
                <a:gd name="T19" fmla="*/ 9 h 10"/>
                <a:gd name="T20" fmla="*/ 7 w 18"/>
                <a:gd name="T21" fmla="*/ 10 h 10"/>
                <a:gd name="T22" fmla="*/ 1 w 18"/>
                <a:gd name="T23" fmla="*/ 10 h 10"/>
                <a:gd name="T24" fmla="*/ 3 w 18"/>
                <a:gd name="T25" fmla="*/ 7 h 10"/>
                <a:gd name="T26" fmla="*/ 3 w 18"/>
                <a:gd name="T27" fmla="*/ 5 h 10"/>
                <a:gd name="T28" fmla="*/ 1 w 18"/>
                <a:gd name="T29" fmla="*/ 3 h 10"/>
                <a:gd name="T30" fmla="*/ 5 w 18"/>
                <a:gd name="T31" fmla="*/ 3 h 10"/>
                <a:gd name="T32" fmla="*/ 6 w 18"/>
                <a:gd name="T33"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8" h="10">
                  <a:moveTo>
                    <a:pt x="6" y="0"/>
                  </a:moveTo>
                  <a:cubicBezTo>
                    <a:pt x="7" y="0"/>
                    <a:pt x="7" y="0"/>
                    <a:pt x="7" y="0"/>
                  </a:cubicBezTo>
                  <a:cubicBezTo>
                    <a:pt x="8" y="1"/>
                    <a:pt x="12" y="0"/>
                    <a:pt x="14" y="0"/>
                  </a:cubicBezTo>
                  <a:cubicBezTo>
                    <a:pt x="15" y="1"/>
                    <a:pt x="16" y="1"/>
                    <a:pt x="17" y="1"/>
                  </a:cubicBezTo>
                  <a:cubicBezTo>
                    <a:pt x="18" y="2"/>
                    <a:pt x="17" y="2"/>
                    <a:pt x="16" y="2"/>
                  </a:cubicBezTo>
                  <a:cubicBezTo>
                    <a:pt x="16" y="3"/>
                    <a:pt x="15" y="3"/>
                    <a:pt x="14" y="3"/>
                  </a:cubicBezTo>
                  <a:cubicBezTo>
                    <a:pt x="14" y="4"/>
                    <a:pt x="16" y="4"/>
                    <a:pt x="16" y="5"/>
                  </a:cubicBezTo>
                  <a:cubicBezTo>
                    <a:pt x="16" y="6"/>
                    <a:pt x="15" y="7"/>
                    <a:pt x="15" y="8"/>
                  </a:cubicBezTo>
                  <a:cubicBezTo>
                    <a:pt x="14" y="8"/>
                    <a:pt x="12" y="8"/>
                    <a:pt x="10" y="8"/>
                  </a:cubicBezTo>
                  <a:cubicBezTo>
                    <a:pt x="9" y="8"/>
                    <a:pt x="10" y="9"/>
                    <a:pt x="9" y="9"/>
                  </a:cubicBezTo>
                  <a:cubicBezTo>
                    <a:pt x="9" y="9"/>
                    <a:pt x="7" y="9"/>
                    <a:pt x="7" y="10"/>
                  </a:cubicBezTo>
                  <a:cubicBezTo>
                    <a:pt x="5" y="10"/>
                    <a:pt x="3" y="10"/>
                    <a:pt x="1" y="10"/>
                  </a:cubicBezTo>
                  <a:cubicBezTo>
                    <a:pt x="2" y="9"/>
                    <a:pt x="0" y="7"/>
                    <a:pt x="3" y="7"/>
                  </a:cubicBezTo>
                  <a:cubicBezTo>
                    <a:pt x="4" y="6"/>
                    <a:pt x="2" y="6"/>
                    <a:pt x="3" y="5"/>
                  </a:cubicBezTo>
                  <a:cubicBezTo>
                    <a:pt x="4" y="4"/>
                    <a:pt x="1" y="4"/>
                    <a:pt x="1" y="3"/>
                  </a:cubicBezTo>
                  <a:cubicBezTo>
                    <a:pt x="4" y="3"/>
                    <a:pt x="4" y="3"/>
                    <a:pt x="5" y="3"/>
                  </a:cubicBezTo>
                  <a:cubicBezTo>
                    <a:pt x="8" y="3"/>
                    <a:pt x="6" y="1"/>
                    <a:pt x="6"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9" name="Freeform 41"/>
            <p:cNvSpPr/>
            <p:nvPr/>
          </p:nvSpPr>
          <p:spPr bwMode="auto">
            <a:xfrm>
              <a:off x="1657350" y="3762375"/>
              <a:ext cx="17463" cy="12700"/>
            </a:xfrm>
            <a:custGeom>
              <a:avLst/>
              <a:gdLst>
                <a:gd name="T0" fmla="*/ 5 w 5"/>
                <a:gd name="T1" fmla="*/ 0 h 3"/>
                <a:gd name="T2" fmla="*/ 4 w 5"/>
                <a:gd name="T3" fmla="*/ 1 h 3"/>
                <a:gd name="T4" fmla="*/ 0 w 5"/>
                <a:gd name="T5" fmla="*/ 2 h 3"/>
                <a:gd name="T6" fmla="*/ 5 w 5"/>
                <a:gd name="T7" fmla="*/ 0 h 3"/>
              </a:gdLst>
              <a:ahLst/>
              <a:cxnLst>
                <a:cxn ang="0">
                  <a:pos x="T0" y="T1"/>
                </a:cxn>
                <a:cxn ang="0">
                  <a:pos x="T2" y="T3"/>
                </a:cxn>
                <a:cxn ang="0">
                  <a:pos x="T4" y="T5"/>
                </a:cxn>
                <a:cxn ang="0">
                  <a:pos x="T6" y="T7"/>
                </a:cxn>
              </a:cxnLst>
              <a:rect l="0" t="0" r="r" b="b"/>
              <a:pathLst>
                <a:path w="5" h="3">
                  <a:moveTo>
                    <a:pt x="5" y="0"/>
                  </a:moveTo>
                  <a:cubicBezTo>
                    <a:pt x="5" y="1"/>
                    <a:pt x="4" y="1"/>
                    <a:pt x="4" y="1"/>
                  </a:cubicBezTo>
                  <a:cubicBezTo>
                    <a:pt x="2" y="2"/>
                    <a:pt x="2" y="3"/>
                    <a:pt x="0" y="2"/>
                  </a:cubicBezTo>
                  <a:cubicBezTo>
                    <a:pt x="0" y="1"/>
                    <a:pt x="2" y="1"/>
                    <a:pt x="5"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0" name="Freeform 42"/>
            <p:cNvSpPr/>
            <p:nvPr/>
          </p:nvSpPr>
          <p:spPr bwMode="auto">
            <a:xfrm>
              <a:off x="2139950" y="3770313"/>
              <a:ext cx="23813" cy="19050"/>
            </a:xfrm>
            <a:custGeom>
              <a:avLst/>
              <a:gdLst>
                <a:gd name="T0" fmla="*/ 1 w 6"/>
                <a:gd name="T1" fmla="*/ 0 h 5"/>
                <a:gd name="T2" fmla="*/ 6 w 6"/>
                <a:gd name="T3" fmla="*/ 4 h 5"/>
                <a:gd name="T4" fmla="*/ 2 w 6"/>
                <a:gd name="T5" fmla="*/ 3 h 5"/>
                <a:gd name="T6" fmla="*/ 1 w 6"/>
                <a:gd name="T7" fmla="*/ 0 h 5"/>
              </a:gdLst>
              <a:ahLst/>
              <a:cxnLst>
                <a:cxn ang="0">
                  <a:pos x="T0" y="T1"/>
                </a:cxn>
                <a:cxn ang="0">
                  <a:pos x="T2" y="T3"/>
                </a:cxn>
                <a:cxn ang="0">
                  <a:pos x="T4" y="T5"/>
                </a:cxn>
                <a:cxn ang="0">
                  <a:pos x="T6" y="T7"/>
                </a:cxn>
              </a:cxnLst>
              <a:rect l="0" t="0" r="r" b="b"/>
              <a:pathLst>
                <a:path w="6" h="5">
                  <a:moveTo>
                    <a:pt x="1" y="0"/>
                  </a:moveTo>
                  <a:cubicBezTo>
                    <a:pt x="3" y="1"/>
                    <a:pt x="4" y="3"/>
                    <a:pt x="6" y="4"/>
                  </a:cubicBezTo>
                  <a:cubicBezTo>
                    <a:pt x="5" y="5"/>
                    <a:pt x="2" y="3"/>
                    <a:pt x="2" y="3"/>
                  </a:cubicBezTo>
                  <a:cubicBezTo>
                    <a:pt x="0" y="3"/>
                    <a:pt x="0" y="1"/>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1" name="Freeform 43"/>
            <p:cNvSpPr/>
            <p:nvPr/>
          </p:nvSpPr>
          <p:spPr bwMode="auto">
            <a:xfrm>
              <a:off x="6296025" y="3762375"/>
              <a:ext cx="36513" cy="87313"/>
            </a:xfrm>
            <a:custGeom>
              <a:avLst/>
              <a:gdLst>
                <a:gd name="T0" fmla="*/ 3 w 10"/>
                <a:gd name="T1" fmla="*/ 3 h 23"/>
                <a:gd name="T2" fmla="*/ 5 w 10"/>
                <a:gd name="T3" fmla="*/ 6 h 23"/>
                <a:gd name="T4" fmla="*/ 6 w 10"/>
                <a:gd name="T5" fmla="*/ 8 h 23"/>
                <a:gd name="T6" fmla="*/ 6 w 10"/>
                <a:gd name="T7" fmla="*/ 10 h 23"/>
                <a:gd name="T8" fmla="*/ 7 w 10"/>
                <a:gd name="T9" fmla="*/ 13 h 23"/>
                <a:gd name="T10" fmla="*/ 10 w 10"/>
                <a:gd name="T11" fmla="*/ 15 h 23"/>
                <a:gd name="T12" fmla="*/ 6 w 10"/>
                <a:gd name="T13" fmla="*/ 16 h 23"/>
                <a:gd name="T14" fmla="*/ 6 w 10"/>
                <a:gd name="T15" fmla="*/ 19 h 23"/>
                <a:gd name="T16" fmla="*/ 4 w 10"/>
                <a:gd name="T17" fmla="*/ 19 h 23"/>
                <a:gd name="T18" fmla="*/ 6 w 10"/>
                <a:gd name="T19" fmla="*/ 23 h 23"/>
                <a:gd name="T20" fmla="*/ 2 w 10"/>
                <a:gd name="T21" fmla="*/ 22 h 23"/>
                <a:gd name="T22" fmla="*/ 3 w 10"/>
                <a:gd name="T23" fmla="*/ 19 h 23"/>
                <a:gd name="T24" fmla="*/ 1 w 10"/>
                <a:gd name="T25" fmla="*/ 18 h 23"/>
                <a:gd name="T26" fmla="*/ 3 w 10"/>
                <a:gd name="T27" fmla="*/ 12 h 23"/>
                <a:gd name="T28" fmla="*/ 1 w 10"/>
                <a:gd name="T29" fmla="*/ 10 h 23"/>
                <a:gd name="T30" fmla="*/ 1 w 10"/>
                <a:gd name="T31" fmla="*/ 6 h 23"/>
                <a:gd name="T32" fmla="*/ 3 w 10"/>
                <a:gd name="T33" fmla="*/ 5 h 23"/>
                <a:gd name="T34" fmla="*/ 4 w 10"/>
                <a:gd name="T35" fmla="*/ 3 h 23"/>
                <a:gd name="T36" fmla="*/ 3 w 10"/>
                <a:gd name="T37" fmla="*/ 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0" h="23">
                  <a:moveTo>
                    <a:pt x="3" y="3"/>
                  </a:moveTo>
                  <a:cubicBezTo>
                    <a:pt x="8" y="0"/>
                    <a:pt x="4" y="6"/>
                    <a:pt x="5" y="6"/>
                  </a:cubicBezTo>
                  <a:cubicBezTo>
                    <a:pt x="7" y="7"/>
                    <a:pt x="4" y="7"/>
                    <a:pt x="6" y="8"/>
                  </a:cubicBezTo>
                  <a:cubicBezTo>
                    <a:pt x="8" y="9"/>
                    <a:pt x="6" y="9"/>
                    <a:pt x="6" y="10"/>
                  </a:cubicBezTo>
                  <a:cubicBezTo>
                    <a:pt x="6" y="10"/>
                    <a:pt x="8" y="12"/>
                    <a:pt x="7" y="13"/>
                  </a:cubicBezTo>
                  <a:cubicBezTo>
                    <a:pt x="7" y="15"/>
                    <a:pt x="9" y="15"/>
                    <a:pt x="10" y="15"/>
                  </a:cubicBezTo>
                  <a:cubicBezTo>
                    <a:pt x="10" y="17"/>
                    <a:pt x="8" y="17"/>
                    <a:pt x="6" y="16"/>
                  </a:cubicBezTo>
                  <a:cubicBezTo>
                    <a:pt x="6" y="17"/>
                    <a:pt x="6" y="19"/>
                    <a:pt x="6" y="19"/>
                  </a:cubicBezTo>
                  <a:cubicBezTo>
                    <a:pt x="6" y="19"/>
                    <a:pt x="4" y="19"/>
                    <a:pt x="4" y="19"/>
                  </a:cubicBezTo>
                  <a:cubicBezTo>
                    <a:pt x="5" y="20"/>
                    <a:pt x="7" y="21"/>
                    <a:pt x="6" y="23"/>
                  </a:cubicBezTo>
                  <a:cubicBezTo>
                    <a:pt x="3" y="22"/>
                    <a:pt x="4" y="23"/>
                    <a:pt x="2" y="22"/>
                  </a:cubicBezTo>
                  <a:cubicBezTo>
                    <a:pt x="3" y="21"/>
                    <a:pt x="1" y="21"/>
                    <a:pt x="3" y="19"/>
                  </a:cubicBezTo>
                  <a:cubicBezTo>
                    <a:pt x="3" y="18"/>
                    <a:pt x="2" y="18"/>
                    <a:pt x="1" y="18"/>
                  </a:cubicBezTo>
                  <a:cubicBezTo>
                    <a:pt x="1" y="17"/>
                    <a:pt x="3" y="15"/>
                    <a:pt x="3" y="12"/>
                  </a:cubicBezTo>
                  <a:cubicBezTo>
                    <a:pt x="2" y="11"/>
                    <a:pt x="1" y="10"/>
                    <a:pt x="1" y="10"/>
                  </a:cubicBezTo>
                  <a:cubicBezTo>
                    <a:pt x="0" y="8"/>
                    <a:pt x="3" y="7"/>
                    <a:pt x="1" y="6"/>
                  </a:cubicBezTo>
                  <a:cubicBezTo>
                    <a:pt x="1" y="5"/>
                    <a:pt x="2" y="5"/>
                    <a:pt x="3" y="5"/>
                  </a:cubicBezTo>
                  <a:cubicBezTo>
                    <a:pt x="3" y="4"/>
                    <a:pt x="3" y="3"/>
                    <a:pt x="4" y="3"/>
                  </a:cubicBezTo>
                  <a:cubicBezTo>
                    <a:pt x="5" y="3"/>
                    <a:pt x="4" y="3"/>
                    <a:pt x="3"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2" name="Freeform 44"/>
            <p:cNvSpPr/>
            <p:nvPr/>
          </p:nvSpPr>
          <p:spPr bwMode="auto">
            <a:xfrm>
              <a:off x="1627188" y="3775075"/>
              <a:ext cx="11113" cy="6350"/>
            </a:xfrm>
            <a:custGeom>
              <a:avLst/>
              <a:gdLst>
                <a:gd name="T0" fmla="*/ 1 w 3"/>
                <a:gd name="T1" fmla="*/ 0 h 2"/>
                <a:gd name="T2" fmla="*/ 0 w 3"/>
                <a:gd name="T3" fmla="*/ 1 h 2"/>
                <a:gd name="T4" fmla="*/ 0 w 3"/>
                <a:gd name="T5" fmla="*/ 0 h 2"/>
                <a:gd name="T6" fmla="*/ 1 w 3"/>
                <a:gd name="T7" fmla="*/ 0 h 2"/>
              </a:gdLst>
              <a:ahLst/>
              <a:cxnLst>
                <a:cxn ang="0">
                  <a:pos x="T0" y="T1"/>
                </a:cxn>
                <a:cxn ang="0">
                  <a:pos x="T2" y="T3"/>
                </a:cxn>
                <a:cxn ang="0">
                  <a:pos x="T4" y="T5"/>
                </a:cxn>
                <a:cxn ang="0">
                  <a:pos x="T6" y="T7"/>
                </a:cxn>
              </a:cxnLst>
              <a:rect l="0" t="0" r="r" b="b"/>
              <a:pathLst>
                <a:path w="3" h="2">
                  <a:moveTo>
                    <a:pt x="1" y="0"/>
                  </a:moveTo>
                  <a:cubicBezTo>
                    <a:pt x="3" y="0"/>
                    <a:pt x="2" y="2"/>
                    <a:pt x="0" y="1"/>
                  </a:cubicBezTo>
                  <a:cubicBezTo>
                    <a:pt x="0" y="1"/>
                    <a:pt x="0" y="1"/>
                    <a:pt x="0" y="0"/>
                  </a:cubicBezTo>
                  <a:cubicBezTo>
                    <a:pt x="1" y="0"/>
                    <a:pt x="1" y="0"/>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3" name="Freeform 45"/>
            <p:cNvSpPr/>
            <p:nvPr/>
          </p:nvSpPr>
          <p:spPr bwMode="auto">
            <a:xfrm>
              <a:off x="3246438" y="3803650"/>
              <a:ext cx="112713" cy="46038"/>
            </a:xfrm>
            <a:custGeom>
              <a:avLst/>
              <a:gdLst>
                <a:gd name="T0" fmla="*/ 13 w 30"/>
                <a:gd name="T1" fmla="*/ 0 h 12"/>
                <a:gd name="T2" fmla="*/ 16 w 30"/>
                <a:gd name="T3" fmla="*/ 1 h 12"/>
                <a:gd name="T4" fmla="*/ 15 w 30"/>
                <a:gd name="T5" fmla="*/ 2 h 12"/>
                <a:gd name="T6" fmla="*/ 19 w 30"/>
                <a:gd name="T7" fmla="*/ 3 h 12"/>
                <a:gd name="T8" fmla="*/ 25 w 30"/>
                <a:gd name="T9" fmla="*/ 4 h 12"/>
                <a:gd name="T10" fmla="*/ 24 w 30"/>
                <a:gd name="T11" fmla="*/ 6 h 12"/>
                <a:gd name="T12" fmla="*/ 27 w 30"/>
                <a:gd name="T13" fmla="*/ 7 h 12"/>
                <a:gd name="T14" fmla="*/ 29 w 30"/>
                <a:gd name="T15" fmla="*/ 8 h 12"/>
                <a:gd name="T16" fmla="*/ 27 w 30"/>
                <a:gd name="T17" fmla="*/ 11 h 12"/>
                <a:gd name="T18" fmla="*/ 26 w 30"/>
                <a:gd name="T19" fmla="*/ 10 h 12"/>
                <a:gd name="T20" fmla="*/ 20 w 30"/>
                <a:gd name="T21" fmla="*/ 10 h 12"/>
                <a:gd name="T22" fmla="*/ 16 w 30"/>
                <a:gd name="T23" fmla="*/ 12 h 12"/>
                <a:gd name="T24" fmla="*/ 14 w 30"/>
                <a:gd name="T25" fmla="*/ 10 h 12"/>
                <a:gd name="T26" fmla="*/ 11 w 30"/>
                <a:gd name="T27" fmla="*/ 10 h 12"/>
                <a:gd name="T28" fmla="*/ 7 w 30"/>
                <a:gd name="T29" fmla="*/ 8 h 12"/>
                <a:gd name="T30" fmla="*/ 0 w 30"/>
                <a:gd name="T31" fmla="*/ 9 h 12"/>
                <a:gd name="T32" fmla="*/ 1 w 30"/>
                <a:gd name="T33" fmla="*/ 7 h 12"/>
                <a:gd name="T34" fmla="*/ 5 w 30"/>
                <a:gd name="T35" fmla="*/ 6 h 12"/>
                <a:gd name="T36" fmla="*/ 7 w 30"/>
                <a:gd name="T37" fmla="*/ 4 h 12"/>
                <a:gd name="T38" fmla="*/ 8 w 30"/>
                <a:gd name="T39" fmla="*/ 1 h 12"/>
                <a:gd name="T40" fmla="*/ 10 w 30"/>
                <a:gd name="T41" fmla="*/ 1 h 12"/>
                <a:gd name="T42" fmla="*/ 10 w 30"/>
                <a:gd name="T43" fmla="*/ 1 h 12"/>
                <a:gd name="T44" fmla="*/ 13 w 30"/>
                <a:gd name="T45" fmla="*/ 0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0" h="12">
                  <a:moveTo>
                    <a:pt x="13" y="0"/>
                  </a:moveTo>
                  <a:cubicBezTo>
                    <a:pt x="15" y="0"/>
                    <a:pt x="15" y="0"/>
                    <a:pt x="16" y="1"/>
                  </a:cubicBezTo>
                  <a:cubicBezTo>
                    <a:pt x="16" y="2"/>
                    <a:pt x="13" y="1"/>
                    <a:pt x="15" y="2"/>
                  </a:cubicBezTo>
                  <a:cubicBezTo>
                    <a:pt x="15" y="4"/>
                    <a:pt x="18" y="3"/>
                    <a:pt x="19" y="3"/>
                  </a:cubicBezTo>
                  <a:cubicBezTo>
                    <a:pt x="20" y="4"/>
                    <a:pt x="21" y="5"/>
                    <a:pt x="25" y="4"/>
                  </a:cubicBezTo>
                  <a:cubicBezTo>
                    <a:pt x="25" y="6"/>
                    <a:pt x="27" y="6"/>
                    <a:pt x="24" y="6"/>
                  </a:cubicBezTo>
                  <a:cubicBezTo>
                    <a:pt x="24" y="7"/>
                    <a:pt x="26" y="7"/>
                    <a:pt x="27" y="7"/>
                  </a:cubicBezTo>
                  <a:cubicBezTo>
                    <a:pt x="28" y="7"/>
                    <a:pt x="27" y="9"/>
                    <a:pt x="29" y="8"/>
                  </a:cubicBezTo>
                  <a:cubicBezTo>
                    <a:pt x="30" y="10"/>
                    <a:pt x="26" y="9"/>
                    <a:pt x="27" y="11"/>
                  </a:cubicBezTo>
                  <a:cubicBezTo>
                    <a:pt x="26" y="11"/>
                    <a:pt x="26" y="10"/>
                    <a:pt x="26" y="10"/>
                  </a:cubicBezTo>
                  <a:cubicBezTo>
                    <a:pt x="23" y="10"/>
                    <a:pt x="23" y="10"/>
                    <a:pt x="20" y="10"/>
                  </a:cubicBezTo>
                  <a:cubicBezTo>
                    <a:pt x="19" y="10"/>
                    <a:pt x="16" y="10"/>
                    <a:pt x="16" y="12"/>
                  </a:cubicBezTo>
                  <a:cubicBezTo>
                    <a:pt x="14" y="12"/>
                    <a:pt x="15" y="11"/>
                    <a:pt x="14" y="10"/>
                  </a:cubicBezTo>
                  <a:cubicBezTo>
                    <a:pt x="14" y="10"/>
                    <a:pt x="12" y="10"/>
                    <a:pt x="11" y="10"/>
                  </a:cubicBezTo>
                  <a:cubicBezTo>
                    <a:pt x="10" y="9"/>
                    <a:pt x="10" y="9"/>
                    <a:pt x="7" y="8"/>
                  </a:cubicBezTo>
                  <a:cubicBezTo>
                    <a:pt x="4" y="8"/>
                    <a:pt x="4" y="9"/>
                    <a:pt x="0" y="9"/>
                  </a:cubicBezTo>
                  <a:cubicBezTo>
                    <a:pt x="1" y="8"/>
                    <a:pt x="2" y="8"/>
                    <a:pt x="1" y="7"/>
                  </a:cubicBezTo>
                  <a:cubicBezTo>
                    <a:pt x="5" y="7"/>
                    <a:pt x="2" y="5"/>
                    <a:pt x="5" y="6"/>
                  </a:cubicBezTo>
                  <a:cubicBezTo>
                    <a:pt x="4" y="5"/>
                    <a:pt x="7" y="4"/>
                    <a:pt x="7" y="4"/>
                  </a:cubicBezTo>
                  <a:cubicBezTo>
                    <a:pt x="8" y="3"/>
                    <a:pt x="7" y="2"/>
                    <a:pt x="8" y="1"/>
                  </a:cubicBezTo>
                  <a:cubicBezTo>
                    <a:pt x="9" y="1"/>
                    <a:pt x="10" y="2"/>
                    <a:pt x="10" y="1"/>
                  </a:cubicBezTo>
                  <a:cubicBezTo>
                    <a:pt x="11" y="1"/>
                    <a:pt x="10" y="1"/>
                    <a:pt x="10" y="1"/>
                  </a:cubicBezTo>
                  <a:cubicBezTo>
                    <a:pt x="11" y="0"/>
                    <a:pt x="13" y="0"/>
                    <a:pt x="13"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4" name="Freeform 46"/>
            <p:cNvSpPr/>
            <p:nvPr/>
          </p:nvSpPr>
          <p:spPr bwMode="auto">
            <a:xfrm>
              <a:off x="3190875" y="3816350"/>
              <a:ext cx="25400" cy="14288"/>
            </a:xfrm>
            <a:custGeom>
              <a:avLst/>
              <a:gdLst>
                <a:gd name="T0" fmla="*/ 0 w 7"/>
                <a:gd name="T1" fmla="*/ 0 h 4"/>
                <a:gd name="T2" fmla="*/ 7 w 7"/>
                <a:gd name="T3" fmla="*/ 2 h 4"/>
                <a:gd name="T4" fmla="*/ 0 w 7"/>
                <a:gd name="T5" fmla="*/ 0 h 4"/>
              </a:gdLst>
              <a:ahLst/>
              <a:cxnLst>
                <a:cxn ang="0">
                  <a:pos x="T0" y="T1"/>
                </a:cxn>
                <a:cxn ang="0">
                  <a:pos x="T2" y="T3"/>
                </a:cxn>
                <a:cxn ang="0">
                  <a:pos x="T4" y="T5"/>
                </a:cxn>
              </a:cxnLst>
              <a:rect l="0" t="0" r="r" b="b"/>
              <a:pathLst>
                <a:path w="7" h="4">
                  <a:moveTo>
                    <a:pt x="0" y="0"/>
                  </a:moveTo>
                  <a:cubicBezTo>
                    <a:pt x="3" y="0"/>
                    <a:pt x="3" y="2"/>
                    <a:pt x="7" y="2"/>
                  </a:cubicBezTo>
                  <a:cubicBezTo>
                    <a:pt x="6" y="4"/>
                    <a:pt x="0" y="2"/>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5" name="Freeform 47"/>
            <p:cNvSpPr/>
            <p:nvPr/>
          </p:nvSpPr>
          <p:spPr bwMode="auto">
            <a:xfrm>
              <a:off x="6284913" y="3860800"/>
              <a:ext cx="74613" cy="30163"/>
            </a:xfrm>
            <a:custGeom>
              <a:avLst/>
              <a:gdLst>
                <a:gd name="T0" fmla="*/ 6 w 20"/>
                <a:gd name="T1" fmla="*/ 1 h 8"/>
                <a:gd name="T2" fmla="*/ 6 w 20"/>
                <a:gd name="T3" fmla="*/ 1 h 8"/>
                <a:gd name="T4" fmla="*/ 10 w 20"/>
                <a:gd name="T5" fmla="*/ 3 h 8"/>
                <a:gd name="T6" fmla="*/ 20 w 20"/>
                <a:gd name="T7" fmla="*/ 3 h 8"/>
                <a:gd name="T8" fmla="*/ 16 w 20"/>
                <a:gd name="T9" fmla="*/ 5 h 8"/>
                <a:gd name="T10" fmla="*/ 13 w 20"/>
                <a:gd name="T11" fmla="*/ 5 h 8"/>
                <a:gd name="T12" fmla="*/ 9 w 20"/>
                <a:gd name="T13" fmla="*/ 6 h 8"/>
                <a:gd name="T14" fmla="*/ 8 w 20"/>
                <a:gd name="T15" fmla="*/ 7 h 8"/>
                <a:gd name="T16" fmla="*/ 4 w 20"/>
                <a:gd name="T17" fmla="*/ 6 h 8"/>
                <a:gd name="T18" fmla="*/ 6 w 20"/>
                <a:gd name="T19" fmla="*/ 1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 h="8">
                  <a:moveTo>
                    <a:pt x="6" y="1"/>
                  </a:moveTo>
                  <a:cubicBezTo>
                    <a:pt x="6" y="0"/>
                    <a:pt x="6" y="1"/>
                    <a:pt x="6" y="1"/>
                  </a:cubicBezTo>
                  <a:cubicBezTo>
                    <a:pt x="7" y="2"/>
                    <a:pt x="10" y="2"/>
                    <a:pt x="10" y="3"/>
                  </a:cubicBezTo>
                  <a:cubicBezTo>
                    <a:pt x="14" y="2"/>
                    <a:pt x="16" y="3"/>
                    <a:pt x="20" y="3"/>
                  </a:cubicBezTo>
                  <a:cubicBezTo>
                    <a:pt x="20" y="4"/>
                    <a:pt x="17" y="4"/>
                    <a:pt x="16" y="5"/>
                  </a:cubicBezTo>
                  <a:cubicBezTo>
                    <a:pt x="15" y="6"/>
                    <a:pt x="15" y="5"/>
                    <a:pt x="13" y="5"/>
                  </a:cubicBezTo>
                  <a:cubicBezTo>
                    <a:pt x="11" y="5"/>
                    <a:pt x="10" y="7"/>
                    <a:pt x="9" y="6"/>
                  </a:cubicBezTo>
                  <a:cubicBezTo>
                    <a:pt x="8" y="6"/>
                    <a:pt x="9" y="7"/>
                    <a:pt x="8" y="7"/>
                  </a:cubicBezTo>
                  <a:cubicBezTo>
                    <a:pt x="6" y="8"/>
                    <a:pt x="6" y="5"/>
                    <a:pt x="4" y="6"/>
                  </a:cubicBezTo>
                  <a:cubicBezTo>
                    <a:pt x="0" y="5"/>
                    <a:pt x="3" y="1"/>
                    <a:pt x="6"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6" name="Freeform 48"/>
            <p:cNvSpPr/>
            <p:nvPr/>
          </p:nvSpPr>
          <p:spPr bwMode="auto">
            <a:xfrm>
              <a:off x="6145213" y="3894138"/>
              <a:ext cx="150813" cy="63500"/>
            </a:xfrm>
            <a:custGeom>
              <a:avLst/>
              <a:gdLst>
                <a:gd name="T0" fmla="*/ 36 w 40"/>
                <a:gd name="T1" fmla="*/ 0 h 17"/>
                <a:gd name="T2" fmla="*/ 39 w 40"/>
                <a:gd name="T3" fmla="*/ 1 h 17"/>
                <a:gd name="T4" fmla="*/ 39 w 40"/>
                <a:gd name="T5" fmla="*/ 8 h 17"/>
                <a:gd name="T6" fmla="*/ 38 w 40"/>
                <a:gd name="T7" fmla="*/ 7 h 17"/>
                <a:gd name="T8" fmla="*/ 38 w 40"/>
                <a:gd name="T9" fmla="*/ 10 h 17"/>
                <a:gd name="T10" fmla="*/ 36 w 40"/>
                <a:gd name="T11" fmla="*/ 10 h 17"/>
                <a:gd name="T12" fmla="*/ 36 w 40"/>
                <a:gd name="T13" fmla="*/ 14 h 17"/>
                <a:gd name="T14" fmla="*/ 34 w 40"/>
                <a:gd name="T15" fmla="*/ 14 h 17"/>
                <a:gd name="T16" fmla="*/ 31 w 40"/>
                <a:gd name="T17" fmla="*/ 15 h 17"/>
                <a:gd name="T18" fmla="*/ 29 w 40"/>
                <a:gd name="T19" fmla="*/ 14 h 17"/>
                <a:gd name="T20" fmla="*/ 25 w 40"/>
                <a:gd name="T21" fmla="*/ 15 h 17"/>
                <a:gd name="T22" fmla="*/ 20 w 40"/>
                <a:gd name="T23" fmla="*/ 15 h 17"/>
                <a:gd name="T24" fmla="*/ 18 w 40"/>
                <a:gd name="T25" fmla="*/ 17 h 17"/>
                <a:gd name="T26" fmla="*/ 14 w 40"/>
                <a:gd name="T27" fmla="*/ 15 h 17"/>
                <a:gd name="T28" fmla="*/ 12 w 40"/>
                <a:gd name="T29" fmla="*/ 16 h 17"/>
                <a:gd name="T30" fmla="*/ 10 w 40"/>
                <a:gd name="T31" fmla="*/ 15 h 17"/>
                <a:gd name="T32" fmla="*/ 0 w 40"/>
                <a:gd name="T33" fmla="*/ 16 h 17"/>
                <a:gd name="T34" fmla="*/ 1 w 40"/>
                <a:gd name="T35" fmla="*/ 14 h 17"/>
                <a:gd name="T36" fmla="*/ 3 w 40"/>
                <a:gd name="T37" fmla="*/ 15 h 17"/>
                <a:gd name="T38" fmla="*/ 4 w 40"/>
                <a:gd name="T39" fmla="*/ 14 h 17"/>
                <a:gd name="T40" fmla="*/ 18 w 40"/>
                <a:gd name="T41" fmla="*/ 13 h 17"/>
                <a:gd name="T42" fmla="*/ 20 w 40"/>
                <a:gd name="T43" fmla="*/ 10 h 17"/>
                <a:gd name="T44" fmla="*/ 22 w 40"/>
                <a:gd name="T45" fmla="*/ 9 h 17"/>
                <a:gd name="T46" fmla="*/ 28 w 40"/>
                <a:gd name="T47" fmla="*/ 10 h 17"/>
                <a:gd name="T48" fmla="*/ 28 w 40"/>
                <a:gd name="T49" fmla="*/ 8 h 17"/>
                <a:gd name="T50" fmla="*/ 29 w 40"/>
                <a:gd name="T51" fmla="*/ 9 h 17"/>
                <a:gd name="T52" fmla="*/ 30 w 40"/>
                <a:gd name="T53" fmla="*/ 6 h 17"/>
                <a:gd name="T54" fmla="*/ 33 w 40"/>
                <a:gd name="T55" fmla="*/ 2 h 17"/>
                <a:gd name="T56" fmla="*/ 36 w 40"/>
                <a:gd name="T57"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0" h="17">
                  <a:moveTo>
                    <a:pt x="36" y="0"/>
                  </a:moveTo>
                  <a:cubicBezTo>
                    <a:pt x="37" y="0"/>
                    <a:pt x="37" y="1"/>
                    <a:pt x="39" y="1"/>
                  </a:cubicBezTo>
                  <a:cubicBezTo>
                    <a:pt x="38" y="4"/>
                    <a:pt x="40" y="6"/>
                    <a:pt x="39" y="8"/>
                  </a:cubicBezTo>
                  <a:cubicBezTo>
                    <a:pt x="38" y="8"/>
                    <a:pt x="38" y="7"/>
                    <a:pt x="38" y="7"/>
                  </a:cubicBezTo>
                  <a:cubicBezTo>
                    <a:pt x="35" y="8"/>
                    <a:pt x="38" y="9"/>
                    <a:pt x="38" y="10"/>
                  </a:cubicBezTo>
                  <a:cubicBezTo>
                    <a:pt x="37" y="10"/>
                    <a:pt x="37" y="10"/>
                    <a:pt x="36" y="10"/>
                  </a:cubicBezTo>
                  <a:cubicBezTo>
                    <a:pt x="36" y="11"/>
                    <a:pt x="36" y="13"/>
                    <a:pt x="36" y="14"/>
                  </a:cubicBezTo>
                  <a:cubicBezTo>
                    <a:pt x="35" y="14"/>
                    <a:pt x="35" y="14"/>
                    <a:pt x="34" y="14"/>
                  </a:cubicBezTo>
                  <a:cubicBezTo>
                    <a:pt x="32" y="14"/>
                    <a:pt x="31" y="15"/>
                    <a:pt x="31" y="15"/>
                  </a:cubicBezTo>
                  <a:cubicBezTo>
                    <a:pt x="30" y="15"/>
                    <a:pt x="29" y="14"/>
                    <a:pt x="29" y="14"/>
                  </a:cubicBezTo>
                  <a:cubicBezTo>
                    <a:pt x="28" y="14"/>
                    <a:pt x="26" y="15"/>
                    <a:pt x="25" y="15"/>
                  </a:cubicBezTo>
                  <a:cubicBezTo>
                    <a:pt x="24" y="15"/>
                    <a:pt x="22" y="16"/>
                    <a:pt x="20" y="15"/>
                  </a:cubicBezTo>
                  <a:cubicBezTo>
                    <a:pt x="18" y="15"/>
                    <a:pt x="19" y="17"/>
                    <a:pt x="18" y="17"/>
                  </a:cubicBezTo>
                  <a:cubicBezTo>
                    <a:pt x="16" y="17"/>
                    <a:pt x="14" y="16"/>
                    <a:pt x="14" y="15"/>
                  </a:cubicBezTo>
                  <a:cubicBezTo>
                    <a:pt x="12" y="14"/>
                    <a:pt x="12" y="16"/>
                    <a:pt x="12" y="16"/>
                  </a:cubicBezTo>
                  <a:cubicBezTo>
                    <a:pt x="10" y="16"/>
                    <a:pt x="10" y="15"/>
                    <a:pt x="10" y="15"/>
                  </a:cubicBezTo>
                  <a:cubicBezTo>
                    <a:pt x="6" y="16"/>
                    <a:pt x="3" y="17"/>
                    <a:pt x="0" y="16"/>
                  </a:cubicBezTo>
                  <a:cubicBezTo>
                    <a:pt x="1" y="16"/>
                    <a:pt x="1" y="15"/>
                    <a:pt x="1" y="14"/>
                  </a:cubicBezTo>
                  <a:cubicBezTo>
                    <a:pt x="2" y="14"/>
                    <a:pt x="3" y="15"/>
                    <a:pt x="3" y="15"/>
                  </a:cubicBezTo>
                  <a:cubicBezTo>
                    <a:pt x="4" y="15"/>
                    <a:pt x="4" y="14"/>
                    <a:pt x="4" y="14"/>
                  </a:cubicBezTo>
                  <a:cubicBezTo>
                    <a:pt x="7" y="14"/>
                    <a:pt x="14" y="14"/>
                    <a:pt x="18" y="13"/>
                  </a:cubicBezTo>
                  <a:cubicBezTo>
                    <a:pt x="16" y="11"/>
                    <a:pt x="21" y="12"/>
                    <a:pt x="20" y="10"/>
                  </a:cubicBezTo>
                  <a:cubicBezTo>
                    <a:pt x="21" y="11"/>
                    <a:pt x="22" y="10"/>
                    <a:pt x="22" y="9"/>
                  </a:cubicBezTo>
                  <a:cubicBezTo>
                    <a:pt x="24" y="10"/>
                    <a:pt x="26" y="8"/>
                    <a:pt x="28" y="10"/>
                  </a:cubicBezTo>
                  <a:cubicBezTo>
                    <a:pt x="28" y="9"/>
                    <a:pt x="27" y="8"/>
                    <a:pt x="28" y="8"/>
                  </a:cubicBezTo>
                  <a:cubicBezTo>
                    <a:pt x="28" y="7"/>
                    <a:pt x="28" y="9"/>
                    <a:pt x="29" y="9"/>
                  </a:cubicBezTo>
                  <a:cubicBezTo>
                    <a:pt x="29" y="9"/>
                    <a:pt x="32" y="8"/>
                    <a:pt x="30" y="6"/>
                  </a:cubicBezTo>
                  <a:cubicBezTo>
                    <a:pt x="33" y="6"/>
                    <a:pt x="31" y="3"/>
                    <a:pt x="33" y="2"/>
                  </a:cubicBezTo>
                  <a:cubicBezTo>
                    <a:pt x="33" y="2"/>
                    <a:pt x="37" y="1"/>
                    <a:pt x="36"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7" name="Freeform 49"/>
            <p:cNvSpPr/>
            <p:nvPr/>
          </p:nvSpPr>
          <p:spPr bwMode="auto">
            <a:xfrm>
              <a:off x="4278313" y="3898900"/>
              <a:ext cx="25400" cy="14288"/>
            </a:xfrm>
            <a:custGeom>
              <a:avLst/>
              <a:gdLst>
                <a:gd name="T0" fmla="*/ 3 w 7"/>
                <a:gd name="T1" fmla="*/ 0 h 4"/>
                <a:gd name="T2" fmla="*/ 1 w 7"/>
                <a:gd name="T3" fmla="*/ 4 h 4"/>
                <a:gd name="T4" fmla="*/ 3 w 7"/>
                <a:gd name="T5" fmla="*/ 0 h 4"/>
              </a:gdLst>
              <a:ahLst/>
              <a:cxnLst>
                <a:cxn ang="0">
                  <a:pos x="T0" y="T1"/>
                </a:cxn>
                <a:cxn ang="0">
                  <a:pos x="T2" y="T3"/>
                </a:cxn>
                <a:cxn ang="0">
                  <a:pos x="T4" y="T5"/>
                </a:cxn>
              </a:cxnLst>
              <a:rect l="0" t="0" r="r" b="b"/>
              <a:pathLst>
                <a:path w="7" h="4">
                  <a:moveTo>
                    <a:pt x="3" y="0"/>
                  </a:moveTo>
                  <a:cubicBezTo>
                    <a:pt x="7" y="0"/>
                    <a:pt x="6" y="4"/>
                    <a:pt x="1" y="4"/>
                  </a:cubicBezTo>
                  <a:cubicBezTo>
                    <a:pt x="3" y="3"/>
                    <a:pt x="0" y="1"/>
                    <a:pt x="3"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8" name="Freeform 50"/>
            <p:cNvSpPr/>
            <p:nvPr/>
          </p:nvSpPr>
          <p:spPr bwMode="auto">
            <a:xfrm>
              <a:off x="4341813" y="3921125"/>
              <a:ext cx="41275" cy="11113"/>
            </a:xfrm>
            <a:custGeom>
              <a:avLst/>
              <a:gdLst>
                <a:gd name="T0" fmla="*/ 9 w 11"/>
                <a:gd name="T1" fmla="*/ 1 h 3"/>
                <a:gd name="T2" fmla="*/ 11 w 11"/>
                <a:gd name="T3" fmla="*/ 3 h 3"/>
                <a:gd name="T4" fmla="*/ 6 w 11"/>
                <a:gd name="T5" fmla="*/ 3 h 3"/>
                <a:gd name="T6" fmla="*/ 6 w 11"/>
                <a:gd name="T7" fmla="*/ 3 h 3"/>
                <a:gd name="T8" fmla="*/ 2 w 11"/>
                <a:gd name="T9" fmla="*/ 2 h 3"/>
                <a:gd name="T10" fmla="*/ 9 w 11"/>
                <a:gd name="T11" fmla="*/ 1 h 3"/>
              </a:gdLst>
              <a:ahLst/>
              <a:cxnLst>
                <a:cxn ang="0">
                  <a:pos x="T0" y="T1"/>
                </a:cxn>
                <a:cxn ang="0">
                  <a:pos x="T2" y="T3"/>
                </a:cxn>
                <a:cxn ang="0">
                  <a:pos x="T4" y="T5"/>
                </a:cxn>
                <a:cxn ang="0">
                  <a:pos x="T6" y="T7"/>
                </a:cxn>
                <a:cxn ang="0">
                  <a:pos x="T8" y="T9"/>
                </a:cxn>
                <a:cxn ang="0">
                  <a:pos x="T10" y="T11"/>
                </a:cxn>
              </a:cxnLst>
              <a:rect l="0" t="0" r="r" b="b"/>
              <a:pathLst>
                <a:path w="11" h="3">
                  <a:moveTo>
                    <a:pt x="9" y="1"/>
                  </a:moveTo>
                  <a:cubicBezTo>
                    <a:pt x="10" y="1"/>
                    <a:pt x="11" y="2"/>
                    <a:pt x="11" y="3"/>
                  </a:cubicBezTo>
                  <a:cubicBezTo>
                    <a:pt x="10" y="3"/>
                    <a:pt x="6" y="3"/>
                    <a:pt x="6" y="3"/>
                  </a:cubicBezTo>
                  <a:cubicBezTo>
                    <a:pt x="6" y="3"/>
                    <a:pt x="6" y="3"/>
                    <a:pt x="6" y="3"/>
                  </a:cubicBezTo>
                  <a:cubicBezTo>
                    <a:pt x="4" y="2"/>
                    <a:pt x="2" y="3"/>
                    <a:pt x="2" y="2"/>
                  </a:cubicBezTo>
                  <a:cubicBezTo>
                    <a:pt x="0" y="0"/>
                    <a:pt x="8" y="2"/>
                    <a:pt x="9"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9" name="Freeform 51"/>
            <p:cNvSpPr/>
            <p:nvPr/>
          </p:nvSpPr>
          <p:spPr bwMode="auto">
            <a:xfrm>
              <a:off x="4645025" y="3946525"/>
              <a:ext cx="26988" cy="7938"/>
            </a:xfrm>
            <a:custGeom>
              <a:avLst/>
              <a:gdLst>
                <a:gd name="T0" fmla="*/ 0 w 7"/>
                <a:gd name="T1" fmla="*/ 1 h 2"/>
                <a:gd name="T2" fmla="*/ 4 w 7"/>
                <a:gd name="T3" fmla="*/ 0 h 2"/>
                <a:gd name="T4" fmla="*/ 3 w 7"/>
                <a:gd name="T5" fmla="*/ 0 h 2"/>
                <a:gd name="T6" fmla="*/ 0 w 7"/>
                <a:gd name="T7" fmla="*/ 1 h 2"/>
              </a:gdLst>
              <a:ahLst/>
              <a:cxnLst>
                <a:cxn ang="0">
                  <a:pos x="T0" y="T1"/>
                </a:cxn>
                <a:cxn ang="0">
                  <a:pos x="T2" y="T3"/>
                </a:cxn>
                <a:cxn ang="0">
                  <a:pos x="T4" y="T5"/>
                </a:cxn>
                <a:cxn ang="0">
                  <a:pos x="T6" y="T7"/>
                </a:cxn>
              </a:cxnLst>
              <a:rect l="0" t="0" r="r" b="b"/>
              <a:pathLst>
                <a:path w="7" h="2">
                  <a:moveTo>
                    <a:pt x="0" y="1"/>
                  </a:moveTo>
                  <a:cubicBezTo>
                    <a:pt x="0" y="0"/>
                    <a:pt x="1" y="0"/>
                    <a:pt x="4" y="0"/>
                  </a:cubicBezTo>
                  <a:cubicBezTo>
                    <a:pt x="7" y="0"/>
                    <a:pt x="5" y="1"/>
                    <a:pt x="3" y="0"/>
                  </a:cubicBezTo>
                  <a:cubicBezTo>
                    <a:pt x="2" y="1"/>
                    <a:pt x="2" y="2"/>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0" name="Freeform 52"/>
            <p:cNvSpPr/>
            <p:nvPr/>
          </p:nvSpPr>
          <p:spPr bwMode="auto">
            <a:xfrm>
              <a:off x="6161088" y="3957638"/>
              <a:ext cx="25400" cy="7938"/>
            </a:xfrm>
            <a:custGeom>
              <a:avLst/>
              <a:gdLst>
                <a:gd name="T0" fmla="*/ 6 w 7"/>
                <a:gd name="T1" fmla="*/ 0 h 2"/>
                <a:gd name="T2" fmla="*/ 4 w 7"/>
                <a:gd name="T3" fmla="*/ 2 h 2"/>
                <a:gd name="T4" fmla="*/ 0 w 7"/>
                <a:gd name="T5" fmla="*/ 0 h 2"/>
                <a:gd name="T6" fmla="*/ 6 w 7"/>
                <a:gd name="T7" fmla="*/ 0 h 2"/>
              </a:gdLst>
              <a:ahLst/>
              <a:cxnLst>
                <a:cxn ang="0">
                  <a:pos x="T0" y="T1"/>
                </a:cxn>
                <a:cxn ang="0">
                  <a:pos x="T2" y="T3"/>
                </a:cxn>
                <a:cxn ang="0">
                  <a:pos x="T4" y="T5"/>
                </a:cxn>
                <a:cxn ang="0">
                  <a:pos x="T6" y="T7"/>
                </a:cxn>
              </a:cxnLst>
              <a:rect l="0" t="0" r="r" b="b"/>
              <a:pathLst>
                <a:path w="7" h="2">
                  <a:moveTo>
                    <a:pt x="6" y="0"/>
                  </a:moveTo>
                  <a:cubicBezTo>
                    <a:pt x="7" y="1"/>
                    <a:pt x="3" y="0"/>
                    <a:pt x="4" y="2"/>
                  </a:cubicBezTo>
                  <a:cubicBezTo>
                    <a:pt x="1" y="2"/>
                    <a:pt x="0" y="2"/>
                    <a:pt x="0" y="0"/>
                  </a:cubicBezTo>
                  <a:cubicBezTo>
                    <a:pt x="2" y="2"/>
                    <a:pt x="3" y="0"/>
                    <a:pt x="6"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1" name="Freeform 53"/>
            <p:cNvSpPr/>
            <p:nvPr/>
          </p:nvSpPr>
          <p:spPr bwMode="auto">
            <a:xfrm>
              <a:off x="6111875" y="3957638"/>
              <a:ext cx="38100" cy="19050"/>
            </a:xfrm>
            <a:custGeom>
              <a:avLst/>
              <a:gdLst>
                <a:gd name="T0" fmla="*/ 9 w 10"/>
                <a:gd name="T1" fmla="*/ 1 h 5"/>
                <a:gd name="T2" fmla="*/ 9 w 10"/>
                <a:gd name="T3" fmla="*/ 4 h 5"/>
                <a:gd name="T4" fmla="*/ 3 w 10"/>
                <a:gd name="T5" fmla="*/ 5 h 5"/>
                <a:gd name="T6" fmla="*/ 0 w 10"/>
                <a:gd name="T7" fmla="*/ 3 h 5"/>
                <a:gd name="T8" fmla="*/ 9 w 10"/>
                <a:gd name="T9" fmla="*/ 1 h 5"/>
              </a:gdLst>
              <a:ahLst/>
              <a:cxnLst>
                <a:cxn ang="0">
                  <a:pos x="T0" y="T1"/>
                </a:cxn>
                <a:cxn ang="0">
                  <a:pos x="T2" y="T3"/>
                </a:cxn>
                <a:cxn ang="0">
                  <a:pos x="T4" y="T5"/>
                </a:cxn>
                <a:cxn ang="0">
                  <a:pos x="T6" y="T7"/>
                </a:cxn>
                <a:cxn ang="0">
                  <a:pos x="T8" y="T9"/>
                </a:cxn>
              </a:cxnLst>
              <a:rect l="0" t="0" r="r" b="b"/>
              <a:pathLst>
                <a:path w="10" h="5">
                  <a:moveTo>
                    <a:pt x="9" y="1"/>
                  </a:moveTo>
                  <a:cubicBezTo>
                    <a:pt x="10" y="2"/>
                    <a:pt x="6" y="4"/>
                    <a:pt x="9" y="4"/>
                  </a:cubicBezTo>
                  <a:cubicBezTo>
                    <a:pt x="9" y="5"/>
                    <a:pt x="5" y="4"/>
                    <a:pt x="3" y="5"/>
                  </a:cubicBezTo>
                  <a:cubicBezTo>
                    <a:pt x="3" y="3"/>
                    <a:pt x="4" y="2"/>
                    <a:pt x="0" y="3"/>
                  </a:cubicBezTo>
                  <a:cubicBezTo>
                    <a:pt x="0" y="0"/>
                    <a:pt x="5" y="0"/>
                    <a:pt x="9"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2" name="Freeform 54"/>
            <p:cNvSpPr/>
            <p:nvPr/>
          </p:nvSpPr>
          <p:spPr bwMode="auto">
            <a:xfrm>
              <a:off x="5969000" y="4029075"/>
              <a:ext cx="26988" cy="19050"/>
            </a:xfrm>
            <a:custGeom>
              <a:avLst/>
              <a:gdLst>
                <a:gd name="T0" fmla="*/ 6 w 7"/>
                <a:gd name="T1" fmla="*/ 2 h 5"/>
                <a:gd name="T2" fmla="*/ 4 w 7"/>
                <a:gd name="T3" fmla="*/ 5 h 5"/>
                <a:gd name="T4" fmla="*/ 0 w 7"/>
                <a:gd name="T5" fmla="*/ 5 h 5"/>
                <a:gd name="T6" fmla="*/ 1 w 7"/>
                <a:gd name="T7" fmla="*/ 2 h 5"/>
                <a:gd name="T8" fmla="*/ 6 w 7"/>
                <a:gd name="T9" fmla="*/ 2 h 5"/>
              </a:gdLst>
              <a:ahLst/>
              <a:cxnLst>
                <a:cxn ang="0">
                  <a:pos x="T0" y="T1"/>
                </a:cxn>
                <a:cxn ang="0">
                  <a:pos x="T2" y="T3"/>
                </a:cxn>
                <a:cxn ang="0">
                  <a:pos x="T4" y="T5"/>
                </a:cxn>
                <a:cxn ang="0">
                  <a:pos x="T6" y="T7"/>
                </a:cxn>
                <a:cxn ang="0">
                  <a:pos x="T8" y="T9"/>
                </a:cxn>
              </a:cxnLst>
              <a:rect l="0" t="0" r="r" b="b"/>
              <a:pathLst>
                <a:path w="7" h="5">
                  <a:moveTo>
                    <a:pt x="6" y="2"/>
                  </a:moveTo>
                  <a:cubicBezTo>
                    <a:pt x="6" y="4"/>
                    <a:pt x="3" y="3"/>
                    <a:pt x="4" y="5"/>
                  </a:cubicBezTo>
                  <a:cubicBezTo>
                    <a:pt x="3" y="5"/>
                    <a:pt x="2" y="5"/>
                    <a:pt x="0" y="5"/>
                  </a:cubicBezTo>
                  <a:cubicBezTo>
                    <a:pt x="1" y="4"/>
                    <a:pt x="4" y="2"/>
                    <a:pt x="1" y="2"/>
                  </a:cubicBezTo>
                  <a:cubicBezTo>
                    <a:pt x="2" y="1"/>
                    <a:pt x="7" y="0"/>
                    <a:pt x="6"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3" name="Freeform 55"/>
            <p:cNvSpPr/>
            <p:nvPr/>
          </p:nvSpPr>
          <p:spPr bwMode="auto">
            <a:xfrm>
              <a:off x="2474913" y="4040188"/>
              <a:ext cx="17463" cy="4763"/>
            </a:xfrm>
            <a:custGeom>
              <a:avLst/>
              <a:gdLst>
                <a:gd name="T0" fmla="*/ 0 w 5"/>
                <a:gd name="T1" fmla="*/ 0 h 1"/>
                <a:gd name="T2" fmla="*/ 4 w 5"/>
                <a:gd name="T3" fmla="*/ 0 h 1"/>
                <a:gd name="T4" fmla="*/ 3 w 5"/>
                <a:gd name="T5" fmla="*/ 1 h 1"/>
                <a:gd name="T6" fmla="*/ 1 w 5"/>
                <a:gd name="T7" fmla="*/ 1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cubicBezTo>
                    <a:pt x="1" y="0"/>
                    <a:pt x="3" y="0"/>
                    <a:pt x="4" y="0"/>
                  </a:cubicBezTo>
                  <a:cubicBezTo>
                    <a:pt x="5" y="0"/>
                    <a:pt x="4" y="1"/>
                    <a:pt x="3" y="1"/>
                  </a:cubicBezTo>
                  <a:cubicBezTo>
                    <a:pt x="3" y="1"/>
                    <a:pt x="2" y="1"/>
                    <a:pt x="1" y="1"/>
                  </a:cubicBezTo>
                  <a:cubicBezTo>
                    <a:pt x="2" y="1"/>
                    <a:pt x="1"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4" name="Freeform 56"/>
            <p:cNvSpPr/>
            <p:nvPr/>
          </p:nvSpPr>
          <p:spPr bwMode="auto">
            <a:xfrm>
              <a:off x="2868613" y="4044950"/>
              <a:ext cx="152400" cy="30163"/>
            </a:xfrm>
            <a:custGeom>
              <a:avLst/>
              <a:gdLst>
                <a:gd name="T0" fmla="*/ 40 w 41"/>
                <a:gd name="T1" fmla="*/ 6 h 8"/>
                <a:gd name="T2" fmla="*/ 31 w 41"/>
                <a:gd name="T3" fmla="*/ 7 h 8"/>
                <a:gd name="T4" fmla="*/ 29 w 41"/>
                <a:gd name="T5" fmla="*/ 5 h 8"/>
                <a:gd name="T6" fmla="*/ 18 w 41"/>
                <a:gd name="T7" fmla="*/ 4 h 8"/>
                <a:gd name="T8" fmla="*/ 17 w 41"/>
                <a:gd name="T9" fmla="*/ 2 h 8"/>
                <a:gd name="T10" fmla="*/ 7 w 41"/>
                <a:gd name="T11" fmla="*/ 2 h 8"/>
                <a:gd name="T12" fmla="*/ 0 w 41"/>
                <a:gd name="T13" fmla="*/ 3 h 8"/>
                <a:gd name="T14" fmla="*/ 4 w 41"/>
                <a:gd name="T15" fmla="*/ 1 h 8"/>
                <a:gd name="T16" fmla="*/ 13 w 41"/>
                <a:gd name="T17" fmla="*/ 0 h 8"/>
                <a:gd name="T18" fmla="*/ 16 w 41"/>
                <a:gd name="T19" fmla="*/ 1 h 8"/>
                <a:gd name="T20" fmla="*/ 19 w 41"/>
                <a:gd name="T21" fmla="*/ 2 h 8"/>
                <a:gd name="T22" fmla="*/ 27 w 41"/>
                <a:gd name="T23" fmla="*/ 2 h 8"/>
                <a:gd name="T24" fmla="*/ 30 w 41"/>
                <a:gd name="T25" fmla="*/ 5 h 8"/>
                <a:gd name="T26" fmla="*/ 33 w 41"/>
                <a:gd name="T27" fmla="*/ 5 h 8"/>
                <a:gd name="T28" fmla="*/ 40 w 41"/>
                <a:gd name="T29" fmla="*/ 6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1" h="8">
                  <a:moveTo>
                    <a:pt x="40" y="6"/>
                  </a:moveTo>
                  <a:cubicBezTo>
                    <a:pt x="41" y="8"/>
                    <a:pt x="32" y="5"/>
                    <a:pt x="31" y="7"/>
                  </a:cubicBezTo>
                  <a:cubicBezTo>
                    <a:pt x="29" y="7"/>
                    <a:pt x="31" y="5"/>
                    <a:pt x="29" y="5"/>
                  </a:cubicBezTo>
                  <a:cubicBezTo>
                    <a:pt x="26" y="4"/>
                    <a:pt x="22" y="4"/>
                    <a:pt x="18" y="4"/>
                  </a:cubicBezTo>
                  <a:cubicBezTo>
                    <a:pt x="18" y="3"/>
                    <a:pt x="17" y="3"/>
                    <a:pt x="17" y="2"/>
                  </a:cubicBezTo>
                  <a:cubicBezTo>
                    <a:pt x="13" y="2"/>
                    <a:pt x="10" y="2"/>
                    <a:pt x="7" y="2"/>
                  </a:cubicBezTo>
                  <a:cubicBezTo>
                    <a:pt x="5" y="2"/>
                    <a:pt x="3" y="4"/>
                    <a:pt x="0" y="3"/>
                  </a:cubicBezTo>
                  <a:cubicBezTo>
                    <a:pt x="1" y="2"/>
                    <a:pt x="5" y="2"/>
                    <a:pt x="4" y="1"/>
                  </a:cubicBezTo>
                  <a:cubicBezTo>
                    <a:pt x="7" y="0"/>
                    <a:pt x="12" y="1"/>
                    <a:pt x="13" y="0"/>
                  </a:cubicBezTo>
                  <a:cubicBezTo>
                    <a:pt x="18" y="1"/>
                    <a:pt x="12" y="1"/>
                    <a:pt x="16" y="1"/>
                  </a:cubicBezTo>
                  <a:cubicBezTo>
                    <a:pt x="16" y="1"/>
                    <a:pt x="19" y="2"/>
                    <a:pt x="19" y="2"/>
                  </a:cubicBezTo>
                  <a:cubicBezTo>
                    <a:pt x="20" y="2"/>
                    <a:pt x="23" y="2"/>
                    <a:pt x="27" y="2"/>
                  </a:cubicBezTo>
                  <a:cubicBezTo>
                    <a:pt x="26" y="4"/>
                    <a:pt x="32" y="2"/>
                    <a:pt x="30" y="5"/>
                  </a:cubicBezTo>
                  <a:cubicBezTo>
                    <a:pt x="32" y="4"/>
                    <a:pt x="33" y="4"/>
                    <a:pt x="33" y="5"/>
                  </a:cubicBezTo>
                  <a:cubicBezTo>
                    <a:pt x="35" y="5"/>
                    <a:pt x="40" y="4"/>
                    <a:pt x="40"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5" name="Freeform 57"/>
            <p:cNvSpPr/>
            <p:nvPr/>
          </p:nvSpPr>
          <p:spPr bwMode="auto">
            <a:xfrm>
              <a:off x="3048000" y="4070350"/>
              <a:ext cx="63500" cy="15875"/>
            </a:xfrm>
            <a:custGeom>
              <a:avLst/>
              <a:gdLst>
                <a:gd name="T0" fmla="*/ 1 w 17"/>
                <a:gd name="T1" fmla="*/ 0 h 4"/>
                <a:gd name="T2" fmla="*/ 9 w 17"/>
                <a:gd name="T3" fmla="*/ 0 h 4"/>
                <a:gd name="T4" fmla="*/ 13 w 17"/>
                <a:gd name="T5" fmla="*/ 1 h 4"/>
                <a:gd name="T6" fmla="*/ 17 w 17"/>
                <a:gd name="T7" fmla="*/ 2 h 4"/>
                <a:gd name="T8" fmla="*/ 3 w 17"/>
                <a:gd name="T9" fmla="*/ 3 h 4"/>
                <a:gd name="T10" fmla="*/ 5 w 17"/>
                <a:gd name="T11" fmla="*/ 2 h 4"/>
                <a:gd name="T12" fmla="*/ 1 w 17"/>
                <a:gd name="T13" fmla="*/ 0 h 4"/>
              </a:gdLst>
              <a:ahLst/>
              <a:cxnLst>
                <a:cxn ang="0">
                  <a:pos x="T0" y="T1"/>
                </a:cxn>
                <a:cxn ang="0">
                  <a:pos x="T2" y="T3"/>
                </a:cxn>
                <a:cxn ang="0">
                  <a:pos x="T4" y="T5"/>
                </a:cxn>
                <a:cxn ang="0">
                  <a:pos x="T6" y="T7"/>
                </a:cxn>
                <a:cxn ang="0">
                  <a:pos x="T8" y="T9"/>
                </a:cxn>
                <a:cxn ang="0">
                  <a:pos x="T10" y="T11"/>
                </a:cxn>
                <a:cxn ang="0">
                  <a:pos x="T12" y="T13"/>
                </a:cxn>
              </a:cxnLst>
              <a:rect l="0" t="0" r="r" b="b"/>
              <a:pathLst>
                <a:path w="17" h="4">
                  <a:moveTo>
                    <a:pt x="1" y="0"/>
                  </a:moveTo>
                  <a:cubicBezTo>
                    <a:pt x="3" y="1"/>
                    <a:pt x="6" y="0"/>
                    <a:pt x="9" y="0"/>
                  </a:cubicBezTo>
                  <a:cubicBezTo>
                    <a:pt x="9" y="0"/>
                    <a:pt x="12" y="2"/>
                    <a:pt x="13" y="1"/>
                  </a:cubicBezTo>
                  <a:cubicBezTo>
                    <a:pt x="14" y="1"/>
                    <a:pt x="14" y="2"/>
                    <a:pt x="17" y="2"/>
                  </a:cubicBezTo>
                  <a:cubicBezTo>
                    <a:pt x="16" y="4"/>
                    <a:pt x="6" y="3"/>
                    <a:pt x="3" y="3"/>
                  </a:cubicBezTo>
                  <a:cubicBezTo>
                    <a:pt x="2" y="2"/>
                    <a:pt x="5" y="3"/>
                    <a:pt x="5" y="2"/>
                  </a:cubicBezTo>
                  <a:cubicBezTo>
                    <a:pt x="5" y="2"/>
                    <a:pt x="0" y="2"/>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6" name="Freeform 58"/>
            <p:cNvSpPr/>
            <p:nvPr/>
          </p:nvSpPr>
          <p:spPr bwMode="auto">
            <a:xfrm>
              <a:off x="5795963" y="4070350"/>
              <a:ext cx="30163" cy="11113"/>
            </a:xfrm>
            <a:custGeom>
              <a:avLst/>
              <a:gdLst>
                <a:gd name="T0" fmla="*/ 7 w 8"/>
                <a:gd name="T1" fmla="*/ 0 h 3"/>
                <a:gd name="T2" fmla="*/ 5 w 8"/>
                <a:gd name="T3" fmla="*/ 3 h 3"/>
                <a:gd name="T4" fmla="*/ 0 w 8"/>
                <a:gd name="T5" fmla="*/ 1 h 3"/>
                <a:gd name="T6" fmla="*/ 2 w 8"/>
                <a:gd name="T7" fmla="*/ 0 h 3"/>
                <a:gd name="T8" fmla="*/ 7 w 8"/>
                <a:gd name="T9" fmla="*/ 0 h 3"/>
              </a:gdLst>
              <a:ahLst/>
              <a:cxnLst>
                <a:cxn ang="0">
                  <a:pos x="T0" y="T1"/>
                </a:cxn>
                <a:cxn ang="0">
                  <a:pos x="T2" y="T3"/>
                </a:cxn>
                <a:cxn ang="0">
                  <a:pos x="T4" y="T5"/>
                </a:cxn>
                <a:cxn ang="0">
                  <a:pos x="T6" y="T7"/>
                </a:cxn>
                <a:cxn ang="0">
                  <a:pos x="T8" y="T9"/>
                </a:cxn>
              </a:cxnLst>
              <a:rect l="0" t="0" r="r" b="b"/>
              <a:pathLst>
                <a:path w="8" h="3">
                  <a:moveTo>
                    <a:pt x="7" y="0"/>
                  </a:moveTo>
                  <a:cubicBezTo>
                    <a:pt x="8" y="2"/>
                    <a:pt x="4" y="2"/>
                    <a:pt x="5" y="3"/>
                  </a:cubicBezTo>
                  <a:cubicBezTo>
                    <a:pt x="2" y="3"/>
                    <a:pt x="0" y="3"/>
                    <a:pt x="0" y="1"/>
                  </a:cubicBezTo>
                  <a:cubicBezTo>
                    <a:pt x="2" y="2"/>
                    <a:pt x="2" y="1"/>
                    <a:pt x="2" y="0"/>
                  </a:cubicBezTo>
                  <a:cubicBezTo>
                    <a:pt x="3" y="0"/>
                    <a:pt x="5" y="0"/>
                    <a:pt x="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7" name="Freeform 59"/>
            <p:cNvSpPr/>
            <p:nvPr/>
          </p:nvSpPr>
          <p:spPr bwMode="auto">
            <a:xfrm>
              <a:off x="3025775" y="4075113"/>
              <a:ext cx="22225" cy="11113"/>
            </a:xfrm>
            <a:custGeom>
              <a:avLst/>
              <a:gdLst>
                <a:gd name="T0" fmla="*/ 5 w 6"/>
                <a:gd name="T1" fmla="*/ 3 h 3"/>
                <a:gd name="T2" fmla="*/ 0 w 6"/>
                <a:gd name="T3" fmla="*/ 2 h 3"/>
                <a:gd name="T4" fmla="*/ 5 w 6"/>
                <a:gd name="T5" fmla="*/ 3 h 3"/>
              </a:gdLst>
              <a:ahLst/>
              <a:cxnLst>
                <a:cxn ang="0">
                  <a:pos x="T0" y="T1"/>
                </a:cxn>
                <a:cxn ang="0">
                  <a:pos x="T2" y="T3"/>
                </a:cxn>
                <a:cxn ang="0">
                  <a:pos x="T4" y="T5"/>
                </a:cxn>
              </a:cxnLst>
              <a:rect l="0" t="0" r="r" b="b"/>
              <a:pathLst>
                <a:path w="6" h="3">
                  <a:moveTo>
                    <a:pt x="5" y="3"/>
                  </a:moveTo>
                  <a:cubicBezTo>
                    <a:pt x="4" y="2"/>
                    <a:pt x="2" y="2"/>
                    <a:pt x="0" y="2"/>
                  </a:cubicBezTo>
                  <a:cubicBezTo>
                    <a:pt x="1" y="1"/>
                    <a:pt x="6" y="0"/>
                    <a:pt x="5"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8" name="Freeform 60"/>
            <p:cNvSpPr/>
            <p:nvPr/>
          </p:nvSpPr>
          <p:spPr bwMode="auto">
            <a:xfrm>
              <a:off x="2962275" y="4078288"/>
              <a:ext cx="30163" cy="11113"/>
            </a:xfrm>
            <a:custGeom>
              <a:avLst/>
              <a:gdLst>
                <a:gd name="T0" fmla="*/ 1 w 8"/>
                <a:gd name="T1" fmla="*/ 1 h 3"/>
                <a:gd name="T2" fmla="*/ 7 w 8"/>
                <a:gd name="T3" fmla="*/ 2 h 3"/>
                <a:gd name="T4" fmla="*/ 1 w 8"/>
                <a:gd name="T5" fmla="*/ 1 h 3"/>
              </a:gdLst>
              <a:ahLst/>
              <a:cxnLst>
                <a:cxn ang="0">
                  <a:pos x="T0" y="T1"/>
                </a:cxn>
                <a:cxn ang="0">
                  <a:pos x="T2" y="T3"/>
                </a:cxn>
                <a:cxn ang="0">
                  <a:pos x="T4" y="T5"/>
                </a:cxn>
              </a:cxnLst>
              <a:rect l="0" t="0" r="r" b="b"/>
              <a:pathLst>
                <a:path w="8" h="3">
                  <a:moveTo>
                    <a:pt x="1" y="1"/>
                  </a:moveTo>
                  <a:cubicBezTo>
                    <a:pt x="3" y="1"/>
                    <a:pt x="8" y="0"/>
                    <a:pt x="7" y="2"/>
                  </a:cubicBezTo>
                  <a:cubicBezTo>
                    <a:pt x="5" y="2"/>
                    <a:pt x="0" y="3"/>
                    <a:pt x="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9" name="Freeform 61"/>
            <p:cNvSpPr/>
            <p:nvPr/>
          </p:nvSpPr>
          <p:spPr bwMode="auto">
            <a:xfrm>
              <a:off x="5961063" y="4081463"/>
              <a:ext cx="41275" cy="38100"/>
            </a:xfrm>
            <a:custGeom>
              <a:avLst/>
              <a:gdLst>
                <a:gd name="T0" fmla="*/ 5 w 11"/>
                <a:gd name="T1" fmla="*/ 0 h 10"/>
                <a:gd name="T2" fmla="*/ 9 w 11"/>
                <a:gd name="T3" fmla="*/ 0 h 10"/>
                <a:gd name="T4" fmla="*/ 11 w 11"/>
                <a:gd name="T5" fmla="*/ 4 h 10"/>
                <a:gd name="T6" fmla="*/ 8 w 11"/>
                <a:gd name="T7" fmla="*/ 5 h 10"/>
                <a:gd name="T8" fmla="*/ 7 w 11"/>
                <a:gd name="T9" fmla="*/ 7 h 10"/>
                <a:gd name="T10" fmla="*/ 6 w 11"/>
                <a:gd name="T11" fmla="*/ 9 h 10"/>
                <a:gd name="T12" fmla="*/ 3 w 11"/>
                <a:gd name="T13" fmla="*/ 8 h 10"/>
                <a:gd name="T14" fmla="*/ 0 w 11"/>
                <a:gd name="T15" fmla="*/ 6 h 10"/>
                <a:gd name="T16" fmla="*/ 2 w 11"/>
                <a:gd name="T17" fmla="*/ 3 h 10"/>
                <a:gd name="T18" fmla="*/ 5 w 11"/>
                <a:gd name="T1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 h="10">
                  <a:moveTo>
                    <a:pt x="5" y="0"/>
                  </a:moveTo>
                  <a:cubicBezTo>
                    <a:pt x="7" y="0"/>
                    <a:pt x="8" y="0"/>
                    <a:pt x="9" y="0"/>
                  </a:cubicBezTo>
                  <a:cubicBezTo>
                    <a:pt x="10" y="1"/>
                    <a:pt x="11" y="3"/>
                    <a:pt x="11" y="4"/>
                  </a:cubicBezTo>
                  <a:cubicBezTo>
                    <a:pt x="9" y="4"/>
                    <a:pt x="11" y="5"/>
                    <a:pt x="8" y="5"/>
                  </a:cubicBezTo>
                  <a:cubicBezTo>
                    <a:pt x="8" y="6"/>
                    <a:pt x="8" y="7"/>
                    <a:pt x="7" y="7"/>
                  </a:cubicBezTo>
                  <a:cubicBezTo>
                    <a:pt x="7" y="7"/>
                    <a:pt x="8" y="9"/>
                    <a:pt x="6" y="9"/>
                  </a:cubicBezTo>
                  <a:cubicBezTo>
                    <a:pt x="3" y="10"/>
                    <a:pt x="6" y="8"/>
                    <a:pt x="3" y="8"/>
                  </a:cubicBezTo>
                  <a:cubicBezTo>
                    <a:pt x="2" y="8"/>
                    <a:pt x="2" y="6"/>
                    <a:pt x="0" y="6"/>
                  </a:cubicBezTo>
                  <a:cubicBezTo>
                    <a:pt x="0" y="4"/>
                    <a:pt x="4" y="5"/>
                    <a:pt x="2" y="3"/>
                  </a:cubicBezTo>
                  <a:cubicBezTo>
                    <a:pt x="5" y="4"/>
                    <a:pt x="5" y="2"/>
                    <a:pt x="5"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0" name="Freeform 62"/>
            <p:cNvSpPr/>
            <p:nvPr/>
          </p:nvSpPr>
          <p:spPr bwMode="auto">
            <a:xfrm>
              <a:off x="6002338" y="4111625"/>
              <a:ext cx="57150" cy="30163"/>
            </a:xfrm>
            <a:custGeom>
              <a:avLst/>
              <a:gdLst>
                <a:gd name="T0" fmla="*/ 8 w 15"/>
                <a:gd name="T1" fmla="*/ 1 h 8"/>
                <a:gd name="T2" fmla="*/ 11 w 15"/>
                <a:gd name="T3" fmla="*/ 3 h 8"/>
                <a:gd name="T4" fmla="*/ 10 w 15"/>
                <a:gd name="T5" fmla="*/ 3 h 8"/>
                <a:gd name="T6" fmla="*/ 11 w 15"/>
                <a:gd name="T7" fmla="*/ 4 h 8"/>
                <a:gd name="T8" fmla="*/ 15 w 15"/>
                <a:gd name="T9" fmla="*/ 6 h 8"/>
                <a:gd name="T10" fmla="*/ 13 w 15"/>
                <a:gd name="T11" fmla="*/ 8 h 8"/>
                <a:gd name="T12" fmla="*/ 10 w 15"/>
                <a:gd name="T13" fmla="*/ 8 h 8"/>
                <a:gd name="T14" fmla="*/ 5 w 15"/>
                <a:gd name="T15" fmla="*/ 5 h 8"/>
                <a:gd name="T16" fmla="*/ 7 w 15"/>
                <a:gd name="T17" fmla="*/ 5 h 8"/>
                <a:gd name="T18" fmla="*/ 0 w 15"/>
                <a:gd name="T19" fmla="*/ 2 h 8"/>
                <a:gd name="T20" fmla="*/ 8 w 15"/>
                <a:gd name="T21" fmla="*/ 1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5" h="8">
                  <a:moveTo>
                    <a:pt x="8" y="1"/>
                  </a:moveTo>
                  <a:cubicBezTo>
                    <a:pt x="6" y="3"/>
                    <a:pt x="11" y="2"/>
                    <a:pt x="11" y="3"/>
                  </a:cubicBezTo>
                  <a:cubicBezTo>
                    <a:pt x="12" y="3"/>
                    <a:pt x="10" y="3"/>
                    <a:pt x="10" y="3"/>
                  </a:cubicBezTo>
                  <a:cubicBezTo>
                    <a:pt x="10" y="3"/>
                    <a:pt x="11" y="4"/>
                    <a:pt x="11" y="4"/>
                  </a:cubicBezTo>
                  <a:cubicBezTo>
                    <a:pt x="12" y="5"/>
                    <a:pt x="15" y="5"/>
                    <a:pt x="15" y="6"/>
                  </a:cubicBezTo>
                  <a:cubicBezTo>
                    <a:pt x="13" y="6"/>
                    <a:pt x="13" y="7"/>
                    <a:pt x="13" y="8"/>
                  </a:cubicBezTo>
                  <a:cubicBezTo>
                    <a:pt x="12" y="8"/>
                    <a:pt x="10" y="7"/>
                    <a:pt x="10" y="8"/>
                  </a:cubicBezTo>
                  <a:cubicBezTo>
                    <a:pt x="8" y="8"/>
                    <a:pt x="8" y="6"/>
                    <a:pt x="5" y="5"/>
                  </a:cubicBezTo>
                  <a:cubicBezTo>
                    <a:pt x="5" y="5"/>
                    <a:pt x="7" y="5"/>
                    <a:pt x="7" y="5"/>
                  </a:cubicBezTo>
                  <a:cubicBezTo>
                    <a:pt x="5" y="4"/>
                    <a:pt x="3" y="2"/>
                    <a:pt x="0" y="2"/>
                  </a:cubicBezTo>
                  <a:cubicBezTo>
                    <a:pt x="3" y="0"/>
                    <a:pt x="5" y="1"/>
                    <a:pt x="8"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1" name="Freeform 63"/>
            <p:cNvSpPr/>
            <p:nvPr/>
          </p:nvSpPr>
          <p:spPr bwMode="auto">
            <a:xfrm>
              <a:off x="5980113" y="4127500"/>
              <a:ext cx="11113" cy="3175"/>
            </a:xfrm>
            <a:custGeom>
              <a:avLst/>
              <a:gdLst>
                <a:gd name="T0" fmla="*/ 0 w 3"/>
                <a:gd name="T1" fmla="*/ 0 h 1"/>
                <a:gd name="T2" fmla="*/ 3 w 3"/>
                <a:gd name="T3" fmla="*/ 0 h 1"/>
                <a:gd name="T4" fmla="*/ 3 w 3"/>
                <a:gd name="T5" fmla="*/ 1 h 1"/>
                <a:gd name="T6" fmla="*/ 0 w 3"/>
                <a:gd name="T7" fmla="*/ 1 h 1"/>
                <a:gd name="T8" fmla="*/ 0 w 3"/>
                <a:gd name="T9" fmla="*/ 0 h 1"/>
              </a:gdLst>
              <a:ahLst/>
              <a:cxnLst>
                <a:cxn ang="0">
                  <a:pos x="T0" y="T1"/>
                </a:cxn>
                <a:cxn ang="0">
                  <a:pos x="T2" y="T3"/>
                </a:cxn>
                <a:cxn ang="0">
                  <a:pos x="T4" y="T5"/>
                </a:cxn>
                <a:cxn ang="0">
                  <a:pos x="T6" y="T7"/>
                </a:cxn>
                <a:cxn ang="0">
                  <a:pos x="T8" y="T9"/>
                </a:cxn>
              </a:cxnLst>
              <a:rect l="0" t="0" r="r" b="b"/>
              <a:pathLst>
                <a:path w="3" h="1">
                  <a:moveTo>
                    <a:pt x="0" y="0"/>
                  </a:moveTo>
                  <a:cubicBezTo>
                    <a:pt x="1" y="0"/>
                    <a:pt x="2" y="0"/>
                    <a:pt x="3" y="0"/>
                  </a:cubicBezTo>
                  <a:cubicBezTo>
                    <a:pt x="3" y="0"/>
                    <a:pt x="3" y="0"/>
                    <a:pt x="3" y="1"/>
                  </a:cubicBezTo>
                  <a:cubicBezTo>
                    <a:pt x="2" y="1"/>
                    <a:pt x="1" y="1"/>
                    <a:pt x="0" y="1"/>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2" name="Freeform 64"/>
            <p:cNvSpPr/>
            <p:nvPr/>
          </p:nvSpPr>
          <p:spPr bwMode="auto">
            <a:xfrm>
              <a:off x="5999163" y="4130675"/>
              <a:ext cx="30163" cy="22225"/>
            </a:xfrm>
            <a:custGeom>
              <a:avLst/>
              <a:gdLst>
                <a:gd name="T0" fmla="*/ 8 w 8"/>
                <a:gd name="T1" fmla="*/ 5 h 6"/>
                <a:gd name="T2" fmla="*/ 3 w 8"/>
                <a:gd name="T3" fmla="*/ 5 h 6"/>
                <a:gd name="T4" fmla="*/ 0 w 8"/>
                <a:gd name="T5" fmla="*/ 3 h 6"/>
                <a:gd name="T6" fmla="*/ 8 w 8"/>
                <a:gd name="T7" fmla="*/ 5 h 6"/>
              </a:gdLst>
              <a:ahLst/>
              <a:cxnLst>
                <a:cxn ang="0">
                  <a:pos x="T0" y="T1"/>
                </a:cxn>
                <a:cxn ang="0">
                  <a:pos x="T2" y="T3"/>
                </a:cxn>
                <a:cxn ang="0">
                  <a:pos x="T4" y="T5"/>
                </a:cxn>
                <a:cxn ang="0">
                  <a:pos x="T6" y="T7"/>
                </a:cxn>
              </a:cxnLst>
              <a:rect l="0" t="0" r="r" b="b"/>
              <a:pathLst>
                <a:path w="8" h="6">
                  <a:moveTo>
                    <a:pt x="8" y="5"/>
                  </a:moveTo>
                  <a:cubicBezTo>
                    <a:pt x="8" y="6"/>
                    <a:pt x="5" y="5"/>
                    <a:pt x="3" y="5"/>
                  </a:cubicBezTo>
                  <a:cubicBezTo>
                    <a:pt x="3" y="4"/>
                    <a:pt x="4" y="2"/>
                    <a:pt x="0" y="3"/>
                  </a:cubicBezTo>
                  <a:cubicBezTo>
                    <a:pt x="4" y="0"/>
                    <a:pt x="4" y="5"/>
                    <a:pt x="8"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3" name="Freeform 65"/>
            <p:cNvSpPr/>
            <p:nvPr/>
          </p:nvSpPr>
          <p:spPr bwMode="auto">
            <a:xfrm>
              <a:off x="5357813" y="4149725"/>
              <a:ext cx="33338" cy="25400"/>
            </a:xfrm>
            <a:custGeom>
              <a:avLst/>
              <a:gdLst>
                <a:gd name="T0" fmla="*/ 2 w 9"/>
                <a:gd name="T1" fmla="*/ 0 h 7"/>
                <a:gd name="T2" fmla="*/ 5 w 9"/>
                <a:gd name="T3" fmla="*/ 2 h 7"/>
                <a:gd name="T4" fmla="*/ 6 w 9"/>
                <a:gd name="T5" fmla="*/ 2 h 7"/>
                <a:gd name="T6" fmla="*/ 8 w 9"/>
                <a:gd name="T7" fmla="*/ 3 h 7"/>
                <a:gd name="T8" fmla="*/ 7 w 9"/>
                <a:gd name="T9" fmla="*/ 4 h 7"/>
                <a:gd name="T10" fmla="*/ 8 w 9"/>
                <a:gd name="T11" fmla="*/ 6 h 7"/>
                <a:gd name="T12" fmla="*/ 6 w 9"/>
                <a:gd name="T13" fmla="*/ 7 h 7"/>
                <a:gd name="T14" fmla="*/ 2 w 9"/>
                <a:gd name="T15" fmla="*/ 0 h 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 h="7">
                  <a:moveTo>
                    <a:pt x="2" y="0"/>
                  </a:moveTo>
                  <a:cubicBezTo>
                    <a:pt x="4" y="0"/>
                    <a:pt x="4" y="1"/>
                    <a:pt x="5" y="2"/>
                  </a:cubicBezTo>
                  <a:cubicBezTo>
                    <a:pt x="5" y="2"/>
                    <a:pt x="6" y="2"/>
                    <a:pt x="6" y="2"/>
                  </a:cubicBezTo>
                  <a:cubicBezTo>
                    <a:pt x="6" y="3"/>
                    <a:pt x="8" y="3"/>
                    <a:pt x="8" y="3"/>
                  </a:cubicBezTo>
                  <a:cubicBezTo>
                    <a:pt x="8" y="4"/>
                    <a:pt x="7" y="4"/>
                    <a:pt x="7" y="4"/>
                  </a:cubicBezTo>
                  <a:cubicBezTo>
                    <a:pt x="7" y="4"/>
                    <a:pt x="9" y="5"/>
                    <a:pt x="8" y="6"/>
                  </a:cubicBezTo>
                  <a:cubicBezTo>
                    <a:pt x="6" y="6"/>
                    <a:pt x="6" y="7"/>
                    <a:pt x="6" y="7"/>
                  </a:cubicBezTo>
                  <a:cubicBezTo>
                    <a:pt x="0" y="6"/>
                    <a:pt x="1" y="3"/>
                    <a:pt x="2"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4" name="Freeform 66"/>
            <p:cNvSpPr/>
            <p:nvPr/>
          </p:nvSpPr>
          <p:spPr bwMode="auto">
            <a:xfrm>
              <a:off x="6029325" y="4149725"/>
              <a:ext cx="38100" cy="30163"/>
            </a:xfrm>
            <a:custGeom>
              <a:avLst/>
              <a:gdLst>
                <a:gd name="T0" fmla="*/ 8 w 10"/>
                <a:gd name="T1" fmla="*/ 0 h 8"/>
                <a:gd name="T2" fmla="*/ 10 w 10"/>
                <a:gd name="T3" fmla="*/ 4 h 8"/>
                <a:gd name="T4" fmla="*/ 7 w 10"/>
                <a:gd name="T5" fmla="*/ 5 h 8"/>
                <a:gd name="T6" fmla="*/ 7 w 10"/>
                <a:gd name="T7" fmla="*/ 8 h 8"/>
                <a:gd name="T8" fmla="*/ 2 w 10"/>
                <a:gd name="T9" fmla="*/ 7 h 8"/>
                <a:gd name="T10" fmla="*/ 3 w 10"/>
                <a:gd name="T11" fmla="*/ 5 h 8"/>
                <a:gd name="T12" fmla="*/ 3 w 10"/>
                <a:gd name="T13" fmla="*/ 4 h 8"/>
                <a:gd name="T14" fmla="*/ 2 w 10"/>
                <a:gd name="T15" fmla="*/ 4 h 8"/>
                <a:gd name="T16" fmla="*/ 4 w 10"/>
                <a:gd name="T17" fmla="*/ 2 h 8"/>
                <a:gd name="T18" fmla="*/ 6 w 10"/>
                <a:gd name="T19" fmla="*/ 1 h 8"/>
                <a:gd name="T20" fmla="*/ 8 w 10"/>
                <a:gd name="T21" fmla="*/ 0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 h="8">
                  <a:moveTo>
                    <a:pt x="8" y="0"/>
                  </a:moveTo>
                  <a:cubicBezTo>
                    <a:pt x="8" y="2"/>
                    <a:pt x="8" y="4"/>
                    <a:pt x="10" y="4"/>
                  </a:cubicBezTo>
                  <a:cubicBezTo>
                    <a:pt x="10" y="5"/>
                    <a:pt x="8" y="5"/>
                    <a:pt x="7" y="5"/>
                  </a:cubicBezTo>
                  <a:cubicBezTo>
                    <a:pt x="9" y="6"/>
                    <a:pt x="6" y="6"/>
                    <a:pt x="7" y="8"/>
                  </a:cubicBezTo>
                  <a:cubicBezTo>
                    <a:pt x="4" y="8"/>
                    <a:pt x="5" y="7"/>
                    <a:pt x="2" y="7"/>
                  </a:cubicBezTo>
                  <a:cubicBezTo>
                    <a:pt x="2" y="6"/>
                    <a:pt x="3" y="5"/>
                    <a:pt x="3" y="5"/>
                  </a:cubicBezTo>
                  <a:cubicBezTo>
                    <a:pt x="3" y="4"/>
                    <a:pt x="1" y="4"/>
                    <a:pt x="3" y="4"/>
                  </a:cubicBezTo>
                  <a:cubicBezTo>
                    <a:pt x="3" y="3"/>
                    <a:pt x="2" y="3"/>
                    <a:pt x="2" y="4"/>
                  </a:cubicBezTo>
                  <a:cubicBezTo>
                    <a:pt x="0" y="4"/>
                    <a:pt x="2" y="2"/>
                    <a:pt x="4" y="2"/>
                  </a:cubicBezTo>
                  <a:cubicBezTo>
                    <a:pt x="4" y="2"/>
                    <a:pt x="5" y="1"/>
                    <a:pt x="6" y="1"/>
                  </a:cubicBezTo>
                  <a:cubicBezTo>
                    <a:pt x="7" y="1"/>
                    <a:pt x="7" y="0"/>
                    <a:pt x="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5" name="Freeform 67"/>
            <p:cNvSpPr/>
            <p:nvPr/>
          </p:nvSpPr>
          <p:spPr bwMode="auto">
            <a:xfrm>
              <a:off x="5999163" y="4157663"/>
              <a:ext cx="26988" cy="11113"/>
            </a:xfrm>
            <a:custGeom>
              <a:avLst/>
              <a:gdLst>
                <a:gd name="T0" fmla="*/ 4 w 7"/>
                <a:gd name="T1" fmla="*/ 0 h 3"/>
                <a:gd name="T2" fmla="*/ 7 w 7"/>
                <a:gd name="T3" fmla="*/ 1 h 3"/>
                <a:gd name="T4" fmla="*/ 6 w 7"/>
                <a:gd name="T5" fmla="*/ 2 h 3"/>
                <a:gd name="T6" fmla="*/ 0 w 7"/>
                <a:gd name="T7" fmla="*/ 3 h 3"/>
                <a:gd name="T8" fmla="*/ 4 w 7"/>
                <a:gd name="T9" fmla="*/ 0 h 3"/>
              </a:gdLst>
              <a:ahLst/>
              <a:cxnLst>
                <a:cxn ang="0">
                  <a:pos x="T0" y="T1"/>
                </a:cxn>
                <a:cxn ang="0">
                  <a:pos x="T2" y="T3"/>
                </a:cxn>
                <a:cxn ang="0">
                  <a:pos x="T4" y="T5"/>
                </a:cxn>
                <a:cxn ang="0">
                  <a:pos x="T6" y="T7"/>
                </a:cxn>
                <a:cxn ang="0">
                  <a:pos x="T8" y="T9"/>
                </a:cxn>
              </a:cxnLst>
              <a:rect l="0" t="0" r="r" b="b"/>
              <a:pathLst>
                <a:path w="7" h="3">
                  <a:moveTo>
                    <a:pt x="4" y="0"/>
                  </a:moveTo>
                  <a:cubicBezTo>
                    <a:pt x="6" y="0"/>
                    <a:pt x="7" y="0"/>
                    <a:pt x="7" y="1"/>
                  </a:cubicBezTo>
                  <a:cubicBezTo>
                    <a:pt x="5" y="1"/>
                    <a:pt x="5" y="2"/>
                    <a:pt x="6" y="2"/>
                  </a:cubicBezTo>
                  <a:cubicBezTo>
                    <a:pt x="5" y="2"/>
                    <a:pt x="3" y="3"/>
                    <a:pt x="0" y="3"/>
                  </a:cubicBezTo>
                  <a:cubicBezTo>
                    <a:pt x="0" y="1"/>
                    <a:pt x="4" y="2"/>
                    <a:pt x="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6" name="Freeform 68"/>
            <p:cNvSpPr/>
            <p:nvPr/>
          </p:nvSpPr>
          <p:spPr bwMode="auto">
            <a:xfrm>
              <a:off x="6081713" y="4202113"/>
              <a:ext cx="19050" cy="19050"/>
            </a:xfrm>
            <a:custGeom>
              <a:avLst/>
              <a:gdLst>
                <a:gd name="T0" fmla="*/ 1 w 5"/>
                <a:gd name="T1" fmla="*/ 0 h 5"/>
                <a:gd name="T2" fmla="*/ 5 w 5"/>
                <a:gd name="T3" fmla="*/ 2 h 5"/>
                <a:gd name="T4" fmla="*/ 0 w 5"/>
                <a:gd name="T5" fmla="*/ 5 h 5"/>
                <a:gd name="T6" fmla="*/ 2 w 5"/>
                <a:gd name="T7" fmla="*/ 4 h 5"/>
                <a:gd name="T8" fmla="*/ 1 w 5"/>
                <a:gd name="T9" fmla="*/ 0 h 5"/>
              </a:gdLst>
              <a:ahLst/>
              <a:cxnLst>
                <a:cxn ang="0">
                  <a:pos x="T0" y="T1"/>
                </a:cxn>
                <a:cxn ang="0">
                  <a:pos x="T2" y="T3"/>
                </a:cxn>
                <a:cxn ang="0">
                  <a:pos x="T4" y="T5"/>
                </a:cxn>
                <a:cxn ang="0">
                  <a:pos x="T6" y="T7"/>
                </a:cxn>
                <a:cxn ang="0">
                  <a:pos x="T8" y="T9"/>
                </a:cxn>
              </a:cxnLst>
              <a:rect l="0" t="0" r="r" b="b"/>
              <a:pathLst>
                <a:path w="5" h="5">
                  <a:moveTo>
                    <a:pt x="1" y="0"/>
                  </a:moveTo>
                  <a:cubicBezTo>
                    <a:pt x="4" y="0"/>
                    <a:pt x="2" y="2"/>
                    <a:pt x="5" y="2"/>
                  </a:cubicBezTo>
                  <a:cubicBezTo>
                    <a:pt x="4" y="3"/>
                    <a:pt x="5" y="5"/>
                    <a:pt x="0" y="5"/>
                  </a:cubicBezTo>
                  <a:cubicBezTo>
                    <a:pt x="0" y="4"/>
                    <a:pt x="1" y="4"/>
                    <a:pt x="2" y="4"/>
                  </a:cubicBezTo>
                  <a:cubicBezTo>
                    <a:pt x="1" y="3"/>
                    <a:pt x="0" y="3"/>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7" name="Freeform 69"/>
            <p:cNvSpPr/>
            <p:nvPr/>
          </p:nvSpPr>
          <p:spPr bwMode="auto">
            <a:xfrm>
              <a:off x="5965825" y="4210050"/>
              <a:ext cx="74613" cy="11113"/>
            </a:xfrm>
            <a:custGeom>
              <a:avLst/>
              <a:gdLst>
                <a:gd name="T0" fmla="*/ 20 w 20"/>
                <a:gd name="T1" fmla="*/ 1 h 3"/>
                <a:gd name="T2" fmla="*/ 14 w 20"/>
                <a:gd name="T3" fmla="*/ 2 h 3"/>
                <a:gd name="T4" fmla="*/ 0 w 20"/>
                <a:gd name="T5" fmla="*/ 3 h 3"/>
                <a:gd name="T6" fmla="*/ 17 w 20"/>
                <a:gd name="T7" fmla="*/ 0 h 3"/>
                <a:gd name="T8" fmla="*/ 20 w 20"/>
                <a:gd name="T9" fmla="*/ 1 h 3"/>
              </a:gdLst>
              <a:ahLst/>
              <a:cxnLst>
                <a:cxn ang="0">
                  <a:pos x="T0" y="T1"/>
                </a:cxn>
                <a:cxn ang="0">
                  <a:pos x="T2" y="T3"/>
                </a:cxn>
                <a:cxn ang="0">
                  <a:pos x="T4" y="T5"/>
                </a:cxn>
                <a:cxn ang="0">
                  <a:pos x="T6" y="T7"/>
                </a:cxn>
                <a:cxn ang="0">
                  <a:pos x="T8" y="T9"/>
                </a:cxn>
              </a:cxnLst>
              <a:rect l="0" t="0" r="r" b="b"/>
              <a:pathLst>
                <a:path w="20" h="3">
                  <a:moveTo>
                    <a:pt x="20" y="1"/>
                  </a:moveTo>
                  <a:cubicBezTo>
                    <a:pt x="20" y="2"/>
                    <a:pt x="17" y="2"/>
                    <a:pt x="14" y="2"/>
                  </a:cubicBezTo>
                  <a:cubicBezTo>
                    <a:pt x="10" y="3"/>
                    <a:pt x="4" y="2"/>
                    <a:pt x="0" y="3"/>
                  </a:cubicBezTo>
                  <a:cubicBezTo>
                    <a:pt x="1" y="0"/>
                    <a:pt x="15" y="3"/>
                    <a:pt x="17" y="0"/>
                  </a:cubicBezTo>
                  <a:cubicBezTo>
                    <a:pt x="18" y="1"/>
                    <a:pt x="19" y="1"/>
                    <a:pt x="2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8" name="Freeform 70"/>
            <p:cNvSpPr/>
            <p:nvPr/>
          </p:nvSpPr>
          <p:spPr bwMode="auto">
            <a:xfrm>
              <a:off x="6130925" y="4221163"/>
              <a:ext cx="47625" cy="14288"/>
            </a:xfrm>
            <a:custGeom>
              <a:avLst/>
              <a:gdLst>
                <a:gd name="T0" fmla="*/ 13 w 13"/>
                <a:gd name="T1" fmla="*/ 3 h 4"/>
                <a:gd name="T2" fmla="*/ 11 w 13"/>
                <a:gd name="T3" fmla="*/ 4 h 4"/>
                <a:gd name="T4" fmla="*/ 5 w 13"/>
                <a:gd name="T5" fmla="*/ 4 h 4"/>
                <a:gd name="T6" fmla="*/ 4 w 13"/>
                <a:gd name="T7" fmla="*/ 4 h 4"/>
                <a:gd name="T8" fmla="*/ 0 w 13"/>
                <a:gd name="T9" fmla="*/ 2 h 4"/>
                <a:gd name="T10" fmla="*/ 5 w 13"/>
                <a:gd name="T11" fmla="*/ 1 h 4"/>
                <a:gd name="T12" fmla="*/ 8 w 13"/>
                <a:gd name="T13" fmla="*/ 1 h 4"/>
                <a:gd name="T14" fmla="*/ 8 w 13"/>
                <a:gd name="T15" fmla="*/ 1 h 4"/>
                <a:gd name="T16" fmla="*/ 9 w 13"/>
                <a:gd name="T17" fmla="*/ 1 h 4"/>
                <a:gd name="T18" fmla="*/ 13 w 13"/>
                <a:gd name="T19" fmla="*/ 3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 h="4">
                  <a:moveTo>
                    <a:pt x="13" y="3"/>
                  </a:moveTo>
                  <a:cubicBezTo>
                    <a:pt x="12" y="3"/>
                    <a:pt x="11" y="4"/>
                    <a:pt x="11" y="4"/>
                  </a:cubicBezTo>
                  <a:cubicBezTo>
                    <a:pt x="9" y="3"/>
                    <a:pt x="7" y="4"/>
                    <a:pt x="5" y="4"/>
                  </a:cubicBezTo>
                  <a:cubicBezTo>
                    <a:pt x="5" y="4"/>
                    <a:pt x="5" y="4"/>
                    <a:pt x="4" y="4"/>
                  </a:cubicBezTo>
                  <a:cubicBezTo>
                    <a:pt x="3" y="4"/>
                    <a:pt x="2" y="3"/>
                    <a:pt x="0" y="2"/>
                  </a:cubicBezTo>
                  <a:cubicBezTo>
                    <a:pt x="0" y="2"/>
                    <a:pt x="3" y="2"/>
                    <a:pt x="5" y="1"/>
                  </a:cubicBezTo>
                  <a:cubicBezTo>
                    <a:pt x="5" y="1"/>
                    <a:pt x="7" y="0"/>
                    <a:pt x="8" y="1"/>
                  </a:cubicBezTo>
                  <a:cubicBezTo>
                    <a:pt x="8" y="1"/>
                    <a:pt x="8" y="1"/>
                    <a:pt x="8" y="1"/>
                  </a:cubicBezTo>
                  <a:cubicBezTo>
                    <a:pt x="8" y="1"/>
                    <a:pt x="9" y="1"/>
                    <a:pt x="9" y="1"/>
                  </a:cubicBezTo>
                  <a:cubicBezTo>
                    <a:pt x="11" y="1"/>
                    <a:pt x="13" y="2"/>
                    <a:pt x="13"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9" name="Freeform 71"/>
            <p:cNvSpPr/>
            <p:nvPr/>
          </p:nvSpPr>
          <p:spPr bwMode="auto">
            <a:xfrm>
              <a:off x="6156325" y="4232275"/>
              <a:ext cx="269875" cy="66675"/>
            </a:xfrm>
            <a:custGeom>
              <a:avLst/>
              <a:gdLst>
                <a:gd name="T0" fmla="*/ 24 w 72"/>
                <a:gd name="T1" fmla="*/ 9 h 18"/>
                <a:gd name="T2" fmla="*/ 20 w 72"/>
                <a:gd name="T3" fmla="*/ 8 h 18"/>
                <a:gd name="T4" fmla="*/ 18 w 72"/>
                <a:gd name="T5" fmla="*/ 6 h 18"/>
                <a:gd name="T6" fmla="*/ 7 w 72"/>
                <a:gd name="T7" fmla="*/ 5 h 18"/>
                <a:gd name="T8" fmla="*/ 1 w 72"/>
                <a:gd name="T9" fmla="*/ 5 h 18"/>
                <a:gd name="T10" fmla="*/ 0 w 72"/>
                <a:gd name="T11" fmla="*/ 3 h 18"/>
                <a:gd name="T12" fmla="*/ 3 w 72"/>
                <a:gd name="T13" fmla="*/ 3 h 18"/>
                <a:gd name="T14" fmla="*/ 6 w 72"/>
                <a:gd name="T15" fmla="*/ 2 h 18"/>
                <a:gd name="T16" fmla="*/ 11 w 72"/>
                <a:gd name="T17" fmla="*/ 3 h 18"/>
                <a:gd name="T18" fmla="*/ 15 w 72"/>
                <a:gd name="T19" fmla="*/ 2 h 18"/>
                <a:gd name="T20" fmla="*/ 23 w 72"/>
                <a:gd name="T21" fmla="*/ 0 h 18"/>
                <a:gd name="T22" fmla="*/ 25 w 72"/>
                <a:gd name="T23" fmla="*/ 1 h 18"/>
                <a:gd name="T24" fmla="*/ 33 w 72"/>
                <a:gd name="T25" fmla="*/ 3 h 18"/>
                <a:gd name="T26" fmla="*/ 35 w 72"/>
                <a:gd name="T27" fmla="*/ 2 h 18"/>
                <a:gd name="T28" fmla="*/ 37 w 72"/>
                <a:gd name="T29" fmla="*/ 3 h 18"/>
                <a:gd name="T30" fmla="*/ 41 w 72"/>
                <a:gd name="T31" fmla="*/ 3 h 18"/>
                <a:gd name="T32" fmla="*/ 45 w 72"/>
                <a:gd name="T33" fmla="*/ 4 h 18"/>
                <a:gd name="T34" fmla="*/ 45 w 72"/>
                <a:gd name="T35" fmla="*/ 6 h 18"/>
                <a:gd name="T36" fmla="*/ 47 w 72"/>
                <a:gd name="T37" fmla="*/ 5 h 18"/>
                <a:gd name="T38" fmla="*/ 48 w 72"/>
                <a:gd name="T39" fmla="*/ 7 h 18"/>
                <a:gd name="T40" fmla="*/ 53 w 72"/>
                <a:gd name="T41" fmla="*/ 8 h 18"/>
                <a:gd name="T42" fmla="*/ 61 w 72"/>
                <a:gd name="T43" fmla="*/ 9 h 18"/>
                <a:gd name="T44" fmla="*/ 60 w 72"/>
                <a:gd name="T45" fmla="*/ 11 h 18"/>
                <a:gd name="T46" fmla="*/ 63 w 72"/>
                <a:gd name="T47" fmla="*/ 12 h 18"/>
                <a:gd name="T48" fmla="*/ 63 w 72"/>
                <a:gd name="T49" fmla="*/ 13 h 18"/>
                <a:gd name="T50" fmla="*/ 67 w 72"/>
                <a:gd name="T51" fmla="*/ 15 h 18"/>
                <a:gd name="T52" fmla="*/ 72 w 72"/>
                <a:gd name="T53" fmla="*/ 17 h 18"/>
                <a:gd name="T54" fmla="*/ 65 w 72"/>
                <a:gd name="T55" fmla="*/ 17 h 18"/>
                <a:gd name="T56" fmla="*/ 59 w 72"/>
                <a:gd name="T57" fmla="*/ 15 h 18"/>
                <a:gd name="T58" fmla="*/ 57 w 72"/>
                <a:gd name="T59" fmla="*/ 14 h 18"/>
                <a:gd name="T60" fmla="*/ 56 w 72"/>
                <a:gd name="T61" fmla="*/ 14 h 18"/>
                <a:gd name="T62" fmla="*/ 53 w 72"/>
                <a:gd name="T63" fmla="*/ 12 h 18"/>
                <a:gd name="T64" fmla="*/ 45 w 72"/>
                <a:gd name="T65" fmla="*/ 12 h 18"/>
                <a:gd name="T66" fmla="*/ 41 w 72"/>
                <a:gd name="T67" fmla="*/ 16 h 18"/>
                <a:gd name="T68" fmla="*/ 36 w 72"/>
                <a:gd name="T69" fmla="*/ 15 h 18"/>
                <a:gd name="T70" fmla="*/ 33 w 72"/>
                <a:gd name="T71" fmla="*/ 15 h 18"/>
                <a:gd name="T72" fmla="*/ 29 w 72"/>
                <a:gd name="T73" fmla="*/ 12 h 18"/>
                <a:gd name="T74" fmla="*/ 25 w 72"/>
                <a:gd name="T75" fmla="*/ 14 h 18"/>
                <a:gd name="T76" fmla="*/ 22 w 72"/>
                <a:gd name="T77" fmla="*/ 13 h 18"/>
                <a:gd name="T78" fmla="*/ 25 w 72"/>
                <a:gd name="T79" fmla="*/ 12 h 18"/>
                <a:gd name="T80" fmla="*/ 27 w 72"/>
                <a:gd name="T81" fmla="*/ 10 h 18"/>
                <a:gd name="T82" fmla="*/ 26 w 72"/>
                <a:gd name="T83" fmla="*/ 11 h 18"/>
                <a:gd name="T84" fmla="*/ 24 w 72"/>
                <a:gd name="T85" fmla="*/ 9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72" h="18">
                  <a:moveTo>
                    <a:pt x="24" y="9"/>
                  </a:moveTo>
                  <a:cubicBezTo>
                    <a:pt x="22" y="9"/>
                    <a:pt x="22" y="8"/>
                    <a:pt x="20" y="8"/>
                  </a:cubicBezTo>
                  <a:cubicBezTo>
                    <a:pt x="19" y="7"/>
                    <a:pt x="18" y="7"/>
                    <a:pt x="18" y="6"/>
                  </a:cubicBezTo>
                  <a:cubicBezTo>
                    <a:pt x="13" y="6"/>
                    <a:pt x="9" y="6"/>
                    <a:pt x="7" y="5"/>
                  </a:cubicBezTo>
                  <a:cubicBezTo>
                    <a:pt x="4" y="5"/>
                    <a:pt x="5" y="5"/>
                    <a:pt x="1" y="5"/>
                  </a:cubicBezTo>
                  <a:cubicBezTo>
                    <a:pt x="1" y="4"/>
                    <a:pt x="1" y="3"/>
                    <a:pt x="0" y="3"/>
                  </a:cubicBezTo>
                  <a:cubicBezTo>
                    <a:pt x="1" y="2"/>
                    <a:pt x="2" y="3"/>
                    <a:pt x="3" y="3"/>
                  </a:cubicBezTo>
                  <a:cubicBezTo>
                    <a:pt x="4" y="3"/>
                    <a:pt x="5" y="2"/>
                    <a:pt x="6" y="2"/>
                  </a:cubicBezTo>
                  <a:cubicBezTo>
                    <a:pt x="8" y="2"/>
                    <a:pt x="9" y="3"/>
                    <a:pt x="11" y="3"/>
                  </a:cubicBezTo>
                  <a:cubicBezTo>
                    <a:pt x="13" y="4"/>
                    <a:pt x="14" y="2"/>
                    <a:pt x="15" y="2"/>
                  </a:cubicBezTo>
                  <a:cubicBezTo>
                    <a:pt x="17" y="1"/>
                    <a:pt x="21" y="1"/>
                    <a:pt x="23" y="0"/>
                  </a:cubicBezTo>
                  <a:cubicBezTo>
                    <a:pt x="25" y="0"/>
                    <a:pt x="24" y="1"/>
                    <a:pt x="25" y="1"/>
                  </a:cubicBezTo>
                  <a:cubicBezTo>
                    <a:pt x="26" y="2"/>
                    <a:pt x="33" y="1"/>
                    <a:pt x="33" y="3"/>
                  </a:cubicBezTo>
                  <a:cubicBezTo>
                    <a:pt x="34" y="3"/>
                    <a:pt x="34" y="2"/>
                    <a:pt x="35" y="2"/>
                  </a:cubicBezTo>
                  <a:cubicBezTo>
                    <a:pt x="36" y="2"/>
                    <a:pt x="36" y="3"/>
                    <a:pt x="37" y="3"/>
                  </a:cubicBezTo>
                  <a:cubicBezTo>
                    <a:pt x="38" y="3"/>
                    <a:pt x="40" y="3"/>
                    <a:pt x="41" y="3"/>
                  </a:cubicBezTo>
                  <a:cubicBezTo>
                    <a:pt x="42" y="3"/>
                    <a:pt x="42" y="5"/>
                    <a:pt x="45" y="4"/>
                  </a:cubicBezTo>
                  <a:cubicBezTo>
                    <a:pt x="47" y="5"/>
                    <a:pt x="46" y="5"/>
                    <a:pt x="45" y="6"/>
                  </a:cubicBezTo>
                  <a:cubicBezTo>
                    <a:pt x="47" y="6"/>
                    <a:pt x="47" y="5"/>
                    <a:pt x="47" y="5"/>
                  </a:cubicBezTo>
                  <a:cubicBezTo>
                    <a:pt x="49" y="5"/>
                    <a:pt x="48" y="6"/>
                    <a:pt x="48" y="7"/>
                  </a:cubicBezTo>
                  <a:cubicBezTo>
                    <a:pt x="49" y="7"/>
                    <a:pt x="52" y="7"/>
                    <a:pt x="53" y="8"/>
                  </a:cubicBezTo>
                  <a:cubicBezTo>
                    <a:pt x="54" y="8"/>
                    <a:pt x="58" y="9"/>
                    <a:pt x="61" y="9"/>
                  </a:cubicBezTo>
                  <a:cubicBezTo>
                    <a:pt x="62" y="10"/>
                    <a:pt x="60" y="10"/>
                    <a:pt x="60" y="11"/>
                  </a:cubicBezTo>
                  <a:cubicBezTo>
                    <a:pt x="61" y="11"/>
                    <a:pt x="62" y="11"/>
                    <a:pt x="63" y="12"/>
                  </a:cubicBezTo>
                  <a:cubicBezTo>
                    <a:pt x="64" y="12"/>
                    <a:pt x="63" y="13"/>
                    <a:pt x="63" y="13"/>
                  </a:cubicBezTo>
                  <a:cubicBezTo>
                    <a:pt x="64" y="13"/>
                    <a:pt x="66" y="14"/>
                    <a:pt x="67" y="15"/>
                  </a:cubicBezTo>
                  <a:cubicBezTo>
                    <a:pt x="69" y="16"/>
                    <a:pt x="70" y="17"/>
                    <a:pt x="72" y="17"/>
                  </a:cubicBezTo>
                  <a:cubicBezTo>
                    <a:pt x="70" y="18"/>
                    <a:pt x="66" y="17"/>
                    <a:pt x="65" y="17"/>
                  </a:cubicBezTo>
                  <a:cubicBezTo>
                    <a:pt x="63" y="17"/>
                    <a:pt x="62" y="17"/>
                    <a:pt x="59" y="15"/>
                  </a:cubicBezTo>
                  <a:cubicBezTo>
                    <a:pt x="59" y="15"/>
                    <a:pt x="58" y="15"/>
                    <a:pt x="57" y="14"/>
                  </a:cubicBezTo>
                  <a:cubicBezTo>
                    <a:pt x="57" y="14"/>
                    <a:pt x="56" y="14"/>
                    <a:pt x="56" y="14"/>
                  </a:cubicBezTo>
                  <a:cubicBezTo>
                    <a:pt x="56" y="14"/>
                    <a:pt x="54" y="12"/>
                    <a:pt x="53" y="12"/>
                  </a:cubicBezTo>
                  <a:cubicBezTo>
                    <a:pt x="51" y="12"/>
                    <a:pt x="48" y="13"/>
                    <a:pt x="45" y="12"/>
                  </a:cubicBezTo>
                  <a:cubicBezTo>
                    <a:pt x="43" y="13"/>
                    <a:pt x="43" y="15"/>
                    <a:pt x="41" y="16"/>
                  </a:cubicBezTo>
                  <a:cubicBezTo>
                    <a:pt x="41" y="15"/>
                    <a:pt x="37" y="16"/>
                    <a:pt x="36" y="15"/>
                  </a:cubicBezTo>
                  <a:cubicBezTo>
                    <a:pt x="34" y="15"/>
                    <a:pt x="36" y="14"/>
                    <a:pt x="33" y="15"/>
                  </a:cubicBezTo>
                  <a:cubicBezTo>
                    <a:pt x="35" y="12"/>
                    <a:pt x="28" y="14"/>
                    <a:pt x="29" y="12"/>
                  </a:cubicBezTo>
                  <a:cubicBezTo>
                    <a:pt x="26" y="13"/>
                    <a:pt x="24" y="13"/>
                    <a:pt x="25" y="14"/>
                  </a:cubicBezTo>
                  <a:cubicBezTo>
                    <a:pt x="24" y="14"/>
                    <a:pt x="24" y="13"/>
                    <a:pt x="22" y="13"/>
                  </a:cubicBezTo>
                  <a:cubicBezTo>
                    <a:pt x="22" y="13"/>
                    <a:pt x="24" y="12"/>
                    <a:pt x="25" y="12"/>
                  </a:cubicBezTo>
                  <a:cubicBezTo>
                    <a:pt x="26" y="11"/>
                    <a:pt x="27" y="11"/>
                    <a:pt x="27" y="10"/>
                  </a:cubicBezTo>
                  <a:cubicBezTo>
                    <a:pt x="26" y="10"/>
                    <a:pt x="26" y="11"/>
                    <a:pt x="26" y="11"/>
                  </a:cubicBezTo>
                  <a:cubicBezTo>
                    <a:pt x="24" y="11"/>
                    <a:pt x="25" y="8"/>
                    <a:pt x="24"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0" name="Freeform 72"/>
            <p:cNvSpPr/>
            <p:nvPr/>
          </p:nvSpPr>
          <p:spPr bwMode="auto">
            <a:xfrm>
              <a:off x="6092825" y="4240213"/>
              <a:ext cx="26988" cy="11113"/>
            </a:xfrm>
            <a:custGeom>
              <a:avLst/>
              <a:gdLst>
                <a:gd name="T0" fmla="*/ 7 w 7"/>
                <a:gd name="T1" fmla="*/ 1 h 3"/>
                <a:gd name="T2" fmla="*/ 0 w 7"/>
                <a:gd name="T3" fmla="*/ 2 h 3"/>
                <a:gd name="T4" fmla="*/ 7 w 7"/>
                <a:gd name="T5" fmla="*/ 1 h 3"/>
              </a:gdLst>
              <a:ahLst/>
              <a:cxnLst>
                <a:cxn ang="0">
                  <a:pos x="T0" y="T1"/>
                </a:cxn>
                <a:cxn ang="0">
                  <a:pos x="T2" y="T3"/>
                </a:cxn>
                <a:cxn ang="0">
                  <a:pos x="T4" y="T5"/>
                </a:cxn>
              </a:cxnLst>
              <a:rect l="0" t="0" r="r" b="b"/>
              <a:pathLst>
                <a:path w="7" h="3">
                  <a:moveTo>
                    <a:pt x="7" y="1"/>
                  </a:moveTo>
                  <a:cubicBezTo>
                    <a:pt x="7" y="3"/>
                    <a:pt x="2" y="2"/>
                    <a:pt x="0" y="2"/>
                  </a:cubicBezTo>
                  <a:cubicBezTo>
                    <a:pt x="1" y="1"/>
                    <a:pt x="6" y="0"/>
                    <a:pt x="7"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1" name="Freeform 73"/>
            <p:cNvSpPr/>
            <p:nvPr/>
          </p:nvSpPr>
          <p:spPr bwMode="auto">
            <a:xfrm>
              <a:off x="6059488" y="4243388"/>
              <a:ext cx="19050" cy="3175"/>
            </a:xfrm>
            <a:custGeom>
              <a:avLst/>
              <a:gdLst>
                <a:gd name="T0" fmla="*/ 0 w 5"/>
                <a:gd name="T1" fmla="*/ 1 h 1"/>
                <a:gd name="T2" fmla="*/ 3 w 5"/>
                <a:gd name="T3" fmla="*/ 1 h 1"/>
                <a:gd name="T4" fmla="*/ 1 w 5"/>
                <a:gd name="T5" fmla="*/ 1 h 1"/>
                <a:gd name="T6" fmla="*/ 0 w 5"/>
                <a:gd name="T7" fmla="*/ 1 h 1"/>
              </a:gdLst>
              <a:ahLst/>
              <a:cxnLst>
                <a:cxn ang="0">
                  <a:pos x="T0" y="T1"/>
                </a:cxn>
                <a:cxn ang="0">
                  <a:pos x="T2" y="T3"/>
                </a:cxn>
                <a:cxn ang="0">
                  <a:pos x="T4" y="T5"/>
                </a:cxn>
                <a:cxn ang="0">
                  <a:pos x="T6" y="T7"/>
                </a:cxn>
              </a:cxnLst>
              <a:rect l="0" t="0" r="r" b="b"/>
              <a:pathLst>
                <a:path w="5" h="1">
                  <a:moveTo>
                    <a:pt x="0" y="1"/>
                  </a:moveTo>
                  <a:cubicBezTo>
                    <a:pt x="0" y="0"/>
                    <a:pt x="5" y="0"/>
                    <a:pt x="3" y="1"/>
                  </a:cubicBezTo>
                  <a:cubicBezTo>
                    <a:pt x="2" y="1"/>
                    <a:pt x="2" y="1"/>
                    <a:pt x="1" y="1"/>
                  </a:cubicBezTo>
                  <a:cubicBezTo>
                    <a:pt x="1" y="1"/>
                    <a:pt x="1" y="1"/>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2" name="Freeform 74"/>
            <p:cNvSpPr/>
            <p:nvPr/>
          </p:nvSpPr>
          <p:spPr bwMode="auto">
            <a:xfrm>
              <a:off x="6403975" y="4254500"/>
              <a:ext cx="52388" cy="19050"/>
            </a:xfrm>
            <a:custGeom>
              <a:avLst/>
              <a:gdLst>
                <a:gd name="T0" fmla="*/ 11 w 14"/>
                <a:gd name="T1" fmla="*/ 0 h 5"/>
                <a:gd name="T2" fmla="*/ 14 w 14"/>
                <a:gd name="T3" fmla="*/ 0 h 5"/>
                <a:gd name="T4" fmla="*/ 14 w 14"/>
                <a:gd name="T5" fmla="*/ 1 h 5"/>
                <a:gd name="T6" fmla="*/ 12 w 14"/>
                <a:gd name="T7" fmla="*/ 1 h 5"/>
                <a:gd name="T8" fmla="*/ 12 w 14"/>
                <a:gd name="T9" fmla="*/ 3 h 5"/>
                <a:gd name="T10" fmla="*/ 10 w 14"/>
                <a:gd name="T11" fmla="*/ 3 h 5"/>
                <a:gd name="T12" fmla="*/ 1 w 14"/>
                <a:gd name="T13" fmla="*/ 2 h 5"/>
                <a:gd name="T14" fmla="*/ 11 w 14"/>
                <a:gd name="T15" fmla="*/ 0 h 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 h="5">
                  <a:moveTo>
                    <a:pt x="11" y="0"/>
                  </a:moveTo>
                  <a:cubicBezTo>
                    <a:pt x="12" y="0"/>
                    <a:pt x="13" y="0"/>
                    <a:pt x="14" y="0"/>
                  </a:cubicBezTo>
                  <a:cubicBezTo>
                    <a:pt x="14" y="0"/>
                    <a:pt x="14" y="1"/>
                    <a:pt x="14" y="1"/>
                  </a:cubicBezTo>
                  <a:cubicBezTo>
                    <a:pt x="14" y="1"/>
                    <a:pt x="12" y="1"/>
                    <a:pt x="12" y="1"/>
                  </a:cubicBezTo>
                  <a:cubicBezTo>
                    <a:pt x="12" y="2"/>
                    <a:pt x="14" y="2"/>
                    <a:pt x="12" y="3"/>
                  </a:cubicBezTo>
                  <a:cubicBezTo>
                    <a:pt x="11" y="2"/>
                    <a:pt x="10" y="3"/>
                    <a:pt x="10" y="3"/>
                  </a:cubicBezTo>
                  <a:cubicBezTo>
                    <a:pt x="7" y="3"/>
                    <a:pt x="0" y="5"/>
                    <a:pt x="1" y="2"/>
                  </a:cubicBezTo>
                  <a:cubicBezTo>
                    <a:pt x="6" y="3"/>
                    <a:pt x="10" y="2"/>
                    <a:pt x="1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3" name="Freeform 75"/>
            <p:cNvSpPr/>
            <p:nvPr/>
          </p:nvSpPr>
          <p:spPr bwMode="auto">
            <a:xfrm>
              <a:off x="5919788" y="4281488"/>
              <a:ext cx="30163" cy="6350"/>
            </a:xfrm>
            <a:custGeom>
              <a:avLst/>
              <a:gdLst>
                <a:gd name="T0" fmla="*/ 8 w 8"/>
                <a:gd name="T1" fmla="*/ 0 h 2"/>
                <a:gd name="T2" fmla="*/ 0 w 8"/>
                <a:gd name="T3" fmla="*/ 2 h 2"/>
                <a:gd name="T4" fmla="*/ 8 w 8"/>
                <a:gd name="T5" fmla="*/ 0 h 2"/>
              </a:gdLst>
              <a:ahLst/>
              <a:cxnLst>
                <a:cxn ang="0">
                  <a:pos x="T0" y="T1"/>
                </a:cxn>
                <a:cxn ang="0">
                  <a:pos x="T2" y="T3"/>
                </a:cxn>
                <a:cxn ang="0">
                  <a:pos x="T4" y="T5"/>
                </a:cxn>
              </a:cxnLst>
              <a:rect l="0" t="0" r="r" b="b"/>
              <a:pathLst>
                <a:path w="8" h="2">
                  <a:moveTo>
                    <a:pt x="8" y="0"/>
                  </a:moveTo>
                  <a:cubicBezTo>
                    <a:pt x="7" y="1"/>
                    <a:pt x="5" y="2"/>
                    <a:pt x="0" y="2"/>
                  </a:cubicBezTo>
                  <a:cubicBezTo>
                    <a:pt x="1" y="0"/>
                    <a:pt x="5" y="0"/>
                    <a:pt x="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4" name="Freeform 76"/>
            <p:cNvSpPr/>
            <p:nvPr/>
          </p:nvSpPr>
          <p:spPr bwMode="auto">
            <a:xfrm>
              <a:off x="5965825" y="4281488"/>
              <a:ext cx="30163" cy="3175"/>
            </a:xfrm>
            <a:custGeom>
              <a:avLst/>
              <a:gdLst>
                <a:gd name="T0" fmla="*/ 8 w 8"/>
                <a:gd name="T1" fmla="*/ 0 h 1"/>
                <a:gd name="T2" fmla="*/ 0 w 8"/>
                <a:gd name="T3" fmla="*/ 1 h 1"/>
                <a:gd name="T4" fmla="*/ 8 w 8"/>
                <a:gd name="T5" fmla="*/ 0 h 1"/>
              </a:gdLst>
              <a:ahLst/>
              <a:cxnLst>
                <a:cxn ang="0">
                  <a:pos x="T0" y="T1"/>
                </a:cxn>
                <a:cxn ang="0">
                  <a:pos x="T2" y="T3"/>
                </a:cxn>
                <a:cxn ang="0">
                  <a:pos x="T4" y="T5"/>
                </a:cxn>
              </a:cxnLst>
              <a:rect l="0" t="0" r="r" b="b"/>
              <a:pathLst>
                <a:path w="8" h="1">
                  <a:moveTo>
                    <a:pt x="8" y="0"/>
                  </a:moveTo>
                  <a:cubicBezTo>
                    <a:pt x="7" y="1"/>
                    <a:pt x="4" y="1"/>
                    <a:pt x="0" y="1"/>
                  </a:cubicBezTo>
                  <a:cubicBezTo>
                    <a:pt x="1" y="0"/>
                    <a:pt x="5" y="0"/>
                    <a:pt x="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5" name="Freeform 77"/>
            <p:cNvSpPr/>
            <p:nvPr/>
          </p:nvSpPr>
          <p:spPr bwMode="auto">
            <a:xfrm>
              <a:off x="6021388" y="4281488"/>
              <a:ext cx="52388" cy="14288"/>
            </a:xfrm>
            <a:custGeom>
              <a:avLst/>
              <a:gdLst>
                <a:gd name="T0" fmla="*/ 13 w 14"/>
                <a:gd name="T1" fmla="*/ 0 h 4"/>
                <a:gd name="T2" fmla="*/ 12 w 14"/>
                <a:gd name="T3" fmla="*/ 2 h 4"/>
                <a:gd name="T4" fmla="*/ 10 w 14"/>
                <a:gd name="T5" fmla="*/ 2 h 4"/>
                <a:gd name="T6" fmla="*/ 1 w 14"/>
                <a:gd name="T7" fmla="*/ 4 h 4"/>
                <a:gd name="T8" fmla="*/ 4 w 14"/>
                <a:gd name="T9" fmla="*/ 3 h 4"/>
                <a:gd name="T10" fmla="*/ 6 w 14"/>
                <a:gd name="T11" fmla="*/ 2 h 4"/>
                <a:gd name="T12" fmla="*/ 8 w 14"/>
                <a:gd name="T13" fmla="*/ 1 h 4"/>
                <a:gd name="T14" fmla="*/ 13 w 14"/>
                <a:gd name="T15" fmla="*/ 0 h 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 h="4">
                  <a:moveTo>
                    <a:pt x="13" y="0"/>
                  </a:moveTo>
                  <a:cubicBezTo>
                    <a:pt x="14" y="1"/>
                    <a:pt x="13" y="2"/>
                    <a:pt x="12" y="2"/>
                  </a:cubicBezTo>
                  <a:cubicBezTo>
                    <a:pt x="12" y="2"/>
                    <a:pt x="10" y="2"/>
                    <a:pt x="10" y="2"/>
                  </a:cubicBezTo>
                  <a:cubicBezTo>
                    <a:pt x="9" y="3"/>
                    <a:pt x="6" y="4"/>
                    <a:pt x="1" y="4"/>
                  </a:cubicBezTo>
                  <a:cubicBezTo>
                    <a:pt x="0" y="3"/>
                    <a:pt x="3" y="3"/>
                    <a:pt x="4" y="3"/>
                  </a:cubicBezTo>
                  <a:cubicBezTo>
                    <a:pt x="5" y="2"/>
                    <a:pt x="5" y="2"/>
                    <a:pt x="6" y="2"/>
                  </a:cubicBezTo>
                  <a:cubicBezTo>
                    <a:pt x="7" y="1"/>
                    <a:pt x="8" y="1"/>
                    <a:pt x="8" y="1"/>
                  </a:cubicBezTo>
                  <a:cubicBezTo>
                    <a:pt x="11" y="1"/>
                    <a:pt x="11" y="0"/>
                    <a:pt x="13"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6" name="Freeform 78"/>
            <p:cNvSpPr/>
            <p:nvPr/>
          </p:nvSpPr>
          <p:spPr bwMode="auto">
            <a:xfrm>
              <a:off x="6775450" y="4491038"/>
              <a:ext cx="26988" cy="19050"/>
            </a:xfrm>
            <a:custGeom>
              <a:avLst/>
              <a:gdLst>
                <a:gd name="T0" fmla="*/ 1 w 7"/>
                <a:gd name="T1" fmla="*/ 0 h 5"/>
                <a:gd name="T2" fmla="*/ 2 w 7"/>
                <a:gd name="T3" fmla="*/ 1 h 5"/>
                <a:gd name="T4" fmla="*/ 5 w 7"/>
                <a:gd name="T5" fmla="*/ 2 h 5"/>
                <a:gd name="T6" fmla="*/ 6 w 7"/>
                <a:gd name="T7" fmla="*/ 5 h 5"/>
                <a:gd name="T8" fmla="*/ 3 w 7"/>
                <a:gd name="T9" fmla="*/ 5 h 5"/>
                <a:gd name="T10" fmla="*/ 0 w 7"/>
                <a:gd name="T11" fmla="*/ 1 h 5"/>
                <a:gd name="T12" fmla="*/ 1 w 7"/>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7" h="5">
                  <a:moveTo>
                    <a:pt x="1" y="0"/>
                  </a:moveTo>
                  <a:cubicBezTo>
                    <a:pt x="2" y="0"/>
                    <a:pt x="2" y="0"/>
                    <a:pt x="2" y="1"/>
                  </a:cubicBezTo>
                  <a:cubicBezTo>
                    <a:pt x="1" y="1"/>
                    <a:pt x="7" y="1"/>
                    <a:pt x="5" y="2"/>
                  </a:cubicBezTo>
                  <a:cubicBezTo>
                    <a:pt x="3" y="3"/>
                    <a:pt x="7" y="2"/>
                    <a:pt x="6" y="5"/>
                  </a:cubicBezTo>
                  <a:cubicBezTo>
                    <a:pt x="5" y="5"/>
                    <a:pt x="4" y="4"/>
                    <a:pt x="3" y="5"/>
                  </a:cubicBezTo>
                  <a:cubicBezTo>
                    <a:pt x="2" y="4"/>
                    <a:pt x="1" y="2"/>
                    <a:pt x="0" y="1"/>
                  </a:cubicBezTo>
                  <a:cubicBezTo>
                    <a:pt x="1" y="1"/>
                    <a:pt x="1" y="0"/>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7" name="Freeform 79"/>
            <p:cNvSpPr/>
            <p:nvPr/>
          </p:nvSpPr>
          <p:spPr bwMode="auto">
            <a:xfrm>
              <a:off x="6783388" y="4505325"/>
              <a:ext cx="60325" cy="41275"/>
            </a:xfrm>
            <a:custGeom>
              <a:avLst/>
              <a:gdLst>
                <a:gd name="T0" fmla="*/ 5 w 16"/>
                <a:gd name="T1" fmla="*/ 0 h 11"/>
                <a:gd name="T2" fmla="*/ 6 w 16"/>
                <a:gd name="T3" fmla="*/ 1 h 11"/>
                <a:gd name="T4" fmla="*/ 8 w 16"/>
                <a:gd name="T5" fmla="*/ 1 h 11"/>
                <a:gd name="T6" fmla="*/ 16 w 16"/>
                <a:gd name="T7" fmla="*/ 2 h 11"/>
                <a:gd name="T8" fmla="*/ 16 w 16"/>
                <a:gd name="T9" fmla="*/ 5 h 11"/>
                <a:gd name="T10" fmla="*/ 13 w 16"/>
                <a:gd name="T11" fmla="*/ 5 h 11"/>
                <a:gd name="T12" fmla="*/ 12 w 16"/>
                <a:gd name="T13" fmla="*/ 6 h 11"/>
                <a:gd name="T14" fmla="*/ 11 w 16"/>
                <a:gd name="T15" fmla="*/ 9 h 11"/>
                <a:gd name="T16" fmla="*/ 10 w 16"/>
                <a:gd name="T17" fmla="*/ 10 h 11"/>
                <a:gd name="T18" fmla="*/ 5 w 16"/>
                <a:gd name="T19" fmla="*/ 10 h 11"/>
                <a:gd name="T20" fmla="*/ 4 w 16"/>
                <a:gd name="T21" fmla="*/ 9 h 11"/>
                <a:gd name="T22" fmla="*/ 6 w 16"/>
                <a:gd name="T23" fmla="*/ 8 h 11"/>
                <a:gd name="T24" fmla="*/ 0 w 16"/>
                <a:gd name="T25" fmla="*/ 6 h 11"/>
                <a:gd name="T26" fmla="*/ 4 w 16"/>
                <a:gd name="T27" fmla="*/ 4 h 11"/>
                <a:gd name="T28" fmla="*/ 5 w 16"/>
                <a:gd name="T29"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6" h="11">
                  <a:moveTo>
                    <a:pt x="5" y="0"/>
                  </a:moveTo>
                  <a:cubicBezTo>
                    <a:pt x="6" y="0"/>
                    <a:pt x="6" y="0"/>
                    <a:pt x="6" y="1"/>
                  </a:cubicBezTo>
                  <a:cubicBezTo>
                    <a:pt x="6" y="1"/>
                    <a:pt x="9" y="1"/>
                    <a:pt x="8" y="1"/>
                  </a:cubicBezTo>
                  <a:cubicBezTo>
                    <a:pt x="11" y="1"/>
                    <a:pt x="10" y="3"/>
                    <a:pt x="16" y="2"/>
                  </a:cubicBezTo>
                  <a:cubicBezTo>
                    <a:pt x="16" y="3"/>
                    <a:pt x="16" y="4"/>
                    <a:pt x="16" y="5"/>
                  </a:cubicBezTo>
                  <a:cubicBezTo>
                    <a:pt x="15" y="5"/>
                    <a:pt x="14" y="5"/>
                    <a:pt x="13" y="5"/>
                  </a:cubicBezTo>
                  <a:cubicBezTo>
                    <a:pt x="13" y="5"/>
                    <a:pt x="13" y="6"/>
                    <a:pt x="12" y="6"/>
                  </a:cubicBezTo>
                  <a:cubicBezTo>
                    <a:pt x="14" y="7"/>
                    <a:pt x="11" y="7"/>
                    <a:pt x="11" y="9"/>
                  </a:cubicBezTo>
                  <a:cubicBezTo>
                    <a:pt x="11" y="9"/>
                    <a:pt x="8" y="10"/>
                    <a:pt x="10" y="10"/>
                  </a:cubicBezTo>
                  <a:cubicBezTo>
                    <a:pt x="10" y="11"/>
                    <a:pt x="7" y="10"/>
                    <a:pt x="5" y="10"/>
                  </a:cubicBezTo>
                  <a:cubicBezTo>
                    <a:pt x="5" y="9"/>
                    <a:pt x="4" y="9"/>
                    <a:pt x="4" y="9"/>
                  </a:cubicBezTo>
                  <a:cubicBezTo>
                    <a:pt x="4" y="8"/>
                    <a:pt x="5" y="8"/>
                    <a:pt x="6" y="8"/>
                  </a:cubicBezTo>
                  <a:cubicBezTo>
                    <a:pt x="5" y="7"/>
                    <a:pt x="4" y="6"/>
                    <a:pt x="0" y="6"/>
                  </a:cubicBezTo>
                  <a:cubicBezTo>
                    <a:pt x="0" y="5"/>
                    <a:pt x="3" y="5"/>
                    <a:pt x="4" y="4"/>
                  </a:cubicBezTo>
                  <a:cubicBezTo>
                    <a:pt x="5" y="2"/>
                    <a:pt x="4" y="2"/>
                    <a:pt x="5"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8" name="Freeform 80"/>
            <p:cNvSpPr/>
            <p:nvPr/>
          </p:nvSpPr>
          <p:spPr bwMode="auto">
            <a:xfrm>
              <a:off x="6348413" y="4540250"/>
              <a:ext cx="52388" cy="25400"/>
            </a:xfrm>
            <a:custGeom>
              <a:avLst/>
              <a:gdLst>
                <a:gd name="T0" fmla="*/ 13 w 14"/>
                <a:gd name="T1" fmla="*/ 0 h 7"/>
                <a:gd name="T2" fmla="*/ 13 w 14"/>
                <a:gd name="T3" fmla="*/ 3 h 7"/>
                <a:gd name="T4" fmla="*/ 12 w 14"/>
                <a:gd name="T5" fmla="*/ 2 h 7"/>
                <a:gd name="T6" fmla="*/ 11 w 14"/>
                <a:gd name="T7" fmla="*/ 3 h 7"/>
                <a:gd name="T8" fmla="*/ 11 w 14"/>
                <a:gd name="T9" fmla="*/ 5 h 7"/>
                <a:gd name="T10" fmla="*/ 9 w 14"/>
                <a:gd name="T11" fmla="*/ 5 h 7"/>
                <a:gd name="T12" fmla="*/ 9 w 14"/>
                <a:gd name="T13" fmla="*/ 6 h 7"/>
                <a:gd name="T14" fmla="*/ 6 w 14"/>
                <a:gd name="T15" fmla="*/ 7 h 7"/>
                <a:gd name="T16" fmla="*/ 4 w 14"/>
                <a:gd name="T17" fmla="*/ 6 h 7"/>
                <a:gd name="T18" fmla="*/ 2 w 14"/>
                <a:gd name="T19" fmla="*/ 5 h 7"/>
                <a:gd name="T20" fmla="*/ 0 w 14"/>
                <a:gd name="T21" fmla="*/ 2 h 7"/>
                <a:gd name="T22" fmla="*/ 8 w 14"/>
                <a:gd name="T23" fmla="*/ 1 h 7"/>
                <a:gd name="T24" fmla="*/ 13 w 14"/>
                <a:gd name="T25"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4" h="7">
                  <a:moveTo>
                    <a:pt x="13" y="0"/>
                  </a:moveTo>
                  <a:cubicBezTo>
                    <a:pt x="13" y="1"/>
                    <a:pt x="14" y="2"/>
                    <a:pt x="13" y="3"/>
                  </a:cubicBezTo>
                  <a:cubicBezTo>
                    <a:pt x="13" y="3"/>
                    <a:pt x="12" y="3"/>
                    <a:pt x="12" y="2"/>
                  </a:cubicBezTo>
                  <a:cubicBezTo>
                    <a:pt x="12" y="2"/>
                    <a:pt x="11" y="2"/>
                    <a:pt x="11" y="3"/>
                  </a:cubicBezTo>
                  <a:cubicBezTo>
                    <a:pt x="11" y="3"/>
                    <a:pt x="12" y="5"/>
                    <a:pt x="11" y="5"/>
                  </a:cubicBezTo>
                  <a:cubicBezTo>
                    <a:pt x="11" y="5"/>
                    <a:pt x="10" y="5"/>
                    <a:pt x="9" y="5"/>
                  </a:cubicBezTo>
                  <a:cubicBezTo>
                    <a:pt x="9" y="5"/>
                    <a:pt x="10" y="6"/>
                    <a:pt x="9" y="6"/>
                  </a:cubicBezTo>
                  <a:cubicBezTo>
                    <a:pt x="8" y="7"/>
                    <a:pt x="6" y="6"/>
                    <a:pt x="6" y="7"/>
                  </a:cubicBezTo>
                  <a:cubicBezTo>
                    <a:pt x="5" y="7"/>
                    <a:pt x="5" y="6"/>
                    <a:pt x="4" y="6"/>
                  </a:cubicBezTo>
                  <a:cubicBezTo>
                    <a:pt x="4" y="5"/>
                    <a:pt x="3" y="5"/>
                    <a:pt x="2" y="5"/>
                  </a:cubicBezTo>
                  <a:cubicBezTo>
                    <a:pt x="1" y="4"/>
                    <a:pt x="3" y="2"/>
                    <a:pt x="0" y="2"/>
                  </a:cubicBezTo>
                  <a:cubicBezTo>
                    <a:pt x="2" y="1"/>
                    <a:pt x="5" y="1"/>
                    <a:pt x="8" y="1"/>
                  </a:cubicBezTo>
                  <a:cubicBezTo>
                    <a:pt x="10" y="1"/>
                    <a:pt x="11" y="0"/>
                    <a:pt x="13"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9" name="Freeform 81"/>
            <p:cNvSpPr/>
            <p:nvPr/>
          </p:nvSpPr>
          <p:spPr bwMode="auto">
            <a:xfrm>
              <a:off x="3051175" y="3376613"/>
              <a:ext cx="911225" cy="333375"/>
            </a:xfrm>
            <a:custGeom>
              <a:avLst/>
              <a:gdLst>
                <a:gd name="T0" fmla="*/ 172 w 243"/>
                <a:gd name="T1" fmla="*/ 10 h 89"/>
                <a:gd name="T2" fmla="*/ 182 w 243"/>
                <a:gd name="T3" fmla="*/ 10 h 89"/>
                <a:gd name="T4" fmla="*/ 196 w 243"/>
                <a:gd name="T5" fmla="*/ 9 h 89"/>
                <a:gd name="T6" fmla="*/ 204 w 243"/>
                <a:gd name="T7" fmla="*/ 9 h 89"/>
                <a:gd name="T8" fmla="*/ 203 w 243"/>
                <a:gd name="T9" fmla="*/ 11 h 89"/>
                <a:gd name="T10" fmla="*/ 229 w 243"/>
                <a:gd name="T11" fmla="*/ 8 h 89"/>
                <a:gd name="T12" fmla="*/ 243 w 243"/>
                <a:gd name="T13" fmla="*/ 10 h 89"/>
                <a:gd name="T14" fmla="*/ 225 w 243"/>
                <a:gd name="T15" fmla="*/ 14 h 89"/>
                <a:gd name="T16" fmla="*/ 220 w 243"/>
                <a:gd name="T17" fmla="*/ 17 h 89"/>
                <a:gd name="T18" fmla="*/ 211 w 243"/>
                <a:gd name="T19" fmla="*/ 22 h 89"/>
                <a:gd name="T20" fmla="*/ 213 w 243"/>
                <a:gd name="T21" fmla="*/ 27 h 89"/>
                <a:gd name="T22" fmla="*/ 207 w 243"/>
                <a:gd name="T23" fmla="*/ 31 h 89"/>
                <a:gd name="T24" fmla="*/ 214 w 243"/>
                <a:gd name="T25" fmla="*/ 37 h 89"/>
                <a:gd name="T26" fmla="*/ 208 w 243"/>
                <a:gd name="T27" fmla="*/ 41 h 89"/>
                <a:gd name="T28" fmla="*/ 201 w 243"/>
                <a:gd name="T29" fmla="*/ 45 h 89"/>
                <a:gd name="T30" fmla="*/ 211 w 243"/>
                <a:gd name="T31" fmla="*/ 54 h 89"/>
                <a:gd name="T32" fmla="*/ 195 w 243"/>
                <a:gd name="T33" fmla="*/ 53 h 89"/>
                <a:gd name="T34" fmla="*/ 194 w 243"/>
                <a:gd name="T35" fmla="*/ 56 h 89"/>
                <a:gd name="T36" fmla="*/ 187 w 243"/>
                <a:gd name="T37" fmla="*/ 61 h 89"/>
                <a:gd name="T38" fmla="*/ 171 w 243"/>
                <a:gd name="T39" fmla="*/ 63 h 89"/>
                <a:gd name="T40" fmla="*/ 163 w 243"/>
                <a:gd name="T41" fmla="*/ 65 h 89"/>
                <a:gd name="T42" fmla="*/ 158 w 243"/>
                <a:gd name="T43" fmla="*/ 68 h 89"/>
                <a:gd name="T44" fmla="*/ 137 w 243"/>
                <a:gd name="T45" fmla="*/ 71 h 89"/>
                <a:gd name="T46" fmla="*/ 131 w 243"/>
                <a:gd name="T47" fmla="*/ 75 h 89"/>
                <a:gd name="T48" fmla="*/ 125 w 243"/>
                <a:gd name="T49" fmla="*/ 79 h 89"/>
                <a:gd name="T50" fmla="*/ 123 w 243"/>
                <a:gd name="T51" fmla="*/ 83 h 89"/>
                <a:gd name="T52" fmla="*/ 110 w 243"/>
                <a:gd name="T53" fmla="*/ 87 h 89"/>
                <a:gd name="T54" fmla="*/ 96 w 243"/>
                <a:gd name="T55" fmla="*/ 83 h 89"/>
                <a:gd name="T56" fmla="*/ 88 w 243"/>
                <a:gd name="T57" fmla="*/ 79 h 89"/>
                <a:gd name="T58" fmla="*/ 83 w 243"/>
                <a:gd name="T59" fmla="*/ 75 h 89"/>
                <a:gd name="T60" fmla="*/ 79 w 243"/>
                <a:gd name="T61" fmla="*/ 68 h 89"/>
                <a:gd name="T62" fmla="*/ 81 w 243"/>
                <a:gd name="T63" fmla="*/ 65 h 89"/>
                <a:gd name="T64" fmla="*/ 88 w 243"/>
                <a:gd name="T65" fmla="*/ 62 h 89"/>
                <a:gd name="T66" fmla="*/ 84 w 243"/>
                <a:gd name="T67" fmla="*/ 57 h 89"/>
                <a:gd name="T68" fmla="*/ 86 w 243"/>
                <a:gd name="T69" fmla="*/ 53 h 89"/>
                <a:gd name="T70" fmla="*/ 76 w 243"/>
                <a:gd name="T71" fmla="*/ 51 h 89"/>
                <a:gd name="T72" fmla="*/ 69 w 243"/>
                <a:gd name="T73" fmla="*/ 45 h 89"/>
                <a:gd name="T74" fmla="*/ 62 w 243"/>
                <a:gd name="T75" fmla="*/ 38 h 89"/>
                <a:gd name="T76" fmla="*/ 45 w 243"/>
                <a:gd name="T77" fmla="*/ 34 h 89"/>
                <a:gd name="T78" fmla="*/ 20 w 243"/>
                <a:gd name="T79" fmla="*/ 34 h 89"/>
                <a:gd name="T80" fmla="*/ 20 w 243"/>
                <a:gd name="T81" fmla="*/ 31 h 89"/>
                <a:gd name="T82" fmla="*/ 10 w 243"/>
                <a:gd name="T83" fmla="*/ 27 h 89"/>
                <a:gd name="T84" fmla="*/ 15 w 243"/>
                <a:gd name="T85" fmla="*/ 23 h 89"/>
                <a:gd name="T86" fmla="*/ 27 w 243"/>
                <a:gd name="T87" fmla="*/ 20 h 89"/>
                <a:gd name="T88" fmla="*/ 29 w 243"/>
                <a:gd name="T89" fmla="*/ 17 h 89"/>
                <a:gd name="T90" fmla="*/ 26 w 243"/>
                <a:gd name="T91" fmla="*/ 15 h 89"/>
                <a:gd name="T92" fmla="*/ 35 w 243"/>
                <a:gd name="T93" fmla="*/ 14 h 89"/>
                <a:gd name="T94" fmla="*/ 45 w 243"/>
                <a:gd name="T95" fmla="*/ 9 h 89"/>
                <a:gd name="T96" fmla="*/ 74 w 243"/>
                <a:gd name="T97" fmla="*/ 7 h 89"/>
                <a:gd name="T98" fmla="*/ 88 w 243"/>
                <a:gd name="T99" fmla="*/ 9 h 89"/>
                <a:gd name="T100" fmla="*/ 101 w 243"/>
                <a:gd name="T101" fmla="*/ 6 h 89"/>
                <a:gd name="T102" fmla="*/ 113 w 243"/>
                <a:gd name="T103" fmla="*/ 6 h 89"/>
                <a:gd name="T104" fmla="*/ 117 w 243"/>
                <a:gd name="T105" fmla="*/ 3 h 89"/>
                <a:gd name="T106" fmla="*/ 140 w 243"/>
                <a:gd name="T107" fmla="*/ 0 h 89"/>
                <a:gd name="T108" fmla="*/ 171 w 243"/>
                <a:gd name="T109" fmla="*/ 0 h 89"/>
                <a:gd name="T110" fmla="*/ 195 w 243"/>
                <a:gd name="T111" fmla="*/ 4 h 89"/>
                <a:gd name="T112" fmla="*/ 203 w 243"/>
                <a:gd name="T113" fmla="*/ 7 h 89"/>
                <a:gd name="T114" fmla="*/ 169 w 243"/>
                <a:gd name="T115" fmla="*/ 7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43" h="89">
                  <a:moveTo>
                    <a:pt x="164" y="9"/>
                  </a:moveTo>
                  <a:cubicBezTo>
                    <a:pt x="165" y="9"/>
                    <a:pt x="166" y="9"/>
                    <a:pt x="166" y="10"/>
                  </a:cubicBezTo>
                  <a:cubicBezTo>
                    <a:pt x="168" y="10"/>
                    <a:pt x="169" y="9"/>
                    <a:pt x="169" y="9"/>
                  </a:cubicBezTo>
                  <a:cubicBezTo>
                    <a:pt x="171" y="9"/>
                    <a:pt x="171" y="10"/>
                    <a:pt x="172" y="10"/>
                  </a:cubicBezTo>
                  <a:cubicBezTo>
                    <a:pt x="173" y="10"/>
                    <a:pt x="173" y="9"/>
                    <a:pt x="174" y="9"/>
                  </a:cubicBezTo>
                  <a:cubicBezTo>
                    <a:pt x="175" y="9"/>
                    <a:pt x="176" y="9"/>
                    <a:pt x="177" y="9"/>
                  </a:cubicBezTo>
                  <a:cubicBezTo>
                    <a:pt x="181" y="9"/>
                    <a:pt x="185" y="8"/>
                    <a:pt x="188" y="9"/>
                  </a:cubicBezTo>
                  <a:cubicBezTo>
                    <a:pt x="187" y="10"/>
                    <a:pt x="183" y="9"/>
                    <a:pt x="182" y="10"/>
                  </a:cubicBezTo>
                  <a:cubicBezTo>
                    <a:pt x="182" y="11"/>
                    <a:pt x="184" y="10"/>
                    <a:pt x="184" y="10"/>
                  </a:cubicBezTo>
                  <a:cubicBezTo>
                    <a:pt x="186" y="10"/>
                    <a:pt x="186" y="11"/>
                    <a:pt x="189" y="10"/>
                  </a:cubicBezTo>
                  <a:cubicBezTo>
                    <a:pt x="190" y="10"/>
                    <a:pt x="190" y="10"/>
                    <a:pt x="191" y="10"/>
                  </a:cubicBezTo>
                  <a:cubicBezTo>
                    <a:pt x="191" y="10"/>
                    <a:pt x="196" y="9"/>
                    <a:pt x="196" y="9"/>
                  </a:cubicBezTo>
                  <a:cubicBezTo>
                    <a:pt x="198" y="10"/>
                    <a:pt x="195" y="8"/>
                    <a:pt x="197" y="8"/>
                  </a:cubicBezTo>
                  <a:cubicBezTo>
                    <a:pt x="197" y="8"/>
                    <a:pt x="200" y="8"/>
                    <a:pt x="200" y="8"/>
                  </a:cubicBezTo>
                  <a:cubicBezTo>
                    <a:pt x="200" y="8"/>
                    <a:pt x="202" y="7"/>
                    <a:pt x="205" y="8"/>
                  </a:cubicBezTo>
                  <a:cubicBezTo>
                    <a:pt x="205" y="8"/>
                    <a:pt x="205" y="9"/>
                    <a:pt x="204" y="9"/>
                  </a:cubicBezTo>
                  <a:cubicBezTo>
                    <a:pt x="203" y="9"/>
                    <a:pt x="203" y="10"/>
                    <a:pt x="202" y="10"/>
                  </a:cubicBezTo>
                  <a:cubicBezTo>
                    <a:pt x="201" y="11"/>
                    <a:pt x="200" y="12"/>
                    <a:pt x="198" y="12"/>
                  </a:cubicBezTo>
                  <a:cubicBezTo>
                    <a:pt x="199" y="13"/>
                    <a:pt x="200" y="11"/>
                    <a:pt x="202" y="12"/>
                  </a:cubicBezTo>
                  <a:cubicBezTo>
                    <a:pt x="203" y="12"/>
                    <a:pt x="202" y="11"/>
                    <a:pt x="203" y="11"/>
                  </a:cubicBezTo>
                  <a:cubicBezTo>
                    <a:pt x="204" y="10"/>
                    <a:pt x="208" y="11"/>
                    <a:pt x="208" y="10"/>
                  </a:cubicBezTo>
                  <a:cubicBezTo>
                    <a:pt x="210" y="11"/>
                    <a:pt x="216" y="9"/>
                    <a:pt x="218" y="10"/>
                  </a:cubicBezTo>
                  <a:cubicBezTo>
                    <a:pt x="219" y="10"/>
                    <a:pt x="220" y="9"/>
                    <a:pt x="221" y="9"/>
                  </a:cubicBezTo>
                  <a:cubicBezTo>
                    <a:pt x="224" y="9"/>
                    <a:pt x="226" y="8"/>
                    <a:pt x="229" y="8"/>
                  </a:cubicBezTo>
                  <a:cubicBezTo>
                    <a:pt x="228" y="8"/>
                    <a:pt x="229" y="9"/>
                    <a:pt x="230" y="9"/>
                  </a:cubicBezTo>
                  <a:cubicBezTo>
                    <a:pt x="231" y="9"/>
                    <a:pt x="234" y="8"/>
                    <a:pt x="235" y="9"/>
                  </a:cubicBezTo>
                  <a:cubicBezTo>
                    <a:pt x="236" y="9"/>
                    <a:pt x="235" y="8"/>
                    <a:pt x="237" y="9"/>
                  </a:cubicBezTo>
                  <a:cubicBezTo>
                    <a:pt x="239" y="9"/>
                    <a:pt x="240" y="10"/>
                    <a:pt x="243" y="10"/>
                  </a:cubicBezTo>
                  <a:cubicBezTo>
                    <a:pt x="243" y="11"/>
                    <a:pt x="241" y="10"/>
                    <a:pt x="241" y="11"/>
                  </a:cubicBezTo>
                  <a:cubicBezTo>
                    <a:pt x="240" y="11"/>
                    <a:pt x="239" y="11"/>
                    <a:pt x="239" y="12"/>
                  </a:cubicBezTo>
                  <a:cubicBezTo>
                    <a:pt x="236" y="12"/>
                    <a:pt x="232" y="12"/>
                    <a:pt x="232" y="13"/>
                  </a:cubicBezTo>
                  <a:cubicBezTo>
                    <a:pt x="229" y="13"/>
                    <a:pt x="226" y="13"/>
                    <a:pt x="225" y="14"/>
                  </a:cubicBezTo>
                  <a:cubicBezTo>
                    <a:pt x="226" y="15"/>
                    <a:pt x="228" y="15"/>
                    <a:pt x="224" y="15"/>
                  </a:cubicBezTo>
                  <a:cubicBezTo>
                    <a:pt x="224" y="16"/>
                    <a:pt x="226" y="15"/>
                    <a:pt x="227" y="15"/>
                  </a:cubicBezTo>
                  <a:cubicBezTo>
                    <a:pt x="225" y="17"/>
                    <a:pt x="220" y="17"/>
                    <a:pt x="220" y="18"/>
                  </a:cubicBezTo>
                  <a:cubicBezTo>
                    <a:pt x="218" y="18"/>
                    <a:pt x="220" y="18"/>
                    <a:pt x="220" y="17"/>
                  </a:cubicBezTo>
                  <a:cubicBezTo>
                    <a:pt x="219" y="17"/>
                    <a:pt x="217" y="18"/>
                    <a:pt x="215" y="18"/>
                  </a:cubicBezTo>
                  <a:cubicBezTo>
                    <a:pt x="215" y="19"/>
                    <a:pt x="216" y="19"/>
                    <a:pt x="217" y="19"/>
                  </a:cubicBezTo>
                  <a:cubicBezTo>
                    <a:pt x="214" y="20"/>
                    <a:pt x="216" y="20"/>
                    <a:pt x="215" y="21"/>
                  </a:cubicBezTo>
                  <a:cubicBezTo>
                    <a:pt x="215" y="22"/>
                    <a:pt x="211" y="22"/>
                    <a:pt x="211" y="22"/>
                  </a:cubicBezTo>
                  <a:cubicBezTo>
                    <a:pt x="211" y="22"/>
                    <a:pt x="211" y="23"/>
                    <a:pt x="211" y="24"/>
                  </a:cubicBezTo>
                  <a:cubicBezTo>
                    <a:pt x="210" y="24"/>
                    <a:pt x="208" y="24"/>
                    <a:pt x="207" y="24"/>
                  </a:cubicBezTo>
                  <a:cubicBezTo>
                    <a:pt x="207" y="25"/>
                    <a:pt x="209" y="25"/>
                    <a:pt x="209" y="26"/>
                  </a:cubicBezTo>
                  <a:cubicBezTo>
                    <a:pt x="209" y="27"/>
                    <a:pt x="212" y="26"/>
                    <a:pt x="213" y="27"/>
                  </a:cubicBezTo>
                  <a:cubicBezTo>
                    <a:pt x="213" y="27"/>
                    <a:pt x="213" y="27"/>
                    <a:pt x="213" y="28"/>
                  </a:cubicBezTo>
                  <a:cubicBezTo>
                    <a:pt x="214" y="28"/>
                    <a:pt x="215" y="28"/>
                    <a:pt x="216" y="28"/>
                  </a:cubicBezTo>
                  <a:cubicBezTo>
                    <a:pt x="216" y="29"/>
                    <a:pt x="217" y="29"/>
                    <a:pt x="217" y="30"/>
                  </a:cubicBezTo>
                  <a:cubicBezTo>
                    <a:pt x="214" y="30"/>
                    <a:pt x="211" y="30"/>
                    <a:pt x="207" y="31"/>
                  </a:cubicBezTo>
                  <a:cubicBezTo>
                    <a:pt x="209" y="32"/>
                    <a:pt x="212" y="34"/>
                    <a:pt x="217" y="33"/>
                  </a:cubicBezTo>
                  <a:cubicBezTo>
                    <a:pt x="216" y="34"/>
                    <a:pt x="218" y="34"/>
                    <a:pt x="219" y="34"/>
                  </a:cubicBezTo>
                  <a:cubicBezTo>
                    <a:pt x="219" y="35"/>
                    <a:pt x="217" y="35"/>
                    <a:pt x="217" y="36"/>
                  </a:cubicBezTo>
                  <a:cubicBezTo>
                    <a:pt x="217" y="36"/>
                    <a:pt x="215" y="37"/>
                    <a:pt x="214" y="37"/>
                  </a:cubicBezTo>
                  <a:cubicBezTo>
                    <a:pt x="213" y="39"/>
                    <a:pt x="218" y="38"/>
                    <a:pt x="217" y="39"/>
                  </a:cubicBezTo>
                  <a:cubicBezTo>
                    <a:pt x="215" y="39"/>
                    <a:pt x="215" y="40"/>
                    <a:pt x="216" y="40"/>
                  </a:cubicBezTo>
                  <a:cubicBezTo>
                    <a:pt x="215" y="41"/>
                    <a:pt x="213" y="39"/>
                    <a:pt x="211" y="40"/>
                  </a:cubicBezTo>
                  <a:cubicBezTo>
                    <a:pt x="209" y="40"/>
                    <a:pt x="210" y="41"/>
                    <a:pt x="208" y="41"/>
                  </a:cubicBezTo>
                  <a:cubicBezTo>
                    <a:pt x="208" y="42"/>
                    <a:pt x="209" y="42"/>
                    <a:pt x="210" y="43"/>
                  </a:cubicBezTo>
                  <a:cubicBezTo>
                    <a:pt x="210" y="43"/>
                    <a:pt x="207" y="43"/>
                    <a:pt x="206" y="43"/>
                  </a:cubicBezTo>
                  <a:cubicBezTo>
                    <a:pt x="203" y="43"/>
                    <a:pt x="201" y="44"/>
                    <a:pt x="198" y="45"/>
                  </a:cubicBezTo>
                  <a:cubicBezTo>
                    <a:pt x="198" y="45"/>
                    <a:pt x="200" y="45"/>
                    <a:pt x="201" y="45"/>
                  </a:cubicBezTo>
                  <a:cubicBezTo>
                    <a:pt x="202" y="45"/>
                    <a:pt x="203" y="47"/>
                    <a:pt x="205" y="47"/>
                  </a:cubicBezTo>
                  <a:cubicBezTo>
                    <a:pt x="206" y="47"/>
                    <a:pt x="203" y="48"/>
                    <a:pt x="203" y="48"/>
                  </a:cubicBezTo>
                  <a:cubicBezTo>
                    <a:pt x="202" y="49"/>
                    <a:pt x="204" y="50"/>
                    <a:pt x="202" y="50"/>
                  </a:cubicBezTo>
                  <a:cubicBezTo>
                    <a:pt x="203" y="52"/>
                    <a:pt x="210" y="52"/>
                    <a:pt x="211" y="54"/>
                  </a:cubicBezTo>
                  <a:cubicBezTo>
                    <a:pt x="209" y="54"/>
                    <a:pt x="207" y="54"/>
                    <a:pt x="207" y="53"/>
                  </a:cubicBezTo>
                  <a:cubicBezTo>
                    <a:pt x="206" y="53"/>
                    <a:pt x="206" y="54"/>
                    <a:pt x="207" y="54"/>
                  </a:cubicBezTo>
                  <a:cubicBezTo>
                    <a:pt x="204" y="55"/>
                    <a:pt x="203" y="55"/>
                    <a:pt x="198" y="55"/>
                  </a:cubicBezTo>
                  <a:cubicBezTo>
                    <a:pt x="200" y="53"/>
                    <a:pt x="194" y="55"/>
                    <a:pt x="195" y="53"/>
                  </a:cubicBezTo>
                  <a:cubicBezTo>
                    <a:pt x="192" y="52"/>
                    <a:pt x="192" y="54"/>
                    <a:pt x="189" y="53"/>
                  </a:cubicBezTo>
                  <a:cubicBezTo>
                    <a:pt x="190" y="54"/>
                    <a:pt x="190" y="54"/>
                    <a:pt x="188" y="54"/>
                  </a:cubicBezTo>
                  <a:cubicBezTo>
                    <a:pt x="188" y="55"/>
                    <a:pt x="194" y="55"/>
                    <a:pt x="189" y="55"/>
                  </a:cubicBezTo>
                  <a:cubicBezTo>
                    <a:pt x="190" y="56"/>
                    <a:pt x="192" y="56"/>
                    <a:pt x="194" y="56"/>
                  </a:cubicBezTo>
                  <a:cubicBezTo>
                    <a:pt x="196" y="56"/>
                    <a:pt x="199" y="57"/>
                    <a:pt x="202" y="56"/>
                  </a:cubicBezTo>
                  <a:cubicBezTo>
                    <a:pt x="200" y="58"/>
                    <a:pt x="198" y="59"/>
                    <a:pt x="195" y="60"/>
                  </a:cubicBezTo>
                  <a:cubicBezTo>
                    <a:pt x="193" y="60"/>
                    <a:pt x="191" y="60"/>
                    <a:pt x="189" y="61"/>
                  </a:cubicBezTo>
                  <a:cubicBezTo>
                    <a:pt x="189" y="61"/>
                    <a:pt x="187" y="60"/>
                    <a:pt x="187" y="61"/>
                  </a:cubicBezTo>
                  <a:cubicBezTo>
                    <a:pt x="186" y="61"/>
                    <a:pt x="187" y="61"/>
                    <a:pt x="185" y="61"/>
                  </a:cubicBezTo>
                  <a:cubicBezTo>
                    <a:pt x="182" y="61"/>
                    <a:pt x="180" y="62"/>
                    <a:pt x="176" y="62"/>
                  </a:cubicBezTo>
                  <a:cubicBezTo>
                    <a:pt x="175" y="62"/>
                    <a:pt x="176" y="62"/>
                    <a:pt x="176" y="62"/>
                  </a:cubicBezTo>
                  <a:cubicBezTo>
                    <a:pt x="175" y="63"/>
                    <a:pt x="174" y="62"/>
                    <a:pt x="171" y="63"/>
                  </a:cubicBezTo>
                  <a:cubicBezTo>
                    <a:pt x="171" y="63"/>
                    <a:pt x="173" y="63"/>
                    <a:pt x="173" y="63"/>
                  </a:cubicBezTo>
                  <a:cubicBezTo>
                    <a:pt x="173" y="64"/>
                    <a:pt x="166" y="64"/>
                    <a:pt x="167" y="63"/>
                  </a:cubicBezTo>
                  <a:cubicBezTo>
                    <a:pt x="167" y="63"/>
                    <a:pt x="164" y="63"/>
                    <a:pt x="163" y="63"/>
                  </a:cubicBezTo>
                  <a:cubicBezTo>
                    <a:pt x="163" y="63"/>
                    <a:pt x="164" y="65"/>
                    <a:pt x="163" y="65"/>
                  </a:cubicBezTo>
                  <a:cubicBezTo>
                    <a:pt x="163" y="65"/>
                    <a:pt x="161" y="64"/>
                    <a:pt x="160" y="65"/>
                  </a:cubicBezTo>
                  <a:cubicBezTo>
                    <a:pt x="160" y="65"/>
                    <a:pt x="162" y="66"/>
                    <a:pt x="161" y="66"/>
                  </a:cubicBezTo>
                  <a:cubicBezTo>
                    <a:pt x="160" y="67"/>
                    <a:pt x="160" y="67"/>
                    <a:pt x="158" y="66"/>
                  </a:cubicBezTo>
                  <a:cubicBezTo>
                    <a:pt x="158" y="67"/>
                    <a:pt x="158" y="67"/>
                    <a:pt x="158" y="68"/>
                  </a:cubicBezTo>
                  <a:cubicBezTo>
                    <a:pt x="158" y="68"/>
                    <a:pt x="157" y="68"/>
                    <a:pt x="156" y="68"/>
                  </a:cubicBezTo>
                  <a:cubicBezTo>
                    <a:pt x="155" y="68"/>
                    <a:pt x="156" y="69"/>
                    <a:pt x="155" y="69"/>
                  </a:cubicBezTo>
                  <a:cubicBezTo>
                    <a:pt x="154" y="69"/>
                    <a:pt x="150" y="69"/>
                    <a:pt x="151" y="70"/>
                  </a:cubicBezTo>
                  <a:cubicBezTo>
                    <a:pt x="147" y="71"/>
                    <a:pt x="142" y="71"/>
                    <a:pt x="137" y="71"/>
                  </a:cubicBezTo>
                  <a:cubicBezTo>
                    <a:pt x="135" y="71"/>
                    <a:pt x="133" y="74"/>
                    <a:pt x="131" y="73"/>
                  </a:cubicBezTo>
                  <a:cubicBezTo>
                    <a:pt x="131" y="73"/>
                    <a:pt x="132" y="74"/>
                    <a:pt x="132" y="74"/>
                  </a:cubicBezTo>
                  <a:cubicBezTo>
                    <a:pt x="132" y="74"/>
                    <a:pt x="130" y="74"/>
                    <a:pt x="130" y="74"/>
                  </a:cubicBezTo>
                  <a:cubicBezTo>
                    <a:pt x="130" y="74"/>
                    <a:pt x="131" y="75"/>
                    <a:pt x="131" y="75"/>
                  </a:cubicBezTo>
                  <a:cubicBezTo>
                    <a:pt x="131" y="75"/>
                    <a:pt x="130" y="75"/>
                    <a:pt x="130" y="76"/>
                  </a:cubicBezTo>
                  <a:cubicBezTo>
                    <a:pt x="130" y="76"/>
                    <a:pt x="127" y="77"/>
                    <a:pt x="129" y="78"/>
                  </a:cubicBezTo>
                  <a:cubicBezTo>
                    <a:pt x="129" y="78"/>
                    <a:pt x="127" y="78"/>
                    <a:pt x="127" y="78"/>
                  </a:cubicBezTo>
                  <a:cubicBezTo>
                    <a:pt x="126" y="78"/>
                    <a:pt x="125" y="79"/>
                    <a:pt x="125" y="79"/>
                  </a:cubicBezTo>
                  <a:cubicBezTo>
                    <a:pt x="125" y="79"/>
                    <a:pt x="125" y="80"/>
                    <a:pt x="125" y="80"/>
                  </a:cubicBezTo>
                  <a:cubicBezTo>
                    <a:pt x="123" y="81"/>
                    <a:pt x="125" y="81"/>
                    <a:pt x="124" y="82"/>
                  </a:cubicBezTo>
                  <a:cubicBezTo>
                    <a:pt x="124" y="82"/>
                    <a:pt x="122" y="82"/>
                    <a:pt x="122" y="82"/>
                  </a:cubicBezTo>
                  <a:cubicBezTo>
                    <a:pt x="122" y="82"/>
                    <a:pt x="123" y="83"/>
                    <a:pt x="123" y="83"/>
                  </a:cubicBezTo>
                  <a:cubicBezTo>
                    <a:pt x="123" y="84"/>
                    <a:pt x="122" y="84"/>
                    <a:pt x="122" y="84"/>
                  </a:cubicBezTo>
                  <a:cubicBezTo>
                    <a:pt x="122" y="85"/>
                    <a:pt x="123" y="86"/>
                    <a:pt x="123" y="85"/>
                  </a:cubicBezTo>
                  <a:cubicBezTo>
                    <a:pt x="122" y="87"/>
                    <a:pt x="120" y="88"/>
                    <a:pt x="117" y="89"/>
                  </a:cubicBezTo>
                  <a:cubicBezTo>
                    <a:pt x="114" y="89"/>
                    <a:pt x="112" y="88"/>
                    <a:pt x="110" y="87"/>
                  </a:cubicBezTo>
                  <a:cubicBezTo>
                    <a:pt x="107" y="89"/>
                    <a:pt x="101" y="86"/>
                    <a:pt x="102" y="86"/>
                  </a:cubicBezTo>
                  <a:cubicBezTo>
                    <a:pt x="101" y="86"/>
                    <a:pt x="101" y="87"/>
                    <a:pt x="101" y="87"/>
                  </a:cubicBezTo>
                  <a:cubicBezTo>
                    <a:pt x="100" y="87"/>
                    <a:pt x="100" y="86"/>
                    <a:pt x="99" y="85"/>
                  </a:cubicBezTo>
                  <a:cubicBezTo>
                    <a:pt x="98" y="85"/>
                    <a:pt x="96" y="85"/>
                    <a:pt x="96" y="83"/>
                  </a:cubicBezTo>
                  <a:cubicBezTo>
                    <a:pt x="95" y="83"/>
                    <a:pt x="93" y="82"/>
                    <a:pt x="92" y="82"/>
                  </a:cubicBezTo>
                  <a:cubicBezTo>
                    <a:pt x="92" y="82"/>
                    <a:pt x="93" y="82"/>
                    <a:pt x="94" y="81"/>
                  </a:cubicBezTo>
                  <a:cubicBezTo>
                    <a:pt x="94" y="80"/>
                    <a:pt x="91" y="81"/>
                    <a:pt x="90" y="80"/>
                  </a:cubicBezTo>
                  <a:cubicBezTo>
                    <a:pt x="89" y="80"/>
                    <a:pt x="89" y="79"/>
                    <a:pt x="88" y="79"/>
                  </a:cubicBezTo>
                  <a:cubicBezTo>
                    <a:pt x="86" y="80"/>
                    <a:pt x="88" y="78"/>
                    <a:pt x="88" y="78"/>
                  </a:cubicBezTo>
                  <a:cubicBezTo>
                    <a:pt x="88" y="77"/>
                    <a:pt x="87" y="78"/>
                    <a:pt x="86" y="78"/>
                  </a:cubicBezTo>
                  <a:cubicBezTo>
                    <a:pt x="85" y="77"/>
                    <a:pt x="87" y="76"/>
                    <a:pt x="85" y="76"/>
                  </a:cubicBezTo>
                  <a:cubicBezTo>
                    <a:pt x="83" y="76"/>
                    <a:pt x="85" y="74"/>
                    <a:pt x="83" y="75"/>
                  </a:cubicBezTo>
                  <a:cubicBezTo>
                    <a:pt x="82" y="75"/>
                    <a:pt x="82" y="74"/>
                    <a:pt x="80" y="74"/>
                  </a:cubicBezTo>
                  <a:cubicBezTo>
                    <a:pt x="81" y="74"/>
                    <a:pt x="82" y="73"/>
                    <a:pt x="82" y="73"/>
                  </a:cubicBezTo>
                  <a:cubicBezTo>
                    <a:pt x="82" y="72"/>
                    <a:pt x="80" y="72"/>
                    <a:pt x="78" y="72"/>
                  </a:cubicBezTo>
                  <a:cubicBezTo>
                    <a:pt x="77" y="70"/>
                    <a:pt x="78" y="70"/>
                    <a:pt x="79" y="68"/>
                  </a:cubicBezTo>
                  <a:cubicBezTo>
                    <a:pt x="77" y="67"/>
                    <a:pt x="81" y="66"/>
                    <a:pt x="77" y="66"/>
                  </a:cubicBezTo>
                  <a:cubicBezTo>
                    <a:pt x="77" y="66"/>
                    <a:pt x="79" y="66"/>
                    <a:pt x="79" y="66"/>
                  </a:cubicBezTo>
                  <a:cubicBezTo>
                    <a:pt x="79" y="66"/>
                    <a:pt x="79" y="65"/>
                    <a:pt x="79" y="65"/>
                  </a:cubicBezTo>
                  <a:cubicBezTo>
                    <a:pt x="80" y="65"/>
                    <a:pt x="80" y="66"/>
                    <a:pt x="81" y="65"/>
                  </a:cubicBezTo>
                  <a:cubicBezTo>
                    <a:pt x="81" y="64"/>
                    <a:pt x="81" y="64"/>
                    <a:pt x="81" y="63"/>
                  </a:cubicBezTo>
                  <a:cubicBezTo>
                    <a:pt x="83" y="63"/>
                    <a:pt x="84" y="62"/>
                    <a:pt x="84" y="62"/>
                  </a:cubicBezTo>
                  <a:cubicBezTo>
                    <a:pt x="85" y="62"/>
                    <a:pt x="85" y="62"/>
                    <a:pt x="85" y="63"/>
                  </a:cubicBezTo>
                  <a:cubicBezTo>
                    <a:pt x="86" y="62"/>
                    <a:pt x="86" y="61"/>
                    <a:pt x="88" y="62"/>
                  </a:cubicBezTo>
                  <a:cubicBezTo>
                    <a:pt x="89" y="61"/>
                    <a:pt x="87" y="61"/>
                    <a:pt x="87" y="61"/>
                  </a:cubicBezTo>
                  <a:cubicBezTo>
                    <a:pt x="87" y="60"/>
                    <a:pt x="90" y="60"/>
                    <a:pt x="90" y="60"/>
                  </a:cubicBezTo>
                  <a:cubicBezTo>
                    <a:pt x="90" y="59"/>
                    <a:pt x="87" y="58"/>
                    <a:pt x="89" y="57"/>
                  </a:cubicBezTo>
                  <a:cubicBezTo>
                    <a:pt x="85" y="58"/>
                    <a:pt x="91" y="56"/>
                    <a:pt x="84" y="57"/>
                  </a:cubicBezTo>
                  <a:cubicBezTo>
                    <a:pt x="84" y="55"/>
                    <a:pt x="87" y="55"/>
                    <a:pt x="90" y="55"/>
                  </a:cubicBezTo>
                  <a:cubicBezTo>
                    <a:pt x="90" y="55"/>
                    <a:pt x="88" y="55"/>
                    <a:pt x="88" y="54"/>
                  </a:cubicBezTo>
                  <a:cubicBezTo>
                    <a:pt x="88" y="54"/>
                    <a:pt x="87" y="54"/>
                    <a:pt x="86" y="54"/>
                  </a:cubicBezTo>
                  <a:cubicBezTo>
                    <a:pt x="86" y="54"/>
                    <a:pt x="86" y="53"/>
                    <a:pt x="86" y="53"/>
                  </a:cubicBezTo>
                  <a:cubicBezTo>
                    <a:pt x="86" y="53"/>
                    <a:pt x="84" y="52"/>
                    <a:pt x="83" y="52"/>
                  </a:cubicBezTo>
                  <a:cubicBezTo>
                    <a:pt x="82" y="52"/>
                    <a:pt x="81" y="51"/>
                    <a:pt x="80" y="50"/>
                  </a:cubicBezTo>
                  <a:cubicBezTo>
                    <a:pt x="79" y="51"/>
                    <a:pt x="78" y="51"/>
                    <a:pt x="77" y="50"/>
                  </a:cubicBezTo>
                  <a:cubicBezTo>
                    <a:pt x="76" y="50"/>
                    <a:pt x="76" y="51"/>
                    <a:pt x="76" y="51"/>
                  </a:cubicBezTo>
                  <a:cubicBezTo>
                    <a:pt x="75" y="51"/>
                    <a:pt x="73" y="51"/>
                    <a:pt x="71" y="51"/>
                  </a:cubicBezTo>
                  <a:cubicBezTo>
                    <a:pt x="68" y="49"/>
                    <a:pt x="70" y="48"/>
                    <a:pt x="71" y="46"/>
                  </a:cubicBezTo>
                  <a:cubicBezTo>
                    <a:pt x="71" y="45"/>
                    <a:pt x="70" y="45"/>
                    <a:pt x="70" y="44"/>
                  </a:cubicBezTo>
                  <a:cubicBezTo>
                    <a:pt x="69" y="44"/>
                    <a:pt x="70" y="45"/>
                    <a:pt x="69" y="45"/>
                  </a:cubicBezTo>
                  <a:cubicBezTo>
                    <a:pt x="67" y="45"/>
                    <a:pt x="70" y="42"/>
                    <a:pt x="66" y="43"/>
                  </a:cubicBezTo>
                  <a:cubicBezTo>
                    <a:pt x="67" y="42"/>
                    <a:pt x="67" y="42"/>
                    <a:pt x="66" y="41"/>
                  </a:cubicBezTo>
                  <a:cubicBezTo>
                    <a:pt x="66" y="41"/>
                    <a:pt x="65" y="41"/>
                    <a:pt x="63" y="41"/>
                  </a:cubicBezTo>
                  <a:cubicBezTo>
                    <a:pt x="63" y="40"/>
                    <a:pt x="63" y="39"/>
                    <a:pt x="62" y="38"/>
                  </a:cubicBezTo>
                  <a:cubicBezTo>
                    <a:pt x="62" y="38"/>
                    <a:pt x="59" y="38"/>
                    <a:pt x="60" y="36"/>
                  </a:cubicBezTo>
                  <a:cubicBezTo>
                    <a:pt x="59" y="37"/>
                    <a:pt x="58" y="36"/>
                    <a:pt x="57" y="36"/>
                  </a:cubicBezTo>
                  <a:cubicBezTo>
                    <a:pt x="57" y="36"/>
                    <a:pt x="56" y="36"/>
                    <a:pt x="55" y="36"/>
                  </a:cubicBezTo>
                  <a:cubicBezTo>
                    <a:pt x="54" y="35"/>
                    <a:pt x="47" y="35"/>
                    <a:pt x="45" y="34"/>
                  </a:cubicBezTo>
                  <a:cubicBezTo>
                    <a:pt x="41" y="35"/>
                    <a:pt x="33" y="33"/>
                    <a:pt x="31" y="34"/>
                  </a:cubicBezTo>
                  <a:cubicBezTo>
                    <a:pt x="29" y="35"/>
                    <a:pt x="29" y="34"/>
                    <a:pt x="28" y="34"/>
                  </a:cubicBezTo>
                  <a:cubicBezTo>
                    <a:pt x="25" y="34"/>
                    <a:pt x="23" y="35"/>
                    <a:pt x="21" y="35"/>
                  </a:cubicBezTo>
                  <a:cubicBezTo>
                    <a:pt x="21" y="35"/>
                    <a:pt x="20" y="34"/>
                    <a:pt x="20" y="34"/>
                  </a:cubicBezTo>
                  <a:cubicBezTo>
                    <a:pt x="19" y="34"/>
                    <a:pt x="18" y="34"/>
                    <a:pt x="17" y="34"/>
                  </a:cubicBezTo>
                  <a:cubicBezTo>
                    <a:pt x="17" y="34"/>
                    <a:pt x="16" y="33"/>
                    <a:pt x="15" y="33"/>
                  </a:cubicBezTo>
                  <a:cubicBezTo>
                    <a:pt x="15" y="32"/>
                    <a:pt x="17" y="33"/>
                    <a:pt x="18" y="32"/>
                  </a:cubicBezTo>
                  <a:cubicBezTo>
                    <a:pt x="18" y="32"/>
                    <a:pt x="15" y="31"/>
                    <a:pt x="20" y="31"/>
                  </a:cubicBezTo>
                  <a:cubicBezTo>
                    <a:pt x="18" y="30"/>
                    <a:pt x="11" y="32"/>
                    <a:pt x="9" y="30"/>
                  </a:cubicBezTo>
                  <a:cubicBezTo>
                    <a:pt x="11" y="28"/>
                    <a:pt x="17" y="31"/>
                    <a:pt x="21" y="29"/>
                  </a:cubicBezTo>
                  <a:cubicBezTo>
                    <a:pt x="19" y="27"/>
                    <a:pt x="12" y="28"/>
                    <a:pt x="10" y="29"/>
                  </a:cubicBezTo>
                  <a:cubicBezTo>
                    <a:pt x="9" y="28"/>
                    <a:pt x="10" y="28"/>
                    <a:pt x="10" y="27"/>
                  </a:cubicBezTo>
                  <a:cubicBezTo>
                    <a:pt x="9" y="27"/>
                    <a:pt x="9" y="27"/>
                    <a:pt x="9" y="28"/>
                  </a:cubicBezTo>
                  <a:cubicBezTo>
                    <a:pt x="8" y="28"/>
                    <a:pt x="8" y="27"/>
                    <a:pt x="8" y="27"/>
                  </a:cubicBezTo>
                  <a:cubicBezTo>
                    <a:pt x="4" y="27"/>
                    <a:pt x="2" y="26"/>
                    <a:pt x="0" y="26"/>
                  </a:cubicBezTo>
                  <a:cubicBezTo>
                    <a:pt x="2" y="22"/>
                    <a:pt x="10" y="23"/>
                    <a:pt x="15" y="23"/>
                  </a:cubicBezTo>
                  <a:cubicBezTo>
                    <a:pt x="16" y="23"/>
                    <a:pt x="16" y="23"/>
                    <a:pt x="17" y="22"/>
                  </a:cubicBezTo>
                  <a:cubicBezTo>
                    <a:pt x="17" y="22"/>
                    <a:pt x="18" y="22"/>
                    <a:pt x="18" y="22"/>
                  </a:cubicBezTo>
                  <a:cubicBezTo>
                    <a:pt x="20" y="21"/>
                    <a:pt x="24" y="22"/>
                    <a:pt x="26" y="21"/>
                  </a:cubicBezTo>
                  <a:cubicBezTo>
                    <a:pt x="27" y="21"/>
                    <a:pt x="26" y="21"/>
                    <a:pt x="27" y="20"/>
                  </a:cubicBezTo>
                  <a:cubicBezTo>
                    <a:pt x="27" y="20"/>
                    <a:pt x="29" y="20"/>
                    <a:pt x="30" y="20"/>
                  </a:cubicBezTo>
                  <a:cubicBezTo>
                    <a:pt x="31" y="19"/>
                    <a:pt x="31" y="19"/>
                    <a:pt x="33" y="18"/>
                  </a:cubicBezTo>
                  <a:cubicBezTo>
                    <a:pt x="34" y="17"/>
                    <a:pt x="29" y="18"/>
                    <a:pt x="31" y="16"/>
                  </a:cubicBezTo>
                  <a:cubicBezTo>
                    <a:pt x="29" y="16"/>
                    <a:pt x="29" y="17"/>
                    <a:pt x="29" y="17"/>
                  </a:cubicBezTo>
                  <a:cubicBezTo>
                    <a:pt x="28" y="17"/>
                    <a:pt x="24" y="16"/>
                    <a:pt x="21" y="17"/>
                  </a:cubicBezTo>
                  <a:cubicBezTo>
                    <a:pt x="20" y="16"/>
                    <a:pt x="23" y="16"/>
                    <a:pt x="24" y="16"/>
                  </a:cubicBezTo>
                  <a:cubicBezTo>
                    <a:pt x="24" y="16"/>
                    <a:pt x="24" y="15"/>
                    <a:pt x="24" y="15"/>
                  </a:cubicBezTo>
                  <a:cubicBezTo>
                    <a:pt x="24" y="15"/>
                    <a:pt x="25" y="16"/>
                    <a:pt x="26" y="15"/>
                  </a:cubicBezTo>
                  <a:cubicBezTo>
                    <a:pt x="26" y="15"/>
                    <a:pt x="27" y="14"/>
                    <a:pt x="27" y="14"/>
                  </a:cubicBezTo>
                  <a:cubicBezTo>
                    <a:pt x="28" y="14"/>
                    <a:pt x="27" y="15"/>
                    <a:pt x="28" y="15"/>
                  </a:cubicBezTo>
                  <a:cubicBezTo>
                    <a:pt x="28" y="15"/>
                    <a:pt x="31" y="15"/>
                    <a:pt x="31" y="13"/>
                  </a:cubicBezTo>
                  <a:cubicBezTo>
                    <a:pt x="32" y="13"/>
                    <a:pt x="33" y="14"/>
                    <a:pt x="35" y="14"/>
                  </a:cubicBezTo>
                  <a:cubicBezTo>
                    <a:pt x="36" y="14"/>
                    <a:pt x="35" y="13"/>
                    <a:pt x="35" y="13"/>
                  </a:cubicBezTo>
                  <a:cubicBezTo>
                    <a:pt x="35" y="13"/>
                    <a:pt x="37" y="13"/>
                    <a:pt x="37" y="12"/>
                  </a:cubicBezTo>
                  <a:cubicBezTo>
                    <a:pt x="39" y="12"/>
                    <a:pt x="41" y="12"/>
                    <a:pt x="44" y="12"/>
                  </a:cubicBezTo>
                  <a:cubicBezTo>
                    <a:pt x="46" y="12"/>
                    <a:pt x="44" y="10"/>
                    <a:pt x="45" y="9"/>
                  </a:cubicBezTo>
                  <a:cubicBezTo>
                    <a:pt x="48" y="9"/>
                    <a:pt x="51" y="10"/>
                    <a:pt x="54" y="9"/>
                  </a:cubicBezTo>
                  <a:cubicBezTo>
                    <a:pt x="54" y="9"/>
                    <a:pt x="53" y="9"/>
                    <a:pt x="52" y="9"/>
                  </a:cubicBezTo>
                  <a:cubicBezTo>
                    <a:pt x="53" y="8"/>
                    <a:pt x="57" y="8"/>
                    <a:pt x="58" y="8"/>
                  </a:cubicBezTo>
                  <a:cubicBezTo>
                    <a:pt x="61" y="7"/>
                    <a:pt x="68" y="7"/>
                    <a:pt x="74" y="7"/>
                  </a:cubicBezTo>
                  <a:cubicBezTo>
                    <a:pt x="76" y="7"/>
                    <a:pt x="76" y="7"/>
                    <a:pt x="77" y="7"/>
                  </a:cubicBezTo>
                  <a:cubicBezTo>
                    <a:pt x="80" y="7"/>
                    <a:pt x="82" y="7"/>
                    <a:pt x="84" y="7"/>
                  </a:cubicBezTo>
                  <a:cubicBezTo>
                    <a:pt x="83" y="7"/>
                    <a:pt x="85" y="8"/>
                    <a:pt x="85" y="8"/>
                  </a:cubicBezTo>
                  <a:cubicBezTo>
                    <a:pt x="87" y="7"/>
                    <a:pt x="85" y="8"/>
                    <a:pt x="88" y="9"/>
                  </a:cubicBezTo>
                  <a:cubicBezTo>
                    <a:pt x="90" y="9"/>
                    <a:pt x="86" y="8"/>
                    <a:pt x="91" y="8"/>
                  </a:cubicBezTo>
                  <a:cubicBezTo>
                    <a:pt x="89" y="7"/>
                    <a:pt x="93" y="6"/>
                    <a:pt x="88" y="6"/>
                  </a:cubicBezTo>
                  <a:cubicBezTo>
                    <a:pt x="89" y="5"/>
                    <a:pt x="96" y="4"/>
                    <a:pt x="96" y="6"/>
                  </a:cubicBezTo>
                  <a:cubicBezTo>
                    <a:pt x="99" y="6"/>
                    <a:pt x="99" y="5"/>
                    <a:pt x="101" y="6"/>
                  </a:cubicBezTo>
                  <a:cubicBezTo>
                    <a:pt x="102" y="6"/>
                    <a:pt x="103" y="6"/>
                    <a:pt x="104" y="7"/>
                  </a:cubicBezTo>
                  <a:cubicBezTo>
                    <a:pt x="105" y="7"/>
                    <a:pt x="108" y="7"/>
                    <a:pt x="112" y="8"/>
                  </a:cubicBezTo>
                  <a:cubicBezTo>
                    <a:pt x="112" y="7"/>
                    <a:pt x="111" y="7"/>
                    <a:pt x="110" y="7"/>
                  </a:cubicBezTo>
                  <a:cubicBezTo>
                    <a:pt x="110" y="7"/>
                    <a:pt x="111" y="6"/>
                    <a:pt x="113" y="6"/>
                  </a:cubicBezTo>
                  <a:cubicBezTo>
                    <a:pt x="111" y="5"/>
                    <a:pt x="107" y="5"/>
                    <a:pt x="104" y="5"/>
                  </a:cubicBezTo>
                  <a:cubicBezTo>
                    <a:pt x="104" y="3"/>
                    <a:pt x="108" y="4"/>
                    <a:pt x="111" y="4"/>
                  </a:cubicBezTo>
                  <a:cubicBezTo>
                    <a:pt x="111" y="3"/>
                    <a:pt x="109" y="3"/>
                    <a:pt x="108" y="3"/>
                  </a:cubicBezTo>
                  <a:cubicBezTo>
                    <a:pt x="110" y="1"/>
                    <a:pt x="114" y="3"/>
                    <a:pt x="117" y="3"/>
                  </a:cubicBezTo>
                  <a:cubicBezTo>
                    <a:pt x="119" y="3"/>
                    <a:pt x="119" y="2"/>
                    <a:pt x="121" y="2"/>
                  </a:cubicBezTo>
                  <a:cubicBezTo>
                    <a:pt x="126" y="2"/>
                    <a:pt x="129" y="3"/>
                    <a:pt x="133" y="2"/>
                  </a:cubicBezTo>
                  <a:cubicBezTo>
                    <a:pt x="134" y="2"/>
                    <a:pt x="136" y="2"/>
                    <a:pt x="139" y="2"/>
                  </a:cubicBezTo>
                  <a:cubicBezTo>
                    <a:pt x="140" y="2"/>
                    <a:pt x="139" y="1"/>
                    <a:pt x="140" y="0"/>
                  </a:cubicBezTo>
                  <a:cubicBezTo>
                    <a:pt x="141" y="0"/>
                    <a:pt x="143" y="0"/>
                    <a:pt x="145" y="0"/>
                  </a:cubicBezTo>
                  <a:cubicBezTo>
                    <a:pt x="146" y="0"/>
                    <a:pt x="146" y="0"/>
                    <a:pt x="148" y="0"/>
                  </a:cubicBezTo>
                  <a:cubicBezTo>
                    <a:pt x="150" y="0"/>
                    <a:pt x="152" y="1"/>
                    <a:pt x="156" y="0"/>
                  </a:cubicBezTo>
                  <a:cubicBezTo>
                    <a:pt x="159" y="0"/>
                    <a:pt x="166" y="0"/>
                    <a:pt x="171" y="0"/>
                  </a:cubicBezTo>
                  <a:cubicBezTo>
                    <a:pt x="173" y="0"/>
                    <a:pt x="173" y="0"/>
                    <a:pt x="174" y="0"/>
                  </a:cubicBezTo>
                  <a:cubicBezTo>
                    <a:pt x="180" y="1"/>
                    <a:pt x="185" y="0"/>
                    <a:pt x="185" y="2"/>
                  </a:cubicBezTo>
                  <a:cubicBezTo>
                    <a:pt x="188" y="3"/>
                    <a:pt x="188" y="2"/>
                    <a:pt x="190" y="2"/>
                  </a:cubicBezTo>
                  <a:cubicBezTo>
                    <a:pt x="190" y="3"/>
                    <a:pt x="194" y="3"/>
                    <a:pt x="195" y="4"/>
                  </a:cubicBezTo>
                  <a:cubicBezTo>
                    <a:pt x="198" y="4"/>
                    <a:pt x="198" y="3"/>
                    <a:pt x="200" y="3"/>
                  </a:cubicBezTo>
                  <a:cubicBezTo>
                    <a:pt x="199" y="5"/>
                    <a:pt x="204" y="4"/>
                    <a:pt x="206" y="4"/>
                  </a:cubicBezTo>
                  <a:cubicBezTo>
                    <a:pt x="204" y="5"/>
                    <a:pt x="204" y="5"/>
                    <a:pt x="205" y="6"/>
                  </a:cubicBezTo>
                  <a:cubicBezTo>
                    <a:pt x="204" y="6"/>
                    <a:pt x="203" y="6"/>
                    <a:pt x="203" y="7"/>
                  </a:cubicBezTo>
                  <a:cubicBezTo>
                    <a:pt x="193" y="7"/>
                    <a:pt x="180" y="7"/>
                    <a:pt x="172" y="8"/>
                  </a:cubicBezTo>
                  <a:cubicBezTo>
                    <a:pt x="171" y="8"/>
                    <a:pt x="171" y="8"/>
                    <a:pt x="171" y="8"/>
                  </a:cubicBezTo>
                  <a:cubicBezTo>
                    <a:pt x="170" y="8"/>
                    <a:pt x="171" y="8"/>
                    <a:pt x="171" y="8"/>
                  </a:cubicBezTo>
                  <a:cubicBezTo>
                    <a:pt x="172" y="7"/>
                    <a:pt x="170" y="7"/>
                    <a:pt x="169" y="7"/>
                  </a:cubicBezTo>
                  <a:cubicBezTo>
                    <a:pt x="169" y="7"/>
                    <a:pt x="170" y="8"/>
                    <a:pt x="169" y="8"/>
                  </a:cubicBezTo>
                  <a:cubicBezTo>
                    <a:pt x="168" y="8"/>
                    <a:pt x="165" y="8"/>
                    <a:pt x="164"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0" name="Freeform 82"/>
            <p:cNvSpPr/>
            <p:nvPr/>
          </p:nvSpPr>
          <p:spPr bwMode="auto">
            <a:xfrm>
              <a:off x="2774950" y="3384550"/>
              <a:ext cx="449263" cy="119063"/>
            </a:xfrm>
            <a:custGeom>
              <a:avLst/>
              <a:gdLst>
                <a:gd name="T0" fmla="*/ 112 w 120"/>
                <a:gd name="T1" fmla="*/ 3 h 32"/>
                <a:gd name="T2" fmla="*/ 119 w 120"/>
                <a:gd name="T3" fmla="*/ 5 h 32"/>
                <a:gd name="T4" fmla="*/ 116 w 120"/>
                <a:gd name="T5" fmla="*/ 6 h 32"/>
                <a:gd name="T6" fmla="*/ 111 w 120"/>
                <a:gd name="T7" fmla="*/ 7 h 32"/>
                <a:gd name="T8" fmla="*/ 97 w 120"/>
                <a:gd name="T9" fmla="*/ 9 h 32"/>
                <a:gd name="T10" fmla="*/ 103 w 120"/>
                <a:gd name="T11" fmla="*/ 10 h 32"/>
                <a:gd name="T12" fmla="*/ 91 w 120"/>
                <a:gd name="T13" fmla="*/ 12 h 32"/>
                <a:gd name="T14" fmla="*/ 87 w 120"/>
                <a:gd name="T15" fmla="*/ 13 h 32"/>
                <a:gd name="T16" fmla="*/ 81 w 120"/>
                <a:gd name="T17" fmla="*/ 14 h 32"/>
                <a:gd name="T18" fmla="*/ 71 w 120"/>
                <a:gd name="T19" fmla="*/ 16 h 32"/>
                <a:gd name="T20" fmla="*/ 68 w 120"/>
                <a:gd name="T21" fmla="*/ 18 h 32"/>
                <a:gd name="T22" fmla="*/ 61 w 120"/>
                <a:gd name="T23" fmla="*/ 18 h 32"/>
                <a:gd name="T24" fmla="*/ 65 w 120"/>
                <a:gd name="T25" fmla="*/ 21 h 32"/>
                <a:gd name="T26" fmla="*/ 58 w 120"/>
                <a:gd name="T27" fmla="*/ 24 h 32"/>
                <a:gd name="T28" fmla="*/ 53 w 120"/>
                <a:gd name="T29" fmla="*/ 25 h 32"/>
                <a:gd name="T30" fmla="*/ 44 w 120"/>
                <a:gd name="T31" fmla="*/ 28 h 32"/>
                <a:gd name="T32" fmla="*/ 47 w 120"/>
                <a:gd name="T33" fmla="*/ 30 h 32"/>
                <a:gd name="T34" fmla="*/ 39 w 120"/>
                <a:gd name="T35" fmla="*/ 31 h 32"/>
                <a:gd name="T36" fmla="*/ 24 w 120"/>
                <a:gd name="T37" fmla="*/ 30 h 32"/>
                <a:gd name="T38" fmla="*/ 20 w 120"/>
                <a:gd name="T39" fmla="*/ 30 h 32"/>
                <a:gd name="T40" fmla="*/ 13 w 120"/>
                <a:gd name="T41" fmla="*/ 28 h 32"/>
                <a:gd name="T42" fmla="*/ 20 w 120"/>
                <a:gd name="T43" fmla="*/ 25 h 32"/>
                <a:gd name="T44" fmla="*/ 27 w 120"/>
                <a:gd name="T45" fmla="*/ 25 h 32"/>
                <a:gd name="T46" fmla="*/ 14 w 120"/>
                <a:gd name="T47" fmla="*/ 24 h 32"/>
                <a:gd name="T48" fmla="*/ 22 w 120"/>
                <a:gd name="T49" fmla="*/ 21 h 32"/>
                <a:gd name="T50" fmla="*/ 28 w 120"/>
                <a:gd name="T51" fmla="*/ 21 h 32"/>
                <a:gd name="T52" fmla="*/ 28 w 120"/>
                <a:gd name="T53" fmla="*/ 19 h 32"/>
                <a:gd name="T54" fmla="*/ 26 w 120"/>
                <a:gd name="T55" fmla="*/ 16 h 32"/>
                <a:gd name="T56" fmla="*/ 22 w 120"/>
                <a:gd name="T57" fmla="*/ 15 h 32"/>
                <a:gd name="T58" fmla="*/ 32 w 120"/>
                <a:gd name="T59" fmla="*/ 15 h 32"/>
                <a:gd name="T60" fmla="*/ 36 w 120"/>
                <a:gd name="T61" fmla="*/ 14 h 32"/>
                <a:gd name="T62" fmla="*/ 44 w 120"/>
                <a:gd name="T63" fmla="*/ 11 h 32"/>
                <a:gd name="T64" fmla="*/ 27 w 120"/>
                <a:gd name="T65" fmla="*/ 12 h 32"/>
                <a:gd name="T66" fmla="*/ 16 w 120"/>
                <a:gd name="T67" fmla="*/ 11 h 32"/>
                <a:gd name="T68" fmla="*/ 4 w 120"/>
                <a:gd name="T69" fmla="*/ 10 h 32"/>
                <a:gd name="T70" fmla="*/ 2 w 120"/>
                <a:gd name="T71" fmla="*/ 7 h 32"/>
                <a:gd name="T72" fmla="*/ 22 w 120"/>
                <a:gd name="T73" fmla="*/ 4 h 32"/>
                <a:gd name="T74" fmla="*/ 35 w 120"/>
                <a:gd name="T75" fmla="*/ 3 h 32"/>
                <a:gd name="T76" fmla="*/ 52 w 120"/>
                <a:gd name="T77" fmla="*/ 1 h 32"/>
                <a:gd name="T78" fmla="*/ 69 w 120"/>
                <a:gd name="T79" fmla="*/ 1 h 32"/>
                <a:gd name="T80" fmla="*/ 78 w 120"/>
                <a:gd name="T81" fmla="*/ 1 h 32"/>
                <a:gd name="T82" fmla="*/ 95 w 120"/>
                <a:gd name="T83" fmla="*/ 1 h 32"/>
                <a:gd name="T84" fmla="*/ 112 w 120"/>
                <a:gd name="T85" fmla="*/ 1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20" h="32">
                  <a:moveTo>
                    <a:pt x="112" y="1"/>
                  </a:moveTo>
                  <a:cubicBezTo>
                    <a:pt x="110" y="2"/>
                    <a:pt x="112" y="2"/>
                    <a:pt x="112" y="3"/>
                  </a:cubicBezTo>
                  <a:cubicBezTo>
                    <a:pt x="114" y="3"/>
                    <a:pt x="117" y="3"/>
                    <a:pt x="120" y="3"/>
                  </a:cubicBezTo>
                  <a:cubicBezTo>
                    <a:pt x="120" y="4"/>
                    <a:pt x="118" y="4"/>
                    <a:pt x="119" y="5"/>
                  </a:cubicBezTo>
                  <a:cubicBezTo>
                    <a:pt x="118" y="5"/>
                    <a:pt x="116" y="5"/>
                    <a:pt x="116" y="5"/>
                  </a:cubicBezTo>
                  <a:cubicBezTo>
                    <a:pt x="115" y="5"/>
                    <a:pt x="116" y="6"/>
                    <a:pt x="116" y="6"/>
                  </a:cubicBezTo>
                  <a:cubicBezTo>
                    <a:pt x="114" y="7"/>
                    <a:pt x="112" y="7"/>
                    <a:pt x="112" y="6"/>
                  </a:cubicBezTo>
                  <a:cubicBezTo>
                    <a:pt x="110" y="6"/>
                    <a:pt x="111" y="7"/>
                    <a:pt x="111" y="7"/>
                  </a:cubicBezTo>
                  <a:cubicBezTo>
                    <a:pt x="110" y="7"/>
                    <a:pt x="107" y="7"/>
                    <a:pt x="107" y="8"/>
                  </a:cubicBezTo>
                  <a:cubicBezTo>
                    <a:pt x="103" y="7"/>
                    <a:pt x="99" y="7"/>
                    <a:pt x="97" y="9"/>
                  </a:cubicBezTo>
                  <a:cubicBezTo>
                    <a:pt x="98" y="10"/>
                    <a:pt x="102" y="9"/>
                    <a:pt x="103" y="8"/>
                  </a:cubicBezTo>
                  <a:cubicBezTo>
                    <a:pt x="104" y="8"/>
                    <a:pt x="102" y="9"/>
                    <a:pt x="103" y="10"/>
                  </a:cubicBezTo>
                  <a:cubicBezTo>
                    <a:pt x="99" y="10"/>
                    <a:pt x="97" y="10"/>
                    <a:pt x="94" y="11"/>
                  </a:cubicBezTo>
                  <a:cubicBezTo>
                    <a:pt x="92" y="11"/>
                    <a:pt x="91" y="11"/>
                    <a:pt x="91" y="12"/>
                  </a:cubicBezTo>
                  <a:cubicBezTo>
                    <a:pt x="90" y="12"/>
                    <a:pt x="89" y="12"/>
                    <a:pt x="88" y="12"/>
                  </a:cubicBezTo>
                  <a:cubicBezTo>
                    <a:pt x="87" y="12"/>
                    <a:pt x="88" y="13"/>
                    <a:pt x="87" y="13"/>
                  </a:cubicBezTo>
                  <a:cubicBezTo>
                    <a:pt x="86" y="13"/>
                    <a:pt x="84" y="13"/>
                    <a:pt x="84" y="13"/>
                  </a:cubicBezTo>
                  <a:cubicBezTo>
                    <a:pt x="84" y="14"/>
                    <a:pt x="81" y="14"/>
                    <a:pt x="81" y="14"/>
                  </a:cubicBezTo>
                  <a:cubicBezTo>
                    <a:pt x="81" y="15"/>
                    <a:pt x="78" y="15"/>
                    <a:pt x="77" y="15"/>
                  </a:cubicBezTo>
                  <a:cubicBezTo>
                    <a:pt x="76" y="16"/>
                    <a:pt x="73" y="16"/>
                    <a:pt x="71" y="16"/>
                  </a:cubicBezTo>
                  <a:cubicBezTo>
                    <a:pt x="71" y="16"/>
                    <a:pt x="71" y="17"/>
                    <a:pt x="70" y="17"/>
                  </a:cubicBezTo>
                  <a:cubicBezTo>
                    <a:pt x="68" y="17"/>
                    <a:pt x="69" y="17"/>
                    <a:pt x="68" y="18"/>
                  </a:cubicBezTo>
                  <a:cubicBezTo>
                    <a:pt x="68" y="18"/>
                    <a:pt x="67" y="18"/>
                    <a:pt x="67" y="18"/>
                  </a:cubicBezTo>
                  <a:cubicBezTo>
                    <a:pt x="66" y="18"/>
                    <a:pt x="64" y="19"/>
                    <a:pt x="61" y="18"/>
                  </a:cubicBezTo>
                  <a:cubicBezTo>
                    <a:pt x="61" y="19"/>
                    <a:pt x="65" y="19"/>
                    <a:pt x="61" y="19"/>
                  </a:cubicBezTo>
                  <a:cubicBezTo>
                    <a:pt x="62" y="20"/>
                    <a:pt x="66" y="19"/>
                    <a:pt x="65" y="21"/>
                  </a:cubicBezTo>
                  <a:cubicBezTo>
                    <a:pt x="63" y="20"/>
                    <a:pt x="63" y="21"/>
                    <a:pt x="63" y="23"/>
                  </a:cubicBezTo>
                  <a:cubicBezTo>
                    <a:pt x="61" y="21"/>
                    <a:pt x="60" y="23"/>
                    <a:pt x="58" y="24"/>
                  </a:cubicBezTo>
                  <a:cubicBezTo>
                    <a:pt x="56" y="24"/>
                    <a:pt x="53" y="24"/>
                    <a:pt x="52" y="25"/>
                  </a:cubicBezTo>
                  <a:cubicBezTo>
                    <a:pt x="52" y="25"/>
                    <a:pt x="53" y="25"/>
                    <a:pt x="53" y="25"/>
                  </a:cubicBezTo>
                  <a:cubicBezTo>
                    <a:pt x="53" y="25"/>
                    <a:pt x="50" y="26"/>
                    <a:pt x="52" y="26"/>
                  </a:cubicBezTo>
                  <a:cubicBezTo>
                    <a:pt x="51" y="27"/>
                    <a:pt x="45" y="27"/>
                    <a:pt x="44" y="28"/>
                  </a:cubicBezTo>
                  <a:cubicBezTo>
                    <a:pt x="46" y="29"/>
                    <a:pt x="49" y="29"/>
                    <a:pt x="52" y="29"/>
                  </a:cubicBezTo>
                  <a:cubicBezTo>
                    <a:pt x="53" y="31"/>
                    <a:pt x="47" y="29"/>
                    <a:pt x="47" y="30"/>
                  </a:cubicBezTo>
                  <a:cubicBezTo>
                    <a:pt x="47" y="31"/>
                    <a:pt x="46" y="30"/>
                    <a:pt x="45" y="30"/>
                  </a:cubicBezTo>
                  <a:cubicBezTo>
                    <a:pt x="43" y="30"/>
                    <a:pt x="42" y="32"/>
                    <a:pt x="39" y="31"/>
                  </a:cubicBezTo>
                  <a:cubicBezTo>
                    <a:pt x="39" y="31"/>
                    <a:pt x="37" y="31"/>
                    <a:pt x="37" y="30"/>
                  </a:cubicBezTo>
                  <a:cubicBezTo>
                    <a:pt x="32" y="30"/>
                    <a:pt x="29" y="30"/>
                    <a:pt x="24" y="30"/>
                  </a:cubicBezTo>
                  <a:cubicBezTo>
                    <a:pt x="24" y="30"/>
                    <a:pt x="23" y="29"/>
                    <a:pt x="23" y="29"/>
                  </a:cubicBezTo>
                  <a:cubicBezTo>
                    <a:pt x="22" y="29"/>
                    <a:pt x="21" y="30"/>
                    <a:pt x="20" y="30"/>
                  </a:cubicBezTo>
                  <a:cubicBezTo>
                    <a:pt x="15" y="31"/>
                    <a:pt x="11" y="30"/>
                    <a:pt x="6" y="29"/>
                  </a:cubicBezTo>
                  <a:cubicBezTo>
                    <a:pt x="7" y="29"/>
                    <a:pt x="9" y="28"/>
                    <a:pt x="13" y="28"/>
                  </a:cubicBezTo>
                  <a:cubicBezTo>
                    <a:pt x="15" y="28"/>
                    <a:pt x="13" y="26"/>
                    <a:pt x="15" y="26"/>
                  </a:cubicBezTo>
                  <a:cubicBezTo>
                    <a:pt x="17" y="26"/>
                    <a:pt x="17" y="25"/>
                    <a:pt x="20" y="25"/>
                  </a:cubicBezTo>
                  <a:cubicBezTo>
                    <a:pt x="19" y="27"/>
                    <a:pt x="23" y="27"/>
                    <a:pt x="26" y="27"/>
                  </a:cubicBezTo>
                  <a:cubicBezTo>
                    <a:pt x="29" y="26"/>
                    <a:pt x="25" y="26"/>
                    <a:pt x="27" y="25"/>
                  </a:cubicBezTo>
                  <a:cubicBezTo>
                    <a:pt x="27" y="24"/>
                    <a:pt x="22" y="25"/>
                    <a:pt x="23" y="23"/>
                  </a:cubicBezTo>
                  <a:cubicBezTo>
                    <a:pt x="19" y="24"/>
                    <a:pt x="18" y="24"/>
                    <a:pt x="14" y="24"/>
                  </a:cubicBezTo>
                  <a:cubicBezTo>
                    <a:pt x="14" y="23"/>
                    <a:pt x="16" y="22"/>
                    <a:pt x="19" y="22"/>
                  </a:cubicBezTo>
                  <a:cubicBezTo>
                    <a:pt x="20" y="22"/>
                    <a:pt x="21" y="21"/>
                    <a:pt x="22" y="21"/>
                  </a:cubicBezTo>
                  <a:cubicBezTo>
                    <a:pt x="23" y="21"/>
                    <a:pt x="23" y="21"/>
                    <a:pt x="23" y="20"/>
                  </a:cubicBezTo>
                  <a:cubicBezTo>
                    <a:pt x="26" y="20"/>
                    <a:pt x="27" y="20"/>
                    <a:pt x="28" y="21"/>
                  </a:cubicBezTo>
                  <a:cubicBezTo>
                    <a:pt x="30" y="20"/>
                    <a:pt x="31" y="20"/>
                    <a:pt x="31" y="19"/>
                  </a:cubicBezTo>
                  <a:cubicBezTo>
                    <a:pt x="31" y="19"/>
                    <a:pt x="29" y="19"/>
                    <a:pt x="28" y="19"/>
                  </a:cubicBezTo>
                  <a:cubicBezTo>
                    <a:pt x="28" y="19"/>
                    <a:pt x="28" y="18"/>
                    <a:pt x="27" y="17"/>
                  </a:cubicBezTo>
                  <a:cubicBezTo>
                    <a:pt x="27" y="17"/>
                    <a:pt x="26" y="17"/>
                    <a:pt x="26" y="16"/>
                  </a:cubicBezTo>
                  <a:cubicBezTo>
                    <a:pt x="26" y="17"/>
                    <a:pt x="25" y="17"/>
                    <a:pt x="23" y="17"/>
                  </a:cubicBezTo>
                  <a:cubicBezTo>
                    <a:pt x="24" y="16"/>
                    <a:pt x="23" y="15"/>
                    <a:pt x="22" y="15"/>
                  </a:cubicBezTo>
                  <a:cubicBezTo>
                    <a:pt x="22" y="15"/>
                    <a:pt x="23" y="14"/>
                    <a:pt x="26" y="14"/>
                  </a:cubicBezTo>
                  <a:cubicBezTo>
                    <a:pt x="29" y="14"/>
                    <a:pt x="28" y="16"/>
                    <a:pt x="32" y="15"/>
                  </a:cubicBezTo>
                  <a:cubicBezTo>
                    <a:pt x="32" y="15"/>
                    <a:pt x="33" y="16"/>
                    <a:pt x="33" y="16"/>
                  </a:cubicBezTo>
                  <a:cubicBezTo>
                    <a:pt x="37" y="16"/>
                    <a:pt x="35" y="14"/>
                    <a:pt x="36" y="14"/>
                  </a:cubicBezTo>
                  <a:cubicBezTo>
                    <a:pt x="41" y="13"/>
                    <a:pt x="46" y="13"/>
                    <a:pt x="48" y="11"/>
                  </a:cubicBezTo>
                  <a:cubicBezTo>
                    <a:pt x="48" y="10"/>
                    <a:pt x="47" y="12"/>
                    <a:pt x="44" y="11"/>
                  </a:cubicBezTo>
                  <a:cubicBezTo>
                    <a:pt x="43" y="12"/>
                    <a:pt x="40" y="12"/>
                    <a:pt x="39" y="12"/>
                  </a:cubicBezTo>
                  <a:cubicBezTo>
                    <a:pt x="37" y="12"/>
                    <a:pt x="32" y="13"/>
                    <a:pt x="27" y="12"/>
                  </a:cubicBezTo>
                  <a:cubicBezTo>
                    <a:pt x="25" y="12"/>
                    <a:pt x="24" y="12"/>
                    <a:pt x="21" y="12"/>
                  </a:cubicBezTo>
                  <a:cubicBezTo>
                    <a:pt x="20" y="11"/>
                    <a:pt x="17" y="13"/>
                    <a:pt x="16" y="11"/>
                  </a:cubicBezTo>
                  <a:cubicBezTo>
                    <a:pt x="14" y="12"/>
                    <a:pt x="11" y="11"/>
                    <a:pt x="8" y="11"/>
                  </a:cubicBezTo>
                  <a:cubicBezTo>
                    <a:pt x="9" y="9"/>
                    <a:pt x="4" y="10"/>
                    <a:pt x="4" y="10"/>
                  </a:cubicBezTo>
                  <a:cubicBezTo>
                    <a:pt x="3" y="8"/>
                    <a:pt x="6" y="9"/>
                    <a:pt x="7" y="8"/>
                  </a:cubicBezTo>
                  <a:cubicBezTo>
                    <a:pt x="7" y="7"/>
                    <a:pt x="0" y="9"/>
                    <a:pt x="2" y="7"/>
                  </a:cubicBezTo>
                  <a:cubicBezTo>
                    <a:pt x="6" y="6"/>
                    <a:pt x="13" y="6"/>
                    <a:pt x="21" y="5"/>
                  </a:cubicBezTo>
                  <a:cubicBezTo>
                    <a:pt x="21" y="5"/>
                    <a:pt x="21" y="5"/>
                    <a:pt x="22" y="4"/>
                  </a:cubicBezTo>
                  <a:cubicBezTo>
                    <a:pt x="27" y="5"/>
                    <a:pt x="30" y="4"/>
                    <a:pt x="33" y="4"/>
                  </a:cubicBezTo>
                  <a:cubicBezTo>
                    <a:pt x="34" y="4"/>
                    <a:pt x="35" y="3"/>
                    <a:pt x="35" y="3"/>
                  </a:cubicBezTo>
                  <a:cubicBezTo>
                    <a:pt x="41" y="3"/>
                    <a:pt x="47" y="2"/>
                    <a:pt x="51" y="2"/>
                  </a:cubicBezTo>
                  <a:cubicBezTo>
                    <a:pt x="52" y="2"/>
                    <a:pt x="52" y="2"/>
                    <a:pt x="52" y="1"/>
                  </a:cubicBezTo>
                  <a:cubicBezTo>
                    <a:pt x="56" y="1"/>
                    <a:pt x="62" y="1"/>
                    <a:pt x="64" y="2"/>
                  </a:cubicBezTo>
                  <a:cubicBezTo>
                    <a:pt x="65" y="1"/>
                    <a:pt x="69" y="2"/>
                    <a:pt x="69" y="1"/>
                  </a:cubicBezTo>
                  <a:cubicBezTo>
                    <a:pt x="72" y="1"/>
                    <a:pt x="75" y="1"/>
                    <a:pt x="79" y="1"/>
                  </a:cubicBezTo>
                  <a:cubicBezTo>
                    <a:pt x="79" y="1"/>
                    <a:pt x="79" y="1"/>
                    <a:pt x="78" y="1"/>
                  </a:cubicBezTo>
                  <a:cubicBezTo>
                    <a:pt x="78" y="0"/>
                    <a:pt x="79" y="1"/>
                    <a:pt x="79" y="1"/>
                  </a:cubicBezTo>
                  <a:cubicBezTo>
                    <a:pt x="83" y="1"/>
                    <a:pt x="90" y="0"/>
                    <a:pt x="95" y="1"/>
                  </a:cubicBezTo>
                  <a:cubicBezTo>
                    <a:pt x="95" y="1"/>
                    <a:pt x="95" y="2"/>
                    <a:pt x="95" y="2"/>
                  </a:cubicBezTo>
                  <a:cubicBezTo>
                    <a:pt x="102" y="2"/>
                    <a:pt x="103" y="1"/>
                    <a:pt x="112"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1" name="Freeform 83"/>
            <p:cNvSpPr/>
            <p:nvPr/>
          </p:nvSpPr>
          <p:spPr bwMode="auto">
            <a:xfrm>
              <a:off x="4432300" y="3429000"/>
              <a:ext cx="130175" cy="22225"/>
            </a:xfrm>
            <a:custGeom>
              <a:avLst/>
              <a:gdLst>
                <a:gd name="T0" fmla="*/ 9 w 35"/>
                <a:gd name="T1" fmla="*/ 1 h 6"/>
                <a:gd name="T2" fmla="*/ 9 w 35"/>
                <a:gd name="T3" fmla="*/ 1 h 6"/>
                <a:gd name="T4" fmla="*/ 12 w 35"/>
                <a:gd name="T5" fmla="*/ 3 h 6"/>
                <a:gd name="T6" fmla="*/ 15 w 35"/>
                <a:gd name="T7" fmla="*/ 2 h 6"/>
                <a:gd name="T8" fmla="*/ 20 w 35"/>
                <a:gd name="T9" fmla="*/ 3 h 6"/>
                <a:gd name="T10" fmla="*/ 29 w 35"/>
                <a:gd name="T11" fmla="*/ 2 h 6"/>
                <a:gd name="T12" fmla="*/ 33 w 35"/>
                <a:gd name="T13" fmla="*/ 3 h 6"/>
                <a:gd name="T14" fmla="*/ 31 w 35"/>
                <a:gd name="T15" fmla="*/ 5 h 6"/>
                <a:gd name="T16" fmla="*/ 22 w 35"/>
                <a:gd name="T17" fmla="*/ 5 h 6"/>
                <a:gd name="T18" fmla="*/ 16 w 35"/>
                <a:gd name="T19" fmla="*/ 6 h 6"/>
                <a:gd name="T20" fmla="*/ 6 w 35"/>
                <a:gd name="T21" fmla="*/ 3 h 6"/>
                <a:gd name="T22" fmla="*/ 1 w 35"/>
                <a:gd name="T23" fmla="*/ 2 h 6"/>
                <a:gd name="T24" fmla="*/ 9 w 35"/>
                <a:gd name="T25" fmla="*/ 1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 h="6">
                  <a:moveTo>
                    <a:pt x="9" y="1"/>
                  </a:moveTo>
                  <a:cubicBezTo>
                    <a:pt x="10" y="1"/>
                    <a:pt x="10" y="1"/>
                    <a:pt x="9" y="1"/>
                  </a:cubicBezTo>
                  <a:cubicBezTo>
                    <a:pt x="9" y="3"/>
                    <a:pt x="14" y="1"/>
                    <a:pt x="12" y="3"/>
                  </a:cubicBezTo>
                  <a:cubicBezTo>
                    <a:pt x="14" y="3"/>
                    <a:pt x="14" y="2"/>
                    <a:pt x="15" y="2"/>
                  </a:cubicBezTo>
                  <a:cubicBezTo>
                    <a:pt x="18" y="3"/>
                    <a:pt x="20" y="1"/>
                    <a:pt x="20" y="3"/>
                  </a:cubicBezTo>
                  <a:cubicBezTo>
                    <a:pt x="23" y="2"/>
                    <a:pt x="26" y="2"/>
                    <a:pt x="29" y="2"/>
                  </a:cubicBezTo>
                  <a:cubicBezTo>
                    <a:pt x="28" y="3"/>
                    <a:pt x="34" y="2"/>
                    <a:pt x="33" y="3"/>
                  </a:cubicBezTo>
                  <a:cubicBezTo>
                    <a:pt x="35" y="4"/>
                    <a:pt x="27" y="4"/>
                    <a:pt x="31" y="5"/>
                  </a:cubicBezTo>
                  <a:cubicBezTo>
                    <a:pt x="30" y="6"/>
                    <a:pt x="25" y="5"/>
                    <a:pt x="22" y="5"/>
                  </a:cubicBezTo>
                  <a:cubicBezTo>
                    <a:pt x="20" y="5"/>
                    <a:pt x="18" y="6"/>
                    <a:pt x="16" y="6"/>
                  </a:cubicBezTo>
                  <a:cubicBezTo>
                    <a:pt x="12" y="5"/>
                    <a:pt x="8" y="5"/>
                    <a:pt x="6" y="3"/>
                  </a:cubicBezTo>
                  <a:cubicBezTo>
                    <a:pt x="5" y="3"/>
                    <a:pt x="1" y="3"/>
                    <a:pt x="1" y="2"/>
                  </a:cubicBezTo>
                  <a:cubicBezTo>
                    <a:pt x="0" y="0"/>
                    <a:pt x="9" y="2"/>
                    <a:pt x="9"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2" name="Freeform 84"/>
            <p:cNvSpPr/>
            <p:nvPr/>
          </p:nvSpPr>
          <p:spPr bwMode="auto">
            <a:xfrm>
              <a:off x="2433638" y="3462338"/>
              <a:ext cx="55563" cy="7938"/>
            </a:xfrm>
            <a:custGeom>
              <a:avLst/>
              <a:gdLst>
                <a:gd name="T0" fmla="*/ 14 w 15"/>
                <a:gd name="T1" fmla="*/ 0 h 2"/>
                <a:gd name="T2" fmla="*/ 9 w 15"/>
                <a:gd name="T3" fmla="*/ 1 h 2"/>
                <a:gd name="T4" fmla="*/ 7 w 15"/>
                <a:gd name="T5" fmla="*/ 2 h 2"/>
                <a:gd name="T6" fmla="*/ 3 w 15"/>
                <a:gd name="T7" fmla="*/ 2 h 2"/>
                <a:gd name="T8" fmla="*/ 5 w 15"/>
                <a:gd name="T9" fmla="*/ 0 h 2"/>
                <a:gd name="T10" fmla="*/ 14 w 15"/>
                <a:gd name="T11" fmla="*/ 0 h 2"/>
              </a:gdLst>
              <a:ahLst/>
              <a:cxnLst>
                <a:cxn ang="0">
                  <a:pos x="T0" y="T1"/>
                </a:cxn>
                <a:cxn ang="0">
                  <a:pos x="T2" y="T3"/>
                </a:cxn>
                <a:cxn ang="0">
                  <a:pos x="T4" y="T5"/>
                </a:cxn>
                <a:cxn ang="0">
                  <a:pos x="T6" y="T7"/>
                </a:cxn>
                <a:cxn ang="0">
                  <a:pos x="T8" y="T9"/>
                </a:cxn>
                <a:cxn ang="0">
                  <a:pos x="T10" y="T11"/>
                </a:cxn>
              </a:cxnLst>
              <a:rect l="0" t="0" r="r" b="b"/>
              <a:pathLst>
                <a:path w="15" h="2">
                  <a:moveTo>
                    <a:pt x="14" y="0"/>
                  </a:moveTo>
                  <a:cubicBezTo>
                    <a:pt x="15" y="1"/>
                    <a:pt x="11" y="1"/>
                    <a:pt x="9" y="1"/>
                  </a:cubicBezTo>
                  <a:cubicBezTo>
                    <a:pt x="8" y="1"/>
                    <a:pt x="8" y="2"/>
                    <a:pt x="7" y="2"/>
                  </a:cubicBezTo>
                  <a:cubicBezTo>
                    <a:pt x="5" y="2"/>
                    <a:pt x="3" y="1"/>
                    <a:pt x="3" y="2"/>
                  </a:cubicBezTo>
                  <a:cubicBezTo>
                    <a:pt x="0" y="2"/>
                    <a:pt x="4" y="0"/>
                    <a:pt x="5" y="0"/>
                  </a:cubicBezTo>
                  <a:cubicBezTo>
                    <a:pt x="6" y="1"/>
                    <a:pt x="11" y="0"/>
                    <a:pt x="1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3" name="Freeform 85"/>
            <p:cNvSpPr/>
            <p:nvPr/>
          </p:nvSpPr>
          <p:spPr bwMode="auto">
            <a:xfrm>
              <a:off x="2665413" y="3462338"/>
              <a:ext cx="57150" cy="15875"/>
            </a:xfrm>
            <a:custGeom>
              <a:avLst/>
              <a:gdLst>
                <a:gd name="T0" fmla="*/ 7 w 15"/>
                <a:gd name="T1" fmla="*/ 0 h 4"/>
                <a:gd name="T2" fmla="*/ 5 w 15"/>
                <a:gd name="T3" fmla="*/ 0 h 4"/>
                <a:gd name="T4" fmla="*/ 10 w 15"/>
                <a:gd name="T5" fmla="*/ 2 h 4"/>
                <a:gd name="T6" fmla="*/ 12 w 15"/>
                <a:gd name="T7" fmla="*/ 1 h 4"/>
                <a:gd name="T8" fmla="*/ 6 w 15"/>
                <a:gd name="T9" fmla="*/ 4 h 4"/>
                <a:gd name="T10" fmla="*/ 0 w 15"/>
                <a:gd name="T11" fmla="*/ 1 h 4"/>
                <a:gd name="T12" fmla="*/ 7 w 15"/>
                <a:gd name="T13" fmla="*/ 0 h 4"/>
              </a:gdLst>
              <a:ahLst/>
              <a:cxnLst>
                <a:cxn ang="0">
                  <a:pos x="T0" y="T1"/>
                </a:cxn>
                <a:cxn ang="0">
                  <a:pos x="T2" y="T3"/>
                </a:cxn>
                <a:cxn ang="0">
                  <a:pos x="T4" y="T5"/>
                </a:cxn>
                <a:cxn ang="0">
                  <a:pos x="T6" y="T7"/>
                </a:cxn>
                <a:cxn ang="0">
                  <a:pos x="T8" y="T9"/>
                </a:cxn>
                <a:cxn ang="0">
                  <a:pos x="T10" y="T11"/>
                </a:cxn>
                <a:cxn ang="0">
                  <a:pos x="T12" y="T13"/>
                </a:cxn>
              </a:cxnLst>
              <a:rect l="0" t="0" r="r" b="b"/>
              <a:pathLst>
                <a:path w="15" h="4">
                  <a:moveTo>
                    <a:pt x="7" y="0"/>
                  </a:moveTo>
                  <a:cubicBezTo>
                    <a:pt x="7" y="0"/>
                    <a:pt x="6" y="0"/>
                    <a:pt x="5" y="0"/>
                  </a:cubicBezTo>
                  <a:cubicBezTo>
                    <a:pt x="5" y="2"/>
                    <a:pt x="11" y="0"/>
                    <a:pt x="10" y="2"/>
                  </a:cubicBezTo>
                  <a:cubicBezTo>
                    <a:pt x="11" y="2"/>
                    <a:pt x="12" y="2"/>
                    <a:pt x="12" y="1"/>
                  </a:cubicBezTo>
                  <a:cubicBezTo>
                    <a:pt x="15" y="3"/>
                    <a:pt x="7" y="3"/>
                    <a:pt x="6" y="4"/>
                  </a:cubicBezTo>
                  <a:cubicBezTo>
                    <a:pt x="3" y="3"/>
                    <a:pt x="4" y="1"/>
                    <a:pt x="0" y="1"/>
                  </a:cubicBezTo>
                  <a:cubicBezTo>
                    <a:pt x="1" y="0"/>
                    <a:pt x="5" y="0"/>
                    <a:pt x="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4" name="Freeform 86"/>
            <p:cNvSpPr>
              <a:spLocks noEditPoints="1"/>
            </p:cNvSpPr>
            <p:nvPr/>
          </p:nvSpPr>
          <p:spPr bwMode="auto">
            <a:xfrm>
              <a:off x="3884613" y="3481388"/>
              <a:ext cx="3138488" cy="1009650"/>
            </a:xfrm>
            <a:custGeom>
              <a:avLst/>
              <a:gdLst>
                <a:gd name="T0" fmla="*/ 497 w 837"/>
                <a:gd name="T1" fmla="*/ 19 h 269"/>
                <a:gd name="T2" fmla="*/ 587 w 837"/>
                <a:gd name="T3" fmla="*/ 19 h 269"/>
                <a:gd name="T4" fmla="*/ 662 w 837"/>
                <a:gd name="T5" fmla="*/ 22 h 269"/>
                <a:gd name="T6" fmla="*/ 760 w 837"/>
                <a:gd name="T7" fmla="*/ 30 h 269"/>
                <a:gd name="T8" fmla="*/ 837 w 837"/>
                <a:gd name="T9" fmla="*/ 42 h 269"/>
                <a:gd name="T10" fmla="*/ 788 w 837"/>
                <a:gd name="T11" fmla="*/ 48 h 269"/>
                <a:gd name="T12" fmla="*/ 726 w 837"/>
                <a:gd name="T13" fmla="*/ 71 h 269"/>
                <a:gd name="T14" fmla="*/ 701 w 837"/>
                <a:gd name="T15" fmla="*/ 78 h 269"/>
                <a:gd name="T16" fmla="*/ 734 w 837"/>
                <a:gd name="T17" fmla="*/ 54 h 269"/>
                <a:gd name="T18" fmla="*/ 662 w 837"/>
                <a:gd name="T19" fmla="*/ 64 h 269"/>
                <a:gd name="T20" fmla="*/ 640 w 837"/>
                <a:gd name="T21" fmla="*/ 81 h 269"/>
                <a:gd name="T22" fmla="*/ 600 w 837"/>
                <a:gd name="T23" fmla="*/ 108 h 269"/>
                <a:gd name="T24" fmla="*/ 574 w 837"/>
                <a:gd name="T25" fmla="*/ 114 h 269"/>
                <a:gd name="T26" fmla="*/ 563 w 837"/>
                <a:gd name="T27" fmla="*/ 121 h 269"/>
                <a:gd name="T28" fmla="*/ 528 w 837"/>
                <a:gd name="T29" fmla="*/ 153 h 269"/>
                <a:gd name="T30" fmla="*/ 508 w 837"/>
                <a:gd name="T31" fmla="*/ 175 h 269"/>
                <a:gd name="T32" fmla="*/ 475 w 837"/>
                <a:gd name="T33" fmla="*/ 178 h 269"/>
                <a:gd name="T34" fmla="*/ 468 w 837"/>
                <a:gd name="T35" fmla="*/ 179 h 269"/>
                <a:gd name="T36" fmla="*/ 450 w 837"/>
                <a:gd name="T37" fmla="*/ 156 h 269"/>
                <a:gd name="T38" fmla="*/ 394 w 837"/>
                <a:gd name="T39" fmla="*/ 171 h 269"/>
                <a:gd name="T40" fmla="*/ 353 w 837"/>
                <a:gd name="T41" fmla="*/ 151 h 269"/>
                <a:gd name="T42" fmla="*/ 278 w 837"/>
                <a:gd name="T43" fmla="*/ 145 h 269"/>
                <a:gd name="T44" fmla="*/ 296 w 837"/>
                <a:gd name="T45" fmla="*/ 160 h 269"/>
                <a:gd name="T46" fmla="*/ 240 w 837"/>
                <a:gd name="T47" fmla="*/ 162 h 269"/>
                <a:gd name="T48" fmla="*/ 208 w 837"/>
                <a:gd name="T49" fmla="*/ 142 h 269"/>
                <a:gd name="T50" fmla="*/ 234 w 837"/>
                <a:gd name="T51" fmla="*/ 168 h 269"/>
                <a:gd name="T52" fmla="*/ 249 w 837"/>
                <a:gd name="T53" fmla="*/ 195 h 269"/>
                <a:gd name="T54" fmla="*/ 219 w 837"/>
                <a:gd name="T55" fmla="*/ 234 h 269"/>
                <a:gd name="T56" fmla="*/ 187 w 837"/>
                <a:gd name="T57" fmla="*/ 264 h 269"/>
                <a:gd name="T58" fmla="*/ 126 w 837"/>
                <a:gd name="T59" fmla="*/ 241 h 269"/>
                <a:gd name="T60" fmla="*/ 119 w 837"/>
                <a:gd name="T61" fmla="*/ 205 h 269"/>
                <a:gd name="T62" fmla="*/ 25 w 837"/>
                <a:gd name="T63" fmla="*/ 183 h 269"/>
                <a:gd name="T64" fmla="*/ 3 w 837"/>
                <a:gd name="T65" fmla="*/ 153 h 269"/>
                <a:gd name="T66" fmla="*/ 86 w 837"/>
                <a:gd name="T67" fmla="*/ 121 h 269"/>
                <a:gd name="T68" fmla="*/ 139 w 837"/>
                <a:gd name="T69" fmla="*/ 133 h 269"/>
                <a:gd name="T70" fmla="*/ 201 w 837"/>
                <a:gd name="T71" fmla="*/ 133 h 269"/>
                <a:gd name="T72" fmla="*/ 164 w 837"/>
                <a:gd name="T73" fmla="*/ 113 h 269"/>
                <a:gd name="T74" fmla="*/ 135 w 837"/>
                <a:gd name="T75" fmla="*/ 105 h 269"/>
                <a:gd name="T76" fmla="*/ 137 w 837"/>
                <a:gd name="T77" fmla="*/ 112 h 269"/>
                <a:gd name="T78" fmla="*/ 84 w 837"/>
                <a:gd name="T79" fmla="*/ 106 h 269"/>
                <a:gd name="T80" fmla="*/ 61 w 837"/>
                <a:gd name="T81" fmla="*/ 105 h 269"/>
                <a:gd name="T82" fmla="*/ 84 w 837"/>
                <a:gd name="T83" fmla="*/ 86 h 269"/>
                <a:gd name="T84" fmla="*/ 114 w 837"/>
                <a:gd name="T85" fmla="*/ 76 h 269"/>
                <a:gd name="T86" fmla="*/ 168 w 837"/>
                <a:gd name="T87" fmla="*/ 64 h 269"/>
                <a:gd name="T88" fmla="*/ 166 w 837"/>
                <a:gd name="T89" fmla="*/ 51 h 269"/>
                <a:gd name="T90" fmla="*/ 147 w 837"/>
                <a:gd name="T91" fmla="*/ 62 h 269"/>
                <a:gd name="T92" fmla="*/ 97 w 837"/>
                <a:gd name="T93" fmla="*/ 65 h 269"/>
                <a:gd name="T94" fmla="*/ 121 w 837"/>
                <a:gd name="T95" fmla="*/ 43 h 269"/>
                <a:gd name="T96" fmla="*/ 188 w 837"/>
                <a:gd name="T97" fmla="*/ 27 h 269"/>
                <a:gd name="T98" fmla="*/ 211 w 837"/>
                <a:gd name="T99" fmla="*/ 40 h 269"/>
                <a:gd name="T100" fmla="*/ 249 w 837"/>
                <a:gd name="T101" fmla="*/ 35 h 269"/>
                <a:gd name="T102" fmla="*/ 317 w 837"/>
                <a:gd name="T103" fmla="*/ 33 h 269"/>
                <a:gd name="T104" fmla="*/ 350 w 837"/>
                <a:gd name="T105" fmla="*/ 21 h 269"/>
                <a:gd name="T106" fmla="*/ 374 w 837"/>
                <a:gd name="T107" fmla="*/ 34 h 269"/>
                <a:gd name="T108" fmla="*/ 390 w 837"/>
                <a:gd name="T109" fmla="*/ 21 h 269"/>
                <a:gd name="T110" fmla="*/ 472 w 837"/>
                <a:gd name="T111" fmla="*/ 4 h 269"/>
                <a:gd name="T112" fmla="*/ 198 w 837"/>
                <a:gd name="T113" fmla="*/ 97 h 269"/>
                <a:gd name="T114" fmla="*/ 238 w 837"/>
                <a:gd name="T115" fmla="*/ 110 h 269"/>
                <a:gd name="T116" fmla="*/ 282 w 837"/>
                <a:gd name="T117" fmla="*/ 107 h 269"/>
                <a:gd name="T118" fmla="*/ 268 w 837"/>
                <a:gd name="T119" fmla="*/ 117 h 269"/>
                <a:gd name="T120" fmla="*/ 199 w 837"/>
                <a:gd name="T121" fmla="*/ 198 h 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837" h="269">
                  <a:moveTo>
                    <a:pt x="504" y="2"/>
                  </a:moveTo>
                  <a:cubicBezTo>
                    <a:pt x="504" y="3"/>
                    <a:pt x="506" y="3"/>
                    <a:pt x="507" y="3"/>
                  </a:cubicBezTo>
                  <a:cubicBezTo>
                    <a:pt x="507" y="4"/>
                    <a:pt x="505" y="3"/>
                    <a:pt x="504" y="3"/>
                  </a:cubicBezTo>
                  <a:cubicBezTo>
                    <a:pt x="508" y="6"/>
                    <a:pt x="512" y="3"/>
                    <a:pt x="520" y="3"/>
                  </a:cubicBezTo>
                  <a:cubicBezTo>
                    <a:pt x="522" y="5"/>
                    <a:pt x="524" y="6"/>
                    <a:pt x="528" y="6"/>
                  </a:cubicBezTo>
                  <a:cubicBezTo>
                    <a:pt x="528" y="6"/>
                    <a:pt x="527" y="7"/>
                    <a:pt x="528" y="8"/>
                  </a:cubicBezTo>
                  <a:cubicBezTo>
                    <a:pt x="528" y="8"/>
                    <a:pt x="530" y="8"/>
                    <a:pt x="530" y="9"/>
                  </a:cubicBezTo>
                  <a:cubicBezTo>
                    <a:pt x="528" y="9"/>
                    <a:pt x="528" y="10"/>
                    <a:pt x="528" y="11"/>
                  </a:cubicBezTo>
                  <a:cubicBezTo>
                    <a:pt x="527" y="10"/>
                    <a:pt x="525" y="10"/>
                    <a:pt x="524" y="10"/>
                  </a:cubicBezTo>
                  <a:cubicBezTo>
                    <a:pt x="522" y="10"/>
                    <a:pt x="523" y="11"/>
                    <a:pt x="523" y="11"/>
                  </a:cubicBezTo>
                  <a:cubicBezTo>
                    <a:pt x="522" y="11"/>
                    <a:pt x="521" y="11"/>
                    <a:pt x="521" y="11"/>
                  </a:cubicBezTo>
                  <a:cubicBezTo>
                    <a:pt x="520" y="11"/>
                    <a:pt x="518" y="12"/>
                    <a:pt x="515" y="11"/>
                  </a:cubicBezTo>
                  <a:cubicBezTo>
                    <a:pt x="514" y="11"/>
                    <a:pt x="514" y="12"/>
                    <a:pt x="514" y="12"/>
                  </a:cubicBezTo>
                  <a:cubicBezTo>
                    <a:pt x="513" y="12"/>
                    <a:pt x="512" y="12"/>
                    <a:pt x="512" y="12"/>
                  </a:cubicBezTo>
                  <a:cubicBezTo>
                    <a:pt x="511" y="13"/>
                    <a:pt x="513" y="13"/>
                    <a:pt x="512" y="14"/>
                  </a:cubicBezTo>
                  <a:cubicBezTo>
                    <a:pt x="511" y="13"/>
                    <a:pt x="506" y="14"/>
                    <a:pt x="509" y="15"/>
                  </a:cubicBezTo>
                  <a:cubicBezTo>
                    <a:pt x="507" y="16"/>
                    <a:pt x="503" y="15"/>
                    <a:pt x="501" y="16"/>
                  </a:cubicBezTo>
                  <a:cubicBezTo>
                    <a:pt x="499" y="16"/>
                    <a:pt x="498" y="17"/>
                    <a:pt x="496" y="17"/>
                  </a:cubicBezTo>
                  <a:cubicBezTo>
                    <a:pt x="496" y="18"/>
                    <a:pt x="496" y="18"/>
                    <a:pt x="495" y="19"/>
                  </a:cubicBezTo>
                  <a:cubicBezTo>
                    <a:pt x="495" y="19"/>
                    <a:pt x="496" y="18"/>
                    <a:pt x="497" y="19"/>
                  </a:cubicBezTo>
                  <a:cubicBezTo>
                    <a:pt x="500" y="19"/>
                    <a:pt x="501" y="17"/>
                    <a:pt x="503" y="17"/>
                  </a:cubicBezTo>
                  <a:cubicBezTo>
                    <a:pt x="504" y="17"/>
                    <a:pt x="505" y="18"/>
                    <a:pt x="506" y="18"/>
                  </a:cubicBezTo>
                  <a:cubicBezTo>
                    <a:pt x="507" y="17"/>
                    <a:pt x="507" y="17"/>
                    <a:pt x="508" y="17"/>
                  </a:cubicBezTo>
                  <a:cubicBezTo>
                    <a:pt x="510" y="16"/>
                    <a:pt x="512" y="17"/>
                    <a:pt x="515" y="16"/>
                  </a:cubicBezTo>
                  <a:cubicBezTo>
                    <a:pt x="516" y="16"/>
                    <a:pt x="514" y="15"/>
                    <a:pt x="516" y="15"/>
                  </a:cubicBezTo>
                  <a:cubicBezTo>
                    <a:pt x="516" y="15"/>
                    <a:pt x="517" y="15"/>
                    <a:pt x="518" y="15"/>
                  </a:cubicBezTo>
                  <a:cubicBezTo>
                    <a:pt x="518" y="15"/>
                    <a:pt x="519" y="14"/>
                    <a:pt x="519" y="14"/>
                  </a:cubicBezTo>
                  <a:cubicBezTo>
                    <a:pt x="519" y="14"/>
                    <a:pt x="521" y="15"/>
                    <a:pt x="523" y="15"/>
                  </a:cubicBezTo>
                  <a:cubicBezTo>
                    <a:pt x="525" y="15"/>
                    <a:pt x="525" y="14"/>
                    <a:pt x="528" y="14"/>
                  </a:cubicBezTo>
                  <a:cubicBezTo>
                    <a:pt x="528" y="15"/>
                    <a:pt x="528" y="15"/>
                    <a:pt x="528" y="16"/>
                  </a:cubicBezTo>
                  <a:cubicBezTo>
                    <a:pt x="529" y="15"/>
                    <a:pt x="530" y="15"/>
                    <a:pt x="530" y="16"/>
                  </a:cubicBezTo>
                  <a:cubicBezTo>
                    <a:pt x="535" y="16"/>
                    <a:pt x="544" y="16"/>
                    <a:pt x="551" y="16"/>
                  </a:cubicBezTo>
                  <a:cubicBezTo>
                    <a:pt x="551" y="18"/>
                    <a:pt x="558" y="17"/>
                    <a:pt x="557" y="19"/>
                  </a:cubicBezTo>
                  <a:cubicBezTo>
                    <a:pt x="558" y="18"/>
                    <a:pt x="560" y="19"/>
                    <a:pt x="561" y="19"/>
                  </a:cubicBezTo>
                  <a:cubicBezTo>
                    <a:pt x="564" y="19"/>
                    <a:pt x="568" y="19"/>
                    <a:pt x="569" y="19"/>
                  </a:cubicBezTo>
                  <a:cubicBezTo>
                    <a:pt x="571" y="19"/>
                    <a:pt x="570" y="17"/>
                    <a:pt x="571" y="17"/>
                  </a:cubicBezTo>
                  <a:cubicBezTo>
                    <a:pt x="574" y="17"/>
                    <a:pt x="578" y="17"/>
                    <a:pt x="581" y="17"/>
                  </a:cubicBezTo>
                  <a:cubicBezTo>
                    <a:pt x="581" y="17"/>
                    <a:pt x="581" y="18"/>
                    <a:pt x="581" y="18"/>
                  </a:cubicBezTo>
                  <a:cubicBezTo>
                    <a:pt x="583" y="18"/>
                    <a:pt x="585" y="17"/>
                    <a:pt x="586" y="18"/>
                  </a:cubicBezTo>
                  <a:cubicBezTo>
                    <a:pt x="587" y="18"/>
                    <a:pt x="587" y="18"/>
                    <a:pt x="587" y="19"/>
                  </a:cubicBezTo>
                  <a:cubicBezTo>
                    <a:pt x="589" y="19"/>
                    <a:pt x="591" y="18"/>
                    <a:pt x="592" y="19"/>
                  </a:cubicBezTo>
                  <a:cubicBezTo>
                    <a:pt x="592" y="20"/>
                    <a:pt x="592" y="21"/>
                    <a:pt x="589" y="21"/>
                  </a:cubicBezTo>
                  <a:cubicBezTo>
                    <a:pt x="589" y="22"/>
                    <a:pt x="591" y="22"/>
                    <a:pt x="593" y="22"/>
                  </a:cubicBezTo>
                  <a:cubicBezTo>
                    <a:pt x="592" y="25"/>
                    <a:pt x="597" y="25"/>
                    <a:pt x="599" y="26"/>
                  </a:cubicBezTo>
                  <a:cubicBezTo>
                    <a:pt x="601" y="26"/>
                    <a:pt x="603" y="25"/>
                    <a:pt x="604" y="25"/>
                  </a:cubicBezTo>
                  <a:cubicBezTo>
                    <a:pt x="605" y="25"/>
                    <a:pt x="604" y="24"/>
                    <a:pt x="605" y="23"/>
                  </a:cubicBezTo>
                  <a:cubicBezTo>
                    <a:pt x="606" y="23"/>
                    <a:pt x="607" y="24"/>
                    <a:pt x="607" y="23"/>
                  </a:cubicBezTo>
                  <a:cubicBezTo>
                    <a:pt x="610" y="23"/>
                    <a:pt x="609" y="24"/>
                    <a:pt x="610" y="24"/>
                  </a:cubicBezTo>
                  <a:cubicBezTo>
                    <a:pt x="612" y="24"/>
                    <a:pt x="614" y="24"/>
                    <a:pt x="617" y="24"/>
                  </a:cubicBezTo>
                  <a:cubicBezTo>
                    <a:pt x="618" y="24"/>
                    <a:pt x="620" y="24"/>
                    <a:pt x="620" y="23"/>
                  </a:cubicBezTo>
                  <a:cubicBezTo>
                    <a:pt x="623" y="23"/>
                    <a:pt x="631" y="22"/>
                    <a:pt x="631" y="24"/>
                  </a:cubicBezTo>
                  <a:cubicBezTo>
                    <a:pt x="633" y="24"/>
                    <a:pt x="633" y="22"/>
                    <a:pt x="637" y="23"/>
                  </a:cubicBezTo>
                  <a:cubicBezTo>
                    <a:pt x="637" y="22"/>
                    <a:pt x="635" y="23"/>
                    <a:pt x="635" y="22"/>
                  </a:cubicBezTo>
                  <a:cubicBezTo>
                    <a:pt x="635" y="22"/>
                    <a:pt x="635" y="21"/>
                    <a:pt x="637" y="21"/>
                  </a:cubicBezTo>
                  <a:cubicBezTo>
                    <a:pt x="639" y="21"/>
                    <a:pt x="639" y="19"/>
                    <a:pt x="643" y="20"/>
                  </a:cubicBezTo>
                  <a:cubicBezTo>
                    <a:pt x="644" y="20"/>
                    <a:pt x="643" y="19"/>
                    <a:pt x="643" y="19"/>
                  </a:cubicBezTo>
                  <a:cubicBezTo>
                    <a:pt x="644" y="18"/>
                    <a:pt x="647" y="19"/>
                    <a:pt x="650" y="19"/>
                  </a:cubicBezTo>
                  <a:cubicBezTo>
                    <a:pt x="650" y="22"/>
                    <a:pt x="656" y="18"/>
                    <a:pt x="654" y="20"/>
                  </a:cubicBezTo>
                  <a:cubicBezTo>
                    <a:pt x="659" y="21"/>
                    <a:pt x="662" y="20"/>
                    <a:pt x="665" y="20"/>
                  </a:cubicBezTo>
                  <a:cubicBezTo>
                    <a:pt x="666" y="21"/>
                    <a:pt x="661" y="20"/>
                    <a:pt x="662" y="22"/>
                  </a:cubicBezTo>
                  <a:cubicBezTo>
                    <a:pt x="663" y="23"/>
                    <a:pt x="666" y="22"/>
                    <a:pt x="668" y="22"/>
                  </a:cubicBezTo>
                  <a:cubicBezTo>
                    <a:pt x="672" y="22"/>
                    <a:pt x="675" y="22"/>
                    <a:pt x="678" y="22"/>
                  </a:cubicBezTo>
                  <a:cubicBezTo>
                    <a:pt x="679" y="24"/>
                    <a:pt x="684" y="24"/>
                    <a:pt x="685" y="25"/>
                  </a:cubicBezTo>
                  <a:cubicBezTo>
                    <a:pt x="687" y="25"/>
                    <a:pt x="688" y="26"/>
                    <a:pt x="690" y="26"/>
                  </a:cubicBezTo>
                  <a:cubicBezTo>
                    <a:pt x="696" y="26"/>
                    <a:pt x="703" y="25"/>
                    <a:pt x="709" y="26"/>
                  </a:cubicBezTo>
                  <a:cubicBezTo>
                    <a:pt x="711" y="26"/>
                    <a:pt x="713" y="27"/>
                    <a:pt x="716" y="27"/>
                  </a:cubicBezTo>
                  <a:cubicBezTo>
                    <a:pt x="715" y="28"/>
                    <a:pt x="717" y="28"/>
                    <a:pt x="718" y="28"/>
                  </a:cubicBezTo>
                  <a:cubicBezTo>
                    <a:pt x="718" y="28"/>
                    <a:pt x="718" y="29"/>
                    <a:pt x="718" y="30"/>
                  </a:cubicBezTo>
                  <a:cubicBezTo>
                    <a:pt x="717" y="31"/>
                    <a:pt x="721" y="30"/>
                    <a:pt x="722" y="30"/>
                  </a:cubicBezTo>
                  <a:cubicBezTo>
                    <a:pt x="723" y="31"/>
                    <a:pt x="722" y="30"/>
                    <a:pt x="724" y="30"/>
                  </a:cubicBezTo>
                  <a:cubicBezTo>
                    <a:pt x="724" y="30"/>
                    <a:pt x="724" y="31"/>
                    <a:pt x="725" y="31"/>
                  </a:cubicBezTo>
                  <a:cubicBezTo>
                    <a:pt x="726" y="31"/>
                    <a:pt x="737" y="31"/>
                    <a:pt x="738" y="31"/>
                  </a:cubicBezTo>
                  <a:cubicBezTo>
                    <a:pt x="738" y="31"/>
                    <a:pt x="738" y="30"/>
                    <a:pt x="738" y="30"/>
                  </a:cubicBezTo>
                  <a:cubicBezTo>
                    <a:pt x="739" y="30"/>
                    <a:pt x="740" y="31"/>
                    <a:pt x="741" y="31"/>
                  </a:cubicBezTo>
                  <a:cubicBezTo>
                    <a:pt x="741" y="30"/>
                    <a:pt x="743" y="30"/>
                    <a:pt x="744" y="31"/>
                  </a:cubicBezTo>
                  <a:cubicBezTo>
                    <a:pt x="745" y="30"/>
                    <a:pt x="749" y="30"/>
                    <a:pt x="751" y="29"/>
                  </a:cubicBezTo>
                  <a:cubicBezTo>
                    <a:pt x="751" y="31"/>
                    <a:pt x="752" y="31"/>
                    <a:pt x="752" y="33"/>
                  </a:cubicBezTo>
                  <a:cubicBezTo>
                    <a:pt x="757" y="33"/>
                    <a:pt x="758" y="33"/>
                    <a:pt x="761" y="33"/>
                  </a:cubicBezTo>
                  <a:cubicBezTo>
                    <a:pt x="762" y="32"/>
                    <a:pt x="761" y="32"/>
                    <a:pt x="759" y="32"/>
                  </a:cubicBezTo>
                  <a:cubicBezTo>
                    <a:pt x="760" y="31"/>
                    <a:pt x="760" y="31"/>
                    <a:pt x="760" y="30"/>
                  </a:cubicBezTo>
                  <a:cubicBezTo>
                    <a:pt x="763" y="29"/>
                    <a:pt x="769" y="29"/>
                    <a:pt x="770" y="30"/>
                  </a:cubicBezTo>
                  <a:cubicBezTo>
                    <a:pt x="775" y="30"/>
                    <a:pt x="779" y="30"/>
                    <a:pt x="783" y="30"/>
                  </a:cubicBezTo>
                  <a:cubicBezTo>
                    <a:pt x="785" y="30"/>
                    <a:pt x="788" y="31"/>
                    <a:pt x="788" y="30"/>
                  </a:cubicBezTo>
                  <a:cubicBezTo>
                    <a:pt x="790" y="31"/>
                    <a:pt x="790" y="31"/>
                    <a:pt x="793" y="32"/>
                  </a:cubicBezTo>
                  <a:cubicBezTo>
                    <a:pt x="794" y="32"/>
                    <a:pt x="795" y="33"/>
                    <a:pt x="795" y="33"/>
                  </a:cubicBezTo>
                  <a:cubicBezTo>
                    <a:pt x="796" y="33"/>
                    <a:pt x="796" y="32"/>
                    <a:pt x="796" y="32"/>
                  </a:cubicBezTo>
                  <a:cubicBezTo>
                    <a:pt x="797" y="32"/>
                    <a:pt x="796" y="33"/>
                    <a:pt x="797" y="33"/>
                  </a:cubicBezTo>
                  <a:cubicBezTo>
                    <a:pt x="797" y="33"/>
                    <a:pt x="799" y="33"/>
                    <a:pt x="799" y="33"/>
                  </a:cubicBezTo>
                  <a:cubicBezTo>
                    <a:pt x="800" y="33"/>
                    <a:pt x="801" y="34"/>
                    <a:pt x="804" y="34"/>
                  </a:cubicBezTo>
                  <a:cubicBezTo>
                    <a:pt x="805" y="34"/>
                    <a:pt x="808" y="35"/>
                    <a:pt x="810" y="35"/>
                  </a:cubicBezTo>
                  <a:cubicBezTo>
                    <a:pt x="810" y="35"/>
                    <a:pt x="811" y="36"/>
                    <a:pt x="811" y="36"/>
                  </a:cubicBezTo>
                  <a:cubicBezTo>
                    <a:pt x="811" y="36"/>
                    <a:pt x="812" y="36"/>
                    <a:pt x="813" y="36"/>
                  </a:cubicBezTo>
                  <a:cubicBezTo>
                    <a:pt x="813" y="36"/>
                    <a:pt x="813" y="37"/>
                    <a:pt x="813" y="37"/>
                  </a:cubicBezTo>
                  <a:cubicBezTo>
                    <a:pt x="813" y="37"/>
                    <a:pt x="815" y="37"/>
                    <a:pt x="815" y="37"/>
                  </a:cubicBezTo>
                  <a:cubicBezTo>
                    <a:pt x="816" y="37"/>
                    <a:pt x="814" y="39"/>
                    <a:pt x="818" y="38"/>
                  </a:cubicBezTo>
                  <a:cubicBezTo>
                    <a:pt x="818" y="40"/>
                    <a:pt x="818" y="41"/>
                    <a:pt x="818" y="42"/>
                  </a:cubicBezTo>
                  <a:cubicBezTo>
                    <a:pt x="821" y="42"/>
                    <a:pt x="824" y="41"/>
                    <a:pt x="825" y="40"/>
                  </a:cubicBezTo>
                  <a:cubicBezTo>
                    <a:pt x="828" y="41"/>
                    <a:pt x="831" y="40"/>
                    <a:pt x="834" y="41"/>
                  </a:cubicBezTo>
                  <a:cubicBezTo>
                    <a:pt x="834" y="41"/>
                    <a:pt x="833" y="42"/>
                    <a:pt x="834" y="42"/>
                  </a:cubicBezTo>
                  <a:cubicBezTo>
                    <a:pt x="834" y="42"/>
                    <a:pt x="836" y="42"/>
                    <a:pt x="837" y="42"/>
                  </a:cubicBezTo>
                  <a:cubicBezTo>
                    <a:pt x="836" y="42"/>
                    <a:pt x="834" y="42"/>
                    <a:pt x="835" y="43"/>
                  </a:cubicBezTo>
                  <a:cubicBezTo>
                    <a:pt x="833" y="43"/>
                    <a:pt x="833" y="43"/>
                    <a:pt x="832" y="43"/>
                  </a:cubicBezTo>
                  <a:cubicBezTo>
                    <a:pt x="831" y="43"/>
                    <a:pt x="831" y="44"/>
                    <a:pt x="829" y="44"/>
                  </a:cubicBezTo>
                  <a:cubicBezTo>
                    <a:pt x="829" y="45"/>
                    <a:pt x="832" y="44"/>
                    <a:pt x="831" y="46"/>
                  </a:cubicBezTo>
                  <a:cubicBezTo>
                    <a:pt x="827" y="44"/>
                    <a:pt x="830" y="46"/>
                    <a:pt x="828" y="47"/>
                  </a:cubicBezTo>
                  <a:cubicBezTo>
                    <a:pt x="827" y="47"/>
                    <a:pt x="826" y="47"/>
                    <a:pt x="826" y="48"/>
                  </a:cubicBezTo>
                  <a:cubicBezTo>
                    <a:pt x="824" y="48"/>
                    <a:pt x="824" y="47"/>
                    <a:pt x="823" y="47"/>
                  </a:cubicBezTo>
                  <a:cubicBezTo>
                    <a:pt x="822" y="47"/>
                    <a:pt x="821" y="46"/>
                    <a:pt x="821" y="46"/>
                  </a:cubicBezTo>
                  <a:cubicBezTo>
                    <a:pt x="819" y="46"/>
                    <a:pt x="818" y="46"/>
                    <a:pt x="817" y="46"/>
                  </a:cubicBezTo>
                  <a:cubicBezTo>
                    <a:pt x="816" y="46"/>
                    <a:pt x="815" y="45"/>
                    <a:pt x="815" y="45"/>
                  </a:cubicBezTo>
                  <a:cubicBezTo>
                    <a:pt x="814" y="45"/>
                    <a:pt x="812" y="45"/>
                    <a:pt x="811" y="45"/>
                  </a:cubicBezTo>
                  <a:cubicBezTo>
                    <a:pt x="811" y="45"/>
                    <a:pt x="811" y="44"/>
                    <a:pt x="810" y="44"/>
                  </a:cubicBezTo>
                  <a:cubicBezTo>
                    <a:pt x="809" y="44"/>
                    <a:pt x="807" y="42"/>
                    <a:pt x="806" y="44"/>
                  </a:cubicBezTo>
                  <a:cubicBezTo>
                    <a:pt x="805" y="44"/>
                    <a:pt x="805" y="43"/>
                    <a:pt x="805" y="42"/>
                  </a:cubicBezTo>
                  <a:cubicBezTo>
                    <a:pt x="803" y="42"/>
                    <a:pt x="801" y="42"/>
                    <a:pt x="799" y="42"/>
                  </a:cubicBezTo>
                  <a:cubicBezTo>
                    <a:pt x="797" y="42"/>
                    <a:pt x="799" y="43"/>
                    <a:pt x="799" y="43"/>
                  </a:cubicBezTo>
                  <a:cubicBezTo>
                    <a:pt x="799" y="44"/>
                    <a:pt x="797" y="44"/>
                    <a:pt x="797" y="45"/>
                  </a:cubicBezTo>
                  <a:cubicBezTo>
                    <a:pt x="793" y="45"/>
                    <a:pt x="792" y="47"/>
                    <a:pt x="787" y="46"/>
                  </a:cubicBezTo>
                  <a:cubicBezTo>
                    <a:pt x="786" y="47"/>
                    <a:pt x="786" y="47"/>
                    <a:pt x="784" y="47"/>
                  </a:cubicBezTo>
                  <a:cubicBezTo>
                    <a:pt x="784" y="48"/>
                    <a:pt x="787" y="48"/>
                    <a:pt x="788" y="48"/>
                  </a:cubicBezTo>
                  <a:cubicBezTo>
                    <a:pt x="789" y="48"/>
                    <a:pt x="790" y="49"/>
                    <a:pt x="791" y="49"/>
                  </a:cubicBezTo>
                  <a:cubicBezTo>
                    <a:pt x="790" y="50"/>
                    <a:pt x="790" y="50"/>
                    <a:pt x="792" y="51"/>
                  </a:cubicBezTo>
                  <a:cubicBezTo>
                    <a:pt x="793" y="52"/>
                    <a:pt x="796" y="52"/>
                    <a:pt x="797" y="53"/>
                  </a:cubicBezTo>
                  <a:cubicBezTo>
                    <a:pt x="797" y="53"/>
                    <a:pt x="794" y="54"/>
                    <a:pt x="794" y="54"/>
                  </a:cubicBezTo>
                  <a:cubicBezTo>
                    <a:pt x="791" y="54"/>
                    <a:pt x="791" y="53"/>
                    <a:pt x="790" y="53"/>
                  </a:cubicBezTo>
                  <a:cubicBezTo>
                    <a:pt x="790" y="53"/>
                    <a:pt x="791" y="54"/>
                    <a:pt x="790" y="54"/>
                  </a:cubicBezTo>
                  <a:cubicBezTo>
                    <a:pt x="787" y="54"/>
                    <a:pt x="782" y="54"/>
                    <a:pt x="779" y="54"/>
                  </a:cubicBezTo>
                  <a:cubicBezTo>
                    <a:pt x="777" y="55"/>
                    <a:pt x="774" y="55"/>
                    <a:pt x="774" y="56"/>
                  </a:cubicBezTo>
                  <a:cubicBezTo>
                    <a:pt x="770" y="56"/>
                    <a:pt x="769" y="58"/>
                    <a:pt x="766" y="58"/>
                  </a:cubicBezTo>
                  <a:cubicBezTo>
                    <a:pt x="766" y="58"/>
                    <a:pt x="765" y="59"/>
                    <a:pt x="764" y="59"/>
                  </a:cubicBezTo>
                  <a:cubicBezTo>
                    <a:pt x="764" y="59"/>
                    <a:pt x="762" y="60"/>
                    <a:pt x="761" y="60"/>
                  </a:cubicBezTo>
                  <a:cubicBezTo>
                    <a:pt x="760" y="60"/>
                    <a:pt x="760" y="60"/>
                    <a:pt x="759" y="61"/>
                  </a:cubicBezTo>
                  <a:cubicBezTo>
                    <a:pt x="756" y="60"/>
                    <a:pt x="751" y="61"/>
                    <a:pt x="749" y="60"/>
                  </a:cubicBezTo>
                  <a:cubicBezTo>
                    <a:pt x="749" y="61"/>
                    <a:pt x="746" y="60"/>
                    <a:pt x="746" y="62"/>
                  </a:cubicBezTo>
                  <a:cubicBezTo>
                    <a:pt x="741" y="62"/>
                    <a:pt x="740" y="62"/>
                    <a:pt x="735" y="62"/>
                  </a:cubicBezTo>
                  <a:cubicBezTo>
                    <a:pt x="734" y="62"/>
                    <a:pt x="734" y="62"/>
                    <a:pt x="733" y="62"/>
                  </a:cubicBezTo>
                  <a:cubicBezTo>
                    <a:pt x="732" y="63"/>
                    <a:pt x="730" y="63"/>
                    <a:pt x="730" y="64"/>
                  </a:cubicBezTo>
                  <a:cubicBezTo>
                    <a:pt x="730" y="65"/>
                    <a:pt x="725" y="64"/>
                    <a:pt x="726" y="67"/>
                  </a:cubicBezTo>
                  <a:cubicBezTo>
                    <a:pt x="725" y="68"/>
                    <a:pt x="728" y="68"/>
                    <a:pt x="730" y="69"/>
                  </a:cubicBezTo>
                  <a:cubicBezTo>
                    <a:pt x="729" y="70"/>
                    <a:pt x="729" y="71"/>
                    <a:pt x="726" y="71"/>
                  </a:cubicBezTo>
                  <a:cubicBezTo>
                    <a:pt x="726" y="72"/>
                    <a:pt x="726" y="73"/>
                    <a:pt x="724" y="72"/>
                  </a:cubicBezTo>
                  <a:cubicBezTo>
                    <a:pt x="724" y="73"/>
                    <a:pt x="724" y="74"/>
                    <a:pt x="724" y="74"/>
                  </a:cubicBezTo>
                  <a:cubicBezTo>
                    <a:pt x="724" y="75"/>
                    <a:pt x="725" y="74"/>
                    <a:pt x="726" y="75"/>
                  </a:cubicBezTo>
                  <a:cubicBezTo>
                    <a:pt x="727" y="76"/>
                    <a:pt x="724" y="76"/>
                    <a:pt x="724" y="76"/>
                  </a:cubicBezTo>
                  <a:cubicBezTo>
                    <a:pt x="723" y="76"/>
                    <a:pt x="723" y="77"/>
                    <a:pt x="723" y="77"/>
                  </a:cubicBezTo>
                  <a:cubicBezTo>
                    <a:pt x="722" y="78"/>
                    <a:pt x="719" y="77"/>
                    <a:pt x="718" y="78"/>
                  </a:cubicBezTo>
                  <a:cubicBezTo>
                    <a:pt x="717" y="78"/>
                    <a:pt x="718" y="79"/>
                    <a:pt x="718" y="80"/>
                  </a:cubicBezTo>
                  <a:cubicBezTo>
                    <a:pt x="717" y="80"/>
                    <a:pt x="717" y="79"/>
                    <a:pt x="717" y="79"/>
                  </a:cubicBezTo>
                  <a:cubicBezTo>
                    <a:pt x="716" y="79"/>
                    <a:pt x="714" y="79"/>
                    <a:pt x="716" y="81"/>
                  </a:cubicBezTo>
                  <a:cubicBezTo>
                    <a:pt x="714" y="81"/>
                    <a:pt x="714" y="82"/>
                    <a:pt x="714" y="82"/>
                  </a:cubicBezTo>
                  <a:cubicBezTo>
                    <a:pt x="713" y="82"/>
                    <a:pt x="712" y="82"/>
                    <a:pt x="712" y="82"/>
                  </a:cubicBezTo>
                  <a:cubicBezTo>
                    <a:pt x="711" y="82"/>
                    <a:pt x="712" y="84"/>
                    <a:pt x="710" y="83"/>
                  </a:cubicBezTo>
                  <a:cubicBezTo>
                    <a:pt x="710" y="84"/>
                    <a:pt x="709" y="84"/>
                    <a:pt x="709" y="85"/>
                  </a:cubicBezTo>
                  <a:cubicBezTo>
                    <a:pt x="707" y="85"/>
                    <a:pt x="705" y="85"/>
                    <a:pt x="705" y="86"/>
                  </a:cubicBezTo>
                  <a:cubicBezTo>
                    <a:pt x="704" y="85"/>
                    <a:pt x="705" y="85"/>
                    <a:pt x="705" y="84"/>
                  </a:cubicBezTo>
                  <a:cubicBezTo>
                    <a:pt x="705" y="84"/>
                    <a:pt x="704" y="84"/>
                    <a:pt x="704" y="84"/>
                  </a:cubicBezTo>
                  <a:cubicBezTo>
                    <a:pt x="704" y="83"/>
                    <a:pt x="704" y="83"/>
                    <a:pt x="704" y="83"/>
                  </a:cubicBezTo>
                  <a:cubicBezTo>
                    <a:pt x="703" y="82"/>
                    <a:pt x="703" y="82"/>
                    <a:pt x="702" y="82"/>
                  </a:cubicBezTo>
                  <a:cubicBezTo>
                    <a:pt x="701" y="81"/>
                    <a:pt x="701" y="81"/>
                    <a:pt x="700" y="81"/>
                  </a:cubicBezTo>
                  <a:cubicBezTo>
                    <a:pt x="701" y="80"/>
                    <a:pt x="701" y="79"/>
                    <a:pt x="701" y="78"/>
                  </a:cubicBezTo>
                  <a:cubicBezTo>
                    <a:pt x="701" y="77"/>
                    <a:pt x="700" y="77"/>
                    <a:pt x="700" y="77"/>
                  </a:cubicBezTo>
                  <a:cubicBezTo>
                    <a:pt x="700" y="75"/>
                    <a:pt x="701" y="73"/>
                    <a:pt x="700" y="71"/>
                  </a:cubicBezTo>
                  <a:cubicBezTo>
                    <a:pt x="704" y="73"/>
                    <a:pt x="700" y="71"/>
                    <a:pt x="702" y="70"/>
                  </a:cubicBezTo>
                  <a:cubicBezTo>
                    <a:pt x="702" y="69"/>
                    <a:pt x="703" y="71"/>
                    <a:pt x="704" y="70"/>
                  </a:cubicBezTo>
                  <a:cubicBezTo>
                    <a:pt x="704" y="70"/>
                    <a:pt x="704" y="69"/>
                    <a:pt x="704" y="69"/>
                  </a:cubicBezTo>
                  <a:cubicBezTo>
                    <a:pt x="705" y="68"/>
                    <a:pt x="709" y="67"/>
                    <a:pt x="710" y="67"/>
                  </a:cubicBezTo>
                  <a:cubicBezTo>
                    <a:pt x="710" y="67"/>
                    <a:pt x="712" y="66"/>
                    <a:pt x="711" y="66"/>
                  </a:cubicBezTo>
                  <a:cubicBezTo>
                    <a:pt x="709" y="66"/>
                    <a:pt x="711" y="66"/>
                    <a:pt x="713" y="66"/>
                  </a:cubicBezTo>
                  <a:cubicBezTo>
                    <a:pt x="714" y="65"/>
                    <a:pt x="715" y="64"/>
                    <a:pt x="715" y="63"/>
                  </a:cubicBezTo>
                  <a:cubicBezTo>
                    <a:pt x="715" y="63"/>
                    <a:pt x="718" y="63"/>
                    <a:pt x="718" y="62"/>
                  </a:cubicBezTo>
                  <a:cubicBezTo>
                    <a:pt x="718" y="62"/>
                    <a:pt x="717" y="62"/>
                    <a:pt x="717" y="62"/>
                  </a:cubicBezTo>
                  <a:cubicBezTo>
                    <a:pt x="717" y="62"/>
                    <a:pt x="718" y="61"/>
                    <a:pt x="718" y="61"/>
                  </a:cubicBezTo>
                  <a:cubicBezTo>
                    <a:pt x="719" y="61"/>
                    <a:pt x="720" y="63"/>
                    <a:pt x="720" y="60"/>
                  </a:cubicBezTo>
                  <a:cubicBezTo>
                    <a:pt x="721" y="60"/>
                    <a:pt x="723" y="60"/>
                    <a:pt x="725" y="60"/>
                  </a:cubicBezTo>
                  <a:cubicBezTo>
                    <a:pt x="725" y="60"/>
                    <a:pt x="725" y="59"/>
                    <a:pt x="726" y="59"/>
                  </a:cubicBezTo>
                  <a:cubicBezTo>
                    <a:pt x="726" y="59"/>
                    <a:pt x="727" y="59"/>
                    <a:pt x="728" y="59"/>
                  </a:cubicBezTo>
                  <a:cubicBezTo>
                    <a:pt x="728" y="59"/>
                    <a:pt x="729" y="58"/>
                    <a:pt x="730" y="58"/>
                  </a:cubicBezTo>
                  <a:cubicBezTo>
                    <a:pt x="730" y="58"/>
                    <a:pt x="731" y="58"/>
                    <a:pt x="731" y="57"/>
                  </a:cubicBezTo>
                  <a:cubicBezTo>
                    <a:pt x="731" y="57"/>
                    <a:pt x="732" y="55"/>
                    <a:pt x="734" y="56"/>
                  </a:cubicBezTo>
                  <a:cubicBezTo>
                    <a:pt x="734" y="56"/>
                    <a:pt x="734" y="55"/>
                    <a:pt x="734" y="54"/>
                  </a:cubicBezTo>
                  <a:cubicBezTo>
                    <a:pt x="731" y="54"/>
                    <a:pt x="730" y="54"/>
                    <a:pt x="729" y="54"/>
                  </a:cubicBezTo>
                  <a:cubicBezTo>
                    <a:pt x="728" y="55"/>
                    <a:pt x="727" y="55"/>
                    <a:pt x="727" y="55"/>
                  </a:cubicBezTo>
                  <a:cubicBezTo>
                    <a:pt x="726" y="56"/>
                    <a:pt x="726" y="55"/>
                    <a:pt x="726" y="56"/>
                  </a:cubicBezTo>
                  <a:cubicBezTo>
                    <a:pt x="726" y="57"/>
                    <a:pt x="722" y="57"/>
                    <a:pt x="722" y="58"/>
                  </a:cubicBezTo>
                  <a:cubicBezTo>
                    <a:pt x="720" y="58"/>
                    <a:pt x="719" y="58"/>
                    <a:pt x="719" y="59"/>
                  </a:cubicBezTo>
                  <a:cubicBezTo>
                    <a:pt x="718" y="59"/>
                    <a:pt x="718" y="58"/>
                    <a:pt x="718" y="58"/>
                  </a:cubicBezTo>
                  <a:cubicBezTo>
                    <a:pt x="718" y="58"/>
                    <a:pt x="716" y="58"/>
                    <a:pt x="716" y="58"/>
                  </a:cubicBezTo>
                  <a:cubicBezTo>
                    <a:pt x="715" y="57"/>
                    <a:pt x="716" y="57"/>
                    <a:pt x="716" y="56"/>
                  </a:cubicBezTo>
                  <a:cubicBezTo>
                    <a:pt x="712" y="57"/>
                    <a:pt x="709" y="56"/>
                    <a:pt x="706" y="56"/>
                  </a:cubicBezTo>
                  <a:cubicBezTo>
                    <a:pt x="705" y="57"/>
                    <a:pt x="706" y="57"/>
                    <a:pt x="705" y="57"/>
                  </a:cubicBezTo>
                  <a:cubicBezTo>
                    <a:pt x="704" y="58"/>
                    <a:pt x="702" y="58"/>
                    <a:pt x="701" y="58"/>
                  </a:cubicBezTo>
                  <a:cubicBezTo>
                    <a:pt x="699" y="58"/>
                    <a:pt x="699" y="59"/>
                    <a:pt x="698" y="59"/>
                  </a:cubicBezTo>
                  <a:cubicBezTo>
                    <a:pt x="697" y="60"/>
                    <a:pt x="697" y="60"/>
                    <a:pt x="695" y="60"/>
                  </a:cubicBezTo>
                  <a:cubicBezTo>
                    <a:pt x="694" y="62"/>
                    <a:pt x="696" y="62"/>
                    <a:pt x="696" y="63"/>
                  </a:cubicBezTo>
                  <a:cubicBezTo>
                    <a:pt x="695" y="63"/>
                    <a:pt x="694" y="63"/>
                    <a:pt x="694" y="64"/>
                  </a:cubicBezTo>
                  <a:cubicBezTo>
                    <a:pt x="690" y="64"/>
                    <a:pt x="689" y="65"/>
                    <a:pt x="685" y="65"/>
                  </a:cubicBezTo>
                  <a:cubicBezTo>
                    <a:pt x="684" y="64"/>
                    <a:pt x="685" y="64"/>
                    <a:pt x="685" y="63"/>
                  </a:cubicBezTo>
                  <a:cubicBezTo>
                    <a:pt x="683" y="63"/>
                    <a:pt x="683" y="63"/>
                    <a:pt x="683" y="62"/>
                  </a:cubicBezTo>
                  <a:cubicBezTo>
                    <a:pt x="682" y="62"/>
                    <a:pt x="679" y="62"/>
                    <a:pt x="679" y="62"/>
                  </a:cubicBezTo>
                  <a:cubicBezTo>
                    <a:pt x="674" y="63"/>
                    <a:pt x="669" y="64"/>
                    <a:pt x="662" y="64"/>
                  </a:cubicBezTo>
                  <a:cubicBezTo>
                    <a:pt x="662" y="63"/>
                    <a:pt x="659" y="64"/>
                    <a:pt x="660" y="62"/>
                  </a:cubicBezTo>
                  <a:cubicBezTo>
                    <a:pt x="659" y="62"/>
                    <a:pt x="658" y="62"/>
                    <a:pt x="656" y="62"/>
                  </a:cubicBezTo>
                  <a:cubicBezTo>
                    <a:pt x="652" y="63"/>
                    <a:pt x="649" y="63"/>
                    <a:pt x="646" y="64"/>
                  </a:cubicBezTo>
                  <a:cubicBezTo>
                    <a:pt x="643" y="65"/>
                    <a:pt x="641" y="66"/>
                    <a:pt x="638" y="67"/>
                  </a:cubicBezTo>
                  <a:cubicBezTo>
                    <a:pt x="638" y="68"/>
                    <a:pt x="637" y="68"/>
                    <a:pt x="636" y="68"/>
                  </a:cubicBezTo>
                  <a:cubicBezTo>
                    <a:pt x="636" y="69"/>
                    <a:pt x="634" y="69"/>
                    <a:pt x="635" y="70"/>
                  </a:cubicBezTo>
                  <a:cubicBezTo>
                    <a:pt x="633" y="70"/>
                    <a:pt x="631" y="72"/>
                    <a:pt x="630" y="72"/>
                  </a:cubicBezTo>
                  <a:cubicBezTo>
                    <a:pt x="628" y="71"/>
                    <a:pt x="629" y="72"/>
                    <a:pt x="627" y="72"/>
                  </a:cubicBezTo>
                  <a:cubicBezTo>
                    <a:pt x="625" y="72"/>
                    <a:pt x="625" y="73"/>
                    <a:pt x="625" y="73"/>
                  </a:cubicBezTo>
                  <a:cubicBezTo>
                    <a:pt x="620" y="73"/>
                    <a:pt x="622" y="75"/>
                    <a:pt x="618" y="75"/>
                  </a:cubicBezTo>
                  <a:cubicBezTo>
                    <a:pt x="618" y="75"/>
                    <a:pt x="621" y="77"/>
                    <a:pt x="622" y="76"/>
                  </a:cubicBezTo>
                  <a:cubicBezTo>
                    <a:pt x="623" y="76"/>
                    <a:pt x="623" y="78"/>
                    <a:pt x="623" y="78"/>
                  </a:cubicBezTo>
                  <a:cubicBezTo>
                    <a:pt x="624" y="78"/>
                    <a:pt x="625" y="79"/>
                    <a:pt x="626" y="79"/>
                  </a:cubicBezTo>
                  <a:cubicBezTo>
                    <a:pt x="627" y="79"/>
                    <a:pt x="628" y="78"/>
                    <a:pt x="630" y="78"/>
                  </a:cubicBezTo>
                  <a:cubicBezTo>
                    <a:pt x="630" y="78"/>
                    <a:pt x="631" y="79"/>
                    <a:pt x="631" y="79"/>
                  </a:cubicBezTo>
                  <a:cubicBezTo>
                    <a:pt x="632" y="79"/>
                    <a:pt x="633" y="77"/>
                    <a:pt x="634" y="78"/>
                  </a:cubicBezTo>
                  <a:cubicBezTo>
                    <a:pt x="635" y="78"/>
                    <a:pt x="634" y="78"/>
                    <a:pt x="635" y="77"/>
                  </a:cubicBezTo>
                  <a:cubicBezTo>
                    <a:pt x="636" y="78"/>
                    <a:pt x="636" y="81"/>
                    <a:pt x="639" y="79"/>
                  </a:cubicBezTo>
                  <a:cubicBezTo>
                    <a:pt x="641" y="79"/>
                    <a:pt x="638" y="81"/>
                    <a:pt x="642" y="81"/>
                  </a:cubicBezTo>
                  <a:cubicBezTo>
                    <a:pt x="642" y="81"/>
                    <a:pt x="640" y="81"/>
                    <a:pt x="640" y="81"/>
                  </a:cubicBezTo>
                  <a:cubicBezTo>
                    <a:pt x="639" y="81"/>
                    <a:pt x="641" y="82"/>
                    <a:pt x="641" y="83"/>
                  </a:cubicBezTo>
                  <a:cubicBezTo>
                    <a:pt x="640" y="83"/>
                    <a:pt x="640" y="83"/>
                    <a:pt x="640" y="84"/>
                  </a:cubicBezTo>
                  <a:cubicBezTo>
                    <a:pt x="640" y="84"/>
                    <a:pt x="639" y="84"/>
                    <a:pt x="639" y="85"/>
                  </a:cubicBezTo>
                  <a:cubicBezTo>
                    <a:pt x="638" y="86"/>
                    <a:pt x="640" y="89"/>
                    <a:pt x="637" y="87"/>
                  </a:cubicBezTo>
                  <a:cubicBezTo>
                    <a:pt x="637" y="92"/>
                    <a:pt x="633" y="94"/>
                    <a:pt x="632" y="97"/>
                  </a:cubicBezTo>
                  <a:cubicBezTo>
                    <a:pt x="630" y="97"/>
                    <a:pt x="630" y="97"/>
                    <a:pt x="629" y="97"/>
                  </a:cubicBezTo>
                  <a:cubicBezTo>
                    <a:pt x="628" y="97"/>
                    <a:pt x="629" y="98"/>
                    <a:pt x="629" y="98"/>
                  </a:cubicBezTo>
                  <a:cubicBezTo>
                    <a:pt x="628" y="99"/>
                    <a:pt x="627" y="98"/>
                    <a:pt x="626" y="99"/>
                  </a:cubicBezTo>
                  <a:cubicBezTo>
                    <a:pt x="625" y="99"/>
                    <a:pt x="626" y="99"/>
                    <a:pt x="626" y="100"/>
                  </a:cubicBezTo>
                  <a:cubicBezTo>
                    <a:pt x="625" y="100"/>
                    <a:pt x="624" y="99"/>
                    <a:pt x="624" y="100"/>
                  </a:cubicBezTo>
                  <a:cubicBezTo>
                    <a:pt x="623" y="100"/>
                    <a:pt x="625" y="100"/>
                    <a:pt x="625" y="100"/>
                  </a:cubicBezTo>
                  <a:cubicBezTo>
                    <a:pt x="624" y="101"/>
                    <a:pt x="623" y="101"/>
                    <a:pt x="622" y="101"/>
                  </a:cubicBezTo>
                  <a:cubicBezTo>
                    <a:pt x="621" y="101"/>
                    <a:pt x="621" y="102"/>
                    <a:pt x="621" y="103"/>
                  </a:cubicBezTo>
                  <a:cubicBezTo>
                    <a:pt x="620" y="103"/>
                    <a:pt x="619" y="103"/>
                    <a:pt x="618" y="103"/>
                  </a:cubicBezTo>
                  <a:cubicBezTo>
                    <a:pt x="617" y="103"/>
                    <a:pt x="618" y="104"/>
                    <a:pt x="617" y="105"/>
                  </a:cubicBezTo>
                  <a:cubicBezTo>
                    <a:pt x="617" y="105"/>
                    <a:pt x="615" y="104"/>
                    <a:pt x="615" y="105"/>
                  </a:cubicBezTo>
                  <a:cubicBezTo>
                    <a:pt x="615" y="105"/>
                    <a:pt x="615" y="106"/>
                    <a:pt x="614" y="105"/>
                  </a:cubicBezTo>
                  <a:cubicBezTo>
                    <a:pt x="613" y="105"/>
                    <a:pt x="612" y="105"/>
                    <a:pt x="612" y="106"/>
                  </a:cubicBezTo>
                  <a:cubicBezTo>
                    <a:pt x="607" y="107"/>
                    <a:pt x="607" y="107"/>
                    <a:pt x="602" y="106"/>
                  </a:cubicBezTo>
                  <a:cubicBezTo>
                    <a:pt x="602" y="107"/>
                    <a:pt x="598" y="108"/>
                    <a:pt x="600" y="108"/>
                  </a:cubicBezTo>
                  <a:cubicBezTo>
                    <a:pt x="601" y="109"/>
                    <a:pt x="593" y="108"/>
                    <a:pt x="597" y="109"/>
                  </a:cubicBezTo>
                  <a:cubicBezTo>
                    <a:pt x="597" y="109"/>
                    <a:pt x="595" y="109"/>
                    <a:pt x="595" y="109"/>
                  </a:cubicBezTo>
                  <a:cubicBezTo>
                    <a:pt x="592" y="110"/>
                    <a:pt x="594" y="111"/>
                    <a:pt x="594" y="113"/>
                  </a:cubicBezTo>
                  <a:cubicBezTo>
                    <a:pt x="591" y="113"/>
                    <a:pt x="592" y="113"/>
                    <a:pt x="589" y="113"/>
                  </a:cubicBezTo>
                  <a:cubicBezTo>
                    <a:pt x="590" y="113"/>
                    <a:pt x="590" y="114"/>
                    <a:pt x="588" y="114"/>
                  </a:cubicBezTo>
                  <a:cubicBezTo>
                    <a:pt x="588" y="115"/>
                    <a:pt x="589" y="119"/>
                    <a:pt x="590" y="118"/>
                  </a:cubicBezTo>
                  <a:cubicBezTo>
                    <a:pt x="592" y="118"/>
                    <a:pt x="590" y="121"/>
                    <a:pt x="593" y="122"/>
                  </a:cubicBezTo>
                  <a:cubicBezTo>
                    <a:pt x="595" y="122"/>
                    <a:pt x="592" y="123"/>
                    <a:pt x="595" y="123"/>
                  </a:cubicBezTo>
                  <a:cubicBezTo>
                    <a:pt x="595" y="124"/>
                    <a:pt x="594" y="124"/>
                    <a:pt x="594" y="124"/>
                  </a:cubicBezTo>
                  <a:cubicBezTo>
                    <a:pt x="593" y="125"/>
                    <a:pt x="592" y="124"/>
                    <a:pt x="592" y="124"/>
                  </a:cubicBezTo>
                  <a:cubicBezTo>
                    <a:pt x="591" y="124"/>
                    <a:pt x="592" y="125"/>
                    <a:pt x="591" y="125"/>
                  </a:cubicBezTo>
                  <a:cubicBezTo>
                    <a:pt x="590" y="125"/>
                    <a:pt x="589" y="125"/>
                    <a:pt x="588" y="125"/>
                  </a:cubicBezTo>
                  <a:cubicBezTo>
                    <a:pt x="586" y="125"/>
                    <a:pt x="583" y="126"/>
                    <a:pt x="581" y="125"/>
                  </a:cubicBezTo>
                  <a:cubicBezTo>
                    <a:pt x="581" y="124"/>
                    <a:pt x="582" y="124"/>
                    <a:pt x="582" y="123"/>
                  </a:cubicBezTo>
                  <a:cubicBezTo>
                    <a:pt x="582" y="122"/>
                    <a:pt x="581" y="121"/>
                    <a:pt x="583" y="121"/>
                  </a:cubicBezTo>
                  <a:cubicBezTo>
                    <a:pt x="583" y="120"/>
                    <a:pt x="580" y="120"/>
                    <a:pt x="581" y="119"/>
                  </a:cubicBezTo>
                  <a:cubicBezTo>
                    <a:pt x="579" y="118"/>
                    <a:pt x="577" y="119"/>
                    <a:pt x="575" y="118"/>
                  </a:cubicBezTo>
                  <a:cubicBezTo>
                    <a:pt x="574" y="116"/>
                    <a:pt x="579" y="117"/>
                    <a:pt x="577" y="115"/>
                  </a:cubicBezTo>
                  <a:cubicBezTo>
                    <a:pt x="577" y="115"/>
                    <a:pt x="576" y="115"/>
                    <a:pt x="576" y="115"/>
                  </a:cubicBezTo>
                  <a:cubicBezTo>
                    <a:pt x="575" y="115"/>
                    <a:pt x="575" y="115"/>
                    <a:pt x="574" y="114"/>
                  </a:cubicBezTo>
                  <a:cubicBezTo>
                    <a:pt x="574" y="114"/>
                    <a:pt x="573" y="114"/>
                    <a:pt x="572" y="113"/>
                  </a:cubicBezTo>
                  <a:cubicBezTo>
                    <a:pt x="571" y="113"/>
                    <a:pt x="571" y="114"/>
                    <a:pt x="569" y="114"/>
                  </a:cubicBezTo>
                  <a:cubicBezTo>
                    <a:pt x="568" y="114"/>
                    <a:pt x="569" y="114"/>
                    <a:pt x="569" y="114"/>
                  </a:cubicBezTo>
                  <a:cubicBezTo>
                    <a:pt x="569" y="116"/>
                    <a:pt x="567" y="113"/>
                    <a:pt x="567" y="115"/>
                  </a:cubicBezTo>
                  <a:cubicBezTo>
                    <a:pt x="565" y="114"/>
                    <a:pt x="565" y="116"/>
                    <a:pt x="561" y="115"/>
                  </a:cubicBezTo>
                  <a:cubicBezTo>
                    <a:pt x="564" y="114"/>
                    <a:pt x="561" y="113"/>
                    <a:pt x="564" y="112"/>
                  </a:cubicBezTo>
                  <a:cubicBezTo>
                    <a:pt x="566" y="112"/>
                    <a:pt x="559" y="112"/>
                    <a:pt x="559" y="113"/>
                  </a:cubicBezTo>
                  <a:cubicBezTo>
                    <a:pt x="559" y="114"/>
                    <a:pt x="558" y="112"/>
                    <a:pt x="558" y="112"/>
                  </a:cubicBezTo>
                  <a:cubicBezTo>
                    <a:pt x="556" y="112"/>
                    <a:pt x="557" y="114"/>
                    <a:pt x="555" y="114"/>
                  </a:cubicBezTo>
                  <a:cubicBezTo>
                    <a:pt x="555" y="114"/>
                    <a:pt x="553" y="114"/>
                    <a:pt x="552" y="115"/>
                  </a:cubicBezTo>
                  <a:cubicBezTo>
                    <a:pt x="552" y="115"/>
                    <a:pt x="551" y="115"/>
                    <a:pt x="551" y="116"/>
                  </a:cubicBezTo>
                  <a:cubicBezTo>
                    <a:pt x="547" y="115"/>
                    <a:pt x="548" y="115"/>
                    <a:pt x="544" y="116"/>
                  </a:cubicBezTo>
                  <a:cubicBezTo>
                    <a:pt x="545" y="116"/>
                    <a:pt x="545" y="117"/>
                    <a:pt x="545" y="117"/>
                  </a:cubicBezTo>
                  <a:cubicBezTo>
                    <a:pt x="546" y="117"/>
                    <a:pt x="548" y="117"/>
                    <a:pt x="548" y="117"/>
                  </a:cubicBezTo>
                  <a:cubicBezTo>
                    <a:pt x="549" y="117"/>
                    <a:pt x="548" y="118"/>
                    <a:pt x="548" y="118"/>
                  </a:cubicBezTo>
                  <a:cubicBezTo>
                    <a:pt x="549" y="118"/>
                    <a:pt x="551" y="118"/>
                    <a:pt x="551" y="118"/>
                  </a:cubicBezTo>
                  <a:cubicBezTo>
                    <a:pt x="552" y="118"/>
                    <a:pt x="551" y="119"/>
                    <a:pt x="551" y="119"/>
                  </a:cubicBezTo>
                  <a:cubicBezTo>
                    <a:pt x="552" y="119"/>
                    <a:pt x="554" y="119"/>
                    <a:pt x="554" y="120"/>
                  </a:cubicBezTo>
                  <a:cubicBezTo>
                    <a:pt x="555" y="119"/>
                    <a:pt x="555" y="119"/>
                    <a:pt x="556" y="119"/>
                  </a:cubicBezTo>
                  <a:cubicBezTo>
                    <a:pt x="560" y="118"/>
                    <a:pt x="563" y="119"/>
                    <a:pt x="563" y="121"/>
                  </a:cubicBezTo>
                  <a:cubicBezTo>
                    <a:pt x="562" y="121"/>
                    <a:pt x="560" y="121"/>
                    <a:pt x="558" y="121"/>
                  </a:cubicBezTo>
                  <a:cubicBezTo>
                    <a:pt x="558" y="121"/>
                    <a:pt x="557" y="122"/>
                    <a:pt x="557" y="123"/>
                  </a:cubicBezTo>
                  <a:cubicBezTo>
                    <a:pt x="556" y="123"/>
                    <a:pt x="555" y="123"/>
                    <a:pt x="556" y="123"/>
                  </a:cubicBezTo>
                  <a:cubicBezTo>
                    <a:pt x="556" y="124"/>
                    <a:pt x="554" y="124"/>
                    <a:pt x="552" y="124"/>
                  </a:cubicBezTo>
                  <a:cubicBezTo>
                    <a:pt x="554" y="126"/>
                    <a:pt x="557" y="126"/>
                    <a:pt x="557" y="129"/>
                  </a:cubicBezTo>
                  <a:cubicBezTo>
                    <a:pt x="560" y="127"/>
                    <a:pt x="558" y="128"/>
                    <a:pt x="560" y="129"/>
                  </a:cubicBezTo>
                  <a:cubicBezTo>
                    <a:pt x="560" y="131"/>
                    <a:pt x="561" y="134"/>
                    <a:pt x="559" y="135"/>
                  </a:cubicBezTo>
                  <a:cubicBezTo>
                    <a:pt x="561" y="136"/>
                    <a:pt x="562" y="137"/>
                    <a:pt x="561" y="139"/>
                  </a:cubicBezTo>
                  <a:cubicBezTo>
                    <a:pt x="558" y="138"/>
                    <a:pt x="560" y="142"/>
                    <a:pt x="558" y="141"/>
                  </a:cubicBezTo>
                  <a:cubicBezTo>
                    <a:pt x="557" y="140"/>
                    <a:pt x="558" y="141"/>
                    <a:pt x="557" y="141"/>
                  </a:cubicBezTo>
                  <a:cubicBezTo>
                    <a:pt x="557" y="142"/>
                    <a:pt x="555" y="142"/>
                    <a:pt x="555" y="143"/>
                  </a:cubicBezTo>
                  <a:cubicBezTo>
                    <a:pt x="552" y="143"/>
                    <a:pt x="555" y="145"/>
                    <a:pt x="551" y="144"/>
                  </a:cubicBezTo>
                  <a:cubicBezTo>
                    <a:pt x="554" y="146"/>
                    <a:pt x="547" y="146"/>
                    <a:pt x="548" y="147"/>
                  </a:cubicBezTo>
                  <a:cubicBezTo>
                    <a:pt x="550" y="148"/>
                    <a:pt x="548" y="147"/>
                    <a:pt x="546" y="148"/>
                  </a:cubicBezTo>
                  <a:cubicBezTo>
                    <a:pt x="546" y="148"/>
                    <a:pt x="546" y="149"/>
                    <a:pt x="545" y="149"/>
                  </a:cubicBezTo>
                  <a:cubicBezTo>
                    <a:pt x="545" y="149"/>
                    <a:pt x="544" y="149"/>
                    <a:pt x="543" y="149"/>
                  </a:cubicBezTo>
                  <a:cubicBezTo>
                    <a:pt x="543" y="149"/>
                    <a:pt x="544" y="150"/>
                    <a:pt x="543" y="150"/>
                  </a:cubicBezTo>
                  <a:cubicBezTo>
                    <a:pt x="543" y="151"/>
                    <a:pt x="540" y="150"/>
                    <a:pt x="541" y="151"/>
                  </a:cubicBezTo>
                  <a:cubicBezTo>
                    <a:pt x="534" y="151"/>
                    <a:pt x="535" y="152"/>
                    <a:pt x="529" y="151"/>
                  </a:cubicBezTo>
                  <a:cubicBezTo>
                    <a:pt x="527" y="151"/>
                    <a:pt x="528" y="152"/>
                    <a:pt x="528" y="153"/>
                  </a:cubicBezTo>
                  <a:cubicBezTo>
                    <a:pt x="525" y="152"/>
                    <a:pt x="522" y="154"/>
                    <a:pt x="522" y="154"/>
                  </a:cubicBezTo>
                  <a:cubicBezTo>
                    <a:pt x="520" y="153"/>
                    <a:pt x="521" y="154"/>
                    <a:pt x="518" y="154"/>
                  </a:cubicBezTo>
                  <a:cubicBezTo>
                    <a:pt x="516" y="154"/>
                    <a:pt x="519" y="155"/>
                    <a:pt x="517" y="155"/>
                  </a:cubicBezTo>
                  <a:cubicBezTo>
                    <a:pt x="515" y="156"/>
                    <a:pt x="513" y="154"/>
                    <a:pt x="511" y="154"/>
                  </a:cubicBezTo>
                  <a:cubicBezTo>
                    <a:pt x="508" y="154"/>
                    <a:pt x="507" y="155"/>
                    <a:pt x="505" y="155"/>
                  </a:cubicBezTo>
                  <a:cubicBezTo>
                    <a:pt x="504" y="155"/>
                    <a:pt x="503" y="156"/>
                    <a:pt x="503" y="156"/>
                  </a:cubicBezTo>
                  <a:cubicBezTo>
                    <a:pt x="500" y="156"/>
                    <a:pt x="500" y="157"/>
                    <a:pt x="498" y="157"/>
                  </a:cubicBezTo>
                  <a:cubicBezTo>
                    <a:pt x="497" y="159"/>
                    <a:pt x="500" y="158"/>
                    <a:pt x="500" y="159"/>
                  </a:cubicBezTo>
                  <a:cubicBezTo>
                    <a:pt x="500" y="160"/>
                    <a:pt x="500" y="160"/>
                    <a:pt x="501" y="160"/>
                  </a:cubicBezTo>
                  <a:cubicBezTo>
                    <a:pt x="502" y="160"/>
                    <a:pt x="501" y="161"/>
                    <a:pt x="502" y="161"/>
                  </a:cubicBezTo>
                  <a:cubicBezTo>
                    <a:pt x="503" y="162"/>
                    <a:pt x="504" y="161"/>
                    <a:pt x="505" y="162"/>
                  </a:cubicBezTo>
                  <a:cubicBezTo>
                    <a:pt x="505" y="162"/>
                    <a:pt x="505" y="163"/>
                    <a:pt x="505" y="163"/>
                  </a:cubicBezTo>
                  <a:cubicBezTo>
                    <a:pt x="505" y="163"/>
                    <a:pt x="507" y="163"/>
                    <a:pt x="507" y="163"/>
                  </a:cubicBezTo>
                  <a:cubicBezTo>
                    <a:pt x="508" y="163"/>
                    <a:pt x="508" y="164"/>
                    <a:pt x="509" y="165"/>
                  </a:cubicBezTo>
                  <a:cubicBezTo>
                    <a:pt x="510" y="166"/>
                    <a:pt x="512" y="167"/>
                    <a:pt x="512" y="167"/>
                  </a:cubicBezTo>
                  <a:cubicBezTo>
                    <a:pt x="512" y="167"/>
                    <a:pt x="512" y="168"/>
                    <a:pt x="512" y="169"/>
                  </a:cubicBezTo>
                  <a:cubicBezTo>
                    <a:pt x="512" y="169"/>
                    <a:pt x="513" y="170"/>
                    <a:pt x="513" y="171"/>
                  </a:cubicBezTo>
                  <a:cubicBezTo>
                    <a:pt x="513" y="171"/>
                    <a:pt x="512" y="171"/>
                    <a:pt x="512" y="172"/>
                  </a:cubicBezTo>
                  <a:cubicBezTo>
                    <a:pt x="511" y="173"/>
                    <a:pt x="512" y="174"/>
                    <a:pt x="510" y="173"/>
                  </a:cubicBezTo>
                  <a:cubicBezTo>
                    <a:pt x="511" y="175"/>
                    <a:pt x="507" y="174"/>
                    <a:pt x="508" y="175"/>
                  </a:cubicBezTo>
                  <a:cubicBezTo>
                    <a:pt x="504" y="175"/>
                    <a:pt x="505" y="176"/>
                    <a:pt x="502" y="176"/>
                  </a:cubicBezTo>
                  <a:cubicBezTo>
                    <a:pt x="501" y="176"/>
                    <a:pt x="501" y="177"/>
                    <a:pt x="501" y="177"/>
                  </a:cubicBezTo>
                  <a:cubicBezTo>
                    <a:pt x="501" y="177"/>
                    <a:pt x="498" y="177"/>
                    <a:pt x="499" y="178"/>
                  </a:cubicBezTo>
                  <a:cubicBezTo>
                    <a:pt x="500" y="178"/>
                    <a:pt x="500" y="178"/>
                    <a:pt x="499" y="178"/>
                  </a:cubicBezTo>
                  <a:cubicBezTo>
                    <a:pt x="498" y="179"/>
                    <a:pt x="498" y="179"/>
                    <a:pt x="496" y="179"/>
                  </a:cubicBezTo>
                  <a:cubicBezTo>
                    <a:pt x="497" y="177"/>
                    <a:pt x="494" y="179"/>
                    <a:pt x="494" y="178"/>
                  </a:cubicBezTo>
                  <a:cubicBezTo>
                    <a:pt x="494" y="177"/>
                    <a:pt x="493" y="176"/>
                    <a:pt x="492" y="176"/>
                  </a:cubicBezTo>
                  <a:cubicBezTo>
                    <a:pt x="492" y="176"/>
                    <a:pt x="490" y="176"/>
                    <a:pt x="490" y="176"/>
                  </a:cubicBezTo>
                  <a:cubicBezTo>
                    <a:pt x="490" y="176"/>
                    <a:pt x="490" y="175"/>
                    <a:pt x="490" y="175"/>
                  </a:cubicBezTo>
                  <a:cubicBezTo>
                    <a:pt x="489" y="175"/>
                    <a:pt x="487" y="175"/>
                    <a:pt x="486" y="174"/>
                  </a:cubicBezTo>
                  <a:cubicBezTo>
                    <a:pt x="486" y="174"/>
                    <a:pt x="486" y="174"/>
                    <a:pt x="486" y="173"/>
                  </a:cubicBezTo>
                  <a:cubicBezTo>
                    <a:pt x="485" y="173"/>
                    <a:pt x="484" y="174"/>
                    <a:pt x="483" y="173"/>
                  </a:cubicBezTo>
                  <a:cubicBezTo>
                    <a:pt x="482" y="173"/>
                    <a:pt x="483" y="172"/>
                    <a:pt x="482" y="172"/>
                  </a:cubicBezTo>
                  <a:cubicBezTo>
                    <a:pt x="481" y="172"/>
                    <a:pt x="481" y="172"/>
                    <a:pt x="481" y="173"/>
                  </a:cubicBezTo>
                  <a:cubicBezTo>
                    <a:pt x="479" y="172"/>
                    <a:pt x="480" y="172"/>
                    <a:pt x="478" y="171"/>
                  </a:cubicBezTo>
                  <a:cubicBezTo>
                    <a:pt x="475" y="170"/>
                    <a:pt x="476" y="172"/>
                    <a:pt x="475" y="173"/>
                  </a:cubicBezTo>
                  <a:cubicBezTo>
                    <a:pt x="475" y="173"/>
                    <a:pt x="473" y="173"/>
                    <a:pt x="473" y="173"/>
                  </a:cubicBezTo>
                  <a:cubicBezTo>
                    <a:pt x="473" y="174"/>
                    <a:pt x="474" y="176"/>
                    <a:pt x="472" y="176"/>
                  </a:cubicBezTo>
                  <a:cubicBezTo>
                    <a:pt x="473" y="177"/>
                    <a:pt x="473" y="177"/>
                    <a:pt x="473" y="178"/>
                  </a:cubicBezTo>
                  <a:cubicBezTo>
                    <a:pt x="474" y="178"/>
                    <a:pt x="475" y="179"/>
                    <a:pt x="475" y="178"/>
                  </a:cubicBezTo>
                  <a:cubicBezTo>
                    <a:pt x="478" y="179"/>
                    <a:pt x="476" y="180"/>
                    <a:pt x="476" y="182"/>
                  </a:cubicBezTo>
                  <a:cubicBezTo>
                    <a:pt x="476" y="182"/>
                    <a:pt x="477" y="182"/>
                    <a:pt x="477" y="183"/>
                  </a:cubicBezTo>
                  <a:cubicBezTo>
                    <a:pt x="478" y="183"/>
                    <a:pt x="479" y="184"/>
                    <a:pt x="479" y="184"/>
                  </a:cubicBezTo>
                  <a:cubicBezTo>
                    <a:pt x="481" y="184"/>
                    <a:pt x="482" y="185"/>
                    <a:pt x="484" y="185"/>
                  </a:cubicBezTo>
                  <a:cubicBezTo>
                    <a:pt x="485" y="185"/>
                    <a:pt x="484" y="186"/>
                    <a:pt x="485" y="186"/>
                  </a:cubicBezTo>
                  <a:cubicBezTo>
                    <a:pt x="486" y="186"/>
                    <a:pt x="486" y="186"/>
                    <a:pt x="486" y="187"/>
                  </a:cubicBezTo>
                  <a:cubicBezTo>
                    <a:pt x="486" y="187"/>
                    <a:pt x="488" y="187"/>
                    <a:pt x="488" y="187"/>
                  </a:cubicBezTo>
                  <a:cubicBezTo>
                    <a:pt x="489" y="188"/>
                    <a:pt x="488" y="189"/>
                    <a:pt x="488" y="189"/>
                  </a:cubicBezTo>
                  <a:cubicBezTo>
                    <a:pt x="488" y="189"/>
                    <a:pt x="490" y="190"/>
                    <a:pt x="490" y="190"/>
                  </a:cubicBezTo>
                  <a:cubicBezTo>
                    <a:pt x="490" y="190"/>
                    <a:pt x="488" y="192"/>
                    <a:pt x="491" y="192"/>
                  </a:cubicBezTo>
                  <a:cubicBezTo>
                    <a:pt x="491" y="193"/>
                    <a:pt x="489" y="193"/>
                    <a:pt x="487" y="192"/>
                  </a:cubicBezTo>
                  <a:cubicBezTo>
                    <a:pt x="486" y="192"/>
                    <a:pt x="483" y="192"/>
                    <a:pt x="482" y="192"/>
                  </a:cubicBezTo>
                  <a:cubicBezTo>
                    <a:pt x="482" y="192"/>
                    <a:pt x="483" y="190"/>
                    <a:pt x="481" y="191"/>
                  </a:cubicBezTo>
                  <a:cubicBezTo>
                    <a:pt x="479" y="191"/>
                    <a:pt x="480" y="190"/>
                    <a:pt x="479" y="189"/>
                  </a:cubicBezTo>
                  <a:cubicBezTo>
                    <a:pt x="479" y="188"/>
                    <a:pt x="477" y="188"/>
                    <a:pt x="476" y="188"/>
                  </a:cubicBezTo>
                  <a:cubicBezTo>
                    <a:pt x="476" y="187"/>
                    <a:pt x="476" y="186"/>
                    <a:pt x="477" y="186"/>
                  </a:cubicBezTo>
                  <a:cubicBezTo>
                    <a:pt x="475" y="185"/>
                    <a:pt x="475" y="184"/>
                    <a:pt x="472" y="183"/>
                  </a:cubicBezTo>
                  <a:cubicBezTo>
                    <a:pt x="472" y="182"/>
                    <a:pt x="471" y="182"/>
                    <a:pt x="472" y="182"/>
                  </a:cubicBezTo>
                  <a:cubicBezTo>
                    <a:pt x="471" y="181"/>
                    <a:pt x="470" y="181"/>
                    <a:pt x="469" y="181"/>
                  </a:cubicBezTo>
                  <a:cubicBezTo>
                    <a:pt x="469" y="180"/>
                    <a:pt x="469" y="179"/>
                    <a:pt x="468" y="179"/>
                  </a:cubicBezTo>
                  <a:cubicBezTo>
                    <a:pt x="468" y="178"/>
                    <a:pt x="469" y="178"/>
                    <a:pt x="469" y="177"/>
                  </a:cubicBezTo>
                  <a:cubicBezTo>
                    <a:pt x="469" y="177"/>
                    <a:pt x="468" y="176"/>
                    <a:pt x="467" y="176"/>
                  </a:cubicBezTo>
                  <a:cubicBezTo>
                    <a:pt x="468" y="175"/>
                    <a:pt x="468" y="175"/>
                    <a:pt x="467" y="175"/>
                  </a:cubicBezTo>
                  <a:cubicBezTo>
                    <a:pt x="468" y="174"/>
                    <a:pt x="470" y="175"/>
                    <a:pt x="471" y="174"/>
                  </a:cubicBezTo>
                  <a:cubicBezTo>
                    <a:pt x="471" y="174"/>
                    <a:pt x="470" y="174"/>
                    <a:pt x="470" y="173"/>
                  </a:cubicBezTo>
                  <a:cubicBezTo>
                    <a:pt x="470" y="173"/>
                    <a:pt x="471" y="173"/>
                    <a:pt x="471" y="173"/>
                  </a:cubicBezTo>
                  <a:cubicBezTo>
                    <a:pt x="471" y="172"/>
                    <a:pt x="470" y="171"/>
                    <a:pt x="469" y="170"/>
                  </a:cubicBezTo>
                  <a:cubicBezTo>
                    <a:pt x="469" y="169"/>
                    <a:pt x="470" y="168"/>
                    <a:pt x="469" y="167"/>
                  </a:cubicBezTo>
                  <a:cubicBezTo>
                    <a:pt x="469" y="167"/>
                    <a:pt x="468" y="167"/>
                    <a:pt x="467" y="166"/>
                  </a:cubicBezTo>
                  <a:cubicBezTo>
                    <a:pt x="467" y="166"/>
                    <a:pt x="467" y="165"/>
                    <a:pt x="466" y="165"/>
                  </a:cubicBezTo>
                  <a:cubicBezTo>
                    <a:pt x="465" y="164"/>
                    <a:pt x="464" y="163"/>
                    <a:pt x="463" y="163"/>
                  </a:cubicBezTo>
                  <a:cubicBezTo>
                    <a:pt x="460" y="162"/>
                    <a:pt x="462" y="165"/>
                    <a:pt x="459" y="163"/>
                  </a:cubicBezTo>
                  <a:cubicBezTo>
                    <a:pt x="458" y="163"/>
                    <a:pt x="459" y="164"/>
                    <a:pt x="458" y="165"/>
                  </a:cubicBezTo>
                  <a:cubicBezTo>
                    <a:pt x="458" y="165"/>
                    <a:pt x="457" y="165"/>
                    <a:pt x="456" y="165"/>
                  </a:cubicBezTo>
                  <a:cubicBezTo>
                    <a:pt x="456" y="165"/>
                    <a:pt x="457" y="166"/>
                    <a:pt x="455" y="166"/>
                  </a:cubicBezTo>
                  <a:cubicBezTo>
                    <a:pt x="453" y="166"/>
                    <a:pt x="453" y="165"/>
                    <a:pt x="452" y="164"/>
                  </a:cubicBezTo>
                  <a:cubicBezTo>
                    <a:pt x="452" y="164"/>
                    <a:pt x="451" y="164"/>
                    <a:pt x="451" y="164"/>
                  </a:cubicBezTo>
                  <a:cubicBezTo>
                    <a:pt x="451" y="163"/>
                    <a:pt x="452" y="163"/>
                    <a:pt x="452" y="163"/>
                  </a:cubicBezTo>
                  <a:cubicBezTo>
                    <a:pt x="452" y="162"/>
                    <a:pt x="450" y="160"/>
                    <a:pt x="452" y="159"/>
                  </a:cubicBezTo>
                  <a:cubicBezTo>
                    <a:pt x="451" y="159"/>
                    <a:pt x="450" y="158"/>
                    <a:pt x="450" y="156"/>
                  </a:cubicBezTo>
                  <a:cubicBezTo>
                    <a:pt x="449" y="156"/>
                    <a:pt x="450" y="157"/>
                    <a:pt x="449" y="157"/>
                  </a:cubicBezTo>
                  <a:cubicBezTo>
                    <a:pt x="448" y="157"/>
                    <a:pt x="449" y="155"/>
                    <a:pt x="447" y="155"/>
                  </a:cubicBezTo>
                  <a:cubicBezTo>
                    <a:pt x="447" y="154"/>
                    <a:pt x="446" y="154"/>
                    <a:pt x="445" y="154"/>
                  </a:cubicBezTo>
                  <a:cubicBezTo>
                    <a:pt x="445" y="153"/>
                    <a:pt x="445" y="153"/>
                    <a:pt x="444" y="153"/>
                  </a:cubicBezTo>
                  <a:cubicBezTo>
                    <a:pt x="444" y="152"/>
                    <a:pt x="441" y="152"/>
                    <a:pt x="441" y="151"/>
                  </a:cubicBezTo>
                  <a:cubicBezTo>
                    <a:pt x="438" y="151"/>
                    <a:pt x="437" y="152"/>
                    <a:pt x="436" y="153"/>
                  </a:cubicBezTo>
                  <a:cubicBezTo>
                    <a:pt x="434" y="153"/>
                    <a:pt x="433" y="153"/>
                    <a:pt x="433" y="153"/>
                  </a:cubicBezTo>
                  <a:cubicBezTo>
                    <a:pt x="430" y="153"/>
                    <a:pt x="428" y="153"/>
                    <a:pt x="426" y="153"/>
                  </a:cubicBezTo>
                  <a:cubicBezTo>
                    <a:pt x="425" y="153"/>
                    <a:pt x="424" y="154"/>
                    <a:pt x="424" y="154"/>
                  </a:cubicBezTo>
                  <a:cubicBezTo>
                    <a:pt x="423" y="154"/>
                    <a:pt x="423" y="154"/>
                    <a:pt x="423" y="155"/>
                  </a:cubicBezTo>
                  <a:cubicBezTo>
                    <a:pt x="423" y="155"/>
                    <a:pt x="420" y="155"/>
                    <a:pt x="420" y="156"/>
                  </a:cubicBezTo>
                  <a:cubicBezTo>
                    <a:pt x="418" y="156"/>
                    <a:pt x="416" y="158"/>
                    <a:pt x="412" y="159"/>
                  </a:cubicBezTo>
                  <a:cubicBezTo>
                    <a:pt x="409" y="160"/>
                    <a:pt x="409" y="162"/>
                    <a:pt x="405" y="162"/>
                  </a:cubicBezTo>
                  <a:cubicBezTo>
                    <a:pt x="406" y="163"/>
                    <a:pt x="406" y="163"/>
                    <a:pt x="403" y="163"/>
                  </a:cubicBezTo>
                  <a:cubicBezTo>
                    <a:pt x="403" y="163"/>
                    <a:pt x="403" y="164"/>
                    <a:pt x="404" y="164"/>
                  </a:cubicBezTo>
                  <a:cubicBezTo>
                    <a:pt x="404" y="164"/>
                    <a:pt x="402" y="164"/>
                    <a:pt x="402" y="164"/>
                  </a:cubicBezTo>
                  <a:cubicBezTo>
                    <a:pt x="400" y="164"/>
                    <a:pt x="401" y="165"/>
                    <a:pt x="398" y="165"/>
                  </a:cubicBezTo>
                  <a:cubicBezTo>
                    <a:pt x="397" y="165"/>
                    <a:pt x="397" y="166"/>
                    <a:pt x="395" y="166"/>
                  </a:cubicBezTo>
                  <a:cubicBezTo>
                    <a:pt x="395" y="166"/>
                    <a:pt x="396" y="167"/>
                    <a:pt x="396" y="167"/>
                  </a:cubicBezTo>
                  <a:cubicBezTo>
                    <a:pt x="396" y="168"/>
                    <a:pt x="394" y="169"/>
                    <a:pt x="394" y="171"/>
                  </a:cubicBezTo>
                  <a:cubicBezTo>
                    <a:pt x="393" y="173"/>
                    <a:pt x="394" y="176"/>
                    <a:pt x="393" y="176"/>
                  </a:cubicBezTo>
                  <a:cubicBezTo>
                    <a:pt x="393" y="177"/>
                    <a:pt x="391" y="176"/>
                    <a:pt x="391" y="176"/>
                  </a:cubicBezTo>
                  <a:cubicBezTo>
                    <a:pt x="390" y="177"/>
                    <a:pt x="391" y="178"/>
                    <a:pt x="390" y="178"/>
                  </a:cubicBezTo>
                  <a:cubicBezTo>
                    <a:pt x="389" y="179"/>
                    <a:pt x="387" y="179"/>
                    <a:pt x="386" y="179"/>
                  </a:cubicBezTo>
                  <a:cubicBezTo>
                    <a:pt x="385" y="179"/>
                    <a:pt x="385" y="180"/>
                    <a:pt x="383" y="180"/>
                  </a:cubicBezTo>
                  <a:cubicBezTo>
                    <a:pt x="381" y="178"/>
                    <a:pt x="379" y="177"/>
                    <a:pt x="378" y="175"/>
                  </a:cubicBezTo>
                  <a:cubicBezTo>
                    <a:pt x="377" y="175"/>
                    <a:pt x="377" y="174"/>
                    <a:pt x="376" y="174"/>
                  </a:cubicBezTo>
                  <a:cubicBezTo>
                    <a:pt x="376" y="174"/>
                    <a:pt x="375" y="173"/>
                    <a:pt x="374" y="173"/>
                  </a:cubicBezTo>
                  <a:cubicBezTo>
                    <a:pt x="373" y="172"/>
                    <a:pt x="376" y="172"/>
                    <a:pt x="376" y="171"/>
                  </a:cubicBezTo>
                  <a:cubicBezTo>
                    <a:pt x="376" y="170"/>
                    <a:pt x="374" y="170"/>
                    <a:pt x="373" y="169"/>
                  </a:cubicBezTo>
                  <a:cubicBezTo>
                    <a:pt x="372" y="169"/>
                    <a:pt x="372" y="168"/>
                    <a:pt x="370" y="168"/>
                  </a:cubicBezTo>
                  <a:cubicBezTo>
                    <a:pt x="370" y="167"/>
                    <a:pt x="369" y="166"/>
                    <a:pt x="368" y="165"/>
                  </a:cubicBezTo>
                  <a:cubicBezTo>
                    <a:pt x="367" y="164"/>
                    <a:pt x="367" y="160"/>
                    <a:pt x="366" y="158"/>
                  </a:cubicBezTo>
                  <a:cubicBezTo>
                    <a:pt x="366" y="157"/>
                    <a:pt x="365" y="154"/>
                    <a:pt x="364" y="152"/>
                  </a:cubicBezTo>
                  <a:cubicBezTo>
                    <a:pt x="363" y="152"/>
                    <a:pt x="360" y="154"/>
                    <a:pt x="362" y="155"/>
                  </a:cubicBezTo>
                  <a:cubicBezTo>
                    <a:pt x="362" y="156"/>
                    <a:pt x="358" y="155"/>
                    <a:pt x="357" y="155"/>
                  </a:cubicBezTo>
                  <a:cubicBezTo>
                    <a:pt x="357" y="154"/>
                    <a:pt x="356" y="155"/>
                    <a:pt x="355" y="155"/>
                  </a:cubicBezTo>
                  <a:cubicBezTo>
                    <a:pt x="354" y="154"/>
                    <a:pt x="353" y="152"/>
                    <a:pt x="351" y="153"/>
                  </a:cubicBezTo>
                  <a:cubicBezTo>
                    <a:pt x="351" y="152"/>
                    <a:pt x="352" y="152"/>
                    <a:pt x="353" y="152"/>
                  </a:cubicBezTo>
                  <a:cubicBezTo>
                    <a:pt x="352" y="151"/>
                    <a:pt x="353" y="151"/>
                    <a:pt x="353" y="151"/>
                  </a:cubicBezTo>
                  <a:cubicBezTo>
                    <a:pt x="353" y="150"/>
                    <a:pt x="351" y="150"/>
                    <a:pt x="349" y="150"/>
                  </a:cubicBezTo>
                  <a:cubicBezTo>
                    <a:pt x="348" y="150"/>
                    <a:pt x="347" y="148"/>
                    <a:pt x="346" y="149"/>
                  </a:cubicBezTo>
                  <a:cubicBezTo>
                    <a:pt x="344" y="149"/>
                    <a:pt x="345" y="147"/>
                    <a:pt x="345" y="148"/>
                  </a:cubicBezTo>
                  <a:cubicBezTo>
                    <a:pt x="345" y="147"/>
                    <a:pt x="343" y="147"/>
                    <a:pt x="343" y="146"/>
                  </a:cubicBezTo>
                  <a:cubicBezTo>
                    <a:pt x="343" y="146"/>
                    <a:pt x="340" y="147"/>
                    <a:pt x="339" y="146"/>
                  </a:cubicBezTo>
                  <a:cubicBezTo>
                    <a:pt x="339" y="146"/>
                    <a:pt x="340" y="145"/>
                    <a:pt x="339" y="145"/>
                  </a:cubicBezTo>
                  <a:cubicBezTo>
                    <a:pt x="337" y="145"/>
                    <a:pt x="335" y="146"/>
                    <a:pt x="334" y="146"/>
                  </a:cubicBezTo>
                  <a:cubicBezTo>
                    <a:pt x="333" y="146"/>
                    <a:pt x="332" y="146"/>
                    <a:pt x="332" y="146"/>
                  </a:cubicBezTo>
                  <a:cubicBezTo>
                    <a:pt x="330" y="146"/>
                    <a:pt x="330" y="145"/>
                    <a:pt x="330" y="146"/>
                  </a:cubicBezTo>
                  <a:cubicBezTo>
                    <a:pt x="320" y="147"/>
                    <a:pt x="313" y="146"/>
                    <a:pt x="306" y="145"/>
                  </a:cubicBezTo>
                  <a:cubicBezTo>
                    <a:pt x="306" y="144"/>
                    <a:pt x="304" y="145"/>
                    <a:pt x="304" y="144"/>
                  </a:cubicBezTo>
                  <a:cubicBezTo>
                    <a:pt x="304" y="143"/>
                    <a:pt x="299" y="145"/>
                    <a:pt x="302" y="143"/>
                  </a:cubicBezTo>
                  <a:cubicBezTo>
                    <a:pt x="301" y="143"/>
                    <a:pt x="300" y="143"/>
                    <a:pt x="300" y="142"/>
                  </a:cubicBezTo>
                  <a:cubicBezTo>
                    <a:pt x="297" y="143"/>
                    <a:pt x="290" y="142"/>
                    <a:pt x="287" y="142"/>
                  </a:cubicBezTo>
                  <a:cubicBezTo>
                    <a:pt x="285" y="142"/>
                    <a:pt x="285" y="142"/>
                    <a:pt x="285" y="141"/>
                  </a:cubicBezTo>
                  <a:cubicBezTo>
                    <a:pt x="281" y="141"/>
                    <a:pt x="282" y="139"/>
                    <a:pt x="278" y="139"/>
                  </a:cubicBezTo>
                  <a:cubicBezTo>
                    <a:pt x="277" y="138"/>
                    <a:pt x="275" y="137"/>
                    <a:pt x="274" y="135"/>
                  </a:cubicBezTo>
                  <a:cubicBezTo>
                    <a:pt x="265" y="134"/>
                    <a:pt x="266" y="137"/>
                    <a:pt x="266" y="139"/>
                  </a:cubicBezTo>
                  <a:cubicBezTo>
                    <a:pt x="266" y="140"/>
                    <a:pt x="270" y="141"/>
                    <a:pt x="273" y="142"/>
                  </a:cubicBezTo>
                  <a:cubicBezTo>
                    <a:pt x="274" y="143"/>
                    <a:pt x="276" y="145"/>
                    <a:pt x="278" y="145"/>
                  </a:cubicBezTo>
                  <a:cubicBezTo>
                    <a:pt x="278" y="146"/>
                    <a:pt x="280" y="146"/>
                    <a:pt x="279" y="147"/>
                  </a:cubicBezTo>
                  <a:cubicBezTo>
                    <a:pt x="282" y="147"/>
                    <a:pt x="287" y="147"/>
                    <a:pt x="284" y="148"/>
                  </a:cubicBezTo>
                  <a:cubicBezTo>
                    <a:pt x="286" y="149"/>
                    <a:pt x="285" y="147"/>
                    <a:pt x="286" y="147"/>
                  </a:cubicBezTo>
                  <a:cubicBezTo>
                    <a:pt x="287" y="147"/>
                    <a:pt x="290" y="147"/>
                    <a:pt x="290" y="146"/>
                  </a:cubicBezTo>
                  <a:cubicBezTo>
                    <a:pt x="290" y="146"/>
                    <a:pt x="291" y="146"/>
                    <a:pt x="292" y="146"/>
                  </a:cubicBezTo>
                  <a:cubicBezTo>
                    <a:pt x="293" y="146"/>
                    <a:pt x="292" y="145"/>
                    <a:pt x="293" y="145"/>
                  </a:cubicBezTo>
                  <a:cubicBezTo>
                    <a:pt x="294" y="144"/>
                    <a:pt x="297" y="145"/>
                    <a:pt x="299" y="144"/>
                  </a:cubicBezTo>
                  <a:cubicBezTo>
                    <a:pt x="299" y="144"/>
                    <a:pt x="297" y="145"/>
                    <a:pt x="298" y="145"/>
                  </a:cubicBezTo>
                  <a:cubicBezTo>
                    <a:pt x="298" y="145"/>
                    <a:pt x="300" y="145"/>
                    <a:pt x="300" y="145"/>
                  </a:cubicBezTo>
                  <a:cubicBezTo>
                    <a:pt x="301" y="146"/>
                    <a:pt x="300" y="147"/>
                    <a:pt x="301" y="147"/>
                  </a:cubicBezTo>
                  <a:cubicBezTo>
                    <a:pt x="300" y="148"/>
                    <a:pt x="304" y="148"/>
                    <a:pt x="304" y="149"/>
                  </a:cubicBezTo>
                  <a:cubicBezTo>
                    <a:pt x="304" y="150"/>
                    <a:pt x="306" y="149"/>
                    <a:pt x="308" y="150"/>
                  </a:cubicBezTo>
                  <a:cubicBezTo>
                    <a:pt x="309" y="150"/>
                    <a:pt x="309" y="151"/>
                    <a:pt x="311" y="151"/>
                  </a:cubicBezTo>
                  <a:cubicBezTo>
                    <a:pt x="308" y="152"/>
                    <a:pt x="311" y="154"/>
                    <a:pt x="311" y="155"/>
                  </a:cubicBezTo>
                  <a:cubicBezTo>
                    <a:pt x="310" y="155"/>
                    <a:pt x="309" y="155"/>
                    <a:pt x="308" y="155"/>
                  </a:cubicBezTo>
                  <a:cubicBezTo>
                    <a:pt x="309" y="157"/>
                    <a:pt x="305" y="156"/>
                    <a:pt x="306" y="158"/>
                  </a:cubicBezTo>
                  <a:cubicBezTo>
                    <a:pt x="304" y="158"/>
                    <a:pt x="303" y="158"/>
                    <a:pt x="303" y="159"/>
                  </a:cubicBezTo>
                  <a:cubicBezTo>
                    <a:pt x="302" y="159"/>
                    <a:pt x="300" y="159"/>
                    <a:pt x="299" y="159"/>
                  </a:cubicBezTo>
                  <a:cubicBezTo>
                    <a:pt x="297" y="159"/>
                    <a:pt x="298" y="160"/>
                    <a:pt x="298" y="160"/>
                  </a:cubicBezTo>
                  <a:cubicBezTo>
                    <a:pt x="298" y="161"/>
                    <a:pt x="296" y="160"/>
                    <a:pt x="296" y="160"/>
                  </a:cubicBezTo>
                  <a:cubicBezTo>
                    <a:pt x="295" y="161"/>
                    <a:pt x="296" y="162"/>
                    <a:pt x="296" y="162"/>
                  </a:cubicBezTo>
                  <a:cubicBezTo>
                    <a:pt x="294" y="162"/>
                    <a:pt x="293" y="162"/>
                    <a:pt x="293" y="163"/>
                  </a:cubicBezTo>
                  <a:cubicBezTo>
                    <a:pt x="291" y="163"/>
                    <a:pt x="290" y="163"/>
                    <a:pt x="289" y="163"/>
                  </a:cubicBezTo>
                  <a:cubicBezTo>
                    <a:pt x="287" y="164"/>
                    <a:pt x="288" y="164"/>
                    <a:pt x="285" y="164"/>
                  </a:cubicBezTo>
                  <a:cubicBezTo>
                    <a:pt x="284" y="164"/>
                    <a:pt x="279" y="165"/>
                    <a:pt x="279" y="167"/>
                  </a:cubicBezTo>
                  <a:cubicBezTo>
                    <a:pt x="278" y="167"/>
                    <a:pt x="276" y="166"/>
                    <a:pt x="275" y="167"/>
                  </a:cubicBezTo>
                  <a:cubicBezTo>
                    <a:pt x="274" y="167"/>
                    <a:pt x="275" y="167"/>
                    <a:pt x="274" y="168"/>
                  </a:cubicBezTo>
                  <a:cubicBezTo>
                    <a:pt x="274" y="168"/>
                    <a:pt x="273" y="168"/>
                    <a:pt x="272" y="168"/>
                  </a:cubicBezTo>
                  <a:cubicBezTo>
                    <a:pt x="272" y="168"/>
                    <a:pt x="269" y="168"/>
                    <a:pt x="269" y="168"/>
                  </a:cubicBezTo>
                  <a:cubicBezTo>
                    <a:pt x="268" y="169"/>
                    <a:pt x="260" y="169"/>
                    <a:pt x="256" y="170"/>
                  </a:cubicBezTo>
                  <a:cubicBezTo>
                    <a:pt x="253" y="170"/>
                    <a:pt x="259" y="170"/>
                    <a:pt x="254" y="171"/>
                  </a:cubicBezTo>
                  <a:cubicBezTo>
                    <a:pt x="254" y="171"/>
                    <a:pt x="253" y="170"/>
                    <a:pt x="252" y="171"/>
                  </a:cubicBezTo>
                  <a:cubicBezTo>
                    <a:pt x="251" y="171"/>
                    <a:pt x="251" y="172"/>
                    <a:pt x="249" y="172"/>
                  </a:cubicBezTo>
                  <a:cubicBezTo>
                    <a:pt x="250" y="171"/>
                    <a:pt x="248" y="171"/>
                    <a:pt x="247" y="171"/>
                  </a:cubicBezTo>
                  <a:cubicBezTo>
                    <a:pt x="247" y="170"/>
                    <a:pt x="248" y="169"/>
                    <a:pt x="245" y="169"/>
                  </a:cubicBezTo>
                  <a:cubicBezTo>
                    <a:pt x="245" y="168"/>
                    <a:pt x="246" y="168"/>
                    <a:pt x="246" y="167"/>
                  </a:cubicBezTo>
                  <a:cubicBezTo>
                    <a:pt x="246" y="167"/>
                    <a:pt x="244" y="166"/>
                    <a:pt x="245" y="166"/>
                  </a:cubicBezTo>
                  <a:cubicBezTo>
                    <a:pt x="245" y="166"/>
                    <a:pt x="244" y="165"/>
                    <a:pt x="242" y="165"/>
                  </a:cubicBezTo>
                  <a:cubicBezTo>
                    <a:pt x="244" y="164"/>
                    <a:pt x="241" y="162"/>
                    <a:pt x="242" y="162"/>
                  </a:cubicBezTo>
                  <a:cubicBezTo>
                    <a:pt x="243" y="162"/>
                    <a:pt x="241" y="162"/>
                    <a:pt x="240" y="162"/>
                  </a:cubicBezTo>
                  <a:cubicBezTo>
                    <a:pt x="240" y="161"/>
                    <a:pt x="240" y="160"/>
                    <a:pt x="240" y="160"/>
                  </a:cubicBezTo>
                  <a:cubicBezTo>
                    <a:pt x="240" y="160"/>
                    <a:pt x="239" y="160"/>
                    <a:pt x="238" y="159"/>
                  </a:cubicBezTo>
                  <a:cubicBezTo>
                    <a:pt x="238" y="159"/>
                    <a:pt x="239" y="159"/>
                    <a:pt x="237" y="159"/>
                  </a:cubicBezTo>
                  <a:cubicBezTo>
                    <a:pt x="237" y="159"/>
                    <a:pt x="236" y="157"/>
                    <a:pt x="236" y="157"/>
                  </a:cubicBezTo>
                  <a:cubicBezTo>
                    <a:pt x="235" y="157"/>
                    <a:pt x="235" y="158"/>
                    <a:pt x="236" y="158"/>
                  </a:cubicBezTo>
                  <a:cubicBezTo>
                    <a:pt x="233" y="157"/>
                    <a:pt x="234" y="156"/>
                    <a:pt x="231" y="156"/>
                  </a:cubicBezTo>
                  <a:cubicBezTo>
                    <a:pt x="233" y="154"/>
                    <a:pt x="228" y="153"/>
                    <a:pt x="229" y="151"/>
                  </a:cubicBezTo>
                  <a:cubicBezTo>
                    <a:pt x="228" y="150"/>
                    <a:pt x="227" y="150"/>
                    <a:pt x="227" y="150"/>
                  </a:cubicBezTo>
                  <a:cubicBezTo>
                    <a:pt x="226" y="149"/>
                    <a:pt x="223" y="149"/>
                    <a:pt x="223" y="149"/>
                  </a:cubicBezTo>
                  <a:cubicBezTo>
                    <a:pt x="224" y="148"/>
                    <a:pt x="224" y="148"/>
                    <a:pt x="222" y="148"/>
                  </a:cubicBezTo>
                  <a:cubicBezTo>
                    <a:pt x="223" y="147"/>
                    <a:pt x="222" y="147"/>
                    <a:pt x="222" y="145"/>
                  </a:cubicBezTo>
                  <a:cubicBezTo>
                    <a:pt x="222" y="145"/>
                    <a:pt x="222" y="144"/>
                    <a:pt x="222" y="144"/>
                  </a:cubicBezTo>
                  <a:cubicBezTo>
                    <a:pt x="222" y="144"/>
                    <a:pt x="221" y="144"/>
                    <a:pt x="221" y="144"/>
                  </a:cubicBezTo>
                  <a:cubicBezTo>
                    <a:pt x="220" y="143"/>
                    <a:pt x="222" y="144"/>
                    <a:pt x="221" y="142"/>
                  </a:cubicBezTo>
                  <a:cubicBezTo>
                    <a:pt x="220" y="142"/>
                    <a:pt x="219" y="145"/>
                    <a:pt x="219" y="142"/>
                  </a:cubicBezTo>
                  <a:cubicBezTo>
                    <a:pt x="218" y="141"/>
                    <a:pt x="215" y="139"/>
                    <a:pt x="212" y="138"/>
                  </a:cubicBezTo>
                  <a:cubicBezTo>
                    <a:pt x="209" y="139"/>
                    <a:pt x="211" y="139"/>
                    <a:pt x="210" y="140"/>
                  </a:cubicBezTo>
                  <a:cubicBezTo>
                    <a:pt x="208" y="141"/>
                    <a:pt x="208" y="140"/>
                    <a:pt x="207" y="139"/>
                  </a:cubicBezTo>
                  <a:cubicBezTo>
                    <a:pt x="205" y="140"/>
                    <a:pt x="205" y="139"/>
                    <a:pt x="204" y="139"/>
                  </a:cubicBezTo>
                  <a:cubicBezTo>
                    <a:pt x="206" y="140"/>
                    <a:pt x="204" y="142"/>
                    <a:pt x="208" y="142"/>
                  </a:cubicBezTo>
                  <a:cubicBezTo>
                    <a:pt x="206" y="143"/>
                    <a:pt x="208" y="144"/>
                    <a:pt x="210" y="146"/>
                  </a:cubicBezTo>
                  <a:cubicBezTo>
                    <a:pt x="210" y="146"/>
                    <a:pt x="209" y="147"/>
                    <a:pt x="210" y="147"/>
                  </a:cubicBezTo>
                  <a:cubicBezTo>
                    <a:pt x="211" y="148"/>
                    <a:pt x="212" y="150"/>
                    <a:pt x="213" y="151"/>
                  </a:cubicBezTo>
                  <a:cubicBezTo>
                    <a:pt x="214" y="151"/>
                    <a:pt x="215" y="151"/>
                    <a:pt x="217" y="151"/>
                  </a:cubicBezTo>
                  <a:cubicBezTo>
                    <a:pt x="216" y="152"/>
                    <a:pt x="216" y="152"/>
                    <a:pt x="216" y="153"/>
                  </a:cubicBezTo>
                  <a:cubicBezTo>
                    <a:pt x="217" y="153"/>
                    <a:pt x="217" y="152"/>
                    <a:pt x="218" y="152"/>
                  </a:cubicBezTo>
                  <a:cubicBezTo>
                    <a:pt x="220" y="153"/>
                    <a:pt x="219" y="154"/>
                    <a:pt x="220" y="155"/>
                  </a:cubicBezTo>
                  <a:cubicBezTo>
                    <a:pt x="220" y="155"/>
                    <a:pt x="221" y="155"/>
                    <a:pt x="222" y="155"/>
                  </a:cubicBezTo>
                  <a:cubicBezTo>
                    <a:pt x="222" y="155"/>
                    <a:pt x="221" y="156"/>
                    <a:pt x="222" y="156"/>
                  </a:cubicBezTo>
                  <a:cubicBezTo>
                    <a:pt x="222" y="156"/>
                    <a:pt x="223" y="156"/>
                    <a:pt x="223" y="156"/>
                  </a:cubicBezTo>
                  <a:cubicBezTo>
                    <a:pt x="223" y="157"/>
                    <a:pt x="222" y="157"/>
                    <a:pt x="222" y="157"/>
                  </a:cubicBezTo>
                  <a:cubicBezTo>
                    <a:pt x="222" y="158"/>
                    <a:pt x="223" y="158"/>
                    <a:pt x="224" y="158"/>
                  </a:cubicBezTo>
                  <a:cubicBezTo>
                    <a:pt x="224" y="158"/>
                    <a:pt x="223" y="159"/>
                    <a:pt x="224" y="159"/>
                  </a:cubicBezTo>
                  <a:cubicBezTo>
                    <a:pt x="224" y="159"/>
                    <a:pt x="225" y="159"/>
                    <a:pt x="225" y="159"/>
                  </a:cubicBezTo>
                  <a:cubicBezTo>
                    <a:pt x="225" y="160"/>
                    <a:pt x="223" y="161"/>
                    <a:pt x="227" y="161"/>
                  </a:cubicBezTo>
                  <a:cubicBezTo>
                    <a:pt x="227" y="162"/>
                    <a:pt x="226" y="163"/>
                    <a:pt x="228" y="164"/>
                  </a:cubicBezTo>
                  <a:cubicBezTo>
                    <a:pt x="228" y="164"/>
                    <a:pt x="229" y="164"/>
                    <a:pt x="230" y="165"/>
                  </a:cubicBezTo>
                  <a:cubicBezTo>
                    <a:pt x="230" y="165"/>
                    <a:pt x="230" y="166"/>
                    <a:pt x="231" y="166"/>
                  </a:cubicBezTo>
                  <a:cubicBezTo>
                    <a:pt x="231" y="166"/>
                    <a:pt x="232" y="166"/>
                    <a:pt x="233" y="167"/>
                  </a:cubicBezTo>
                  <a:cubicBezTo>
                    <a:pt x="233" y="167"/>
                    <a:pt x="232" y="168"/>
                    <a:pt x="234" y="168"/>
                  </a:cubicBezTo>
                  <a:cubicBezTo>
                    <a:pt x="235" y="168"/>
                    <a:pt x="234" y="169"/>
                    <a:pt x="235" y="170"/>
                  </a:cubicBezTo>
                  <a:cubicBezTo>
                    <a:pt x="238" y="169"/>
                    <a:pt x="238" y="171"/>
                    <a:pt x="242" y="171"/>
                  </a:cubicBezTo>
                  <a:cubicBezTo>
                    <a:pt x="243" y="172"/>
                    <a:pt x="244" y="173"/>
                    <a:pt x="244" y="174"/>
                  </a:cubicBezTo>
                  <a:cubicBezTo>
                    <a:pt x="248" y="177"/>
                    <a:pt x="260" y="176"/>
                    <a:pt x="267" y="175"/>
                  </a:cubicBezTo>
                  <a:cubicBezTo>
                    <a:pt x="268" y="176"/>
                    <a:pt x="268" y="175"/>
                    <a:pt x="268" y="174"/>
                  </a:cubicBezTo>
                  <a:cubicBezTo>
                    <a:pt x="270" y="174"/>
                    <a:pt x="275" y="175"/>
                    <a:pt x="274" y="173"/>
                  </a:cubicBezTo>
                  <a:cubicBezTo>
                    <a:pt x="276" y="174"/>
                    <a:pt x="276" y="175"/>
                    <a:pt x="275" y="176"/>
                  </a:cubicBezTo>
                  <a:cubicBezTo>
                    <a:pt x="275" y="176"/>
                    <a:pt x="274" y="176"/>
                    <a:pt x="274" y="176"/>
                  </a:cubicBezTo>
                  <a:cubicBezTo>
                    <a:pt x="274" y="177"/>
                    <a:pt x="275" y="178"/>
                    <a:pt x="274" y="179"/>
                  </a:cubicBezTo>
                  <a:cubicBezTo>
                    <a:pt x="274" y="179"/>
                    <a:pt x="272" y="179"/>
                    <a:pt x="272" y="179"/>
                  </a:cubicBezTo>
                  <a:cubicBezTo>
                    <a:pt x="272" y="179"/>
                    <a:pt x="272" y="182"/>
                    <a:pt x="271" y="182"/>
                  </a:cubicBezTo>
                  <a:cubicBezTo>
                    <a:pt x="271" y="183"/>
                    <a:pt x="268" y="183"/>
                    <a:pt x="269" y="185"/>
                  </a:cubicBezTo>
                  <a:cubicBezTo>
                    <a:pt x="266" y="185"/>
                    <a:pt x="268" y="187"/>
                    <a:pt x="264" y="187"/>
                  </a:cubicBezTo>
                  <a:cubicBezTo>
                    <a:pt x="265" y="189"/>
                    <a:pt x="263" y="189"/>
                    <a:pt x="263" y="190"/>
                  </a:cubicBezTo>
                  <a:cubicBezTo>
                    <a:pt x="260" y="189"/>
                    <a:pt x="262" y="192"/>
                    <a:pt x="258" y="191"/>
                  </a:cubicBezTo>
                  <a:cubicBezTo>
                    <a:pt x="258" y="192"/>
                    <a:pt x="258" y="192"/>
                    <a:pt x="258" y="193"/>
                  </a:cubicBezTo>
                  <a:cubicBezTo>
                    <a:pt x="258" y="193"/>
                    <a:pt x="257" y="192"/>
                    <a:pt x="256" y="192"/>
                  </a:cubicBezTo>
                  <a:cubicBezTo>
                    <a:pt x="254" y="193"/>
                    <a:pt x="256" y="193"/>
                    <a:pt x="252" y="194"/>
                  </a:cubicBezTo>
                  <a:cubicBezTo>
                    <a:pt x="252" y="194"/>
                    <a:pt x="249" y="194"/>
                    <a:pt x="249" y="194"/>
                  </a:cubicBezTo>
                  <a:cubicBezTo>
                    <a:pt x="249" y="194"/>
                    <a:pt x="249" y="195"/>
                    <a:pt x="249" y="195"/>
                  </a:cubicBezTo>
                  <a:cubicBezTo>
                    <a:pt x="248" y="195"/>
                    <a:pt x="246" y="195"/>
                    <a:pt x="245" y="196"/>
                  </a:cubicBezTo>
                  <a:cubicBezTo>
                    <a:pt x="243" y="197"/>
                    <a:pt x="242" y="198"/>
                    <a:pt x="238" y="198"/>
                  </a:cubicBezTo>
                  <a:cubicBezTo>
                    <a:pt x="239" y="200"/>
                    <a:pt x="237" y="200"/>
                    <a:pt x="237" y="201"/>
                  </a:cubicBezTo>
                  <a:cubicBezTo>
                    <a:pt x="236" y="201"/>
                    <a:pt x="236" y="201"/>
                    <a:pt x="235" y="201"/>
                  </a:cubicBezTo>
                  <a:cubicBezTo>
                    <a:pt x="235" y="201"/>
                    <a:pt x="233" y="202"/>
                    <a:pt x="234" y="202"/>
                  </a:cubicBezTo>
                  <a:cubicBezTo>
                    <a:pt x="235" y="203"/>
                    <a:pt x="233" y="202"/>
                    <a:pt x="233" y="204"/>
                  </a:cubicBezTo>
                  <a:cubicBezTo>
                    <a:pt x="232" y="204"/>
                    <a:pt x="231" y="204"/>
                    <a:pt x="231" y="204"/>
                  </a:cubicBezTo>
                  <a:cubicBezTo>
                    <a:pt x="230" y="204"/>
                    <a:pt x="231" y="205"/>
                    <a:pt x="231" y="205"/>
                  </a:cubicBezTo>
                  <a:cubicBezTo>
                    <a:pt x="230" y="206"/>
                    <a:pt x="228" y="209"/>
                    <a:pt x="229" y="210"/>
                  </a:cubicBezTo>
                  <a:cubicBezTo>
                    <a:pt x="229" y="211"/>
                    <a:pt x="230" y="212"/>
                    <a:pt x="231" y="212"/>
                  </a:cubicBezTo>
                  <a:cubicBezTo>
                    <a:pt x="231" y="214"/>
                    <a:pt x="230" y="214"/>
                    <a:pt x="231" y="215"/>
                  </a:cubicBezTo>
                  <a:cubicBezTo>
                    <a:pt x="231" y="215"/>
                    <a:pt x="232" y="217"/>
                    <a:pt x="233" y="217"/>
                  </a:cubicBezTo>
                  <a:cubicBezTo>
                    <a:pt x="235" y="217"/>
                    <a:pt x="229" y="219"/>
                    <a:pt x="235" y="220"/>
                  </a:cubicBezTo>
                  <a:cubicBezTo>
                    <a:pt x="234" y="222"/>
                    <a:pt x="235" y="224"/>
                    <a:pt x="235" y="226"/>
                  </a:cubicBezTo>
                  <a:cubicBezTo>
                    <a:pt x="234" y="227"/>
                    <a:pt x="231" y="229"/>
                    <a:pt x="232" y="230"/>
                  </a:cubicBezTo>
                  <a:cubicBezTo>
                    <a:pt x="229" y="230"/>
                    <a:pt x="226" y="231"/>
                    <a:pt x="225" y="232"/>
                  </a:cubicBezTo>
                  <a:cubicBezTo>
                    <a:pt x="224" y="232"/>
                    <a:pt x="224" y="232"/>
                    <a:pt x="225" y="232"/>
                  </a:cubicBezTo>
                  <a:cubicBezTo>
                    <a:pt x="225" y="233"/>
                    <a:pt x="223" y="233"/>
                    <a:pt x="222" y="233"/>
                  </a:cubicBezTo>
                  <a:cubicBezTo>
                    <a:pt x="221" y="233"/>
                    <a:pt x="221" y="234"/>
                    <a:pt x="221" y="234"/>
                  </a:cubicBezTo>
                  <a:cubicBezTo>
                    <a:pt x="220" y="234"/>
                    <a:pt x="219" y="233"/>
                    <a:pt x="219" y="234"/>
                  </a:cubicBezTo>
                  <a:cubicBezTo>
                    <a:pt x="219" y="234"/>
                    <a:pt x="217" y="234"/>
                    <a:pt x="217" y="234"/>
                  </a:cubicBezTo>
                  <a:cubicBezTo>
                    <a:pt x="216" y="235"/>
                    <a:pt x="215" y="236"/>
                    <a:pt x="213" y="236"/>
                  </a:cubicBezTo>
                  <a:cubicBezTo>
                    <a:pt x="211" y="238"/>
                    <a:pt x="213" y="242"/>
                    <a:pt x="214" y="246"/>
                  </a:cubicBezTo>
                  <a:cubicBezTo>
                    <a:pt x="213" y="247"/>
                    <a:pt x="212" y="247"/>
                    <a:pt x="212" y="246"/>
                  </a:cubicBezTo>
                  <a:cubicBezTo>
                    <a:pt x="211" y="246"/>
                    <a:pt x="211" y="247"/>
                    <a:pt x="211" y="247"/>
                  </a:cubicBezTo>
                  <a:cubicBezTo>
                    <a:pt x="210" y="248"/>
                    <a:pt x="208" y="247"/>
                    <a:pt x="208" y="248"/>
                  </a:cubicBezTo>
                  <a:cubicBezTo>
                    <a:pt x="208" y="249"/>
                    <a:pt x="204" y="248"/>
                    <a:pt x="203" y="249"/>
                  </a:cubicBezTo>
                  <a:cubicBezTo>
                    <a:pt x="203" y="250"/>
                    <a:pt x="203" y="251"/>
                    <a:pt x="203" y="252"/>
                  </a:cubicBezTo>
                  <a:cubicBezTo>
                    <a:pt x="201" y="252"/>
                    <a:pt x="202" y="254"/>
                    <a:pt x="201" y="255"/>
                  </a:cubicBezTo>
                  <a:cubicBezTo>
                    <a:pt x="201" y="255"/>
                    <a:pt x="199" y="255"/>
                    <a:pt x="199" y="255"/>
                  </a:cubicBezTo>
                  <a:cubicBezTo>
                    <a:pt x="198" y="256"/>
                    <a:pt x="199" y="257"/>
                    <a:pt x="197" y="258"/>
                  </a:cubicBezTo>
                  <a:cubicBezTo>
                    <a:pt x="197" y="258"/>
                    <a:pt x="197" y="258"/>
                    <a:pt x="197" y="258"/>
                  </a:cubicBezTo>
                  <a:cubicBezTo>
                    <a:pt x="197" y="259"/>
                    <a:pt x="195" y="258"/>
                    <a:pt x="195" y="258"/>
                  </a:cubicBezTo>
                  <a:cubicBezTo>
                    <a:pt x="195" y="259"/>
                    <a:pt x="195" y="260"/>
                    <a:pt x="195" y="260"/>
                  </a:cubicBezTo>
                  <a:cubicBezTo>
                    <a:pt x="195" y="260"/>
                    <a:pt x="193" y="260"/>
                    <a:pt x="193" y="260"/>
                  </a:cubicBezTo>
                  <a:cubicBezTo>
                    <a:pt x="193" y="260"/>
                    <a:pt x="193" y="261"/>
                    <a:pt x="193" y="261"/>
                  </a:cubicBezTo>
                  <a:cubicBezTo>
                    <a:pt x="193" y="261"/>
                    <a:pt x="191" y="261"/>
                    <a:pt x="191" y="261"/>
                  </a:cubicBezTo>
                  <a:cubicBezTo>
                    <a:pt x="190" y="261"/>
                    <a:pt x="189" y="262"/>
                    <a:pt x="189" y="262"/>
                  </a:cubicBezTo>
                  <a:cubicBezTo>
                    <a:pt x="189" y="263"/>
                    <a:pt x="188" y="263"/>
                    <a:pt x="187" y="263"/>
                  </a:cubicBezTo>
                  <a:cubicBezTo>
                    <a:pt x="187" y="263"/>
                    <a:pt x="187" y="264"/>
                    <a:pt x="187" y="264"/>
                  </a:cubicBezTo>
                  <a:cubicBezTo>
                    <a:pt x="187" y="264"/>
                    <a:pt x="185" y="264"/>
                    <a:pt x="185" y="264"/>
                  </a:cubicBezTo>
                  <a:cubicBezTo>
                    <a:pt x="184" y="264"/>
                    <a:pt x="184" y="265"/>
                    <a:pt x="183" y="265"/>
                  </a:cubicBezTo>
                  <a:cubicBezTo>
                    <a:pt x="183" y="265"/>
                    <a:pt x="181" y="266"/>
                    <a:pt x="181" y="266"/>
                  </a:cubicBezTo>
                  <a:cubicBezTo>
                    <a:pt x="181" y="266"/>
                    <a:pt x="178" y="266"/>
                    <a:pt x="178" y="266"/>
                  </a:cubicBezTo>
                  <a:cubicBezTo>
                    <a:pt x="177" y="266"/>
                    <a:pt x="177" y="266"/>
                    <a:pt x="176" y="266"/>
                  </a:cubicBezTo>
                  <a:cubicBezTo>
                    <a:pt x="175" y="267"/>
                    <a:pt x="174" y="267"/>
                    <a:pt x="172" y="267"/>
                  </a:cubicBezTo>
                  <a:cubicBezTo>
                    <a:pt x="171" y="267"/>
                    <a:pt x="165" y="268"/>
                    <a:pt x="163" y="267"/>
                  </a:cubicBezTo>
                  <a:cubicBezTo>
                    <a:pt x="162" y="267"/>
                    <a:pt x="163" y="267"/>
                    <a:pt x="163" y="267"/>
                  </a:cubicBezTo>
                  <a:cubicBezTo>
                    <a:pt x="162" y="268"/>
                    <a:pt x="160" y="267"/>
                    <a:pt x="156" y="268"/>
                  </a:cubicBezTo>
                  <a:cubicBezTo>
                    <a:pt x="155" y="268"/>
                    <a:pt x="156" y="268"/>
                    <a:pt x="156" y="268"/>
                  </a:cubicBezTo>
                  <a:cubicBezTo>
                    <a:pt x="155" y="269"/>
                    <a:pt x="150" y="268"/>
                    <a:pt x="147" y="268"/>
                  </a:cubicBezTo>
                  <a:cubicBezTo>
                    <a:pt x="147" y="265"/>
                    <a:pt x="143" y="264"/>
                    <a:pt x="145" y="262"/>
                  </a:cubicBezTo>
                  <a:cubicBezTo>
                    <a:pt x="143" y="261"/>
                    <a:pt x="141" y="260"/>
                    <a:pt x="141" y="258"/>
                  </a:cubicBezTo>
                  <a:cubicBezTo>
                    <a:pt x="138" y="260"/>
                    <a:pt x="141" y="259"/>
                    <a:pt x="139" y="257"/>
                  </a:cubicBezTo>
                  <a:cubicBezTo>
                    <a:pt x="138" y="254"/>
                    <a:pt x="132" y="253"/>
                    <a:pt x="134" y="250"/>
                  </a:cubicBezTo>
                  <a:cubicBezTo>
                    <a:pt x="133" y="249"/>
                    <a:pt x="133" y="251"/>
                    <a:pt x="133" y="251"/>
                  </a:cubicBezTo>
                  <a:cubicBezTo>
                    <a:pt x="130" y="250"/>
                    <a:pt x="133" y="247"/>
                    <a:pt x="131" y="249"/>
                  </a:cubicBezTo>
                  <a:cubicBezTo>
                    <a:pt x="129" y="248"/>
                    <a:pt x="129" y="246"/>
                    <a:pt x="130" y="245"/>
                  </a:cubicBezTo>
                  <a:cubicBezTo>
                    <a:pt x="130" y="244"/>
                    <a:pt x="130" y="243"/>
                    <a:pt x="129" y="241"/>
                  </a:cubicBezTo>
                  <a:cubicBezTo>
                    <a:pt x="129" y="240"/>
                    <a:pt x="126" y="241"/>
                    <a:pt x="126" y="241"/>
                  </a:cubicBezTo>
                  <a:cubicBezTo>
                    <a:pt x="125" y="240"/>
                    <a:pt x="128" y="239"/>
                    <a:pt x="124" y="240"/>
                  </a:cubicBezTo>
                  <a:cubicBezTo>
                    <a:pt x="123" y="239"/>
                    <a:pt x="124" y="238"/>
                    <a:pt x="124" y="238"/>
                  </a:cubicBezTo>
                  <a:cubicBezTo>
                    <a:pt x="123" y="238"/>
                    <a:pt x="122" y="238"/>
                    <a:pt x="122" y="238"/>
                  </a:cubicBezTo>
                  <a:cubicBezTo>
                    <a:pt x="122" y="238"/>
                    <a:pt x="124" y="236"/>
                    <a:pt x="121" y="237"/>
                  </a:cubicBezTo>
                  <a:cubicBezTo>
                    <a:pt x="120" y="236"/>
                    <a:pt x="122" y="236"/>
                    <a:pt x="122" y="235"/>
                  </a:cubicBezTo>
                  <a:cubicBezTo>
                    <a:pt x="120" y="234"/>
                    <a:pt x="122" y="232"/>
                    <a:pt x="119" y="233"/>
                  </a:cubicBezTo>
                  <a:cubicBezTo>
                    <a:pt x="118" y="228"/>
                    <a:pt x="119" y="227"/>
                    <a:pt x="124" y="224"/>
                  </a:cubicBezTo>
                  <a:cubicBezTo>
                    <a:pt x="123" y="223"/>
                    <a:pt x="125" y="221"/>
                    <a:pt x="123" y="222"/>
                  </a:cubicBezTo>
                  <a:cubicBezTo>
                    <a:pt x="122" y="221"/>
                    <a:pt x="125" y="221"/>
                    <a:pt x="126" y="221"/>
                  </a:cubicBezTo>
                  <a:cubicBezTo>
                    <a:pt x="126" y="221"/>
                    <a:pt x="125" y="220"/>
                    <a:pt x="127" y="220"/>
                  </a:cubicBezTo>
                  <a:cubicBezTo>
                    <a:pt x="126" y="219"/>
                    <a:pt x="126" y="215"/>
                    <a:pt x="125" y="216"/>
                  </a:cubicBezTo>
                  <a:cubicBezTo>
                    <a:pt x="123" y="215"/>
                    <a:pt x="124" y="214"/>
                    <a:pt x="124" y="213"/>
                  </a:cubicBezTo>
                  <a:cubicBezTo>
                    <a:pt x="124" y="212"/>
                    <a:pt x="124" y="211"/>
                    <a:pt x="124" y="210"/>
                  </a:cubicBezTo>
                  <a:cubicBezTo>
                    <a:pt x="123" y="209"/>
                    <a:pt x="122" y="210"/>
                    <a:pt x="122" y="209"/>
                  </a:cubicBezTo>
                  <a:cubicBezTo>
                    <a:pt x="121" y="209"/>
                    <a:pt x="123" y="209"/>
                    <a:pt x="123" y="208"/>
                  </a:cubicBezTo>
                  <a:cubicBezTo>
                    <a:pt x="123" y="209"/>
                    <a:pt x="122" y="208"/>
                    <a:pt x="122" y="208"/>
                  </a:cubicBezTo>
                  <a:cubicBezTo>
                    <a:pt x="122" y="207"/>
                    <a:pt x="121" y="207"/>
                    <a:pt x="120" y="207"/>
                  </a:cubicBezTo>
                  <a:cubicBezTo>
                    <a:pt x="119" y="206"/>
                    <a:pt x="120" y="206"/>
                    <a:pt x="120" y="206"/>
                  </a:cubicBezTo>
                  <a:cubicBezTo>
                    <a:pt x="120" y="205"/>
                    <a:pt x="117" y="205"/>
                    <a:pt x="118" y="205"/>
                  </a:cubicBezTo>
                  <a:cubicBezTo>
                    <a:pt x="118" y="205"/>
                    <a:pt x="119" y="205"/>
                    <a:pt x="119" y="205"/>
                  </a:cubicBezTo>
                  <a:cubicBezTo>
                    <a:pt x="117" y="204"/>
                    <a:pt x="116" y="204"/>
                    <a:pt x="114" y="203"/>
                  </a:cubicBezTo>
                  <a:cubicBezTo>
                    <a:pt x="113" y="203"/>
                    <a:pt x="114" y="203"/>
                    <a:pt x="113" y="203"/>
                  </a:cubicBezTo>
                  <a:cubicBezTo>
                    <a:pt x="112" y="203"/>
                    <a:pt x="112" y="201"/>
                    <a:pt x="110" y="202"/>
                  </a:cubicBezTo>
                  <a:cubicBezTo>
                    <a:pt x="108" y="198"/>
                    <a:pt x="110" y="194"/>
                    <a:pt x="110" y="190"/>
                  </a:cubicBezTo>
                  <a:cubicBezTo>
                    <a:pt x="109" y="189"/>
                    <a:pt x="107" y="190"/>
                    <a:pt x="108" y="188"/>
                  </a:cubicBezTo>
                  <a:cubicBezTo>
                    <a:pt x="102" y="188"/>
                    <a:pt x="97" y="188"/>
                    <a:pt x="94" y="187"/>
                  </a:cubicBezTo>
                  <a:cubicBezTo>
                    <a:pt x="95" y="184"/>
                    <a:pt x="91" y="187"/>
                    <a:pt x="92" y="185"/>
                  </a:cubicBezTo>
                  <a:cubicBezTo>
                    <a:pt x="88" y="184"/>
                    <a:pt x="86" y="184"/>
                    <a:pt x="81" y="184"/>
                  </a:cubicBezTo>
                  <a:cubicBezTo>
                    <a:pt x="80" y="184"/>
                    <a:pt x="79" y="184"/>
                    <a:pt x="77" y="185"/>
                  </a:cubicBezTo>
                  <a:cubicBezTo>
                    <a:pt x="77" y="185"/>
                    <a:pt x="74" y="185"/>
                    <a:pt x="71" y="185"/>
                  </a:cubicBezTo>
                  <a:cubicBezTo>
                    <a:pt x="73" y="186"/>
                    <a:pt x="74" y="186"/>
                    <a:pt x="69" y="186"/>
                  </a:cubicBezTo>
                  <a:cubicBezTo>
                    <a:pt x="66" y="186"/>
                    <a:pt x="64" y="187"/>
                    <a:pt x="58" y="187"/>
                  </a:cubicBezTo>
                  <a:cubicBezTo>
                    <a:pt x="57" y="187"/>
                    <a:pt x="57" y="187"/>
                    <a:pt x="55" y="187"/>
                  </a:cubicBezTo>
                  <a:cubicBezTo>
                    <a:pt x="49" y="186"/>
                    <a:pt x="42" y="188"/>
                    <a:pt x="36" y="188"/>
                  </a:cubicBezTo>
                  <a:cubicBezTo>
                    <a:pt x="37" y="186"/>
                    <a:pt x="33" y="186"/>
                    <a:pt x="31" y="186"/>
                  </a:cubicBezTo>
                  <a:cubicBezTo>
                    <a:pt x="31" y="186"/>
                    <a:pt x="32" y="185"/>
                    <a:pt x="31" y="185"/>
                  </a:cubicBezTo>
                  <a:cubicBezTo>
                    <a:pt x="31" y="185"/>
                    <a:pt x="29" y="185"/>
                    <a:pt x="29" y="185"/>
                  </a:cubicBezTo>
                  <a:cubicBezTo>
                    <a:pt x="28" y="185"/>
                    <a:pt x="29" y="184"/>
                    <a:pt x="29" y="184"/>
                  </a:cubicBezTo>
                  <a:cubicBezTo>
                    <a:pt x="28" y="184"/>
                    <a:pt x="27" y="184"/>
                    <a:pt x="27" y="184"/>
                  </a:cubicBezTo>
                  <a:cubicBezTo>
                    <a:pt x="27" y="184"/>
                    <a:pt x="25" y="183"/>
                    <a:pt x="25" y="183"/>
                  </a:cubicBezTo>
                  <a:cubicBezTo>
                    <a:pt x="24" y="182"/>
                    <a:pt x="25" y="182"/>
                    <a:pt x="24" y="182"/>
                  </a:cubicBezTo>
                  <a:cubicBezTo>
                    <a:pt x="23" y="182"/>
                    <a:pt x="23" y="182"/>
                    <a:pt x="23" y="181"/>
                  </a:cubicBezTo>
                  <a:cubicBezTo>
                    <a:pt x="22" y="181"/>
                    <a:pt x="21" y="181"/>
                    <a:pt x="21" y="181"/>
                  </a:cubicBezTo>
                  <a:cubicBezTo>
                    <a:pt x="20" y="181"/>
                    <a:pt x="21" y="180"/>
                    <a:pt x="21" y="180"/>
                  </a:cubicBezTo>
                  <a:cubicBezTo>
                    <a:pt x="20" y="179"/>
                    <a:pt x="19" y="180"/>
                    <a:pt x="19" y="179"/>
                  </a:cubicBezTo>
                  <a:cubicBezTo>
                    <a:pt x="19" y="179"/>
                    <a:pt x="19" y="179"/>
                    <a:pt x="20" y="179"/>
                  </a:cubicBezTo>
                  <a:cubicBezTo>
                    <a:pt x="18" y="177"/>
                    <a:pt x="14" y="178"/>
                    <a:pt x="15" y="176"/>
                  </a:cubicBezTo>
                  <a:cubicBezTo>
                    <a:pt x="10" y="177"/>
                    <a:pt x="12" y="174"/>
                    <a:pt x="8" y="174"/>
                  </a:cubicBezTo>
                  <a:cubicBezTo>
                    <a:pt x="8" y="174"/>
                    <a:pt x="9" y="174"/>
                    <a:pt x="9" y="173"/>
                  </a:cubicBezTo>
                  <a:cubicBezTo>
                    <a:pt x="8" y="172"/>
                    <a:pt x="6" y="173"/>
                    <a:pt x="5" y="173"/>
                  </a:cubicBezTo>
                  <a:cubicBezTo>
                    <a:pt x="6" y="172"/>
                    <a:pt x="3" y="171"/>
                    <a:pt x="3" y="171"/>
                  </a:cubicBezTo>
                  <a:cubicBezTo>
                    <a:pt x="3" y="170"/>
                    <a:pt x="4" y="170"/>
                    <a:pt x="3" y="169"/>
                  </a:cubicBezTo>
                  <a:cubicBezTo>
                    <a:pt x="2" y="169"/>
                    <a:pt x="2" y="169"/>
                    <a:pt x="2" y="169"/>
                  </a:cubicBezTo>
                  <a:cubicBezTo>
                    <a:pt x="2" y="168"/>
                    <a:pt x="1" y="167"/>
                    <a:pt x="0" y="167"/>
                  </a:cubicBezTo>
                  <a:cubicBezTo>
                    <a:pt x="0" y="166"/>
                    <a:pt x="2" y="166"/>
                    <a:pt x="3" y="166"/>
                  </a:cubicBezTo>
                  <a:cubicBezTo>
                    <a:pt x="4" y="166"/>
                    <a:pt x="3" y="165"/>
                    <a:pt x="5" y="165"/>
                  </a:cubicBezTo>
                  <a:cubicBezTo>
                    <a:pt x="5" y="162"/>
                    <a:pt x="5" y="159"/>
                    <a:pt x="5" y="156"/>
                  </a:cubicBezTo>
                  <a:cubicBezTo>
                    <a:pt x="5" y="156"/>
                    <a:pt x="3" y="156"/>
                    <a:pt x="3" y="156"/>
                  </a:cubicBezTo>
                  <a:cubicBezTo>
                    <a:pt x="3" y="156"/>
                    <a:pt x="4" y="155"/>
                    <a:pt x="4" y="155"/>
                  </a:cubicBezTo>
                  <a:cubicBezTo>
                    <a:pt x="4" y="154"/>
                    <a:pt x="2" y="154"/>
                    <a:pt x="3" y="153"/>
                  </a:cubicBezTo>
                  <a:cubicBezTo>
                    <a:pt x="6" y="155"/>
                    <a:pt x="3" y="150"/>
                    <a:pt x="7" y="152"/>
                  </a:cubicBezTo>
                  <a:cubicBezTo>
                    <a:pt x="7" y="151"/>
                    <a:pt x="6" y="149"/>
                    <a:pt x="8" y="149"/>
                  </a:cubicBezTo>
                  <a:cubicBezTo>
                    <a:pt x="8" y="149"/>
                    <a:pt x="10" y="149"/>
                    <a:pt x="10" y="149"/>
                  </a:cubicBezTo>
                  <a:cubicBezTo>
                    <a:pt x="10" y="148"/>
                    <a:pt x="8" y="148"/>
                    <a:pt x="9" y="147"/>
                  </a:cubicBezTo>
                  <a:cubicBezTo>
                    <a:pt x="12" y="147"/>
                    <a:pt x="12" y="144"/>
                    <a:pt x="16" y="144"/>
                  </a:cubicBezTo>
                  <a:cubicBezTo>
                    <a:pt x="16" y="142"/>
                    <a:pt x="19" y="142"/>
                    <a:pt x="19" y="140"/>
                  </a:cubicBezTo>
                  <a:cubicBezTo>
                    <a:pt x="20" y="141"/>
                    <a:pt x="21" y="140"/>
                    <a:pt x="21" y="139"/>
                  </a:cubicBezTo>
                  <a:cubicBezTo>
                    <a:pt x="27" y="139"/>
                    <a:pt x="31" y="138"/>
                    <a:pt x="31" y="135"/>
                  </a:cubicBezTo>
                  <a:cubicBezTo>
                    <a:pt x="34" y="135"/>
                    <a:pt x="31" y="132"/>
                    <a:pt x="34" y="132"/>
                  </a:cubicBezTo>
                  <a:cubicBezTo>
                    <a:pt x="34" y="131"/>
                    <a:pt x="34" y="130"/>
                    <a:pt x="34" y="129"/>
                  </a:cubicBezTo>
                  <a:cubicBezTo>
                    <a:pt x="36" y="129"/>
                    <a:pt x="37" y="129"/>
                    <a:pt x="38" y="129"/>
                  </a:cubicBezTo>
                  <a:cubicBezTo>
                    <a:pt x="40" y="128"/>
                    <a:pt x="42" y="127"/>
                    <a:pt x="43" y="126"/>
                  </a:cubicBezTo>
                  <a:cubicBezTo>
                    <a:pt x="44" y="126"/>
                    <a:pt x="44" y="126"/>
                    <a:pt x="44" y="125"/>
                  </a:cubicBezTo>
                  <a:cubicBezTo>
                    <a:pt x="44" y="125"/>
                    <a:pt x="47" y="125"/>
                    <a:pt x="46" y="124"/>
                  </a:cubicBezTo>
                  <a:cubicBezTo>
                    <a:pt x="51" y="124"/>
                    <a:pt x="51" y="123"/>
                    <a:pt x="55" y="123"/>
                  </a:cubicBezTo>
                  <a:cubicBezTo>
                    <a:pt x="54" y="125"/>
                    <a:pt x="60" y="123"/>
                    <a:pt x="58" y="125"/>
                  </a:cubicBezTo>
                  <a:cubicBezTo>
                    <a:pt x="60" y="124"/>
                    <a:pt x="68" y="125"/>
                    <a:pt x="68" y="123"/>
                  </a:cubicBezTo>
                  <a:cubicBezTo>
                    <a:pt x="73" y="123"/>
                    <a:pt x="77" y="123"/>
                    <a:pt x="79" y="121"/>
                  </a:cubicBezTo>
                  <a:cubicBezTo>
                    <a:pt x="80" y="121"/>
                    <a:pt x="82" y="121"/>
                    <a:pt x="82" y="121"/>
                  </a:cubicBezTo>
                  <a:cubicBezTo>
                    <a:pt x="84" y="121"/>
                    <a:pt x="84" y="121"/>
                    <a:pt x="86" y="121"/>
                  </a:cubicBezTo>
                  <a:cubicBezTo>
                    <a:pt x="88" y="121"/>
                    <a:pt x="90" y="120"/>
                    <a:pt x="92" y="121"/>
                  </a:cubicBezTo>
                  <a:cubicBezTo>
                    <a:pt x="92" y="121"/>
                    <a:pt x="92" y="121"/>
                    <a:pt x="93" y="121"/>
                  </a:cubicBezTo>
                  <a:cubicBezTo>
                    <a:pt x="95" y="121"/>
                    <a:pt x="99" y="122"/>
                    <a:pt x="104" y="122"/>
                  </a:cubicBezTo>
                  <a:cubicBezTo>
                    <a:pt x="106" y="121"/>
                    <a:pt x="109" y="120"/>
                    <a:pt x="111" y="121"/>
                  </a:cubicBezTo>
                  <a:cubicBezTo>
                    <a:pt x="112" y="122"/>
                    <a:pt x="112" y="121"/>
                    <a:pt x="115" y="121"/>
                  </a:cubicBezTo>
                  <a:cubicBezTo>
                    <a:pt x="115" y="121"/>
                    <a:pt x="116" y="122"/>
                    <a:pt x="116" y="122"/>
                  </a:cubicBezTo>
                  <a:cubicBezTo>
                    <a:pt x="116" y="122"/>
                    <a:pt x="114" y="122"/>
                    <a:pt x="114" y="122"/>
                  </a:cubicBezTo>
                  <a:cubicBezTo>
                    <a:pt x="114" y="123"/>
                    <a:pt x="115" y="123"/>
                    <a:pt x="115" y="123"/>
                  </a:cubicBezTo>
                  <a:cubicBezTo>
                    <a:pt x="115" y="123"/>
                    <a:pt x="114" y="123"/>
                    <a:pt x="114" y="123"/>
                  </a:cubicBezTo>
                  <a:cubicBezTo>
                    <a:pt x="114" y="124"/>
                    <a:pt x="115" y="124"/>
                    <a:pt x="115" y="124"/>
                  </a:cubicBezTo>
                  <a:cubicBezTo>
                    <a:pt x="115" y="126"/>
                    <a:pt x="113" y="127"/>
                    <a:pt x="116" y="128"/>
                  </a:cubicBezTo>
                  <a:cubicBezTo>
                    <a:pt x="116" y="129"/>
                    <a:pt x="117" y="128"/>
                    <a:pt x="119" y="129"/>
                  </a:cubicBezTo>
                  <a:cubicBezTo>
                    <a:pt x="118" y="129"/>
                    <a:pt x="120" y="129"/>
                    <a:pt x="121" y="129"/>
                  </a:cubicBezTo>
                  <a:cubicBezTo>
                    <a:pt x="121" y="129"/>
                    <a:pt x="120" y="130"/>
                    <a:pt x="121" y="130"/>
                  </a:cubicBezTo>
                  <a:cubicBezTo>
                    <a:pt x="122" y="131"/>
                    <a:pt x="124" y="130"/>
                    <a:pt x="124" y="131"/>
                  </a:cubicBezTo>
                  <a:cubicBezTo>
                    <a:pt x="127" y="130"/>
                    <a:pt x="129" y="132"/>
                    <a:pt x="131" y="131"/>
                  </a:cubicBezTo>
                  <a:cubicBezTo>
                    <a:pt x="132" y="131"/>
                    <a:pt x="131" y="132"/>
                    <a:pt x="132" y="132"/>
                  </a:cubicBezTo>
                  <a:cubicBezTo>
                    <a:pt x="133" y="132"/>
                    <a:pt x="134" y="132"/>
                    <a:pt x="136" y="132"/>
                  </a:cubicBezTo>
                  <a:cubicBezTo>
                    <a:pt x="137" y="132"/>
                    <a:pt x="137" y="133"/>
                    <a:pt x="137" y="133"/>
                  </a:cubicBezTo>
                  <a:cubicBezTo>
                    <a:pt x="138" y="133"/>
                    <a:pt x="139" y="133"/>
                    <a:pt x="139" y="133"/>
                  </a:cubicBezTo>
                  <a:cubicBezTo>
                    <a:pt x="140" y="134"/>
                    <a:pt x="141" y="133"/>
                    <a:pt x="142" y="134"/>
                  </a:cubicBezTo>
                  <a:cubicBezTo>
                    <a:pt x="143" y="134"/>
                    <a:pt x="143" y="135"/>
                    <a:pt x="143" y="135"/>
                  </a:cubicBezTo>
                  <a:cubicBezTo>
                    <a:pt x="144" y="135"/>
                    <a:pt x="145" y="134"/>
                    <a:pt x="146" y="134"/>
                  </a:cubicBezTo>
                  <a:cubicBezTo>
                    <a:pt x="146" y="134"/>
                    <a:pt x="147" y="135"/>
                    <a:pt x="147" y="135"/>
                  </a:cubicBezTo>
                  <a:cubicBezTo>
                    <a:pt x="148" y="135"/>
                    <a:pt x="149" y="135"/>
                    <a:pt x="149" y="135"/>
                  </a:cubicBezTo>
                  <a:cubicBezTo>
                    <a:pt x="150" y="134"/>
                    <a:pt x="151" y="134"/>
                    <a:pt x="151" y="134"/>
                  </a:cubicBezTo>
                  <a:cubicBezTo>
                    <a:pt x="151" y="134"/>
                    <a:pt x="153" y="133"/>
                    <a:pt x="152" y="133"/>
                  </a:cubicBezTo>
                  <a:cubicBezTo>
                    <a:pt x="150" y="132"/>
                    <a:pt x="155" y="132"/>
                    <a:pt x="155" y="131"/>
                  </a:cubicBezTo>
                  <a:cubicBezTo>
                    <a:pt x="158" y="131"/>
                    <a:pt x="158" y="130"/>
                    <a:pt x="161" y="130"/>
                  </a:cubicBezTo>
                  <a:cubicBezTo>
                    <a:pt x="162" y="130"/>
                    <a:pt x="162" y="131"/>
                    <a:pt x="162" y="131"/>
                  </a:cubicBezTo>
                  <a:cubicBezTo>
                    <a:pt x="163" y="131"/>
                    <a:pt x="165" y="131"/>
                    <a:pt x="166" y="131"/>
                  </a:cubicBezTo>
                  <a:cubicBezTo>
                    <a:pt x="167" y="131"/>
                    <a:pt x="168" y="132"/>
                    <a:pt x="168" y="132"/>
                  </a:cubicBezTo>
                  <a:cubicBezTo>
                    <a:pt x="169" y="132"/>
                    <a:pt x="170" y="131"/>
                    <a:pt x="171" y="131"/>
                  </a:cubicBezTo>
                  <a:cubicBezTo>
                    <a:pt x="171" y="131"/>
                    <a:pt x="171" y="132"/>
                    <a:pt x="171" y="132"/>
                  </a:cubicBezTo>
                  <a:cubicBezTo>
                    <a:pt x="172" y="132"/>
                    <a:pt x="173" y="131"/>
                    <a:pt x="175" y="132"/>
                  </a:cubicBezTo>
                  <a:cubicBezTo>
                    <a:pt x="176" y="132"/>
                    <a:pt x="173" y="132"/>
                    <a:pt x="173" y="132"/>
                  </a:cubicBezTo>
                  <a:cubicBezTo>
                    <a:pt x="174" y="133"/>
                    <a:pt x="180" y="133"/>
                    <a:pt x="183" y="133"/>
                  </a:cubicBezTo>
                  <a:cubicBezTo>
                    <a:pt x="183" y="135"/>
                    <a:pt x="191" y="134"/>
                    <a:pt x="193" y="133"/>
                  </a:cubicBezTo>
                  <a:cubicBezTo>
                    <a:pt x="194" y="134"/>
                    <a:pt x="198" y="133"/>
                    <a:pt x="199" y="133"/>
                  </a:cubicBezTo>
                  <a:cubicBezTo>
                    <a:pt x="200" y="134"/>
                    <a:pt x="199" y="133"/>
                    <a:pt x="201" y="133"/>
                  </a:cubicBezTo>
                  <a:cubicBezTo>
                    <a:pt x="203" y="133"/>
                    <a:pt x="204" y="134"/>
                    <a:pt x="206" y="134"/>
                  </a:cubicBezTo>
                  <a:cubicBezTo>
                    <a:pt x="208" y="134"/>
                    <a:pt x="208" y="133"/>
                    <a:pt x="211" y="133"/>
                  </a:cubicBezTo>
                  <a:cubicBezTo>
                    <a:pt x="212" y="132"/>
                    <a:pt x="211" y="130"/>
                    <a:pt x="214" y="130"/>
                  </a:cubicBezTo>
                  <a:cubicBezTo>
                    <a:pt x="214" y="129"/>
                    <a:pt x="213" y="129"/>
                    <a:pt x="213" y="128"/>
                  </a:cubicBezTo>
                  <a:cubicBezTo>
                    <a:pt x="216" y="128"/>
                    <a:pt x="216" y="125"/>
                    <a:pt x="219" y="126"/>
                  </a:cubicBezTo>
                  <a:cubicBezTo>
                    <a:pt x="219" y="125"/>
                    <a:pt x="218" y="124"/>
                    <a:pt x="215" y="124"/>
                  </a:cubicBezTo>
                  <a:cubicBezTo>
                    <a:pt x="215" y="124"/>
                    <a:pt x="216" y="123"/>
                    <a:pt x="216" y="122"/>
                  </a:cubicBezTo>
                  <a:cubicBezTo>
                    <a:pt x="215" y="121"/>
                    <a:pt x="209" y="121"/>
                    <a:pt x="208" y="120"/>
                  </a:cubicBezTo>
                  <a:cubicBezTo>
                    <a:pt x="206" y="121"/>
                    <a:pt x="203" y="120"/>
                    <a:pt x="202" y="122"/>
                  </a:cubicBezTo>
                  <a:cubicBezTo>
                    <a:pt x="201" y="122"/>
                    <a:pt x="201" y="121"/>
                    <a:pt x="201" y="121"/>
                  </a:cubicBezTo>
                  <a:cubicBezTo>
                    <a:pt x="199" y="120"/>
                    <a:pt x="196" y="121"/>
                    <a:pt x="194" y="121"/>
                  </a:cubicBezTo>
                  <a:cubicBezTo>
                    <a:pt x="193" y="121"/>
                    <a:pt x="193" y="122"/>
                    <a:pt x="191" y="122"/>
                  </a:cubicBezTo>
                  <a:cubicBezTo>
                    <a:pt x="188" y="122"/>
                    <a:pt x="189" y="120"/>
                    <a:pt x="184" y="120"/>
                  </a:cubicBezTo>
                  <a:cubicBezTo>
                    <a:pt x="184" y="119"/>
                    <a:pt x="183" y="119"/>
                    <a:pt x="183" y="118"/>
                  </a:cubicBezTo>
                  <a:cubicBezTo>
                    <a:pt x="182" y="118"/>
                    <a:pt x="181" y="118"/>
                    <a:pt x="181" y="118"/>
                  </a:cubicBezTo>
                  <a:cubicBezTo>
                    <a:pt x="180" y="117"/>
                    <a:pt x="179" y="117"/>
                    <a:pt x="177" y="117"/>
                  </a:cubicBezTo>
                  <a:cubicBezTo>
                    <a:pt x="179" y="115"/>
                    <a:pt x="178" y="113"/>
                    <a:pt x="177" y="111"/>
                  </a:cubicBezTo>
                  <a:cubicBezTo>
                    <a:pt x="174" y="112"/>
                    <a:pt x="171" y="110"/>
                    <a:pt x="171" y="113"/>
                  </a:cubicBezTo>
                  <a:cubicBezTo>
                    <a:pt x="168" y="112"/>
                    <a:pt x="168" y="113"/>
                    <a:pt x="165" y="112"/>
                  </a:cubicBezTo>
                  <a:cubicBezTo>
                    <a:pt x="165" y="113"/>
                    <a:pt x="165" y="113"/>
                    <a:pt x="164" y="113"/>
                  </a:cubicBezTo>
                  <a:cubicBezTo>
                    <a:pt x="165" y="114"/>
                    <a:pt x="166" y="114"/>
                    <a:pt x="166" y="114"/>
                  </a:cubicBezTo>
                  <a:cubicBezTo>
                    <a:pt x="167" y="115"/>
                    <a:pt x="166" y="115"/>
                    <a:pt x="168" y="115"/>
                  </a:cubicBezTo>
                  <a:cubicBezTo>
                    <a:pt x="167" y="117"/>
                    <a:pt x="167" y="116"/>
                    <a:pt x="169" y="117"/>
                  </a:cubicBezTo>
                  <a:cubicBezTo>
                    <a:pt x="170" y="118"/>
                    <a:pt x="168" y="118"/>
                    <a:pt x="167" y="118"/>
                  </a:cubicBezTo>
                  <a:cubicBezTo>
                    <a:pt x="167" y="118"/>
                    <a:pt x="166" y="120"/>
                    <a:pt x="165" y="120"/>
                  </a:cubicBezTo>
                  <a:cubicBezTo>
                    <a:pt x="163" y="119"/>
                    <a:pt x="165" y="121"/>
                    <a:pt x="161" y="121"/>
                  </a:cubicBezTo>
                  <a:cubicBezTo>
                    <a:pt x="161" y="120"/>
                    <a:pt x="160" y="120"/>
                    <a:pt x="159" y="120"/>
                  </a:cubicBezTo>
                  <a:cubicBezTo>
                    <a:pt x="159" y="119"/>
                    <a:pt x="160" y="119"/>
                    <a:pt x="161" y="119"/>
                  </a:cubicBezTo>
                  <a:cubicBezTo>
                    <a:pt x="160" y="118"/>
                    <a:pt x="157" y="117"/>
                    <a:pt x="159" y="116"/>
                  </a:cubicBezTo>
                  <a:cubicBezTo>
                    <a:pt x="158" y="116"/>
                    <a:pt x="156" y="116"/>
                    <a:pt x="155" y="116"/>
                  </a:cubicBezTo>
                  <a:cubicBezTo>
                    <a:pt x="155" y="116"/>
                    <a:pt x="157" y="116"/>
                    <a:pt x="157" y="116"/>
                  </a:cubicBezTo>
                  <a:cubicBezTo>
                    <a:pt x="157" y="116"/>
                    <a:pt x="155" y="114"/>
                    <a:pt x="152" y="114"/>
                  </a:cubicBezTo>
                  <a:cubicBezTo>
                    <a:pt x="153" y="111"/>
                    <a:pt x="150" y="111"/>
                    <a:pt x="150" y="109"/>
                  </a:cubicBezTo>
                  <a:cubicBezTo>
                    <a:pt x="151" y="108"/>
                    <a:pt x="148" y="109"/>
                    <a:pt x="147" y="108"/>
                  </a:cubicBezTo>
                  <a:cubicBezTo>
                    <a:pt x="147" y="108"/>
                    <a:pt x="149" y="108"/>
                    <a:pt x="148" y="107"/>
                  </a:cubicBezTo>
                  <a:cubicBezTo>
                    <a:pt x="146" y="107"/>
                    <a:pt x="146" y="108"/>
                    <a:pt x="144" y="107"/>
                  </a:cubicBezTo>
                  <a:cubicBezTo>
                    <a:pt x="144" y="107"/>
                    <a:pt x="146" y="106"/>
                    <a:pt x="145" y="106"/>
                  </a:cubicBezTo>
                  <a:cubicBezTo>
                    <a:pt x="145" y="106"/>
                    <a:pt x="144" y="106"/>
                    <a:pt x="144" y="106"/>
                  </a:cubicBezTo>
                  <a:cubicBezTo>
                    <a:pt x="143" y="107"/>
                    <a:pt x="144" y="106"/>
                    <a:pt x="143" y="105"/>
                  </a:cubicBezTo>
                  <a:cubicBezTo>
                    <a:pt x="139" y="106"/>
                    <a:pt x="139" y="104"/>
                    <a:pt x="135" y="105"/>
                  </a:cubicBezTo>
                  <a:cubicBezTo>
                    <a:pt x="135" y="104"/>
                    <a:pt x="134" y="104"/>
                    <a:pt x="134" y="104"/>
                  </a:cubicBezTo>
                  <a:cubicBezTo>
                    <a:pt x="133" y="103"/>
                    <a:pt x="134" y="103"/>
                    <a:pt x="134" y="103"/>
                  </a:cubicBezTo>
                  <a:cubicBezTo>
                    <a:pt x="133" y="102"/>
                    <a:pt x="132" y="103"/>
                    <a:pt x="132" y="103"/>
                  </a:cubicBezTo>
                  <a:cubicBezTo>
                    <a:pt x="131" y="102"/>
                    <a:pt x="131" y="101"/>
                    <a:pt x="131" y="101"/>
                  </a:cubicBezTo>
                  <a:cubicBezTo>
                    <a:pt x="130" y="102"/>
                    <a:pt x="129" y="101"/>
                    <a:pt x="129" y="101"/>
                  </a:cubicBezTo>
                  <a:cubicBezTo>
                    <a:pt x="128" y="100"/>
                    <a:pt x="127" y="100"/>
                    <a:pt x="128" y="100"/>
                  </a:cubicBezTo>
                  <a:cubicBezTo>
                    <a:pt x="124" y="100"/>
                    <a:pt x="125" y="100"/>
                    <a:pt x="122" y="100"/>
                  </a:cubicBezTo>
                  <a:cubicBezTo>
                    <a:pt x="121" y="100"/>
                    <a:pt x="121" y="101"/>
                    <a:pt x="120" y="101"/>
                  </a:cubicBezTo>
                  <a:cubicBezTo>
                    <a:pt x="119" y="102"/>
                    <a:pt x="122" y="101"/>
                    <a:pt x="122" y="103"/>
                  </a:cubicBezTo>
                  <a:cubicBezTo>
                    <a:pt x="122" y="103"/>
                    <a:pt x="123" y="104"/>
                    <a:pt x="124" y="104"/>
                  </a:cubicBezTo>
                  <a:cubicBezTo>
                    <a:pt x="124" y="104"/>
                    <a:pt x="124" y="105"/>
                    <a:pt x="126" y="105"/>
                  </a:cubicBezTo>
                  <a:cubicBezTo>
                    <a:pt x="124" y="106"/>
                    <a:pt x="128" y="106"/>
                    <a:pt x="129" y="106"/>
                  </a:cubicBezTo>
                  <a:cubicBezTo>
                    <a:pt x="129" y="107"/>
                    <a:pt x="129" y="108"/>
                    <a:pt x="131" y="108"/>
                  </a:cubicBezTo>
                  <a:cubicBezTo>
                    <a:pt x="132" y="107"/>
                    <a:pt x="131" y="108"/>
                    <a:pt x="132" y="108"/>
                  </a:cubicBezTo>
                  <a:cubicBezTo>
                    <a:pt x="133" y="109"/>
                    <a:pt x="135" y="109"/>
                    <a:pt x="135" y="110"/>
                  </a:cubicBezTo>
                  <a:cubicBezTo>
                    <a:pt x="137" y="109"/>
                    <a:pt x="137" y="110"/>
                    <a:pt x="137" y="110"/>
                  </a:cubicBezTo>
                  <a:cubicBezTo>
                    <a:pt x="138" y="110"/>
                    <a:pt x="139" y="110"/>
                    <a:pt x="138" y="110"/>
                  </a:cubicBezTo>
                  <a:cubicBezTo>
                    <a:pt x="139" y="110"/>
                    <a:pt x="140" y="111"/>
                    <a:pt x="140" y="110"/>
                  </a:cubicBezTo>
                  <a:cubicBezTo>
                    <a:pt x="143" y="110"/>
                    <a:pt x="140" y="113"/>
                    <a:pt x="143" y="112"/>
                  </a:cubicBezTo>
                  <a:cubicBezTo>
                    <a:pt x="143" y="113"/>
                    <a:pt x="139" y="112"/>
                    <a:pt x="137" y="112"/>
                  </a:cubicBezTo>
                  <a:cubicBezTo>
                    <a:pt x="138" y="113"/>
                    <a:pt x="139" y="113"/>
                    <a:pt x="139" y="113"/>
                  </a:cubicBezTo>
                  <a:cubicBezTo>
                    <a:pt x="140" y="114"/>
                    <a:pt x="138" y="116"/>
                    <a:pt x="139" y="116"/>
                  </a:cubicBezTo>
                  <a:cubicBezTo>
                    <a:pt x="139" y="116"/>
                    <a:pt x="136" y="116"/>
                    <a:pt x="134" y="117"/>
                  </a:cubicBezTo>
                  <a:cubicBezTo>
                    <a:pt x="136" y="116"/>
                    <a:pt x="135" y="115"/>
                    <a:pt x="136" y="115"/>
                  </a:cubicBezTo>
                  <a:cubicBezTo>
                    <a:pt x="136" y="114"/>
                    <a:pt x="136" y="113"/>
                    <a:pt x="134" y="113"/>
                  </a:cubicBezTo>
                  <a:cubicBezTo>
                    <a:pt x="133" y="113"/>
                    <a:pt x="135" y="113"/>
                    <a:pt x="133" y="112"/>
                  </a:cubicBezTo>
                  <a:cubicBezTo>
                    <a:pt x="131" y="111"/>
                    <a:pt x="129" y="112"/>
                    <a:pt x="130" y="110"/>
                  </a:cubicBezTo>
                  <a:cubicBezTo>
                    <a:pt x="125" y="111"/>
                    <a:pt x="125" y="109"/>
                    <a:pt x="122" y="109"/>
                  </a:cubicBezTo>
                  <a:cubicBezTo>
                    <a:pt x="121" y="108"/>
                    <a:pt x="119" y="108"/>
                    <a:pt x="118" y="106"/>
                  </a:cubicBezTo>
                  <a:cubicBezTo>
                    <a:pt x="117" y="106"/>
                    <a:pt x="117" y="107"/>
                    <a:pt x="117" y="106"/>
                  </a:cubicBezTo>
                  <a:cubicBezTo>
                    <a:pt x="117" y="105"/>
                    <a:pt x="115" y="106"/>
                    <a:pt x="115" y="105"/>
                  </a:cubicBezTo>
                  <a:cubicBezTo>
                    <a:pt x="114" y="105"/>
                    <a:pt x="115" y="105"/>
                    <a:pt x="115" y="105"/>
                  </a:cubicBezTo>
                  <a:cubicBezTo>
                    <a:pt x="114" y="104"/>
                    <a:pt x="112" y="105"/>
                    <a:pt x="111" y="105"/>
                  </a:cubicBezTo>
                  <a:cubicBezTo>
                    <a:pt x="110" y="104"/>
                    <a:pt x="112" y="104"/>
                    <a:pt x="113" y="104"/>
                  </a:cubicBezTo>
                  <a:cubicBezTo>
                    <a:pt x="111" y="103"/>
                    <a:pt x="106" y="103"/>
                    <a:pt x="103" y="104"/>
                  </a:cubicBezTo>
                  <a:cubicBezTo>
                    <a:pt x="102" y="104"/>
                    <a:pt x="105" y="104"/>
                    <a:pt x="105" y="104"/>
                  </a:cubicBezTo>
                  <a:cubicBezTo>
                    <a:pt x="104" y="105"/>
                    <a:pt x="103" y="104"/>
                    <a:pt x="102" y="105"/>
                  </a:cubicBezTo>
                  <a:cubicBezTo>
                    <a:pt x="100" y="105"/>
                    <a:pt x="100" y="107"/>
                    <a:pt x="98" y="106"/>
                  </a:cubicBezTo>
                  <a:cubicBezTo>
                    <a:pt x="94" y="106"/>
                    <a:pt x="93" y="105"/>
                    <a:pt x="88" y="105"/>
                  </a:cubicBezTo>
                  <a:cubicBezTo>
                    <a:pt x="86" y="105"/>
                    <a:pt x="87" y="107"/>
                    <a:pt x="84" y="106"/>
                  </a:cubicBezTo>
                  <a:cubicBezTo>
                    <a:pt x="84" y="107"/>
                    <a:pt x="84" y="108"/>
                    <a:pt x="84" y="109"/>
                  </a:cubicBezTo>
                  <a:cubicBezTo>
                    <a:pt x="81" y="110"/>
                    <a:pt x="75" y="109"/>
                    <a:pt x="76" y="112"/>
                  </a:cubicBezTo>
                  <a:cubicBezTo>
                    <a:pt x="70" y="112"/>
                    <a:pt x="75" y="114"/>
                    <a:pt x="69" y="114"/>
                  </a:cubicBezTo>
                  <a:cubicBezTo>
                    <a:pt x="69" y="115"/>
                    <a:pt x="72" y="116"/>
                    <a:pt x="70" y="116"/>
                  </a:cubicBezTo>
                  <a:cubicBezTo>
                    <a:pt x="70" y="118"/>
                    <a:pt x="68" y="116"/>
                    <a:pt x="66" y="118"/>
                  </a:cubicBezTo>
                  <a:cubicBezTo>
                    <a:pt x="66" y="118"/>
                    <a:pt x="66" y="118"/>
                    <a:pt x="67" y="119"/>
                  </a:cubicBezTo>
                  <a:cubicBezTo>
                    <a:pt x="67" y="120"/>
                    <a:pt x="64" y="119"/>
                    <a:pt x="62" y="119"/>
                  </a:cubicBezTo>
                  <a:cubicBezTo>
                    <a:pt x="61" y="119"/>
                    <a:pt x="61" y="120"/>
                    <a:pt x="60" y="121"/>
                  </a:cubicBezTo>
                  <a:cubicBezTo>
                    <a:pt x="57" y="121"/>
                    <a:pt x="52" y="120"/>
                    <a:pt x="49" y="122"/>
                  </a:cubicBezTo>
                  <a:cubicBezTo>
                    <a:pt x="48" y="122"/>
                    <a:pt x="47" y="121"/>
                    <a:pt x="46" y="120"/>
                  </a:cubicBezTo>
                  <a:cubicBezTo>
                    <a:pt x="42" y="120"/>
                    <a:pt x="37" y="121"/>
                    <a:pt x="35" y="120"/>
                  </a:cubicBezTo>
                  <a:cubicBezTo>
                    <a:pt x="36" y="118"/>
                    <a:pt x="37" y="116"/>
                    <a:pt x="34" y="115"/>
                  </a:cubicBezTo>
                  <a:cubicBezTo>
                    <a:pt x="34" y="114"/>
                    <a:pt x="36" y="114"/>
                    <a:pt x="36" y="113"/>
                  </a:cubicBezTo>
                  <a:cubicBezTo>
                    <a:pt x="37" y="112"/>
                    <a:pt x="35" y="110"/>
                    <a:pt x="37" y="109"/>
                  </a:cubicBezTo>
                  <a:cubicBezTo>
                    <a:pt x="37" y="108"/>
                    <a:pt x="37" y="107"/>
                    <a:pt x="34" y="106"/>
                  </a:cubicBezTo>
                  <a:cubicBezTo>
                    <a:pt x="35" y="106"/>
                    <a:pt x="37" y="106"/>
                    <a:pt x="36" y="105"/>
                  </a:cubicBezTo>
                  <a:cubicBezTo>
                    <a:pt x="39" y="105"/>
                    <a:pt x="45" y="104"/>
                    <a:pt x="44" y="106"/>
                  </a:cubicBezTo>
                  <a:cubicBezTo>
                    <a:pt x="47" y="105"/>
                    <a:pt x="56" y="107"/>
                    <a:pt x="58" y="106"/>
                  </a:cubicBezTo>
                  <a:cubicBezTo>
                    <a:pt x="59" y="105"/>
                    <a:pt x="59" y="106"/>
                    <a:pt x="60" y="106"/>
                  </a:cubicBezTo>
                  <a:cubicBezTo>
                    <a:pt x="60" y="106"/>
                    <a:pt x="61" y="105"/>
                    <a:pt x="61" y="105"/>
                  </a:cubicBezTo>
                  <a:cubicBezTo>
                    <a:pt x="61" y="105"/>
                    <a:pt x="61" y="106"/>
                    <a:pt x="61" y="106"/>
                  </a:cubicBezTo>
                  <a:cubicBezTo>
                    <a:pt x="64" y="106"/>
                    <a:pt x="65" y="105"/>
                    <a:pt x="66" y="104"/>
                  </a:cubicBezTo>
                  <a:cubicBezTo>
                    <a:pt x="66" y="103"/>
                    <a:pt x="69" y="100"/>
                    <a:pt x="66" y="99"/>
                  </a:cubicBezTo>
                  <a:cubicBezTo>
                    <a:pt x="65" y="99"/>
                    <a:pt x="67" y="98"/>
                    <a:pt x="65" y="97"/>
                  </a:cubicBezTo>
                  <a:cubicBezTo>
                    <a:pt x="65" y="97"/>
                    <a:pt x="63" y="97"/>
                    <a:pt x="62" y="97"/>
                  </a:cubicBezTo>
                  <a:cubicBezTo>
                    <a:pt x="63" y="96"/>
                    <a:pt x="63" y="96"/>
                    <a:pt x="63" y="95"/>
                  </a:cubicBezTo>
                  <a:cubicBezTo>
                    <a:pt x="62" y="95"/>
                    <a:pt x="61" y="96"/>
                    <a:pt x="61" y="96"/>
                  </a:cubicBezTo>
                  <a:cubicBezTo>
                    <a:pt x="60" y="96"/>
                    <a:pt x="61" y="95"/>
                    <a:pt x="60" y="95"/>
                  </a:cubicBezTo>
                  <a:cubicBezTo>
                    <a:pt x="59" y="95"/>
                    <a:pt x="57" y="95"/>
                    <a:pt x="55" y="94"/>
                  </a:cubicBezTo>
                  <a:cubicBezTo>
                    <a:pt x="55" y="94"/>
                    <a:pt x="55" y="94"/>
                    <a:pt x="54" y="94"/>
                  </a:cubicBezTo>
                  <a:cubicBezTo>
                    <a:pt x="53" y="94"/>
                    <a:pt x="52" y="94"/>
                    <a:pt x="52" y="93"/>
                  </a:cubicBezTo>
                  <a:cubicBezTo>
                    <a:pt x="51" y="92"/>
                    <a:pt x="55" y="93"/>
                    <a:pt x="54" y="93"/>
                  </a:cubicBezTo>
                  <a:cubicBezTo>
                    <a:pt x="57" y="92"/>
                    <a:pt x="59" y="91"/>
                    <a:pt x="65" y="92"/>
                  </a:cubicBezTo>
                  <a:cubicBezTo>
                    <a:pt x="66" y="91"/>
                    <a:pt x="64" y="91"/>
                    <a:pt x="63" y="91"/>
                  </a:cubicBezTo>
                  <a:cubicBezTo>
                    <a:pt x="64" y="89"/>
                    <a:pt x="67" y="91"/>
                    <a:pt x="69" y="91"/>
                  </a:cubicBezTo>
                  <a:cubicBezTo>
                    <a:pt x="70" y="91"/>
                    <a:pt x="72" y="90"/>
                    <a:pt x="72" y="91"/>
                  </a:cubicBezTo>
                  <a:cubicBezTo>
                    <a:pt x="74" y="90"/>
                    <a:pt x="74" y="88"/>
                    <a:pt x="78" y="88"/>
                  </a:cubicBezTo>
                  <a:cubicBezTo>
                    <a:pt x="77" y="87"/>
                    <a:pt x="81" y="88"/>
                    <a:pt x="80" y="86"/>
                  </a:cubicBezTo>
                  <a:cubicBezTo>
                    <a:pt x="82" y="86"/>
                    <a:pt x="84" y="86"/>
                    <a:pt x="86" y="86"/>
                  </a:cubicBezTo>
                  <a:cubicBezTo>
                    <a:pt x="86" y="86"/>
                    <a:pt x="85" y="86"/>
                    <a:pt x="84" y="86"/>
                  </a:cubicBezTo>
                  <a:cubicBezTo>
                    <a:pt x="84" y="85"/>
                    <a:pt x="87" y="85"/>
                    <a:pt x="86" y="84"/>
                  </a:cubicBezTo>
                  <a:cubicBezTo>
                    <a:pt x="89" y="84"/>
                    <a:pt x="88" y="84"/>
                    <a:pt x="90" y="84"/>
                  </a:cubicBezTo>
                  <a:cubicBezTo>
                    <a:pt x="88" y="81"/>
                    <a:pt x="92" y="82"/>
                    <a:pt x="92" y="80"/>
                  </a:cubicBezTo>
                  <a:cubicBezTo>
                    <a:pt x="93" y="80"/>
                    <a:pt x="95" y="80"/>
                    <a:pt x="96" y="80"/>
                  </a:cubicBezTo>
                  <a:cubicBezTo>
                    <a:pt x="97" y="80"/>
                    <a:pt x="97" y="79"/>
                    <a:pt x="98" y="79"/>
                  </a:cubicBezTo>
                  <a:cubicBezTo>
                    <a:pt x="99" y="79"/>
                    <a:pt x="99" y="79"/>
                    <a:pt x="99" y="79"/>
                  </a:cubicBezTo>
                  <a:cubicBezTo>
                    <a:pt x="100" y="79"/>
                    <a:pt x="100" y="79"/>
                    <a:pt x="100" y="79"/>
                  </a:cubicBezTo>
                  <a:cubicBezTo>
                    <a:pt x="101" y="79"/>
                    <a:pt x="103" y="79"/>
                    <a:pt x="104" y="79"/>
                  </a:cubicBezTo>
                  <a:cubicBezTo>
                    <a:pt x="105" y="79"/>
                    <a:pt x="105" y="77"/>
                    <a:pt x="108" y="78"/>
                  </a:cubicBezTo>
                  <a:cubicBezTo>
                    <a:pt x="107" y="77"/>
                    <a:pt x="104" y="77"/>
                    <a:pt x="105" y="75"/>
                  </a:cubicBezTo>
                  <a:cubicBezTo>
                    <a:pt x="107" y="75"/>
                    <a:pt x="106" y="75"/>
                    <a:pt x="106" y="73"/>
                  </a:cubicBezTo>
                  <a:cubicBezTo>
                    <a:pt x="106" y="72"/>
                    <a:pt x="107" y="71"/>
                    <a:pt x="107" y="70"/>
                  </a:cubicBezTo>
                  <a:cubicBezTo>
                    <a:pt x="108" y="70"/>
                    <a:pt x="109" y="70"/>
                    <a:pt x="111" y="70"/>
                  </a:cubicBezTo>
                  <a:cubicBezTo>
                    <a:pt x="114" y="70"/>
                    <a:pt x="108" y="68"/>
                    <a:pt x="113" y="69"/>
                  </a:cubicBezTo>
                  <a:cubicBezTo>
                    <a:pt x="113" y="69"/>
                    <a:pt x="114" y="69"/>
                    <a:pt x="115" y="69"/>
                  </a:cubicBezTo>
                  <a:cubicBezTo>
                    <a:pt x="113" y="70"/>
                    <a:pt x="113" y="69"/>
                    <a:pt x="114" y="70"/>
                  </a:cubicBezTo>
                  <a:cubicBezTo>
                    <a:pt x="114" y="71"/>
                    <a:pt x="113" y="72"/>
                    <a:pt x="116" y="72"/>
                  </a:cubicBezTo>
                  <a:cubicBezTo>
                    <a:pt x="116" y="73"/>
                    <a:pt x="116" y="73"/>
                    <a:pt x="115" y="73"/>
                  </a:cubicBezTo>
                  <a:cubicBezTo>
                    <a:pt x="115" y="74"/>
                    <a:pt x="119" y="73"/>
                    <a:pt x="121" y="74"/>
                  </a:cubicBezTo>
                  <a:cubicBezTo>
                    <a:pt x="120" y="75"/>
                    <a:pt x="114" y="74"/>
                    <a:pt x="114" y="76"/>
                  </a:cubicBezTo>
                  <a:cubicBezTo>
                    <a:pt x="113" y="77"/>
                    <a:pt x="116" y="77"/>
                    <a:pt x="117" y="77"/>
                  </a:cubicBezTo>
                  <a:cubicBezTo>
                    <a:pt x="118" y="78"/>
                    <a:pt x="118" y="78"/>
                    <a:pt x="120" y="78"/>
                  </a:cubicBezTo>
                  <a:cubicBezTo>
                    <a:pt x="119" y="77"/>
                    <a:pt x="116" y="77"/>
                    <a:pt x="121" y="77"/>
                  </a:cubicBezTo>
                  <a:cubicBezTo>
                    <a:pt x="122" y="77"/>
                    <a:pt x="123" y="77"/>
                    <a:pt x="125" y="77"/>
                  </a:cubicBezTo>
                  <a:cubicBezTo>
                    <a:pt x="126" y="77"/>
                    <a:pt x="127" y="78"/>
                    <a:pt x="129" y="78"/>
                  </a:cubicBezTo>
                  <a:cubicBezTo>
                    <a:pt x="131" y="78"/>
                    <a:pt x="132" y="77"/>
                    <a:pt x="134" y="77"/>
                  </a:cubicBezTo>
                  <a:cubicBezTo>
                    <a:pt x="135" y="77"/>
                    <a:pt x="138" y="78"/>
                    <a:pt x="139" y="77"/>
                  </a:cubicBezTo>
                  <a:cubicBezTo>
                    <a:pt x="140" y="77"/>
                    <a:pt x="139" y="77"/>
                    <a:pt x="139" y="77"/>
                  </a:cubicBezTo>
                  <a:cubicBezTo>
                    <a:pt x="142" y="76"/>
                    <a:pt x="145" y="77"/>
                    <a:pt x="146" y="76"/>
                  </a:cubicBezTo>
                  <a:cubicBezTo>
                    <a:pt x="150" y="78"/>
                    <a:pt x="153" y="74"/>
                    <a:pt x="155" y="75"/>
                  </a:cubicBezTo>
                  <a:cubicBezTo>
                    <a:pt x="155" y="75"/>
                    <a:pt x="155" y="74"/>
                    <a:pt x="155" y="73"/>
                  </a:cubicBezTo>
                  <a:cubicBezTo>
                    <a:pt x="157" y="74"/>
                    <a:pt x="157" y="73"/>
                    <a:pt x="157" y="72"/>
                  </a:cubicBezTo>
                  <a:cubicBezTo>
                    <a:pt x="157" y="72"/>
                    <a:pt x="158" y="71"/>
                    <a:pt x="158" y="71"/>
                  </a:cubicBezTo>
                  <a:cubicBezTo>
                    <a:pt x="159" y="71"/>
                    <a:pt x="158" y="71"/>
                    <a:pt x="158" y="70"/>
                  </a:cubicBezTo>
                  <a:cubicBezTo>
                    <a:pt x="161" y="70"/>
                    <a:pt x="162" y="69"/>
                    <a:pt x="162" y="69"/>
                  </a:cubicBezTo>
                  <a:cubicBezTo>
                    <a:pt x="163" y="69"/>
                    <a:pt x="163" y="69"/>
                    <a:pt x="163" y="70"/>
                  </a:cubicBezTo>
                  <a:cubicBezTo>
                    <a:pt x="164" y="69"/>
                    <a:pt x="165" y="69"/>
                    <a:pt x="167" y="69"/>
                  </a:cubicBezTo>
                  <a:cubicBezTo>
                    <a:pt x="168" y="69"/>
                    <a:pt x="168" y="68"/>
                    <a:pt x="169" y="68"/>
                  </a:cubicBezTo>
                  <a:cubicBezTo>
                    <a:pt x="169" y="67"/>
                    <a:pt x="169" y="66"/>
                    <a:pt x="167" y="66"/>
                  </a:cubicBezTo>
                  <a:cubicBezTo>
                    <a:pt x="168" y="66"/>
                    <a:pt x="168" y="65"/>
                    <a:pt x="168" y="64"/>
                  </a:cubicBezTo>
                  <a:cubicBezTo>
                    <a:pt x="170" y="64"/>
                    <a:pt x="171" y="64"/>
                    <a:pt x="171" y="63"/>
                  </a:cubicBezTo>
                  <a:cubicBezTo>
                    <a:pt x="174" y="64"/>
                    <a:pt x="174" y="63"/>
                    <a:pt x="178" y="63"/>
                  </a:cubicBezTo>
                  <a:cubicBezTo>
                    <a:pt x="178" y="63"/>
                    <a:pt x="179" y="64"/>
                    <a:pt x="179" y="64"/>
                  </a:cubicBezTo>
                  <a:cubicBezTo>
                    <a:pt x="180" y="64"/>
                    <a:pt x="180" y="63"/>
                    <a:pt x="181" y="63"/>
                  </a:cubicBezTo>
                  <a:cubicBezTo>
                    <a:pt x="182" y="63"/>
                    <a:pt x="183" y="64"/>
                    <a:pt x="183" y="64"/>
                  </a:cubicBezTo>
                  <a:cubicBezTo>
                    <a:pt x="184" y="64"/>
                    <a:pt x="183" y="63"/>
                    <a:pt x="184" y="63"/>
                  </a:cubicBezTo>
                  <a:cubicBezTo>
                    <a:pt x="184" y="63"/>
                    <a:pt x="186" y="63"/>
                    <a:pt x="186" y="63"/>
                  </a:cubicBezTo>
                  <a:cubicBezTo>
                    <a:pt x="187" y="62"/>
                    <a:pt x="187" y="61"/>
                    <a:pt x="190" y="62"/>
                  </a:cubicBezTo>
                  <a:cubicBezTo>
                    <a:pt x="189" y="61"/>
                    <a:pt x="190" y="59"/>
                    <a:pt x="187" y="59"/>
                  </a:cubicBezTo>
                  <a:cubicBezTo>
                    <a:pt x="185" y="59"/>
                    <a:pt x="185" y="60"/>
                    <a:pt x="185" y="60"/>
                  </a:cubicBezTo>
                  <a:cubicBezTo>
                    <a:pt x="184" y="60"/>
                    <a:pt x="184" y="60"/>
                    <a:pt x="183" y="60"/>
                  </a:cubicBezTo>
                  <a:cubicBezTo>
                    <a:pt x="182" y="60"/>
                    <a:pt x="182" y="60"/>
                    <a:pt x="182" y="60"/>
                  </a:cubicBezTo>
                  <a:cubicBezTo>
                    <a:pt x="181" y="60"/>
                    <a:pt x="181" y="60"/>
                    <a:pt x="180" y="60"/>
                  </a:cubicBezTo>
                  <a:cubicBezTo>
                    <a:pt x="178" y="60"/>
                    <a:pt x="177" y="61"/>
                    <a:pt x="175" y="60"/>
                  </a:cubicBezTo>
                  <a:cubicBezTo>
                    <a:pt x="174" y="60"/>
                    <a:pt x="174" y="61"/>
                    <a:pt x="174" y="61"/>
                  </a:cubicBezTo>
                  <a:cubicBezTo>
                    <a:pt x="170" y="61"/>
                    <a:pt x="165" y="61"/>
                    <a:pt x="162" y="61"/>
                  </a:cubicBezTo>
                  <a:cubicBezTo>
                    <a:pt x="162" y="61"/>
                    <a:pt x="162" y="60"/>
                    <a:pt x="162" y="60"/>
                  </a:cubicBezTo>
                  <a:cubicBezTo>
                    <a:pt x="161" y="59"/>
                    <a:pt x="159" y="60"/>
                    <a:pt x="158" y="59"/>
                  </a:cubicBezTo>
                  <a:cubicBezTo>
                    <a:pt x="161" y="57"/>
                    <a:pt x="159" y="55"/>
                    <a:pt x="158" y="52"/>
                  </a:cubicBezTo>
                  <a:cubicBezTo>
                    <a:pt x="161" y="52"/>
                    <a:pt x="165" y="50"/>
                    <a:pt x="166" y="51"/>
                  </a:cubicBezTo>
                  <a:cubicBezTo>
                    <a:pt x="168" y="51"/>
                    <a:pt x="166" y="50"/>
                    <a:pt x="167" y="49"/>
                  </a:cubicBezTo>
                  <a:cubicBezTo>
                    <a:pt x="170" y="49"/>
                    <a:pt x="170" y="46"/>
                    <a:pt x="171" y="46"/>
                  </a:cubicBezTo>
                  <a:cubicBezTo>
                    <a:pt x="171" y="46"/>
                    <a:pt x="173" y="46"/>
                    <a:pt x="173" y="46"/>
                  </a:cubicBezTo>
                  <a:cubicBezTo>
                    <a:pt x="173" y="45"/>
                    <a:pt x="169" y="44"/>
                    <a:pt x="171" y="43"/>
                  </a:cubicBezTo>
                  <a:cubicBezTo>
                    <a:pt x="170" y="44"/>
                    <a:pt x="167" y="43"/>
                    <a:pt x="165" y="43"/>
                  </a:cubicBezTo>
                  <a:cubicBezTo>
                    <a:pt x="163" y="43"/>
                    <a:pt x="161" y="44"/>
                    <a:pt x="158" y="44"/>
                  </a:cubicBezTo>
                  <a:cubicBezTo>
                    <a:pt x="157" y="44"/>
                    <a:pt x="157" y="47"/>
                    <a:pt x="157" y="46"/>
                  </a:cubicBezTo>
                  <a:cubicBezTo>
                    <a:pt x="157" y="47"/>
                    <a:pt x="156" y="46"/>
                    <a:pt x="155" y="46"/>
                  </a:cubicBezTo>
                  <a:cubicBezTo>
                    <a:pt x="155" y="47"/>
                    <a:pt x="156" y="48"/>
                    <a:pt x="155" y="48"/>
                  </a:cubicBezTo>
                  <a:cubicBezTo>
                    <a:pt x="155" y="48"/>
                    <a:pt x="153" y="49"/>
                    <a:pt x="151" y="50"/>
                  </a:cubicBezTo>
                  <a:cubicBezTo>
                    <a:pt x="149" y="52"/>
                    <a:pt x="149" y="53"/>
                    <a:pt x="144" y="53"/>
                  </a:cubicBezTo>
                  <a:cubicBezTo>
                    <a:pt x="144" y="53"/>
                    <a:pt x="146" y="54"/>
                    <a:pt x="144" y="54"/>
                  </a:cubicBezTo>
                  <a:cubicBezTo>
                    <a:pt x="143" y="54"/>
                    <a:pt x="144" y="55"/>
                    <a:pt x="143" y="55"/>
                  </a:cubicBezTo>
                  <a:cubicBezTo>
                    <a:pt x="143" y="55"/>
                    <a:pt x="142" y="55"/>
                    <a:pt x="141" y="55"/>
                  </a:cubicBezTo>
                  <a:cubicBezTo>
                    <a:pt x="141" y="55"/>
                    <a:pt x="142" y="56"/>
                    <a:pt x="141" y="56"/>
                  </a:cubicBezTo>
                  <a:cubicBezTo>
                    <a:pt x="141" y="56"/>
                    <a:pt x="140" y="56"/>
                    <a:pt x="140" y="56"/>
                  </a:cubicBezTo>
                  <a:cubicBezTo>
                    <a:pt x="140" y="57"/>
                    <a:pt x="141" y="58"/>
                    <a:pt x="139" y="58"/>
                  </a:cubicBezTo>
                  <a:cubicBezTo>
                    <a:pt x="140" y="58"/>
                    <a:pt x="142" y="59"/>
                    <a:pt x="140" y="59"/>
                  </a:cubicBezTo>
                  <a:cubicBezTo>
                    <a:pt x="142" y="59"/>
                    <a:pt x="143" y="60"/>
                    <a:pt x="145" y="60"/>
                  </a:cubicBezTo>
                  <a:cubicBezTo>
                    <a:pt x="145" y="61"/>
                    <a:pt x="146" y="62"/>
                    <a:pt x="147" y="62"/>
                  </a:cubicBezTo>
                  <a:cubicBezTo>
                    <a:pt x="147" y="62"/>
                    <a:pt x="146" y="62"/>
                    <a:pt x="145" y="63"/>
                  </a:cubicBezTo>
                  <a:cubicBezTo>
                    <a:pt x="145" y="63"/>
                    <a:pt x="145" y="64"/>
                    <a:pt x="144" y="64"/>
                  </a:cubicBezTo>
                  <a:cubicBezTo>
                    <a:pt x="144" y="65"/>
                    <a:pt x="142" y="65"/>
                    <a:pt x="140" y="65"/>
                  </a:cubicBezTo>
                  <a:cubicBezTo>
                    <a:pt x="140" y="67"/>
                    <a:pt x="137" y="67"/>
                    <a:pt x="137" y="70"/>
                  </a:cubicBezTo>
                  <a:cubicBezTo>
                    <a:pt x="134" y="69"/>
                    <a:pt x="134" y="72"/>
                    <a:pt x="132" y="72"/>
                  </a:cubicBezTo>
                  <a:cubicBezTo>
                    <a:pt x="131" y="72"/>
                    <a:pt x="131" y="72"/>
                    <a:pt x="131" y="72"/>
                  </a:cubicBezTo>
                  <a:cubicBezTo>
                    <a:pt x="129" y="73"/>
                    <a:pt x="130" y="73"/>
                    <a:pt x="130" y="73"/>
                  </a:cubicBezTo>
                  <a:cubicBezTo>
                    <a:pt x="128" y="74"/>
                    <a:pt x="126" y="73"/>
                    <a:pt x="125" y="74"/>
                  </a:cubicBezTo>
                  <a:cubicBezTo>
                    <a:pt x="122" y="74"/>
                    <a:pt x="124" y="72"/>
                    <a:pt x="124" y="71"/>
                  </a:cubicBezTo>
                  <a:cubicBezTo>
                    <a:pt x="123" y="71"/>
                    <a:pt x="123" y="70"/>
                    <a:pt x="122" y="70"/>
                  </a:cubicBezTo>
                  <a:cubicBezTo>
                    <a:pt x="119" y="69"/>
                    <a:pt x="123" y="68"/>
                    <a:pt x="119" y="68"/>
                  </a:cubicBezTo>
                  <a:cubicBezTo>
                    <a:pt x="120" y="67"/>
                    <a:pt x="117" y="67"/>
                    <a:pt x="117" y="66"/>
                  </a:cubicBezTo>
                  <a:cubicBezTo>
                    <a:pt x="117" y="66"/>
                    <a:pt x="118" y="66"/>
                    <a:pt x="118" y="65"/>
                  </a:cubicBezTo>
                  <a:cubicBezTo>
                    <a:pt x="117" y="64"/>
                    <a:pt x="115" y="63"/>
                    <a:pt x="113" y="62"/>
                  </a:cubicBezTo>
                  <a:cubicBezTo>
                    <a:pt x="110" y="63"/>
                    <a:pt x="111" y="65"/>
                    <a:pt x="106" y="65"/>
                  </a:cubicBezTo>
                  <a:cubicBezTo>
                    <a:pt x="106" y="65"/>
                    <a:pt x="107" y="65"/>
                    <a:pt x="108" y="65"/>
                  </a:cubicBezTo>
                  <a:cubicBezTo>
                    <a:pt x="108" y="66"/>
                    <a:pt x="107" y="66"/>
                    <a:pt x="106" y="66"/>
                  </a:cubicBezTo>
                  <a:cubicBezTo>
                    <a:pt x="104" y="66"/>
                    <a:pt x="105" y="67"/>
                    <a:pt x="103" y="67"/>
                  </a:cubicBezTo>
                  <a:cubicBezTo>
                    <a:pt x="98" y="68"/>
                    <a:pt x="100" y="65"/>
                    <a:pt x="95" y="66"/>
                  </a:cubicBezTo>
                  <a:cubicBezTo>
                    <a:pt x="95" y="65"/>
                    <a:pt x="96" y="65"/>
                    <a:pt x="97" y="65"/>
                  </a:cubicBezTo>
                  <a:cubicBezTo>
                    <a:pt x="98" y="64"/>
                    <a:pt x="94" y="63"/>
                    <a:pt x="97" y="62"/>
                  </a:cubicBezTo>
                  <a:cubicBezTo>
                    <a:pt x="96" y="62"/>
                    <a:pt x="95" y="61"/>
                    <a:pt x="94" y="61"/>
                  </a:cubicBezTo>
                  <a:cubicBezTo>
                    <a:pt x="93" y="61"/>
                    <a:pt x="95" y="60"/>
                    <a:pt x="95" y="60"/>
                  </a:cubicBezTo>
                  <a:cubicBezTo>
                    <a:pt x="95" y="60"/>
                    <a:pt x="93" y="60"/>
                    <a:pt x="93" y="59"/>
                  </a:cubicBezTo>
                  <a:cubicBezTo>
                    <a:pt x="93" y="59"/>
                    <a:pt x="94" y="56"/>
                    <a:pt x="93" y="58"/>
                  </a:cubicBezTo>
                  <a:cubicBezTo>
                    <a:pt x="91" y="58"/>
                    <a:pt x="92" y="57"/>
                    <a:pt x="94" y="57"/>
                  </a:cubicBezTo>
                  <a:cubicBezTo>
                    <a:pt x="92" y="55"/>
                    <a:pt x="97" y="55"/>
                    <a:pt x="95" y="54"/>
                  </a:cubicBezTo>
                  <a:cubicBezTo>
                    <a:pt x="95" y="54"/>
                    <a:pt x="98" y="54"/>
                    <a:pt x="98" y="53"/>
                  </a:cubicBezTo>
                  <a:cubicBezTo>
                    <a:pt x="98" y="53"/>
                    <a:pt x="99" y="53"/>
                    <a:pt x="99" y="53"/>
                  </a:cubicBezTo>
                  <a:cubicBezTo>
                    <a:pt x="100" y="53"/>
                    <a:pt x="100" y="53"/>
                    <a:pt x="101" y="53"/>
                  </a:cubicBezTo>
                  <a:cubicBezTo>
                    <a:pt x="102" y="52"/>
                    <a:pt x="102" y="52"/>
                    <a:pt x="102" y="51"/>
                  </a:cubicBezTo>
                  <a:cubicBezTo>
                    <a:pt x="104" y="51"/>
                    <a:pt x="105" y="51"/>
                    <a:pt x="105" y="50"/>
                  </a:cubicBezTo>
                  <a:cubicBezTo>
                    <a:pt x="108" y="50"/>
                    <a:pt x="106" y="52"/>
                    <a:pt x="110" y="51"/>
                  </a:cubicBezTo>
                  <a:cubicBezTo>
                    <a:pt x="110" y="51"/>
                    <a:pt x="109" y="51"/>
                    <a:pt x="108" y="51"/>
                  </a:cubicBezTo>
                  <a:cubicBezTo>
                    <a:pt x="110" y="49"/>
                    <a:pt x="113" y="50"/>
                    <a:pt x="116" y="49"/>
                  </a:cubicBezTo>
                  <a:cubicBezTo>
                    <a:pt x="116" y="48"/>
                    <a:pt x="115" y="48"/>
                    <a:pt x="116" y="48"/>
                  </a:cubicBezTo>
                  <a:cubicBezTo>
                    <a:pt x="116" y="48"/>
                    <a:pt x="117" y="48"/>
                    <a:pt x="118" y="48"/>
                  </a:cubicBezTo>
                  <a:cubicBezTo>
                    <a:pt x="118" y="47"/>
                    <a:pt x="117" y="47"/>
                    <a:pt x="118" y="46"/>
                  </a:cubicBezTo>
                  <a:cubicBezTo>
                    <a:pt x="118" y="46"/>
                    <a:pt x="120" y="46"/>
                    <a:pt x="121" y="45"/>
                  </a:cubicBezTo>
                  <a:cubicBezTo>
                    <a:pt x="121" y="45"/>
                    <a:pt x="120" y="44"/>
                    <a:pt x="121" y="43"/>
                  </a:cubicBezTo>
                  <a:cubicBezTo>
                    <a:pt x="121" y="43"/>
                    <a:pt x="122" y="44"/>
                    <a:pt x="123" y="44"/>
                  </a:cubicBezTo>
                  <a:cubicBezTo>
                    <a:pt x="122" y="44"/>
                    <a:pt x="124" y="41"/>
                    <a:pt x="124" y="41"/>
                  </a:cubicBezTo>
                  <a:cubicBezTo>
                    <a:pt x="126" y="43"/>
                    <a:pt x="126" y="41"/>
                    <a:pt x="129" y="40"/>
                  </a:cubicBezTo>
                  <a:cubicBezTo>
                    <a:pt x="128" y="40"/>
                    <a:pt x="130" y="39"/>
                    <a:pt x="129" y="39"/>
                  </a:cubicBezTo>
                  <a:cubicBezTo>
                    <a:pt x="129" y="38"/>
                    <a:pt x="131" y="39"/>
                    <a:pt x="132" y="37"/>
                  </a:cubicBezTo>
                  <a:cubicBezTo>
                    <a:pt x="132" y="37"/>
                    <a:pt x="133" y="37"/>
                    <a:pt x="134" y="37"/>
                  </a:cubicBezTo>
                  <a:cubicBezTo>
                    <a:pt x="135" y="36"/>
                    <a:pt x="134" y="36"/>
                    <a:pt x="134" y="36"/>
                  </a:cubicBezTo>
                  <a:cubicBezTo>
                    <a:pt x="136" y="35"/>
                    <a:pt x="138" y="35"/>
                    <a:pt x="140" y="35"/>
                  </a:cubicBezTo>
                  <a:cubicBezTo>
                    <a:pt x="142" y="34"/>
                    <a:pt x="140" y="34"/>
                    <a:pt x="141" y="33"/>
                  </a:cubicBezTo>
                  <a:cubicBezTo>
                    <a:pt x="142" y="32"/>
                    <a:pt x="144" y="32"/>
                    <a:pt x="144" y="31"/>
                  </a:cubicBezTo>
                  <a:cubicBezTo>
                    <a:pt x="145" y="30"/>
                    <a:pt x="147" y="32"/>
                    <a:pt x="147" y="30"/>
                  </a:cubicBezTo>
                  <a:cubicBezTo>
                    <a:pt x="151" y="29"/>
                    <a:pt x="155" y="31"/>
                    <a:pt x="155" y="28"/>
                  </a:cubicBezTo>
                  <a:cubicBezTo>
                    <a:pt x="157" y="28"/>
                    <a:pt x="161" y="27"/>
                    <a:pt x="164" y="28"/>
                  </a:cubicBezTo>
                  <a:cubicBezTo>
                    <a:pt x="165" y="28"/>
                    <a:pt x="166" y="27"/>
                    <a:pt x="166" y="27"/>
                  </a:cubicBezTo>
                  <a:cubicBezTo>
                    <a:pt x="169" y="26"/>
                    <a:pt x="172" y="28"/>
                    <a:pt x="171" y="26"/>
                  </a:cubicBezTo>
                  <a:cubicBezTo>
                    <a:pt x="173" y="26"/>
                    <a:pt x="173" y="28"/>
                    <a:pt x="175" y="28"/>
                  </a:cubicBezTo>
                  <a:cubicBezTo>
                    <a:pt x="177" y="28"/>
                    <a:pt x="176" y="26"/>
                    <a:pt x="179" y="27"/>
                  </a:cubicBezTo>
                  <a:cubicBezTo>
                    <a:pt x="179" y="28"/>
                    <a:pt x="178" y="28"/>
                    <a:pt x="178" y="28"/>
                  </a:cubicBezTo>
                  <a:cubicBezTo>
                    <a:pt x="179" y="28"/>
                    <a:pt x="184" y="26"/>
                    <a:pt x="186" y="27"/>
                  </a:cubicBezTo>
                  <a:cubicBezTo>
                    <a:pt x="187" y="28"/>
                    <a:pt x="186" y="27"/>
                    <a:pt x="188" y="27"/>
                  </a:cubicBezTo>
                  <a:cubicBezTo>
                    <a:pt x="190" y="27"/>
                    <a:pt x="192" y="28"/>
                    <a:pt x="195" y="28"/>
                  </a:cubicBezTo>
                  <a:cubicBezTo>
                    <a:pt x="195" y="28"/>
                    <a:pt x="195" y="29"/>
                    <a:pt x="195" y="29"/>
                  </a:cubicBezTo>
                  <a:cubicBezTo>
                    <a:pt x="195" y="29"/>
                    <a:pt x="193" y="29"/>
                    <a:pt x="193" y="29"/>
                  </a:cubicBezTo>
                  <a:cubicBezTo>
                    <a:pt x="192" y="30"/>
                    <a:pt x="193" y="30"/>
                    <a:pt x="191" y="30"/>
                  </a:cubicBezTo>
                  <a:cubicBezTo>
                    <a:pt x="193" y="31"/>
                    <a:pt x="199" y="30"/>
                    <a:pt x="201" y="30"/>
                  </a:cubicBezTo>
                  <a:cubicBezTo>
                    <a:pt x="203" y="30"/>
                    <a:pt x="202" y="31"/>
                    <a:pt x="203" y="31"/>
                  </a:cubicBezTo>
                  <a:cubicBezTo>
                    <a:pt x="204" y="31"/>
                    <a:pt x="206" y="31"/>
                    <a:pt x="206" y="32"/>
                  </a:cubicBezTo>
                  <a:cubicBezTo>
                    <a:pt x="213" y="31"/>
                    <a:pt x="214" y="34"/>
                    <a:pt x="219" y="33"/>
                  </a:cubicBezTo>
                  <a:cubicBezTo>
                    <a:pt x="218" y="34"/>
                    <a:pt x="222" y="33"/>
                    <a:pt x="222" y="35"/>
                  </a:cubicBezTo>
                  <a:cubicBezTo>
                    <a:pt x="224" y="35"/>
                    <a:pt x="228" y="34"/>
                    <a:pt x="226" y="36"/>
                  </a:cubicBezTo>
                  <a:cubicBezTo>
                    <a:pt x="228" y="36"/>
                    <a:pt x="230" y="36"/>
                    <a:pt x="232" y="36"/>
                  </a:cubicBezTo>
                  <a:cubicBezTo>
                    <a:pt x="232" y="36"/>
                    <a:pt x="231" y="37"/>
                    <a:pt x="232" y="37"/>
                  </a:cubicBezTo>
                  <a:cubicBezTo>
                    <a:pt x="232" y="37"/>
                    <a:pt x="234" y="37"/>
                    <a:pt x="235" y="37"/>
                  </a:cubicBezTo>
                  <a:cubicBezTo>
                    <a:pt x="235" y="39"/>
                    <a:pt x="235" y="39"/>
                    <a:pt x="235" y="41"/>
                  </a:cubicBezTo>
                  <a:cubicBezTo>
                    <a:pt x="233" y="40"/>
                    <a:pt x="231" y="42"/>
                    <a:pt x="229" y="42"/>
                  </a:cubicBezTo>
                  <a:cubicBezTo>
                    <a:pt x="226" y="42"/>
                    <a:pt x="222" y="40"/>
                    <a:pt x="220" y="42"/>
                  </a:cubicBezTo>
                  <a:cubicBezTo>
                    <a:pt x="218" y="42"/>
                    <a:pt x="219" y="41"/>
                    <a:pt x="219" y="41"/>
                  </a:cubicBezTo>
                  <a:cubicBezTo>
                    <a:pt x="217" y="41"/>
                    <a:pt x="217" y="41"/>
                    <a:pt x="217" y="41"/>
                  </a:cubicBezTo>
                  <a:cubicBezTo>
                    <a:pt x="216" y="41"/>
                    <a:pt x="215" y="40"/>
                    <a:pt x="215" y="40"/>
                  </a:cubicBezTo>
                  <a:cubicBezTo>
                    <a:pt x="213" y="40"/>
                    <a:pt x="210" y="42"/>
                    <a:pt x="211" y="40"/>
                  </a:cubicBezTo>
                  <a:cubicBezTo>
                    <a:pt x="208" y="40"/>
                    <a:pt x="208" y="40"/>
                    <a:pt x="205" y="40"/>
                  </a:cubicBezTo>
                  <a:cubicBezTo>
                    <a:pt x="204" y="41"/>
                    <a:pt x="206" y="41"/>
                    <a:pt x="207" y="41"/>
                  </a:cubicBezTo>
                  <a:cubicBezTo>
                    <a:pt x="208" y="41"/>
                    <a:pt x="208" y="41"/>
                    <a:pt x="210" y="41"/>
                  </a:cubicBezTo>
                  <a:cubicBezTo>
                    <a:pt x="208" y="42"/>
                    <a:pt x="210" y="42"/>
                    <a:pt x="211" y="42"/>
                  </a:cubicBezTo>
                  <a:cubicBezTo>
                    <a:pt x="211" y="42"/>
                    <a:pt x="211" y="43"/>
                    <a:pt x="211" y="43"/>
                  </a:cubicBezTo>
                  <a:cubicBezTo>
                    <a:pt x="211" y="44"/>
                    <a:pt x="213" y="44"/>
                    <a:pt x="213" y="44"/>
                  </a:cubicBezTo>
                  <a:cubicBezTo>
                    <a:pt x="213" y="45"/>
                    <a:pt x="215" y="46"/>
                    <a:pt x="215" y="48"/>
                  </a:cubicBezTo>
                  <a:cubicBezTo>
                    <a:pt x="215" y="49"/>
                    <a:pt x="221" y="48"/>
                    <a:pt x="222" y="50"/>
                  </a:cubicBezTo>
                  <a:cubicBezTo>
                    <a:pt x="223" y="49"/>
                    <a:pt x="223" y="48"/>
                    <a:pt x="225" y="49"/>
                  </a:cubicBezTo>
                  <a:cubicBezTo>
                    <a:pt x="224" y="47"/>
                    <a:pt x="220" y="48"/>
                    <a:pt x="219" y="47"/>
                  </a:cubicBezTo>
                  <a:cubicBezTo>
                    <a:pt x="218" y="45"/>
                    <a:pt x="224" y="46"/>
                    <a:pt x="227" y="46"/>
                  </a:cubicBezTo>
                  <a:cubicBezTo>
                    <a:pt x="226" y="47"/>
                    <a:pt x="231" y="45"/>
                    <a:pt x="230" y="47"/>
                  </a:cubicBezTo>
                  <a:cubicBezTo>
                    <a:pt x="232" y="48"/>
                    <a:pt x="234" y="46"/>
                    <a:pt x="234" y="48"/>
                  </a:cubicBezTo>
                  <a:cubicBezTo>
                    <a:pt x="236" y="47"/>
                    <a:pt x="234" y="45"/>
                    <a:pt x="232" y="45"/>
                  </a:cubicBezTo>
                  <a:cubicBezTo>
                    <a:pt x="232" y="44"/>
                    <a:pt x="234" y="44"/>
                    <a:pt x="236" y="44"/>
                  </a:cubicBezTo>
                  <a:cubicBezTo>
                    <a:pt x="238" y="43"/>
                    <a:pt x="238" y="42"/>
                    <a:pt x="239" y="41"/>
                  </a:cubicBezTo>
                  <a:cubicBezTo>
                    <a:pt x="244" y="41"/>
                    <a:pt x="246" y="42"/>
                    <a:pt x="248" y="42"/>
                  </a:cubicBezTo>
                  <a:cubicBezTo>
                    <a:pt x="249" y="42"/>
                    <a:pt x="249" y="41"/>
                    <a:pt x="250" y="41"/>
                  </a:cubicBezTo>
                  <a:cubicBezTo>
                    <a:pt x="250" y="41"/>
                    <a:pt x="250" y="40"/>
                    <a:pt x="248" y="40"/>
                  </a:cubicBezTo>
                  <a:cubicBezTo>
                    <a:pt x="250" y="38"/>
                    <a:pt x="250" y="36"/>
                    <a:pt x="249" y="35"/>
                  </a:cubicBezTo>
                  <a:cubicBezTo>
                    <a:pt x="253" y="35"/>
                    <a:pt x="255" y="34"/>
                    <a:pt x="257" y="35"/>
                  </a:cubicBezTo>
                  <a:cubicBezTo>
                    <a:pt x="258" y="35"/>
                    <a:pt x="261" y="35"/>
                    <a:pt x="260" y="36"/>
                  </a:cubicBezTo>
                  <a:cubicBezTo>
                    <a:pt x="258" y="36"/>
                    <a:pt x="256" y="36"/>
                    <a:pt x="254" y="36"/>
                  </a:cubicBezTo>
                  <a:cubicBezTo>
                    <a:pt x="254" y="37"/>
                    <a:pt x="254" y="37"/>
                    <a:pt x="254" y="38"/>
                  </a:cubicBezTo>
                  <a:cubicBezTo>
                    <a:pt x="257" y="39"/>
                    <a:pt x="257" y="38"/>
                    <a:pt x="259" y="38"/>
                  </a:cubicBezTo>
                  <a:cubicBezTo>
                    <a:pt x="260" y="39"/>
                    <a:pt x="256" y="39"/>
                    <a:pt x="256" y="39"/>
                  </a:cubicBezTo>
                  <a:cubicBezTo>
                    <a:pt x="255" y="40"/>
                    <a:pt x="259" y="39"/>
                    <a:pt x="260" y="40"/>
                  </a:cubicBezTo>
                  <a:cubicBezTo>
                    <a:pt x="262" y="39"/>
                    <a:pt x="264" y="39"/>
                    <a:pt x="265" y="38"/>
                  </a:cubicBezTo>
                  <a:cubicBezTo>
                    <a:pt x="266" y="38"/>
                    <a:pt x="266" y="38"/>
                    <a:pt x="266" y="37"/>
                  </a:cubicBezTo>
                  <a:cubicBezTo>
                    <a:pt x="271" y="38"/>
                    <a:pt x="270" y="36"/>
                    <a:pt x="274" y="36"/>
                  </a:cubicBezTo>
                  <a:cubicBezTo>
                    <a:pt x="275" y="36"/>
                    <a:pt x="276" y="35"/>
                    <a:pt x="276" y="35"/>
                  </a:cubicBezTo>
                  <a:cubicBezTo>
                    <a:pt x="278" y="35"/>
                    <a:pt x="279" y="34"/>
                    <a:pt x="279" y="34"/>
                  </a:cubicBezTo>
                  <a:cubicBezTo>
                    <a:pt x="283" y="35"/>
                    <a:pt x="286" y="33"/>
                    <a:pt x="290" y="33"/>
                  </a:cubicBezTo>
                  <a:cubicBezTo>
                    <a:pt x="290" y="33"/>
                    <a:pt x="290" y="34"/>
                    <a:pt x="290" y="35"/>
                  </a:cubicBezTo>
                  <a:cubicBezTo>
                    <a:pt x="293" y="35"/>
                    <a:pt x="297" y="35"/>
                    <a:pt x="299" y="34"/>
                  </a:cubicBezTo>
                  <a:cubicBezTo>
                    <a:pt x="299" y="34"/>
                    <a:pt x="301" y="34"/>
                    <a:pt x="301" y="34"/>
                  </a:cubicBezTo>
                  <a:cubicBezTo>
                    <a:pt x="301" y="34"/>
                    <a:pt x="301" y="34"/>
                    <a:pt x="301" y="34"/>
                  </a:cubicBezTo>
                  <a:cubicBezTo>
                    <a:pt x="303" y="33"/>
                    <a:pt x="306" y="34"/>
                    <a:pt x="306" y="32"/>
                  </a:cubicBezTo>
                  <a:cubicBezTo>
                    <a:pt x="309" y="33"/>
                    <a:pt x="312" y="33"/>
                    <a:pt x="314" y="34"/>
                  </a:cubicBezTo>
                  <a:cubicBezTo>
                    <a:pt x="315" y="34"/>
                    <a:pt x="316" y="33"/>
                    <a:pt x="317" y="33"/>
                  </a:cubicBezTo>
                  <a:cubicBezTo>
                    <a:pt x="317" y="32"/>
                    <a:pt x="312" y="32"/>
                    <a:pt x="316" y="31"/>
                  </a:cubicBezTo>
                  <a:cubicBezTo>
                    <a:pt x="314" y="30"/>
                    <a:pt x="309" y="30"/>
                    <a:pt x="311" y="28"/>
                  </a:cubicBezTo>
                  <a:cubicBezTo>
                    <a:pt x="312" y="28"/>
                    <a:pt x="313" y="29"/>
                    <a:pt x="316" y="29"/>
                  </a:cubicBezTo>
                  <a:cubicBezTo>
                    <a:pt x="317" y="29"/>
                    <a:pt x="319" y="31"/>
                    <a:pt x="322" y="30"/>
                  </a:cubicBezTo>
                  <a:cubicBezTo>
                    <a:pt x="322" y="30"/>
                    <a:pt x="323" y="30"/>
                    <a:pt x="323" y="30"/>
                  </a:cubicBezTo>
                  <a:cubicBezTo>
                    <a:pt x="323" y="30"/>
                    <a:pt x="324" y="31"/>
                    <a:pt x="325" y="30"/>
                  </a:cubicBezTo>
                  <a:cubicBezTo>
                    <a:pt x="326" y="30"/>
                    <a:pt x="326" y="31"/>
                    <a:pt x="327" y="31"/>
                  </a:cubicBezTo>
                  <a:cubicBezTo>
                    <a:pt x="328" y="31"/>
                    <a:pt x="330" y="30"/>
                    <a:pt x="330" y="32"/>
                  </a:cubicBezTo>
                  <a:cubicBezTo>
                    <a:pt x="333" y="31"/>
                    <a:pt x="334" y="32"/>
                    <a:pt x="338" y="31"/>
                  </a:cubicBezTo>
                  <a:cubicBezTo>
                    <a:pt x="336" y="33"/>
                    <a:pt x="341" y="32"/>
                    <a:pt x="339" y="33"/>
                  </a:cubicBezTo>
                  <a:cubicBezTo>
                    <a:pt x="341" y="33"/>
                    <a:pt x="342" y="33"/>
                    <a:pt x="342" y="34"/>
                  </a:cubicBezTo>
                  <a:cubicBezTo>
                    <a:pt x="346" y="34"/>
                    <a:pt x="346" y="35"/>
                    <a:pt x="349" y="35"/>
                  </a:cubicBezTo>
                  <a:cubicBezTo>
                    <a:pt x="351" y="32"/>
                    <a:pt x="344" y="33"/>
                    <a:pt x="345" y="30"/>
                  </a:cubicBezTo>
                  <a:cubicBezTo>
                    <a:pt x="345" y="29"/>
                    <a:pt x="344" y="30"/>
                    <a:pt x="342" y="30"/>
                  </a:cubicBezTo>
                  <a:cubicBezTo>
                    <a:pt x="342" y="29"/>
                    <a:pt x="344" y="29"/>
                    <a:pt x="343" y="27"/>
                  </a:cubicBezTo>
                  <a:cubicBezTo>
                    <a:pt x="344" y="27"/>
                    <a:pt x="342" y="27"/>
                    <a:pt x="341" y="27"/>
                  </a:cubicBezTo>
                  <a:cubicBezTo>
                    <a:pt x="341" y="27"/>
                    <a:pt x="343" y="26"/>
                    <a:pt x="341" y="26"/>
                  </a:cubicBezTo>
                  <a:cubicBezTo>
                    <a:pt x="341" y="25"/>
                    <a:pt x="344" y="25"/>
                    <a:pt x="343" y="24"/>
                  </a:cubicBezTo>
                  <a:cubicBezTo>
                    <a:pt x="345" y="24"/>
                    <a:pt x="345" y="23"/>
                    <a:pt x="347" y="23"/>
                  </a:cubicBezTo>
                  <a:cubicBezTo>
                    <a:pt x="347" y="22"/>
                    <a:pt x="348" y="21"/>
                    <a:pt x="350" y="21"/>
                  </a:cubicBezTo>
                  <a:cubicBezTo>
                    <a:pt x="349" y="19"/>
                    <a:pt x="354" y="20"/>
                    <a:pt x="353" y="18"/>
                  </a:cubicBezTo>
                  <a:cubicBezTo>
                    <a:pt x="358" y="18"/>
                    <a:pt x="360" y="19"/>
                    <a:pt x="363" y="19"/>
                  </a:cubicBezTo>
                  <a:cubicBezTo>
                    <a:pt x="363" y="20"/>
                    <a:pt x="363" y="20"/>
                    <a:pt x="364" y="20"/>
                  </a:cubicBezTo>
                  <a:cubicBezTo>
                    <a:pt x="364" y="21"/>
                    <a:pt x="362" y="21"/>
                    <a:pt x="361" y="21"/>
                  </a:cubicBezTo>
                  <a:cubicBezTo>
                    <a:pt x="361" y="23"/>
                    <a:pt x="363" y="24"/>
                    <a:pt x="361" y="25"/>
                  </a:cubicBezTo>
                  <a:cubicBezTo>
                    <a:pt x="362" y="26"/>
                    <a:pt x="363" y="26"/>
                    <a:pt x="363" y="26"/>
                  </a:cubicBezTo>
                  <a:cubicBezTo>
                    <a:pt x="364" y="26"/>
                    <a:pt x="364" y="27"/>
                    <a:pt x="365" y="27"/>
                  </a:cubicBezTo>
                  <a:cubicBezTo>
                    <a:pt x="363" y="28"/>
                    <a:pt x="365" y="30"/>
                    <a:pt x="363" y="32"/>
                  </a:cubicBezTo>
                  <a:cubicBezTo>
                    <a:pt x="362" y="33"/>
                    <a:pt x="366" y="33"/>
                    <a:pt x="366" y="34"/>
                  </a:cubicBezTo>
                  <a:cubicBezTo>
                    <a:pt x="365" y="37"/>
                    <a:pt x="362" y="40"/>
                    <a:pt x="355" y="41"/>
                  </a:cubicBezTo>
                  <a:cubicBezTo>
                    <a:pt x="356" y="42"/>
                    <a:pt x="360" y="41"/>
                    <a:pt x="360" y="42"/>
                  </a:cubicBezTo>
                  <a:cubicBezTo>
                    <a:pt x="363" y="42"/>
                    <a:pt x="362" y="40"/>
                    <a:pt x="365" y="40"/>
                  </a:cubicBezTo>
                  <a:cubicBezTo>
                    <a:pt x="365" y="41"/>
                    <a:pt x="364" y="41"/>
                    <a:pt x="364" y="42"/>
                  </a:cubicBezTo>
                  <a:cubicBezTo>
                    <a:pt x="365" y="42"/>
                    <a:pt x="365" y="41"/>
                    <a:pt x="366" y="41"/>
                  </a:cubicBezTo>
                  <a:cubicBezTo>
                    <a:pt x="367" y="41"/>
                    <a:pt x="367" y="40"/>
                    <a:pt x="367" y="40"/>
                  </a:cubicBezTo>
                  <a:cubicBezTo>
                    <a:pt x="367" y="40"/>
                    <a:pt x="369" y="40"/>
                    <a:pt x="369" y="40"/>
                  </a:cubicBezTo>
                  <a:cubicBezTo>
                    <a:pt x="370" y="39"/>
                    <a:pt x="369" y="39"/>
                    <a:pt x="369" y="38"/>
                  </a:cubicBezTo>
                  <a:cubicBezTo>
                    <a:pt x="370" y="38"/>
                    <a:pt x="371" y="38"/>
                    <a:pt x="372" y="38"/>
                  </a:cubicBezTo>
                  <a:cubicBezTo>
                    <a:pt x="371" y="37"/>
                    <a:pt x="375" y="35"/>
                    <a:pt x="372" y="35"/>
                  </a:cubicBezTo>
                  <a:cubicBezTo>
                    <a:pt x="372" y="34"/>
                    <a:pt x="374" y="34"/>
                    <a:pt x="374" y="34"/>
                  </a:cubicBezTo>
                  <a:cubicBezTo>
                    <a:pt x="374" y="33"/>
                    <a:pt x="373" y="33"/>
                    <a:pt x="372" y="33"/>
                  </a:cubicBezTo>
                  <a:cubicBezTo>
                    <a:pt x="372" y="32"/>
                    <a:pt x="376" y="33"/>
                    <a:pt x="377" y="33"/>
                  </a:cubicBezTo>
                  <a:cubicBezTo>
                    <a:pt x="376" y="32"/>
                    <a:pt x="377" y="31"/>
                    <a:pt x="374" y="31"/>
                  </a:cubicBezTo>
                  <a:cubicBezTo>
                    <a:pt x="372" y="32"/>
                    <a:pt x="370" y="30"/>
                    <a:pt x="370" y="31"/>
                  </a:cubicBezTo>
                  <a:cubicBezTo>
                    <a:pt x="369" y="30"/>
                    <a:pt x="369" y="29"/>
                    <a:pt x="369" y="28"/>
                  </a:cubicBezTo>
                  <a:cubicBezTo>
                    <a:pt x="369" y="28"/>
                    <a:pt x="371" y="28"/>
                    <a:pt x="371" y="28"/>
                  </a:cubicBezTo>
                  <a:cubicBezTo>
                    <a:pt x="372" y="28"/>
                    <a:pt x="371" y="26"/>
                    <a:pt x="371" y="26"/>
                  </a:cubicBezTo>
                  <a:cubicBezTo>
                    <a:pt x="371" y="25"/>
                    <a:pt x="370" y="26"/>
                    <a:pt x="370" y="26"/>
                  </a:cubicBezTo>
                  <a:cubicBezTo>
                    <a:pt x="368" y="25"/>
                    <a:pt x="369" y="24"/>
                    <a:pt x="368" y="23"/>
                  </a:cubicBezTo>
                  <a:cubicBezTo>
                    <a:pt x="372" y="24"/>
                    <a:pt x="371" y="21"/>
                    <a:pt x="373" y="21"/>
                  </a:cubicBezTo>
                  <a:cubicBezTo>
                    <a:pt x="373" y="21"/>
                    <a:pt x="373" y="20"/>
                    <a:pt x="373" y="19"/>
                  </a:cubicBezTo>
                  <a:cubicBezTo>
                    <a:pt x="376" y="19"/>
                    <a:pt x="375" y="21"/>
                    <a:pt x="375" y="21"/>
                  </a:cubicBezTo>
                  <a:cubicBezTo>
                    <a:pt x="375" y="22"/>
                    <a:pt x="377" y="21"/>
                    <a:pt x="377" y="22"/>
                  </a:cubicBezTo>
                  <a:cubicBezTo>
                    <a:pt x="377" y="22"/>
                    <a:pt x="376" y="23"/>
                    <a:pt x="376" y="22"/>
                  </a:cubicBezTo>
                  <a:cubicBezTo>
                    <a:pt x="377" y="24"/>
                    <a:pt x="379" y="24"/>
                    <a:pt x="382" y="25"/>
                  </a:cubicBezTo>
                  <a:cubicBezTo>
                    <a:pt x="384" y="25"/>
                    <a:pt x="382" y="23"/>
                    <a:pt x="381" y="23"/>
                  </a:cubicBezTo>
                  <a:cubicBezTo>
                    <a:pt x="383" y="23"/>
                    <a:pt x="385" y="23"/>
                    <a:pt x="388" y="22"/>
                  </a:cubicBezTo>
                  <a:cubicBezTo>
                    <a:pt x="388" y="22"/>
                    <a:pt x="386" y="22"/>
                    <a:pt x="385" y="22"/>
                  </a:cubicBezTo>
                  <a:cubicBezTo>
                    <a:pt x="386" y="21"/>
                    <a:pt x="384" y="21"/>
                    <a:pt x="384" y="19"/>
                  </a:cubicBezTo>
                  <a:cubicBezTo>
                    <a:pt x="385" y="21"/>
                    <a:pt x="391" y="19"/>
                    <a:pt x="390" y="21"/>
                  </a:cubicBezTo>
                  <a:cubicBezTo>
                    <a:pt x="391" y="21"/>
                    <a:pt x="392" y="20"/>
                    <a:pt x="392" y="20"/>
                  </a:cubicBezTo>
                  <a:cubicBezTo>
                    <a:pt x="393" y="21"/>
                    <a:pt x="392" y="21"/>
                    <a:pt x="393" y="21"/>
                  </a:cubicBezTo>
                  <a:cubicBezTo>
                    <a:pt x="393" y="22"/>
                    <a:pt x="395" y="21"/>
                    <a:pt x="395" y="21"/>
                  </a:cubicBezTo>
                  <a:cubicBezTo>
                    <a:pt x="397" y="22"/>
                    <a:pt x="400" y="21"/>
                    <a:pt x="398" y="23"/>
                  </a:cubicBezTo>
                  <a:cubicBezTo>
                    <a:pt x="400" y="23"/>
                    <a:pt x="401" y="23"/>
                    <a:pt x="403" y="23"/>
                  </a:cubicBezTo>
                  <a:cubicBezTo>
                    <a:pt x="403" y="22"/>
                    <a:pt x="399" y="22"/>
                    <a:pt x="402" y="21"/>
                  </a:cubicBezTo>
                  <a:cubicBezTo>
                    <a:pt x="401" y="21"/>
                    <a:pt x="400" y="21"/>
                    <a:pt x="399" y="20"/>
                  </a:cubicBezTo>
                  <a:cubicBezTo>
                    <a:pt x="398" y="18"/>
                    <a:pt x="399" y="18"/>
                    <a:pt x="399" y="15"/>
                  </a:cubicBezTo>
                  <a:cubicBezTo>
                    <a:pt x="404" y="15"/>
                    <a:pt x="412" y="15"/>
                    <a:pt x="416" y="15"/>
                  </a:cubicBezTo>
                  <a:cubicBezTo>
                    <a:pt x="418" y="15"/>
                    <a:pt x="416" y="14"/>
                    <a:pt x="419" y="15"/>
                  </a:cubicBezTo>
                  <a:cubicBezTo>
                    <a:pt x="422" y="14"/>
                    <a:pt x="419" y="13"/>
                    <a:pt x="421" y="11"/>
                  </a:cubicBezTo>
                  <a:cubicBezTo>
                    <a:pt x="423" y="11"/>
                    <a:pt x="424" y="11"/>
                    <a:pt x="426" y="11"/>
                  </a:cubicBezTo>
                  <a:cubicBezTo>
                    <a:pt x="427" y="10"/>
                    <a:pt x="430" y="9"/>
                    <a:pt x="432" y="8"/>
                  </a:cubicBezTo>
                  <a:cubicBezTo>
                    <a:pt x="442" y="8"/>
                    <a:pt x="452" y="7"/>
                    <a:pt x="460" y="5"/>
                  </a:cubicBezTo>
                  <a:cubicBezTo>
                    <a:pt x="462" y="5"/>
                    <a:pt x="462" y="6"/>
                    <a:pt x="462" y="6"/>
                  </a:cubicBezTo>
                  <a:cubicBezTo>
                    <a:pt x="463" y="6"/>
                    <a:pt x="464" y="5"/>
                    <a:pt x="463" y="5"/>
                  </a:cubicBezTo>
                  <a:cubicBezTo>
                    <a:pt x="465" y="5"/>
                    <a:pt x="463" y="6"/>
                    <a:pt x="464" y="6"/>
                  </a:cubicBezTo>
                  <a:cubicBezTo>
                    <a:pt x="465" y="7"/>
                    <a:pt x="467" y="6"/>
                    <a:pt x="466" y="7"/>
                  </a:cubicBezTo>
                  <a:cubicBezTo>
                    <a:pt x="468" y="7"/>
                    <a:pt x="465" y="6"/>
                    <a:pt x="467" y="6"/>
                  </a:cubicBezTo>
                  <a:cubicBezTo>
                    <a:pt x="469" y="6"/>
                    <a:pt x="472" y="6"/>
                    <a:pt x="472" y="4"/>
                  </a:cubicBezTo>
                  <a:cubicBezTo>
                    <a:pt x="474" y="5"/>
                    <a:pt x="475" y="4"/>
                    <a:pt x="475" y="3"/>
                  </a:cubicBezTo>
                  <a:cubicBezTo>
                    <a:pt x="476" y="4"/>
                    <a:pt x="477" y="4"/>
                    <a:pt x="478" y="4"/>
                  </a:cubicBezTo>
                  <a:cubicBezTo>
                    <a:pt x="481" y="4"/>
                    <a:pt x="480" y="3"/>
                    <a:pt x="480" y="2"/>
                  </a:cubicBezTo>
                  <a:cubicBezTo>
                    <a:pt x="485" y="1"/>
                    <a:pt x="490" y="0"/>
                    <a:pt x="497" y="0"/>
                  </a:cubicBezTo>
                  <a:cubicBezTo>
                    <a:pt x="496" y="0"/>
                    <a:pt x="496" y="1"/>
                    <a:pt x="496" y="2"/>
                  </a:cubicBezTo>
                  <a:cubicBezTo>
                    <a:pt x="498" y="3"/>
                    <a:pt x="502" y="3"/>
                    <a:pt x="504" y="2"/>
                  </a:cubicBezTo>
                  <a:cubicBezTo>
                    <a:pt x="505" y="2"/>
                    <a:pt x="504" y="2"/>
                    <a:pt x="504" y="2"/>
                  </a:cubicBezTo>
                  <a:close/>
                  <a:moveTo>
                    <a:pt x="742" y="62"/>
                  </a:moveTo>
                  <a:cubicBezTo>
                    <a:pt x="742" y="61"/>
                    <a:pt x="740" y="61"/>
                    <a:pt x="740" y="61"/>
                  </a:cubicBezTo>
                  <a:cubicBezTo>
                    <a:pt x="736" y="60"/>
                    <a:pt x="736" y="62"/>
                    <a:pt x="740" y="61"/>
                  </a:cubicBezTo>
                  <a:cubicBezTo>
                    <a:pt x="740" y="62"/>
                    <a:pt x="740" y="62"/>
                    <a:pt x="742" y="62"/>
                  </a:cubicBezTo>
                  <a:close/>
                  <a:moveTo>
                    <a:pt x="214" y="98"/>
                  </a:moveTo>
                  <a:cubicBezTo>
                    <a:pt x="213" y="100"/>
                    <a:pt x="217" y="99"/>
                    <a:pt x="216" y="101"/>
                  </a:cubicBezTo>
                  <a:cubicBezTo>
                    <a:pt x="217" y="101"/>
                    <a:pt x="218" y="100"/>
                    <a:pt x="219" y="101"/>
                  </a:cubicBezTo>
                  <a:cubicBezTo>
                    <a:pt x="219" y="101"/>
                    <a:pt x="218" y="101"/>
                    <a:pt x="218" y="101"/>
                  </a:cubicBezTo>
                  <a:cubicBezTo>
                    <a:pt x="216" y="101"/>
                    <a:pt x="212" y="102"/>
                    <a:pt x="211" y="102"/>
                  </a:cubicBezTo>
                  <a:cubicBezTo>
                    <a:pt x="208" y="102"/>
                    <a:pt x="208" y="101"/>
                    <a:pt x="206" y="100"/>
                  </a:cubicBezTo>
                  <a:cubicBezTo>
                    <a:pt x="206" y="99"/>
                    <a:pt x="209" y="100"/>
                    <a:pt x="209" y="99"/>
                  </a:cubicBezTo>
                  <a:cubicBezTo>
                    <a:pt x="207" y="98"/>
                    <a:pt x="206" y="98"/>
                    <a:pt x="203" y="99"/>
                  </a:cubicBezTo>
                  <a:cubicBezTo>
                    <a:pt x="202" y="98"/>
                    <a:pt x="201" y="97"/>
                    <a:pt x="198" y="97"/>
                  </a:cubicBezTo>
                  <a:cubicBezTo>
                    <a:pt x="197" y="97"/>
                    <a:pt x="197" y="98"/>
                    <a:pt x="197" y="98"/>
                  </a:cubicBezTo>
                  <a:cubicBezTo>
                    <a:pt x="196" y="98"/>
                    <a:pt x="195" y="98"/>
                    <a:pt x="194" y="99"/>
                  </a:cubicBezTo>
                  <a:cubicBezTo>
                    <a:pt x="193" y="99"/>
                    <a:pt x="192" y="100"/>
                    <a:pt x="190" y="100"/>
                  </a:cubicBezTo>
                  <a:cubicBezTo>
                    <a:pt x="191" y="102"/>
                    <a:pt x="188" y="102"/>
                    <a:pt x="188" y="103"/>
                  </a:cubicBezTo>
                  <a:cubicBezTo>
                    <a:pt x="187" y="104"/>
                    <a:pt x="188" y="105"/>
                    <a:pt x="187" y="106"/>
                  </a:cubicBezTo>
                  <a:cubicBezTo>
                    <a:pt x="186" y="106"/>
                    <a:pt x="186" y="106"/>
                    <a:pt x="185" y="105"/>
                  </a:cubicBezTo>
                  <a:cubicBezTo>
                    <a:pt x="184" y="107"/>
                    <a:pt x="187" y="108"/>
                    <a:pt x="185" y="109"/>
                  </a:cubicBezTo>
                  <a:cubicBezTo>
                    <a:pt x="187" y="108"/>
                    <a:pt x="187" y="110"/>
                    <a:pt x="187" y="110"/>
                  </a:cubicBezTo>
                  <a:cubicBezTo>
                    <a:pt x="187" y="110"/>
                    <a:pt x="188" y="110"/>
                    <a:pt x="189" y="110"/>
                  </a:cubicBezTo>
                  <a:cubicBezTo>
                    <a:pt x="191" y="110"/>
                    <a:pt x="192" y="111"/>
                    <a:pt x="193" y="110"/>
                  </a:cubicBezTo>
                  <a:cubicBezTo>
                    <a:pt x="193" y="110"/>
                    <a:pt x="195" y="110"/>
                    <a:pt x="195" y="110"/>
                  </a:cubicBezTo>
                  <a:cubicBezTo>
                    <a:pt x="198" y="110"/>
                    <a:pt x="197" y="110"/>
                    <a:pt x="199" y="109"/>
                  </a:cubicBezTo>
                  <a:cubicBezTo>
                    <a:pt x="201" y="109"/>
                    <a:pt x="201" y="110"/>
                    <a:pt x="203" y="110"/>
                  </a:cubicBezTo>
                  <a:cubicBezTo>
                    <a:pt x="203" y="109"/>
                    <a:pt x="203" y="109"/>
                    <a:pt x="204" y="109"/>
                  </a:cubicBezTo>
                  <a:cubicBezTo>
                    <a:pt x="206" y="109"/>
                    <a:pt x="211" y="109"/>
                    <a:pt x="213" y="109"/>
                  </a:cubicBezTo>
                  <a:cubicBezTo>
                    <a:pt x="214" y="109"/>
                    <a:pt x="215" y="110"/>
                    <a:pt x="217" y="110"/>
                  </a:cubicBezTo>
                  <a:cubicBezTo>
                    <a:pt x="218" y="110"/>
                    <a:pt x="218" y="109"/>
                    <a:pt x="219" y="109"/>
                  </a:cubicBezTo>
                  <a:cubicBezTo>
                    <a:pt x="218" y="109"/>
                    <a:pt x="219" y="110"/>
                    <a:pt x="220" y="110"/>
                  </a:cubicBezTo>
                  <a:cubicBezTo>
                    <a:pt x="222" y="110"/>
                    <a:pt x="222" y="110"/>
                    <a:pt x="225" y="110"/>
                  </a:cubicBezTo>
                  <a:cubicBezTo>
                    <a:pt x="229" y="111"/>
                    <a:pt x="234" y="110"/>
                    <a:pt x="238" y="110"/>
                  </a:cubicBezTo>
                  <a:cubicBezTo>
                    <a:pt x="238" y="109"/>
                    <a:pt x="239" y="108"/>
                    <a:pt x="239" y="108"/>
                  </a:cubicBezTo>
                  <a:cubicBezTo>
                    <a:pt x="236" y="106"/>
                    <a:pt x="233" y="103"/>
                    <a:pt x="227" y="103"/>
                  </a:cubicBezTo>
                  <a:cubicBezTo>
                    <a:pt x="227" y="102"/>
                    <a:pt x="225" y="102"/>
                    <a:pt x="225" y="102"/>
                  </a:cubicBezTo>
                  <a:cubicBezTo>
                    <a:pt x="225" y="101"/>
                    <a:pt x="224" y="101"/>
                    <a:pt x="224" y="100"/>
                  </a:cubicBezTo>
                  <a:cubicBezTo>
                    <a:pt x="224" y="99"/>
                    <a:pt x="227" y="99"/>
                    <a:pt x="227" y="97"/>
                  </a:cubicBezTo>
                  <a:cubicBezTo>
                    <a:pt x="221" y="96"/>
                    <a:pt x="218" y="98"/>
                    <a:pt x="214" y="98"/>
                  </a:cubicBezTo>
                  <a:close/>
                  <a:moveTo>
                    <a:pt x="282" y="121"/>
                  </a:moveTo>
                  <a:cubicBezTo>
                    <a:pt x="281" y="121"/>
                    <a:pt x="280" y="121"/>
                    <a:pt x="281" y="121"/>
                  </a:cubicBezTo>
                  <a:cubicBezTo>
                    <a:pt x="283" y="120"/>
                    <a:pt x="286" y="120"/>
                    <a:pt x="288" y="120"/>
                  </a:cubicBezTo>
                  <a:cubicBezTo>
                    <a:pt x="288" y="120"/>
                    <a:pt x="288" y="119"/>
                    <a:pt x="288" y="119"/>
                  </a:cubicBezTo>
                  <a:cubicBezTo>
                    <a:pt x="288" y="119"/>
                    <a:pt x="290" y="120"/>
                    <a:pt x="290" y="120"/>
                  </a:cubicBezTo>
                  <a:cubicBezTo>
                    <a:pt x="290" y="118"/>
                    <a:pt x="290" y="117"/>
                    <a:pt x="290" y="116"/>
                  </a:cubicBezTo>
                  <a:cubicBezTo>
                    <a:pt x="289" y="115"/>
                    <a:pt x="288" y="115"/>
                    <a:pt x="287" y="115"/>
                  </a:cubicBezTo>
                  <a:cubicBezTo>
                    <a:pt x="287" y="114"/>
                    <a:pt x="287" y="114"/>
                    <a:pt x="287" y="114"/>
                  </a:cubicBezTo>
                  <a:cubicBezTo>
                    <a:pt x="287" y="113"/>
                    <a:pt x="284" y="112"/>
                    <a:pt x="286" y="112"/>
                  </a:cubicBezTo>
                  <a:cubicBezTo>
                    <a:pt x="288" y="112"/>
                    <a:pt x="290" y="112"/>
                    <a:pt x="292" y="112"/>
                  </a:cubicBezTo>
                  <a:cubicBezTo>
                    <a:pt x="293" y="111"/>
                    <a:pt x="290" y="111"/>
                    <a:pt x="290" y="110"/>
                  </a:cubicBezTo>
                  <a:cubicBezTo>
                    <a:pt x="290" y="109"/>
                    <a:pt x="288" y="109"/>
                    <a:pt x="287" y="108"/>
                  </a:cubicBezTo>
                  <a:cubicBezTo>
                    <a:pt x="287" y="108"/>
                    <a:pt x="289" y="108"/>
                    <a:pt x="288" y="107"/>
                  </a:cubicBezTo>
                  <a:cubicBezTo>
                    <a:pt x="285" y="108"/>
                    <a:pt x="284" y="107"/>
                    <a:pt x="282" y="107"/>
                  </a:cubicBezTo>
                  <a:cubicBezTo>
                    <a:pt x="283" y="104"/>
                    <a:pt x="276" y="105"/>
                    <a:pt x="276" y="103"/>
                  </a:cubicBezTo>
                  <a:cubicBezTo>
                    <a:pt x="279" y="102"/>
                    <a:pt x="280" y="100"/>
                    <a:pt x="286" y="101"/>
                  </a:cubicBezTo>
                  <a:cubicBezTo>
                    <a:pt x="286" y="100"/>
                    <a:pt x="286" y="100"/>
                    <a:pt x="287" y="100"/>
                  </a:cubicBezTo>
                  <a:cubicBezTo>
                    <a:pt x="287" y="98"/>
                    <a:pt x="284" y="99"/>
                    <a:pt x="284" y="97"/>
                  </a:cubicBezTo>
                  <a:cubicBezTo>
                    <a:pt x="279" y="97"/>
                    <a:pt x="277" y="98"/>
                    <a:pt x="274" y="97"/>
                  </a:cubicBezTo>
                  <a:cubicBezTo>
                    <a:pt x="274" y="98"/>
                    <a:pt x="274" y="98"/>
                    <a:pt x="273" y="98"/>
                  </a:cubicBezTo>
                  <a:cubicBezTo>
                    <a:pt x="273" y="97"/>
                    <a:pt x="272" y="98"/>
                    <a:pt x="272" y="98"/>
                  </a:cubicBezTo>
                  <a:cubicBezTo>
                    <a:pt x="270" y="99"/>
                    <a:pt x="266" y="100"/>
                    <a:pt x="265" y="100"/>
                  </a:cubicBezTo>
                  <a:cubicBezTo>
                    <a:pt x="262" y="100"/>
                    <a:pt x="263" y="100"/>
                    <a:pt x="262" y="101"/>
                  </a:cubicBezTo>
                  <a:cubicBezTo>
                    <a:pt x="262" y="101"/>
                    <a:pt x="261" y="101"/>
                    <a:pt x="260" y="101"/>
                  </a:cubicBezTo>
                  <a:cubicBezTo>
                    <a:pt x="260" y="101"/>
                    <a:pt x="261" y="102"/>
                    <a:pt x="260" y="103"/>
                  </a:cubicBezTo>
                  <a:cubicBezTo>
                    <a:pt x="261" y="104"/>
                    <a:pt x="263" y="102"/>
                    <a:pt x="263" y="104"/>
                  </a:cubicBezTo>
                  <a:cubicBezTo>
                    <a:pt x="263" y="104"/>
                    <a:pt x="264" y="104"/>
                    <a:pt x="264" y="105"/>
                  </a:cubicBezTo>
                  <a:cubicBezTo>
                    <a:pt x="264" y="106"/>
                    <a:pt x="265" y="107"/>
                    <a:pt x="265" y="107"/>
                  </a:cubicBezTo>
                  <a:cubicBezTo>
                    <a:pt x="266" y="108"/>
                    <a:pt x="265" y="108"/>
                    <a:pt x="266" y="108"/>
                  </a:cubicBezTo>
                  <a:cubicBezTo>
                    <a:pt x="266" y="108"/>
                    <a:pt x="267" y="110"/>
                    <a:pt x="267" y="110"/>
                  </a:cubicBezTo>
                  <a:cubicBezTo>
                    <a:pt x="268" y="111"/>
                    <a:pt x="268" y="111"/>
                    <a:pt x="269" y="112"/>
                  </a:cubicBezTo>
                  <a:cubicBezTo>
                    <a:pt x="270" y="112"/>
                    <a:pt x="269" y="113"/>
                    <a:pt x="269" y="113"/>
                  </a:cubicBezTo>
                  <a:cubicBezTo>
                    <a:pt x="269" y="114"/>
                    <a:pt x="272" y="114"/>
                    <a:pt x="271" y="115"/>
                  </a:cubicBezTo>
                  <a:cubicBezTo>
                    <a:pt x="268" y="114"/>
                    <a:pt x="270" y="117"/>
                    <a:pt x="268" y="117"/>
                  </a:cubicBezTo>
                  <a:cubicBezTo>
                    <a:pt x="272" y="117"/>
                    <a:pt x="272" y="120"/>
                    <a:pt x="277" y="119"/>
                  </a:cubicBezTo>
                  <a:cubicBezTo>
                    <a:pt x="273" y="121"/>
                    <a:pt x="282" y="119"/>
                    <a:pt x="282" y="121"/>
                  </a:cubicBezTo>
                  <a:close/>
                  <a:moveTo>
                    <a:pt x="312" y="98"/>
                  </a:moveTo>
                  <a:cubicBezTo>
                    <a:pt x="311" y="98"/>
                    <a:pt x="311" y="99"/>
                    <a:pt x="311" y="100"/>
                  </a:cubicBezTo>
                  <a:cubicBezTo>
                    <a:pt x="310" y="100"/>
                    <a:pt x="308" y="100"/>
                    <a:pt x="308" y="101"/>
                  </a:cubicBezTo>
                  <a:cubicBezTo>
                    <a:pt x="308" y="101"/>
                    <a:pt x="311" y="102"/>
                    <a:pt x="311" y="103"/>
                  </a:cubicBezTo>
                  <a:cubicBezTo>
                    <a:pt x="311" y="103"/>
                    <a:pt x="309" y="103"/>
                    <a:pt x="310" y="103"/>
                  </a:cubicBezTo>
                  <a:cubicBezTo>
                    <a:pt x="311" y="104"/>
                    <a:pt x="313" y="103"/>
                    <a:pt x="314" y="104"/>
                  </a:cubicBezTo>
                  <a:cubicBezTo>
                    <a:pt x="314" y="103"/>
                    <a:pt x="315" y="103"/>
                    <a:pt x="316" y="103"/>
                  </a:cubicBezTo>
                  <a:cubicBezTo>
                    <a:pt x="317" y="101"/>
                    <a:pt x="314" y="102"/>
                    <a:pt x="314" y="101"/>
                  </a:cubicBezTo>
                  <a:cubicBezTo>
                    <a:pt x="315" y="100"/>
                    <a:pt x="317" y="100"/>
                    <a:pt x="317" y="99"/>
                  </a:cubicBezTo>
                  <a:cubicBezTo>
                    <a:pt x="315" y="99"/>
                    <a:pt x="315" y="98"/>
                    <a:pt x="316" y="98"/>
                  </a:cubicBezTo>
                  <a:cubicBezTo>
                    <a:pt x="314" y="98"/>
                    <a:pt x="313" y="98"/>
                    <a:pt x="312" y="98"/>
                  </a:cubicBezTo>
                  <a:close/>
                  <a:moveTo>
                    <a:pt x="182" y="111"/>
                  </a:moveTo>
                  <a:cubicBezTo>
                    <a:pt x="182" y="113"/>
                    <a:pt x="189" y="112"/>
                    <a:pt x="189" y="111"/>
                  </a:cubicBezTo>
                  <a:cubicBezTo>
                    <a:pt x="186" y="111"/>
                    <a:pt x="185" y="111"/>
                    <a:pt x="182" y="111"/>
                  </a:cubicBezTo>
                  <a:close/>
                  <a:moveTo>
                    <a:pt x="205" y="202"/>
                  </a:moveTo>
                  <a:cubicBezTo>
                    <a:pt x="206" y="200"/>
                    <a:pt x="212" y="200"/>
                    <a:pt x="211" y="197"/>
                  </a:cubicBezTo>
                  <a:cubicBezTo>
                    <a:pt x="208" y="198"/>
                    <a:pt x="203" y="196"/>
                    <a:pt x="200" y="197"/>
                  </a:cubicBezTo>
                  <a:cubicBezTo>
                    <a:pt x="204" y="198"/>
                    <a:pt x="199" y="198"/>
                    <a:pt x="199" y="198"/>
                  </a:cubicBezTo>
                  <a:cubicBezTo>
                    <a:pt x="199" y="198"/>
                    <a:pt x="200" y="199"/>
                    <a:pt x="200" y="200"/>
                  </a:cubicBezTo>
                  <a:cubicBezTo>
                    <a:pt x="200" y="200"/>
                    <a:pt x="200" y="201"/>
                    <a:pt x="199" y="201"/>
                  </a:cubicBezTo>
                  <a:cubicBezTo>
                    <a:pt x="199" y="201"/>
                    <a:pt x="198" y="201"/>
                    <a:pt x="198" y="201"/>
                  </a:cubicBezTo>
                  <a:cubicBezTo>
                    <a:pt x="199" y="202"/>
                    <a:pt x="202" y="202"/>
                    <a:pt x="205" y="2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5" name="Freeform 87"/>
            <p:cNvSpPr/>
            <p:nvPr/>
          </p:nvSpPr>
          <p:spPr bwMode="auto">
            <a:xfrm>
              <a:off x="2692400" y="3511550"/>
              <a:ext cx="44450" cy="15875"/>
            </a:xfrm>
            <a:custGeom>
              <a:avLst/>
              <a:gdLst>
                <a:gd name="T0" fmla="*/ 9 w 12"/>
                <a:gd name="T1" fmla="*/ 0 h 4"/>
                <a:gd name="T2" fmla="*/ 11 w 12"/>
                <a:gd name="T3" fmla="*/ 3 h 4"/>
                <a:gd name="T4" fmla="*/ 0 w 12"/>
                <a:gd name="T5" fmla="*/ 2 h 4"/>
                <a:gd name="T6" fmla="*/ 9 w 12"/>
                <a:gd name="T7" fmla="*/ 0 h 4"/>
              </a:gdLst>
              <a:ahLst/>
              <a:cxnLst>
                <a:cxn ang="0">
                  <a:pos x="T0" y="T1"/>
                </a:cxn>
                <a:cxn ang="0">
                  <a:pos x="T2" y="T3"/>
                </a:cxn>
                <a:cxn ang="0">
                  <a:pos x="T4" y="T5"/>
                </a:cxn>
                <a:cxn ang="0">
                  <a:pos x="T6" y="T7"/>
                </a:cxn>
              </a:cxnLst>
              <a:rect l="0" t="0" r="r" b="b"/>
              <a:pathLst>
                <a:path w="12" h="4">
                  <a:moveTo>
                    <a:pt x="9" y="0"/>
                  </a:moveTo>
                  <a:cubicBezTo>
                    <a:pt x="9" y="2"/>
                    <a:pt x="12" y="1"/>
                    <a:pt x="11" y="3"/>
                  </a:cubicBezTo>
                  <a:cubicBezTo>
                    <a:pt x="6" y="4"/>
                    <a:pt x="2" y="3"/>
                    <a:pt x="0" y="2"/>
                  </a:cubicBezTo>
                  <a:cubicBezTo>
                    <a:pt x="2" y="1"/>
                    <a:pt x="5" y="1"/>
                    <a:pt x="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6" name="Freeform 88"/>
            <p:cNvSpPr>
              <a:spLocks noEditPoints="1"/>
            </p:cNvSpPr>
            <p:nvPr/>
          </p:nvSpPr>
          <p:spPr bwMode="auto">
            <a:xfrm>
              <a:off x="2786063" y="3533775"/>
              <a:ext cx="446088" cy="153988"/>
            </a:xfrm>
            <a:custGeom>
              <a:avLst/>
              <a:gdLst>
                <a:gd name="T0" fmla="*/ 12 w 119"/>
                <a:gd name="T1" fmla="*/ 3 h 41"/>
                <a:gd name="T2" fmla="*/ 16 w 119"/>
                <a:gd name="T3" fmla="*/ 2 h 41"/>
                <a:gd name="T4" fmla="*/ 16 w 119"/>
                <a:gd name="T5" fmla="*/ 3 h 41"/>
                <a:gd name="T6" fmla="*/ 16 w 119"/>
                <a:gd name="T7" fmla="*/ 5 h 41"/>
                <a:gd name="T8" fmla="*/ 19 w 119"/>
                <a:gd name="T9" fmla="*/ 9 h 41"/>
                <a:gd name="T10" fmla="*/ 25 w 119"/>
                <a:gd name="T11" fmla="*/ 3 h 41"/>
                <a:gd name="T12" fmla="*/ 34 w 119"/>
                <a:gd name="T13" fmla="*/ 2 h 41"/>
                <a:gd name="T14" fmla="*/ 40 w 119"/>
                <a:gd name="T15" fmla="*/ 7 h 41"/>
                <a:gd name="T16" fmla="*/ 47 w 119"/>
                <a:gd name="T17" fmla="*/ 6 h 41"/>
                <a:gd name="T18" fmla="*/ 57 w 119"/>
                <a:gd name="T19" fmla="*/ 5 h 41"/>
                <a:gd name="T20" fmla="*/ 61 w 119"/>
                <a:gd name="T21" fmla="*/ 7 h 41"/>
                <a:gd name="T22" fmla="*/ 65 w 119"/>
                <a:gd name="T23" fmla="*/ 8 h 41"/>
                <a:gd name="T24" fmla="*/ 67 w 119"/>
                <a:gd name="T25" fmla="*/ 9 h 41"/>
                <a:gd name="T26" fmla="*/ 76 w 119"/>
                <a:gd name="T27" fmla="*/ 10 h 41"/>
                <a:gd name="T28" fmla="*/ 84 w 119"/>
                <a:gd name="T29" fmla="*/ 12 h 41"/>
                <a:gd name="T30" fmla="*/ 87 w 119"/>
                <a:gd name="T31" fmla="*/ 13 h 41"/>
                <a:gd name="T32" fmla="*/ 93 w 119"/>
                <a:gd name="T33" fmla="*/ 16 h 41"/>
                <a:gd name="T34" fmla="*/ 89 w 119"/>
                <a:gd name="T35" fmla="*/ 20 h 41"/>
                <a:gd name="T36" fmla="*/ 98 w 119"/>
                <a:gd name="T37" fmla="*/ 20 h 41"/>
                <a:gd name="T38" fmla="*/ 100 w 119"/>
                <a:gd name="T39" fmla="*/ 22 h 41"/>
                <a:gd name="T40" fmla="*/ 108 w 119"/>
                <a:gd name="T41" fmla="*/ 23 h 41"/>
                <a:gd name="T42" fmla="*/ 113 w 119"/>
                <a:gd name="T43" fmla="*/ 25 h 41"/>
                <a:gd name="T44" fmla="*/ 115 w 119"/>
                <a:gd name="T45" fmla="*/ 27 h 41"/>
                <a:gd name="T46" fmla="*/ 110 w 119"/>
                <a:gd name="T47" fmla="*/ 31 h 41"/>
                <a:gd name="T48" fmla="*/ 103 w 119"/>
                <a:gd name="T49" fmla="*/ 30 h 41"/>
                <a:gd name="T50" fmla="*/ 97 w 119"/>
                <a:gd name="T51" fmla="*/ 27 h 41"/>
                <a:gd name="T52" fmla="*/ 92 w 119"/>
                <a:gd name="T53" fmla="*/ 30 h 41"/>
                <a:gd name="T54" fmla="*/ 99 w 119"/>
                <a:gd name="T55" fmla="*/ 32 h 41"/>
                <a:gd name="T56" fmla="*/ 103 w 119"/>
                <a:gd name="T57" fmla="*/ 35 h 41"/>
                <a:gd name="T58" fmla="*/ 100 w 119"/>
                <a:gd name="T59" fmla="*/ 39 h 41"/>
                <a:gd name="T60" fmla="*/ 87 w 119"/>
                <a:gd name="T61" fmla="*/ 36 h 41"/>
                <a:gd name="T62" fmla="*/ 91 w 119"/>
                <a:gd name="T63" fmla="*/ 39 h 41"/>
                <a:gd name="T64" fmla="*/ 96 w 119"/>
                <a:gd name="T65" fmla="*/ 40 h 41"/>
                <a:gd name="T66" fmla="*/ 91 w 119"/>
                <a:gd name="T67" fmla="*/ 40 h 41"/>
                <a:gd name="T68" fmla="*/ 80 w 119"/>
                <a:gd name="T69" fmla="*/ 38 h 41"/>
                <a:gd name="T70" fmla="*/ 74 w 119"/>
                <a:gd name="T71" fmla="*/ 37 h 41"/>
                <a:gd name="T72" fmla="*/ 71 w 119"/>
                <a:gd name="T73" fmla="*/ 34 h 41"/>
                <a:gd name="T74" fmla="*/ 65 w 119"/>
                <a:gd name="T75" fmla="*/ 29 h 41"/>
                <a:gd name="T76" fmla="*/ 66 w 119"/>
                <a:gd name="T77" fmla="*/ 27 h 41"/>
                <a:gd name="T78" fmla="*/ 68 w 119"/>
                <a:gd name="T79" fmla="*/ 25 h 41"/>
                <a:gd name="T80" fmla="*/ 71 w 119"/>
                <a:gd name="T81" fmla="*/ 23 h 41"/>
                <a:gd name="T82" fmla="*/ 68 w 119"/>
                <a:gd name="T83" fmla="*/ 20 h 41"/>
                <a:gd name="T84" fmla="*/ 64 w 119"/>
                <a:gd name="T85" fmla="*/ 19 h 41"/>
                <a:gd name="T86" fmla="*/ 61 w 119"/>
                <a:gd name="T87" fmla="*/ 19 h 41"/>
                <a:gd name="T88" fmla="*/ 57 w 119"/>
                <a:gd name="T89" fmla="*/ 18 h 41"/>
                <a:gd name="T90" fmla="*/ 49 w 119"/>
                <a:gd name="T91" fmla="*/ 14 h 41"/>
                <a:gd name="T92" fmla="*/ 41 w 119"/>
                <a:gd name="T93" fmla="*/ 15 h 41"/>
                <a:gd name="T94" fmla="*/ 34 w 119"/>
                <a:gd name="T95" fmla="*/ 15 h 41"/>
                <a:gd name="T96" fmla="*/ 26 w 119"/>
                <a:gd name="T97" fmla="*/ 15 h 41"/>
                <a:gd name="T98" fmla="*/ 12 w 119"/>
                <a:gd name="T99" fmla="*/ 13 h 41"/>
                <a:gd name="T100" fmla="*/ 5 w 119"/>
                <a:gd name="T101" fmla="*/ 11 h 41"/>
                <a:gd name="T102" fmla="*/ 3 w 119"/>
                <a:gd name="T103" fmla="*/ 9 h 41"/>
                <a:gd name="T104" fmla="*/ 4 w 119"/>
                <a:gd name="T105" fmla="*/ 7 h 41"/>
                <a:gd name="T106" fmla="*/ 77 w 119"/>
                <a:gd name="T107" fmla="*/ 28 h 41"/>
                <a:gd name="T108" fmla="*/ 82 w 119"/>
                <a:gd name="T109" fmla="*/ 26 h 41"/>
                <a:gd name="T110" fmla="*/ 77 w 119"/>
                <a:gd name="T111" fmla="*/ 28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9" h="41">
                  <a:moveTo>
                    <a:pt x="5" y="3"/>
                  </a:moveTo>
                  <a:cubicBezTo>
                    <a:pt x="6" y="4"/>
                    <a:pt x="10" y="1"/>
                    <a:pt x="12" y="3"/>
                  </a:cubicBezTo>
                  <a:cubicBezTo>
                    <a:pt x="13" y="3"/>
                    <a:pt x="12" y="2"/>
                    <a:pt x="13" y="2"/>
                  </a:cubicBezTo>
                  <a:cubicBezTo>
                    <a:pt x="14" y="1"/>
                    <a:pt x="14" y="2"/>
                    <a:pt x="16" y="2"/>
                  </a:cubicBezTo>
                  <a:cubicBezTo>
                    <a:pt x="17" y="2"/>
                    <a:pt x="17" y="0"/>
                    <a:pt x="19" y="2"/>
                  </a:cubicBezTo>
                  <a:cubicBezTo>
                    <a:pt x="19" y="4"/>
                    <a:pt x="17" y="2"/>
                    <a:pt x="16" y="3"/>
                  </a:cubicBezTo>
                  <a:cubicBezTo>
                    <a:pt x="15" y="3"/>
                    <a:pt x="18" y="4"/>
                    <a:pt x="18" y="4"/>
                  </a:cubicBezTo>
                  <a:cubicBezTo>
                    <a:pt x="17" y="4"/>
                    <a:pt x="16" y="4"/>
                    <a:pt x="16" y="5"/>
                  </a:cubicBezTo>
                  <a:cubicBezTo>
                    <a:pt x="15" y="6"/>
                    <a:pt x="16" y="6"/>
                    <a:pt x="17" y="6"/>
                  </a:cubicBezTo>
                  <a:cubicBezTo>
                    <a:pt x="17" y="7"/>
                    <a:pt x="16" y="9"/>
                    <a:pt x="19" y="9"/>
                  </a:cubicBezTo>
                  <a:cubicBezTo>
                    <a:pt x="21" y="9"/>
                    <a:pt x="19" y="6"/>
                    <a:pt x="19" y="5"/>
                  </a:cubicBezTo>
                  <a:cubicBezTo>
                    <a:pt x="24" y="6"/>
                    <a:pt x="24" y="4"/>
                    <a:pt x="25" y="3"/>
                  </a:cubicBezTo>
                  <a:cubicBezTo>
                    <a:pt x="27" y="4"/>
                    <a:pt x="29" y="2"/>
                    <a:pt x="30" y="3"/>
                  </a:cubicBezTo>
                  <a:cubicBezTo>
                    <a:pt x="32" y="3"/>
                    <a:pt x="32" y="2"/>
                    <a:pt x="34" y="2"/>
                  </a:cubicBezTo>
                  <a:cubicBezTo>
                    <a:pt x="34" y="4"/>
                    <a:pt x="37" y="4"/>
                    <a:pt x="39" y="5"/>
                  </a:cubicBezTo>
                  <a:cubicBezTo>
                    <a:pt x="38" y="6"/>
                    <a:pt x="39" y="6"/>
                    <a:pt x="40" y="7"/>
                  </a:cubicBezTo>
                  <a:cubicBezTo>
                    <a:pt x="42" y="6"/>
                    <a:pt x="43" y="6"/>
                    <a:pt x="44" y="7"/>
                  </a:cubicBezTo>
                  <a:cubicBezTo>
                    <a:pt x="46" y="7"/>
                    <a:pt x="46" y="6"/>
                    <a:pt x="47" y="6"/>
                  </a:cubicBezTo>
                  <a:cubicBezTo>
                    <a:pt x="48" y="6"/>
                    <a:pt x="50" y="6"/>
                    <a:pt x="50" y="5"/>
                  </a:cubicBezTo>
                  <a:cubicBezTo>
                    <a:pt x="53" y="6"/>
                    <a:pt x="54" y="6"/>
                    <a:pt x="57" y="5"/>
                  </a:cubicBezTo>
                  <a:cubicBezTo>
                    <a:pt x="57" y="6"/>
                    <a:pt x="60" y="6"/>
                    <a:pt x="59" y="6"/>
                  </a:cubicBezTo>
                  <a:cubicBezTo>
                    <a:pt x="60" y="6"/>
                    <a:pt x="60" y="7"/>
                    <a:pt x="61" y="7"/>
                  </a:cubicBezTo>
                  <a:cubicBezTo>
                    <a:pt x="62" y="8"/>
                    <a:pt x="63" y="8"/>
                    <a:pt x="64" y="8"/>
                  </a:cubicBezTo>
                  <a:cubicBezTo>
                    <a:pt x="65" y="8"/>
                    <a:pt x="64" y="8"/>
                    <a:pt x="65" y="8"/>
                  </a:cubicBezTo>
                  <a:cubicBezTo>
                    <a:pt x="67" y="8"/>
                    <a:pt x="64" y="9"/>
                    <a:pt x="66" y="10"/>
                  </a:cubicBezTo>
                  <a:cubicBezTo>
                    <a:pt x="67" y="10"/>
                    <a:pt x="67" y="9"/>
                    <a:pt x="67" y="9"/>
                  </a:cubicBezTo>
                  <a:cubicBezTo>
                    <a:pt x="68" y="9"/>
                    <a:pt x="69" y="10"/>
                    <a:pt x="71" y="10"/>
                  </a:cubicBezTo>
                  <a:cubicBezTo>
                    <a:pt x="73" y="10"/>
                    <a:pt x="74" y="10"/>
                    <a:pt x="76" y="10"/>
                  </a:cubicBezTo>
                  <a:cubicBezTo>
                    <a:pt x="75" y="12"/>
                    <a:pt x="82" y="11"/>
                    <a:pt x="82" y="12"/>
                  </a:cubicBezTo>
                  <a:cubicBezTo>
                    <a:pt x="83" y="12"/>
                    <a:pt x="84" y="12"/>
                    <a:pt x="84" y="12"/>
                  </a:cubicBezTo>
                  <a:cubicBezTo>
                    <a:pt x="85" y="12"/>
                    <a:pt x="86" y="13"/>
                    <a:pt x="86" y="14"/>
                  </a:cubicBezTo>
                  <a:cubicBezTo>
                    <a:pt x="87" y="14"/>
                    <a:pt x="87" y="14"/>
                    <a:pt x="87" y="13"/>
                  </a:cubicBezTo>
                  <a:cubicBezTo>
                    <a:pt x="88" y="14"/>
                    <a:pt x="89" y="15"/>
                    <a:pt x="93" y="15"/>
                  </a:cubicBezTo>
                  <a:cubicBezTo>
                    <a:pt x="92" y="15"/>
                    <a:pt x="92" y="16"/>
                    <a:pt x="93" y="16"/>
                  </a:cubicBezTo>
                  <a:cubicBezTo>
                    <a:pt x="94" y="17"/>
                    <a:pt x="90" y="17"/>
                    <a:pt x="93" y="18"/>
                  </a:cubicBezTo>
                  <a:cubicBezTo>
                    <a:pt x="92" y="18"/>
                    <a:pt x="89" y="18"/>
                    <a:pt x="89" y="20"/>
                  </a:cubicBezTo>
                  <a:cubicBezTo>
                    <a:pt x="91" y="21"/>
                    <a:pt x="96" y="19"/>
                    <a:pt x="97" y="21"/>
                  </a:cubicBezTo>
                  <a:cubicBezTo>
                    <a:pt x="98" y="21"/>
                    <a:pt x="97" y="20"/>
                    <a:pt x="98" y="20"/>
                  </a:cubicBezTo>
                  <a:cubicBezTo>
                    <a:pt x="99" y="20"/>
                    <a:pt x="98" y="21"/>
                    <a:pt x="99" y="22"/>
                  </a:cubicBezTo>
                  <a:cubicBezTo>
                    <a:pt x="99" y="22"/>
                    <a:pt x="100" y="22"/>
                    <a:pt x="100" y="22"/>
                  </a:cubicBezTo>
                  <a:cubicBezTo>
                    <a:pt x="101" y="23"/>
                    <a:pt x="102" y="21"/>
                    <a:pt x="102" y="23"/>
                  </a:cubicBezTo>
                  <a:cubicBezTo>
                    <a:pt x="104" y="23"/>
                    <a:pt x="105" y="23"/>
                    <a:pt x="108" y="23"/>
                  </a:cubicBezTo>
                  <a:cubicBezTo>
                    <a:pt x="108" y="23"/>
                    <a:pt x="109" y="24"/>
                    <a:pt x="109" y="24"/>
                  </a:cubicBezTo>
                  <a:cubicBezTo>
                    <a:pt x="110" y="25"/>
                    <a:pt x="114" y="24"/>
                    <a:pt x="113" y="25"/>
                  </a:cubicBezTo>
                  <a:cubicBezTo>
                    <a:pt x="116" y="25"/>
                    <a:pt x="114" y="26"/>
                    <a:pt x="118" y="26"/>
                  </a:cubicBezTo>
                  <a:cubicBezTo>
                    <a:pt x="119" y="27"/>
                    <a:pt x="114" y="27"/>
                    <a:pt x="115" y="27"/>
                  </a:cubicBezTo>
                  <a:cubicBezTo>
                    <a:pt x="114" y="28"/>
                    <a:pt x="115" y="28"/>
                    <a:pt x="116" y="28"/>
                  </a:cubicBezTo>
                  <a:cubicBezTo>
                    <a:pt x="113" y="29"/>
                    <a:pt x="111" y="29"/>
                    <a:pt x="110" y="31"/>
                  </a:cubicBezTo>
                  <a:cubicBezTo>
                    <a:pt x="108" y="31"/>
                    <a:pt x="108" y="31"/>
                    <a:pt x="108" y="31"/>
                  </a:cubicBezTo>
                  <a:cubicBezTo>
                    <a:pt x="107" y="31"/>
                    <a:pt x="103" y="31"/>
                    <a:pt x="103" y="30"/>
                  </a:cubicBezTo>
                  <a:cubicBezTo>
                    <a:pt x="103" y="29"/>
                    <a:pt x="98" y="30"/>
                    <a:pt x="99" y="28"/>
                  </a:cubicBezTo>
                  <a:cubicBezTo>
                    <a:pt x="97" y="28"/>
                    <a:pt x="97" y="28"/>
                    <a:pt x="97" y="27"/>
                  </a:cubicBezTo>
                  <a:cubicBezTo>
                    <a:pt x="95" y="27"/>
                    <a:pt x="94" y="27"/>
                    <a:pt x="93" y="27"/>
                  </a:cubicBezTo>
                  <a:cubicBezTo>
                    <a:pt x="91" y="27"/>
                    <a:pt x="92" y="29"/>
                    <a:pt x="92" y="30"/>
                  </a:cubicBezTo>
                  <a:cubicBezTo>
                    <a:pt x="92" y="31"/>
                    <a:pt x="94" y="31"/>
                    <a:pt x="95" y="32"/>
                  </a:cubicBezTo>
                  <a:cubicBezTo>
                    <a:pt x="97" y="31"/>
                    <a:pt x="98" y="33"/>
                    <a:pt x="99" y="32"/>
                  </a:cubicBezTo>
                  <a:cubicBezTo>
                    <a:pt x="100" y="32"/>
                    <a:pt x="101" y="33"/>
                    <a:pt x="101" y="35"/>
                  </a:cubicBezTo>
                  <a:cubicBezTo>
                    <a:pt x="100" y="35"/>
                    <a:pt x="102" y="35"/>
                    <a:pt x="103" y="35"/>
                  </a:cubicBezTo>
                  <a:cubicBezTo>
                    <a:pt x="104" y="36"/>
                    <a:pt x="102" y="38"/>
                    <a:pt x="102" y="39"/>
                  </a:cubicBezTo>
                  <a:cubicBezTo>
                    <a:pt x="100" y="40"/>
                    <a:pt x="100" y="39"/>
                    <a:pt x="100" y="39"/>
                  </a:cubicBezTo>
                  <a:cubicBezTo>
                    <a:pt x="98" y="38"/>
                    <a:pt x="95" y="38"/>
                    <a:pt x="95" y="37"/>
                  </a:cubicBezTo>
                  <a:cubicBezTo>
                    <a:pt x="91" y="37"/>
                    <a:pt x="91" y="35"/>
                    <a:pt x="87" y="36"/>
                  </a:cubicBezTo>
                  <a:cubicBezTo>
                    <a:pt x="87" y="37"/>
                    <a:pt x="90" y="36"/>
                    <a:pt x="91" y="37"/>
                  </a:cubicBezTo>
                  <a:cubicBezTo>
                    <a:pt x="87" y="39"/>
                    <a:pt x="94" y="38"/>
                    <a:pt x="91" y="39"/>
                  </a:cubicBezTo>
                  <a:cubicBezTo>
                    <a:pt x="91" y="39"/>
                    <a:pt x="93" y="39"/>
                    <a:pt x="95" y="39"/>
                  </a:cubicBezTo>
                  <a:cubicBezTo>
                    <a:pt x="95" y="40"/>
                    <a:pt x="95" y="40"/>
                    <a:pt x="96" y="40"/>
                  </a:cubicBezTo>
                  <a:cubicBezTo>
                    <a:pt x="97" y="40"/>
                    <a:pt x="98" y="40"/>
                    <a:pt x="98" y="41"/>
                  </a:cubicBezTo>
                  <a:cubicBezTo>
                    <a:pt x="95" y="41"/>
                    <a:pt x="93" y="41"/>
                    <a:pt x="91" y="40"/>
                  </a:cubicBezTo>
                  <a:cubicBezTo>
                    <a:pt x="89" y="40"/>
                    <a:pt x="87" y="40"/>
                    <a:pt x="85" y="39"/>
                  </a:cubicBezTo>
                  <a:cubicBezTo>
                    <a:pt x="84" y="39"/>
                    <a:pt x="81" y="38"/>
                    <a:pt x="80" y="38"/>
                  </a:cubicBezTo>
                  <a:cubicBezTo>
                    <a:pt x="79" y="38"/>
                    <a:pt x="79" y="37"/>
                    <a:pt x="78" y="37"/>
                  </a:cubicBezTo>
                  <a:cubicBezTo>
                    <a:pt x="77" y="37"/>
                    <a:pt x="75" y="37"/>
                    <a:pt x="74" y="37"/>
                  </a:cubicBezTo>
                  <a:cubicBezTo>
                    <a:pt x="73" y="36"/>
                    <a:pt x="74" y="36"/>
                    <a:pt x="73" y="35"/>
                  </a:cubicBezTo>
                  <a:cubicBezTo>
                    <a:pt x="73" y="35"/>
                    <a:pt x="70" y="35"/>
                    <a:pt x="71" y="34"/>
                  </a:cubicBezTo>
                  <a:cubicBezTo>
                    <a:pt x="67" y="34"/>
                    <a:pt x="66" y="32"/>
                    <a:pt x="64" y="31"/>
                  </a:cubicBezTo>
                  <a:cubicBezTo>
                    <a:pt x="65" y="31"/>
                    <a:pt x="64" y="29"/>
                    <a:pt x="65" y="29"/>
                  </a:cubicBezTo>
                  <a:cubicBezTo>
                    <a:pt x="65" y="29"/>
                    <a:pt x="67" y="29"/>
                    <a:pt x="67" y="29"/>
                  </a:cubicBezTo>
                  <a:cubicBezTo>
                    <a:pt x="67" y="29"/>
                    <a:pt x="66" y="28"/>
                    <a:pt x="66" y="27"/>
                  </a:cubicBezTo>
                  <a:cubicBezTo>
                    <a:pt x="66" y="27"/>
                    <a:pt x="68" y="27"/>
                    <a:pt x="68" y="27"/>
                  </a:cubicBezTo>
                  <a:cubicBezTo>
                    <a:pt x="69" y="27"/>
                    <a:pt x="68" y="26"/>
                    <a:pt x="68" y="25"/>
                  </a:cubicBezTo>
                  <a:cubicBezTo>
                    <a:pt x="68" y="25"/>
                    <a:pt x="70" y="26"/>
                    <a:pt x="70" y="25"/>
                  </a:cubicBezTo>
                  <a:cubicBezTo>
                    <a:pt x="71" y="25"/>
                    <a:pt x="70" y="23"/>
                    <a:pt x="71" y="23"/>
                  </a:cubicBezTo>
                  <a:cubicBezTo>
                    <a:pt x="71" y="22"/>
                    <a:pt x="69" y="23"/>
                    <a:pt x="68" y="22"/>
                  </a:cubicBezTo>
                  <a:cubicBezTo>
                    <a:pt x="68" y="22"/>
                    <a:pt x="68" y="21"/>
                    <a:pt x="68" y="20"/>
                  </a:cubicBezTo>
                  <a:cubicBezTo>
                    <a:pt x="67" y="20"/>
                    <a:pt x="66" y="20"/>
                    <a:pt x="66" y="21"/>
                  </a:cubicBezTo>
                  <a:cubicBezTo>
                    <a:pt x="64" y="20"/>
                    <a:pt x="65" y="19"/>
                    <a:pt x="64" y="19"/>
                  </a:cubicBezTo>
                  <a:cubicBezTo>
                    <a:pt x="64" y="18"/>
                    <a:pt x="63" y="19"/>
                    <a:pt x="62" y="19"/>
                  </a:cubicBezTo>
                  <a:cubicBezTo>
                    <a:pt x="62" y="19"/>
                    <a:pt x="61" y="19"/>
                    <a:pt x="61" y="19"/>
                  </a:cubicBezTo>
                  <a:cubicBezTo>
                    <a:pt x="60" y="18"/>
                    <a:pt x="59" y="18"/>
                    <a:pt x="59" y="18"/>
                  </a:cubicBezTo>
                  <a:cubicBezTo>
                    <a:pt x="58" y="18"/>
                    <a:pt x="58" y="18"/>
                    <a:pt x="57" y="18"/>
                  </a:cubicBezTo>
                  <a:cubicBezTo>
                    <a:pt x="57" y="18"/>
                    <a:pt x="55" y="17"/>
                    <a:pt x="53" y="17"/>
                  </a:cubicBezTo>
                  <a:cubicBezTo>
                    <a:pt x="57" y="15"/>
                    <a:pt x="48" y="16"/>
                    <a:pt x="49" y="14"/>
                  </a:cubicBezTo>
                  <a:cubicBezTo>
                    <a:pt x="47" y="14"/>
                    <a:pt x="44" y="14"/>
                    <a:pt x="44" y="15"/>
                  </a:cubicBezTo>
                  <a:cubicBezTo>
                    <a:pt x="43" y="16"/>
                    <a:pt x="41" y="15"/>
                    <a:pt x="41" y="15"/>
                  </a:cubicBezTo>
                  <a:cubicBezTo>
                    <a:pt x="40" y="15"/>
                    <a:pt x="40" y="15"/>
                    <a:pt x="38" y="15"/>
                  </a:cubicBezTo>
                  <a:cubicBezTo>
                    <a:pt x="37" y="15"/>
                    <a:pt x="36" y="15"/>
                    <a:pt x="34" y="15"/>
                  </a:cubicBezTo>
                  <a:cubicBezTo>
                    <a:pt x="33" y="15"/>
                    <a:pt x="32" y="15"/>
                    <a:pt x="30" y="15"/>
                  </a:cubicBezTo>
                  <a:cubicBezTo>
                    <a:pt x="28" y="15"/>
                    <a:pt x="28" y="15"/>
                    <a:pt x="26" y="15"/>
                  </a:cubicBezTo>
                  <a:cubicBezTo>
                    <a:pt x="22" y="15"/>
                    <a:pt x="18" y="15"/>
                    <a:pt x="14" y="14"/>
                  </a:cubicBezTo>
                  <a:cubicBezTo>
                    <a:pt x="13" y="14"/>
                    <a:pt x="12" y="13"/>
                    <a:pt x="12" y="13"/>
                  </a:cubicBezTo>
                  <a:cubicBezTo>
                    <a:pt x="10" y="13"/>
                    <a:pt x="8" y="13"/>
                    <a:pt x="9" y="12"/>
                  </a:cubicBezTo>
                  <a:cubicBezTo>
                    <a:pt x="7" y="12"/>
                    <a:pt x="4" y="13"/>
                    <a:pt x="5" y="11"/>
                  </a:cubicBezTo>
                  <a:cubicBezTo>
                    <a:pt x="8" y="12"/>
                    <a:pt x="9" y="11"/>
                    <a:pt x="11" y="10"/>
                  </a:cubicBezTo>
                  <a:cubicBezTo>
                    <a:pt x="9" y="9"/>
                    <a:pt x="4" y="10"/>
                    <a:pt x="3" y="9"/>
                  </a:cubicBezTo>
                  <a:cubicBezTo>
                    <a:pt x="2" y="9"/>
                    <a:pt x="2" y="9"/>
                    <a:pt x="2" y="9"/>
                  </a:cubicBezTo>
                  <a:cubicBezTo>
                    <a:pt x="0" y="9"/>
                    <a:pt x="3" y="7"/>
                    <a:pt x="4" y="7"/>
                  </a:cubicBezTo>
                  <a:cubicBezTo>
                    <a:pt x="3" y="5"/>
                    <a:pt x="5" y="5"/>
                    <a:pt x="5" y="3"/>
                  </a:cubicBezTo>
                  <a:close/>
                  <a:moveTo>
                    <a:pt x="77" y="28"/>
                  </a:moveTo>
                  <a:cubicBezTo>
                    <a:pt x="77" y="27"/>
                    <a:pt x="82" y="28"/>
                    <a:pt x="84" y="28"/>
                  </a:cubicBezTo>
                  <a:cubicBezTo>
                    <a:pt x="84" y="27"/>
                    <a:pt x="83" y="27"/>
                    <a:pt x="82" y="26"/>
                  </a:cubicBezTo>
                  <a:cubicBezTo>
                    <a:pt x="81" y="26"/>
                    <a:pt x="78" y="26"/>
                    <a:pt x="76" y="25"/>
                  </a:cubicBezTo>
                  <a:cubicBezTo>
                    <a:pt x="77" y="26"/>
                    <a:pt x="75" y="28"/>
                    <a:pt x="77" y="2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7" name="Freeform 89"/>
            <p:cNvSpPr/>
            <p:nvPr/>
          </p:nvSpPr>
          <p:spPr bwMode="auto">
            <a:xfrm>
              <a:off x="2346325" y="3541713"/>
              <a:ext cx="277813" cy="71438"/>
            </a:xfrm>
            <a:custGeom>
              <a:avLst/>
              <a:gdLst>
                <a:gd name="T0" fmla="*/ 9 w 74"/>
                <a:gd name="T1" fmla="*/ 14 h 19"/>
                <a:gd name="T2" fmla="*/ 10 w 74"/>
                <a:gd name="T3" fmla="*/ 13 h 19"/>
                <a:gd name="T4" fmla="*/ 14 w 74"/>
                <a:gd name="T5" fmla="*/ 12 h 19"/>
                <a:gd name="T6" fmla="*/ 16 w 74"/>
                <a:gd name="T7" fmla="*/ 12 h 19"/>
                <a:gd name="T8" fmla="*/ 27 w 74"/>
                <a:gd name="T9" fmla="*/ 11 h 19"/>
                <a:gd name="T10" fmla="*/ 16 w 74"/>
                <a:gd name="T11" fmla="*/ 11 h 19"/>
                <a:gd name="T12" fmla="*/ 15 w 74"/>
                <a:gd name="T13" fmla="*/ 10 h 19"/>
                <a:gd name="T14" fmla="*/ 12 w 74"/>
                <a:gd name="T15" fmla="*/ 11 h 19"/>
                <a:gd name="T16" fmla="*/ 6 w 74"/>
                <a:gd name="T17" fmla="*/ 10 h 19"/>
                <a:gd name="T18" fmla="*/ 11 w 74"/>
                <a:gd name="T19" fmla="*/ 8 h 19"/>
                <a:gd name="T20" fmla="*/ 14 w 74"/>
                <a:gd name="T21" fmla="*/ 8 h 19"/>
                <a:gd name="T22" fmla="*/ 3 w 74"/>
                <a:gd name="T23" fmla="*/ 7 h 19"/>
                <a:gd name="T24" fmla="*/ 1 w 74"/>
                <a:gd name="T25" fmla="*/ 6 h 19"/>
                <a:gd name="T26" fmla="*/ 6 w 74"/>
                <a:gd name="T27" fmla="*/ 4 h 19"/>
                <a:gd name="T28" fmla="*/ 6 w 74"/>
                <a:gd name="T29" fmla="*/ 3 h 19"/>
                <a:gd name="T30" fmla="*/ 16 w 74"/>
                <a:gd name="T31" fmla="*/ 2 h 19"/>
                <a:gd name="T32" fmla="*/ 19 w 74"/>
                <a:gd name="T33" fmla="*/ 1 h 19"/>
                <a:gd name="T34" fmla="*/ 21 w 74"/>
                <a:gd name="T35" fmla="*/ 1 h 19"/>
                <a:gd name="T36" fmla="*/ 23 w 74"/>
                <a:gd name="T37" fmla="*/ 3 h 19"/>
                <a:gd name="T38" fmla="*/ 21 w 74"/>
                <a:gd name="T39" fmla="*/ 3 h 19"/>
                <a:gd name="T40" fmla="*/ 23 w 74"/>
                <a:gd name="T41" fmla="*/ 4 h 19"/>
                <a:gd name="T42" fmla="*/ 24 w 74"/>
                <a:gd name="T43" fmla="*/ 3 h 19"/>
                <a:gd name="T44" fmla="*/ 30 w 74"/>
                <a:gd name="T45" fmla="*/ 3 h 19"/>
                <a:gd name="T46" fmla="*/ 33 w 74"/>
                <a:gd name="T47" fmla="*/ 5 h 19"/>
                <a:gd name="T48" fmla="*/ 36 w 74"/>
                <a:gd name="T49" fmla="*/ 4 h 19"/>
                <a:gd name="T50" fmla="*/ 39 w 74"/>
                <a:gd name="T51" fmla="*/ 3 h 19"/>
                <a:gd name="T52" fmla="*/ 42 w 74"/>
                <a:gd name="T53" fmla="*/ 3 h 19"/>
                <a:gd name="T54" fmla="*/ 43 w 74"/>
                <a:gd name="T55" fmla="*/ 5 h 19"/>
                <a:gd name="T56" fmla="*/ 45 w 74"/>
                <a:gd name="T57" fmla="*/ 7 h 19"/>
                <a:gd name="T58" fmla="*/ 49 w 74"/>
                <a:gd name="T59" fmla="*/ 5 h 19"/>
                <a:gd name="T60" fmla="*/ 46 w 74"/>
                <a:gd name="T61" fmla="*/ 4 h 19"/>
                <a:gd name="T62" fmla="*/ 46 w 74"/>
                <a:gd name="T63" fmla="*/ 2 h 19"/>
                <a:gd name="T64" fmla="*/ 50 w 74"/>
                <a:gd name="T65" fmla="*/ 1 h 19"/>
                <a:gd name="T66" fmla="*/ 54 w 74"/>
                <a:gd name="T67" fmla="*/ 4 h 19"/>
                <a:gd name="T68" fmla="*/ 57 w 74"/>
                <a:gd name="T69" fmla="*/ 5 h 19"/>
                <a:gd name="T70" fmla="*/ 59 w 74"/>
                <a:gd name="T71" fmla="*/ 7 h 19"/>
                <a:gd name="T72" fmla="*/ 58 w 74"/>
                <a:gd name="T73" fmla="*/ 8 h 19"/>
                <a:gd name="T74" fmla="*/ 61 w 74"/>
                <a:gd name="T75" fmla="*/ 10 h 19"/>
                <a:gd name="T76" fmla="*/ 70 w 74"/>
                <a:gd name="T77" fmla="*/ 11 h 19"/>
                <a:gd name="T78" fmla="*/ 73 w 74"/>
                <a:gd name="T79" fmla="*/ 12 h 19"/>
                <a:gd name="T80" fmla="*/ 74 w 74"/>
                <a:gd name="T81" fmla="*/ 13 h 19"/>
                <a:gd name="T82" fmla="*/ 66 w 74"/>
                <a:gd name="T83" fmla="*/ 13 h 19"/>
                <a:gd name="T84" fmla="*/ 68 w 74"/>
                <a:gd name="T85" fmla="*/ 17 h 19"/>
                <a:gd name="T86" fmla="*/ 57 w 74"/>
                <a:gd name="T87" fmla="*/ 17 h 19"/>
                <a:gd name="T88" fmla="*/ 43 w 74"/>
                <a:gd name="T89" fmla="*/ 17 h 19"/>
                <a:gd name="T90" fmla="*/ 38 w 74"/>
                <a:gd name="T91" fmla="*/ 17 h 19"/>
                <a:gd name="T92" fmla="*/ 37 w 74"/>
                <a:gd name="T93" fmla="*/ 18 h 19"/>
                <a:gd name="T94" fmla="*/ 25 w 74"/>
                <a:gd name="T95" fmla="*/ 18 h 19"/>
                <a:gd name="T96" fmla="*/ 21 w 74"/>
                <a:gd name="T97" fmla="*/ 15 h 19"/>
                <a:gd name="T98" fmla="*/ 13 w 74"/>
                <a:gd name="T99" fmla="*/ 14 h 19"/>
                <a:gd name="T100" fmla="*/ 12 w 74"/>
                <a:gd name="T101" fmla="*/ 15 h 19"/>
                <a:gd name="T102" fmla="*/ 12 w 74"/>
                <a:gd name="T103" fmla="*/ 14 h 19"/>
                <a:gd name="T104" fmla="*/ 9 w 74"/>
                <a:gd name="T105" fmla="*/ 14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74" h="19">
                  <a:moveTo>
                    <a:pt x="9" y="14"/>
                  </a:moveTo>
                  <a:cubicBezTo>
                    <a:pt x="7" y="14"/>
                    <a:pt x="9" y="13"/>
                    <a:pt x="10" y="13"/>
                  </a:cubicBezTo>
                  <a:cubicBezTo>
                    <a:pt x="10" y="12"/>
                    <a:pt x="12" y="12"/>
                    <a:pt x="14" y="12"/>
                  </a:cubicBezTo>
                  <a:cubicBezTo>
                    <a:pt x="15" y="12"/>
                    <a:pt x="15" y="12"/>
                    <a:pt x="16" y="12"/>
                  </a:cubicBezTo>
                  <a:cubicBezTo>
                    <a:pt x="20" y="12"/>
                    <a:pt x="24" y="12"/>
                    <a:pt x="27" y="11"/>
                  </a:cubicBezTo>
                  <a:cubicBezTo>
                    <a:pt x="26" y="10"/>
                    <a:pt x="19" y="11"/>
                    <a:pt x="16" y="11"/>
                  </a:cubicBezTo>
                  <a:cubicBezTo>
                    <a:pt x="15" y="11"/>
                    <a:pt x="14" y="10"/>
                    <a:pt x="15" y="10"/>
                  </a:cubicBezTo>
                  <a:cubicBezTo>
                    <a:pt x="14" y="10"/>
                    <a:pt x="13" y="11"/>
                    <a:pt x="12" y="11"/>
                  </a:cubicBezTo>
                  <a:cubicBezTo>
                    <a:pt x="10" y="11"/>
                    <a:pt x="8" y="10"/>
                    <a:pt x="6" y="10"/>
                  </a:cubicBezTo>
                  <a:cubicBezTo>
                    <a:pt x="3" y="9"/>
                    <a:pt x="11" y="9"/>
                    <a:pt x="11" y="8"/>
                  </a:cubicBezTo>
                  <a:cubicBezTo>
                    <a:pt x="11" y="7"/>
                    <a:pt x="13" y="8"/>
                    <a:pt x="14" y="8"/>
                  </a:cubicBezTo>
                  <a:cubicBezTo>
                    <a:pt x="14" y="6"/>
                    <a:pt x="8" y="8"/>
                    <a:pt x="3" y="7"/>
                  </a:cubicBezTo>
                  <a:cubicBezTo>
                    <a:pt x="0" y="7"/>
                    <a:pt x="5" y="6"/>
                    <a:pt x="1" y="6"/>
                  </a:cubicBezTo>
                  <a:cubicBezTo>
                    <a:pt x="2" y="5"/>
                    <a:pt x="2" y="4"/>
                    <a:pt x="6" y="4"/>
                  </a:cubicBezTo>
                  <a:cubicBezTo>
                    <a:pt x="7" y="4"/>
                    <a:pt x="6" y="3"/>
                    <a:pt x="6" y="3"/>
                  </a:cubicBezTo>
                  <a:cubicBezTo>
                    <a:pt x="8" y="2"/>
                    <a:pt x="12" y="2"/>
                    <a:pt x="16" y="2"/>
                  </a:cubicBezTo>
                  <a:cubicBezTo>
                    <a:pt x="17" y="1"/>
                    <a:pt x="17" y="0"/>
                    <a:pt x="19" y="1"/>
                  </a:cubicBezTo>
                  <a:cubicBezTo>
                    <a:pt x="19" y="1"/>
                    <a:pt x="20" y="1"/>
                    <a:pt x="21" y="1"/>
                  </a:cubicBezTo>
                  <a:cubicBezTo>
                    <a:pt x="20" y="2"/>
                    <a:pt x="19" y="3"/>
                    <a:pt x="23" y="3"/>
                  </a:cubicBezTo>
                  <a:cubicBezTo>
                    <a:pt x="23" y="3"/>
                    <a:pt x="21" y="3"/>
                    <a:pt x="21" y="3"/>
                  </a:cubicBezTo>
                  <a:cubicBezTo>
                    <a:pt x="21" y="4"/>
                    <a:pt x="22" y="4"/>
                    <a:pt x="23" y="4"/>
                  </a:cubicBezTo>
                  <a:cubicBezTo>
                    <a:pt x="24" y="4"/>
                    <a:pt x="23" y="3"/>
                    <a:pt x="24" y="3"/>
                  </a:cubicBezTo>
                  <a:cubicBezTo>
                    <a:pt x="26" y="3"/>
                    <a:pt x="27" y="3"/>
                    <a:pt x="30" y="3"/>
                  </a:cubicBezTo>
                  <a:cubicBezTo>
                    <a:pt x="31" y="3"/>
                    <a:pt x="33" y="4"/>
                    <a:pt x="33" y="5"/>
                  </a:cubicBezTo>
                  <a:cubicBezTo>
                    <a:pt x="34" y="5"/>
                    <a:pt x="34" y="4"/>
                    <a:pt x="36" y="4"/>
                  </a:cubicBezTo>
                  <a:cubicBezTo>
                    <a:pt x="37" y="4"/>
                    <a:pt x="38" y="3"/>
                    <a:pt x="39" y="3"/>
                  </a:cubicBezTo>
                  <a:cubicBezTo>
                    <a:pt x="40" y="3"/>
                    <a:pt x="41" y="3"/>
                    <a:pt x="42" y="3"/>
                  </a:cubicBezTo>
                  <a:cubicBezTo>
                    <a:pt x="43" y="4"/>
                    <a:pt x="43" y="4"/>
                    <a:pt x="43" y="5"/>
                  </a:cubicBezTo>
                  <a:cubicBezTo>
                    <a:pt x="44" y="6"/>
                    <a:pt x="47" y="6"/>
                    <a:pt x="45" y="7"/>
                  </a:cubicBezTo>
                  <a:cubicBezTo>
                    <a:pt x="47" y="7"/>
                    <a:pt x="47" y="6"/>
                    <a:pt x="49" y="5"/>
                  </a:cubicBezTo>
                  <a:cubicBezTo>
                    <a:pt x="49" y="5"/>
                    <a:pt x="47" y="5"/>
                    <a:pt x="46" y="4"/>
                  </a:cubicBezTo>
                  <a:cubicBezTo>
                    <a:pt x="45" y="4"/>
                    <a:pt x="47" y="3"/>
                    <a:pt x="46" y="2"/>
                  </a:cubicBezTo>
                  <a:cubicBezTo>
                    <a:pt x="48" y="2"/>
                    <a:pt x="48" y="1"/>
                    <a:pt x="50" y="1"/>
                  </a:cubicBezTo>
                  <a:cubicBezTo>
                    <a:pt x="51" y="2"/>
                    <a:pt x="53" y="3"/>
                    <a:pt x="54" y="4"/>
                  </a:cubicBezTo>
                  <a:cubicBezTo>
                    <a:pt x="54" y="5"/>
                    <a:pt x="57" y="7"/>
                    <a:pt x="57" y="5"/>
                  </a:cubicBezTo>
                  <a:cubicBezTo>
                    <a:pt x="59" y="6"/>
                    <a:pt x="58" y="7"/>
                    <a:pt x="59" y="7"/>
                  </a:cubicBezTo>
                  <a:cubicBezTo>
                    <a:pt x="59" y="8"/>
                    <a:pt x="59" y="8"/>
                    <a:pt x="58" y="8"/>
                  </a:cubicBezTo>
                  <a:cubicBezTo>
                    <a:pt x="59" y="9"/>
                    <a:pt x="62" y="9"/>
                    <a:pt x="61" y="10"/>
                  </a:cubicBezTo>
                  <a:cubicBezTo>
                    <a:pt x="65" y="9"/>
                    <a:pt x="65" y="11"/>
                    <a:pt x="70" y="11"/>
                  </a:cubicBezTo>
                  <a:cubicBezTo>
                    <a:pt x="68" y="13"/>
                    <a:pt x="73" y="12"/>
                    <a:pt x="73" y="12"/>
                  </a:cubicBezTo>
                  <a:cubicBezTo>
                    <a:pt x="73" y="12"/>
                    <a:pt x="71" y="14"/>
                    <a:pt x="74" y="13"/>
                  </a:cubicBezTo>
                  <a:cubicBezTo>
                    <a:pt x="72" y="16"/>
                    <a:pt x="70" y="13"/>
                    <a:pt x="66" y="13"/>
                  </a:cubicBezTo>
                  <a:cubicBezTo>
                    <a:pt x="65" y="15"/>
                    <a:pt x="70" y="14"/>
                    <a:pt x="68" y="17"/>
                  </a:cubicBezTo>
                  <a:cubicBezTo>
                    <a:pt x="65" y="17"/>
                    <a:pt x="60" y="18"/>
                    <a:pt x="57" y="17"/>
                  </a:cubicBezTo>
                  <a:cubicBezTo>
                    <a:pt x="54" y="16"/>
                    <a:pt x="48" y="15"/>
                    <a:pt x="43" y="17"/>
                  </a:cubicBezTo>
                  <a:cubicBezTo>
                    <a:pt x="42" y="17"/>
                    <a:pt x="41" y="17"/>
                    <a:pt x="38" y="17"/>
                  </a:cubicBezTo>
                  <a:cubicBezTo>
                    <a:pt x="38" y="17"/>
                    <a:pt x="38" y="18"/>
                    <a:pt x="37" y="18"/>
                  </a:cubicBezTo>
                  <a:cubicBezTo>
                    <a:pt x="35" y="17"/>
                    <a:pt x="30" y="19"/>
                    <a:pt x="25" y="18"/>
                  </a:cubicBezTo>
                  <a:cubicBezTo>
                    <a:pt x="23" y="17"/>
                    <a:pt x="22" y="16"/>
                    <a:pt x="21" y="15"/>
                  </a:cubicBezTo>
                  <a:cubicBezTo>
                    <a:pt x="18" y="15"/>
                    <a:pt x="13" y="16"/>
                    <a:pt x="13" y="14"/>
                  </a:cubicBezTo>
                  <a:cubicBezTo>
                    <a:pt x="12" y="14"/>
                    <a:pt x="12" y="14"/>
                    <a:pt x="12" y="15"/>
                  </a:cubicBezTo>
                  <a:cubicBezTo>
                    <a:pt x="10" y="15"/>
                    <a:pt x="11" y="14"/>
                    <a:pt x="12" y="14"/>
                  </a:cubicBezTo>
                  <a:cubicBezTo>
                    <a:pt x="12" y="13"/>
                    <a:pt x="9" y="14"/>
                    <a:pt x="9"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8" name="Freeform 90"/>
            <p:cNvSpPr>
              <a:spLocks noEditPoints="1"/>
            </p:cNvSpPr>
            <p:nvPr/>
          </p:nvSpPr>
          <p:spPr bwMode="auto">
            <a:xfrm>
              <a:off x="1616075" y="3560763"/>
              <a:ext cx="1968500" cy="1120775"/>
            </a:xfrm>
            <a:custGeom>
              <a:avLst/>
              <a:gdLst>
                <a:gd name="T0" fmla="*/ 343 w 525"/>
                <a:gd name="T1" fmla="*/ 19 h 299"/>
                <a:gd name="T2" fmla="*/ 309 w 525"/>
                <a:gd name="T3" fmla="*/ 31 h 299"/>
                <a:gd name="T4" fmla="*/ 305 w 525"/>
                <a:gd name="T5" fmla="*/ 49 h 299"/>
                <a:gd name="T6" fmla="*/ 347 w 525"/>
                <a:gd name="T7" fmla="*/ 63 h 299"/>
                <a:gd name="T8" fmla="*/ 361 w 525"/>
                <a:gd name="T9" fmla="*/ 44 h 299"/>
                <a:gd name="T10" fmla="*/ 397 w 525"/>
                <a:gd name="T11" fmla="*/ 43 h 299"/>
                <a:gd name="T12" fmla="*/ 430 w 525"/>
                <a:gd name="T13" fmla="*/ 48 h 299"/>
                <a:gd name="T14" fmla="*/ 442 w 525"/>
                <a:gd name="T15" fmla="*/ 64 h 299"/>
                <a:gd name="T16" fmla="*/ 402 w 525"/>
                <a:gd name="T17" fmla="*/ 71 h 299"/>
                <a:gd name="T18" fmla="*/ 427 w 525"/>
                <a:gd name="T19" fmla="*/ 79 h 299"/>
                <a:gd name="T20" fmla="*/ 417 w 525"/>
                <a:gd name="T21" fmla="*/ 81 h 299"/>
                <a:gd name="T22" fmla="*/ 372 w 525"/>
                <a:gd name="T23" fmla="*/ 97 h 299"/>
                <a:gd name="T24" fmla="*/ 353 w 525"/>
                <a:gd name="T25" fmla="*/ 124 h 299"/>
                <a:gd name="T26" fmla="*/ 315 w 525"/>
                <a:gd name="T27" fmla="*/ 114 h 299"/>
                <a:gd name="T28" fmla="*/ 284 w 525"/>
                <a:gd name="T29" fmla="*/ 134 h 299"/>
                <a:gd name="T30" fmla="*/ 319 w 525"/>
                <a:gd name="T31" fmla="*/ 142 h 299"/>
                <a:gd name="T32" fmla="*/ 367 w 525"/>
                <a:gd name="T33" fmla="*/ 158 h 299"/>
                <a:gd name="T34" fmla="*/ 407 w 525"/>
                <a:gd name="T35" fmla="*/ 155 h 299"/>
                <a:gd name="T36" fmla="*/ 469 w 525"/>
                <a:gd name="T37" fmla="*/ 169 h 299"/>
                <a:gd name="T38" fmla="*/ 525 w 525"/>
                <a:gd name="T39" fmla="*/ 185 h 299"/>
                <a:gd name="T40" fmla="*/ 501 w 525"/>
                <a:gd name="T41" fmla="*/ 222 h 299"/>
                <a:gd name="T42" fmla="*/ 470 w 525"/>
                <a:gd name="T43" fmla="*/ 239 h 299"/>
                <a:gd name="T44" fmla="*/ 440 w 525"/>
                <a:gd name="T45" fmla="*/ 255 h 299"/>
                <a:gd name="T46" fmla="*/ 414 w 525"/>
                <a:gd name="T47" fmla="*/ 270 h 299"/>
                <a:gd name="T48" fmla="*/ 402 w 525"/>
                <a:gd name="T49" fmla="*/ 282 h 299"/>
                <a:gd name="T50" fmla="*/ 380 w 525"/>
                <a:gd name="T51" fmla="*/ 293 h 299"/>
                <a:gd name="T52" fmla="*/ 373 w 525"/>
                <a:gd name="T53" fmla="*/ 277 h 299"/>
                <a:gd name="T54" fmla="*/ 390 w 525"/>
                <a:gd name="T55" fmla="*/ 244 h 299"/>
                <a:gd name="T56" fmla="*/ 388 w 525"/>
                <a:gd name="T57" fmla="*/ 212 h 299"/>
                <a:gd name="T58" fmla="*/ 353 w 525"/>
                <a:gd name="T59" fmla="*/ 190 h 299"/>
                <a:gd name="T60" fmla="*/ 360 w 525"/>
                <a:gd name="T61" fmla="*/ 172 h 299"/>
                <a:gd name="T62" fmla="*/ 330 w 525"/>
                <a:gd name="T63" fmla="*/ 153 h 299"/>
                <a:gd name="T64" fmla="*/ 297 w 525"/>
                <a:gd name="T65" fmla="*/ 143 h 299"/>
                <a:gd name="T66" fmla="*/ 246 w 525"/>
                <a:gd name="T67" fmla="*/ 129 h 299"/>
                <a:gd name="T68" fmla="*/ 218 w 525"/>
                <a:gd name="T69" fmla="*/ 115 h 299"/>
                <a:gd name="T70" fmla="*/ 218 w 525"/>
                <a:gd name="T71" fmla="*/ 120 h 299"/>
                <a:gd name="T72" fmla="*/ 188 w 525"/>
                <a:gd name="T73" fmla="*/ 102 h 299"/>
                <a:gd name="T74" fmla="*/ 169 w 525"/>
                <a:gd name="T75" fmla="*/ 69 h 299"/>
                <a:gd name="T76" fmla="*/ 158 w 525"/>
                <a:gd name="T77" fmla="*/ 61 h 299"/>
                <a:gd name="T78" fmla="*/ 129 w 525"/>
                <a:gd name="T79" fmla="*/ 45 h 299"/>
                <a:gd name="T80" fmla="*/ 80 w 525"/>
                <a:gd name="T81" fmla="*/ 37 h 299"/>
                <a:gd name="T82" fmla="*/ 55 w 525"/>
                <a:gd name="T83" fmla="*/ 44 h 299"/>
                <a:gd name="T84" fmla="*/ 30 w 525"/>
                <a:gd name="T85" fmla="*/ 51 h 299"/>
                <a:gd name="T86" fmla="*/ 13 w 525"/>
                <a:gd name="T87" fmla="*/ 40 h 299"/>
                <a:gd name="T88" fmla="*/ 5 w 525"/>
                <a:gd name="T89" fmla="*/ 25 h 299"/>
                <a:gd name="T90" fmla="*/ 15 w 525"/>
                <a:gd name="T91" fmla="*/ 16 h 299"/>
                <a:gd name="T92" fmla="*/ 50 w 525"/>
                <a:gd name="T93" fmla="*/ 5 h 299"/>
                <a:gd name="T94" fmla="*/ 135 w 525"/>
                <a:gd name="T95" fmla="*/ 10 h 299"/>
                <a:gd name="T96" fmla="*/ 176 w 525"/>
                <a:gd name="T97" fmla="*/ 11 h 299"/>
                <a:gd name="T98" fmla="*/ 239 w 525"/>
                <a:gd name="T99" fmla="*/ 19 h 299"/>
                <a:gd name="T100" fmla="*/ 285 w 525"/>
                <a:gd name="T101" fmla="*/ 14 h 299"/>
                <a:gd name="T102" fmla="*/ 298 w 525"/>
                <a:gd name="T103" fmla="*/ 3 h 299"/>
                <a:gd name="T104" fmla="*/ 322 w 525"/>
                <a:gd name="T105" fmla="*/ 13 h 299"/>
                <a:gd name="T106" fmla="*/ 172 w 525"/>
                <a:gd name="T107" fmla="*/ 22 h 299"/>
                <a:gd name="T108" fmla="*/ 222 w 525"/>
                <a:gd name="T109" fmla="*/ 35 h 299"/>
                <a:gd name="T110" fmla="*/ 214 w 525"/>
                <a:gd name="T111" fmla="*/ 34 h 299"/>
                <a:gd name="T112" fmla="*/ 283 w 525"/>
                <a:gd name="T113" fmla="*/ 65 h 299"/>
                <a:gd name="T114" fmla="*/ 306 w 525"/>
                <a:gd name="T115" fmla="*/ 77 h 299"/>
                <a:gd name="T116" fmla="*/ 326 w 525"/>
                <a:gd name="T117" fmla="*/ 70 h 299"/>
                <a:gd name="T118" fmla="*/ 322 w 525"/>
                <a:gd name="T119" fmla="*/ 88 h 299"/>
                <a:gd name="T120" fmla="*/ 356 w 525"/>
                <a:gd name="T121" fmla="*/ 83 h 299"/>
                <a:gd name="T122" fmla="*/ 346 w 525"/>
                <a:gd name="T123" fmla="*/ 88 h 2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525" h="299">
                  <a:moveTo>
                    <a:pt x="320" y="16"/>
                  </a:moveTo>
                  <a:cubicBezTo>
                    <a:pt x="320" y="17"/>
                    <a:pt x="322" y="15"/>
                    <a:pt x="322" y="17"/>
                  </a:cubicBezTo>
                  <a:cubicBezTo>
                    <a:pt x="323" y="17"/>
                    <a:pt x="324" y="17"/>
                    <a:pt x="325" y="17"/>
                  </a:cubicBezTo>
                  <a:cubicBezTo>
                    <a:pt x="326" y="17"/>
                    <a:pt x="327" y="16"/>
                    <a:pt x="327" y="15"/>
                  </a:cubicBezTo>
                  <a:cubicBezTo>
                    <a:pt x="328" y="15"/>
                    <a:pt x="329" y="14"/>
                    <a:pt x="329" y="14"/>
                  </a:cubicBezTo>
                  <a:cubicBezTo>
                    <a:pt x="332" y="14"/>
                    <a:pt x="329" y="12"/>
                    <a:pt x="332" y="13"/>
                  </a:cubicBezTo>
                  <a:cubicBezTo>
                    <a:pt x="332" y="11"/>
                    <a:pt x="332" y="10"/>
                    <a:pt x="332" y="9"/>
                  </a:cubicBezTo>
                  <a:cubicBezTo>
                    <a:pt x="336" y="9"/>
                    <a:pt x="338" y="9"/>
                    <a:pt x="340" y="9"/>
                  </a:cubicBezTo>
                  <a:cubicBezTo>
                    <a:pt x="341" y="9"/>
                    <a:pt x="341" y="10"/>
                    <a:pt x="341" y="11"/>
                  </a:cubicBezTo>
                  <a:cubicBezTo>
                    <a:pt x="342" y="11"/>
                    <a:pt x="343" y="11"/>
                    <a:pt x="343" y="11"/>
                  </a:cubicBezTo>
                  <a:cubicBezTo>
                    <a:pt x="345" y="11"/>
                    <a:pt x="345" y="11"/>
                    <a:pt x="346" y="12"/>
                  </a:cubicBezTo>
                  <a:cubicBezTo>
                    <a:pt x="347" y="13"/>
                    <a:pt x="345" y="14"/>
                    <a:pt x="343" y="14"/>
                  </a:cubicBezTo>
                  <a:cubicBezTo>
                    <a:pt x="345" y="15"/>
                    <a:pt x="345" y="17"/>
                    <a:pt x="347" y="17"/>
                  </a:cubicBezTo>
                  <a:cubicBezTo>
                    <a:pt x="347" y="18"/>
                    <a:pt x="344" y="18"/>
                    <a:pt x="343" y="19"/>
                  </a:cubicBezTo>
                  <a:cubicBezTo>
                    <a:pt x="342" y="19"/>
                    <a:pt x="341" y="20"/>
                    <a:pt x="340" y="19"/>
                  </a:cubicBezTo>
                  <a:cubicBezTo>
                    <a:pt x="339" y="20"/>
                    <a:pt x="339" y="21"/>
                    <a:pt x="337" y="22"/>
                  </a:cubicBezTo>
                  <a:cubicBezTo>
                    <a:pt x="336" y="21"/>
                    <a:pt x="338" y="20"/>
                    <a:pt x="333" y="21"/>
                  </a:cubicBezTo>
                  <a:cubicBezTo>
                    <a:pt x="333" y="20"/>
                    <a:pt x="335" y="20"/>
                    <a:pt x="335" y="20"/>
                  </a:cubicBezTo>
                  <a:cubicBezTo>
                    <a:pt x="333" y="19"/>
                    <a:pt x="330" y="21"/>
                    <a:pt x="327" y="20"/>
                  </a:cubicBezTo>
                  <a:cubicBezTo>
                    <a:pt x="328" y="22"/>
                    <a:pt x="327" y="21"/>
                    <a:pt x="327" y="23"/>
                  </a:cubicBezTo>
                  <a:cubicBezTo>
                    <a:pt x="326" y="23"/>
                    <a:pt x="326" y="23"/>
                    <a:pt x="326" y="22"/>
                  </a:cubicBezTo>
                  <a:cubicBezTo>
                    <a:pt x="323" y="22"/>
                    <a:pt x="324" y="24"/>
                    <a:pt x="321" y="24"/>
                  </a:cubicBezTo>
                  <a:cubicBezTo>
                    <a:pt x="321" y="24"/>
                    <a:pt x="323" y="24"/>
                    <a:pt x="323" y="25"/>
                  </a:cubicBezTo>
                  <a:cubicBezTo>
                    <a:pt x="323" y="26"/>
                    <a:pt x="321" y="26"/>
                    <a:pt x="322" y="27"/>
                  </a:cubicBezTo>
                  <a:cubicBezTo>
                    <a:pt x="319" y="26"/>
                    <a:pt x="317" y="29"/>
                    <a:pt x="316" y="28"/>
                  </a:cubicBezTo>
                  <a:cubicBezTo>
                    <a:pt x="315" y="28"/>
                    <a:pt x="314" y="27"/>
                    <a:pt x="314" y="29"/>
                  </a:cubicBezTo>
                  <a:cubicBezTo>
                    <a:pt x="312" y="29"/>
                    <a:pt x="311" y="29"/>
                    <a:pt x="310" y="29"/>
                  </a:cubicBezTo>
                  <a:cubicBezTo>
                    <a:pt x="308" y="29"/>
                    <a:pt x="309" y="30"/>
                    <a:pt x="309" y="31"/>
                  </a:cubicBezTo>
                  <a:cubicBezTo>
                    <a:pt x="307" y="30"/>
                    <a:pt x="307" y="31"/>
                    <a:pt x="307" y="32"/>
                  </a:cubicBezTo>
                  <a:cubicBezTo>
                    <a:pt x="305" y="31"/>
                    <a:pt x="304" y="31"/>
                    <a:pt x="302" y="32"/>
                  </a:cubicBezTo>
                  <a:cubicBezTo>
                    <a:pt x="303" y="32"/>
                    <a:pt x="303" y="33"/>
                    <a:pt x="303" y="33"/>
                  </a:cubicBezTo>
                  <a:cubicBezTo>
                    <a:pt x="301" y="32"/>
                    <a:pt x="301" y="34"/>
                    <a:pt x="300" y="35"/>
                  </a:cubicBezTo>
                  <a:cubicBezTo>
                    <a:pt x="299" y="36"/>
                    <a:pt x="296" y="37"/>
                    <a:pt x="296" y="39"/>
                  </a:cubicBezTo>
                  <a:cubicBezTo>
                    <a:pt x="294" y="40"/>
                    <a:pt x="293" y="41"/>
                    <a:pt x="291" y="42"/>
                  </a:cubicBezTo>
                  <a:cubicBezTo>
                    <a:pt x="291" y="43"/>
                    <a:pt x="292" y="42"/>
                    <a:pt x="292" y="42"/>
                  </a:cubicBezTo>
                  <a:cubicBezTo>
                    <a:pt x="293" y="42"/>
                    <a:pt x="292" y="42"/>
                    <a:pt x="293" y="43"/>
                  </a:cubicBezTo>
                  <a:cubicBezTo>
                    <a:pt x="293" y="43"/>
                    <a:pt x="295" y="44"/>
                    <a:pt x="295" y="44"/>
                  </a:cubicBezTo>
                  <a:cubicBezTo>
                    <a:pt x="296" y="44"/>
                    <a:pt x="297" y="43"/>
                    <a:pt x="299" y="44"/>
                  </a:cubicBezTo>
                  <a:cubicBezTo>
                    <a:pt x="299" y="44"/>
                    <a:pt x="300" y="44"/>
                    <a:pt x="301" y="44"/>
                  </a:cubicBezTo>
                  <a:cubicBezTo>
                    <a:pt x="301" y="45"/>
                    <a:pt x="301" y="45"/>
                    <a:pt x="301" y="46"/>
                  </a:cubicBezTo>
                  <a:cubicBezTo>
                    <a:pt x="301" y="47"/>
                    <a:pt x="303" y="46"/>
                    <a:pt x="303" y="47"/>
                  </a:cubicBezTo>
                  <a:cubicBezTo>
                    <a:pt x="303" y="48"/>
                    <a:pt x="305" y="48"/>
                    <a:pt x="305" y="49"/>
                  </a:cubicBezTo>
                  <a:cubicBezTo>
                    <a:pt x="310" y="48"/>
                    <a:pt x="314" y="49"/>
                    <a:pt x="317" y="49"/>
                  </a:cubicBezTo>
                  <a:cubicBezTo>
                    <a:pt x="317" y="50"/>
                    <a:pt x="321" y="50"/>
                    <a:pt x="324" y="51"/>
                  </a:cubicBezTo>
                  <a:cubicBezTo>
                    <a:pt x="324" y="51"/>
                    <a:pt x="324" y="51"/>
                    <a:pt x="325" y="51"/>
                  </a:cubicBezTo>
                  <a:cubicBezTo>
                    <a:pt x="325" y="52"/>
                    <a:pt x="326" y="51"/>
                    <a:pt x="326" y="51"/>
                  </a:cubicBezTo>
                  <a:cubicBezTo>
                    <a:pt x="327" y="51"/>
                    <a:pt x="327" y="52"/>
                    <a:pt x="328" y="52"/>
                  </a:cubicBezTo>
                  <a:cubicBezTo>
                    <a:pt x="329" y="53"/>
                    <a:pt x="331" y="52"/>
                    <a:pt x="331" y="53"/>
                  </a:cubicBezTo>
                  <a:cubicBezTo>
                    <a:pt x="336" y="53"/>
                    <a:pt x="339" y="54"/>
                    <a:pt x="343" y="54"/>
                  </a:cubicBezTo>
                  <a:cubicBezTo>
                    <a:pt x="344" y="56"/>
                    <a:pt x="343" y="57"/>
                    <a:pt x="344" y="58"/>
                  </a:cubicBezTo>
                  <a:cubicBezTo>
                    <a:pt x="344" y="58"/>
                    <a:pt x="345" y="59"/>
                    <a:pt x="345" y="59"/>
                  </a:cubicBezTo>
                  <a:cubicBezTo>
                    <a:pt x="346" y="59"/>
                    <a:pt x="344" y="60"/>
                    <a:pt x="344" y="60"/>
                  </a:cubicBezTo>
                  <a:cubicBezTo>
                    <a:pt x="345" y="60"/>
                    <a:pt x="346" y="60"/>
                    <a:pt x="346" y="60"/>
                  </a:cubicBezTo>
                  <a:cubicBezTo>
                    <a:pt x="347" y="60"/>
                    <a:pt x="344" y="62"/>
                    <a:pt x="347" y="61"/>
                  </a:cubicBezTo>
                  <a:cubicBezTo>
                    <a:pt x="347" y="62"/>
                    <a:pt x="346" y="62"/>
                    <a:pt x="346" y="63"/>
                  </a:cubicBezTo>
                  <a:cubicBezTo>
                    <a:pt x="347" y="63"/>
                    <a:pt x="347" y="63"/>
                    <a:pt x="347" y="63"/>
                  </a:cubicBezTo>
                  <a:cubicBezTo>
                    <a:pt x="349" y="63"/>
                    <a:pt x="348" y="63"/>
                    <a:pt x="348" y="64"/>
                  </a:cubicBezTo>
                  <a:cubicBezTo>
                    <a:pt x="349" y="64"/>
                    <a:pt x="350" y="63"/>
                    <a:pt x="350" y="64"/>
                  </a:cubicBezTo>
                  <a:cubicBezTo>
                    <a:pt x="351" y="64"/>
                    <a:pt x="355" y="64"/>
                    <a:pt x="358" y="64"/>
                  </a:cubicBezTo>
                  <a:cubicBezTo>
                    <a:pt x="359" y="62"/>
                    <a:pt x="359" y="61"/>
                    <a:pt x="358" y="59"/>
                  </a:cubicBezTo>
                  <a:cubicBezTo>
                    <a:pt x="359" y="58"/>
                    <a:pt x="357" y="58"/>
                    <a:pt x="356" y="58"/>
                  </a:cubicBezTo>
                  <a:cubicBezTo>
                    <a:pt x="355" y="58"/>
                    <a:pt x="358" y="56"/>
                    <a:pt x="354" y="56"/>
                  </a:cubicBezTo>
                  <a:cubicBezTo>
                    <a:pt x="355" y="56"/>
                    <a:pt x="357" y="56"/>
                    <a:pt x="356" y="55"/>
                  </a:cubicBezTo>
                  <a:cubicBezTo>
                    <a:pt x="360" y="55"/>
                    <a:pt x="360" y="54"/>
                    <a:pt x="363" y="54"/>
                  </a:cubicBezTo>
                  <a:cubicBezTo>
                    <a:pt x="365" y="54"/>
                    <a:pt x="364" y="53"/>
                    <a:pt x="364" y="52"/>
                  </a:cubicBezTo>
                  <a:cubicBezTo>
                    <a:pt x="364" y="52"/>
                    <a:pt x="367" y="53"/>
                    <a:pt x="367" y="52"/>
                  </a:cubicBezTo>
                  <a:cubicBezTo>
                    <a:pt x="365" y="50"/>
                    <a:pt x="368" y="48"/>
                    <a:pt x="366" y="47"/>
                  </a:cubicBezTo>
                  <a:cubicBezTo>
                    <a:pt x="366" y="46"/>
                    <a:pt x="365" y="47"/>
                    <a:pt x="365" y="47"/>
                  </a:cubicBezTo>
                  <a:cubicBezTo>
                    <a:pt x="363" y="47"/>
                    <a:pt x="365" y="45"/>
                    <a:pt x="362" y="46"/>
                  </a:cubicBezTo>
                  <a:cubicBezTo>
                    <a:pt x="362" y="45"/>
                    <a:pt x="361" y="45"/>
                    <a:pt x="361" y="44"/>
                  </a:cubicBezTo>
                  <a:cubicBezTo>
                    <a:pt x="361" y="43"/>
                    <a:pt x="362" y="42"/>
                    <a:pt x="364" y="42"/>
                  </a:cubicBezTo>
                  <a:cubicBezTo>
                    <a:pt x="362" y="42"/>
                    <a:pt x="365" y="39"/>
                    <a:pt x="361" y="39"/>
                  </a:cubicBezTo>
                  <a:cubicBezTo>
                    <a:pt x="362" y="38"/>
                    <a:pt x="362" y="38"/>
                    <a:pt x="362" y="37"/>
                  </a:cubicBezTo>
                  <a:cubicBezTo>
                    <a:pt x="362" y="37"/>
                    <a:pt x="361" y="37"/>
                    <a:pt x="361" y="37"/>
                  </a:cubicBezTo>
                  <a:cubicBezTo>
                    <a:pt x="361" y="37"/>
                    <a:pt x="362" y="37"/>
                    <a:pt x="362" y="36"/>
                  </a:cubicBezTo>
                  <a:cubicBezTo>
                    <a:pt x="362" y="36"/>
                    <a:pt x="361" y="36"/>
                    <a:pt x="361" y="35"/>
                  </a:cubicBezTo>
                  <a:cubicBezTo>
                    <a:pt x="361" y="35"/>
                    <a:pt x="363" y="34"/>
                    <a:pt x="361" y="33"/>
                  </a:cubicBezTo>
                  <a:cubicBezTo>
                    <a:pt x="361" y="33"/>
                    <a:pt x="369" y="32"/>
                    <a:pt x="368" y="34"/>
                  </a:cubicBezTo>
                  <a:cubicBezTo>
                    <a:pt x="372" y="34"/>
                    <a:pt x="378" y="34"/>
                    <a:pt x="379" y="33"/>
                  </a:cubicBezTo>
                  <a:cubicBezTo>
                    <a:pt x="381" y="34"/>
                    <a:pt x="386" y="34"/>
                    <a:pt x="386" y="37"/>
                  </a:cubicBezTo>
                  <a:cubicBezTo>
                    <a:pt x="389" y="37"/>
                    <a:pt x="391" y="37"/>
                    <a:pt x="394" y="37"/>
                  </a:cubicBezTo>
                  <a:cubicBezTo>
                    <a:pt x="394" y="38"/>
                    <a:pt x="395" y="38"/>
                    <a:pt x="396" y="38"/>
                  </a:cubicBezTo>
                  <a:cubicBezTo>
                    <a:pt x="396" y="39"/>
                    <a:pt x="396" y="40"/>
                    <a:pt x="396" y="41"/>
                  </a:cubicBezTo>
                  <a:cubicBezTo>
                    <a:pt x="396" y="42"/>
                    <a:pt x="398" y="43"/>
                    <a:pt x="397" y="43"/>
                  </a:cubicBezTo>
                  <a:cubicBezTo>
                    <a:pt x="397" y="44"/>
                    <a:pt x="399" y="44"/>
                    <a:pt x="400" y="44"/>
                  </a:cubicBezTo>
                  <a:cubicBezTo>
                    <a:pt x="399" y="45"/>
                    <a:pt x="403" y="44"/>
                    <a:pt x="401" y="46"/>
                  </a:cubicBezTo>
                  <a:cubicBezTo>
                    <a:pt x="405" y="46"/>
                    <a:pt x="406" y="45"/>
                    <a:pt x="410" y="45"/>
                  </a:cubicBezTo>
                  <a:cubicBezTo>
                    <a:pt x="410" y="45"/>
                    <a:pt x="409" y="44"/>
                    <a:pt x="409" y="44"/>
                  </a:cubicBezTo>
                  <a:cubicBezTo>
                    <a:pt x="409" y="43"/>
                    <a:pt x="410" y="43"/>
                    <a:pt x="412" y="44"/>
                  </a:cubicBezTo>
                  <a:cubicBezTo>
                    <a:pt x="410" y="42"/>
                    <a:pt x="414" y="42"/>
                    <a:pt x="415" y="42"/>
                  </a:cubicBezTo>
                  <a:cubicBezTo>
                    <a:pt x="415" y="41"/>
                    <a:pt x="414" y="41"/>
                    <a:pt x="414" y="41"/>
                  </a:cubicBezTo>
                  <a:cubicBezTo>
                    <a:pt x="413" y="41"/>
                    <a:pt x="416" y="40"/>
                    <a:pt x="418" y="40"/>
                  </a:cubicBezTo>
                  <a:cubicBezTo>
                    <a:pt x="416" y="41"/>
                    <a:pt x="417" y="41"/>
                    <a:pt x="420" y="43"/>
                  </a:cubicBezTo>
                  <a:cubicBezTo>
                    <a:pt x="421" y="43"/>
                    <a:pt x="422" y="45"/>
                    <a:pt x="426" y="45"/>
                  </a:cubicBezTo>
                  <a:cubicBezTo>
                    <a:pt x="425" y="45"/>
                    <a:pt x="424" y="45"/>
                    <a:pt x="424" y="46"/>
                  </a:cubicBezTo>
                  <a:cubicBezTo>
                    <a:pt x="424" y="46"/>
                    <a:pt x="426" y="46"/>
                    <a:pt x="426" y="47"/>
                  </a:cubicBezTo>
                  <a:cubicBezTo>
                    <a:pt x="427" y="47"/>
                    <a:pt x="426" y="46"/>
                    <a:pt x="427" y="46"/>
                  </a:cubicBezTo>
                  <a:cubicBezTo>
                    <a:pt x="429" y="46"/>
                    <a:pt x="426" y="48"/>
                    <a:pt x="430" y="48"/>
                  </a:cubicBezTo>
                  <a:cubicBezTo>
                    <a:pt x="428" y="49"/>
                    <a:pt x="430" y="49"/>
                    <a:pt x="428" y="50"/>
                  </a:cubicBezTo>
                  <a:cubicBezTo>
                    <a:pt x="428" y="51"/>
                    <a:pt x="430" y="51"/>
                    <a:pt x="432" y="51"/>
                  </a:cubicBezTo>
                  <a:cubicBezTo>
                    <a:pt x="432" y="52"/>
                    <a:pt x="430" y="52"/>
                    <a:pt x="431" y="52"/>
                  </a:cubicBezTo>
                  <a:cubicBezTo>
                    <a:pt x="431" y="53"/>
                    <a:pt x="433" y="53"/>
                    <a:pt x="433" y="53"/>
                  </a:cubicBezTo>
                  <a:cubicBezTo>
                    <a:pt x="434" y="53"/>
                    <a:pt x="435" y="54"/>
                    <a:pt x="435" y="54"/>
                  </a:cubicBezTo>
                  <a:cubicBezTo>
                    <a:pt x="437" y="54"/>
                    <a:pt x="439" y="54"/>
                    <a:pt x="440" y="55"/>
                  </a:cubicBezTo>
                  <a:cubicBezTo>
                    <a:pt x="442" y="56"/>
                    <a:pt x="443" y="53"/>
                    <a:pt x="443" y="55"/>
                  </a:cubicBezTo>
                  <a:cubicBezTo>
                    <a:pt x="444" y="56"/>
                    <a:pt x="441" y="56"/>
                    <a:pt x="438" y="56"/>
                  </a:cubicBezTo>
                  <a:cubicBezTo>
                    <a:pt x="440" y="57"/>
                    <a:pt x="443" y="58"/>
                    <a:pt x="446" y="58"/>
                  </a:cubicBezTo>
                  <a:cubicBezTo>
                    <a:pt x="446" y="59"/>
                    <a:pt x="447" y="59"/>
                    <a:pt x="448" y="59"/>
                  </a:cubicBezTo>
                  <a:cubicBezTo>
                    <a:pt x="448" y="60"/>
                    <a:pt x="449" y="60"/>
                    <a:pt x="450" y="60"/>
                  </a:cubicBezTo>
                  <a:cubicBezTo>
                    <a:pt x="449" y="61"/>
                    <a:pt x="449" y="61"/>
                    <a:pt x="449" y="63"/>
                  </a:cubicBezTo>
                  <a:cubicBezTo>
                    <a:pt x="447" y="63"/>
                    <a:pt x="445" y="63"/>
                    <a:pt x="443" y="64"/>
                  </a:cubicBezTo>
                  <a:cubicBezTo>
                    <a:pt x="443" y="64"/>
                    <a:pt x="444" y="64"/>
                    <a:pt x="442" y="64"/>
                  </a:cubicBezTo>
                  <a:cubicBezTo>
                    <a:pt x="441" y="64"/>
                    <a:pt x="440" y="64"/>
                    <a:pt x="440" y="65"/>
                  </a:cubicBezTo>
                  <a:cubicBezTo>
                    <a:pt x="440" y="65"/>
                    <a:pt x="438" y="65"/>
                    <a:pt x="438" y="65"/>
                  </a:cubicBezTo>
                  <a:cubicBezTo>
                    <a:pt x="438" y="65"/>
                    <a:pt x="437" y="65"/>
                    <a:pt x="436" y="66"/>
                  </a:cubicBezTo>
                  <a:cubicBezTo>
                    <a:pt x="436" y="66"/>
                    <a:pt x="436" y="67"/>
                    <a:pt x="435" y="67"/>
                  </a:cubicBezTo>
                  <a:cubicBezTo>
                    <a:pt x="435" y="67"/>
                    <a:pt x="431" y="67"/>
                    <a:pt x="433" y="67"/>
                  </a:cubicBezTo>
                  <a:cubicBezTo>
                    <a:pt x="432" y="68"/>
                    <a:pt x="429" y="68"/>
                    <a:pt x="428" y="68"/>
                  </a:cubicBezTo>
                  <a:cubicBezTo>
                    <a:pt x="425" y="68"/>
                    <a:pt x="423" y="68"/>
                    <a:pt x="422" y="68"/>
                  </a:cubicBezTo>
                  <a:cubicBezTo>
                    <a:pt x="420" y="68"/>
                    <a:pt x="420" y="68"/>
                    <a:pt x="419" y="67"/>
                  </a:cubicBezTo>
                  <a:cubicBezTo>
                    <a:pt x="414" y="67"/>
                    <a:pt x="410" y="68"/>
                    <a:pt x="406" y="68"/>
                  </a:cubicBezTo>
                  <a:cubicBezTo>
                    <a:pt x="402" y="69"/>
                    <a:pt x="401" y="71"/>
                    <a:pt x="397" y="71"/>
                  </a:cubicBezTo>
                  <a:cubicBezTo>
                    <a:pt x="399" y="72"/>
                    <a:pt x="395" y="72"/>
                    <a:pt x="394" y="73"/>
                  </a:cubicBezTo>
                  <a:cubicBezTo>
                    <a:pt x="394" y="73"/>
                    <a:pt x="395" y="74"/>
                    <a:pt x="395" y="74"/>
                  </a:cubicBezTo>
                  <a:cubicBezTo>
                    <a:pt x="396" y="74"/>
                    <a:pt x="396" y="73"/>
                    <a:pt x="398" y="72"/>
                  </a:cubicBezTo>
                  <a:cubicBezTo>
                    <a:pt x="399" y="72"/>
                    <a:pt x="402" y="72"/>
                    <a:pt x="402" y="71"/>
                  </a:cubicBezTo>
                  <a:cubicBezTo>
                    <a:pt x="402" y="70"/>
                    <a:pt x="404" y="73"/>
                    <a:pt x="404" y="70"/>
                  </a:cubicBezTo>
                  <a:cubicBezTo>
                    <a:pt x="405" y="70"/>
                    <a:pt x="406" y="71"/>
                    <a:pt x="406" y="71"/>
                  </a:cubicBezTo>
                  <a:cubicBezTo>
                    <a:pt x="407" y="71"/>
                    <a:pt x="406" y="70"/>
                    <a:pt x="407" y="70"/>
                  </a:cubicBezTo>
                  <a:cubicBezTo>
                    <a:pt x="409" y="70"/>
                    <a:pt x="411" y="70"/>
                    <a:pt x="414" y="70"/>
                  </a:cubicBezTo>
                  <a:cubicBezTo>
                    <a:pt x="414" y="70"/>
                    <a:pt x="415" y="70"/>
                    <a:pt x="415" y="70"/>
                  </a:cubicBezTo>
                  <a:cubicBezTo>
                    <a:pt x="416" y="70"/>
                    <a:pt x="416" y="73"/>
                    <a:pt x="414" y="72"/>
                  </a:cubicBezTo>
                  <a:cubicBezTo>
                    <a:pt x="416" y="73"/>
                    <a:pt x="412" y="73"/>
                    <a:pt x="413" y="75"/>
                  </a:cubicBezTo>
                  <a:cubicBezTo>
                    <a:pt x="413" y="76"/>
                    <a:pt x="414" y="76"/>
                    <a:pt x="414" y="77"/>
                  </a:cubicBezTo>
                  <a:cubicBezTo>
                    <a:pt x="414" y="76"/>
                    <a:pt x="416" y="76"/>
                    <a:pt x="416" y="77"/>
                  </a:cubicBezTo>
                  <a:cubicBezTo>
                    <a:pt x="416" y="77"/>
                    <a:pt x="417" y="77"/>
                    <a:pt x="418" y="77"/>
                  </a:cubicBezTo>
                  <a:cubicBezTo>
                    <a:pt x="418" y="77"/>
                    <a:pt x="419" y="78"/>
                    <a:pt x="420" y="78"/>
                  </a:cubicBezTo>
                  <a:cubicBezTo>
                    <a:pt x="420" y="78"/>
                    <a:pt x="421" y="78"/>
                    <a:pt x="422" y="78"/>
                  </a:cubicBezTo>
                  <a:cubicBezTo>
                    <a:pt x="422" y="78"/>
                    <a:pt x="423" y="79"/>
                    <a:pt x="423" y="79"/>
                  </a:cubicBezTo>
                  <a:cubicBezTo>
                    <a:pt x="424" y="79"/>
                    <a:pt x="425" y="78"/>
                    <a:pt x="427" y="79"/>
                  </a:cubicBezTo>
                  <a:cubicBezTo>
                    <a:pt x="428" y="79"/>
                    <a:pt x="427" y="78"/>
                    <a:pt x="428" y="78"/>
                  </a:cubicBezTo>
                  <a:cubicBezTo>
                    <a:pt x="428" y="78"/>
                    <a:pt x="429" y="78"/>
                    <a:pt x="430" y="78"/>
                  </a:cubicBezTo>
                  <a:cubicBezTo>
                    <a:pt x="430" y="77"/>
                    <a:pt x="429" y="77"/>
                    <a:pt x="430" y="76"/>
                  </a:cubicBezTo>
                  <a:cubicBezTo>
                    <a:pt x="431" y="76"/>
                    <a:pt x="431" y="77"/>
                    <a:pt x="432" y="77"/>
                  </a:cubicBezTo>
                  <a:cubicBezTo>
                    <a:pt x="432" y="78"/>
                    <a:pt x="435" y="78"/>
                    <a:pt x="433" y="79"/>
                  </a:cubicBezTo>
                  <a:cubicBezTo>
                    <a:pt x="432" y="79"/>
                    <a:pt x="432" y="78"/>
                    <a:pt x="431" y="79"/>
                  </a:cubicBezTo>
                  <a:cubicBezTo>
                    <a:pt x="429" y="79"/>
                    <a:pt x="429" y="80"/>
                    <a:pt x="428" y="80"/>
                  </a:cubicBezTo>
                  <a:cubicBezTo>
                    <a:pt x="427" y="80"/>
                    <a:pt x="425" y="80"/>
                    <a:pt x="425" y="80"/>
                  </a:cubicBezTo>
                  <a:cubicBezTo>
                    <a:pt x="423" y="80"/>
                    <a:pt x="423" y="81"/>
                    <a:pt x="420" y="81"/>
                  </a:cubicBezTo>
                  <a:cubicBezTo>
                    <a:pt x="418" y="81"/>
                    <a:pt x="418" y="82"/>
                    <a:pt x="418" y="83"/>
                  </a:cubicBezTo>
                  <a:cubicBezTo>
                    <a:pt x="417" y="83"/>
                    <a:pt x="416" y="82"/>
                    <a:pt x="417" y="82"/>
                  </a:cubicBezTo>
                  <a:cubicBezTo>
                    <a:pt x="415" y="83"/>
                    <a:pt x="415" y="84"/>
                    <a:pt x="412" y="84"/>
                  </a:cubicBezTo>
                  <a:cubicBezTo>
                    <a:pt x="413" y="83"/>
                    <a:pt x="412" y="83"/>
                    <a:pt x="412" y="82"/>
                  </a:cubicBezTo>
                  <a:cubicBezTo>
                    <a:pt x="413" y="81"/>
                    <a:pt x="415" y="80"/>
                    <a:pt x="417" y="81"/>
                  </a:cubicBezTo>
                  <a:cubicBezTo>
                    <a:pt x="418" y="80"/>
                    <a:pt x="415" y="80"/>
                    <a:pt x="414" y="79"/>
                  </a:cubicBezTo>
                  <a:cubicBezTo>
                    <a:pt x="411" y="79"/>
                    <a:pt x="410" y="81"/>
                    <a:pt x="408" y="81"/>
                  </a:cubicBezTo>
                  <a:cubicBezTo>
                    <a:pt x="408" y="81"/>
                    <a:pt x="405" y="81"/>
                    <a:pt x="405" y="81"/>
                  </a:cubicBezTo>
                  <a:cubicBezTo>
                    <a:pt x="404" y="81"/>
                    <a:pt x="404" y="81"/>
                    <a:pt x="404" y="82"/>
                  </a:cubicBezTo>
                  <a:cubicBezTo>
                    <a:pt x="398" y="82"/>
                    <a:pt x="399" y="83"/>
                    <a:pt x="394" y="83"/>
                  </a:cubicBezTo>
                  <a:cubicBezTo>
                    <a:pt x="396" y="83"/>
                    <a:pt x="397" y="84"/>
                    <a:pt x="392" y="84"/>
                  </a:cubicBezTo>
                  <a:cubicBezTo>
                    <a:pt x="390" y="84"/>
                    <a:pt x="389" y="87"/>
                    <a:pt x="392" y="87"/>
                  </a:cubicBezTo>
                  <a:cubicBezTo>
                    <a:pt x="392" y="88"/>
                    <a:pt x="389" y="88"/>
                    <a:pt x="390" y="89"/>
                  </a:cubicBezTo>
                  <a:cubicBezTo>
                    <a:pt x="389" y="89"/>
                    <a:pt x="388" y="89"/>
                    <a:pt x="387" y="89"/>
                  </a:cubicBezTo>
                  <a:cubicBezTo>
                    <a:pt x="386" y="90"/>
                    <a:pt x="386" y="90"/>
                    <a:pt x="385" y="90"/>
                  </a:cubicBezTo>
                  <a:cubicBezTo>
                    <a:pt x="383" y="91"/>
                    <a:pt x="380" y="90"/>
                    <a:pt x="379" y="91"/>
                  </a:cubicBezTo>
                  <a:cubicBezTo>
                    <a:pt x="379" y="92"/>
                    <a:pt x="378" y="92"/>
                    <a:pt x="377" y="92"/>
                  </a:cubicBezTo>
                  <a:cubicBezTo>
                    <a:pt x="376" y="93"/>
                    <a:pt x="376" y="94"/>
                    <a:pt x="374" y="95"/>
                  </a:cubicBezTo>
                  <a:cubicBezTo>
                    <a:pt x="373" y="95"/>
                    <a:pt x="371" y="95"/>
                    <a:pt x="372" y="97"/>
                  </a:cubicBezTo>
                  <a:cubicBezTo>
                    <a:pt x="370" y="97"/>
                    <a:pt x="370" y="96"/>
                    <a:pt x="368" y="96"/>
                  </a:cubicBezTo>
                  <a:cubicBezTo>
                    <a:pt x="367" y="96"/>
                    <a:pt x="367" y="97"/>
                    <a:pt x="366" y="97"/>
                  </a:cubicBezTo>
                  <a:cubicBezTo>
                    <a:pt x="370" y="99"/>
                    <a:pt x="370" y="100"/>
                    <a:pt x="370" y="103"/>
                  </a:cubicBezTo>
                  <a:cubicBezTo>
                    <a:pt x="368" y="103"/>
                    <a:pt x="369" y="104"/>
                    <a:pt x="368" y="104"/>
                  </a:cubicBezTo>
                  <a:cubicBezTo>
                    <a:pt x="368" y="104"/>
                    <a:pt x="366" y="104"/>
                    <a:pt x="366" y="104"/>
                  </a:cubicBezTo>
                  <a:cubicBezTo>
                    <a:pt x="365" y="104"/>
                    <a:pt x="365" y="105"/>
                    <a:pt x="364" y="105"/>
                  </a:cubicBezTo>
                  <a:cubicBezTo>
                    <a:pt x="363" y="105"/>
                    <a:pt x="362" y="106"/>
                    <a:pt x="361" y="106"/>
                  </a:cubicBezTo>
                  <a:cubicBezTo>
                    <a:pt x="360" y="107"/>
                    <a:pt x="358" y="106"/>
                    <a:pt x="357" y="107"/>
                  </a:cubicBezTo>
                  <a:cubicBezTo>
                    <a:pt x="355" y="107"/>
                    <a:pt x="354" y="108"/>
                    <a:pt x="353" y="109"/>
                  </a:cubicBezTo>
                  <a:cubicBezTo>
                    <a:pt x="351" y="109"/>
                    <a:pt x="351" y="111"/>
                    <a:pt x="348" y="111"/>
                  </a:cubicBezTo>
                  <a:cubicBezTo>
                    <a:pt x="349" y="112"/>
                    <a:pt x="346" y="116"/>
                    <a:pt x="350" y="116"/>
                  </a:cubicBezTo>
                  <a:cubicBezTo>
                    <a:pt x="348" y="118"/>
                    <a:pt x="352" y="118"/>
                    <a:pt x="351" y="120"/>
                  </a:cubicBezTo>
                  <a:cubicBezTo>
                    <a:pt x="351" y="121"/>
                    <a:pt x="352" y="121"/>
                    <a:pt x="353" y="121"/>
                  </a:cubicBezTo>
                  <a:cubicBezTo>
                    <a:pt x="352" y="122"/>
                    <a:pt x="354" y="122"/>
                    <a:pt x="353" y="124"/>
                  </a:cubicBezTo>
                  <a:cubicBezTo>
                    <a:pt x="351" y="124"/>
                    <a:pt x="350" y="125"/>
                    <a:pt x="349" y="125"/>
                  </a:cubicBezTo>
                  <a:cubicBezTo>
                    <a:pt x="348" y="125"/>
                    <a:pt x="349" y="124"/>
                    <a:pt x="348" y="124"/>
                  </a:cubicBezTo>
                  <a:cubicBezTo>
                    <a:pt x="348" y="123"/>
                    <a:pt x="346" y="124"/>
                    <a:pt x="345" y="123"/>
                  </a:cubicBezTo>
                  <a:cubicBezTo>
                    <a:pt x="345" y="123"/>
                    <a:pt x="345" y="122"/>
                    <a:pt x="343" y="122"/>
                  </a:cubicBezTo>
                  <a:cubicBezTo>
                    <a:pt x="344" y="121"/>
                    <a:pt x="345" y="120"/>
                    <a:pt x="341" y="120"/>
                  </a:cubicBezTo>
                  <a:cubicBezTo>
                    <a:pt x="343" y="118"/>
                    <a:pt x="341" y="118"/>
                    <a:pt x="340" y="116"/>
                  </a:cubicBezTo>
                  <a:cubicBezTo>
                    <a:pt x="340" y="116"/>
                    <a:pt x="339" y="116"/>
                    <a:pt x="338" y="116"/>
                  </a:cubicBezTo>
                  <a:cubicBezTo>
                    <a:pt x="338" y="116"/>
                    <a:pt x="338" y="115"/>
                    <a:pt x="338" y="115"/>
                  </a:cubicBezTo>
                  <a:cubicBezTo>
                    <a:pt x="337" y="115"/>
                    <a:pt x="332" y="116"/>
                    <a:pt x="331" y="115"/>
                  </a:cubicBezTo>
                  <a:cubicBezTo>
                    <a:pt x="330" y="115"/>
                    <a:pt x="330" y="114"/>
                    <a:pt x="329" y="114"/>
                  </a:cubicBezTo>
                  <a:cubicBezTo>
                    <a:pt x="328" y="114"/>
                    <a:pt x="326" y="115"/>
                    <a:pt x="325" y="115"/>
                  </a:cubicBezTo>
                  <a:cubicBezTo>
                    <a:pt x="325" y="115"/>
                    <a:pt x="328" y="113"/>
                    <a:pt x="325" y="114"/>
                  </a:cubicBezTo>
                  <a:cubicBezTo>
                    <a:pt x="324" y="114"/>
                    <a:pt x="325" y="114"/>
                    <a:pt x="324" y="114"/>
                  </a:cubicBezTo>
                  <a:cubicBezTo>
                    <a:pt x="321" y="114"/>
                    <a:pt x="317" y="114"/>
                    <a:pt x="315" y="114"/>
                  </a:cubicBezTo>
                  <a:cubicBezTo>
                    <a:pt x="312" y="114"/>
                    <a:pt x="314" y="115"/>
                    <a:pt x="314" y="116"/>
                  </a:cubicBezTo>
                  <a:cubicBezTo>
                    <a:pt x="308" y="116"/>
                    <a:pt x="302" y="115"/>
                    <a:pt x="296" y="115"/>
                  </a:cubicBezTo>
                  <a:cubicBezTo>
                    <a:pt x="295" y="115"/>
                    <a:pt x="295" y="116"/>
                    <a:pt x="294" y="116"/>
                  </a:cubicBezTo>
                  <a:cubicBezTo>
                    <a:pt x="293" y="116"/>
                    <a:pt x="293" y="117"/>
                    <a:pt x="292" y="117"/>
                  </a:cubicBezTo>
                  <a:cubicBezTo>
                    <a:pt x="291" y="117"/>
                    <a:pt x="291" y="117"/>
                    <a:pt x="291" y="118"/>
                  </a:cubicBezTo>
                  <a:cubicBezTo>
                    <a:pt x="290" y="118"/>
                    <a:pt x="288" y="117"/>
                    <a:pt x="287" y="118"/>
                  </a:cubicBezTo>
                  <a:cubicBezTo>
                    <a:pt x="286" y="118"/>
                    <a:pt x="286" y="119"/>
                    <a:pt x="284" y="118"/>
                  </a:cubicBezTo>
                  <a:cubicBezTo>
                    <a:pt x="285" y="119"/>
                    <a:pt x="283" y="122"/>
                    <a:pt x="285" y="122"/>
                  </a:cubicBezTo>
                  <a:cubicBezTo>
                    <a:pt x="284" y="123"/>
                    <a:pt x="283" y="123"/>
                    <a:pt x="282" y="124"/>
                  </a:cubicBezTo>
                  <a:cubicBezTo>
                    <a:pt x="282" y="125"/>
                    <a:pt x="282" y="127"/>
                    <a:pt x="282" y="128"/>
                  </a:cubicBezTo>
                  <a:cubicBezTo>
                    <a:pt x="282" y="128"/>
                    <a:pt x="283" y="129"/>
                    <a:pt x="283" y="129"/>
                  </a:cubicBezTo>
                  <a:cubicBezTo>
                    <a:pt x="283" y="130"/>
                    <a:pt x="284" y="132"/>
                    <a:pt x="282" y="133"/>
                  </a:cubicBezTo>
                  <a:cubicBezTo>
                    <a:pt x="282" y="133"/>
                    <a:pt x="284" y="133"/>
                    <a:pt x="285" y="133"/>
                  </a:cubicBezTo>
                  <a:cubicBezTo>
                    <a:pt x="285" y="133"/>
                    <a:pt x="284" y="134"/>
                    <a:pt x="284" y="134"/>
                  </a:cubicBezTo>
                  <a:cubicBezTo>
                    <a:pt x="284" y="134"/>
                    <a:pt x="285" y="134"/>
                    <a:pt x="285" y="135"/>
                  </a:cubicBezTo>
                  <a:cubicBezTo>
                    <a:pt x="285" y="135"/>
                    <a:pt x="286" y="135"/>
                    <a:pt x="287" y="135"/>
                  </a:cubicBezTo>
                  <a:cubicBezTo>
                    <a:pt x="287" y="135"/>
                    <a:pt x="287" y="136"/>
                    <a:pt x="287" y="136"/>
                  </a:cubicBezTo>
                  <a:cubicBezTo>
                    <a:pt x="287" y="136"/>
                    <a:pt x="288" y="136"/>
                    <a:pt x="288" y="136"/>
                  </a:cubicBezTo>
                  <a:cubicBezTo>
                    <a:pt x="288" y="136"/>
                    <a:pt x="288" y="137"/>
                    <a:pt x="288" y="137"/>
                  </a:cubicBezTo>
                  <a:cubicBezTo>
                    <a:pt x="289" y="137"/>
                    <a:pt x="291" y="138"/>
                    <a:pt x="291" y="139"/>
                  </a:cubicBezTo>
                  <a:cubicBezTo>
                    <a:pt x="299" y="139"/>
                    <a:pt x="303" y="138"/>
                    <a:pt x="307" y="139"/>
                  </a:cubicBezTo>
                  <a:cubicBezTo>
                    <a:pt x="308" y="139"/>
                    <a:pt x="308" y="138"/>
                    <a:pt x="309" y="138"/>
                  </a:cubicBezTo>
                  <a:cubicBezTo>
                    <a:pt x="310" y="137"/>
                    <a:pt x="311" y="137"/>
                    <a:pt x="312" y="135"/>
                  </a:cubicBezTo>
                  <a:cubicBezTo>
                    <a:pt x="312" y="135"/>
                    <a:pt x="313" y="135"/>
                    <a:pt x="312" y="135"/>
                  </a:cubicBezTo>
                  <a:cubicBezTo>
                    <a:pt x="314" y="133"/>
                    <a:pt x="321" y="132"/>
                    <a:pt x="327" y="133"/>
                  </a:cubicBezTo>
                  <a:cubicBezTo>
                    <a:pt x="324" y="134"/>
                    <a:pt x="324" y="136"/>
                    <a:pt x="322" y="137"/>
                  </a:cubicBezTo>
                  <a:cubicBezTo>
                    <a:pt x="321" y="139"/>
                    <a:pt x="323" y="139"/>
                    <a:pt x="323" y="140"/>
                  </a:cubicBezTo>
                  <a:cubicBezTo>
                    <a:pt x="321" y="140"/>
                    <a:pt x="320" y="141"/>
                    <a:pt x="319" y="142"/>
                  </a:cubicBezTo>
                  <a:cubicBezTo>
                    <a:pt x="318" y="143"/>
                    <a:pt x="319" y="143"/>
                    <a:pt x="318" y="143"/>
                  </a:cubicBezTo>
                  <a:cubicBezTo>
                    <a:pt x="317" y="144"/>
                    <a:pt x="322" y="142"/>
                    <a:pt x="321" y="144"/>
                  </a:cubicBezTo>
                  <a:cubicBezTo>
                    <a:pt x="323" y="144"/>
                    <a:pt x="324" y="143"/>
                    <a:pt x="327" y="144"/>
                  </a:cubicBezTo>
                  <a:cubicBezTo>
                    <a:pt x="326" y="145"/>
                    <a:pt x="328" y="144"/>
                    <a:pt x="329" y="145"/>
                  </a:cubicBezTo>
                  <a:cubicBezTo>
                    <a:pt x="334" y="144"/>
                    <a:pt x="334" y="146"/>
                    <a:pt x="340" y="146"/>
                  </a:cubicBezTo>
                  <a:cubicBezTo>
                    <a:pt x="338" y="147"/>
                    <a:pt x="342" y="148"/>
                    <a:pt x="338" y="149"/>
                  </a:cubicBezTo>
                  <a:cubicBezTo>
                    <a:pt x="340" y="150"/>
                    <a:pt x="339" y="153"/>
                    <a:pt x="338" y="154"/>
                  </a:cubicBezTo>
                  <a:cubicBezTo>
                    <a:pt x="339" y="155"/>
                    <a:pt x="340" y="156"/>
                    <a:pt x="342" y="155"/>
                  </a:cubicBezTo>
                  <a:cubicBezTo>
                    <a:pt x="342" y="156"/>
                    <a:pt x="344" y="156"/>
                    <a:pt x="344" y="157"/>
                  </a:cubicBezTo>
                  <a:cubicBezTo>
                    <a:pt x="344" y="158"/>
                    <a:pt x="347" y="157"/>
                    <a:pt x="347" y="158"/>
                  </a:cubicBezTo>
                  <a:cubicBezTo>
                    <a:pt x="351" y="157"/>
                    <a:pt x="357" y="158"/>
                    <a:pt x="359" y="157"/>
                  </a:cubicBezTo>
                  <a:cubicBezTo>
                    <a:pt x="359" y="158"/>
                    <a:pt x="359" y="158"/>
                    <a:pt x="359" y="158"/>
                  </a:cubicBezTo>
                  <a:cubicBezTo>
                    <a:pt x="361" y="158"/>
                    <a:pt x="364" y="157"/>
                    <a:pt x="364" y="159"/>
                  </a:cubicBezTo>
                  <a:cubicBezTo>
                    <a:pt x="365" y="159"/>
                    <a:pt x="366" y="158"/>
                    <a:pt x="367" y="158"/>
                  </a:cubicBezTo>
                  <a:cubicBezTo>
                    <a:pt x="368" y="158"/>
                    <a:pt x="369" y="158"/>
                    <a:pt x="369" y="157"/>
                  </a:cubicBezTo>
                  <a:cubicBezTo>
                    <a:pt x="370" y="157"/>
                    <a:pt x="370" y="157"/>
                    <a:pt x="370" y="157"/>
                  </a:cubicBezTo>
                  <a:cubicBezTo>
                    <a:pt x="370" y="156"/>
                    <a:pt x="372" y="157"/>
                    <a:pt x="372" y="156"/>
                  </a:cubicBezTo>
                  <a:cubicBezTo>
                    <a:pt x="372" y="156"/>
                    <a:pt x="372" y="155"/>
                    <a:pt x="372" y="155"/>
                  </a:cubicBezTo>
                  <a:cubicBezTo>
                    <a:pt x="373" y="155"/>
                    <a:pt x="373" y="156"/>
                    <a:pt x="373" y="156"/>
                  </a:cubicBezTo>
                  <a:cubicBezTo>
                    <a:pt x="374" y="156"/>
                    <a:pt x="374" y="155"/>
                    <a:pt x="375" y="155"/>
                  </a:cubicBezTo>
                  <a:cubicBezTo>
                    <a:pt x="376" y="155"/>
                    <a:pt x="378" y="154"/>
                    <a:pt x="379" y="153"/>
                  </a:cubicBezTo>
                  <a:cubicBezTo>
                    <a:pt x="379" y="153"/>
                    <a:pt x="380" y="153"/>
                    <a:pt x="380" y="152"/>
                  </a:cubicBezTo>
                  <a:cubicBezTo>
                    <a:pt x="381" y="153"/>
                    <a:pt x="391" y="153"/>
                    <a:pt x="386" y="154"/>
                  </a:cubicBezTo>
                  <a:cubicBezTo>
                    <a:pt x="386" y="155"/>
                    <a:pt x="388" y="154"/>
                    <a:pt x="390" y="154"/>
                  </a:cubicBezTo>
                  <a:cubicBezTo>
                    <a:pt x="391" y="154"/>
                    <a:pt x="391" y="154"/>
                    <a:pt x="391" y="153"/>
                  </a:cubicBezTo>
                  <a:cubicBezTo>
                    <a:pt x="394" y="153"/>
                    <a:pt x="396" y="153"/>
                    <a:pt x="399" y="153"/>
                  </a:cubicBezTo>
                  <a:cubicBezTo>
                    <a:pt x="397" y="155"/>
                    <a:pt x="403" y="154"/>
                    <a:pt x="406" y="155"/>
                  </a:cubicBezTo>
                  <a:cubicBezTo>
                    <a:pt x="406" y="155"/>
                    <a:pt x="406" y="155"/>
                    <a:pt x="407" y="155"/>
                  </a:cubicBezTo>
                  <a:cubicBezTo>
                    <a:pt x="408" y="155"/>
                    <a:pt x="408" y="156"/>
                    <a:pt x="409" y="156"/>
                  </a:cubicBezTo>
                  <a:cubicBezTo>
                    <a:pt x="411" y="156"/>
                    <a:pt x="411" y="155"/>
                    <a:pt x="413" y="155"/>
                  </a:cubicBezTo>
                  <a:cubicBezTo>
                    <a:pt x="418" y="155"/>
                    <a:pt x="423" y="156"/>
                    <a:pt x="428" y="156"/>
                  </a:cubicBezTo>
                  <a:cubicBezTo>
                    <a:pt x="427" y="157"/>
                    <a:pt x="428" y="158"/>
                    <a:pt x="429" y="157"/>
                  </a:cubicBezTo>
                  <a:cubicBezTo>
                    <a:pt x="430" y="157"/>
                    <a:pt x="429" y="157"/>
                    <a:pt x="429" y="157"/>
                  </a:cubicBezTo>
                  <a:cubicBezTo>
                    <a:pt x="428" y="158"/>
                    <a:pt x="431" y="158"/>
                    <a:pt x="432" y="158"/>
                  </a:cubicBezTo>
                  <a:cubicBezTo>
                    <a:pt x="433" y="158"/>
                    <a:pt x="432" y="159"/>
                    <a:pt x="432" y="159"/>
                  </a:cubicBezTo>
                  <a:cubicBezTo>
                    <a:pt x="434" y="160"/>
                    <a:pt x="435" y="159"/>
                    <a:pt x="436" y="159"/>
                  </a:cubicBezTo>
                  <a:cubicBezTo>
                    <a:pt x="436" y="160"/>
                    <a:pt x="437" y="161"/>
                    <a:pt x="438" y="161"/>
                  </a:cubicBezTo>
                  <a:cubicBezTo>
                    <a:pt x="440" y="162"/>
                    <a:pt x="442" y="162"/>
                    <a:pt x="442" y="164"/>
                  </a:cubicBezTo>
                  <a:cubicBezTo>
                    <a:pt x="449" y="163"/>
                    <a:pt x="451" y="165"/>
                    <a:pt x="456" y="164"/>
                  </a:cubicBezTo>
                  <a:cubicBezTo>
                    <a:pt x="455" y="166"/>
                    <a:pt x="462" y="164"/>
                    <a:pt x="460" y="166"/>
                  </a:cubicBezTo>
                  <a:cubicBezTo>
                    <a:pt x="464" y="165"/>
                    <a:pt x="464" y="167"/>
                    <a:pt x="466" y="168"/>
                  </a:cubicBezTo>
                  <a:cubicBezTo>
                    <a:pt x="467" y="168"/>
                    <a:pt x="467" y="169"/>
                    <a:pt x="469" y="169"/>
                  </a:cubicBezTo>
                  <a:cubicBezTo>
                    <a:pt x="466" y="170"/>
                    <a:pt x="470" y="170"/>
                    <a:pt x="470" y="171"/>
                  </a:cubicBezTo>
                  <a:cubicBezTo>
                    <a:pt x="470" y="172"/>
                    <a:pt x="472" y="172"/>
                    <a:pt x="473" y="172"/>
                  </a:cubicBezTo>
                  <a:cubicBezTo>
                    <a:pt x="474" y="172"/>
                    <a:pt x="473" y="173"/>
                    <a:pt x="475" y="173"/>
                  </a:cubicBezTo>
                  <a:cubicBezTo>
                    <a:pt x="471" y="175"/>
                    <a:pt x="480" y="175"/>
                    <a:pt x="477" y="177"/>
                  </a:cubicBezTo>
                  <a:cubicBezTo>
                    <a:pt x="479" y="177"/>
                    <a:pt x="480" y="177"/>
                    <a:pt x="480" y="178"/>
                  </a:cubicBezTo>
                  <a:cubicBezTo>
                    <a:pt x="485" y="177"/>
                    <a:pt x="492" y="178"/>
                    <a:pt x="494" y="180"/>
                  </a:cubicBezTo>
                  <a:cubicBezTo>
                    <a:pt x="499" y="180"/>
                    <a:pt x="501" y="181"/>
                    <a:pt x="507" y="181"/>
                  </a:cubicBezTo>
                  <a:cubicBezTo>
                    <a:pt x="507" y="181"/>
                    <a:pt x="505" y="181"/>
                    <a:pt x="505" y="181"/>
                  </a:cubicBezTo>
                  <a:cubicBezTo>
                    <a:pt x="506" y="182"/>
                    <a:pt x="512" y="182"/>
                    <a:pt x="516" y="182"/>
                  </a:cubicBezTo>
                  <a:cubicBezTo>
                    <a:pt x="516" y="182"/>
                    <a:pt x="517" y="182"/>
                    <a:pt x="518" y="182"/>
                  </a:cubicBezTo>
                  <a:cubicBezTo>
                    <a:pt x="517" y="183"/>
                    <a:pt x="520" y="183"/>
                    <a:pt x="521" y="183"/>
                  </a:cubicBezTo>
                  <a:cubicBezTo>
                    <a:pt x="521" y="183"/>
                    <a:pt x="520" y="184"/>
                    <a:pt x="521" y="184"/>
                  </a:cubicBezTo>
                  <a:cubicBezTo>
                    <a:pt x="521" y="184"/>
                    <a:pt x="522" y="184"/>
                    <a:pt x="523" y="184"/>
                  </a:cubicBezTo>
                  <a:cubicBezTo>
                    <a:pt x="523" y="184"/>
                    <a:pt x="523" y="185"/>
                    <a:pt x="525" y="185"/>
                  </a:cubicBezTo>
                  <a:cubicBezTo>
                    <a:pt x="525" y="190"/>
                    <a:pt x="525" y="195"/>
                    <a:pt x="525" y="200"/>
                  </a:cubicBezTo>
                  <a:cubicBezTo>
                    <a:pt x="520" y="199"/>
                    <a:pt x="525" y="203"/>
                    <a:pt x="521" y="202"/>
                  </a:cubicBezTo>
                  <a:cubicBezTo>
                    <a:pt x="520" y="204"/>
                    <a:pt x="520" y="205"/>
                    <a:pt x="520" y="207"/>
                  </a:cubicBezTo>
                  <a:cubicBezTo>
                    <a:pt x="520" y="208"/>
                    <a:pt x="521" y="210"/>
                    <a:pt x="521" y="212"/>
                  </a:cubicBezTo>
                  <a:cubicBezTo>
                    <a:pt x="521" y="212"/>
                    <a:pt x="520" y="212"/>
                    <a:pt x="520" y="212"/>
                  </a:cubicBezTo>
                  <a:cubicBezTo>
                    <a:pt x="520" y="212"/>
                    <a:pt x="520" y="213"/>
                    <a:pt x="520" y="213"/>
                  </a:cubicBezTo>
                  <a:cubicBezTo>
                    <a:pt x="519" y="214"/>
                    <a:pt x="516" y="214"/>
                    <a:pt x="518" y="216"/>
                  </a:cubicBezTo>
                  <a:cubicBezTo>
                    <a:pt x="516" y="216"/>
                    <a:pt x="514" y="217"/>
                    <a:pt x="513" y="217"/>
                  </a:cubicBezTo>
                  <a:cubicBezTo>
                    <a:pt x="512" y="217"/>
                    <a:pt x="513" y="218"/>
                    <a:pt x="513" y="219"/>
                  </a:cubicBezTo>
                  <a:cubicBezTo>
                    <a:pt x="512" y="219"/>
                    <a:pt x="511" y="218"/>
                    <a:pt x="511" y="219"/>
                  </a:cubicBezTo>
                  <a:cubicBezTo>
                    <a:pt x="510" y="219"/>
                    <a:pt x="511" y="219"/>
                    <a:pt x="511" y="220"/>
                  </a:cubicBezTo>
                  <a:cubicBezTo>
                    <a:pt x="510" y="220"/>
                    <a:pt x="507" y="220"/>
                    <a:pt x="507" y="220"/>
                  </a:cubicBezTo>
                  <a:cubicBezTo>
                    <a:pt x="507" y="221"/>
                    <a:pt x="505" y="221"/>
                    <a:pt x="503" y="221"/>
                  </a:cubicBezTo>
                  <a:cubicBezTo>
                    <a:pt x="502" y="222"/>
                    <a:pt x="501" y="222"/>
                    <a:pt x="501" y="222"/>
                  </a:cubicBezTo>
                  <a:cubicBezTo>
                    <a:pt x="500" y="223"/>
                    <a:pt x="500" y="222"/>
                    <a:pt x="499" y="222"/>
                  </a:cubicBezTo>
                  <a:cubicBezTo>
                    <a:pt x="499" y="222"/>
                    <a:pt x="498" y="222"/>
                    <a:pt x="498" y="222"/>
                  </a:cubicBezTo>
                  <a:cubicBezTo>
                    <a:pt x="496" y="222"/>
                    <a:pt x="496" y="223"/>
                    <a:pt x="496" y="223"/>
                  </a:cubicBezTo>
                  <a:cubicBezTo>
                    <a:pt x="492" y="223"/>
                    <a:pt x="490" y="225"/>
                    <a:pt x="488" y="225"/>
                  </a:cubicBezTo>
                  <a:cubicBezTo>
                    <a:pt x="488" y="225"/>
                    <a:pt x="486" y="225"/>
                    <a:pt x="486" y="225"/>
                  </a:cubicBezTo>
                  <a:cubicBezTo>
                    <a:pt x="485" y="226"/>
                    <a:pt x="484" y="226"/>
                    <a:pt x="484" y="226"/>
                  </a:cubicBezTo>
                  <a:cubicBezTo>
                    <a:pt x="484" y="227"/>
                    <a:pt x="482" y="227"/>
                    <a:pt x="482" y="227"/>
                  </a:cubicBezTo>
                  <a:cubicBezTo>
                    <a:pt x="482" y="227"/>
                    <a:pt x="484" y="229"/>
                    <a:pt x="481" y="228"/>
                  </a:cubicBezTo>
                  <a:cubicBezTo>
                    <a:pt x="482" y="231"/>
                    <a:pt x="479" y="231"/>
                    <a:pt x="480" y="234"/>
                  </a:cubicBezTo>
                  <a:cubicBezTo>
                    <a:pt x="477" y="233"/>
                    <a:pt x="479" y="235"/>
                    <a:pt x="478" y="235"/>
                  </a:cubicBezTo>
                  <a:cubicBezTo>
                    <a:pt x="478" y="235"/>
                    <a:pt x="476" y="235"/>
                    <a:pt x="476" y="235"/>
                  </a:cubicBezTo>
                  <a:cubicBezTo>
                    <a:pt x="476" y="235"/>
                    <a:pt x="478" y="236"/>
                    <a:pt x="476" y="236"/>
                  </a:cubicBezTo>
                  <a:cubicBezTo>
                    <a:pt x="475" y="236"/>
                    <a:pt x="475" y="238"/>
                    <a:pt x="472" y="238"/>
                  </a:cubicBezTo>
                  <a:cubicBezTo>
                    <a:pt x="472" y="238"/>
                    <a:pt x="470" y="239"/>
                    <a:pt x="470" y="239"/>
                  </a:cubicBezTo>
                  <a:cubicBezTo>
                    <a:pt x="469" y="240"/>
                    <a:pt x="468" y="241"/>
                    <a:pt x="465" y="242"/>
                  </a:cubicBezTo>
                  <a:cubicBezTo>
                    <a:pt x="465" y="243"/>
                    <a:pt x="465" y="243"/>
                    <a:pt x="465" y="244"/>
                  </a:cubicBezTo>
                  <a:cubicBezTo>
                    <a:pt x="464" y="244"/>
                    <a:pt x="462" y="245"/>
                    <a:pt x="462" y="246"/>
                  </a:cubicBezTo>
                  <a:cubicBezTo>
                    <a:pt x="461" y="246"/>
                    <a:pt x="459" y="246"/>
                    <a:pt x="457" y="246"/>
                  </a:cubicBezTo>
                  <a:cubicBezTo>
                    <a:pt x="457" y="246"/>
                    <a:pt x="458" y="246"/>
                    <a:pt x="459" y="246"/>
                  </a:cubicBezTo>
                  <a:cubicBezTo>
                    <a:pt x="459" y="247"/>
                    <a:pt x="457" y="247"/>
                    <a:pt x="456" y="247"/>
                  </a:cubicBezTo>
                  <a:cubicBezTo>
                    <a:pt x="455" y="247"/>
                    <a:pt x="454" y="248"/>
                    <a:pt x="454" y="249"/>
                  </a:cubicBezTo>
                  <a:cubicBezTo>
                    <a:pt x="453" y="248"/>
                    <a:pt x="452" y="248"/>
                    <a:pt x="452" y="249"/>
                  </a:cubicBezTo>
                  <a:cubicBezTo>
                    <a:pt x="451" y="249"/>
                    <a:pt x="452" y="249"/>
                    <a:pt x="451" y="248"/>
                  </a:cubicBezTo>
                  <a:cubicBezTo>
                    <a:pt x="450" y="248"/>
                    <a:pt x="449" y="248"/>
                    <a:pt x="448" y="248"/>
                  </a:cubicBezTo>
                  <a:cubicBezTo>
                    <a:pt x="447" y="248"/>
                    <a:pt x="447" y="249"/>
                    <a:pt x="445" y="249"/>
                  </a:cubicBezTo>
                  <a:cubicBezTo>
                    <a:pt x="445" y="250"/>
                    <a:pt x="447" y="250"/>
                    <a:pt x="447" y="251"/>
                  </a:cubicBezTo>
                  <a:cubicBezTo>
                    <a:pt x="448" y="252"/>
                    <a:pt x="444" y="253"/>
                    <a:pt x="446" y="254"/>
                  </a:cubicBezTo>
                  <a:cubicBezTo>
                    <a:pt x="446" y="255"/>
                    <a:pt x="441" y="254"/>
                    <a:pt x="440" y="255"/>
                  </a:cubicBezTo>
                  <a:cubicBezTo>
                    <a:pt x="439" y="255"/>
                    <a:pt x="440" y="256"/>
                    <a:pt x="439" y="256"/>
                  </a:cubicBezTo>
                  <a:cubicBezTo>
                    <a:pt x="438" y="256"/>
                    <a:pt x="435" y="256"/>
                    <a:pt x="435" y="257"/>
                  </a:cubicBezTo>
                  <a:cubicBezTo>
                    <a:pt x="433" y="257"/>
                    <a:pt x="427" y="257"/>
                    <a:pt x="426" y="258"/>
                  </a:cubicBezTo>
                  <a:cubicBezTo>
                    <a:pt x="426" y="258"/>
                    <a:pt x="427" y="258"/>
                    <a:pt x="427" y="258"/>
                  </a:cubicBezTo>
                  <a:cubicBezTo>
                    <a:pt x="429" y="258"/>
                    <a:pt x="426" y="259"/>
                    <a:pt x="425" y="259"/>
                  </a:cubicBezTo>
                  <a:cubicBezTo>
                    <a:pt x="425" y="260"/>
                    <a:pt x="422" y="262"/>
                    <a:pt x="424" y="262"/>
                  </a:cubicBezTo>
                  <a:cubicBezTo>
                    <a:pt x="424" y="262"/>
                    <a:pt x="422" y="262"/>
                    <a:pt x="422" y="262"/>
                  </a:cubicBezTo>
                  <a:cubicBezTo>
                    <a:pt x="421" y="262"/>
                    <a:pt x="420" y="262"/>
                    <a:pt x="421" y="262"/>
                  </a:cubicBezTo>
                  <a:cubicBezTo>
                    <a:pt x="420" y="262"/>
                    <a:pt x="417" y="263"/>
                    <a:pt x="418" y="261"/>
                  </a:cubicBezTo>
                  <a:cubicBezTo>
                    <a:pt x="417" y="262"/>
                    <a:pt x="416" y="263"/>
                    <a:pt x="416" y="262"/>
                  </a:cubicBezTo>
                  <a:cubicBezTo>
                    <a:pt x="414" y="262"/>
                    <a:pt x="416" y="265"/>
                    <a:pt x="417" y="266"/>
                  </a:cubicBezTo>
                  <a:cubicBezTo>
                    <a:pt x="417" y="267"/>
                    <a:pt x="415" y="267"/>
                    <a:pt x="415" y="268"/>
                  </a:cubicBezTo>
                  <a:cubicBezTo>
                    <a:pt x="414" y="268"/>
                    <a:pt x="415" y="269"/>
                    <a:pt x="412" y="269"/>
                  </a:cubicBezTo>
                  <a:cubicBezTo>
                    <a:pt x="411" y="270"/>
                    <a:pt x="414" y="270"/>
                    <a:pt x="414" y="270"/>
                  </a:cubicBezTo>
                  <a:cubicBezTo>
                    <a:pt x="414" y="271"/>
                    <a:pt x="412" y="270"/>
                    <a:pt x="412" y="270"/>
                  </a:cubicBezTo>
                  <a:cubicBezTo>
                    <a:pt x="411" y="270"/>
                    <a:pt x="411" y="272"/>
                    <a:pt x="412" y="272"/>
                  </a:cubicBezTo>
                  <a:cubicBezTo>
                    <a:pt x="411" y="272"/>
                    <a:pt x="411" y="272"/>
                    <a:pt x="410" y="272"/>
                  </a:cubicBezTo>
                  <a:cubicBezTo>
                    <a:pt x="410" y="272"/>
                    <a:pt x="409" y="272"/>
                    <a:pt x="409" y="272"/>
                  </a:cubicBezTo>
                  <a:cubicBezTo>
                    <a:pt x="407" y="271"/>
                    <a:pt x="409" y="272"/>
                    <a:pt x="408" y="273"/>
                  </a:cubicBezTo>
                  <a:cubicBezTo>
                    <a:pt x="406" y="274"/>
                    <a:pt x="406" y="273"/>
                    <a:pt x="404" y="273"/>
                  </a:cubicBezTo>
                  <a:cubicBezTo>
                    <a:pt x="402" y="275"/>
                    <a:pt x="408" y="275"/>
                    <a:pt x="405" y="275"/>
                  </a:cubicBezTo>
                  <a:cubicBezTo>
                    <a:pt x="405" y="276"/>
                    <a:pt x="407" y="276"/>
                    <a:pt x="408" y="276"/>
                  </a:cubicBezTo>
                  <a:cubicBezTo>
                    <a:pt x="407" y="277"/>
                    <a:pt x="408" y="277"/>
                    <a:pt x="410" y="277"/>
                  </a:cubicBezTo>
                  <a:cubicBezTo>
                    <a:pt x="411" y="279"/>
                    <a:pt x="408" y="279"/>
                    <a:pt x="408" y="279"/>
                  </a:cubicBezTo>
                  <a:cubicBezTo>
                    <a:pt x="408" y="280"/>
                    <a:pt x="408" y="280"/>
                    <a:pt x="409" y="280"/>
                  </a:cubicBezTo>
                  <a:cubicBezTo>
                    <a:pt x="408" y="280"/>
                    <a:pt x="408" y="280"/>
                    <a:pt x="408" y="280"/>
                  </a:cubicBezTo>
                  <a:cubicBezTo>
                    <a:pt x="406" y="280"/>
                    <a:pt x="407" y="281"/>
                    <a:pt x="404" y="281"/>
                  </a:cubicBezTo>
                  <a:cubicBezTo>
                    <a:pt x="405" y="282"/>
                    <a:pt x="405" y="282"/>
                    <a:pt x="402" y="282"/>
                  </a:cubicBezTo>
                  <a:cubicBezTo>
                    <a:pt x="403" y="283"/>
                    <a:pt x="400" y="283"/>
                    <a:pt x="401" y="284"/>
                  </a:cubicBezTo>
                  <a:cubicBezTo>
                    <a:pt x="397" y="284"/>
                    <a:pt x="402" y="286"/>
                    <a:pt x="398" y="285"/>
                  </a:cubicBezTo>
                  <a:cubicBezTo>
                    <a:pt x="398" y="286"/>
                    <a:pt x="397" y="287"/>
                    <a:pt x="398" y="288"/>
                  </a:cubicBezTo>
                  <a:cubicBezTo>
                    <a:pt x="398" y="289"/>
                    <a:pt x="399" y="289"/>
                    <a:pt x="399" y="289"/>
                  </a:cubicBezTo>
                  <a:cubicBezTo>
                    <a:pt x="399" y="290"/>
                    <a:pt x="397" y="290"/>
                    <a:pt x="399" y="291"/>
                  </a:cubicBezTo>
                  <a:cubicBezTo>
                    <a:pt x="400" y="292"/>
                    <a:pt x="399" y="292"/>
                    <a:pt x="400" y="293"/>
                  </a:cubicBezTo>
                  <a:cubicBezTo>
                    <a:pt x="401" y="294"/>
                    <a:pt x="403" y="295"/>
                    <a:pt x="404" y="296"/>
                  </a:cubicBezTo>
                  <a:cubicBezTo>
                    <a:pt x="406" y="297"/>
                    <a:pt x="408" y="295"/>
                    <a:pt x="410" y="296"/>
                  </a:cubicBezTo>
                  <a:cubicBezTo>
                    <a:pt x="411" y="298"/>
                    <a:pt x="407" y="297"/>
                    <a:pt x="405" y="297"/>
                  </a:cubicBezTo>
                  <a:cubicBezTo>
                    <a:pt x="401" y="298"/>
                    <a:pt x="396" y="299"/>
                    <a:pt x="393" y="298"/>
                  </a:cubicBezTo>
                  <a:cubicBezTo>
                    <a:pt x="393" y="298"/>
                    <a:pt x="393" y="297"/>
                    <a:pt x="393" y="297"/>
                  </a:cubicBezTo>
                  <a:cubicBezTo>
                    <a:pt x="388" y="298"/>
                    <a:pt x="387" y="296"/>
                    <a:pt x="384" y="296"/>
                  </a:cubicBezTo>
                  <a:cubicBezTo>
                    <a:pt x="384" y="296"/>
                    <a:pt x="384" y="295"/>
                    <a:pt x="384" y="295"/>
                  </a:cubicBezTo>
                  <a:cubicBezTo>
                    <a:pt x="383" y="294"/>
                    <a:pt x="380" y="295"/>
                    <a:pt x="380" y="293"/>
                  </a:cubicBezTo>
                  <a:cubicBezTo>
                    <a:pt x="380" y="293"/>
                    <a:pt x="379" y="293"/>
                    <a:pt x="379" y="292"/>
                  </a:cubicBezTo>
                  <a:cubicBezTo>
                    <a:pt x="379" y="292"/>
                    <a:pt x="378" y="292"/>
                    <a:pt x="378" y="292"/>
                  </a:cubicBezTo>
                  <a:cubicBezTo>
                    <a:pt x="378" y="292"/>
                    <a:pt x="380" y="290"/>
                    <a:pt x="378" y="290"/>
                  </a:cubicBezTo>
                  <a:cubicBezTo>
                    <a:pt x="377" y="290"/>
                    <a:pt x="378" y="290"/>
                    <a:pt x="378" y="289"/>
                  </a:cubicBezTo>
                  <a:cubicBezTo>
                    <a:pt x="378" y="289"/>
                    <a:pt x="376" y="289"/>
                    <a:pt x="376" y="288"/>
                  </a:cubicBezTo>
                  <a:cubicBezTo>
                    <a:pt x="376" y="288"/>
                    <a:pt x="377" y="288"/>
                    <a:pt x="377" y="288"/>
                  </a:cubicBezTo>
                  <a:cubicBezTo>
                    <a:pt x="377" y="288"/>
                    <a:pt x="376" y="287"/>
                    <a:pt x="376" y="287"/>
                  </a:cubicBezTo>
                  <a:cubicBezTo>
                    <a:pt x="376" y="287"/>
                    <a:pt x="375" y="286"/>
                    <a:pt x="374" y="286"/>
                  </a:cubicBezTo>
                  <a:cubicBezTo>
                    <a:pt x="373" y="285"/>
                    <a:pt x="375" y="285"/>
                    <a:pt x="375" y="284"/>
                  </a:cubicBezTo>
                  <a:cubicBezTo>
                    <a:pt x="375" y="284"/>
                    <a:pt x="373" y="283"/>
                    <a:pt x="373" y="284"/>
                  </a:cubicBezTo>
                  <a:cubicBezTo>
                    <a:pt x="373" y="283"/>
                    <a:pt x="377" y="283"/>
                    <a:pt x="374" y="282"/>
                  </a:cubicBezTo>
                  <a:cubicBezTo>
                    <a:pt x="374" y="282"/>
                    <a:pt x="375" y="282"/>
                    <a:pt x="376" y="282"/>
                  </a:cubicBezTo>
                  <a:cubicBezTo>
                    <a:pt x="376" y="281"/>
                    <a:pt x="376" y="279"/>
                    <a:pt x="376" y="278"/>
                  </a:cubicBezTo>
                  <a:cubicBezTo>
                    <a:pt x="375" y="278"/>
                    <a:pt x="374" y="278"/>
                    <a:pt x="373" y="277"/>
                  </a:cubicBezTo>
                  <a:cubicBezTo>
                    <a:pt x="374" y="276"/>
                    <a:pt x="377" y="275"/>
                    <a:pt x="375" y="273"/>
                  </a:cubicBezTo>
                  <a:cubicBezTo>
                    <a:pt x="378" y="273"/>
                    <a:pt x="378" y="272"/>
                    <a:pt x="380" y="272"/>
                  </a:cubicBezTo>
                  <a:cubicBezTo>
                    <a:pt x="380" y="271"/>
                    <a:pt x="380" y="270"/>
                    <a:pt x="380" y="268"/>
                  </a:cubicBezTo>
                  <a:cubicBezTo>
                    <a:pt x="385" y="268"/>
                    <a:pt x="383" y="265"/>
                    <a:pt x="385" y="264"/>
                  </a:cubicBezTo>
                  <a:cubicBezTo>
                    <a:pt x="384" y="264"/>
                    <a:pt x="383" y="264"/>
                    <a:pt x="383" y="264"/>
                  </a:cubicBezTo>
                  <a:cubicBezTo>
                    <a:pt x="381" y="264"/>
                    <a:pt x="380" y="265"/>
                    <a:pt x="380" y="267"/>
                  </a:cubicBezTo>
                  <a:cubicBezTo>
                    <a:pt x="379" y="266"/>
                    <a:pt x="377" y="266"/>
                    <a:pt x="377" y="265"/>
                  </a:cubicBezTo>
                  <a:cubicBezTo>
                    <a:pt x="375" y="264"/>
                    <a:pt x="380" y="263"/>
                    <a:pt x="379" y="263"/>
                  </a:cubicBezTo>
                  <a:cubicBezTo>
                    <a:pt x="377" y="262"/>
                    <a:pt x="379" y="263"/>
                    <a:pt x="381" y="262"/>
                  </a:cubicBezTo>
                  <a:cubicBezTo>
                    <a:pt x="382" y="260"/>
                    <a:pt x="379" y="257"/>
                    <a:pt x="380" y="255"/>
                  </a:cubicBezTo>
                  <a:cubicBezTo>
                    <a:pt x="380" y="255"/>
                    <a:pt x="382" y="256"/>
                    <a:pt x="382" y="255"/>
                  </a:cubicBezTo>
                  <a:cubicBezTo>
                    <a:pt x="381" y="253"/>
                    <a:pt x="382" y="253"/>
                    <a:pt x="382" y="250"/>
                  </a:cubicBezTo>
                  <a:cubicBezTo>
                    <a:pt x="384" y="249"/>
                    <a:pt x="388" y="247"/>
                    <a:pt x="386" y="245"/>
                  </a:cubicBezTo>
                  <a:cubicBezTo>
                    <a:pt x="390" y="247"/>
                    <a:pt x="386" y="242"/>
                    <a:pt x="390" y="244"/>
                  </a:cubicBezTo>
                  <a:cubicBezTo>
                    <a:pt x="390" y="243"/>
                    <a:pt x="390" y="242"/>
                    <a:pt x="389" y="240"/>
                  </a:cubicBezTo>
                  <a:cubicBezTo>
                    <a:pt x="389" y="240"/>
                    <a:pt x="387" y="239"/>
                    <a:pt x="387" y="238"/>
                  </a:cubicBezTo>
                  <a:cubicBezTo>
                    <a:pt x="387" y="238"/>
                    <a:pt x="388" y="238"/>
                    <a:pt x="388" y="237"/>
                  </a:cubicBezTo>
                  <a:cubicBezTo>
                    <a:pt x="388" y="236"/>
                    <a:pt x="387" y="234"/>
                    <a:pt x="390" y="236"/>
                  </a:cubicBezTo>
                  <a:cubicBezTo>
                    <a:pt x="390" y="234"/>
                    <a:pt x="390" y="233"/>
                    <a:pt x="391" y="232"/>
                  </a:cubicBezTo>
                  <a:cubicBezTo>
                    <a:pt x="392" y="231"/>
                    <a:pt x="391" y="231"/>
                    <a:pt x="391" y="230"/>
                  </a:cubicBezTo>
                  <a:cubicBezTo>
                    <a:pt x="391" y="230"/>
                    <a:pt x="393" y="228"/>
                    <a:pt x="392" y="228"/>
                  </a:cubicBezTo>
                  <a:cubicBezTo>
                    <a:pt x="391" y="227"/>
                    <a:pt x="392" y="227"/>
                    <a:pt x="392" y="226"/>
                  </a:cubicBezTo>
                  <a:cubicBezTo>
                    <a:pt x="392" y="226"/>
                    <a:pt x="392" y="225"/>
                    <a:pt x="392" y="224"/>
                  </a:cubicBezTo>
                  <a:cubicBezTo>
                    <a:pt x="392" y="224"/>
                    <a:pt x="393" y="224"/>
                    <a:pt x="393" y="223"/>
                  </a:cubicBezTo>
                  <a:cubicBezTo>
                    <a:pt x="393" y="221"/>
                    <a:pt x="392" y="219"/>
                    <a:pt x="393" y="218"/>
                  </a:cubicBezTo>
                  <a:cubicBezTo>
                    <a:pt x="393" y="217"/>
                    <a:pt x="394" y="217"/>
                    <a:pt x="394" y="216"/>
                  </a:cubicBezTo>
                  <a:cubicBezTo>
                    <a:pt x="394" y="215"/>
                    <a:pt x="391" y="213"/>
                    <a:pt x="391" y="212"/>
                  </a:cubicBezTo>
                  <a:cubicBezTo>
                    <a:pt x="390" y="211"/>
                    <a:pt x="390" y="212"/>
                    <a:pt x="388" y="212"/>
                  </a:cubicBezTo>
                  <a:cubicBezTo>
                    <a:pt x="387" y="211"/>
                    <a:pt x="384" y="209"/>
                    <a:pt x="381" y="209"/>
                  </a:cubicBezTo>
                  <a:cubicBezTo>
                    <a:pt x="381" y="209"/>
                    <a:pt x="379" y="208"/>
                    <a:pt x="379" y="208"/>
                  </a:cubicBezTo>
                  <a:cubicBezTo>
                    <a:pt x="377" y="209"/>
                    <a:pt x="379" y="208"/>
                    <a:pt x="378" y="208"/>
                  </a:cubicBezTo>
                  <a:cubicBezTo>
                    <a:pt x="377" y="207"/>
                    <a:pt x="374" y="208"/>
                    <a:pt x="376" y="207"/>
                  </a:cubicBezTo>
                  <a:cubicBezTo>
                    <a:pt x="376" y="206"/>
                    <a:pt x="373" y="207"/>
                    <a:pt x="372" y="206"/>
                  </a:cubicBezTo>
                  <a:cubicBezTo>
                    <a:pt x="372" y="206"/>
                    <a:pt x="372" y="206"/>
                    <a:pt x="372" y="205"/>
                  </a:cubicBezTo>
                  <a:cubicBezTo>
                    <a:pt x="372" y="205"/>
                    <a:pt x="371" y="205"/>
                    <a:pt x="370" y="205"/>
                  </a:cubicBezTo>
                  <a:cubicBezTo>
                    <a:pt x="369" y="204"/>
                    <a:pt x="367" y="203"/>
                    <a:pt x="367" y="202"/>
                  </a:cubicBezTo>
                  <a:cubicBezTo>
                    <a:pt x="367" y="201"/>
                    <a:pt x="366" y="201"/>
                    <a:pt x="365" y="201"/>
                  </a:cubicBezTo>
                  <a:cubicBezTo>
                    <a:pt x="364" y="201"/>
                    <a:pt x="365" y="199"/>
                    <a:pt x="363" y="199"/>
                  </a:cubicBezTo>
                  <a:cubicBezTo>
                    <a:pt x="361" y="199"/>
                    <a:pt x="361" y="196"/>
                    <a:pt x="359" y="195"/>
                  </a:cubicBezTo>
                  <a:cubicBezTo>
                    <a:pt x="358" y="194"/>
                    <a:pt x="357" y="193"/>
                    <a:pt x="355" y="192"/>
                  </a:cubicBezTo>
                  <a:cubicBezTo>
                    <a:pt x="355" y="191"/>
                    <a:pt x="354" y="191"/>
                    <a:pt x="353" y="191"/>
                  </a:cubicBezTo>
                  <a:cubicBezTo>
                    <a:pt x="353" y="191"/>
                    <a:pt x="354" y="190"/>
                    <a:pt x="353" y="190"/>
                  </a:cubicBezTo>
                  <a:cubicBezTo>
                    <a:pt x="353" y="189"/>
                    <a:pt x="352" y="190"/>
                    <a:pt x="351" y="189"/>
                  </a:cubicBezTo>
                  <a:cubicBezTo>
                    <a:pt x="351" y="189"/>
                    <a:pt x="350" y="186"/>
                    <a:pt x="349" y="188"/>
                  </a:cubicBezTo>
                  <a:cubicBezTo>
                    <a:pt x="347" y="188"/>
                    <a:pt x="349" y="185"/>
                    <a:pt x="348" y="184"/>
                  </a:cubicBezTo>
                  <a:cubicBezTo>
                    <a:pt x="351" y="184"/>
                    <a:pt x="351" y="183"/>
                    <a:pt x="352" y="182"/>
                  </a:cubicBezTo>
                  <a:cubicBezTo>
                    <a:pt x="353" y="181"/>
                    <a:pt x="350" y="181"/>
                    <a:pt x="349" y="181"/>
                  </a:cubicBezTo>
                  <a:cubicBezTo>
                    <a:pt x="349" y="179"/>
                    <a:pt x="351" y="179"/>
                    <a:pt x="350" y="177"/>
                  </a:cubicBezTo>
                  <a:cubicBezTo>
                    <a:pt x="351" y="177"/>
                    <a:pt x="352" y="176"/>
                    <a:pt x="353" y="176"/>
                  </a:cubicBezTo>
                  <a:cubicBezTo>
                    <a:pt x="354" y="176"/>
                    <a:pt x="353" y="175"/>
                    <a:pt x="353" y="175"/>
                  </a:cubicBezTo>
                  <a:cubicBezTo>
                    <a:pt x="353" y="175"/>
                    <a:pt x="355" y="175"/>
                    <a:pt x="355" y="175"/>
                  </a:cubicBezTo>
                  <a:cubicBezTo>
                    <a:pt x="355" y="175"/>
                    <a:pt x="355" y="174"/>
                    <a:pt x="355" y="174"/>
                  </a:cubicBezTo>
                  <a:cubicBezTo>
                    <a:pt x="355" y="174"/>
                    <a:pt x="358" y="174"/>
                    <a:pt x="357" y="173"/>
                  </a:cubicBezTo>
                  <a:cubicBezTo>
                    <a:pt x="357" y="173"/>
                    <a:pt x="356" y="173"/>
                    <a:pt x="356" y="173"/>
                  </a:cubicBezTo>
                  <a:cubicBezTo>
                    <a:pt x="356" y="173"/>
                    <a:pt x="357" y="173"/>
                    <a:pt x="357" y="173"/>
                  </a:cubicBezTo>
                  <a:cubicBezTo>
                    <a:pt x="359" y="174"/>
                    <a:pt x="358" y="172"/>
                    <a:pt x="360" y="172"/>
                  </a:cubicBezTo>
                  <a:cubicBezTo>
                    <a:pt x="362" y="172"/>
                    <a:pt x="361" y="171"/>
                    <a:pt x="362" y="170"/>
                  </a:cubicBezTo>
                  <a:cubicBezTo>
                    <a:pt x="362" y="170"/>
                    <a:pt x="367" y="168"/>
                    <a:pt x="364" y="167"/>
                  </a:cubicBezTo>
                  <a:cubicBezTo>
                    <a:pt x="363" y="166"/>
                    <a:pt x="364" y="167"/>
                    <a:pt x="364" y="166"/>
                  </a:cubicBezTo>
                  <a:cubicBezTo>
                    <a:pt x="364" y="165"/>
                    <a:pt x="362" y="161"/>
                    <a:pt x="363" y="160"/>
                  </a:cubicBezTo>
                  <a:cubicBezTo>
                    <a:pt x="358" y="161"/>
                    <a:pt x="359" y="159"/>
                    <a:pt x="353" y="159"/>
                  </a:cubicBezTo>
                  <a:cubicBezTo>
                    <a:pt x="352" y="160"/>
                    <a:pt x="354" y="160"/>
                    <a:pt x="352" y="161"/>
                  </a:cubicBezTo>
                  <a:cubicBezTo>
                    <a:pt x="347" y="161"/>
                    <a:pt x="345" y="160"/>
                    <a:pt x="340" y="160"/>
                  </a:cubicBezTo>
                  <a:cubicBezTo>
                    <a:pt x="340" y="159"/>
                    <a:pt x="338" y="159"/>
                    <a:pt x="338" y="158"/>
                  </a:cubicBezTo>
                  <a:cubicBezTo>
                    <a:pt x="337" y="157"/>
                    <a:pt x="336" y="158"/>
                    <a:pt x="334" y="157"/>
                  </a:cubicBezTo>
                  <a:cubicBezTo>
                    <a:pt x="334" y="157"/>
                    <a:pt x="335" y="157"/>
                    <a:pt x="334" y="156"/>
                  </a:cubicBezTo>
                  <a:cubicBezTo>
                    <a:pt x="334" y="156"/>
                    <a:pt x="333" y="157"/>
                    <a:pt x="332" y="156"/>
                  </a:cubicBezTo>
                  <a:cubicBezTo>
                    <a:pt x="332" y="156"/>
                    <a:pt x="332" y="155"/>
                    <a:pt x="331" y="155"/>
                  </a:cubicBezTo>
                  <a:cubicBezTo>
                    <a:pt x="330" y="154"/>
                    <a:pt x="332" y="154"/>
                    <a:pt x="331" y="153"/>
                  </a:cubicBezTo>
                  <a:cubicBezTo>
                    <a:pt x="330" y="152"/>
                    <a:pt x="329" y="153"/>
                    <a:pt x="330" y="153"/>
                  </a:cubicBezTo>
                  <a:cubicBezTo>
                    <a:pt x="328" y="152"/>
                    <a:pt x="327" y="151"/>
                    <a:pt x="325" y="152"/>
                  </a:cubicBezTo>
                  <a:cubicBezTo>
                    <a:pt x="326" y="150"/>
                    <a:pt x="321" y="151"/>
                    <a:pt x="323" y="150"/>
                  </a:cubicBezTo>
                  <a:cubicBezTo>
                    <a:pt x="322" y="150"/>
                    <a:pt x="316" y="149"/>
                    <a:pt x="318" y="150"/>
                  </a:cubicBezTo>
                  <a:cubicBezTo>
                    <a:pt x="316" y="149"/>
                    <a:pt x="317" y="149"/>
                    <a:pt x="317" y="149"/>
                  </a:cubicBezTo>
                  <a:cubicBezTo>
                    <a:pt x="316" y="148"/>
                    <a:pt x="315" y="149"/>
                    <a:pt x="315" y="149"/>
                  </a:cubicBezTo>
                  <a:cubicBezTo>
                    <a:pt x="314" y="149"/>
                    <a:pt x="312" y="148"/>
                    <a:pt x="309" y="148"/>
                  </a:cubicBezTo>
                  <a:cubicBezTo>
                    <a:pt x="310" y="146"/>
                    <a:pt x="306" y="147"/>
                    <a:pt x="305" y="147"/>
                  </a:cubicBezTo>
                  <a:cubicBezTo>
                    <a:pt x="304" y="147"/>
                    <a:pt x="305" y="146"/>
                    <a:pt x="305" y="146"/>
                  </a:cubicBezTo>
                  <a:cubicBezTo>
                    <a:pt x="304" y="146"/>
                    <a:pt x="303" y="146"/>
                    <a:pt x="303" y="146"/>
                  </a:cubicBezTo>
                  <a:cubicBezTo>
                    <a:pt x="302" y="145"/>
                    <a:pt x="303" y="145"/>
                    <a:pt x="303" y="145"/>
                  </a:cubicBezTo>
                  <a:cubicBezTo>
                    <a:pt x="302" y="145"/>
                    <a:pt x="301" y="145"/>
                    <a:pt x="301" y="145"/>
                  </a:cubicBezTo>
                  <a:cubicBezTo>
                    <a:pt x="301" y="145"/>
                    <a:pt x="301" y="144"/>
                    <a:pt x="301" y="144"/>
                  </a:cubicBezTo>
                  <a:cubicBezTo>
                    <a:pt x="300" y="143"/>
                    <a:pt x="300" y="144"/>
                    <a:pt x="300" y="144"/>
                  </a:cubicBezTo>
                  <a:cubicBezTo>
                    <a:pt x="299" y="144"/>
                    <a:pt x="297" y="144"/>
                    <a:pt x="297" y="143"/>
                  </a:cubicBezTo>
                  <a:cubicBezTo>
                    <a:pt x="296" y="144"/>
                    <a:pt x="295" y="143"/>
                    <a:pt x="294" y="143"/>
                  </a:cubicBezTo>
                  <a:cubicBezTo>
                    <a:pt x="292" y="143"/>
                    <a:pt x="291" y="144"/>
                    <a:pt x="289" y="144"/>
                  </a:cubicBezTo>
                  <a:cubicBezTo>
                    <a:pt x="287" y="144"/>
                    <a:pt x="286" y="144"/>
                    <a:pt x="285" y="144"/>
                  </a:cubicBezTo>
                  <a:cubicBezTo>
                    <a:pt x="282" y="144"/>
                    <a:pt x="283" y="144"/>
                    <a:pt x="281" y="144"/>
                  </a:cubicBezTo>
                  <a:cubicBezTo>
                    <a:pt x="280" y="143"/>
                    <a:pt x="279" y="144"/>
                    <a:pt x="276" y="143"/>
                  </a:cubicBezTo>
                  <a:cubicBezTo>
                    <a:pt x="275" y="143"/>
                    <a:pt x="275" y="142"/>
                    <a:pt x="275" y="142"/>
                  </a:cubicBezTo>
                  <a:cubicBezTo>
                    <a:pt x="275" y="142"/>
                    <a:pt x="274" y="142"/>
                    <a:pt x="273" y="142"/>
                  </a:cubicBezTo>
                  <a:cubicBezTo>
                    <a:pt x="272" y="142"/>
                    <a:pt x="267" y="142"/>
                    <a:pt x="270" y="141"/>
                  </a:cubicBezTo>
                  <a:cubicBezTo>
                    <a:pt x="267" y="141"/>
                    <a:pt x="267" y="140"/>
                    <a:pt x="264" y="140"/>
                  </a:cubicBezTo>
                  <a:cubicBezTo>
                    <a:pt x="264" y="139"/>
                    <a:pt x="263" y="139"/>
                    <a:pt x="263" y="138"/>
                  </a:cubicBezTo>
                  <a:cubicBezTo>
                    <a:pt x="259" y="138"/>
                    <a:pt x="258" y="137"/>
                    <a:pt x="253" y="136"/>
                  </a:cubicBezTo>
                  <a:cubicBezTo>
                    <a:pt x="253" y="135"/>
                    <a:pt x="250" y="134"/>
                    <a:pt x="251" y="132"/>
                  </a:cubicBezTo>
                  <a:cubicBezTo>
                    <a:pt x="251" y="130"/>
                    <a:pt x="246" y="131"/>
                    <a:pt x="248" y="129"/>
                  </a:cubicBezTo>
                  <a:cubicBezTo>
                    <a:pt x="247" y="129"/>
                    <a:pt x="247" y="129"/>
                    <a:pt x="246" y="129"/>
                  </a:cubicBezTo>
                  <a:cubicBezTo>
                    <a:pt x="245" y="129"/>
                    <a:pt x="246" y="129"/>
                    <a:pt x="245" y="128"/>
                  </a:cubicBezTo>
                  <a:cubicBezTo>
                    <a:pt x="245" y="128"/>
                    <a:pt x="242" y="128"/>
                    <a:pt x="242" y="127"/>
                  </a:cubicBezTo>
                  <a:cubicBezTo>
                    <a:pt x="242" y="126"/>
                    <a:pt x="240" y="126"/>
                    <a:pt x="239" y="126"/>
                  </a:cubicBezTo>
                  <a:cubicBezTo>
                    <a:pt x="239" y="126"/>
                    <a:pt x="241" y="126"/>
                    <a:pt x="240" y="125"/>
                  </a:cubicBezTo>
                  <a:cubicBezTo>
                    <a:pt x="240" y="125"/>
                    <a:pt x="239" y="124"/>
                    <a:pt x="239" y="124"/>
                  </a:cubicBezTo>
                  <a:cubicBezTo>
                    <a:pt x="239" y="124"/>
                    <a:pt x="238" y="124"/>
                    <a:pt x="237" y="124"/>
                  </a:cubicBezTo>
                  <a:cubicBezTo>
                    <a:pt x="237" y="124"/>
                    <a:pt x="237" y="123"/>
                    <a:pt x="236" y="123"/>
                  </a:cubicBezTo>
                  <a:cubicBezTo>
                    <a:pt x="234" y="122"/>
                    <a:pt x="231" y="121"/>
                    <a:pt x="230" y="119"/>
                  </a:cubicBezTo>
                  <a:cubicBezTo>
                    <a:pt x="228" y="119"/>
                    <a:pt x="229" y="120"/>
                    <a:pt x="227" y="119"/>
                  </a:cubicBezTo>
                  <a:cubicBezTo>
                    <a:pt x="227" y="118"/>
                    <a:pt x="225" y="118"/>
                    <a:pt x="225" y="118"/>
                  </a:cubicBezTo>
                  <a:cubicBezTo>
                    <a:pt x="224" y="117"/>
                    <a:pt x="225" y="115"/>
                    <a:pt x="222" y="115"/>
                  </a:cubicBezTo>
                  <a:cubicBezTo>
                    <a:pt x="222" y="113"/>
                    <a:pt x="220" y="112"/>
                    <a:pt x="217" y="111"/>
                  </a:cubicBezTo>
                  <a:cubicBezTo>
                    <a:pt x="216" y="112"/>
                    <a:pt x="215" y="112"/>
                    <a:pt x="215" y="113"/>
                  </a:cubicBezTo>
                  <a:cubicBezTo>
                    <a:pt x="214" y="114"/>
                    <a:pt x="217" y="114"/>
                    <a:pt x="218" y="115"/>
                  </a:cubicBezTo>
                  <a:cubicBezTo>
                    <a:pt x="218" y="115"/>
                    <a:pt x="217" y="115"/>
                    <a:pt x="218" y="116"/>
                  </a:cubicBezTo>
                  <a:cubicBezTo>
                    <a:pt x="218" y="116"/>
                    <a:pt x="219" y="116"/>
                    <a:pt x="219" y="116"/>
                  </a:cubicBezTo>
                  <a:cubicBezTo>
                    <a:pt x="219" y="116"/>
                    <a:pt x="218" y="117"/>
                    <a:pt x="220" y="118"/>
                  </a:cubicBezTo>
                  <a:cubicBezTo>
                    <a:pt x="221" y="118"/>
                    <a:pt x="220" y="119"/>
                    <a:pt x="222" y="120"/>
                  </a:cubicBezTo>
                  <a:cubicBezTo>
                    <a:pt x="222" y="120"/>
                    <a:pt x="223" y="120"/>
                    <a:pt x="223" y="120"/>
                  </a:cubicBezTo>
                  <a:cubicBezTo>
                    <a:pt x="223" y="121"/>
                    <a:pt x="225" y="121"/>
                    <a:pt x="225" y="123"/>
                  </a:cubicBezTo>
                  <a:cubicBezTo>
                    <a:pt x="225" y="123"/>
                    <a:pt x="226" y="123"/>
                    <a:pt x="228" y="123"/>
                  </a:cubicBezTo>
                  <a:cubicBezTo>
                    <a:pt x="227" y="124"/>
                    <a:pt x="228" y="124"/>
                    <a:pt x="228" y="124"/>
                  </a:cubicBezTo>
                  <a:cubicBezTo>
                    <a:pt x="229" y="125"/>
                    <a:pt x="228" y="125"/>
                    <a:pt x="228" y="125"/>
                  </a:cubicBezTo>
                  <a:cubicBezTo>
                    <a:pt x="228" y="126"/>
                    <a:pt x="231" y="126"/>
                    <a:pt x="229" y="127"/>
                  </a:cubicBezTo>
                  <a:cubicBezTo>
                    <a:pt x="228" y="127"/>
                    <a:pt x="228" y="126"/>
                    <a:pt x="225" y="126"/>
                  </a:cubicBezTo>
                  <a:cubicBezTo>
                    <a:pt x="226" y="124"/>
                    <a:pt x="222" y="125"/>
                    <a:pt x="223" y="123"/>
                  </a:cubicBezTo>
                  <a:cubicBezTo>
                    <a:pt x="222" y="123"/>
                    <a:pt x="221" y="122"/>
                    <a:pt x="220" y="122"/>
                  </a:cubicBezTo>
                  <a:cubicBezTo>
                    <a:pt x="219" y="121"/>
                    <a:pt x="218" y="121"/>
                    <a:pt x="218" y="120"/>
                  </a:cubicBezTo>
                  <a:cubicBezTo>
                    <a:pt x="216" y="120"/>
                    <a:pt x="214" y="120"/>
                    <a:pt x="214" y="119"/>
                  </a:cubicBezTo>
                  <a:cubicBezTo>
                    <a:pt x="214" y="118"/>
                    <a:pt x="214" y="119"/>
                    <a:pt x="216" y="119"/>
                  </a:cubicBezTo>
                  <a:cubicBezTo>
                    <a:pt x="217" y="117"/>
                    <a:pt x="212" y="117"/>
                    <a:pt x="213" y="116"/>
                  </a:cubicBezTo>
                  <a:cubicBezTo>
                    <a:pt x="211" y="115"/>
                    <a:pt x="210" y="115"/>
                    <a:pt x="208" y="115"/>
                  </a:cubicBezTo>
                  <a:cubicBezTo>
                    <a:pt x="208" y="113"/>
                    <a:pt x="209" y="113"/>
                    <a:pt x="208" y="112"/>
                  </a:cubicBezTo>
                  <a:cubicBezTo>
                    <a:pt x="207" y="112"/>
                    <a:pt x="207" y="112"/>
                    <a:pt x="207" y="112"/>
                  </a:cubicBezTo>
                  <a:cubicBezTo>
                    <a:pt x="206" y="111"/>
                    <a:pt x="206" y="109"/>
                    <a:pt x="202" y="109"/>
                  </a:cubicBezTo>
                  <a:cubicBezTo>
                    <a:pt x="203" y="109"/>
                    <a:pt x="202" y="108"/>
                    <a:pt x="202" y="108"/>
                  </a:cubicBezTo>
                  <a:cubicBezTo>
                    <a:pt x="202" y="108"/>
                    <a:pt x="201" y="107"/>
                    <a:pt x="201" y="107"/>
                  </a:cubicBezTo>
                  <a:cubicBezTo>
                    <a:pt x="200" y="107"/>
                    <a:pt x="198" y="107"/>
                    <a:pt x="198" y="107"/>
                  </a:cubicBezTo>
                  <a:cubicBezTo>
                    <a:pt x="197" y="106"/>
                    <a:pt x="200" y="106"/>
                    <a:pt x="200" y="106"/>
                  </a:cubicBezTo>
                  <a:cubicBezTo>
                    <a:pt x="199" y="105"/>
                    <a:pt x="194" y="105"/>
                    <a:pt x="191" y="104"/>
                  </a:cubicBezTo>
                  <a:cubicBezTo>
                    <a:pt x="190" y="104"/>
                    <a:pt x="190" y="104"/>
                    <a:pt x="190" y="103"/>
                  </a:cubicBezTo>
                  <a:cubicBezTo>
                    <a:pt x="189" y="103"/>
                    <a:pt x="189" y="102"/>
                    <a:pt x="188" y="102"/>
                  </a:cubicBezTo>
                  <a:cubicBezTo>
                    <a:pt x="187" y="102"/>
                    <a:pt x="187" y="100"/>
                    <a:pt x="186" y="99"/>
                  </a:cubicBezTo>
                  <a:cubicBezTo>
                    <a:pt x="186" y="99"/>
                    <a:pt x="184" y="99"/>
                    <a:pt x="184" y="99"/>
                  </a:cubicBezTo>
                  <a:cubicBezTo>
                    <a:pt x="183" y="98"/>
                    <a:pt x="185" y="97"/>
                    <a:pt x="182" y="97"/>
                  </a:cubicBezTo>
                  <a:cubicBezTo>
                    <a:pt x="182" y="95"/>
                    <a:pt x="180" y="94"/>
                    <a:pt x="178" y="93"/>
                  </a:cubicBezTo>
                  <a:cubicBezTo>
                    <a:pt x="177" y="92"/>
                    <a:pt x="177" y="91"/>
                    <a:pt x="175" y="91"/>
                  </a:cubicBezTo>
                  <a:cubicBezTo>
                    <a:pt x="176" y="86"/>
                    <a:pt x="175" y="82"/>
                    <a:pt x="175" y="75"/>
                  </a:cubicBezTo>
                  <a:cubicBezTo>
                    <a:pt x="175" y="75"/>
                    <a:pt x="174" y="75"/>
                    <a:pt x="174" y="74"/>
                  </a:cubicBezTo>
                  <a:cubicBezTo>
                    <a:pt x="173" y="74"/>
                    <a:pt x="173" y="74"/>
                    <a:pt x="172" y="73"/>
                  </a:cubicBezTo>
                  <a:cubicBezTo>
                    <a:pt x="172" y="73"/>
                    <a:pt x="171" y="73"/>
                    <a:pt x="170" y="73"/>
                  </a:cubicBezTo>
                  <a:cubicBezTo>
                    <a:pt x="169" y="70"/>
                    <a:pt x="165" y="69"/>
                    <a:pt x="162" y="67"/>
                  </a:cubicBezTo>
                  <a:cubicBezTo>
                    <a:pt x="162" y="67"/>
                    <a:pt x="161" y="67"/>
                    <a:pt x="161" y="66"/>
                  </a:cubicBezTo>
                  <a:cubicBezTo>
                    <a:pt x="162" y="67"/>
                    <a:pt x="164" y="67"/>
                    <a:pt x="164" y="66"/>
                  </a:cubicBezTo>
                  <a:cubicBezTo>
                    <a:pt x="166" y="66"/>
                    <a:pt x="165" y="68"/>
                    <a:pt x="168" y="67"/>
                  </a:cubicBezTo>
                  <a:cubicBezTo>
                    <a:pt x="169" y="68"/>
                    <a:pt x="169" y="69"/>
                    <a:pt x="169" y="69"/>
                  </a:cubicBezTo>
                  <a:cubicBezTo>
                    <a:pt x="174" y="69"/>
                    <a:pt x="175" y="71"/>
                    <a:pt x="178" y="71"/>
                  </a:cubicBezTo>
                  <a:cubicBezTo>
                    <a:pt x="177" y="73"/>
                    <a:pt x="180" y="73"/>
                    <a:pt x="181" y="74"/>
                  </a:cubicBezTo>
                  <a:cubicBezTo>
                    <a:pt x="182" y="74"/>
                    <a:pt x="182" y="73"/>
                    <a:pt x="182" y="73"/>
                  </a:cubicBezTo>
                  <a:cubicBezTo>
                    <a:pt x="182" y="72"/>
                    <a:pt x="180" y="72"/>
                    <a:pt x="180" y="72"/>
                  </a:cubicBezTo>
                  <a:cubicBezTo>
                    <a:pt x="179" y="71"/>
                    <a:pt x="179" y="71"/>
                    <a:pt x="179" y="70"/>
                  </a:cubicBezTo>
                  <a:cubicBezTo>
                    <a:pt x="179" y="70"/>
                    <a:pt x="178" y="69"/>
                    <a:pt x="178" y="69"/>
                  </a:cubicBezTo>
                  <a:cubicBezTo>
                    <a:pt x="178" y="69"/>
                    <a:pt x="179" y="69"/>
                    <a:pt x="179" y="69"/>
                  </a:cubicBezTo>
                  <a:cubicBezTo>
                    <a:pt x="178" y="68"/>
                    <a:pt x="175" y="68"/>
                    <a:pt x="176" y="67"/>
                  </a:cubicBezTo>
                  <a:cubicBezTo>
                    <a:pt x="171" y="67"/>
                    <a:pt x="171" y="65"/>
                    <a:pt x="166" y="66"/>
                  </a:cubicBezTo>
                  <a:cubicBezTo>
                    <a:pt x="167" y="64"/>
                    <a:pt x="163" y="65"/>
                    <a:pt x="164" y="64"/>
                  </a:cubicBezTo>
                  <a:cubicBezTo>
                    <a:pt x="163" y="63"/>
                    <a:pt x="162" y="64"/>
                    <a:pt x="160" y="63"/>
                  </a:cubicBezTo>
                  <a:cubicBezTo>
                    <a:pt x="160" y="62"/>
                    <a:pt x="161" y="62"/>
                    <a:pt x="162" y="62"/>
                  </a:cubicBezTo>
                  <a:cubicBezTo>
                    <a:pt x="163" y="61"/>
                    <a:pt x="159" y="62"/>
                    <a:pt x="159" y="62"/>
                  </a:cubicBezTo>
                  <a:cubicBezTo>
                    <a:pt x="158" y="61"/>
                    <a:pt x="159" y="61"/>
                    <a:pt x="158" y="61"/>
                  </a:cubicBezTo>
                  <a:cubicBezTo>
                    <a:pt x="158" y="61"/>
                    <a:pt x="156" y="61"/>
                    <a:pt x="156" y="61"/>
                  </a:cubicBezTo>
                  <a:cubicBezTo>
                    <a:pt x="156" y="60"/>
                    <a:pt x="158" y="60"/>
                    <a:pt x="157" y="60"/>
                  </a:cubicBezTo>
                  <a:cubicBezTo>
                    <a:pt x="157" y="59"/>
                    <a:pt x="156" y="60"/>
                    <a:pt x="154" y="60"/>
                  </a:cubicBezTo>
                  <a:cubicBezTo>
                    <a:pt x="152" y="59"/>
                    <a:pt x="153" y="58"/>
                    <a:pt x="152" y="57"/>
                  </a:cubicBezTo>
                  <a:cubicBezTo>
                    <a:pt x="152" y="57"/>
                    <a:pt x="151" y="57"/>
                    <a:pt x="149" y="57"/>
                  </a:cubicBezTo>
                  <a:cubicBezTo>
                    <a:pt x="153" y="54"/>
                    <a:pt x="141" y="56"/>
                    <a:pt x="142" y="53"/>
                  </a:cubicBezTo>
                  <a:cubicBezTo>
                    <a:pt x="143" y="53"/>
                    <a:pt x="144" y="53"/>
                    <a:pt x="145" y="53"/>
                  </a:cubicBezTo>
                  <a:cubicBezTo>
                    <a:pt x="146" y="52"/>
                    <a:pt x="141" y="53"/>
                    <a:pt x="142" y="51"/>
                  </a:cubicBezTo>
                  <a:cubicBezTo>
                    <a:pt x="140" y="51"/>
                    <a:pt x="138" y="51"/>
                    <a:pt x="136" y="51"/>
                  </a:cubicBezTo>
                  <a:cubicBezTo>
                    <a:pt x="139" y="51"/>
                    <a:pt x="135" y="50"/>
                    <a:pt x="137" y="50"/>
                  </a:cubicBezTo>
                  <a:cubicBezTo>
                    <a:pt x="138" y="49"/>
                    <a:pt x="135" y="49"/>
                    <a:pt x="135" y="49"/>
                  </a:cubicBezTo>
                  <a:cubicBezTo>
                    <a:pt x="133" y="49"/>
                    <a:pt x="135" y="48"/>
                    <a:pt x="133" y="47"/>
                  </a:cubicBezTo>
                  <a:cubicBezTo>
                    <a:pt x="131" y="47"/>
                    <a:pt x="129" y="47"/>
                    <a:pt x="127" y="47"/>
                  </a:cubicBezTo>
                  <a:cubicBezTo>
                    <a:pt x="128" y="46"/>
                    <a:pt x="129" y="46"/>
                    <a:pt x="129" y="45"/>
                  </a:cubicBezTo>
                  <a:cubicBezTo>
                    <a:pt x="129" y="44"/>
                    <a:pt x="126" y="45"/>
                    <a:pt x="128" y="44"/>
                  </a:cubicBezTo>
                  <a:cubicBezTo>
                    <a:pt x="125" y="44"/>
                    <a:pt x="123" y="44"/>
                    <a:pt x="119" y="44"/>
                  </a:cubicBezTo>
                  <a:cubicBezTo>
                    <a:pt x="119" y="43"/>
                    <a:pt x="116" y="42"/>
                    <a:pt x="114" y="42"/>
                  </a:cubicBezTo>
                  <a:cubicBezTo>
                    <a:pt x="113" y="42"/>
                    <a:pt x="111" y="41"/>
                    <a:pt x="111" y="41"/>
                  </a:cubicBezTo>
                  <a:cubicBezTo>
                    <a:pt x="110" y="41"/>
                    <a:pt x="111" y="40"/>
                    <a:pt x="111" y="40"/>
                  </a:cubicBezTo>
                  <a:cubicBezTo>
                    <a:pt x="110" y="40"/>
                    <a:pt x="108" y="40"/>
                    <a:pt x="109" y="40"/>
                  </a:cubicBezTo>
                  <a:cubicBezTo>
                    <a:pt x="105" y="39"/>
                    <a:pt x="98" y="41"/>
                    <a:pt x="97" y="40"/>
                  </a:cubicBezTo>
                  <a:cubicBezTo>
                    <a:pt x="97" y="40"/>
                    <a:pt x="97" y="39"/>
                    <a:pt x="97" y="39"/>
                  </a:cubicBezTo>
                  <a:cubicBezTo>
                    <a:pt x="96" y="39"/>
                    <a:pt x="95" y="40"/>
                    <a:pt x="95" y="40"/>
                  </a:cubicBezTo>
                  <a:cubicBezTo>
                    <a:pt x="93" y="40"/>
                    <a:pt x="94" y="38"/>
                    <a:pt x="90" y="39"/>
                  </a:cubicBezTo>
                  <a:cubicBezTo>
                    <a:pt x="90" y="38"/>
                    <a:pt x="85" y="38"/>
                    <a:pt x="88" y="37"/>
                  </a:cubicBezTo>
                  <a:cubicBezTo>
                    <a:pt x="87" y="37"/>
                    <a:pt x="87" y="37"/>
                    <a:pt x="86" y="37"/>
                  </a:cubicBezTo>
                  <a:cubicBezTo>
                    <a:pt x="85" y="37"/>
                    <a:pt x="85" y="37"/>
                    <a:pt x="85" y="37"/>
                  </a:cubicBezTo>
                  <a:cubicBezTo>
                    <a:pt x="83" y="37"/>
                    <a:pt x="82" y="38"/>
                    <a:pt x="80" y="37"/>
                  </a:cubicBezTo>
                  <a:cubicBezTo>
                    <a:pt x="78" y="37"/>
                    <a:pt x="79" y="39"/>
                    <a:pt x="79" y="40"/>
                  </a:cubicBezTo>
                  <a:cubicBezTo>
                    <a:pt x="78" y="40"/>
                    <a:pt x="77" y="39"/>
                    <a:pt x="76" y="39"/>
                  </a:cubicBezTo>
                  <a:cubicBezTo>
                    <a:pt x="75" y="39"/>
                    <a:pt x="76" y="40"/>
                    <a:pt x="75" y="40"/>
                  </a:cubicBezTo>
                  <a:cubicBezTo>
                    <a:pt x="74" y="41"/>
                    <a:pt x="70" y="40"/>
                    <a:pt x="69" y="41"/>
                  </a:cubicBezTo>
                  <a:cubicBezTo>
                    <a:pt x="68" y="41"/>
                    <a:pt x="68" y="42"/>
                    <a:pt x="67" y="42"/>
                  </a:cubicBezTo>
                  <a:cubicBezTo>
                    <a:pt x="65" y="42"/>
                    <a:pt x="65" y="41"/>
                    <a:pt x="63" y="41"/>
                  </a:cubicBezTo>
                  <a:cubicBezTo>
                    <a:pt x="65" y="40"/>
                    <a:pt x="67" y="40"/>
                    <a:pt x="66" y="38"/>
                  </a:cubicBezTo>
                  <a:cubicBezTo>
                    <a:pt x="68" y="39"/>
                    <a:pt x="68" y="38"/>
                    <a:pt x="68" y="37"/>
                  </a:cubicBezTo>
                  <a:cubicBezTo>
                    <a:pt x="68" y="37"/>
                    <a:pt x="66" y="37"/>
                    <a:pt x="65" y="37"/>
                  </a:cubicBezTo>
                  <a:cubicBezTo>
                    <a:pt x="64" y="37"/>
                    <a:pt x="64" y="38"/>
                    <a:pt x="62" y="39"/>
                  </a:cubicBezTo>
                  <a:cubicBezTo>
                    <a:pt x="61" y="39"/>
                    <a:pt x="61" y="40"/>
                    <a:pt x="60" y="40"/>
                  </a:cubicBezTo>
                  <a:cubicBezTo>
                    <a:pt x="59" y="40"/>
                    <a:pt x="59" y="41"/>
                    <a:pt x="57" y="41"/>
                  </a:cubicBezTo>
                  <a:cubicBezTo>
                    <a:pt x="58" y="42"/>
                    <a:pt x="56" y="42"/>
                    <a:pt x="55" y="42"/>
                  </a:cubicBezTo>
                  <a:cubicBezTo>
                    <a:pt x="55" y="42"/>
                    <a:pt x="55" y="43"/>
                    <a:pt x="55" y="44"/>
                  </a:cubicBezTo>
                  <a:cubicBezTo>
                    <a:pt x="52" y="44"/>
                    <a:pt x="51" y="46"/>
                    <a:pt x="49" y="47"/>
                  </a:cubicBezTo>
                  <a:cubicBezTo>
                    <a:pt x="49" y="47"/>
                    <a:pt x="48" y="46"/>
                    <a:pt x="47" y="47"/>
                  </a:cubicBezTo>
                  <a:cubicBezTo>
                    <a:pt x="47" y="47"/>
                    <a:pt x="48" y="47"/>
                    <a:pt x="47" y="48"/>
                  </a:cubicBezTo>
                  <a:cubicBezTo>
                    <a:pt x="47" y="48"/>
                    <a:pt x="43" y="48"/>
                    <a:pt x="44" y="48"/>
                  </a:cubicBezTo>
                  <a:cubicBezTo>
                    <a:pt x="46" y="49"/>
                    <a:pt x="42" y="49"/>
                    <a:pt x="40" y="49"/>
                  </a:cubicBezTo>
                  <a:cubicBezTo>
                    <a:pt x="40" y="50"/>
                    <a:pt x="39" y="51"/>
                    <a:pt x="38" y="51"/>
                  </a:cubicBezTo>
                  <a:cubicBezTo>
                    <a:pt x="37" y="50"/>
                    <a:pt x="38" y="51"/>
                    <a:pt x="37" y="51"/>
                  </a:cubicBezTo>
                  <a:cubicBezTo>
                    <a:pt x="36" y="51"/>
                    <a:pt x="35" y="51"/>
                    <a:pt x="33" y="51"/>
                  </a:cubicBezTo>
                  <a:cubicBezTo>
                    <a:pt x="31" y="52"/>
                    <a:pt x="35" y="52"/>
                    <a:pt x="30" y="52"/>
                  </a:cubicBezTo>
                  <a:cubicBezTo>
                    <a:pt x="28" y="52"/>
                    <a:pt x="27" y="52"/>
                    <a:pt x="24" y="53"/>
                  </a:cubicBezTo>
                  <a:cubicBezTo>
                    <a:pt x="23" y="53"/>
                    <a:pt x="23" y="54"/>
                    <a:pt x="21" y="54"/>
                  </a:cubicBezTo>
                  <a:cubicBezTo>
                    <a:pt x="21" y="53"/>
                    <a:pt x="23" y="53"/>
                    <a:pt x="25" y="52"/>
                  </a:cubicBezTo>
                  <a:cubicBezTo>
                    <a:pt x="26" y="52"/>
                    <a:pt x="26" y="52"/>
                    <a:pt x="26" y="52"/>
                  </a:cubicBezTo>
                  <a:cubicBezTo>
                    <a:pt x="27" y="51"/>
                    <a:pt x="29" y="52"/>
                    <a:pt x="30" y="51"/>
                  </a:cubicBezTo>
                  <a:cubicBezTo>
                    <a:pt x="32" y="52"/>
                    <a:pt x="31" y="50"/>
                    <a:pt x="31" y="50"/>
                  </a:cubicBezTo>
                  <a:cubicBezTo>
                    <a:pt x="32" y="50"/>
                    <a:pt x="33" y="51"/>
                    <a:pt x="34" y="49"/>
                  </a:cubicBezTo>
                  <a:cubicBezTo>
                    <a:pt x="35" y="49"/>
                    <a:pt x="35" y="50"/>
                    <a:pt x="35" y="49"/>
                  </a:cubicBezTo>
                  <a:cubicBezTo>
                    <a:pt x="35" y="48"/>
                    <a:pt x="38" y="49"/>
                    <a:pt x="39" y="48"/>
                  </a:cubicBezTo>
                  <a:cubicBezTo>
                    <a:pt x="39" y="47"/>
                    <a:pt x="39" y="46"/>
                    <a:pt x="39" y="46"/>
                  </a:cubicBezTo>
                  <a:cubicBezTo>
                    <a:pt x="42" y="47"/>
                    <a:pt x="40" y="44"/>
                    <a:pt x="43" y="45"/>
                  </a:cubicBezTo>
                  <a:cubicBezTo>
                    <a:pt x="44" y="43"/>
                    <a:pt x="39" y="45"/>
                    <a:pt x="40" y="43"/>
                  </a:cubicBezTo>
                  <a:cubicBezTo>
                    <a:pt x="39" y="44"/>
                    <a:pt x="33" y="43"/>
                    <a:pt x="32" y="44"/>
                  </a:cubicBezTo>
                  <a:cubicBezTo>
                    <a:pt x="31" y="44"/>
                    <a:pt x="32" y="43"/>
                    <a:pt x="31" y="43"/>
                  </a:cubicBezTo>
                  <a:cubicBezTo>
                    <a:pt x="30" y="43"/>
                    <a:pt x="27" y="43"/>
                    <a:pt x="25" y="43"/>
                  </a:cubicBezTo>
                  <a:cubicBezTo>
                    <a:pt x="26" y="42"/>
                    <a:pt x="24" y="43"/>
                    <a:pt x="23" y="42"/>
                  </a:cubicBezTo>
                  <a:cubicBezTo>
                    <a:pt x="23" y="42"/>
                    <a:pt x="24" y="42"/>
                    <a:pt x="24" y="42"/>
                  </a:cubicBezTo>
                  <a:cubicBezTo>
                    <a:pt x="23" y="40"/>
                    <a:pt x="21" y="41"/>
                    <a:pt x="20" y="39"/>
                  </a:cubicBezTo>
                  <a:cubicBezTo>
                    <a:pt x="18" y="40"/>
                    <a:pt x="15" y="40"/>
                    <a:pt x="13" y="40"/>
                  </a:cubicBezTo>
                  <a:cubicBezTo>
                    <a:pt x="12" y="39"/>
                    <a:pt x="13" y="39"/>
                    <a:pt x="14" y="39"/>
                  </a:cubicBezTo>
                  <a:cubicBezTo>
                    <a:pt x="13" y="38"/>
                    <a:pt x="10" y="38"/>
                    <a:pt x="11" y="36"/>
                  </a:cubicBezTo>
                  <a:cubicBezTo>
                    <a:pt x="10" y="36"/>
                    <a:pt x="9" y="35"/>
                    <a:pt x="9" y="36"/>
                  </a:cubicBezTo>
                  <a:cubicBezTo>
                    <a:pt x="6" y="36"/>
                    <a:pt x="8" y="34"/>
                    <a:pt x="9" y="34"/>
                  </a:cubicBezTo>
                  <a:cubicBezTo>
                    <a:pt x="9" y="34"/>
                    <a:pt x="8" y="33"/>
                    <a:pt x="9" y="33"/>
                  </a:cubicBezTo>
                  <a:cubicBezTo>
                    <a:pt x="9" y="33"/>
                    <a:pt x="10" y="33"/>
                    <a:pt x="11" y="33"/>
                  </a:cubicBezTo>
                  <a:cubicBezTo>
                    <a:pt x="11" y="33"/>
                    <a:pt x="11" y="32"/>
                    <a:pt x="12" y="32"/>
                  </a:cubicBezTo>
                  <a:cubicBezTo>
                    <a:pt x="14" y="31"/>
                    <a:pt x="17" y="31"/>
                    <a:pt x="20" y="31"/>
                  </a:cubicBezTo>
                  <a:cubicBezTo>
                    <a:pt x="21" y="30"/>
                    <a:pt x="22" y="30"/>
                    <a:pt x="23" y="30"/>
                  </a:cubicBezTo>
                  <a:cubicBezTo>
                    <a:pt x="25" y="30"/>
                    <a:pt x="22" y="29"/>
                    <a:pt x="27" y="29"/>
                  </a:cubicBezTo>
                  <a:cubicBezTo>
                    <a:pt x="27" y="28"/>
                    <a:pt x="27" y="27"/>
                    <a:pt x="25" y="25"/>
                  </a:cubicBezTo>
                  <a:cubicBezTo>
                    <a:pt x="23" y="24"/>
                    <a:pt x="18" y="27"/>
                    <a:pt x="16" y="26"/>
                  </a:cubicBezTo>
                  <a:cubicBezTo>
                    <a:pt x="14" y="25"/>
                    <a:pt x="15" y="26"/>
                    <a:pt x="12" y="26"/>
                  </a:cubicBezTo>
                  <a:cubicBezTo>
                    <a:pt x="11" y="25"/>
                    <a:pt x="7" y="26"/>
                    <a:pt x="5" y="25"/>
                  </a:cubicBezTo>
                  <a:cubicBezTo>
                    <a:pt x="4" y="25"/>
                    <a:pt x="6" y="24"/>
                    <a:pt x="5" y="24"/>
                  </a:cubicBezTo>
                  <a:cubicBezTo>
                    <a:pt x="3" y="24"/>
                    <a:pt x="1" y="24"/>
                    <a:pt x="1" y="22"/>
                  </a:cubicBezTo>
                  <a:cubicBezTo>
                    <a:pt x="7" y="23"/>
                    <a:pt x="0" y="21"/>
                    <a:pt x="7" y="21"/>
                  </a:cubicBezTo>
                  <a:cubicBezTo>
                    <a:pt x="8" y="21"/>
                    <a:pt x="7" y="21"/>
                    <a:pt x="7" y="21"/>
                  </a:cubicBezTo>
                  <a:cubicBezTo>
                    <a:pt x="7" y="20"/>
                    <a:pt x="9" y="21"/>
                    <a:pt x="9" y="21"/>
                  </a:cubicBezTo>
                  <a:cubicBezTo>
                    <a:pt x="10" y="21"/>
                    <a:pt x="11" y="20"/>
                    <a:pt x="13" y="20"/>
                  </a:cubicBezTo>
                  <a:cubicBezTo>
                    <a:pt x="13" y="20"/>
                    <a:pt x="14" y="21"/>
                    <a:pt x="15" y="21"/>
                  </a:cubicBezTo>
                  <a:cubicBezTo>
                    <a:pt x="17" y="22"/>
                    <a:pt x="19" y="21"/>
                    <a:pt x="22" y="21"/>
                  </a:cubicBezTo>
                  <a:cubicBezTo>
                    <a:pt x="23" y="21"/>
                    <a:pt x="23" y="22"/>
                    <a:pt x="24" y="21"/>
                  </a:cubicBezTo>
                  <a:cubicBezTo>
                    <a:pt x="26" y="21"/>
                    <a:pt x="24" y="21"/>
                    <a:pt x="24" y="20"/>
                  </a:cubicBezTo>
                  <a:cubicBezTo>
                    <a:pt x="26" y="20"/>
                    <a:pt x="26" y="20"/>
                    <a:pt x="26" y="20"/>
                  </a:cubicBezTo>
                  <a:cubicBezTo>
                    <a:pt x="27" y="19"/>
                    <a:pt x="22" y="20"/>
                    <a:pt x="23" y="18"/>
                  </a:cubicBezTo>
                  <a:cubicBezTo>
                    <a:pt x="21" y="18"/>
                    <a:pt x="18" y="18"/>
                    <a:pt x="16" y="17"/>
                  </a:cubicBezTo>
                  <a:cubicBezTo>
                    <a:pt x="17" y="17"/>
                    <a:pt x="17" y="17"/>
                    <a:pt x="15" y="16"/>
                  </a:cubicBezTo>
                  <a:cubicBezTo>
                    <a:pt x="14" y="16"/>
                    <a:pt x="14" y="16"/>
                    <a:pt x="14" y="15"/>
                  </a:cubicBezTo>
                  <a:cubicBezTo>
                    <a:pt x="13" y="15"/>
                    <a:pt x="11" y="15"/>
                    <a:pt x="10" y="15"/>
                  </a:cubicBezTo>
                  <a:cubicBezTo>
                    <a:pt x="10" y="15"/>
                    <a:pt x="12" y="13"/>
                    <a:pt x="10" y="14"/>
                  </a:cubicBezTo>
                  <a:cubicBezTo>
                    <a:pt x="9" y="14"/>
                    <a:pt x="10" y="14"/>
                    <a:pt x="9" y="14"/>
                  </a:cubicBezTo>
                  <a:cubicBezTo>
                    <a:pt x="8" y="14"/>
                    <a:pt x="7" y="13"/>
                    <a:pt x="6" y="14"/>
                  </a:cubicBezTo>
                  <a:cubicBezTo>
                    <a:pt x="8" y="12"/>
                    <a:pt x="12" y="12"/>
                    <a:pt x="16" y="11"/>
                  </a:cubicBezTo>
                  <a:cubicBezTo>
                    <a:pt x="14" y="9"/>
                    <a:pt x="19" y="9"/>
                    <a:pt x="20" y="9"/>
                  </a:cubicBezTo>
                  <a:cubicBezTo>
                    <a:pt x="20" y="8"/>
                    <a:pt x="19" y="7"/>
                    <a:pt x="21" y="7"/>
                  </a:cubicBezTo>
                  <a:cubicBezTo>
                    <a:pt x="23" y="8"/>
                    <a:pt x="23" y="7"/>
                    <a:pt x="27" y="7"/>
                  </a:cubicBezTo>
                  <a:cubicBezTo>
                    <a:pt x="30" y="6"/>
                    <a:pt x="33" y="5"/>
                    <a:pt x="38" y="5"/>
                  </a:cubicBezTo>
                  <a:cubicBezTo>
                    <a:pt x="40" y="5"/>
                    <a:pt x="39" y="4"/>
                    <a:pt x="39" y="4"/>
                  </a:cubicBezTo>
                  <a:cubicBezTo>
                    <a:pt x="41" y="4"/>
                    <a:pt x="45" y="5"/>
                    <a:pt x="45" y="3"/>
                  </a:cubicBezTo>
                  <a:cubicBezTo>
                    <a:pt x="46" y="3"/>
                    <a:pt x="47" y="4"/>
                    <a:pt x="47" y="4"/>
                  </a:cubicBezTo>
                  <a:cubicBezTo>
                    <a:pt x="49" y="5"/>
                    <a:pt x="51" y="4"/>
                    <a:pt x="50" y="5"/>
                  </a:cubicBezTo>
                  <a:cubicBezTo>
                    <a:pt x="55" y="5"/>
                    <a:pt x="59" y="5"/>
                    <a:pt x="63" y="5"/>
                  </a:cubicBezTo>
                  <a:cubicBezTo>
                    <a:pt x="59" y="7"/>
                    <a:pt x="70" y="4"/>
                    <a:pt x="66" y="7"/>
                  </a:cubicBezTo>
                  <a:cubicBezTo>
                    <a:pt x="68" y="7"/>
                    <a:pt x="70" y="7"/>
                    <a:pt x="70" y="6"/>
                  </a:cubicBezTo>
                  <a:cubicBezTo>
                    <a:pt x="72" y="7"/>
                    <a:pt x="76" y="6"/>
                    <a:pt x="79" y="7"/>
                  </a:cubicBezTo>
                  <a:cubicBezTo>
                    <a:pt x="79" y="7"/>
                    <a:pt x="79" y="7"/>
                    <a:pt x="80" y="7"/>
                  </a:cubicBezTo>
                  <a:cubicBezTo>
                    <a:pt x="81" y="7"/>
                    <a:pt x="81" y="8"/>
                    <a:pt x="82" y="8"/>
                  </a:cubicBezTo>
                  <a:cubicBezTo>
                    <a:pt x="84" y="8"/>
                    <a:pt x="85" y="7"/>
                    <a:pt x="87" y="8"/>
                  </a:cubicBezTo>
                  <a:cubicBezTo>
                    <a:pt x="87" y="8"/>
                    <a:pt x="98" y="8"/>
                    <a:pt x="100" y="8"/>
                  </a:cubicBezTo>
                  <a:cubicBezTo>
                    <a:pt x="101" y="9"/>
                    <a:pt x="107" y="9"/>
                    <a:pt x="111" y="9"/>
                  </a:cubicBezTo>
                  <a:cubicBezTo>
                    <a:pt x="112" y="10"/>
                    <a:pt x="113" y="10"/>
                    <a:pt x="114" y="11"/>
                  </a:cubicBezTo>
                  <a:cubicBezTo>
                    <a:pt x="117" y="11"/>
                    <a:pt x="118" y="12"/>
                    <a:pt x="122" y="12"/>
                  </a:cubicBezTo>
                  <a:cubicBezTo>
                    <a:pt x="122" y="13"/>
                    <a:pt x="126" y="12"/>
                    <a:pt x="129" y="13"/>
                  </a:cubicBezTo>
                  <a:cubicBezTo>
                    <a:pt x="129" y="12"/>
                    <a:pt x="128" y="12"/>
                    <a:pt x="127" y="12"/>
                  </a:cubicBezTo>
                  <a:cubicBezTo>
                    <a:pt x="129" y="11"/>
                    <a:pt x="132" y="10"/>
                    <a:pt x="135" y="10"/>
                  </a:cubicBezTo>
                  <a:cubicBezTo>
                    <a:pt x="135" y="11"/>
                    <a:pt x="136" y="11"/>
                    <a:pt x="136" y="10"/>
                  </a:cubicBezTo>
                  <a:cubicBezTo>
                    <a:pt x="137" y="10"/>
                    <a:pt x="137" y="11"/>
                    <a:pt x="138" y="11"/>
                  </a:cubicBezTo>
                  <a:cubicBezTo>
                    <a:pt x="140" y="11"/>
                    <a:pt x="140" y="10"/>
                    <a:pt x="140" y="10"/>
                  </a:cubicBezTo>
                  <a:cubicBezTo>
                    <a:pt x="142" y="9"/>
                    <a:pt x="143" y="10"/>
                    <a:pt x="144" y="10"/>
                  </a:cubicBezTo>
                  <a:cubicBezTo>
                    <a:pt x="145" y="10"/>
                    <a:pt x="144" y="9"/>
                    <a:pt x="146" y="8"/>
                  </a:cubicBezTo>
                  <a:cubicBezTo>
                    <a:pt x="148" y="8"/>
                    <a:pt x="149" y="9"/>
                    <a:pt x="149" y="8"/>
                  </a:cubicBezTo>
                  <a:cubicBezTo>
                    <a:pt x="151" y="9"/>
                    <a:pt x="150" y="9"/>
                    <a:pt x="148" y="9"/>
                  </a:cubicBezTo>
                  <a:cubicBezTo>
                    <a:pt x="150" y="11"/>
                    <a:pt x="156" y="8"/>
                    <a:pt x="158" y="10"/>
                  </a:cubicBezTo>
                  <a:cubicBezTo>
                    <a:pt x="161" y="10"/>
                    <a:pt x="156" y="8"/>
                    <a:pt x="159" y="8"/>
                  </a:cubicBezTo>
                  <a:cubicBezTo>
                    <a:pt x="160" y="8"/>
                    <a:pt x="160" y="7"/>
                    <a:pt x="162" y="7"/>
                  </a:cubicBezTo>
                  <a:cubicBezTo>
                    <a:pt x="162" y="8"/>
                    <a:pt x="162" y="8"/>
                    <a:pt x="162" y="9"/>
                  </a:cubicBezTo>
                  <a:cubicBezTo>
                    <a:pt x="164" y="8"/>
                    <a:pt x="165" y="9"/>
                    <a:pt x="167" y="10"/>
                  </a:cubicBezTo>
                  <a:cubicBezTo>
                    <a:pt x="170" y="10"/>
                    <a:pt x="172" y="10"/>
                    <a:pt x="173" y="9"/>
                  </a:cubicBezTo>
                  <a:cubicBezTo>
                    <a:pt x="174" y="9"/>
                    <a:pt x="177" y="9"/>
                    <a:pt x="176" y="11"/>
                  </a:cubicBezTo>
                  <a:cubicBezTo>
                    <a:pt x="178" y="10"/>
                    <a:pt x="181" y="10"/>
                    <a:pt x="181" y="9"/>
                  </a:cubicBezTo>
                  <a:cubicBezTo>
                    <a:pt x="184" y="10"/>
                    <a:pt x="185" y="8"/>
                    <a:pt x="187" y="10"/>
                  </a:cubicBezTo>
                  <a:cubicBezTo>
                    <a:pt x="189" y="10"/>
                    <a:pt x="192" y="10"/>
                    <a:pt x="194" y="10"/>
                  </a:cubicBezTo>
                  <a:cubicBezTo>
                    <a:pt x="194" y="10"/>
                    <a:pt x="192" y="10"/>
                    <a:pt x="193" y="11"/>
                  </a:cubicBezTo>
                  <a:cubicBezTo>
                    <a:pt x="193" y="11"/>
                    <a:pt x="196" y="11"/>
                    <a:pt x="195" y="11"/>
                  </a:cubicBezTo>
                  <a:cubicBezTo>
                    <a:pt x="196" y="11"/>
                    <a:pt x="196" y="10"/>
                    <a:pt x="198" y="11"/>
                  </a:cubicBezTo>
                  <a:cubicBezTo>
                    <a:pt x="198" y="11"/>
                    <a:pt x="198" y="12"/>
                    <a:pt x="198" y="12"/>
                  </a:cubicBezTo>
                  <a:cubicBezTo>
                    <a:pt x="201" y="12"/>
                    <a:pt x="205" y="11"/>
                    <a:pt x="208" y="12"/>
                  </a:cubicBezTo>
                  <a:cubicBezTo>
                    <a:pt x="208" y="12"/>
                    <a:pt x="209" y="12"/>
                    <a:pt x="211" y="12"/>
                  </a:cubicBezTo>
                  <a:cubicBezTo>
                    <a:pt x="209" y="14"/>
                    <a:pt x="214" y="12"/>
                    <a:pt x="214" y="14"/>
                  </a:cubicBezTo>
                  <a:cubicBezTo>
                    <a:pt x="214" y="15"/>
                    <a:pt x="212" y="14"/>
                    <a:pt x="212" y="15"/>
                  </a:cubicBezTo>
                  <a:cubicBezTo>
                    <a:pt x="211" y="16"/>
                    <a:pt x="213" y="16"/>
                    <a:pt x="213" y="16"/>
                  </a:cubicBezTo>
                  <a:cubicBezTo>
                    <a:pt x="223" y="16"/>
                    <a:pt x="232" y="16"/>
                    <a:pt x="240" y="17"/>
                  </a:cubicBezTo>
                  <a:cubicBezTo>
                    <a:pt x="240" y="18"/>
                    <a:pt x="239" y="18"/>
                    <a:pt x="239" y="19"/>
                  </a:cubicBezTo>
                  <a:cubicBezTo>
                    <a:pt x="241" y="19"/>
                    <a:pt x="241" y="18"/>
                    <a:pt x="243" y="18"/>
                  </a:cubicBezTo>
                  <a:cubicBezTo>
                    <a:pt x="242" y="17"/>
                    <a:pt x="243" y="17"/>
                    <a:pt x="242" y="15"/>
                  </a:cubicBezTo>
                  <a:cubicBezTo>
                    <a:pt x="243" y="15"/>
                    <a:pt x="250" y="15"/>
                    <a:pt x="248" y="14"/>
                  </a:cubicBezTo>
                  <a:cubicBezTo>
                    <a:pt x="249" y="13"/>
                    <a:pt x="250" y="14"/>
                    <a:pt x="251" y="14"/>
                  </a:cubicBezTo>
                  <a:cubicBezTo>
                    <a:pt x="252" y="15"/>
                    <a:pt x="253" y="14"/>
                    <a:pt x="253" y="15"/>
                  </a:cubicBezTo>
                  <a:cubicBezTo>
                    <a:pt x="257" y="15"/>
                    <a:pt x="260" y="15"/>
                    <a:pt x="263" y="15"/>
                  </a:cubicBezTo>
                  <a:cubicBezTo>
                    <a:pt x="263" y="15"/>
                    <a:pt x="263" y="15"/>
                    <a:pt x="264" y="15"/>
                  </a:cubicBezTo>
                  <a:cubicBezTo>
                    <a:pt x="265" y="16"/>
                    <a:pt x="265" y="16"/>
                    <a:pt x="266" y="16"/>
                  </a:cubicBezTo>
                  <a:cubicBezTo>
                    <a:pt x="270" y="16"/>
                    <a:pt x="273" y="15"/>
                    <a:pt x="278" y="15"/>
                  </a:cubicBezTo>
                  <a:cubicBezTo>
                    <a:pt x="281" y="14"/>
                    <a:pt x="280" y="14"/>
                    <a:pt x="281" y="13"/>
                  </a:cubicBezTo>
                  <a:cubicBezTo>
                    <a:pt x="280" y="11"/>
                    <a:pt x="278" y="12"/>
                    <a:pt x="277" y="11"/>
                  </a:cubicBezTo>
                  <a:cubicBezTo>
                    <a:pt x="278" y="9"/>
                    <a:pt x="286" y="10"/>
                    <a:pt x="289" y="11"/>
                  </a:cubicBezTo>
                  <a:cubicBezTo>
                    <a:pt x="288" y="11"/>
                    <a:pt x="288" y="12"/>
                    <a:pt x="286" y="12"/>
                  </a:cubicBezTo>
                  <a:cubicBezTo>
                    <a:pt x="288" y="13"/>
                    <a:pt x="286" y="13"/>
                    <a:pt x="285" y="14"/>
                  </a:cubicBezTo>
                  <a:cubicBezTo>
                    <a:pt x="284" y="15"/>
                    <a:pt x="286" y="14"/>
                    <a:pt x="288" y="15"/>
                  </a:cubicBezTo>
                  <a:cubicBezTo>
                    <a:pt x="286" y="16"/>
                    <a:pt x="289" y="16"/>
                    <a:pt x="287" y="17"/>
                  </a:cubicBezTo>
                  <a:cubicBezTo>
                    <a:pt x="290" y="18"/>
                    <a:pt x="292" y="15"/>
                    <a:pt x="291" y="15"/>
                  </a:cubicBezTo>
                  <a:cubicBezTo>
                    <a:pt x="291" y="15"/>
                    <a:pt x="294" y="17"/>
                    <a:pt x="293" y="15"/>
                  </a:cubicBezTo>
                  <a:cubicBezTo>
                    <a:pt x="297" y="15"/>
                    <a:pt x="296" y="13"/>
                    <a:pt x="299" y="12"/>
                  </a:cubicBezTo>
                  <a:cubicBezTo>
                    <a:pt x="298" y="11"/>
                    <a:pt x="296" y="10"/>
                    <a:pt x="292" y="10"/>
                  </a:cubicBezTo>
                  <a:cubicBezTo>
                    <a:pt x="294" y="9"/>
                    <a:pt x="290" y="8"/>
                    <a:pt x="287" y="7"/>
                  </a:cubicBezTo>
                  <a:cubicBezTo>
                    <a:pt x="287" y="7"/>
                    <a:pt x="287" y="6"/>
                    <a:pt x="286" y="6"/>
                  </a:cubicBezTo>
                  <a:cubicBezTo>
                    <a:pt x="286" y="5"/>
                    <a:pt x="289" y="4"/>
                    <a:pt x="289" y="3"/>
                  </a:cubicBezTo>
                  <a:cubicBezTo>
                    <a:pt x="289" y="3"/>
                    <a:pt x="291" y="3"/>
                    <a:pt x="291" y="2"/>
                  </a:cubicBezTo>
                  <a:cubicBezTo>
                    <a:pt x="288" y="1"/>
                    <a:pt x="295" y="3"/>
                    <a:pt x="292" y="1"/>
                  </a:cubicBezTo>
                  <a:cubicBezTo>
                    <a:pt x="292" y="0"/>
                    <a:pt x="294" y="2"/>
                    <a:pt x="295" y="2"/>
                  </a:cubicBezTo>
                  <a:cubicBezTo>
                    <a:pt x="296" y="2"/>
                    <a:pt x="298" y="2"/>
                    <a:pt x="299" y="2"/>
                  </a:cubicBezTo>
                  <a:cubicBezTo>
                    <a:pt x="299" y="2"/>
                    <a:pt x="297" y="3"/>
                    <a:pt x="298" y="3"/>
                  </a:cubicBezTo>
                  <a:cubicBezTo>
                    <a:pt x="298" y="3"/>
                    <a:pt x="300" y="3"/>
                    <a:pt x="301" y="3"/>
                  </a:cubicBezTo>
                  <a:cubicBezTo>
                    <a:pt x="301" y="3"/>
                    <a:pt x="300" y="4"/>
                    <a:pt x="301" y="4"/>
                  </a:cubicBezTo>
                  <a:cubicBezTo>
                    <a:pt x="301" y="4"/>
                    <a:pt x="303" y="4"/>
                    <a:pt x="303" y="4"/>
                  </a:cubicBezTo>
                  <a:cubicBezTo>
                    <a:pt x="304" y="6"/>
                    <a:pt x="301" y="5"/>
                    <a:pt x="303" y="6"/>
                  </a:cubicBezTo>
                  <a:cubicBezTo>
                    <a:pt x="303" y="7"/>
                    <a:pt x="304" y="7"/>
                    <a:pt x="304" y="7"/>
                  </a:cubicBezTo>
                  <a:cubicBezTo>
                    <a:pt x="304" y="7"/>
                    <a:pt x="303" y="7"/>
                    <a:pt x="303" y="8"/>
                  </a:cubicBezTo>
                  <a:cubicBezTo>
                    <a:pt x="303" y="8"/>
                    <a:pt x="302" y="9"/>
                    <a:pt x="302" y="9"/>
                  </a:cubicBezTo>
                  <a:cubicBezTo>
                    <a:pt x="302" y="10"/>
                    <a:pt x="308" y="10"/>
                    <a:pt x="307" y="9"/>
                  </a:cubicBezTo>
                  <a:cubicBezTo>
                    <a:pt x="309" y="9"/>
                    <a:pt x="308" y="10"/>
                    <a:pt x="311" y="10"/>
                  </a:cubicBezTo>
                  <a:cubicBezTo>
                    <a:pt x="309" y="11"/>
                    <a:pt x="311" y="11"/>
                    <a:pt x="311" y="12"/>
                  </a:cubicBezTo>
                  <a:cubicBezTo>
                    <a:pt x="315" y="12"/>
                    <a:pt x="314" y="11"/>
                    <a:pt x="318" y="12"/>
                  </a:cubicBezTo>
                  <a:cubicBezTo>
                    <a:pt x="318" y="12"/>
                    <a:pt x="319" y="11"/>
                    <a:pt x="319" y="11"/>
                  </a:cubicBezTo>
                  <a:cubicBezTo>
                    <a:pt x="321" y="11"/>
                    <a:pt x="318" y="12"/>
                    <a:pt x="320" y="13"/>
                  </a:cubicBezTo>
                  <a:cubicBezTo>
                    <a:pt x="320" y="13"/>
                    <a:pt x="322" y="13"/>
                    <a:pt x="322" y="13"/>
                  </a:cubicBezTo>
                  <a:cubicBezTo>
                    <a:pt x="322" y="14"/>
                    <a:pt x="318" y="14"/>
                    <a:pt x="320" y="16"/>
                  </a:cubicBezTo>
                  <a:close/>
                  <a:moveTo>
                    <a:pt x="202" y="21"/>
                  </a:moveTo>
                  <a:cubicBezTo>
                    <a:pt x="201" y="20"/>
                    <a:pt x="203" y="20"/>
                    <a:pt x="202" y="20"/>
                  </a:cubicBezTo>
                  <a:cubicBezTo>
                    <a:pt x="202" y="20"/>
                    <a:pt x="202" y="20"/>
                    <a:pt x="201" y="20"/>
                  </a:cubicBezTo>
                  <a:cubicBezTo>
                    <a:pt x="201" y="20"/>
                    <a:pt x="201" y="19"/>
                    <a:pt x="200" y="19"/>
                  </a:cubicBezTo>
                  <a:cubicBezTo>
                    <a:pt x="198" y="20"/>
                    <a:pt x="194" y="21"/>
                    <a:pt x="192" y="20"/>
                  </a:cubicBezTo>
                  <a:cubicBezTo>
                    <a:pt x="191" y="19"/>
                    <a:pt x="196" y="20"/>
                    <a:pt x="195" y="18"/>
                  </a:cubicBezTo>
                  <a:cubicBezTo>
                    <a:pt x="194" y="18"/>
                    <a:pt x="193" y="18"/>
                    <a:pt x="193" y="18"/>
                  </a:cubicBezTo>
                  <a:cubicBezTo>
                    <a:pt x="191" y="18"/>
                    <a:pt x="190" y="19"/>
                    <a:pt x="189" y="19"/>
                  </a:cubicBezTo>
                  <a:cubicBezTo>
                    <a:pt x="187" y="19"/>
                    <a:pt x="184" y="19"/>
                    <a:pt x="182" y="19"/>
                  </a:cubicBezTo>
                  <a:cubicBezTo>
                    <a:pt x="182" y="19"/>
                    <a:pt x="182" y="20"/>
                    <a:pt x="181" y="20"/>
                  </a:cubicBezTo>
                  <a:cubicBezTo>
                    <a:pt x="178" y="20"/>
                    <a:pt x="174" y="20"/>
                    <a:pt x="171" y="20"/>
                  </a:cubicBezTo>
                  <a:cubicBezTo>
                    <a:pt x="171" y="21"/>
                    <a:pt x="170" y="22"/>
                    <a:pt x="171" y="22"/>
                  </a:cubicBezTo>
                  <a:cubicBezTo>
                    <a:pt x="171" y="21"/>
                    <a:pt x="172" y="21"/>
                    <a:pt x="172" y="22"/>
                  </a:cubicBezTo>
                  <a:cubicBezTo>
                    <a:pt x="176" y="23"/>
                    <a:pt x="183" y="20"/>
                    <a:pt x="184" y="22"/>
                  </a:cubicBezTo>
                  <a:cubicBezTo>
                    <a:pt x="182" y="21"/>
                    <a:pt x="183" y="22"/>
                    <a:pt x="181" y="23"/>
                  </a:cubicBezTo>
                  <a:cubicBezTo>
                    <a:pt x="179" y="23"/>
                    <a:pt x="178" y="23"/>
                    <a:pt x="177" y="24"/>
                  </a:cubicBezTo>
                  <a:cubicBezTo>
                    <a:pt x="182" y="24"/>
                    <a:pt x="185" y="23"/>
                    <a:pt x="190" y="23"/>
                  </a:cubicBezTo>
                  <a:cubicBezTo>
                    <a:pt x="190" y="24"/>
                    <a:pt x="190" y="25"/>
                    <a:pt x="191" y="25"/>
                  </a:cubicBezTo>
                  <a:cubicBezTo>
                    <a:pt x="191" y="24"/>
                    <a:pt x="192" y="24"/>
                    <a:pt x="194" y="24"/>
                  </a:cubicBezTo>
                  <a:cubicBezTo>
                    <a:pt x="194" y="23"/>
                    <a:pt x="194" y="23"/>
                    <a:pt x="196" y="22"/>
                  </a:cubicBezTo>
                  <a:cubicBezTo>
                    <a:pt x="198" y="21"/>
                    <a:pt x="197" y="22"/>
                    <a:pt x="200" y="22"/>
                  </a:cubicBezTo>
                  <a:cubicBezTo>
                    <a:pt x="200" y="22"/>
                    <a:pt x="200" y="21"/>
                    <a:pt x="202" y="21"/>
                  </a:cubicBezTo>
                  <a:close/>
                  <a:moveTo>
                    <a:pt x="209" y="38"/>
                  </a:moveTo>
                  <a:cubicBezTo>
                    <a:pt x="209" y="37"/>
                    <a:pt x="213" y="37"/>
                    <a:pt x="214" y="36"/>
                  </a:cubicBezTo>
                  <a:cubicBezTo>
                    <a:pt x="214" y="36"/>
                    <a:pt x="215" y="36"/>
                    <a:pt x="216" y="36"/>
                  </a:cubicBezTo>
                  <a:cubicBezTo>
                    <a:pt x="217" y="36"/>
                    <a:pt x="219" y="36"/>
                    <a:pt x="221" y="36"/>
                  </a:cubicBezTo>
                  <a:cubicBezTo>
                    <a:pt x="221" y="36"/>
                    <a:pt x="221" y="35"/>
                    <a:pt x="222" y="35"/>
                  </a:cubicBezTo>
                  <a:cubicBezTo>
                    <a:pt x="224" y="34"/>
                    <a:pt x="226" y="35"/>
                    <a:pt x="227" y="34"/>
                  </a:cubicBezTo>
                  <a:cubicBezTo>
                    <a:pt x="226" y="34"/>
                    <a:pt x="225" y="34"/>
                    <a:pt x="227" y="34"/>
                  </a:cubicBezTo>
                  <a:cubicBezTo>
                    <a:pt x="229" y="34"/>
                    <a:pt x="229" y="33"/>
                    <a:pt x="229" y="34"/>
                  </a:cubicBezTo>
                  <a:cubicBezTo>
                    <a:pt x="230" y="34"/>
                    <a:pt x="231" y="33"/>
                    <a:pt x="230" y="33"/>
                  </a:cubicBezTo>
                  <a:cubicBezTo>
                    <a:pt x="229" y="34"/>
                    <a:pt x="231" y="32"/>
                    <a:pt x="232" y="33"/>
                  </a:cubicBezTo>
                  <a:cubicBezTo>
                    <a:pt x="233" y="33"/>
                    <a:pt x="235" y="32"/>
                    <a:pt x="234" y="31"/>
                  </a:cubicBezTo>
                  <a:cubicBezTo>
                    <a:pt x="231" y="31"/>
                    <a:pt x="230" y="32"/>
                    <a:pt x="227" y="32"/>
                  </a:cubicBezTo>
                  <a:cubicBezTo>
                    <a:pt x="227" y="32"/>
                    <a:pt x="226" y="33"/>
                    <a:pt x="225" y="33"/>
                  </a:cubicBezTo>
                  <a:cubicBezTo>
                    <a:pt x="221" y="34"/>
                    <a:pt x="222" y="33"/>
                    <a:pt x="220" y="33"/>
                  </a:cubicBezTo>
                  <a:cubicBezTo>
                    <a:pt x="219" y="33"/>
                    <a:pt x="219" y="34"/>
                    <a:pt x="218" y="33"/>
                  </a:cubicBezTo>
                  <a:cubicBezTo>
                    <a:pt x="216" y="33"/>
                    <a:pt x="216" y="33"/>
                    <a:pt x="214" y="33"/>
                  </a:cubicBezTo>
                  <a:cubicBezTo>
                    <a:pt x="213" y="33"/>
                    <a:pt x="214" y="32"/>
                    <a:pt x="213" y="32"/>
                  </a:cubicBezTo>
                  <a:cubicBezTo>
                    <a:pt x="213" y="33"/>
                    <a:pt x="212" y="33"/>
                    <a:pt x="212" y="33"/>
                  </a:cubicBezTo>
                  <a:cubicBezTo>
                    <a:pt x="212" y="34"/>
                    <a:pt x="213" y="34"/>
                    <a:pt x="214" y="34"/>
                  </a:cubicBezTo>
                  <a:cubicBezTo>
                    <a:pt x="210" y="34"/>
                    <a:pt x="211" y="35"/>
                    <a:pt x="210" y="35"/>
                  </a:cubicBezTo>
                  <a:cubicBezTo>
                    <a:pt x="208" y="36"/>
                    <a:pt x="206" y="36"/>
                    <a:pt x="206" y="36"/>
                  </a:cubicBezTo>
                  <a:cubicBezTo>
                    <a:pt x="206" y="38"/>
                    <a:pt x="201" y="36"/>
                    <a:pt x="203" y="38"/>
                  </a:cubicBezTo>
                  <a:cubicBezTo>
                    <a:pt x="205" y="38"/>
                    <a:pt x="207" y="38"/>
                    <a:pt x="209" y="38"/>
                  </a:cubicBezTo>
                  <a:close/>
                  <a:moveTo>
                    <a:pt x="281" y="57"/>
                  </a:moveTo>
                  <a:cubicBezTo>
                    <a:pt x="280" y="57"/>
                    <a:pt x="280" y="57"/>
                    <a:pt x="280" y="57"/>
                  </a:cubicBezTo>
                  <a:cubicBezTo>
                    <a:pt x="280" y="57"/>
                    <a:pt x="277" y="58"/>
                    <a:pt x="277" y="58"/>
                  </a:cubicBezTo>
                  <a:cubicBezTo>
                    <a:pt x="276" y="58"/>
                    <a:pt x="278" y="60"/>
                    <a:pt x="276" y="60"/>
                  </a:cubicBezTo>
                  <a:cubicBezTo>
                    <a:pt x="276" y="59"/>
                    <a:pt x="276" y="58"/>
                    <a:pt x="275" y="58"/>
                  </a:cubicBezTo>
                  <a:cubicBezTo>
                    <a:pt x="275" y="59"/>
                    <a:pt x="275" y="60"/>
                    <a:pt x="275" y="60"/>
                  </a:cubicBezTo>
                  <a:cubicBezTo>
                    <a:pt x="277" y="60"/>
                    <a:pt x="278" y="60"/>
                    <a:pt x="280" y="60"/>
                  </a:cubicBezTo>
                  <a:cubicBezTo>
                    <a:pt x="279" y="61"/>
                    <a:pt x="282" y="62"/>
                    <a:pt x="282" y="62"/>
                  </a:cubicBezTo>
                  <a:cubicBezTo>
                    <a:pt x="283" y="64"/>
                    <a:pt x="283" y="63"/>
                    <a:pt x="285" y="64"/>
                  </a:cubicBezTo>
                  <a:cubicBezTo>
                    <a:pt x="284" y="64"/>
                    <a:pt x="283" y="64"/>
                    <a:pt x="283" y="65"/>
                  </a:cubicBezTo>
                  <a:cubicBezTo>
                    <a:pt x="283" y="66"/>
                    <a:pt x="284" y="66"/>
                    <a:pt x="284" y="66"/>
                  </a:cubicBezTo>
                  <a:cubicBezTo>
                    <a:pt x="285" y="66"/>
                    <a:pt x="287" y="66"/>
                    <a:pt x="288" y="66"/>
                  </a:cubicBezTo>
                  <a:cubicBezTo>
                    <a:pt x="289" y="66"/>
                    <a:pt x="289" y="65"/>
                    <a:pt x="289" y="64"/>
                  </a:cubicBezTo>
                  <a:cubicBezTo>
                    <a:pt x="288" y="63"/>
                    <a:pt x="287" y="63"/>
                    <a:pt x="286" y="63"/>
                  </a:cubicBezTo>
                  <a:cubicBezTo>
                    <a:pt x="288" y="60"/>
                    <a:pt x="286" y="61"/>
                    <a:pt x="285" y="61"/>
                  </a:cubicBezTo>
                  <a:cubicBezTo>
                    <a:pt x="284" y="60"/>
                    <a:pt x="284" y="58"/>
                    <a:pt x="283" y="57"/>
                  </a:cubicBezTo>
                  <a:cubicBezTo>
                    <a:pt x="282" y="57"/>
                    <a:pt x="282" y="57"/>
                    <a:pt x="281" y="57"/>
                  </a:cubicBezTo>
                  <a:close/>
                  <a:moveTo>
                    <a:pt x="320" y="72"/>
                  </a:moveTo>
                  <a:cubicBezTo>
                    <a:pt x="316" y="71"/>
                    <a:pt x="317" y="73"/>
                    <a:pt x="316" y="73"/>
                  </a:cubicBezTo>
                  <a:cubicBezTo>
                    <a:pt x="315" y="72"/>
                    <a:pt x="315" y="72"/>
                    <a:pt x="314" y="72"/>
                  </a:cubicBezTo>
                  <a:cubicBezTo>
                    <a:pt x="314" y="74"/>
                    <a:pt x="310" y="73"/>
                    <a:pt x="309" y="74"/>
                  </a:cubicBezTo>
                  <a:cubicBezTo>
                    <a:pt x="308" y="74"/>
                    <a:pt x="309" y="74"/>
                    <a:pt x="308" y="75"/>
                  </a:cubicBezTo>
                  <a:cubicBezTo>
                    <a:pt x="307" y="75"/>
                    <a:pt x="306" y="75"/>
                    <a:pt x="306" y="75"/>
                  </a:cubicBezTo>
                  <a:cubicBezTo>
                    <a:pt x="307" y="75"/>
                    <a:pt x="306" y="76"/>
                    <a:pt x="306" y="77"/>
                  </a:cubicBezTo>
                  <a:cubicBezTo>
                    <a:pt x="308" y="78"/>
                    <a:pt x="308" y="76"/>
                    <a:pt x="310" y="76"/>
                  </a:cubicBezTo>
                  <a:cubicBezTo>
                    <a:pt x="312" y="75"/>
                    <a:pt x="313" y="76"/>
                    <a:pt x="316" y="76"/>
                  </a:cubicBezTo>
                  <a:cubicBezTo>
                    <a:pt x="317" y="76"/>
                    <a:pt x="317" y="75"/>
                    <a:pt x="319" y="75"/>
                  </a:cubicBezTo>
                  <a:cubicBezTo>
                    <a:pt x="321" y="75"/>
                    <a:pt x="324" y="76"/>
                    <a:pt x="325" y="76"/>
                  </a:cubicBezTo>
                  <a:cubicBezTo>
                    <a:pt x="324" y="76"/>
                    <a:pt x="323" y="76"/>
                    <a:pt x="323" y="77"/>
                  </a:cubicBezTo>
                  <a:cubicBezTo>
                    <a:pt x="323" y="76"/>
                    <a:pt x="324" y="77"/>
                    <a:pt x="324" y="77"/>
                  </a:cubicBezTo>
                  <a:cubicBezTo>
                    <a:pt x="324" y="77"/>
                    <a:pt x="325" y="77"/>
                    <a:pt x="325" y="77"/>
                  </a:cubicBezTo>
                  <a:cubicBezTo>
                    <a:pt x="328" y="77"/>
                    <a:pt x="327" y="77"/>
                    <a:pt x="330" y="76"/>
                  </a:cubicBezTo>
                  <a:cubicBezTo>
                    <a:pt x="333" y="75"/>
                    <a:pt x="334" y="77"/>
                    <a:pt x="336" y="76"/>
                  </a:cubicBezTo>
                  <a:cubicBezTo>
                    <a:pt x="334" y="76"/>
                    <a:pt x="337" y="74"/>
                    <a:pt x="334" y="75"/>
                  </a:cubicBezTo>
                  <a:cubicBezTo>
                    <a:pt x="333" y="76"/>
                    <a:pt x="332" y="73"/>
                    <a:pt x="332" y="73"/>
                  </a:cubicBezTo>
                  <a:cubicBezTo>
                    <a:pt x="332" y="73"/>
                    <a:pt x="330" y="73"/>
                    <a:pt x="331" y="72"/>
                  </a:cubicBezTo>
                  <a:cubicBezTo>
                    <a:pt x="329" y="72"/>
                    <a:pt x="327" y="72"/>
                    <a:pt x="326" y="72"/>
                  </a:cubicBezTo>
                  <a:cubicBezTo>
                    <a:pt x="326" y="71"/>
                    <a:pt x="327" y="71"/>
                    <a:pt x="326" y="70"/>
                  </a:cubicBezTo>
                  <a:cubicBezTo>
                    <a:pt x="322" y="71"/>
                    <a:pt x="323" y="70"/>
                    <a:pt x="320" y="70"/>
                  </a:cubicBezTo>
                  <a:cubicBezTo>
                    <a:pt x="319" y="71"/>
                    <a:pt x="318" y="71"/>
                    <a:pt x="320" y="72"/>
                  </a:cubicBezTo>
                  <a:close/>
                  <a:moveTo>
                    <a:pt x="346" y="84"/>
                  </a:moveTo>
                  <a:cubicBezTo>
                    <a:pt x="346" y="84"/>
                    <a:pt x="345" y="84"/>
                    <a:pt x="345" y="84"/>
                  </a:cubicBezTo>
                  <a:cubicBezTo>
                    <a:pt x="350" y="84"/>
                    <a:pt x="345" y="80"/>
                    <a:pt x="349" y="81"/>
                  </a:cubicBezTo>
                  <a:cubicBezTo>
                    <a:pt x="351" y="82"/>
                    <a:pt x="352" y="80"/>
                    <a:pt x="355" y="81"/>
                  </a:cubicBezTo>
                  <a:cubicBezTo>
                    <a:pt x="354" y="78"/>
                    <a:pt x="346" y="77"/>
                    <a:pt x="340" y="78"/>
                  </a:cubicBezTo>
                  <a:cubicBezTo>
                    <a:pt x="340" y="78"/>
                    <a:pt x="339" y="77"/>
                    <a:pt x="339" y="77"/>
                  </a:cubicBezTo>
                  <a:cubicBezTo>
                    <a:pt x="337" y="76"/>
                    <a:pt x="336" y="78"/>
                    <a:pt x="334" y="78"/>
                  </a:cubicBezTo>
                  <a:cubicBezTo>
                    <a:pt x="333" y="78"/>
                    <a:pt x="333" y="77"/>
                    <a:pt x="331" y="77"/>
                  </a:cubicBezTo>
                  <a:cubicBezTo>
                    <a:pt x="330" y="77"/>
                    <a:pt x="330" y="78"/>
                    <a:pt x="329" y="78"/>
                  </a:cubicBezTo>
                  <a:cubicBezTo>
                    <a:pt x="327" y="78"/>
                    <a:pt x="326" y="78"/>
                    <a:pt x="325" y="79"/>
                  </a:cubicBezTo>
                  <a:cubicBezTo>
                    <a:pt x="325" y="79"/>
                    <a:pt x="324" y="80"/>
                    <a:pt x="323" y="80"/>
                  </a:cubicBezTo>
                  <a:cubicBezTo>
                    <a:pt x="323" y="84"/>
                    <a:pt x="321" y="84"/>
                    <a:pt x="322" y="88"/>
                  </a:cubicBezTo>
                  <a:cubicBezTo>
                    <a:pt x="325" y="89"/>
                    <a:pt x="323" y="87"/>
                    <a:pt x="327" y="87"/>
                  </a:cubicBezTo>
                  <a:cubicBezTo>
                    <a:pt x="326" y="87"/>
                    <a:pt x="327" y="86"/>
                    <a:pt x="328" y="85"/>
                  </a:cubicBezTo>
                  <a:cubicBezTo>
                    <a:pt x="329" y="84"/>
                    <a:pt x="328" y="83"/>
                    <a:pt x="329" y="82"/>
                  </a:cubicBezTo>
                  <a:cubicBezTo>
                    <a:pt x="329" y="81"/>
                    <a:pt x="330" y="81"/>
                    <a:pt x="331" y="81"/>
                  </a:cubicBezTo>
                  <a:cubicBezTo>
                    <a:pt x="331" y="80"/>
                    <a:pt x="330" y="79"/>
                    <a:pt x="331" y="79"/>
                  </a:cubicBezTo>
                  <a:cubicBezTo>
                    <a:pt x="333" y="79"/>
                    <a:pt x="335" y="79"/>
                    <a:pt x="335" y="79"/>
                  </a:cubicBezTo>
                  <a:cubicBezTo>
                    <a:pt x="334" y="80"/>
                    <a:pt x="339" y="79"/>
                    <a:pt x="338" y="80"/>
                  </a:cubicBezTo>
                  <a:cubicBezTo>
                    <a:pt x="339" y="82"/>
                    <a:pt x="339" y="81"/>
                    <a:pt x="338" y="83"/>
                  </a:cubicBezTo>
                  <a:cubicBezTo>
                    <a:pt x="339" y="83"/>
                    <a:pt x="340" y="83"/>
                    <a:pt x="340" y="83"/>
                  </a:cubicBezTo>
                  <a:cubicBezTo>
                    <a:pt x="340" y="83"/>
                    <a:pt x="338" y="83"/>
                    <a:pt x="338" y="84"/>
                  </a:cubicBezTo>
                  <a:cubicBezTo>
                    <a:pt x="342" y="83"/>
                    <a:pt x="345" y="85"/>
                    <a:pt x="346" y="84"/>
                  </a:cubicBezTo>
                  <a:close/>
                  <a:moveTo>
                    <a:pt x="364" y="82"/>
                  </a:moveTo>
                  <a:cubicBezTo>
                    <a:pt x="364" y="82"/>
                    <a:pt x="364" y="83"/>
                    <a:pt x="364" y="83"/>
                  </a:cubicBezTo>
                  <a:cubicBezTo>
                    <a:pt x="363" y="84"/>
                    <a:pt x="358" y="82"/>
                    <a:pt x="356" y="83"/>
                  </a:cubicBezTo>
                  <a:cubicBezTo>
                    <a:pt x="357" y="83"/>
                    <a:pt x="355" y="83"/>
                    <a:pt x="354" y="84"/>
                  </a:cubicBezTo>
                  <a:cubicBezTo>
                    <a:pt x="357" y="85"/>
                    <a:pt x="357" y="85"/>
                    <a:pt x="360" y="84"/>
                  </a:cubicBezTo>
                  <a:cubicBezTo>
                    <a:pt x="362" y="84"/>
                    <a:pt x="366" y="85"/>
                    <a:pt x="367" y="84"/>
                  </a:cubicBezTo>
                  <a:cubicBezTo>
                    <a:pt x="367" y="84"/>
                    <a:pt x="366" y="84"/>
                    <a:pt x="367" y="84"/>
                  </a:cubicBezTo>
                  <a:cubicBezTo>
                    <a:pt x="368" y="83"/>
                    <a:pt x="369" y="83"/>
                    <a:pt x="369" y="83"/>
                  </a:cubicBezTo>
                  <a:cubicBezTo>
                    <a:pt x="367" y="83"/>
                    <a:pt x="366" y="82"/>
                    <a:pt x="364" y="82"/>
                  </a:cubicBezTo>
                  <a:close/>
                  <a:moveTo>
                    <a:pt x="350" y="86"/>
                  </a:moveTo>
                  <a:cubicBezTo>
                    <a:pt x="350" y="86"/>
                    <a:pt x="350" y="85"/>
                    <a:pt x="348" y="85"/>
                  </a:cubicBezTo>
                  <a:cubicBezTo>
                    <a:pt x="348" y="86"/>
                    <a:pt x="349" y="86"/>
                    <a:pt x="348" y="86"/>
                  </a:cubicBezTo>
                  <a:cubicBezTo>
                    <a:pt x="347" y="86"/>
                    <a:pt x="345" y="86"/>
                    <a:pt x="343" y="86"/>
                  </a:cubicBezTo>
                  <a:cubicBezTo>
                    <a:pt x="345" y="88"/>
                    <a:pt x="340" y="87"/>
                    <a:pt x="340" y="88"/>
                  </a:cubicBezTo>
                  <a:cubicBezTo>
                    <a:pt x="341" y="88"/>
                    <a:pt x="342" y="88"/>
                    <a:pt x="343" y="88"/>
                  </a:cubicBezTo>
                  <a:cubicBezTo>
                    <a:pt x="343" y="88"/>
                    <a:pt x="343" y="88"/>
                    <a:pt x="342" y="89"/>
                  </a:cubicBezTo>
                  <a:cubicBezTo>
                    <a:pt x="345" y="89"/>
                    <a:pt x="344" y="88"/>
                    <a:pt x="346" y="88"/>
                  </a:cubicBezTo>
                  <a:cubicBezTo>
                    <a:pt x="347" y="88"/>
                    <a:pt x="349" y="89"/>
                    <a:pt x="351" y="88"/>
                  </a:cubicBezTo>
                  <a:cubicBezTo>
                    <a:pt x="351" y="86"/>
                    <a:pt x="358" y="88"/>
                    <a:pt x="356" y="85"/>
                  </a:cubicBezTo>
                  <a:cubicBezTo>
                    <a:pt x="353" y="85"/>
                    <a:pt x="351" y="86"/>
                    <a:pt x="350" y="8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9" name="Freeform 91"/>
            <p:cNvSpPr/>
            <p:nvPr/>
          </p:nvSpPr>
          <p:spPr bwMode="auto">
            <a:xfrm>
              <a:off x="4052888" y="3729038"/>
              <a:ext cx="120650" cy="90488"/>
            </a:xfrm>
            <a:custGeom>
              <a:avLst/>
              <a:gdLst>
                <a:gd name="T0" fmla="*/ 9 w 32"/>
                <a:gd name="T1" fmla="*/ 2 h 24"/>
                <a:gd name="T2" fmla="*/ 16 w 32"/>
                <a:gd name="T3" fmla="*/ 2 h 24"/>
                <a:gd name="T4" fmla="*/ 17 w 32"/>
                <a:gd name="T5" fmla="*/ 4 h 24"/>
                <a:gd name="T6" fmla="*/ 12 w 32"/>
                <a:gd name="T7" fmla="*/ 6 h 24"/>
                <a:gd name="T8" fmla="*/ 18 w 32"/>
                <a:gd name="T9" fmla="*/ 7 h 24"/>
                <a:gd name="T10" fmla="*/ 21 w 32"/>
                <a:gd name="T11" fmla="*/ 11 h 24"/>
                <a:gd name="T12" fmla="*/ 23 w 32"/>
                <a:gd name="T13" fmla="*/ 12 h 24"/>
                <a:gd name="T14" fmla="*/ 27 w 32"/>
                <a:gd name="T15" fmla="*/ 13 h 24"/>
                <a:gd name="T16" fmla="*/ 25 w 32"/>
                <a:gd name="T17" fmla="*/ 15 h 24"/>
                <a:gd name="T18" fmla="*/ 31 w 32"/>
                <a:gd name="T19" fmla="*/ 15 h 24"/>
                <a:gd name="T20" fmla="*/ 31 w 32"/>
                <a:gd name="T21" fmla="*/ 18 h 24"/>
                <a:gd name="T22" fmla="*/ 29 w 32"/>
                <a:gd name="T23" fmla="*/ 18 h 24"/>
                <a:gd name="T24" fmla="*/ 31 w 32"/>
                <a:gd name="T25" fmla="*/ 19 h 24"/>
                <a:gd name="T26" fmla="*/ 29 w 32"/>
                <a:gd name="T27" fmla="*/ 20 h 24"/>
                <a:gd name="T28" fmla="*/ 26 w 32"/>
                <a:gd name="T29" fmla="*/ 21 h 24"/>
                <a:gd name="T30" fmla="*/ 16 w 32"/>
                <a:gd name="T31" fmla="*/ 21 h 24"/>
                <a:gd name="T32" fmla="*/ 12 w 32"/>
                <a:gd name="T33" fmla="*/ 21 h 24"/>
                <a:gd name="T34" fmla="*/ 5 w 32"/>
                <a:gd name="T35" fmla="*/ 21 h 24"/>
                <a:gd name="T36" fmla="*/ 7 w 32"/>
                <a:gd name="T37" fmla="*/ 21 h 24"/>
                <a:gd name="T38" fmla="*/ 8 w 32"/>
                <a:gd name="T39" fmla="*/ 21 h 24"/>
                <a:gd name="T40" fmla="*/ 9 w 32"/>
                <a:gd name="T41" fmla="*/ 20 h 24"/>
                <a:gd name="T42" fmla="*/ 15 w 32"/>
                <a:gd name="T43" fmla="*/ 20 h 24"/>
                <a:gd name="T44" fmla="*/ 7 w 32"/>
                <a:gd name="T45" fmla="*/ 18 h 24"/>
                <a:gd name="T46" fmla="*/ 7 w 32"/>
                <a:gd name="T47" fmla="*/ 15 h 24"/>
                <a:gd name="T48" fmla="*/ 9 w 32"/>
                <a:gd name="T49" fmla="*/ 15 h 24"/>
                <a:gd name="T50" fmla="*/ 13 w 32"/>
                <a:gd name="T51" fmla="*/ 15 h 24"/>
                <a:gd name="T52" fmla="*/ 14 w 32"/>
                <a:gd name="T53" fmla="*/ 12 h 24"/>
                <a:gd name="T54" fmla="*/ 11 w 32"/>
                <a:gd name="T55" fmla="*/ 10 h 24"/>
                <a:gd name="T56" fmla="*/ 7 w 32"/>
                <a:gd name="T57" fmla="*/ 10 h 24"/>
                <a:gd name="T58" fmla="*/ 7 w 32"/>
                <a:gd name="T59" fmla="*/ 8 h 24"/>
                <a:gd name="T60" fmla="*/ 3 w 32"/>
                <a:gd name="T61" fmla="*/ 7 h 24"/>
                <a:gd name="T62" fmla="*/ 0 w 32"/>
                <a:gd name="T63" fmla="*/ 2 h 24"/>
                <a:gd name="T64" fmla="*/ 5 w 32"/>
                <a:gd name="T65" fmla="*/ 0 h 24"/>
                <a:gd name="T66" fmla="*/ 14 w 32"/>
                <a:gd name="T67" fmla="*/ 0 h 24"/>
                <a:gd name="T68" fmla="*/ 9 w 32"/>
                <a:gd name="T69" fmla="*/ 2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2" h="24">
                  <a:moveTo>
                    <a:pt x="9" y="2"/>
                  </a:moveTo>
                  <a:cubicBezTo>
                    <a:pt x="10" y="3"/>
                    <a:pt x="14" y="2"/>
                    <a:pt x="16" y="2"/>
                  </a:cubicBezTo>
                  <a:cubicBezTo>
                    <a:pt x="17" y="2"/>
                    <a:pt x="17" y="3"/>
                    <a:pt x="17" y="4"/>
                  </a:cubicBezTo>
                  <a:cubicBezTo>
                    <a:pt x="15" y="5"/>
                    <a:pt x="13" y="5"/>
                    <a:pt x="12" y="6"/>
                  </a:cubicBezTo>
                  <a:cubicBezTo>
                    <a:pt x="13" y="7"/>
                    <a:pt x="15" y="7"/>
                    <a:pt x="18" y="7"/>
                  </a:cubicBezTo>
                  <a:cubicBezTo>
                    <a:pt x="18" y="9"/>
                    <a:pt x="22" y="9"/>
                    <a:pt x="21" y="11"/>
                  </a:cubicBezTo>
                  <a:cubicBezTo>
                    <a:pt x="21" y="11"/>
                    <a:pt x="23" y="11"/>
                    <a:pt x="23" y="12"/>
                  </a:cubicBezTo>
                  <a:cubicBezTo>
                    <a:pt x="23" y="13"/>
                    <a:pt x="26" y="12"/>
                    <a:pt x="27" y="13"/>
                  </a:cubicBezTo>
                  <a:cubicBezTo>
                    <a:pt x="27" y="13"/>
                    <a:pt x="26" y="14"/>
                    <a:pt x="25" y="15"/>
                  </a:cubicBezTo>
                  <a:cubicBezTo>
                    <a:pt x="28" y="15"/>
                    <a:pt x="30" y="15"/>
                    <a:pt x="31" y="15"/>
                  </a:cubicBezTo>
                  <a:cubicBezTo>
                    <a:pt x="30" y="16"/>
                    <a:pt x="32" y="17"/>
                    <a:pt x="31" y="18"/>
                  </a:cubicBezTo>
                  <a:cubicBezTo>
                    <a:pt x="31" y="18"/>
                    <a:pt x="29" y="18"/>
                    <a:pt x="29" y="18"/>
                  </a:cubicBezTo>
                  <a:cubicBezTo>
                    <a:pt x="29" y="19"/>
                    <a:pt x="30" y="18"/>
                    <a:pt x="31" y="19"/>
                  </a:cubicBezTo>
                  <a:cubicBezTo>
                    <a:pt x="30" y="19"/>
                    <a:pt x="29" y="19"/>
                    <a:pt x="29" y="20"/>
                  </a:cubicBezTo>
                  <a:cubicBezTo>
                    <a:pt x="28" y="20"/>
                    <a:pt x="28" y="21"/>
                    <a:pt x="26" y="21"/>
                  </a:cubicBezTo>
                  <a:cubicBezTo>
                    <a:pt x="23" y="21"/>
                    <a:pt x="20" y="20"/>
                    <a:pt x="16" y="21"/>
                  </a:cubicBezTo>
                  <a:cubicBezTo>
                    <a:pt x="14" y="21"/>
                    <a:pt x="15" y="21"/>
                    <a:pt x="12" y="21"/>
                  </a:cubicBezTo>
                  <a:cubicBezTo>
                    <a:pt x="11" y="22"/>
                    <a:pt x="5" y="24"/>
                    <a:pt x="5" y="21"/>
                  </a:cubicBezTo>
                  <a:cubicBezTo>
                    <a:pt x="6" y="21"/>
                    <a:pt x="7" y="21"/>
                    <a:pt x="7" y="21"/>
                  </a:cubicBezTo>
                  <a:cubicBezTo>
                    <a:pt x="8" y="21"/>
                    <a:pt x="9" y="21"/>
                    <a:pt x="8" y="21"/>
                  </a:cubicBezTo>
                  <a:cubicBezTo>
                    <a:pt x="10" y="21"/>
                    <a:pt x="8" y="20"/>
                    <a:pt x="9" y="20"/>
                  </a:cubicBezTo>
                  <a:cubicBezTo>
                    <a:pt x="11" y="20"/>
                    <a:pt x="13" y="20"/>
                    <a:pt x="15" y="20"/>
                  </a:cubicBezTo>
                  <a:cubicBezTo>
                    <a:pt x="14" y="17"/>
                    <a:pt x="10" y="19"/>
                    <a:pt x="7" y="18"/>
                  </a:cubicBezTo>
                  <a:cubicBezTo>
                    <a:pt x="7" y="17"/>
                    <a:pt x="7" y="16"/>
                    <a:pt x="7" y="15"/>
                  </a:cubicBezTo>
                  <a:cubicBezTo>
                    <a:pt x="9" y="15"/>
                    <a:pt x="11" y="15"/>
                    <a:pt x="9" y="15"/>
                  </a:cubicBezTo>
                  <a:cubicBezTo>
                    <a:pt x="10" y="13"/>
                    <a:pt x="11" y="15"/>
                    <a:pt x="13" y="15"/>
                  </a:cubicBezTo>
                  <a:cubicBezTo>
                    <a:pt x="15" y="15"/>
                    <a:pt x="12" y="13"/>
                    <a:pt x="14" y="12"/>
                  </a:cubicBezTo>
                  <a:cubicBezTo>
                    <a:pt x="14" y="11"/>
                    <a:pt x="10" y="11"/>
                    <a:pt x="11" y="10"/>
                  </a:cubicBezTo>
                  <a:cubicBezTo>
                    <a:pt x="10" y="10"/>
                    <a:pt x="9" y="10"/>
                    <a:pt x="7" y="10"/>
                  </a:cubicBezTo>
                  <a:cubicBezTo>
                    <a:pt x="7" y="10"/>
                    <a:pt x="7" y="9"/>
                    <a:pt x="7" y="8"/>
                  </a:cubicBezTo>
                  <a:cubicBezTo>
                    <a:pt x="7" y="7"/>
                    <a:pt x="4" y="8"/>
                    <a:pt x="3" y="7"/>
                  </a:cubicBezTo>
                  <a:cubicBezTo>
                    <a:pt x="5" y="5"/>
                    <a:pt x="5" y="2"/>
                    <a:pt x="0" y="2"/>
                  </a:cubicBezTo>
                  <a:cubicBezTo>
                    <a:pt x="2" y="1"/>
                    <a:pt x="4" y="1"/>
                    <a:pt x="5" y="0"/>
                  </a:cubicBezTo>
                  <a:cubicBezTo>
                    <a:pt x="8" y="0"/>
                    <a:pt x="11" y="0"/>
                    <a:pt x="14" y="0"/>
                  </a:cubicBezTo>
                  <a:cubicBezTo>
                    <a:pt x="12" y="0"/>
                    <a:pt x="11" y="1"/>
                    <a:pt x="9"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00" name="Freeform 92"/>
            <p:cNvSpPr/>
            <p:nvPr/>
          </p:nvSpPr>
          <p:spPr bwMode="auto">
            <a:xfrm>
              <a:off x="1806575" y="3733800"/>
              <a:ext cx="33338" cy="11113"/>
            </a:xfrm>
            <a:custGeom>
              <a:avLst/>
              <a:gdLst>
                <a:gd name="T0" fmla="*/ 8 w 9"/>
                <a:gd name="T1" fmla="*/ 0 h 3"/>
                <a:gd name="T2" fmla="*/ 9 w 9"/>
                <a:gd name="T3" fmla="*/ 2 h 3"/>
                <a:gd name="T4" fmla="*/ 4 w 9"/>
                <a:gd name="T5" fmla="*/ 3 h 3"/>
                <a:gd name="T6" fmla="*/ 4 w 9"/>
                <a:gd name="T7" fmla="*/ 2 h 3"/>
                <a:gd name="T8" fmla="*/ 2 w 9"/>
                <a:gd name="T9" fmla="*/ 3 h 3"/>
                <a:gd name="T10" fmla="*/ 3 w 9"/>
                <a:gd name="T11" fmla="*/ 2 h 3"/>
                <a:gd name="T12" fmla="*/ 8 w 9"/>
                <a:gd name="T13" fmla="*/ 0 h 3"/>
              </a:gdLst>
              <a:ahLst/>
              <a:cxnLst>
                <a:cxn ang="0">
                  <a:pos x="T0" y="T1"/>
                </a:cxn>
                <a:cxn ang="0">
                  <a:pos x="T2" y="T3"/>
                </a:cxn>
                <a:cxn ang="0">
                  <a:pos x="T4" y="T5"/>
                </a:cxn>
                <a:cxn ang="0">
                  <a:pos x="T6" y="T7"/>
                </a:cxn>
                <a:cxn ang="0">
                  <a:pos x="T8" y="T9"/>
                </a:cxn>
                <a:cxn ang="0">
                  <a:pos x="T10" y="T11"/>
                </a:cxn>
                <a:cxn ang="0">
                  <a:pos x="T12" y="T13"/>
                </a:cxn>
              </a:cxnLst>
              <a:rect l="0" t="0" r="r" b="b"/>
              <a:pathLst>
                <a:path w="9" h="3">
                  <a:moveTo>
                    <a:pt x="8" y="0"/>
                  </a:moveTo>
                  <a:cubicBezTo>
                    <a:pt x="7" y="1"/>
                    <a:pt x="8" y="2"/>
                    <a:pt x="9" y="2"/>
                  </a:cubicBezTo>
                  <a:cubicBezTo>
                    <a:pt x="8" y="3"/>
                    <a:pt x="6" y="3"/>
                    <a:pt x="4" y="3"/>
                  </a:cubicBezTo>
                  <a:cubicBezTo>
                    <a:pt x="4" y="3"/>
                    <a:pt x="4" y="2"/>
                    <a:pt x="4" y="2"/>
                  </a:cubicBezTo>
                  <a:cubicBezTo>
                    <a:pt x="3" y="2"/>
                    <a:pt x="3" y="3"/>
                    <a:pt x="2" y="3"/>
                  </a:cubicBezTo>
                  <a:cubicBezTo>
                    <a:pt x="0" y="2"/>
                    <a:pt x="3" y="2"/>
                    <a:pt x="3" y="2"/>
                  </a:cubicBezTo>
                  <a:cubicBezTo>
                    <a:pt x="4" y="2"/>
                    <a:pt x="6" y="0"/>
                    <a:pt x="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01" name="Freeform 93"/>
            <p:cNvSpPr/>
            <p:nvPr/>
          </p:nvSpPr>
          <p:spPr bwMode="auto">
            <a:xfrm>
              <a:off x="6265863" y="3879850"/>
              <a:ext cx="22225" cy="11113"/>
            </a:xfrm>
            <a:custGeom>
              <a:avLst/>
              <a:gdLst>
                <a:gd name="T0" fmla="*/ 2 w 6"/>
                <a:gd name="T1" fmla="*/ 0 h 3"/>
                <a:gd name="T2" fmla="*/ 6 w 6"/>
                <a:gd name="T3" fmla="*/ 0 h 3"/>
                <a:gd name="T4" fmla="*/ 1 w 6"/>
                <a:gd name="T5" fmla="*/ 2 h 3"/>
                <a:gd name="T6" fmla="*/ 2 w 6"/>
                <a:gd name="T7" fmla="*/ 0 h 3"/>
              </a:gdLst>
              <a:ahLst/>
              <a:cxnLst>
                <a:cxn ang="0">
                  <a:pos x="T0" y="T1"/>
                </a:cxn>
                <a:cxn ang="0">
                  <a:pos x="T2" y="T3"/>
                </a:cxn>
                <a:cxn ang="0">
                  <a:pos x="T4" y="T5"/>
                </a:cxn>
                <a:cxn ang="0">
                  <a:pos x="T6" y="T7"/>
                </a:cxn>
              </a:cxnLst>
              <a:rect l="0" t="0" r="r" b="b"/>
              <a:pathLst>
                <a:path w="6" h="3">
                  <a:moveTo>
                    <a:pt x="2" y="0"/>
                  </a:moveTo>
                  <a:cubicBezTo>
                    <a:pt x="2" y="0"/>
                    <a:pt x="3" y="1"/>
                    <a:pt x="6" y="0"/>
                  </a:cubicBezTo>
                  <a:cubicBezTo>
                    <a:pt x="5" y="1"/>
                    <a:pt x="4" y="3"/>
                    <a:pt x="1" y="2"/>
                  </a:cubicBezTo>
                  <a:cubicBezTo>
                    <a:pt x="0" y="2"/>
                    <a:pt x="5" y="1"/>
                    <a:pt x="2"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02" name="Freeform 94"/>
            <p:cNvSpPr/>
            <p:nvPr/>
          </p:nvSpPr>
          <p:spPr bwMode="auto">
            <a:xfrm>
              <a:off x="5800725" y="4164013"/>
              <a:ext cx="146050" cy="87313"/>
            </a:xfrm>
            <a:custGeom>
              <a:avLst/>
              <a:gdLst>
                <a:gd name="T0" fmla="*/ 31 w 39"/>
                <a:gd name="T1" fmla="*/ 2 h 23"/>
                <a:gd name="T2" fmla="*/ 35 w 39"/>
                <a:gd name="T3" fmla="*/ 3 h 23"/>
                <a:gd name="T4" fmla="*/ 39 w 39"/>
                <a:gd name="T5" fmla="*/ 4 h 23"/>
                <a:gd name="T6" fmla="*/ 35 w 39"/>
                <a:gd name="T7" fmla="*/ 7 h 23"/>
                <a:gd name="T8" fmla="*/ 34 w 39"/>
                <a:gd name="T9" fmla="*/ 9 h 23"/>
                <a:gd name="T10" fmla="*/ 36 w 39"/>
                <a:gd name="T11" fmla="*/ 10 h 23"/>
                <a:gd name="T12" fmla="*/ 36 w 39"/>
                <a:gd name="T13" fmla="*/ 12 h 23"/>
                <a:gd name="T14" fmla="*/ 38 w 39"/>
                <a:gd name="T15" fmla="*/ 13 h 23"/>
                <a:gd name="T16" fmla="*/ 33 w 39"/>
                <a:gd name="T17" fmla="*/ 14 h 23"/>
                <a:gd name="T18" fmla="*/ 32 w 39"/>
                <a:gd name="T19" fmla="*/ 17 h 23"/>
                <a:gd name="T20" fmla="*/ 32 w 39"/>
                <a:gd name="T21" fmla="*/ 18 h 23"/>
                <a:gd name="T22" fmla="*/ 31 w 39"/>
                <a:gd name="T23" fmla="*/ 18 h 23"/>
                <a:gd name="T24" fmla="*/ 28 w 39"/>
                <a:gd name="T25" fmla="*/ 20 h 23"/>
                <a:gd name="T26" fmla="*/ 28 w 39"/>
                <a:gd name="T27" fmla="*/ 23 h 23"/>
                <a:gd name="T28" fmla="*/ 18 w 39"/>
                <a:gd name="T29" fmla="*/ 21 h 23"/>
                <a:gd name="T30" fmla="*/ 17 w 39"/>
                <a:gd name="T31" fmla="*/ 22 h 23"/>
                <a:gd name="T32" fmla="*/ 14 w 39"/>
                <a:gd name="T33" fmla="*/ 21 h 23"/>
                <a:gd name="T34" fmla="*/ 9 w 39"/>
                <a:gd name="T35" fmla="*/ 21 h 23"/>
                <a:gd name="T36" fmla="*/ 6 w 39"/>
                <a:gd name="T37" fmla="*/ 21 h 23"/>
                <a:gd name="T38" fmla="*/ 2 w 39"/>
                <a:gd name="T39" fmla="*/ 18 h 23"/>
                <a:gd name="T40" fmla="*/ 3 w 39"/>
                <a:gd name="T41" fmla="*/ 16 h 23"/>
                <a:gd name="T42" fmla="*/ 2 w 39"/>
                <a:gd name="T43" fmla="*/ 16 h 23"/>
                <a:gd name="T44" fmla="*/ 1 w 39"/>
                <a:gd name="T45" fmla="*/ 12 h 23"/>
                <a:gd name="T46" fmla="*/ 11 w 39"/>
                <a:gd name="T47" fmla="*/ 11 h 23"/>
                <a:gd name="T48" fmla="*/ 11 w 39"/>
                <a:gd name="T49" fmla="*/ 10 h 23"/>
                <a:gd name="T50" fmla="*/ 18 w 39"/>
                <a:gd name="T51" fmla="*/ 8 h 23"/>
                <a:gd name="T52" fmla="*/ 24 w 39"/>
                <a:gd name="T53" fmla="*/ 7 h 23"/>
                <a:gd name="T54" fmla="*/ 25 w 39"/>
                <a:gd name="T55" fmla="*/ 5 h 23"/>
                <a:gd name="T56" fmla="*/ 27 w 39"/>
                <a:gd name="T57" fmla="*/ 5 h 23"/>
                <a:gd name="T58" fmla="*/ 29 w 39"/>
                <a:gd name="T59" fmla="*/ 4 h 23"/>
                <a:gd name="T60" fmla="*/ 32 w 39"/>
                <a:gd name="T61" fmla="*/ 2 h 23"/>
                <a:gd name="T62" fmla="*/ 31 w 39"/>
                <a:gd name="T63" fmla="*/ 2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9" h="23">
                  <a:moveTo>
                    <a:pt x="31" y="2"/>
                  </a:moveTo>
                  <a:cubicBezTo>
                    <a:pt x="32" y="0"/>
                    <a:pt x="34" y="3"/>
                    <a:pt x="35" y="3"/>
                  </a:cubicBezTo>
                  <a:cubicBezTo>
                    <a:pt x="37" y="3"/>
                    <a:pt x="37" y="4"/>
                    <a:pt x="39" y="4"/>
                  </a:cubicBezTo>
                  <a:cubicBezTo>
                    <a:pt x="39" y="5"/>
                    <a:pt x="39" y="7"/>
                    <a:pt x="35" y="7"/>
                  </a:cubicBezTo>
                  <a:cubicBezTo>
                    <a:pt x="35" y="7"/>
                    <a:pt x="37" y="9"/>
                    <a:pt x="34" y="9"/>
                  </a:cubicBezTo>
                  <a:cubicBezTo>
                    <a:pt x="34" y="10"/>
                    <a:pt x="36" y="10"/>
                    <a:pt x="36" y="10"/>
                  </a:cubicBezTo>
                  <a:cubicBezTo>
                    <a:pt x="37" y="11"/>
                    <a:pt x="36" y="12"/>
                    <a:pt x="36" y="12"/>
                  </a:cubicBezTo>
                  <a:cubicBezTo>
                    <a:pt x="37" y="12"/>
                    <a:pt x="38" y="12"/>
                    <a:pt x="38" y="13"/>
                  </a:cubicBezTo>
                  <a:cubicBezTo>
                    <a:pt x="38" y="14"/>
                    <a:pt x="35" y="15"/>
                    <a:pt x="33" y="14"/>
                  </a:cubicBezTo>
                  <a:cubicBezTo>
                    <a:pt x="34" y="15"/>
                    <a:pt x="35" y="16"/>
                    <a:pt x="32" y="17"/>
                  </a:cubicBezTo>
                  <a:cubicBezTo>
                    <a:pt x="32" y="17"/>
                    <a:pt x="33" y="18"/>
                    <a:pt x="32" y="18"/>
                  </a:cubicBezTo>
                  <a:cubicBezTo>
                    <a:pt x="32" y="18"/>
                    <a:pt x="31" y="18"/>
                    <a:pt x="31" y="18"/>
                  </a:cubicBezTo>
                  <a:cubicBezTo>
                    <a:pt x="30" y="18"/>
                    <a:pt x="30" y="20"/>
                    <a:pt x="28" y="20"/>
                  </a:cubicBezTo>
                  <a:cubicBezTo>
                    <a:pt x="29" y="21"/>
                    <a:pt x="27" y="21"/>
                    <a:pt x="28" y="23"/>
                  </a:cubicBezTo>
                  <a:cubicBezTo>
                    <a:pt x="22" y="23"/>
                    <a:pt x="21" y="21"/>
                    <a:pt x="18" y="21"/>
                  </a:cubicBezTo>
                  <a:cubicBezTo>
                    <a:pt x="17" y="21"/>
                    <a:pt x="17" y="22"/>
                    <a:pt x="17" y="22"/>
                  </a:cubicBezTo>
                  <a:cubicBezTo>
                    <a:pt x="15" y="22"/>
                    <a:pt x="14" y="21"/>
                    <a:pt x="14" y="21"/>
                  </a:cubicBezTo>
                  <a:cubicBezTo>
                    <a:pt x="12" y="21"/>
                    <a:pt x="10" y="21"/>
                    <a:pt x="9" y="21"/>
                  </a:cubicBezTo>
                  <a:cubicBezTo>
                    <a:pt x="8" y="21"/>
                    <a:pt x="9" y="20"/>
                    <a:pt x="6" y="21"/>
                  </a:cubicBezTo>
                  <a:cubicBezTo>
                    <a:pt x="5" y="19"/>
                    <a:pt x="5" y="18"/>
                    <a:pt x="2" y="18"/>
                  </a:cubicBezTo>
                  <a:cubicBezTo>
                    <a:pt x="2" y="17"/>
                    <a:pt x="3" y="17"/>
                    <a:pt x="3" y="16"/>
                  </a:cubicBezTo>
                  <a:cubicBezTo>
                    <a:pt x="3" y="15"/>
                    <a:pt x="2" y="16"/>
                    <a:pt x="2" y="16"/>
                  </a:cubicBezTo>
                  <a:cubicBezTo>
                    <a:pt x="0" y="15"/>
                    <a:pt x="1" y="14"/>
                    <a:pt x="1" y="12"/>
                  </a:cubicBezTo>
                  <a:cubicBezTo>
                    <a:pt x="5" y="12"/>
                    <a:pt x="8" y="12"/>
                    <a:pt x="11" y="11"/>
                  </a:cubicBezTo>
                  <a:cubicBezTo>
                    <a:pt x="11" y="11"/>
                    <a:pt x="12" y="10"/>
                    <a:pt x="11" y="10"/>
                  </a:cubicBezTo>
                  <a:cubicBezTo>
                    <a:pt x="12" y="9"/>
                    <a:pt x="20" y="8"/>
                    <a:pt x="18" y="8"/>
                  </a:cubicBezTo>
                  <a:cubicBezTo>
                    <a:pt x="19" y="7"/>
                    <a:pt x="21" y="7"/>
                    <a:pt x="24" y="7"/>
                  </a:cubicBezTo>
                  <a:cubicBezTo>
                    <a:pt x="25" y="7"/>
                    <a:pt x="24" y="6"/>
                    <a:pt x="25" y="5"/>
                  </a:cubicBezTo>
                  <a:cubicBezTo>
                    <a:pt x="25" y="5"/>
                    <a:pt x="26" y="5"/>
                    <a:pt x="27" y="5"/>
                  </a:cubicBezTo>
                  <a:cubicBezTo>
                    <a:pt x="27" y="5"/>
                    <a:pt x="27" y="4"/>
                    <a:pt x="29" y="4"/>
                  </a:cubicBezTo>
                  <a:cubicBezTo>
                    <a:pt x="27" y="2"/>
                    <a:pt x="31" y="3"/>
                    <a:pt x="32" y="2"/>
                  </a:cubicBezTo>
                  <a:cubicBezTo>
                    <a:pt x="32" y="2"/>
                    <a:pt x="32" y="2"/>
                    <a:pt x="31"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03" name="Freeform 95"/>
            <p:cNvSpPr/>
            <p:nvPr/>
          </p:nvSpPr>
          <p:spPr bwMode="auto">
            <a:xfrm>
              <a:off x="5949950" y="4229100"/>
              <a:ext cx="71438" cy="36513"/>
            </a:xfrm>
            <a:custGeom>
              <a:avLst/>
              <a:gdLst>
                <a:gd name="T0" fmla="*/ 16 w 19"/>
                <a:gd name="T1" fmla="*/ 0 h 10"/>
                <a:gd name="T2" fmla="*/ 13 w 19"/>
                <a:gd name="T3" fmla="*/ 2 h 10"/>
                <a:gd name="T4" fmla="*/ 12 w 19"/>
                <a:gd name="T5" fmla="*/ 2 h 10"/>
                <a:gd name="T6" fmla="*/ 13 w 19"/>
                <a:gd name="T7" fmla="*/ 3 h 10"/>
                <a:gd name="T8" fmla="*/ 15 w 19"/>
                <a:gd name="T9" fmla="*/ 4 h 10"/>
                <a:gd name="T10" fmla="*/ 16 w 19"/>
                <a:gd name="T11" fmla="*/ 8 h 10"/>
                <a:gd name="T12" fmla="*/ 12 w 19"/>
                <a:gd name="T13" fmla="*/ 8 h 10"/>
                <a:gd name="T14" fmla="*/ 9 w 19"/>
                <a:gd name="T15" fmla="*/ 4 h 10"/>
                <a:gd name="T16" fmla="*/ 5 w 19"/>
                <a:gd name="T17" fmla="*/ 5 h 10"/>
                <a:gd name="T18" fmla="*/ 5 w 19"/>
                <a:gd name="T19" fmla="*/ 8 h 10"/>
                <a:gd name="T20" fmla="*/ 2 w 19"/>
                <a:gd name="T21" fmla="*/ 9 h 10"/>
                <a:gd name="T22" fmla="*/ 1 w 19"/>
                <a:gd name="T23" fmla="*/ 7 h 10"/>
                <a:gd name="T24" fmla="*/ 2 w 19"/>
                <a:gd name="T25" fmla="*/ 7 h 10"/>
                <a:gd name="T26" fmla="*/ 1 w 19"/>
                <a:gd name="T27" fmla="*/ 6 h 10"/>
                <a:gd name="T28" fmla="*/ 2 w 19"/>
                <a:gd name="T29" fmla="*/ 4 h 10"/>
                <a:gd name="T30" fmla="*/ 0 w 19"/>
                <a:gd name="T31" fmla="*/ 3 h 10"/>
                <a:gd name="T32" fmla="*/ 8 w 19"/>
                <a:gd name="T33" fmla="*/ 0 h 10"/>
                <a:gd name="T34" fmla="*/ 16 w 19"/>
                <a:gd name="T35"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 h="10">
                  <a:moveTo>
                    <a:pt x="16" y="0"/>
                  </a:moveTo>
                  <a:cubicBezTo>
                    <a:pt x="19" y="2"/>
                    <a:pt x="12" y="1"/>
                    <a:pt x="13" y="2"/>
                  </a:cubicBezTo>
                  <a:cubicBezTo>
                    <a:pt x="15" y="2"/>
                    <a:pt x="13" y="2"/>
                    <a:pt x="12" y="2"/>
                  </a:cubicBezTo>
                  <a:cubicBezTo>
                    <a:pt x="12" y="2"/>
                    <a:pt x="13" y="3"/>
                    <a:pt x="13" y="3"/>
                  </a:cubicBezTo>
                  <a:cubicBezTo>
                    <a:pt x="14" y="3"/>
                    <a:pt x="15" y="4"/>
                    <a:pt x="15" y="4"/>
                  </a:cubicBezTo>
                  <a:cubicBezTo>
                    <a:pt x="16" y="5"/>
                    <a:pt x="15" y="7"/>
                    <a:pt x="16" y="8"/>
                  </a:cubicBezTo>
                  <a:cubicBezTo>
                    <a:pt x="15" y="8"/>
                    <a:pt x="14" y="8"/>
                    <a:pt x="12" y="8"/>
                  </a:cubicBezTo>
                  <a:cubicBezTo>
                    <a:pt x="11" y="7"/>
                    <a:pt x="10" y="6"/>
                    <a:pt x="9" y="4"/>
                  </a:cubicBezTo>
                  <a:cubicBezTo>
                    <a:pt x="7" y="4"/>
                    <a:pt x="9" y="6"/>
                    <a:pt x="5" y="5"/>
                  </a:cubicBezTo>
                  <a:cubicBezTo>
                    <a:pt x="5" y="6"/>
                    <a:pt x="5" y="7"/>
                    <a:pt x="5" y="8"/>
                  </a:cubicBezTo>
                  <a:cubicBezTo>
                    <a:pt x="6" y="9"/>
                    <a:pt x="3" y="9"/>
                    <a:pt x="2" y="9"/>
                  </a:cubicBezTo>
                  <a:cubicBezTo>
                    <a:pt x="1" y="10"/>
                    <a:pt x="1" y="8"/>
                    <a:pt x="1" y="7"/>
                  </a:cubicBezTo>
                  <a:cubicBezTo>
                    <a:pt x="2" y="7"/>
                    <a:pt x="2" y="6"/>
                    <a:pt x="2" y="7"/>
                  </a:cubicBezTo>
                  <a:cubicBezTo>
                    <a:pt x="3" y="6"/>
                    <a:pt x="1" y="6"/>
                    <a:pt x="1" y="6"/>
                  </a:cubicBezTo>
                  <a:cubicBezTo>
                    <a:pt x="1" y="6"/>
                    <a:pt x="3" y="5"/>
                    <a:pt x="2" y="4"/>
                  </a:cubicBezTo>
                  <a:cubicBezTo>
                    <a:pt x="3" y="3"/>
                    <a:pt x="2" y="3"/>
                    <a:pt x="0" y="3"/>
                  </a:cubicBezTo>
                  <a:cubicBezTo>
                    <a:pt x="2" y="1"/>
                    <a:pt x="3" y="0"/>
                    <a:pt x="8" y="0"/>
                  </a:cubicBezTo>
                  <a:cubicBezTo>
                    <a:pt x="5" y="1"/>
                    <a:pt x="14" y="0"/>
                    <a:pt x="16"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04" name="Freeform 96"/>
            <p:cNvSpPr/>
            <p:nvPr/>
          </p:nvSpPr>
          <p:spPr bwMode="auto">
            <a:xfrm>
              <a:off x="5748338" y="4265613"/>
              <a:ext cx="157163" cy="22225"/>
            </a:xfrm>
            <a:custGeom>
              <a:avLst/>
              <a:gdLst>
                <a:gd name="T0" fmla="*/ 1 w 42"/>
                <a:gd name="T1" fmla="*/ 1 h 6"/>
                <a:gd name="T2" fmla="*/ 5 w 42"/>
                <a:gd name="T3" fmla="*/ 0 h 6"/>
                <a:gd name="T4" fmla="*/ 7 w 42"/>
                <a:gd name="T5" fmla="*/ 1 h 6"/>
                <a:gd name="T6" fmla="*/ 9 w 42"/>
                <a:gd name="T7" fmla="*/ 1 h 6"/>
                <a:gd name="T8" fmla="*/ 19 w 42"/>
                <a:gd name="T9" fmla="*/ 2 h 6"/>
                <a:gd name="T10" fmla="*/ 29 w 42"/>
                <a:gd name="T11" fmla="*/ 2 h 6"/>
                <a:gd name="T12" fmla="*/ 31 w 42"/>
                <a:gd name="T13" fmla="*/ 3 h 6"/>
                <a:gd name="T14" fmla="*/ 34 w 42"/>
                <a:gd name="T15" fmla="*/ 3 h 6"/>
                <a:gd name="T16" fmla="*/ 39 w 42"/>
                <a:gd name="T17" fmla="*/ 3 h 6"/>
                <a:gd name="T18" fmla="*/ 40 w 42"/>
                <a:gd name="T19" fmla="*/ 5 h 6"/>
                <a:gd name="T20" fmla="*/ 38 w 42"/>
                <a:gd name="T21" fmla="*/ 5 h 6"/>
                <a:gd name="T22" fmla="*/ 18 w 42"/>
                <a:gd name="T23" fmla="*/ 3 h 6"/>
                <a:gd name="T24" fmla="*/ 13 w 42"/>
                <a:gd name="T25" fmla="*/ 3 h 6"/>
                <a:gd name="T26" fmla="*/ 6 w 42"/>
                <a:gd name="T27" fmla="*/ 2 h 6"/>
                <a:gd name="T28" fmla="*/ 1 w 42"/>
                <a:gd name="T29" fmla="*/ 1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2" h="6">
                  <a:moveTo>
                    <a:pt x="1" y="1"/>
                  </a:moveTo>
                  <a:cubicBezTo>
                    <a:pt x="0" y="0"/>
                    <a:pt x="4" y="1"/>
                    <a:pt x="5" y="0"/>
                  </a:cubicBezTo>
                  <a:cubicBezTo>
                    <a:pt x="7" y="0"/>
                    <a:pt x="6" y="1"/>
                    <a:pt x="7" y="1"/>
                  </a:cubicBezTo>
                  <a:cubicBezTo>
                    <a:pt x="7" y="1"/>
                    <a:pt x="9" y="1"/>
                    <a:pt x="9" y="1"/>
                  </a:cubicBezTo>
                  <a:cubicBezTo>
                    <a:pt x="14" y="1"/>
                    <a:pt x="15" y="1"/>
                    <a:pt x="19" y="2"/>
                  </a:cubicBezTo>
                  <a:cubicBezTo>
                    <a:pt x="22" y="1"/>
                    <a:pt x="24" y="2"/>
                    <a:pt x="29" y="2"/>
                  </a:cubicBezTo>
                  <a:cubicBezTo>
                    <a:pt x="30" y="2"/>
                    <a:pt x="31" y="2"/>
                    <a:pt x="31" y="3"/>
                  </a:cubicBezTo>
                  <a:cubicBezTo>
                    <a:pt x="32" y="3"/>
                    <a:pt x="33" y="3"/>
                    <a:pt x="34" y="3"/>
                  </a:cubicBezTo>
                  <a:cubicBezTo>
                    <a:pt x="36" y="3"/>
                    <a:pt x="38" y="4"/>
                    <a:pt x="39" y="3"/>
                  </a:cubicBezTo>
                  <a:cubicBezTo>
                    <a:pt x="42" y="3"/>
                    <a:pt x="36" y="5"/>
                    <a:pt x="40" y="5"/>
                  </a:cubicBezTo>
                  <a:cubicBezTo>
                    <a:pt x="39" y="6"/>
                    <a:pt x="39" y="5"/>
                    <a:pt x="38" y="5"/>
                  </a:cubicBezTo>
                  <a:cubicBezTo>
                    <a:pt x="30" y="5"/>
                    <a:pt x="24" y="4"/>
                    <a:pt x="18" y="3"/>
                  </a:cubicBezTo>
                  <a:cubicBezTo>
                    <a:pt x="16" y="3"/>
                    <a:pt x="14" y="3"/>
                    <a:pt x="13" y="3"/>
                  </a:cubicBezTo>
                  <a:cubicBezTo>
                    <a:pt x="10" y="3"/>
                    <a:pt x="8" y="3"/>
                    <a:pt x="6" y="2"/>
                  </a:cubicBezTo>
                  <a:cubicBezTo>
                    <a:pt x="4" y="2"/>
                    <a:pt x="1" y="2"/>
                    <a:pt x="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05" name="Freeform 97"/>
            <p:cNvSpPr/>
            <p:nvPr/>
          </p:nvSpPr>
          <p:spPr bwMode="auto">
            <a:xfrm>
              <a:off x="5957888" y="4292600"/>
              <a:ext cx="22225" cy="3175"/>
            </a:xfrm>
            <a:custGeom>
              <a:avLst/>
              <a:gdLst>
                <a:gd name="T0" fmla="*/ 2 w 6"/>
                <a:gd name="T1" fmla="*/ 0 h 1"/>
                <a:gd name="T2" fmla="*/ 6 w 6"/>
                <a:gd name="T3" fmla="*/ 1 h 1"/>
                <a:gd name="T4" fmla="*/ 2 w 6"/>
                <a:gd name="T5" fmla="*/ 1 h 1"/>
                <a:gd name="T6" fmla="*/ 1 w 6"/>
                <a:gd name="T7" fmla="*/ 0 h 1"/>
                <a:gd name="T8" fmla="*/ 2 w 6"/>
                <a:gd name="T9" fmla="*/ 0 h 1"/>
              </a:gdLst>
              <a:ahLst/>
              <a:cxnLst>
                <a:cxn ang="0">
                  <a:pos x="T0" y="T1"/>
                </a:cxn>
                <a:cxn ang="0">
                  <a:pos x="T2" y="T3"/>
                </a:cxn>
                <a:cxn ang="0">
                  <a:pos x="T4" y="T5"/>
                </a:cxn>
                <a:cxn ang="0">
                  <a:pos x="T6" y="T7"/>
                </a:cxn>
                <a:cxn ang="0">
                  <a:pos x="T8" y="T9"/>
                </a:cxn>
              </a:cxnLst>
              <a:rect l="0" t="0" r="r" b="b"/>
              <a:pathLst>
                <a:path w="6" h="1">
                  <a:moveTo>
                    <a:pt x="2" y="0"/>
                  </a:moveTo>
                  <a:cubicBezTo>
                    <a:pt x="4" y="0"/>
                    <a:pt x="6" y="0"/>
                    <a:pt x="6" y="1"/>
                  </a:cubicBezTo>
                  <a:cubicBezTo>
                    <a:pt x="5" y="1"/>
                    <a:pt x="4" y="1"/>
                    <a:pt x="2" y="1"/>
                  </a:cubicBezTo>
                  <a:cubicBezTo>
                    <a:pt x="3" y="0"/>
                    <a:pt x="2" y="0"/>
                    <a:pt x="1" y="0"/>
                  </a:cubicBezTo>
                  <a:cubicBezTo>
                    <a:pt x="0" y="0"/>
                    <a:pt x="2" y="0"/>
                    <a:pt x="2"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06" name="Freeform 98"/>
            <p:cNvSpPr/>
            <p:nvPr/>
          </p:nvSpPr>
          <p:spPr bwMode="auto">
            <a:xfrm>
              <a:off x="6667500" y="4540250"/>
              <a:ext cx="115888" cy="58738"/>
            </a:xfrm>
            <a:custGeom>
              <a:avLst/>
              <a:gdLst>
                <a:gd name="T0" fmla="*/ 1 w 31"/>
                <a:gd name="T1" fmla="*/ 13 h 16"/>
                <a:gd name="T2" fmla="*/ 3 w 31"/>
                <a:gd name="T3" fmla="*/ 11 h 16"/>
                <a:gd name="T4" fmla="*/ 4 w 31"/>
                <a:gd name="T5" fmla="*/ 11 h 16"/>
                <a:gd name="T6" fmla="*/ 4 w 31"/>
                <a:gd name="T7" fmla="*/ 10 h 16"/>
                <a:gd name="T8" fmla="*/ 6 w 31"/>
                <a:gd name="T9" fmla="*/ 10 h 16"/>
                <a:gd name="T10" fmla="*/ 7 w 31"/>
                <a:gd name="T11" fmla="*/ 9 h 16"/>
                <a:gd name="T12" fmla="*/ 11 w 31"/>
                <a:gd name="T13" fmla="*/ 9 h 16"/>
                <a:gd name="T14" fmla="*/ 13 w 31"/>
                <a:gd name="T15" fmla="*/ 8 h 16"/>
                <a:gd name="T16" fmla="*/ 15 w 31"/>
                <a:gd name="T17" fmla="*/ 6 h 16"/>
                <a:gd name="T18" fmla="*/ 17 w 31"/>
                <a:gd name="T19" fmla="*/ 5 h 16"/>
                <a:gd name="T20" fmla="*/ 20 w 31"/>
                <a:gd name="T21" fmla="*/ 6 h 16"/>
                <a:gd name="T22" fmla="*/ 19 w 31"/>
                <a:gd name="T23" fmla="*/ 4 h 16"/>
                <a:gd name="T24" fmla="*/ 23 w 31"/>
                <a:gd name="T25" fmla="*/ 1 h 16"/>
                <a:gd name="T26" fmla="*/ 26 w 31"/>
                <a:gd name="T27" fmla="*/ 0 h 16"/>
                <a:gd name="T28" fmla="*/ 29 w 31"/>
                <a:gd name="T29" fmla="*/ 1 h 16"/>
                <a:gd name="T30" fmla="*/ 30 w 31"/>
                <a:gd name="T31" fmla="*/ 4 h 16"/>
                <a:gd name="T32" fmla="*/ 29 w 31"/>
                <a:gd name="T33" fmla="*/ 5 h 16"/>
                <a:gd name="T34" fmla="*/ 27 w 31"/>
                <a:gd name="T35" fmla="*/ 5 h 16"/>
                <a:gd name="T36" fmla="*/ 26 w 31"/>
                <a:gd name="T37" fmla="*/ 8 h 16"/>
                <a:gd name="T38" fmla="*/ 22 w 31"/>
                <a:gd name="T39" fmla="*/ 8 h 16"/>
                <a:gd name="T40" fmla="*/ 19 w 31"/>
                <a:gd name="T41" fmla="*/ 11 h 16"/>
                <a:gd name="T42" fmla="*/ 17 w 31"/>
                <a:gd name="T43" fmla="*/ 13 h 16"/>
                <a:gd name="T44" fmla="*/ 15 w 31"/>
                <a:gd name="T45" fmla="*/ 14 h 16"/>
                <a:gd name="T46" fmla="*/ 7 w 31"/>
                <a:gd name="T47" fmla="*/ 13 h 16"/>
                <a:gd name="T48" fmla="*/ 3 w 31"/>
                <a:gd name="T49" fmla="*/ 13 h 16"/>
                <a:gd name="T50" fmla="*/ 3 w 31"/>
                <a:gd name="T51" fmla="*/ 12 h 16"/>
                <a:gd name="T52" fmla="*/ 1 w 31"/>
                <a:gd name="T53" fmla="*/ 13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1" h="16">
                  <a:moveTo>
                    <a:pt x="1" y="13"/>
                  </a:moveTo>
                  <a:cubicBezTo>
                    <a:pt x="0" y="13"/>
                    <a:pt x="2" y="12"/>
                    <a:pt x="3" y="11"/>
                  </a:cubicBezTo>
                  <a:cubicBezTo>
                    <a:pt x="3" y="11"/>
                    <a:pt x="4" y="11"/>
                    <a:pt x="4" y="11"/>
                  </a:cubicBezTo>
                  <a:cubicBezTo>
                    <a:pt x="5" y="11"/>
                    <a:pt x="4" y="10"/>
                    <a:pt x="4" y="10"/>
                  </a:cubicBezTo>
                  <a:cubicBezTo>
                    <a:pt x="5" y="10"/>
                    <a:pt x="6" y="10"/>
                    <a:pt x="6" y="10"/>
                  </a:cubicBezTo>
                  <a:cubicBezTo>
                    <a:pt x="7" y="10"/>
                    <a:pt x="7" y="9"/>
                    <a:pt x="7" y="9"/>
                  </a:cubicBezTo>
                  <a:cubicBezTo>
                    <a:pt x="9" y="9"/>
                    <a:pt x="11" y="9"/>
                    <a:pt x="11" y="9"/>
                  </a:cubicBezTo>
                  <a:cubicBezTo>
                    <a:pt x="12" y="8"/>
                    <a:pt x="11" y="8"/>
                    <a:pt x="13" y="8"/>
                  </a:cubicBezTo>
                  <a:cubicBezTo>
                    <a:pt x="15" y="7"/>
                    <a:pt x="14" y="7"/>
                    <a:pt x="15" y="6"/>
                  </a:cubicBezTo>
                  <a:cubicBezTo>
                    <a:pt x="16" y="6"/>
                    <a:pt x="18" y="7"/>
                    <a:pt x="17" y="5"/>
                  </a:cubicBezTo>
                  <a:cubicBezTo>
                    <a:pt x="19" y="5"/>
                    <a:pt x="19" y="6"/>
                    <a:pt x="20" y="6"/>
                  </a:cubicBezTo>
                  <a:cubicBezTo>
                    <a:pt x="20" y="5"/>
                    <a:pt x="19" y="5"/>
                    <a:pt x="19" y="4"/>
                  </a:cubicBezTo>
                  <a:cubicBezTo>
                    <a:pt x="23" y="4"/>
                    <a:pt x="22" y="2"/>
                    <a:pt x="23" y="1"/>
                  </a:cubicBezTo>
                  <a:cubicBezTo>
                    <a:pt x="24" y="1"/>
                    <a:pt x="27" y="1"/>
                    <a:pt x="26" y="0"/>
                  </a:cubicBezTo>
                  <a:cubicBezTo>
                    <a:pt x="27" y="1"/>
                    <a:pt x="27" y="1"/>
                    <a:pt x="29" y="1"/>
                  </a:cubicBezTo>
                  <a:cubicBezTo>
                    <a:pt x="28" y="3"/>
                    <a:pt x="31" y="3"/>
                    <a:pt x="30" y="4"/>
                  </a:cubicBezTo>
                  <a:cubicBezTo>
                    <a:pt x="29" y="4"/>
                    <a:pt x="30" y="5"/>
                    <a:pt x="29" y="5"/>
                  </a:cubicBezTo>
                  <a:cubicBezTo>
                    <a:pt x="29" y="5"/>
                    <a:pt x="28" y="5"/>
                    <a:pt x="27" y="5"/>
                  </a:cubicBezTo>
                  <a:cubicBezTo>
                    <a:pt x="27" y="5"/>
                    <a:pt x="26" y="7"/>
                    <a:pt x="26" y="8"/>
                  </a:cubicBezTo>
                  <a:cubicBezTo>
                    <a:pt x="24" y="8"/>
                    <a:pt x="24" y="7"/>
                    <a:pt x="22" y="8"/>
                  </a:cubicBezTo>
                  <a:cubicBezTo>
                    <a:pt x="20" y="9"/>
                    <a:pt x="20" y="10"/>
                    <a:pt x="19" y="11"/>
                  </a:cubicBezTo>
                  <a:cubicBezTo>
                    <a:pt x="19" y="12"/>
                    <a:pt x="16" y="12"/>
                    <a:pt x="17" y="13"/>
                  </a:cubicBezTo>
                  <a:cubicBezTo>
                    <a:pt x="16" y="13"/>
                    <a:pt x="16" y="14"/>
                    <a:pt x="15" y="14"/>
                  </a:cubicBezTo>
                  <a:cubicBezTo>
                    <a:pt x="13" y="13"/>
                    <a:pt x="8" y="16"/>
                    <a:pt x="7" y="13"/>
                  </a:cubicBezTo>
                  <a:cubicBezTo>
                    <a:pt x="7" y="13"/>
                    <a:pt x="5" y="14"/>
                    <a:pt x="3" y="13"/>
                  </a:cubicBezTo>
                  <a:cubicBezTo>
                    <a:pt x="3" y="13"/>
                    <a:pt x="2" y="12"/>
                    <a:pt x="3" y="12"/>
                  </a:cubicBezTo>
                  <a:cubicBezTo>
                    <a:pt x="0" y="13"/>
                    <a:pt x="5" y="14"/>
                    <a:pt x="1" y="1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07" name="Freeform 99"/>
            <p:cNvSpPr/>
            <p:nvPr/>
          </p:nvSpPr>
          <p:spPr bwMode="auto">
            <a:xfrm>
              <a:off x="2692400" y="3417888"/>
              <a:ext cx="165100" cy="60325"/>
            </a:xfrm>
            <a:custGeom>
              <a:avLst/>
              <a:gdLst>
                <a:gd name="T0" fmla="*/ 12 w 44"/>
                <a:gd name="T1" fmla="*/ 0 h 16"/>
                <a:gd name="T2" fmla="*/ 17 w 44"/>
                <a:gd name="T3" fmla="*/ 2 h 16"/>
                <a:gd name="T4" fmla="*/ 20 w 44"/>
                <a:gd name="T5" fmla="*/ 2 h 16"/>
                <a:gd name="T6" fmla="*/ 22 w 44"/>
                <a:gd name="T7" fmla="*/ 2 h 16"/>
                <a:gd name="T8" fmla="*/ 23 w 44"/>
                <a:gd name="T9" fmla="*/ 3 h 16"/>
                <a:gd name="T10" fmla="*/ 26 w 44"/>
                <a:gd name="T11" fmla="*/ 4 h 16"/>
                <a:gd name="T12" fmla="*/ 29 w 44"/>
                <a:gd name="T13" fmla="*/ 4 h 16"/>
                <a:gd name="T14" fmla="*/ 35 w 44"/>
                <a:gd name="T15" fmla="*/ 5 h 16"/>
                <a:gd name="T16" fmla="*/ 35 w 44"/>
                <a:gd name="T17" fmla="*/ 6 h 16"/>
                <a:gd name="T18" fmla="*/ 38 w 44"/>
                <a:gd name="T19" fmla="*/ 6 h 16"/>
                <a:gd name="T20" fmla="*/ 38 w 44"/>
                <a:gd name="T21" fmla="*/ 7 h 16"/>
                <a:gd name="T22" fmla="*/ 44 w 44"/>
                <a:gd name="T23" fmla="*/ 9 h 16"/>
                <a:gd name="T24" fmla="*/ 43 w 44"/>
                <a:gd name="T25" fmla="*/ 11 h 16"/>
                <a:gd name="T26" fmla="*/ 41 w 44"/>
                <a:gd name="T27" fmla="*/ 10 h 16"/>
                <a:gd name="T28" fmla="*/ 36 w 44"/>
                <a:gd name="T29" fmla="*/ 12 h 16"/>
                <a:gd name="T30" fmla="*/ 35 w 44"/>
                <a:gd name="T31" fmla="*/ 13 h 16"/>
                <a:gd name="T32" fmla="*/ 33 w 44"/>
                <a:gd name="T33" fmla="*/ 14 h 16"/>
                <a:gd name="T34" fmla="*/ 27 w 44"/>
                <a:gd name="T35" fmla="*/ 14 h 16"/>
                <a:gd name="T36" fmla="*/ 27 w 44"/>
                <a:gd name="T37" fmla="*/ 14 h 16"/>
                <a:gd name="T38" fmla="*/ 23 w 44"/>
                <a:gd name="T39" fmla="*/ 15 h 16"/>
                <a:gd name="T40" fmla="*/ 22 w 44"/>
                <a:gd name="T41" fmla="*/ 14 h 16"/>
                <a:gd name="T42" fmla="*/ 16 w 44"/>
                <a:gd name="T43" fmla="*/ 14 h 16"/>
                <a:gd name="T44" fmla="*/ 14 w 44"/>
                <a:gd name="T45" fmla="*/ 13 h 16"/>
                <a:gd name="T46" fmla="*/ 17 w 44"/>
                <a:gd name="T47" fmla="*/ 12 h 16"/>
                <a:gd name="T48" fmla="*/ 12 w 44"/>
                <a:gd name="T49" fmla="*/ 11 h 16"/>
                <a:gd name="T50" fmla="*/ 15 w 44"/>
                <a:gd name="T51" fmla="*/ 10 h 16"/>
                <a:gd name="T52" fmla="*/ 17 w 44"/>
                <a:gd name="T53" fmla="*/ 9 h 16"/>
                <a:gd name="T54" fmla="*/ 20 w 44"/>
                <a:gd name="T55" fmla="*/ 10 h 16"/>
                <a:gd name="T56" fmla="*/ 19 w 44"/>
                <a:gd name="T57" fmla="*/ 8 h 16"/>
                <a:gd name="T58" fmla="*/ 10 w 44"/>
                <a:gd name="T59" fmla="*/ 9 h 16"/>
                <a:gd name="T60" fmla="*/ 7 w 44"/>
                <a:gd name="T61" fmla="*/ 9 h 16"/>
                <a:gd name="T62" fmla="*/ 5 w 44"/>
                <a:gd name="T63" fmla="*/ 8 h 16"/>
                <a:gd name="T64" fmla="*/ 1 w 44"/>
                <a:gd name="T65" fmla="*/ 7 h 16"/>
                <a:gd name="T66" fmla="*/ 0 w 44"/>
                <a:gd name="T67" fmla="*/ 5 h 16"/>
                <a:gd name="T68" fmla="*/ 3 w 44"/>
                <a:gd name="T69" fmla="*/ 4 h 16"/>
                <a:gd name="T70" fmla="*/ 5 w 44"/>
                <a:gd name="T71" fmla="*/ 3 h 16"/>
                <a:gd name="T72" fmla="*/ 6 w 44"/>
                <a:gd name="T73" fmla="*/ 2 h 16"/>
                <a:gd name="T74" fmla="*/ 8 w 44"/>
                <a:gd name="T75" fmla="*/ 2 h 16"/>
                <a:gd name="T76" fmla="*/ 10 w 44"/>
                <a:gd name="T77" fmla="*/ 1 h 16"/>
                <a:gd name="T78" fmla="*/ 12 w 44"/>
                <a:gd name="T79" fmla="*/ 0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4" h="16">
                  <a:moveTo>
                    <a:pt x="12" y="0"/>
                  </a:moveTo>
                  <a:cubicBezTo>
                    <a:pt x="13" y="1"/>
                    <a:pt x="16" y="1"/>
                    <a:pt x="17" y="2"/>
                  </a:cubicBezTo>
                  <a:cubicBezTo>
                    <a:pt x="18" y="2"/>
                    <a:pt x="19" y="2"/>
                    <a:pt x="20" y="2"/>
                  </a:cubicBezTo>
                  <a:cubicBezTo>
                    <a:pt x="20" y="3"/>
                    <a:pt x="21" y="2"/>
                    <a:pt x="22" y="2"/>
                  </a:cubicBezTo>
                  <a:cubicBezTo>
                    <a:pt x="22" y="3"/>
                    <a:pt x="22" y="3"/>
                    <a:pt x="23" y="3"/>
                  </a:cubicBezTo>
                  <a:cubicBezTo>
                    <a:pt x="24" y="2"/>
                    <a:pt x="24" y="3"/>
                    <a:pt x="26" y="4"/>
                  </a:cubicBezTo>
                  <a:cubicBezTo>
                    <a:pt x="26" y="4"/>
                    <a:pt x="28" y="4"/>
                    <a:pt x="29" y="4"/>
                  </a:cubicBezTo>
                  <a:cubicBezTo>
                    <a:pt x="29" y="4"/>
                    <a:pt x="31" y="6"/>
                    <a:pt x="35" y="5"/>
                  </a:cubicBezTo>
                  <a:cubicBezTo>
                    <a:pt x="35" y="5"/>
                    <a:pt x="35" y="6"/>
                    <a:pt x="35" y="6"/>
                  </a:cubicBezTo>
                  <a:cubicBezTo>
                    <a:pt x="35" y="7"/>
                    <a:pt x="37" y="6"/>
                    <a:pt x="38" y="6"/>
                  </a:cubicBezTo>
                  <a:cubicBezTo>
                    <a:pt x="38" y="7"/>
                    <a:pt x="37" y="7"/>
                    <a:pt x="38" y="7"/>
                  </a:cubicBezTo>
                  <a:cubicBezTo>
                    <a:pt x="39" y="8"/>
                    <a:pt x="41" y="8"/>
                    <a:pt x="44" y="9"/>
                  </a:cubicBezTo>
                  <a:cubicBezTo>
                    <a:pt x="43" y="10"/>
                    <a:pt x="43" y="11"/>
                    <a:pt x="43" y="11"/>
                  </a:cubicBezTo>
                  <a:cubicBezTo>
                    <a:pt x="42" y="11"/>
                    <a:pt x="40" y="10"/>
                    <a:pt x="41" y="10"/>
                  </a:cubicBezTo>
                  <a:cubicBezTo>
                    <a:pt x="39" y="11"/>
                    <a:pt x="38" y="11"/>
                    <a:pt x="36" y="12"/>
                  </a:cubicBezTo>
                  <a:cubicBezTo>
                    <a:pt x="35" y="12"/>
                    <a:pt x="35" y="12"/>
                    <a:pt x="35" y="13"/>
                  </a:cubicBezTo>
                  <a:cubicBezTo>
                    <a:pt x="33" y="13"/>
                    <a:pt x="33" y="13"/>
                    <a:pt x="33" y="14"/>
                  </a:cubicBezTo>
                  <a:cubicBezTo>
                    <a:pt x="29" y="14"/>
                    <a:pt x="29" y="13"/>
                    <a:pt x="27" y="14"/>
                  </a:cubicBezTo>
                  <a:cubicBezTo>
                    <a:pt x="26" y="14"/>
                    <a:pt x="26" y="14"/>
                    <a:pt x="27" y="14"/>
                  </a:cubicBezTo>
                  <a:cubicBezTo>
                    <a:pt x="26" y="16"/>
                    <a:pt x="23" y="13"/>
                    <a:pt x="23" y="15"/>
                  </a:cubicBezTo>
                  <a:cubicBezTo>
                    <a:pt x="22" y="15"/>
                    <a:pt x="22" y="14"/>
                    <a:pt x="22" y="14"/>
                  </a:cubicBezTo>
                  <a:cubicBezTo>
                    <a:pt x="20" y="15"/>
                    <a:pt x="19" y="13"/>
                    <a:pt x="16" y="14"/>
                  </a:cubicBezTo>
                  <a:cubicBezTo>
                    <a:pt x="16" y="13"/>
                    <a:pt x="15" y="13"/>
                    <a:pt x="14" y="13"/>
                  </a:cubicBezTo>
                  <a:cubicBezTo>
                    <a:pt x="14" y="12"/>
                    <a:pt x="17" y="13"/>
                    <a:pt x="17" y="12"/>
                  </a:cubicBezTo>
                  <a:cubicBezTo>
                    <a:pt x="17" y="11"/>
                    <a:pt x="13" y="11"/>
                    <a:pt x="12" y="11"/>
                  </a:cubicBezTo>
                  <a:cubicBezTo>
                    <a:pt x="11" y="10"/>
                    <a:pt x="14" y="11"/>
                    <a:pt x="15" y="10"/>
                  </a:cubicBezTo>
                  <a:cubicBezTo>
                    <a:pt x="15" y="10"/>
                    <a:pt x="17" y="9"/>
                    <a:pt x="17" y="9"/>
                  </a:cubicBezTo>
                  <a:cubicBezTo>
                    <a:pt x="18" y="9"/>
                    <a:pt x="18" y="10"/>
                    <a:pt x="20" y="10"/>
                  </a:cubicBezTo>
                  <a:cubicBezTo>
                    <a:pt x="20" y="9"/>
                    <a:pt x="19" y="9"/>
                    <a:pt x="19" y="8"/>
                  </a:cubicBezTo>
                  <a:cubicBezTo>
                    <a:pt x="18" y="9"/>
                    <a:pt x="12" y="8"/>
                    <a:pt x="10" y="9"/>
                  </a:cubicBezTo>
                  <a:cubicBezTo>
                    <a:pt x="8" y="10"/>
                    <a:pt x="10" y="9"/>
                    <a:pt x="7" y="9"/>
                  </a:cubicBezTo>
                  <a:cubicBezTo>
                    <a:pt x="4" y="8"/>
                    <a:pt x="2" y="9"/>
                    <a:pt x="5" y="8"/>
                  </a:cubicBezTo>
                  <a:cubicBezTo>
                    <a:pt x="5" y="7"/>
                    <a:pt x="2" y="8"/>
                    <a:pt x="1" y="7"/>
                  </a:cubicBezTo>
                  <a:cubicBezTo>
                    <a:pt x="2" y="6"/>
                    <a:pt x="4" y="4"/>
                    <a:pt x="0" y="5"/>
                  </a:cubicBezTo>
                  <a:cubicBezTo>
                    <a:pt x="0" y="5"/>
                    <a:pt x="1" y="4"/>
                    <a:pt x="3" y="4"/>
                  </a:cubicBezTo>
                  <a:cubicBezTo>
                    <a:pt x="4" y="4"/>
                    <a:pt x="4" y="3"/>
                    <a:pt x="5" y="3"/>
                  </a:cubicBezTo>
                  <a:cubicBezTo>
                    <a:pt x="6" y="3"/>
                    <a:pt x="5" y="2"/>
                    <a:pt x="6" y="2"/>
                  </a:cubicBezTo>
                  <a:cubicBezTo>
                    <a:pt x="6" y="2"/>
                    <a:pt x="7" y="2"/>
                    <a:pt x="8" y="2"/>
                  </a:cubicBezTo>
                  <a:cubicBezTo>
                    <a:pt x="9" y="2"/>
                    <a:pt x="9" y="1"/>
                    <a:pt x="10" y="1"/>
                  </a:cubicBezTo>
                  <a:cubicBezTo>
                    <a:pt x="10" y="0"/>
                    <a:pt x="12" y="1"/>
                    <a:pt x="12"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08" name="Freeform 100"/>
            <p:cNvSpPr/>
            <p:nvPr/>
          </p:nvSpPr>
          <p:spPr bwMode="auto">
            <a:xfrm>
              <a:off x="4314825" y="3440113"/>
              <a:ext cx="214313" cy="52388"/>
            </a:xfrm>
            <a:custGeom>
              <a:avLst/>
              <a:gdLst>
                <a:gd name="T0" fmla="*/ 19 w 57"/>
                <a:gd name="T1" fmla="*/ 10 h 14"/>
                <a:gd name="T2" fmla="*/ 18 w 57"/>
                <a:gd name="T3" fmla="*/ 10 h 14"/>
                <a:gd name="T4" fmla="*/ 13 w 57"/>
                <a:gd name="T5" fmla="*/ 10 h 14"/>
                <a:gd name="T6" fmla="*/ 16 w 57"/>
                <a:gd name="T7" fmla="*/ 9 h 14"/>
                <a:gd name="T8" fmla="*/ 21 w 57"/>
                <a:gd name="T9" fmla="*/ 7 h 14"/>
                <a:gd name="T10" fmla="*/ 19 w 57"/>
                <a:gd name="T11" fmla="*/ 5 h 14"/>
                <a:gd name="T12" fmla="*/ 15 w 57"/>
                <a:gd name="T13" fmla="*/ 5 h 14"/>
                <a:gd name="T14" fmla="*/ 10 w 57"/>
                <a:gd name="T15" fmla="*/ 7 h 14"/>
                <a:gd name="T16" fmla="*/ 3 w 57"/>
                <a:gd name="T17" fmla="*/ 7 h 14"/>
                <a:gd name="T18" fmla="*/ 4 w 57"/>
                <a:gd name="T19" fmla="*/ 3 h 14"/>
                <a:gd name="T20" fmla="*/ 2 w 57"/>
                <a:gd name="T21" fmla="*/ 4 h 14"/>
                <a:gd name="T22" fmla="*/ 1 w 57"/>
                <a:gd name="T23" fmla="*/ 1 h 14"/>
                <a:gd name="T24" fmla="*/ 3 w 57"/>
                <a:gd name="T25" fmla="*/ 2 h 14"/>
                <a:gd name="T26" fmla="*/ 9 w 57"/>
                <a:gd name="T27" fmla="*/ 1 h 14"/>
                <a:gd name="T28" fmla="*/ 10 w 57"/>
                <a:gd name="T29" fmla="*/ 2 h 14"/>
                <a:gd name="T30" fmla="*/ 18 w 57"/>
                <a:gd name="T31" fmla="*/ 3 h 14"/>
                <a:gd name="T32" fmla="*/ 20 w 57"/>
                <a:gd name="T33" fmla="*/ 1 h 14"/>
                <a:gd name="T34" fmla="*/ 30 w 57"/>
                <a:gd name="T35" fmla="*/ 1 h 14"/>
                <a:gd name="T36" fmla="*/ 31 w 57"/>
                <a:gd name="T37" fmla="*/ 1 h 14"/>
                <a:gd name="T38" fmla="*/ 35 w 57"/>
                <a:gd name="T39" fmla="*/ 3 h 14"/>
                <a:gd name="T40" fmla="*/ 34 w 57"/>
                <a:gd name="T41" fmla="*/ 4 h 14"/>
                <a:gd name="T42" fmla="*/ 39 w 57"/>
                <a:gd name="T43" fmla="*/ 3 h 14"/>
                <a:gd name="T44" fmla="*/ 45 w 57"/>
                <a:gd name="T45" fmla="*/ 4 h 14"/>
                <a:gd name="T46" fmla="*/ 46 w 57"/>
                <a:gd name="T47" fmla="*/ 5 h 14"/>
                <a:gd name="T48" fmla="*/ 47 w 57"/>
                <a:gd name="T49" fmla="*/ 6 h 14"/>
                <a:gd name="T50" fmla="*/ 48 w 57"/>
                <a:gd name="T51" fmla="*/ 7 h 14"/>
                <a:gd name="T52" fmla="*/ 50 w 57"/>
                <a:gd name="T53" fmla="*/ 7 h 14"/>
                <a:gd name="T54" fmla="*/ 50 w 57"/>
                <a:gd name="T55" fmla="*/ 8 h 14"/>
                <a:gd name="T56" fmla="*/ 52 w 57"/>
                <a:gd name="T57" fmla="*/ 8 h 14"/>
                <a:gd name="T58" fmla="*/ 53 w 57"/>
                <a:gd name="T59" fmla="*/ 9 h 14"/>
                <a:gd name="T60" fmla="*/ 56 w 57"/>
                <a:gd name="T61" fmla="*/ 9 h 14"/>
                <a:gd name="T62" fmla="*/ 53 w 57"/>
                <a:gd name="T63" fmla="*/ 10 h 14"/>
                <a:gd name="T64" fmla="*/ 53 w 57"/>
                <a:gd name="T65" fmla="*/ 11 h 14"/>
                <a:gd name="T66" fmla="*/ 43 w 57"/>
                <a:gd name="T67" fmla="*/ 11 h 14"/>
                <a:gd name="T68" fmla="*/ 43 w 57"/>
                <a:gd name="T69" fmla="*/ 8 h 14"/>
                <a:gd name="T70" fmla="*/ 33 w 57"/>
                <a:gd name="T71" fmla="*/ 7 h 14"/>
                <a:gd name="T72" fmla="*/ 32 w 57"/>
                <a:gd name="T73" fmla="*/ 9 h 14"/>
                <a:gd name="T74" fmla="*/ 30 w 57"/>
                <a:gd name="T75" fmla="*/ 9 h 14"/>
                <a:gd name="T76" fmla="*/ 28 w 57"/>
                <a:gd name="T77" fmla="*/ 10 h 14"/>
                <a:gd name="T78" fmla="*/ 29 w 57"/>
                <a:gd name="T79" fmla="*/ 10 h 14"/>
                <a:gd name="T80" fmla="*/ 26 w 57"/>
                <a:gd name="T81" fmla="*/ 11 h 14"/>
                <a:gd name="T82" fmla="*/ 26 w 57"/>
                <a:gd name="T83" fmla="*/ 13 h 14"/>
                <a:gd name="T84" fmla="*/ 14 w 57"/>
                <a:gd name="T85" fmla="*/ 12 h 14"/>
                <a:gd name="T86" fmla="*/ 17 w 57"/>
                <a:gd name="T87" fmla="*/ 11 h 14"/>
                <a:gd name="T88" fmla="*/ 20 w 57"/>
                <a:gd name="T89" fmla="*/ 11 h 14"/>
                <a:gd name="T90" fmla="*/ 19 w 57"/>
                <a:gd name="T91" fmla="*/ 10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57" h="14">
                  <a:moveTo>
                    <a:pt x="19" y="10"/>
                  </a:moveTo>
                  <a:cubicBezTo>
                    <a:pt x="19" y="9"/>
                    <a:pt x="18" y="10"/>
                    <a:pt x="18" y="10"/>
                  </a:cubicBezTo>
                  <a:cubicBezTo>
                    <a:pt x="16" y="10"/>
                    <a:pt x="15" y="9"/>
                    <a:pt x="13" y="10"/>
                  </a:cubicBezTo>
                  <a:cubicBezTo>
                    <a:pt x="13" y="9"/>
                    <a:pt x="14" y="9"/>
                    <a:pt x="16" y="9"/>
                  </a:cubicBezTo>
                  <a:cubicBezTo>
                    <a:pt x="17" y="8"/>
                    <a:pt x="19" y="7"/>
                    <a:pt x="21" y="7"/>
                  </a:cubicBezTo>
                  <a:cubicBezTo>
                    <a:pt x="21" y="6"/>
                    <a:pt x="19" y="6"/>
                    <a:pt x="19" y="5"/>
                  </a:cubicBezTo>
                  <a:cubicBezTo>
                    <a:pt x="18" y="5"/>
                    <a:pt x="15" y="7"/>
                    <a:pt x="15" y="5"/>
                  </a:cubicBezTo>
                  <a:cubicBezTo>
                    <a:pt x="13" y="6"/>
                    <a:pt x="12" y="7"/>
                    <a:pt x="10" y="7"/>
                  </a:cubicBezTo>
                  <a:cubicBezTo>
                    <a:pt x="6" y="7"/>
                    <a:pt x="6" y="6"/>
                    <a:pt x="3" y="7"/>
                  </a:cubicBezTo>
                  <a:cubicBezTo>
                    <a:pt x="5" y="6"/>
                    <a:pt x="5" y="5"/>
                    <a:pt x="4" y="3"/>
                  </a:cubicBezTo>
                  <a:cubicBezTo>
                    <a:pt x="2" y="3"/>
                    <a:pt x="2" y="3"/>
                    <a:pt x="2" y="4"/>
                  </a:cubicBezTo>
                  <a:cubicBezTo>
                    <a:pt x="0" y="4"/>
                    <a:pt x="1" y="2"/>
                    <a:pt x="1" y="1"/>
                  </a:cubicBezTo>
                  <a:cubicBezTo>
                    <a:pt x="2" y="1"/>
                    <a:pt x="2" y="1"/>
                    <a:pt x="3" y="2"/>
                  </a:cubicBezTo>
                  <a:cubicBezTo>
                    <a:pt x="3" y="1"/>
                    <a:pt x="8" y="2"/>
                    <a:pt x="9" y="1"/>
                  </a:cubicBezTo>
                  <a:cubicBezTo>
                    <a:pt x="10" y="1"/>
                    <a:pt x="9" y="2"/>
                    <a:pt x="10" y="2"/>
                  </a:cubicBezTo>
                  <a:cubicBezTo>
                    <a:pt x="13" y="3"/>
                    <a:pt x="17" y="0"/>
                    <a:pt x="18" y="3"/>
                  </a:cubicBezTo>
                  <a:cubicBezTo>
                    <a:pt x="20" y="3"/>
                    <a:pt x="21" y="2"/>
                    <a:pt x="20" y="1"/>
                  </a:cubicBezTo>
                  <a:cubicBezTo>
                    <a:pt x="23" y="1"/>
                    <a:pt x="26" y="1"/>
                    <a:pt x="30" y="1"/>
                  </a:cubicBezTo>
                  <a:cubicBezTo>
                    <a:pt x="31" y="1"/>
                    <a:pt x="31" y="2"/>
                    <a:pt x="31" y="1"/>
                  </a:cubicBezTo>
                  <a:cubicBezTo>
                    <a:pt x="33" y="2"/>
                    <a:pt x="31" y="4"/>
                    <a:pt x="35" y="3"/>
                  </a:cubicBezTo>
                  <a:cubicBezTo>
                    <a:pt x="35" y="3"/>
                    <a:pt x="34" y="3"/>
                    <a:pt x="34" y="4"/>
                  </a:cubicBezTo>
                  <a:cubicBezTo>
                    <a:pt x="36" y="4"/>
                    <a:pt x="39" y="4"/>
                    <a:pt x="39" y="3"/>
                  </a:cubicBezTo>
                  <a:cubicBezTo>
                    <a:pt x="40" y="4"/>
                    <a:pt x="41" y="5"/>
                    <a:pt x="45" y="4"/>
                  </a:cubicBezTo>
                  <a:cubicBezTo>
                    <a:pt x="44" y="5"/>
                    <a:pt x="45" y="5"/>
                    <a:pt x="46" y="5"/>
                  </a:cubicBezTo>
                  <a:cubicBezTo>
                    <a:pt x="47" y="5"/>
                    <a:pt x="46" y="6"/>
                    <a:pt x="47" y="6"/>
                  </a:cubicBezTo>
                  <a:cubicBezTo>
                    <a:pt x="49" y="6"/>
                    <a:pt x="48" y="6"/>
                    <a:pt x="48" y="7"/>
                  </a:cubicBezTo>
                  <a:cubicBezTo>
                    <a:pt x="49" y="7"/>
                    <a:pt x="50" y="7"/>
                    <a:pt x="50" y="7"/>
                  </a:cubicBezTo>
                  <a:cubicBezTo>
                    <a:pt x="51" y="7"/>
                    <a:pt x="50" y="7"/>
                    <a:pt x="50" y="8"/>
                  </a:cubicBezTo>
                  <a:cubicBezTo>
                    <a:pt x="50" y="8"/>
                    <a:pt x="52" y="7"/>
                    <a:pt x="52" y="8"/>
                  </a:cubicBezTo>
                  <a:cubicBezTo>
                    <a:pt x="53" y="8"/>
                    <a:pt x="52" y="9"/>
                    <a:pt x="53" y="9"/>
                  </a:cubicBezTo>
                  <a:cubicBezTo>
                    <a:pt x="55" y="9"/>
                    <a:pt x="56" y="8"/>
                    <a:pt x="56" y="9"/>
                  </a:cubicBezTo>
                  <a:cubicBezTo>
                    <a:pt x="57" y="10"/>
                    <a:pt x="54" y="10"/>
                    <a:pt x="53" y="10"/>
                  </a:cubicBezTo>
                  <a:cubicBezTo>
                    <a:pt x="53" y="10"/>
                    <a:pt x="53" y="11"/>
                    <a:pt x="53" y="11"/>
                  </a:cubicBezTo>
                  <a:cubicBezTo>
                    <a:pt x="51" y="11"/>
                    <a:pt x="46" y="10"/>
                    <a:pt x="43" y="11"/>
                  </a:cubicBezTo>
                  <a:cubicBezTo>
                    <a:pt x="42" y="9"/>
                    <a:pt x="43" y="9"/>
                    <a:pt x="43" y="8"/>
                  </a:cubicBezTo>
                  <a:cubicBezTo>
                    <a:pt x="42" y="6"/>
                    <a:pt x="36" y="6"/>
                    <a:pt x="33" y="7"/>
                  </a:cubicBezTo>
                  <a:cubicBezTo>
                    <a:pt x="32" y="7"/>
                    <a:pt x="33" y="8"/>
                    <a:pt x="32" y="9"/>
                  </a:cubicBezTo>
                  <a:cubicBezTo>
                    <a:pt x="32" y="9"/>
                    <a:pt x="31" y="8"/>
                    <a:pt x="30" y="9"/>
                  </a:cubicBezTo>
                  <a:cubicBezTo>
                    <a:pt x="30" y="9"/>
                    <a:pt x="30" y="10"/>
                    <a:pt x="28" y="10"/>
                  </a:cubicBezTo>
                  <a:cubicBezTo>
                    <a:pt x="28" y="10"/>
                    <a:pt x="29" y="10"/>
                    <a:pt x="29" y="10"/>
                  </a:cubicBezTo>
                  <a:cubicBezTo>
                    <a:pt x="29" y="11"/>
                    <a:pt x="28" y="10"/>
                    <a:pt x="26" y="11"/>
                  </a:cubicBezTo>
                  <a:cubicBezTo>
                    <a:pt x="25" y="12"/>
                    <a:pt x="26" y="12"/>
                    <a:pt x="26" y="13"/>
                  </a:cubicBezTo>
                  <a:cubicBezTo>
                    <a:pt x="23" y="14"/>
                    <a:pt x="14" y="14"/>
                    <a:pt x="14" y="12"/>
                  </a:cubicBezTo>
                  <a:cubicBezTo>
                    <a:pt x="15" y="12"/>
                    <a:pt x="16" y="11"/>
                    <a:pt x="17" y="11"/>
                  </a:cubicBezTo>
                  <a:cubicBezTo>
                    <a:pt x="19" y="11"/>
                    <a:pt x="19" y="11"/>
                    <a:pt x="20" y="11"/>
                  </a:cubicBezTo>
                  <a:cubicBezTo>
                    <a:pt x="20" y="10"/>
                    <a:pt x="18" y="10"/>
                    <a:pt x="19"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09" name="Freeform 101"/>
            <p:cNvSpPr/>
            <p:nvPr/>
          </p:nvSpPr>
          <p:spPr bwMode="auto">
            <a:xfrm>
              <a:off x="2293938" y="3481388"/>
              <a:ext cx="101600" cy="26988"/>
            </a:xfrm>
            <a:custGeom>
              <a:avLst/>
              <a:gdLst>
                <a:gd name="T0" fmla="*/ 27 w 27"/>
                <a:gd name="T1" fmla="*/ 1 h 7"/>
                <a:gd name="T2" fmla="*/ 27 w 27"/>
                <a:gd name="T3" fmla="*/ 2 h 7"/>
                <a:gd name="T4" fmla="*/ 25 w 27"/>
                <a:gd name="T5" fmla="*/ 2 h 7"/>
                <a:gd name="T6" fmla="*/ 25 w 27"/>
                <a:gd name="T7" fmla="*/ 4 h 7"/>
                <a:gd name="T8" fmla="*/ 22 w 27"/>
                <a:gd name="T9" fmla="*/ 5 h 7"/>
                <a:gd name="T10" fmla="*/ 19 w 27"/>
                <a:gd name="T11" fmla="*/ 3 h 7"/>
                <a:gd name="T12" fmla="*/ 16 w 27"/>
                <a:gd name="T13" fmla="*/ 4 h 7"/>
                <a:gd name="T14" fmla="*/ 12 w 27"/>
                <a:gd name="T15" fmla="*/ 6 h 7"/>
                <a:gd name="T16" fmla="*/ 1 w 27"/>
                <a:gd name="T17" fmla="*/ 6 h 7"/>
                <a:gd name="T18" fmla="*/ 0 w 27"/>
                <a:gd name="T19" fmla="*/ 4 h 7"/>
                <a:gd name="T20" fmla="*/ 4 w 27"/>
                <a:gd name="T21" fmla="*/ 5 h 7"/>
                <a:gd name="T22" fmla="*/ 8 w 27"/>
                <a:gd name="T23" fmla="*/ 3 h 7"/>
                <a:gd name="T24" fmla="*/ 10 w 27"/>
                <a:gd name="T25" fmla="*/ 2 h 7"/>
                <a:gd name="T26" fmla="*/ 13 w 27"/>
                <a:gd name="T27" fmla="*/ 2 h 7"/>
                <a:gd name="T28" fmla="*/ 14 w 27"/>
                <a:gd name="T29" fmla="*/ 2 h 7"/>
                <a:gd name="T30" fmla="*/ 16 w 27"/>
                <a:gd name="T31" fmla="*/ 1 h 7"/>
                <a:gd name="T32" fmla="*/ 20 w 27"/>
                <a:gd name="T33" fmla="*/ 1 h 7"/>
                <a:gd name="T34" fmla="*/ 27 w 27"/>
                <a:gd name="T35" fmla="*/ 1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 h="7">
                  <a:moveTo>
                    <a:pt x="27" y="1"/>
                  </a:moveTo>
                  <a:cubicBezTo>
                    <a:pt x="26" y="1"/>
                    <a:pt x="27" y="2"/>
                    <a:pt x="27" y="2"/>
                  </a:cubicBezTo>
                  <a:cubicBezTo>
                    <a:pt x="26" y="3"/>
                    <a:pt x="25" y="2"/>
                    <a:pt x="25" y="2"/>
                  </a:cubicBezTo>
                  <a:cubicBezTo>
                    <a:pt x="25" y="3"/>
                    <a:pt x="26" y="4"/>
                    <a:pt x="25" y="4"/>
                  </a:cubicBezTo>
                  <a:cubicBezTo>
                    <a:pt x="24" y="4"/>
                    <a:pt x="22" y="3"/>
                    <a:pt x="22" y="5"/>
                  </a:cubicBezTo>
                  <a:cubicBezTo>
                    <a:pt x="20" y="5"/>
                    <a:pt x="21" y="3"/>
                    <a:pt x="19" y="3"/>
                  </a:cubicBezTo>
                  <a:cubicBezTo>
                    <a:pt x="17" y="3"/>
                    <a:pt x="17" y="4"/>
                    <a:pt x="16" y="4"/>
                  </a:cubicBezTo>
                  <a:cubicBezTo>
                    <a:pt x="15" y="5"/>
                    <a:pt x="12" y="5"/>
                    <a:pt x="12" y="6"/>
                  </a:cubicBezTo>
                  <a:cubicBezTo>
                    <a:pt x="8" y="7"/>
                    <a:pt x="6" y="7"/>
                    <a:pt x="1" y="6"/>
                  </a:cubicBezTo>
                  <a:cubicBezTo>
                    <a:pt x="1" y="5"/>
                    <a:pt x="0" y="5"/>
                    <a:pt x="0" y="4"/>
                  </a:cubicBezTo>
                  <a:cubicBezTo>
                    <a:pt x="1" y="5"/>
                    <a:pt x="2" y="5"/>
                    <a:pt x="4" y="5"/>
                  </a:cubicBezTo>
                  <a:cubicBezTo>
                    <a:pt x="6" y="5"/>
                    <a:pt x="6" y="4"/>
                    <a:pt x="8" y="3"/>
                  </a:cubicBezTo>
                  <a:cubicBezTo>
                    <a:pt x="8" y="3"/>
                    <a:pt x="9" y="2"/>
                    <a:pt x="10" y="2"/>
                  </a:cubicBezTo>
                  <a:cubicBezTo>
                    <a:pt x="12" y="3"/>
                    <a:pt x="10" y="2"/>
                    <a:pt x="13" y="2"/>
                  </a:cubicBezTo>
                  <a:cubicBezTo>
                    <a:pt x="13" y="2"/>
                    <a:pt x="14" y="2"/>
                    <a:pt x="14" y="2"/>
                  </a:cubicBezTo>
                  <a:cubicBezTo>
                    <a:pt x="14" y="2"/>
                    <a:pt x="16" y="1"/>
                    <a:pt x="16" y="1"/>
                  </a:cubicBezTo>
                  <a:cubicBezTo>
                    <a:pt x="17" y="1"/>
                    <a:pt x="19" y="1"/>
                    <a:pt x="20" y="1"/>
                  </a:cubicBezTo>
                  <a:cubicBezTo>
                    <a:pt x="21" y="1"/>
                    <a:pt x="24" y="0"/>
                    <a:pt x="27"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10" name="Freeform 102"/>
            <p:cNvSpPr/>
            <p:nvPr/>
          </p:nvSpPr>
          <p:spPr bwMode="auto">
            <a:xfrm>
              <a:off x="2571750" y="3492500"/>
              <a:ext cx="104775" cy="26988"/>
            </a:xfrm>
            <a:custGeom>
              <a:avLst/>
              <a:gdLst>
                <a:gd name="T0" fmla="*/ 25 w 28"/>
                <a:gd name="T1" fmla="*/ 0 h 7"/>
                <a:gd name="T2" fmla="*/ 28 w 28"/>
                <a:gd name="T3" fmla="*/ 5 h 7"/>
                <a:gd name="T4" fmla="*/ 26 w 28"/>
                <a:gd name="T5" fmla="*/ 4 h 7"/>
                <a:gd name="T6" fmla="*/ 26 w 28"/>
                <a:gd name="T7" fmla="*/ 6 h 7"/>
                <a:gd name="T8" fmla="*/ 22 w 28"/>
                <a:gd name="T9" fmla="*/ 6 h 7"/>
                <a:gd name="T10" fmla="*/ 21 w 28"/>
                <a:gd name="T11" fmla="*/ 7 h 7"/>
                <a:gd name="T12" fmla="*/ 18 w 28"/>
                <a:gd name="T13" fmla="*/ 7 h 7"/>
                <a:gd name="T14" fmla="*/ 18 w 28"/>
                <a:gd name="T15" fmla="*/ 5 h 7"/>
                <a:gd name="T16" fmla="*/ 8 w 28"/>
                <a:gd name="T17" fmla="*/ 4 h 7"/>
                <a:gd name="T18" fmla="*/ 0 w 28"/>
                <a:gd name="T19" fmla="*/ 2 h 7"/>
                <a:gd name="T20" fmla="*/ 1 w 28"/>
                <a:gd name="T21" fmla="*/ 1 h 7"/>
                <a:gd name="T22" fmla="*/ 3 w 28"/>
                <a:gd name="T23" fmla="*/ 1 h 7"/>
                <a:gd name="T24" fmla="*/ 8 w 28"/>
                <a:gd name="T25" fmla="*/ 2 h 7"/>
                <a:gd name="T26" fmla="*/ 10 w 28"/>
                <a:gd name="T27" fmla="*/ 2 h 7"/>
                <a:gd name="T28" fmla="*/ 11 w 28"/>
                <a:gd name="T29" fmla="*/ 3 h 7"/>
                <a:gd name="T30" fmla="*/ 12 w 28"/>
                <a:gd name="T31" fmla="*/ 1 h 7"/>
                <a:gd name="T32" fmla="*/ 14 w 28"/>
                <a:gd name="T33" fmla="*/ 2 h 7"/>
                <a:gd name="T34" fmla="*/ 25 w 28"/>
                <a:gd name="T35"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8" h="7">
                  <a:moveTo>
                    <a:pt x="25" y="0"/>
                  </a:moveTo>
                  <a:cubicBezTo>
                    <a:pt x="24" y="3"/>
                    <a:pt x="28" y="3"/>
                    <a:pt x="28" y="5"/>
                  </a:cubicBezTo>
                  <a:cubicBezTo>
                    <a:pt x="28" y="5"/>
                    <a:pt x="26" y="4"/>
                    <a:pt x="26" y="4"/>
                  </a:cubicBezTo>
                  <a:cubicBezTo>
                    <a:pt x="26" y="5"/>
                    <a:pt x="26" y="6"/>
                    <a:pt x="26" y="6"/>
                  </a:cubicBezTo>
                  <a:cubicBezTo>
                    <a:pt x="25" y="6"/>
                    <a:pt x="23" y="6"/>
                    <a:pt x="22" y="6"/>
                  </a:cubicBezTo>
                  <a:cubicBezTo>
                    <a:pt x="22" y="6"/>
                    <a:pt x="22" y="7"/>
                    <a:pt x="21" y="7"/>
                  </a:cubicBezTo>
                  <a:cubicBezTo>
                    <a:pt x="20" y="7"/>
                    <a:pt x="19" y="7"/>
                    <a:pt x="18" y="7"/>
                  </a:cubicBezTo>
                  <a:cubicBezTo>
                    <a:pt x="17" y="6"/>
                    <a:pt x="17" y="6"/>
                    <a:pt x="18" y="5"/>
                  </a:cubicBezTo>
                  <a:cubicBezTo>
                    <a:pt x="15" y="6"/>
                    <a:pt x="12" y="4"/>
                    <a:pt x="8" y="4"/>
                  </a:cubicBezTo>
                  <a:cubicBezTo>
                    <a:pt x="7" y="3"/>
                    <a:pt x="3" y="3"/>
                    <a:pt x="0" y="2"/>
                  </a:cubicBezTo>
                  <a:cubicBezTo>
                    <a:pt x="1" y="2"/>
                    <a:pt x="1" y="1"/>
                    <a:pt x="1" y="1"/>
                  </a:cubicBezTo>
                  <a:cubicBezTo>
                    <a:pt x="3" y="1"/>
                    <a:pt x="3" y="1"/>
                    <a:pt x="3" y="1"/>
                  </a:cubicBezTo>
                  <a:cubicBezTo>
                    <a:pt x="5" y="2"/>
                    <a:pt x="7" y="2"/>
                    <a:pt x="8" y="2"/>
                  </a:cubicBezTo>
                  <a:cubicBezTo>
                    <a:pt x="8" y="3"/>
                    <a:pt x="10" y="2"/>
                    <a:pt x="10" y="2"/>
                  </a:cubicBezTo>
                  <a:cubicBezTo>
                    <a:pt x="11" y="3"/>
                    <a:pt x="10" y="4"/>
                    <a:pt x="11" y="3"/>
                  </a:cubicBezTo>
                  <a:cubicBezTo>
                    <a:pt x="14" y="3"/>
                    <a:pt x="10" y="2"/>
                    <a:pt x="12" y="1"/>
                  </a:cubicBezTo>
                  <a:cubicBezTo>
                    <a:pt x="14" y="1"/>
                    <a:pt x="14" y="2"/>
                    <a:pt x="14" y="2"/>
                  </a:cubicBezTo>
                  <a:cubicBezTo>
                    <a:pt x="18" y="2"/>
                    <a:pt x="19" y="0"/>
                    <a:pt x="25"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11" name="Freeform 103"/>
            <p:cNvSpPr/>
            <p:nvPr/>
          </p:nvSpPr>
          <p:spPr bwMode="auto">
            <a:xfrm>
              <a:off x="2376488" y="3492500"/>
              <a:ext cx="184150" cy="34925"/>
            </a:xfrm>
            <a:custGeom>
              <a:avLst/>
              <a:gdLst>
                <a:gd name="T0" fmla="*/ 22 w 49"/>
                <a:gd name="T1" fmla="*/ 3 h 9"/>
                <a:gd name="T2" fmla="*/ 31 w 49"/>
                <a:gd name="T3" fmla="*/ 5 h 9"/>
                <a:gd name="T4" fmla="*/ 31 w 49"/>
                <a:gd name="T5" fmla="*/ 3 h 9"/>
                <a:gd name="T6" fmla="*/ 28 w 49"/>
                <a:gd name="T7" fmla="*/ 1 h 9"/>
                <a:gd name="T8" fmla="*/ 35 w 49"/>
                <a:gd name="T9" fmla="*/ 0 h 9"/>
                <a:gd name="T10" fmla="*/ 37 w 49"/>
                <a:gd name="T11" fmla="*/ 1 h 9"/>
                <a:gd name="T12" fmla="*/ 37 w 49"/>
                <a:gd name="T13" fmla="*/ 2 h 9"/>
                <a:gd name="T14" fmla="*/ 41 w 49"/>
                <a:gd name="T15" fmla="*/ 4 h 9"/>
                <a:gd name="T16" fmla="*/ 44 w 49"/>
                <a:gd name="T17" fmla="*/ 3 h 9"/>
                <a:gd name="T18" fmla="*/ 47 w 49"/>
                <a:gd name="T19" fmla="*/ 4 h 9"/>
                <a:gd name="T20" fmla="*/ 48 w 49"/>
                <a:gd name="T21" fmla="*/ 5 h 9"/>
                <a:gd name="T22" fmla="*/ 47 w 49"/>
                <a:gd name="T23" fmla="*/ 7 h 9"/>
                <a:gd name="T24" fmla="*/ 41 w 49"/>
                <a:gd name="T25" fmla="*/ 7 h 9"/>
                <a:gd name="T26" fmla="*/ 37 w 49"/>
                <a:gd name="T27" fmla="*/ 7 h 9"/>
                <a:gd name="T28" fmla="*/ 28 w 49"/>
                <a:gd name="T29" fmla="*/ 8 h 9"/>
                <a:gd name="T30" fmla="*/ 26 w 49"/>
                <a:gd name="T31" fmla="*/ 8 h 9"/>
                <a:gd name="T32" fmla="*/ 24 w 49"/>
                <a:gd name="T33" fmla="*/ 8 h 9"/>
                <a:gd name="T34" fmla="*/ 14 w 49"/>
                <a:gd name="T35" fmla="*/ 9 h 9"/>
                <a:gd name="T36" fmla="*/ 23 w 49"/>
                <a:gd name="T37" fmla="*/ 8 h 9"/>
                <a:gd name="T38" fmla="*/ 18 w 49"/>
                <a:gd name="T39" fmla="*/ 7 h 9"/>
                <a:gd name="T40" fmla="*/ 14 w 49"/>
                <a:gd name="T41" fmla="*/ 6 h 9"/>
                <a:gd name="T42" fmla="*/ 10 w 49"/>
                <a:gd name="T43" fmla="*/ 7 h 9"/>
                <a:gd name="T44" fmla="*/ 7 w 49"/>
                <a:gd name="T45" fmla="*/ 6 h 9"/>
                <a:gd name="T46" fmla="*/ 0 w 49"/>
                <a:gd name="T47" fmla="*/ 6 h 9"/>
                <a:gd name="T48" fmla="*/ 2 w 49"/>
                <a:gd name="T49" fmla="*/ 5 h 9"/>
                <a:gd name="T50" fmla="*/ 3 w 49"/>
                <a:gd name="T51" fmla="*/ 3 h 9"/>
                <a:gd name="T52" fmla="*/ 7 w 49"/>
                <a:gd name="T53" fmla="*/ 3 h 9"/>
                <a:gd name="T54" fmla="*/ 6 w 49"/>
                <a:gd name="T55" fmla="*/ 2 h 9"/>
                <a:gd name="T56" fmla="*/ 8 w 49"/>
                <a:gd name="T57" fmla="*/ 2 h 9"/>
                <a:gd name="T58" fmla="*/ 11 w 49"/>
                <a:gd name="T59" fmla="*/ 1 h 9"/>
                <a:gd name="T60" fmla="*/ 16 w 49"/>
                <a:gd name="T61" fmla="*/ 2 h 9"/>
                <a:gd name="T62" fmla="*/ 17 w 49"/>
                <a:gd name="T63" fmla="*/ 3 h 9"/>
                <a:gd name="T64" fmla="*/ 19 w 49"/>
                <a:gd name="T65" fmla="*/ 3 h 9"/>
                <a:gd name="T66" fmla="*/ 19 w 49"/>
                <a:gd name="T67" fmla="*/ 4 h 9"/>
                <a:gd name="T68" fmla="*/ 22 w 49"/>
                <a:gd name="T69" fmla="*/ 3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9" h="9">
                  <a:moveTo>
                    <a:pt x="22" y="3"/>
                  </a:moveTo>
                  <a:cubicBezTo>
                    <a:pt x="20" y="5"/>
                    <a:pt x="30" y="4"/>
                    <a:pt x="31" y="5"/>
                  </a:cubicBezTo>
                  <a:cubicBezTo>
                    <a:pt x="33" y="3"/>
                    <a:pt x="25" y="3"/>
                    <a:pt x="31" y="3"/>
                  </a:cubicBezTo>
                  <a:cubicBezTo>
                    <a:pt x="33" y="1"/>
                    <a:pt x="27" y="3"/>
                    <a:pt x="28" y="1"/>
                  </a:cubicBezTo>
                  <a:cubicBezTo>
                    <a:pt x="32" y="1"/>
                    <a:pt x="32" y="0"/>
                    <a:pt x="35" y="0"/>
                  </a:cubicBezTo>
                  <a:cubicBezTo>
                    <a:pt x="35" y="1"/>
                    <a:pt x="37" y="1"/>
                    <a:pt x="37" y="1"/>
                  </a:cubicBezTo>
                  <a:cubicBezTo>
                    <a:pt x="38" y="2"/>
                    <a:pt x="37" y="2"/>
                    <a:pt x="37" y="2"/>
                  </a:cubicBezTo>
                  <a:cubicBezTo>
                    <a:pt x="38" y="3"/>
                    <a:pt x="40" y="3"/>
                    <a:pt x="41" y="4"/>
                  </a:cubicBezTo>
                  <a:cubicBezTo>
                    <a:pt x="42" y="4"/>
                    <a:pt x="42" y="3"/>
                    <a:pt x="44" y="3"/>
                  </a:cubicBezTo>
                  <a:cubicBezTo>
                    <a:pt x="46" y="3"/>
                    <a:pt x="47" y="3"/>
                    <a:pt x="47" y="4"/>
                  </a:cubicBezTo>
                  <a:cubicBezTo>
                    <a:pt x="47" y="4"/>
                    <a:pt x="49" y="5"/>
                    <a:pt x="48" y="5"/>
                  </a:cubicBezTo>
                  <a:cubicBezTo>
                    <a:pt x="47" y="5"/>
                    <a:pt x="48" y="5"/>
                    <a:pt x="47" y="7"/>
                  </a:cubicBezTo>
                  <a:cubicBezTo>
                    <a:pt x="45" y="6"/>
                    <a:pt x="43" y="7"/>
                    <a:pt x="41" y="7"/>
                  </a:cubicBezTo>
                  <a:cubicBezTo>
                    <a:pt x="40" y="7"/>
                    <a:pt x="39" y="7"/>
                    <a:pt x="37" y="7"/>
                  </a:cubicBezTo>
                  <a:cubicBezTo>
                    <a:pt x="35" y="7"/>
                    <a:pt x="31" y="7"/>
                    <a:pt x="28" y="8"/>
                  </a:cubicBezTo>
                  <a:cubicBezTo>
                    <a:pt x="28" y="8"/>
                    <a:pt x="27" y="8"/>
                    <a:pt x="26" y="8"/>
                  </a:cubicBezTo>
                  <a:cubicBezTo>
                    <a:pt x="26" y="8"/>
                    <a:pt x="25" y="8"/>
                    <a:pt x="24" y="8"/>
                  </a:cubicBezTo>
                  <a:cubicBezTo>
                    <a:pt x="22" y="8"/>
                    <a:pt x="17" y="9"/>
                    <a:pt x="14" y="9"/>
                  </a:cubicBezTo>
                  <a:cubicBezTo>
                    <a:pt x="14" y="7"/>
                    <a:pt x="19" y="8"/>
                    <a:pt x="23" y="8"/>
                  </a:cubicBezTo>
                  <a:cubicBezTo>
                    <a:pt x="23" y="6"/>
                    <a:pt x="19" y="7"/>
                    <a:pt x="18" y="7"/>
                  </a:cubicBezTo>
                  <a:cubicBezTo>
                    <a:pt x="16" y="7"/>
                    <a:pt x="15" y="6"/>
                    <a:pt x="14" y="6"/>
                  </a:cubicBezTo>
                  <a:cubicBezTo>
                    <a:pt x="12" y="5"/>
                    <a:pt x="11" y="7"/>
                    <a:pt x="10" y="7"/>
                  </a:cubicBezTo>
                  <a:cubicBezTo>
                    <a:pt x="8" y="7"/>
                    <a:pt x="8" y="6"/>
                    <a:pt x="7" y="6"/>
                  </a:cubicBezTo>
                  <a:cubicBezTo>
                    <a:pt x="4" y="6"/>
                    <a:pt x="1" y="7"/>
                    <a:pt x="0" y="6"/>
                  </a:cubicBezTo>
                  <a:cubicBezTo>
                    <a:pt x="0" y="5"/>
                    <a:pt x="1" y="5"/>
                    <a:pt x="2" y="5"/>
                  </a:cubicBezTo>
                  <a:cubicBezTo>
                    <a:pt x="2" y="5"/>
                    <a:pt x="2" y="3"/>
                    <a:pt x="3" y="3"/>
                  </a:cubicBezTo>
                  <a:cubicBezTo>
                    <a:pt x="4" y="3"/>
                    <a:pt x="6" y="3"/>
                    <a:pt x="7" y="3"/>
                  </a:cubicBezTo>
                  <a:cubicBezTo>
                    <a:pt x="7" y="3"/>
                    <a:pt x="3" y="2"/>
                    <a:pt x="6" y="2"/>
                  </a:cubicBezTo>
                  <a:cubicBezTo>
                    <a:pt x="6" y="2"/>
                    <a:pt x="7" y="2"/>
                    <a:pt x="8" y="2"/>
                  </a:cubicBezTo>
                  <a:cubicBezTo>
                    <a:pt x="9" y="2"/>
                    <a:pt x="10" y="1"/>
                    <a:pt x="11" y="1"/>
                  </a:cubicBezTo>
                  <a:cubicBezTo>
                    <a:pt x="11" y="1"/>
                    <a:pt x="15" y="2"/>
                    <a:pt x="16" y="2"/>
                  </a:cubicBezTo>
                  <a:cubicBezTo>
                    <a:pt x="16" y="2"/>
                    <a:pt x="16" y="3"/>
                    <a:pt x="17" y="3"/>
                  </a:cubicBezTo>
                  <a:cubicBezTo>
                    <a:pt x="17" y="3"/>
                    <a:pt x="18" y="3"/>
                    <a:pt x="19" y="3"/>
                  </a:cubicBezTo>
                  <a:cubicBezTo>
                    <a:pt x="19" y="3"/>
                    <a:pt x="17" y="5"/>
                    <a:pt x="19" y="4"/>
                  </a:cubicBezTo>
                  <a:cubicBezTo>
                    <a:pt x="19" y="4"/>
                    <a:pt x="20" y="3"/>
                    <a:pt x="22"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12" name="Freeform 104"/>
            <p:cNvSpPr/>
            <p:nvPr/>
          </p:nvSpPr>
          <p:spPr bwMode="auto">
            <a:xfrm>
              <a:off x="2249488" y="3527425"/>
              <a:ext cx="146050" cy="47625"/>
            </a:xfrm>
            <a:custGeom>
              <a:avLst/>
              <a:gdLst>
                <a:gd name="T0" fmla="*/ 5 w 39"/>
                <a:gd name="T1" fmla="*/ 1 h 13"/>
                <a:gd name="T2" fmla="*/ 22 w 39"/>
                <a:gd name="T3" fmla="*/ 1 h 13"/>
                <a:gd name="T4" fmla="*/ 24 w 39"/>
                <a:gd name="T5" fmla="*/ 1 h 13"/>
                <a:gd name="T6" fmla="*/ 28 w 39"/>
                <a:gd name="T7" fmla="*/ 2 h 13"/>
                <a:gd name="T8" fmla="*/ 32 w 39"/>
                <a:gd name="T9" fmla="*/ 2 h 13"/>
                <a:gd name="T10" fmla="*/ 33 w 39"/>
                <a:gd name="T11" fmla="*/ 2 h 13"/>
                <a:gd name="T12" fmla="*/ 39 w 39"/>
                <a:gd name="T13" fmla="*/ 4 h 13"/>
                <a:gd name="T14" fmla="*/ 30 w 39"/>
                <a:gd name="T15" fmla="*/ 5 h 13"/>
                <a:gd name="T16" fmla="*/ 29 w 39"/>
                <a:gd name="T17" fmla="*/ 6 h 13"/>
                <a:gd name="T18" fmla="*/ 27 w 39"/>
                <a:gd name="T19" fmla="*/ 6 h 13"/>
                <a:gd name="T20" fmla="*/ 26 w 39"/>
                <a:gd name="T21" fmla="*/ 6 h 13"/>
                <a:gd name="T22" fmla="*/ 27 w 39"/>
                <a:gd name="T23" fmla="*/ 7 h 13"/>
                <a:gd name="T24" fmla="*/ 25 w 39"/>
                <a:gd name="T25" fmla="*/ 7 h 13"/>
                <a:gd name="T26" fmla="*/ 25 w 39"/>
                <a:gd name="T27" fmla="*/ 8 h 13"/>
                <a:gd name="T28" fmla="*/ 23 w 39"/>
                <a:gd name="T29" fmla="*/ 8 h 13"/>
                <a:gd name="T30" fmla="*/ 21 w 39"/>
                <a:gd name="T31" fmla="*/ 9 h 13"/>
                <a:gd name="T32" fmla="*/ 21 w 39"/>
                <a:gd name="T33" fmla="*/ 11 h 13"/>
                <a:gd name="T34" fmla="*/ 9 w 39"/>
                <a:gd name="T35" fmla="*/ 12 h 13"/>
                <a:gd name="T36" fmla="*/ 0 w 39"/>
                <a:gd name="T37" fmla="*/ 9 h 13"/>
                <a:gd name="T38" fmla="*/ 3 w 39"/>
                <a:gd name="T39" fmla="*/ 8 h 13"/>
                <a:gd name="T40" fmla="*/ 4 w 39"/>
                <a:gd name="T41" fmla="*/ 7 h 13"/>
                <a:gd name="T42" fmla="*/ 3 w 39"/>
                <a:gd name="T43" fmla="*/ 6 h 13"/>
                <a:gd name="T44" fmla="*/ 5 w 39"/>
                <a:gd name="T45" fmla="*/ 5 h 13"/>
                <a:gd name="T46" fmla="*/ 7 w 39"/>
                <a:gd name="T47" fmla="*/ 3 h 13"/>
                <a:gd name="T48" fmla="*/ 5 w 39"/>
                <a:gd name="T49" fmla="*/ 1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39" h="13">
                  <a:moveTo>
                    <a:pt x="5" y="1"/>
                  </a:moveTo>
                  <a:cubicBezTo>
                    <a:pt x="11" y="1"/>
                    <a:pt x="18" y="0"/>
                    <a:pt x="22" y="1"/>
                  </a:cubicBezTo>
                  <a:cubicBezTo>
                    <a:pt x="22" y="1"/>
                    <a:pt x="24" y="1"/>
                    <a:pt x="24" y="1"/>
                  </a:cubicBezTo>
                  <a:cubicBezTo>
                    <a:pt x="25" y="2"/>
                    <a:pt x="27" y="1"/>
                    <a:pt x="28" y="2"/>
                  </a:cubicBezTo>
                  <a:cubicBezTo>
                    <a:pt x="30" y="3"/>
                    <a:pt x="28" y="1"/>
                    <a:pt x="32" y="2"/>
                  </a:cubicBezTo>
                  <a:cubicBezTo>
                    <a:pt x="32" y="2"/>
                    <a:pt x="32" y="2"/>
                    <a:pt x="33" y="2"/>
                  </a:cubicBezTo>
                  <a:cubicBezTo>
                    <a:pt x="34" y="2"/>
                    <a:pt x="39" y="3"/>
                    <a:pt x="39" y="4"/>
                  </a:cubicBezTo>
                  <a:cubicBezTo>
                    <a:pt x="35" y="4"/>
                    <a:pt x="32" y="5"/>
                    <a:pt x="30" y="5"/>
                  </a:cubicBezTo>
                  <a:cubicBezTo>
                    <a:pt x="29" y="5"/>
                    <a:pt x="29" y="6"/>
                    <a:pt x="29" y="6"/>
                  </a:cubicBezTo>
                  <a:cubicBezTo>
                    <a:pt x="28" y="6"/>
                    <a:pt x="27" y="5"/>
                    <a:pt x="27" y="6"/>
                  </a:cubicBezTo>
                  <a:cubicBezTo>
                    <a:pt x="27" y="5"/>
                    <a:pt x="26" y="6"/>
                    <a:pt x="26" y="6"/>
                  </a:cubicBezTo>
                  <a:cubicBezTo>
                    <a:pt x="26" y="6"/>
                    <a:pt x="27" y="7"/>
                    <a:pt x="27" y="7"/>
                  </a:cubicBezTo>
                  <a:cubicBezTo>
                    <a:pt x="26" y="7"/>
                    <a:pt x="25" y="7"/>
                    <a:pt x="25" y="7"/>
                  </a:cubicBezTo>
                  <a:cubicBezTo>
                    <a:pt x="25" y="7"/>
                    <a:pt x="25" y="8"/>
                    <a:pt x="25" y="8"/>
                  </a:cubicBezTo>
                  <a:cubicBezTo>
                    <a:pt x="24" y="8"/>
                    <a:pt x="23" y="8"/>
                    <a:pt x="23" y="8"/>
                  </a:cubicBezTo>
                  <a:cubicBezTo>
                    <a:pt x="22" y="8"/>
                    <a:pt x="22" y="9"/>
                    <a:pt x="21" y="9"/>
                  </a:cubicBezTo>
                  <a:cubicBezTo>
                    <a:pt x="21" y="10"/>
                    <a:pt x="21" y="10"/>
                    <a:pt x="21" y="11"/>
                  </a:cubicBezTo>
                  <a:cubicBezTo>
                    <a:pt x="16" y="11"/>
                    <a:pt x="17" y="13"/>
                    <a:pt x="9" y="12"/>
                  </a:cubicBezTo>
                  <a:cubicBezTo>
                    <a:pt x="10" y="9"/>
                    <a:pt x="4" y="10"/>
                    <a:pt x="0" y="9"/>
                  </a:cubicBezTo>
                  <a:cubicBezTo>
                    <a:pt x="0" y="9"/>
                    <a:pt x="2" y="9"/>
                    <a:pt x="3" y="8"/>
                  </a:cubicBezTo>
                  <a:cubicBezTo>
                    <a:pt x="3" y="8"/>
                    <a:pt x="1" y="7"/>
                    <a:pt x="4" y="7"/>
                  </a:cubicBezTo>
                  <a:cubicBezTo>
                    <a:pt x="4" y="7"/>
                    <a:pt x="3" y="6"/>
                    <a:pt x="3" y="6"/>
                  </a:cubicBezTo>
                  <a:cubicBezTo>
                    <a:pt x="5" y="6"/>
                    <a:pt x="5" y="6"/>
                    <a:pt x="5" y="5"/>
                  </a:cubicBezTo>
                  <a:cubicBezTo>
                    <a:pt x="5" y="4"/>
                    <a:pt x="7" y="5"/>
                    <a:pt x="7" y="3"/>
                  </a:cubicBezTo>
                  <a:cubicBezTo>
                    <a:pt x="8" y="2"/>
                    <a:pt x="4" y="3"/>
                    <a:pt x="5"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13" name="Freeform 105"/>
            <p:cNvSpPr/>
            <p:nvPr/>
          </p:nvSpPr>
          <p:spPr bwMode="auto">
            <a:xfrm>
              <a:off x="2541588" y="3538538"/>
              <a:ext cx="30163" cy="11113"/>
            </a:xfrm>
            <a:custGeom>
              <a:avLst/>
              <a:gdLst>
                <a:gd name="T0" fmla="*/ 1 w 8"/>
                <a:gd name="T1" fmla="*/ 0 h 3"/>
                <a:gd name="T2" fmla="*/ 7 w 8"/>
                <a:gd name="T3" fmla="*/ 0 h 3"/>
                <a:gd name="T4" fmla="*/ 8 w 8"/>
                <a:gd name="T5" fmla="*/ 2 h 3"/>
                <a:gd name="T6" fmla="*/ 6 w 8"/>
                <a:gd name="T7" fmla="*/ 3 h 3"/>
                <a:gd name="T8" fmla="*/ 0 w 8"/>
                <a:gd name="T9" fmla="*/ 2 h 3"/>
                <a:gd name="T10" fmla="*/ 1 w 8"/>
                <a:gd name="T11" fmla="*/ 0 h 3"/>
              </a:gdLst>
              <a:ahLst/>
              <a:cxnLst>
                <a:cxn ang="0">
                  <a:pos x="T0" y="T1"/>
                </a:cxn>
                <a:cxn ang="0">
                  <a:pos x="T2" y="T3"/>
                </a:cxn>
                <a:cxn ang="0">
                  <a:pos x="T4" y="T5"/>
                </a:cxn>
                <a:cxn ang="0">
                  <a:pos x="T6" y="T7"/>
                </a:cxn>
                <a:cxn ang="0">
                  <a:pos x="T8" y="T9"/>
                </a:cxn>
                <a:cxn ang="0">
                  <a:pos x="T10" y="T11"/>
                </a:cxn>
              </a:cxnLst>
              <a:rect l="0" t="0" r="r" b="b"/>
              <a:pathLst>
                <a:path w="8" h="3">
                  <a:moveTo>
                    <a:pt x="1" y="0"/>
                  </a:moveTo>
                  <a:cubicBezTo>
                    <a:pt x="3" y="0"/>
                    <a:pt x="5" y="0"/>
                    <a:pt x="7" y="0"/>
                  </a:cubicBezTo>
                  <a:cubicBezTo>
                    <a:pt x="7" y="1"/>
                    <a:pt x="8" y="1"/>
                    <a:pt x="8" y="2"/>
                  </a:cubicBezTo>
                  <a:cubicBezTo>
                    <a:pt x="7" y="2"/>
                    <a:pt x="6" y="2"/>
                    <a:pt x="6" y="3"/>
                  </a:cubicBezTo>
                  <a:cubicBezTo>
                    <a:pt x="5" y="2"/>
                    <a:pt x="4" y="1"/>
                    <a:pt x="0" y="2"/>
                  </a:cubicBezTo>
                  <a:cubicBezTo>
                    <a:pt x="1" y="1"/>
                    <a:pt x="1" y="1"/>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14" name="Freeform 106"/>
            <p:cNvSpPr/>
            <p:nvPr/>
          </p:nvSpPr>
          <p:spPr bwMode="auto">
            <a:xfrm>
              <a:off x="2703513" y="3533775"/>
              <a:ext cx="74613" cy="23813"/>
            </a:xfrm>
            <a:custGeom>
              <a:avLst/>
              <a:gdLst>
                <a:gd name="T0" fmla="*/ 18 w 20"/>
                <a:gd name="T1" fmla="*/ 0 h 6"/>
                <a:gd name="T2" fmla="*/ 19 w 20"/>
                <a:gd name="T3" fmla="*/ 3 h 6"/>
                <a:gd name="T4" fmla="*/ 17 w 20"/>
                <a:gd name="T5" fmla="*/ 4 h 6"/>
                <a:gd name="T6" fmla="*/ 12 w 20"/>
                <a:gd name="T7" fmla="*/ 4 h 6"/>
                <a:gd name="T8" fmla="*/ 4 w 20"/>
                <a:gd name="T9" fmla="*/ 6 h 6"/>
                <a:gd name="T10" fmla="*/ 3 w 20"/>
                <a:gd name="T11" fmla="*/ 5 h 6"/>
                <a:gd name="T12" fmla="*/ 1 w 20"/>
                <a:gd name="T13" fmla="*/ 4 h 6"/>
                <a:gd name="T14" fmla="*/ 1 w 20"/>
                <a:gd name="T15" fmla="*/ 1 h 6"/>
                <a:gd name="T16" fmla="*/ 3 w 20"/>
                <a:gd name="T17" fmla="*/ 0 h 6"/>
                <a:gd name="T18" fmla="*/ 6 w 20"/>
                <a:gd name="T19" fmla="*/ 0 h 6"/>
                <a:gd name="T20" fmla="*/ 14 w 20"/>
                <a:gd name="T21" fmla="*/ 1 h 6"/>
                <a:gd name="T22" fmla="*/ 18 w 20"/>
                <a:gd name="T23" fmla="*/ 0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0" h="6">
                  <a:moveTo>
                    <a:pt x="18" y="0"/>
                  </a:moveTo>
                  <a:cubicBezTo>
                    <a:pt x="20" y="0"/>
                    <a:pt x="18" y="2"/>
                    <a:pt x="19" y="3"/>
                  </a:cubicBezTo>
                  <a:cubicBezTo>
                    <a:pt x="17" y="2"/>
                    <a:pt x="17" y="3"/>
                    <a:pt x="17" y="4"/>
                  </a:cubicBezTo>
                  <a:cubicBezTo>
                    <a:pt x="14" y="3"/>
                    <a:pt x="13" y="5"/>
                    <a:pt x="12" y="4"/>
                  </a:cubicBezTo>
                  <a:cubicBezTo>
                    <a:pt x="10" y="5"/>
                    <a:pt x="8" y="6"/>
                    <a:pt x="4" y="6"/>
                  </a:cubicBezTo>
                  <a:cubicBezTo>
                    <a:pt x="3" y="6"/>
                    <a:pt x="3" y="5"/>
                    <a:pt x="3" y="5"/>
                  </a:cubicBezTo>
                  <a:cubicBezTo>
                    <a:pt x="2" y="4"/>
                    <a:pt x="1" y="4"/>
                    <a:pt x="1" y="4"/>
                  </a:cubicBezTo>
                  <a:cubicBezTo>
                    <a:pt x="0" y="3"/>
                    <a:pt x="1" y="2"/>
                    <a:pt x="1" y="1"/>
                  </a:cubicBezTo>
                  <a:cubicBezTo>
                    <a:pt x="3" y="1"/>
                    <a:pt x="3" y="1"/>
                    <a:pt x="3" y="0"/>
                  </a:cubicBezTo>
                  <a:cubicBezTo>
                    <a:pt x="4" y="0"/>
                    <a:pt x="6" y="0"/>
                    <a:pt x="6" y="0"/>
                  </a:cubicBezTo>
                  <a:cubicBezTo>
                    <a:pt x="7" y="1"/>
                    <a:pt x="12" y="0"/>
                    <a:pt x="14" y="1"/>
                  </a:cubicBezTo>
                  <a:cubicBezTo>
                    <a:pt x="15" y="1"/>
                    <a:pt x="18" y="1"/>
                    <a:pt x="1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15" name="Freeform 107"/>
            <p:cNvSpPr/>
            <p:nvPr/>
          </p:nvSpPr>
          <p:spPr bwMode="auto">
            <a:xfrm>
              <a:off x="3786188" y="3632200"/>
              <a:ext cx="161925" cy="36513"/>
            </a:xfrm>
            <a:custGeom>
              <a:avLst/>
              <a:gdLst>
                <a:gd name="T0" fmla="*/ 31 w 43"/>
                <a:gd name="T1" fmla="*/ 0 h 10"/>
                <a:gd name="T2" fmla="*/ 35 w 43"/>
                <a:gd name="T3" fmla="*/ 1 h 10"/>
                <a:gd name="T4" fmla="*/ 38 w 43"/>
                <a:gd name="T5" fmla="*/ 2 h 10"/>
                <a:gd name="T6" fmla="*/ 37 w 43"/>
                <a:gd name="T7" fmla="*/ 3 h 10"/>
                <a:gd name="T8" fmla="*/ 42 w 43"/>
                <a:gd name="T9" fmla="*/ 4 h 10"/>
                <a:gd name="T10" fmla="*/ 39 w 43"/>
                <a:gd name="T11" fmla="*/ 7 h 10"/>
                <a:gd name="T12" fmla="*/ 36 w 43"/>
                <a:gd name="T13" fmla="*/ 8 h 10"/>
                <a:gd name="T14" fmla="*/ 32 w 43"/>
                <a:gd name="T15" fmla="*/ 9 h 10"/>
                <a:gd name="T16" fmla="*/ 29 w 43"/>
                <a:gd name="T17" fmla="*/ 9 h 10"/>
                <a:gd name="T18" fmla="*/ 27 w 43"/>
                <a:gd name="T19" fmla="*/ 10 h 10"/>
                <a:gd name="T20" fmla="*/ 15 w 43"/>
                <a:gd name="T21" fmla="*/ 10 h 10"/>
                <a:gd name="T22" fmla="*/ 14 w 43"/>
                <a:gd name="T23" fmla="*/ 10 h 10"/>
                <a:gd name="T24" fmla="*/ 10 w 43"/>
                <a:gd name="T25" fmla="*/ 9 h 10"/>
                <a:gd name="T26" fmla="*/ 8 w 43"/>
                <a:gd name="T27" fmla="*/ 8 h 10"/>
                <a:gd name="T28" fmla="*/ 10 w 43"/>
                <a:gd name="T29" fmla="*/ 8 h 10"/>
                <a:gd name="T30" fmla="*/ 7 w 43"/>
                <a:gd name="T31" fmla="*/ 7 h 10"/>
                <a:gd name="T32" fmla="*/ 7 w 43"/>
                <a:gd name="T33" fmla="*/ 4 h 10"/>
                <a:gd name="T34" fmla="*/ 1 w 43"/>
                <a:gd name="T35" fmla="*/ 4 h 10"/>
                <a:gd name="T36" fmla="*/ 3 w 43"/>
                <a:gd name="T37" fmla="*/ 2 h 10"/>
                <a:gd name="T38" fmla="*/ 11 w 43"/>
                <a:gd name="T39" fmla="*/ 2 h 10"/>
                <a:gd name="T40" fmla="*/ 12 w 43"/>
                <a:gd name="T41" fmla="*/ 4 h 10"/>
                <a:gd name="T42" fmla="*/ 15 w 43"/>
                <a:gd name="T43" fmla="*/ 2 h 10"/>
                <a:gd name="T44" fmla="*/ 21 w 43"/>
                <a:gd name="T45" fmla="*/ 3 h 10"/>
                <a:gd name="T46" fmla="*/ 23 w 43"/>
                <a:gd name="T47" fmla="*/ 2 h 10"/>
                <a:gd name="T48" fmla="*/ 29 w 43"/>
                <a:gd name="T49" fmla="*/ 2 h 10"/>
                <a:gd name="T50" fmla="*/ 31 w 43"/>
                <a:gd name="T51"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3" h="10">
                  <a:moveTo>
                    <a:pt x="31" y="0"/>
                  </a:moveTo>
                  <a:cubicBezTo>
                    <a:pt x="32" y="1"/>
                    <a:pt x="33" y="1"/>
                    <a:pt x="35" y="1"/>
                  </a:cubicBezTo>
                  <a:cubicBezTo>
                    <a:pt x="35" y="1"/>
                    <a:pt x="37" y="2"/>
                    <a:pt x="38" y="2"/>
                  </a:cubicBezTo>
                  <a:cubicBezTo>
                    <a:pt x="38" y="2"/>
                    <a:pt x="37" y="3"/>
                    <a:pt x="37" y="3"/>
                  </a:cubicBezTo>
                  <a:cubicBezTo>
                    <a:pt x="37" y="4"/>
                    <a:pt x="39" y="5"/>
                    <a:pt x="42" y="4"/>
                  </a:cubicBezTo>
                  <a:cubicBezTo>
                    <a:pt x="43" y="5"/>
                    <a:pt x="41" y="6"/>
                    <a:pt x="39" y="7"/>
                  </a:cubicBezTo>
                  <a:cubicBezTo>
                    <a:pt x="38" y="7"/>
                    <a:pt x="37" y="7"/>
                    <a:pt x="36" y="8"/>
                  </a:cubicBezTo>
                  <a:cubicBezTo>
                    <a:pt x="34" y="8"/>
                    <a:pt x="34" y="8"/>
                    <a:pt x="32" y="9"/>
                  </a:cubicBezTo>
                  <a:cubicBezTo>
                    <a:pt x="32" y="9"/>
                    <a:pt x="29" y="9"/>
                    <a:pt x="29" y="9"/>
                  </a:cubicBezTo>
                  <a:cubicBezTo>
                    <a:pt x="28" y="10"/>
                    <a:pt x="28" y="9"/>
                    <a:pt x="27" y="10"/>
                  </a:cubicBezTo>
                  <a:cubicBezTo>
                    <a:pt x="26" y="10"/>
                    <a:pt x="18" y="10"/>
                    <a:pt x="15" y="10"/>
                  </a:cubicBezTo>
                  <a:cubicBezTo>
                    <a:pt x="15" y="10"/>
                    <a:pt x="15" y="10"/>
                    <a:pt x="14" y="10"/>
                  </a:cubicBezTo>
                  <a:cubicBezTo>
                    <a:pt x="13" y="10"/>
                    <a:pt x="12" y="9"/>
                    <a:pt x="10" y="9"/>
                  </a:cubicBezTo>
                  <a:cubicBezTo>
                    <a:pt x="9" y="9"/>
                    <a:pt x="9" y="8"/>
                    <a:pt x="8" y="8"/>
                  </a:cubicBezTo>
                  <a:cubicBezTo>
                    <a:pt x="8" y="8"/>
                    <a:pt x="9" y="8"/>
                    <a:pt x="10" y="8"/>
                  </a:cubicBezTo>
                  <a:cubicBezTo>
                    <a:pt x="10" y="7"/>
                    <a:pt x="7" y="7"/>
                    <a:pt x="7" y="7"/>
                  </a:cubicBezTo>
                  <a:cubicBezTo>
                    <a:pt x="6" y="6"/>
                    <a:pt x="8" y="5"/>
                    <a:pt x="7" y="4"/>
                  </a:cubicBezTo>
                  <a:cubicBezTo>
                    <a:pt x="3" y="3"/>
                    <a:pt x="3" y="5"/>
                    <a:pt x="1" y="4"/>
                  </a:cubicBezTo>
                  <a:cubicBezTo>
                    <a:pt x="0" y="3"/>
                    <a:pt x="4" y="4"/>
                    <a:pt x="3" y="2"/>
                  </a:cubicBezTo>
                  <a:cubicBezTo>
                    <a:pt x="7" y="3"/>
                    <a:pt x="6" y="2"/>
                    <a:pt x="11" y="2"/>
                  </a:cubicBezTo>
                  <a:cubicBezTo>
                    <a:pt x="12" y="3"/>
                    <a:pt x="14" y="3"/>
                    <a:pt x="12" y="4"/>
                  </a:cubicBezTo>
                  <a:cubicBezTo>
                    <a:pt x="15" y="4"/>
                    <a:pt x="15" y="4"/>
                    <a:pt x="15" y="2"/>
                  </a:cubicBezTo>
                  <a:cubicBezTo>
                    <a:pt x="15" y="3"/>
                    <a:pt x="24" y="1"/>
                    <a:pt x="21" y="3"/>
                  </a:cubicBezTo>
                  <a:cubicBezTo>
                    <a:pt x="23" y="4"/>
                    <a:pt x="22" y="3"/>
                    <a:pt x="23" y="2"/>
                  </a:cubicBezTo>
                  <a:cubicBezTo>
                    <a:pt x="24" y="2"/>
                    <a:pt x="27" y="2"/>
                    <a:pt x="29" y="2"/>
                  </a:cubicBezTo>
                  <a:cubicBezTo>
                    <a:pt x="30" y="2"/>
                    <a:pt x="31" y="1"/>
                    <a:pt x="3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16" name="Freeform 108"/>
            <p:cNvSpPr/>
            <p:nvPr/>
          </p:nvSpPr>
          <p:spPr bwMode="auto">
            <a:xfrm>
              <a:off x="2833688" y="3643313"/>
              <a:ext cx="93663" cy="33338"/>
            </a:xfrm>
            <a:custGeom>
              <a:avLst/>
              <a:gdLst>
                <a:gd name="T0" fmla="*/ 6 w 25"/>
                <a:gd name="T1" fmla="*/ 0 h 9"/>
                <a:gd name="T2" fmla="*/ 12 w 25"/>
                <a:gd name="T3" fmla="*/ 3 h 9"/>
                <a:gd name="T4" fmla="*/ 14 w 25"/>
                <a:gd name="T5" fmla="*/ 2 h 9"/>
                <a:gd name="T6" fmla="*/ 17 w 25"/>
                <a:gd name="T7" fmla="*/ 4 h 9"/>
                <a:gd name="T8" fmla="*/ 21 w 25"/>
                <a:gd name="T9" fmla="*/ 6 h 9"/>
                <a:gd name="T10" fmla="*/ 25 w 25"/>
                <a:gd name="T11" fmla="*/ 7 h 9"/>
                <a:gd name="T12" fmla="*/ 12 w 25"/>
                <a:gd name="T13" fmla="*/ 7 h 9"/>
                <a:gd name="T14" fmla="*/ 7 w 25"/>
                <a:gd name="T15" fmla="*/ 9 h 9"/>
                <a:gd name="T16" fmla="*/ 0 w 25"/>
                <a:gd name="T17" fmla="*/ 7 h 9"/>
                <a:gd name="T18" fmla="*/ 2 w 25"/>
                <a:gd name="T19" fmla="*/ 7 h 9"/>
                <a:gd name="T20" fmla="*/ 3 w 25"/>
                <a:gd name="T21" fmla="*/ 6 h 9"/>
                <a:gd name="T22" fmla="*/ 3 w 25"/>
                <a:gd name="T23" fmla="*/ 1 h 9"/>
                <a:gd name="T24" fmla="*/ 6 w 25"/>
                <a:gd name="T25"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5" h="9">
                  <a:moveTo>
                    <a:pt x="6" y="0"/>
                  </a:moveTo>
                  <a:cubicBezTo>
                    <a:pt x="8" y="1"/>
                    <a:pt x="13" y="0"/>
                    <a:pt x="12" y="3"/>
                  </a:cubicBezTo>
                  <a:cubicBezTo>
                    <a:pt x="13" y="3"/>
                    <a:pt x="14" y="2"/>
                    <a:pt x="14" y="2"/>
                  </a:cubicBezTo>
                  <a:cubicBezTo>
                    <a:pt x="16" y="3"/>
                    <a:pt x="15" y="4"/>
                    <a:pt x="17" y="4"/>
                  </a:cubicBezTo>
                  <a:cubicBezTo>
                    <a:pt x="19" y="4"/>
                    <a:pt x="20" y="5"/>
                    <a:pt x="21" y="6"/>
                  </a:cubicBezTo>
                  <a:cubicBezTo>
                    <a:pt x="25" y="6"/>
                    <a:pt x="23" y="6"/>
                    <a:pt x="25" y="7"/>
                  </a:cubicBezTo>
                  <a:cubicBezTo>
                    <a:pt x="23" y="8"/>
                    <a:pt x="16" y="7"/>
                    <a:pt x="12" y="7"/>
                  </a:cubicBezTo>
                  <a:cubicBezTo>
                    <a:pt x="11" y="8"/>
                    <a:pt x="8" y="8"/>
                    <a:pt x="7" y="9"/>
                  </a:cubicBezTo>
                  <a:cubicBezTo>
                    <a:pt x="5" y="8"/>
                    <a:pt x="4" y="7"/>
                    <a:pt x="0" y="7"/>
                  </a:cubicBezTo>
                  <a:cubicBezTo>
                    <a:pt x="0" y="7"/>
                    <a:pt x="1" y="7"/>
                    <a:pt x="2" y="7"/>
                  </a:cubicBezTo>
                  <a:cubicBezTo>
                    <a:pt x="0" y="6"/>
                    <a:pt x="1" y="6"/>
                    <a:pt x="3" y="6"/>
                  </a:cubicBezTo>
                  <a:cubicBezTo>
                    <a:pt x="1" y="4"/>
                    <a:pt x="3" y="3"/>
                    <a:pt x="3" y="1"/>
                  </a:cubicBezTo>
                  <a:cubicBezTo>
                    <a:pt x="4" y="1"/>
                    <a:pt x="7" y="1"/>
                    <a:pt x="6"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17" name="Freeform 109"/>
            <p:cNvSpPr/>
            <p:nvPr/>
          </p:nvSpPr>
          <p:spPr bwMode="auto">
            <a:xfrm>
              <a:off x="5594350" y="4179888"/>
              <a:ext cx="160338" cy="82550"/>
            </a:xfrm>
            <a:custGeom>
              <a:avLst/>
              <a:gdLst>
                <a:gd name="T0" fmla="*/ 4 w 43"/>
                <a:gd name="T1" fmla="*/ 3 h 22"/>
                <a:gd name="T2" fmla="*/ 2 w 43"/>
                <a:gd name="T3" fmla="*/ 3 h 22"/>
                <a:gd name="T4" fmla="*/ 0 w 43"/>
                <a:gd name="T5" fmla="*/ 1 h 22"/>
                <a:gd name="T6" fmla="*/ 8 w 43"/>
                <a:gd name="T7" fmla="*/ 1 h 22"/>
                <a:gd name="T8" fmla="*/ 12 w 43"/>
                <a:gd name="T9" fmla="*/ 2 h 22"/>
                <a:gd name="T10" fmla="*/ 12 w 43"/>
                <a:gd name="T11" fmla="*/ 3 h 22"/>
                <a:gd name="T12" fmla="*/ 14 w 43"/>
                <a:gd name="T13" fmla="*/ 4 h 22"/>
                <a:gd name="T14" fmla="*/ 18 w 43"/>
                <a:gd name="T15" fmla="*/ 4 h 22"/>
                <a:gd name="T16" fmla="*/ 25 w 43"/>
                <a:gd name="T17" fmla="*/ 7 h 22"/>
                <a:gd name="T18" fmla="*/ 27 w 43"/>
                <a:gd name="T19" fmla="*/ 9 h 22"/>
                <a:gd name="T20" fmla="*/ 30 w 43"/>
                <a:gd name="T21" fmla="*/ 9 h 22"/>
                <a:gd name="T22" fmla="*/ 32 w 43"/>
                <a:gd name="T23" fmla="*/ 10 h 22"/>
                <a:gd name="T24" fmla="*/ 32 w 43"/>
                <a:gd name="T25" fmla="*/ 11 h 22"/>
                <a:gd name="T26" fmla="*/ 34 w 43"/>
                <a:gd name="T27" fmla="*/ 12 h 22"/>
                <a:gd name="T28" fmla="*/ 37 w 43"/>
                <a:gd name="T29" fmla="*/ 14 h 22"/>
                <a:gd name="T30" fmla="*/ 39 w 43"/>
                <a:gd name="T31" fmla="*/ 15 h 22"/>
                <a:gd name="T32" fmla="*/ 41 w 43"/>
                <a:gd name="T33" fmla="*/ 17 h 22"/>
                <a:gd name="T34" fmla="*/ 42 w 43"/>
                <a:gd name="T35" fmla="*/ 19 h 22"/>
                <a:gd name="T36" fmla="*/ 43 w 43"/>
                <a:gd name="T37" fmla="*/ 21 h 22"/>
                <a:gd name="T38" fmla="*/ 38 w 43"/>
                <a:gd name="T39" fmla="*/ 21 h 22"/>
                <a:gd name="T40" fmla="*/ 34 w 43"/>
                <a:gd name="T41" fmla="*/ 21 h 22"/>
                <a:gd name="T42" fmla="*/ 34 w 43"/>
                <a:gd name="T43" fmla="*/ 20 h 22"/>
                <a:gd name="T44" fmla="*/ 32 w 43"/>
                <a:gd name="T45" fmla="*/ 20 h 22"/>
                <a:gd name="T46" fmla="*/ 27 w 43"/>
                <a:gd name="T47" fmla="*/ 18 h 22"/>
                <a:gd name="T48" fmla="*/ 28 w 43"/>
                <a:gd name="T49" fmla="*/ 17 h 22"/>
                <a:gd name="T50" fmla="*/ 27 w 43"/>
                <a:gd name="T51" fmla="*/ 17 h 22"/>
                <a:gd name="T52" fmla="*/ 26 w 43"/>
                <a:gd name="T53" fmla="*/ 16 h 22"/>
                <a:gd name="T54" fmla="*/ 24 w 43"/>
                <a:gd name="T55" fmla="*/ 16 h 22"/>
                <a:gd name="T56" fmla="*/ 20 w 43"/>
                <a:gd name="T57" fmla="*/ 14 h 22"/>
                <a:gd name="T58" fmla="*/ 18 w 43"/>
                <a:gd name="T59" fmla="*/ 11 h 22"/>
                <a:gd name="T60" fmla="*/ 17 w 43"/>
                <a:gd name="T61" fmla="*/ 12 h 22"/>
                <a:gd name="T62" fmla="*/ 15 w 43"/>
                <a:gd name="T63" fmla="*/ 9 h 22"/>
                <a:gd name="T64" fmla="*/ 13 w 43"/>
                <a:gd name="T65" fmla="*/ 8 h 22"/>
                <a:gd name="T66" fmla="*/ 11 w 43"/>
                <a:gd name="T67" fmla="*/ 8 h 22"/>
                <a:gd name="T68" fmla="*/ 10 w 43"/>
                <a:gd name="T69" fmla="*/ 6 h 22"/>
                <a:gd name="T70" fmla="*/ 7 w 43"/>
                <a:gd name="T71" fmla="*/ 5 h 22"/>
                <a:gd name="T72" fmla="*/ 5 w 43"/>
                <a:gd name="T73" fmla="*/ 4 h 22"/>
                <a:gd name="T74" fmla="*/ 4 w 43"/>
                <a:gd name="T75" fmla="*/ 3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43" h="22">
                  <a:moveTo>
                    <a:pt x="4" y="3"/>
                  </a:moveTo>
                  <a:cubicBezTo>
                    <a:pt x="5" y="2"/>
                    <a:pt x="3" y="3"/>
                    <a:pt x="2" y="3"/>
                  </a:cubicBezTo>
                  <a:cubicBezTo>
                    <a:pt x="2" y="2"/>
                    <a:pt x="2" y="1"/>
                    <a:pt x="0" y="1"/>
                  </a:cubicBezTo>
                  <a:cubicBezTo>
                    <a:pt x="3" y="0"/>
                    <a:pt x="5" y="1"/>
                    <a:pt x="8" y="1"/>
                  </a:cubicBezTo>
                  <a:cubicBezTo>
                    <a:pt x="8" y="2"/>
                    <a:pt x="11" y="1"/>
                    <a:pt x="12" y="2"/>
                  </a:cubicBezTo>
                  <a:cubicBezTo>
                    <a:pt x="13" y="2"/>
                    <a:pt x="12" y="2"/>
                    <a:pt x="12" y="3"/>
                  </a:cubicBezTo>
                  <a:cubicBezTo>
                    <a:pt x="13" y="3"/>
                    <a:pt x="15" y="3"/>
                    <a:pt x="14" y="4"/>
                  </a:cubicBezTo>
                  <a:cubicBezTo>
                    <a:pt x="17" y="3"/>
                    <a:pt x="16" y="4"/>
                    <a:pt x="18" y="4"/>
                  </a:cubicBezTo>
                  <a:cubicBezTo>
                    <a:pt x="20" y="5"/>
                    <a:pt x="22" y="7"/>
                    <a:pt x="25" y="7"/>
                  </a:cubicBezTo>
                  <a:cubicBezTo>
                    <a:pt x="27" y="7"/>
                    <a:pt x="26" y="8"/>
                    <a:pt x="27" y="9"/>
                  </a:cubicBezTo>
                  <a:cubicBezTo>
                    <a:pt x="28" y="9"/>
                    <a:pt x="29" y="9"/>
                    <a:pt x="30" y="9"/>
                  </a:cubicBezTo>
                  <a:cubicBezTo>
                    <a:pt x="31" y="9"/>
                    <a:pt x="32" y="10"/>
                    <a:pt x="32" y="10"/>
                  </a:cubicBezTo>
                  <a:cubicBezTo>
                    <a:pt x="32" y="10"/>
                    <a:pt x="32" y="11"/>
                    <a:pt x="32" y="11"/>
                  </a:cubicBezTo>
                  <a:cubicBezTo>
                    <a:pt x="33" y="12"/>
                    <a:pt x="33" y="12"/>
                    <a:pt x="34" y="12"/>
                  </a:cubicBezTo>
                  <a:cubicBezTo>
                    <a:pt x="35" y="13"/>
                    <a:pt x="35" y="14"/>
                    <a:pt x="37" y="14"/>
                  </a:cubicBezTo>
                  <a:cubicBezTo>
                    <a:pt x="37" y="14"/>
                    <a:pt x="39" y="15"/>
                    <a:pt x="39" y="15"/>
                  </a:cubicBezTo>
                  <a:cubicBezTo>
                    <a:pt x="40" y="15"/>
                    <a:pt x="39" y="17"/>
                    <a:pt x="41" y="17"/>
                  </a:cubicBezTo>
                  <a:cubicBezTo>
                    <a:pt x="42" y="17"/>
                    <a:pt x="42" y="18"/>
                    <a:pt x="42" y="19"/>
                  </a:cubicBezTo>
                  <a:cubicBezTo>
                    <a:pt x="42" y="20"/>
                    <a:pt x="40" y="21"/>
                    <a:pt x="43" y="21"/>
                  </a:cubicBezTo>
                  <a:cubicBezTo>
                    <a:pt x="43" y="22"/>
                    <a:pt x="40" y="21"/>
                    <a:pt x="38" y="21"/>
                  </a:cubicBezTo>
                  <a:cubicBezTo>
                    <a:pt x="37" y="21"/>
                    <a:pt x="35" y="21"/>
                    <a:pt x="34" y="21"/>
                  </a:cubicBezTo>
                  <a:cubicBezTo>
                    <a:pt x="34" y="21"/>
                    <a:pt x="34" y="20"/>
                    <a:pt x="34" y="20"/>
                  </a:cubicBezTo>
                  <a:cubicBezTo>
                    <a:pt x="34" y="20"/>
                    <a:pt x="32" y="20"/>
                    <a:pt x="32" y="20"/>
                  </a:cubicBezTo>
                  <a:cubicBezTo>
                    <a:pt x="31" y="20"/>
                    <a:pt x="29" y="18"/>
                    <a:pt x="27" y="18"/>
                  </a:cubicBezTo>
                  <a:cubicBezTo>
                    <a:pt x="27" y="18"/>
                    <a:pt x="28" y="18"/>
                    <a:pt x="28" y="17"/>
                  </a:cubicBezTo>
                  <a:cubicBezTo>
                    <a:pt x="28" y="17"/>
                    <a:pt x="27" y="17"/>
                    <a:pt x="27" y="17"/>
                  </a:cubicBezTo>
                  <a:cubicBezTo>
                    <a:pt x="26" y="17"/>
                    <a:pt x="27" y="16"/>
                    <a:pt x="26" y="16"/>
                  </a:cubicBezTo>
                  <a:cubicBezTo>
                    <a:pt x="26" y="16"/>
                    <a:pt x="24" y="16"/>
                    <a:pt x="24" y="16"/>
                  </a:cubicBezTo>
                  <a:cubicBezTo>
                    <a:pt x="23" y="15"/>
                    <a:pt x="23" y="14"/>
                    <a:pt x="20" y="14"/>
                  </a:cubicBezTo>
                  <a:cubicBezTo>
                    <a:pt x="21" y="12"/>
                    <a:pt x="18" y="12"/>
                    <a:pt x="18" y="11"/>
                  </a:cubicBezTo>
                  <a:cubicBezTo>
                    <a:pt x="17" y="11"/>
                    <a:pt x="17" y="11"/>
                    <a:pt x="17" y="12"/>
                  </a:cubicBezTo>
                  <a:cubicBezTo>
                    <a:pt x="16" y="11"/>
                    <a:pt x="16" y="10"/>
                    <a:pt x="15" y="9"/>
                  </a:cubicBezTo>
                  <a:cubicBezTo>
                    <a:pt x="15" y="9"/>
                    <a:pt x="14" y="9"/>
                    <a:pt x="13" y="8"/>
                  </a:cubicBezTo>
                  <a:cubicBezTo>
                    <a:pt x="13" y="8"/>
                    <a:pt x="12" y="8"/>
                    <a:pt x="11" y="8"/>
                  </a:cubicBezTo>
                  <a:cubicBezTo>
                    <a:pt x="12" y="7"/>
                    <a:pt x="11" y="7"/>
                    <a:pt x="10" y="6"/>
                  </a:cubicBezTo>
                  <a:cubicBezTo>
                    <a:pt x="10" y="5"/>
                    <a:pt x="8" y="5"/>
                    <a:pt x="7" y="5"/>
                  </a:cubicBezTo>
                  <a:cubicBezTo>
                    <a:pt x="7" y="5"/>
                    <a:pt x="5" y="4"/>
                    <a:pt x="5" y="4"/>
                  </a:cubicBezTo>
                  <a:cubicBezTo>
                    <a:pt x="5" y="3"/>
                    <a:pt x="8" y="2"/>
                    <a:pt x="4"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18" name="Freeform 110"/>
            <p:cNvSpPr/>
            <p:nvPr/>
          </p:nvSpPr>
          <p:spPr bwMode="auto">
            <a:xfrm>
              <a:off x="4806950" y="4310063"/>
              <a:ext cx="112713" cy="101600"/>
            </a:xfrm>
            <a:custGeom>
              <a:avLst/>
              <a:gdLst>
                <a:gd name="T0" fmla="*/ 23 w 30"/>
                <a:gd name="T1" fmla="*/ 0 h 27"/>
                <a:gd name="T2" fmla="*/ 27 w 30"/>
                <a:gd name="T3" fmla="*/ 0 h 27"/>
                <a:gd name="T4" fmla="*/ 25 w 30"/>
                <a:gd name="T5" fmla="*/ 9 h 27"/>
                <a:gd name="T6" fmla="*/ 23 w 30"/>
                <a:gd name="T7" fmla="*/ 15 h 27"/>
                <a:gd name="T8" fmla="*/ 20 w 30"/>
                <a:gd name="T9" fmla="*/ 17 h 27"/>
                <a:gd name="T10" fmla="*/ 19 w 30"/>
                <a:gd name="T11" fmla="*/ 20 h 27"/>
                <a:gd name="T12" fmla="*/ 19 w 30"/>
                <a:gd name="T13" fmla="*/ 21 h 27"/>
                <a:gd name="T14" fmla="*/ 17 w 30"/>
                <a:gd name="T15" fmla="*/ 21 h 27"/>
                <a:gd name="T16" fmla="*/ 16 w 30"/>
                <a:gd name="T17" fmla="*/ 24 h 27"/>
                <a:gd name="T18" fmla="*/ 15 w 30"/>
                <a:gd name="T19" fmla="*/ 25 h 27"/>
                <a:gd name="T20" fmla="*/ 14 w 30"/>
                <a:gd name="T21" fmla="*/ 26 h 27"/>
                <a:gd name="T22" fmla="*/ 4 w 30"/>
                <a:gd name="T23" fmla="*/ 27 h 27"/>
                <a:gd name="T24" fmla="*/ 3 w 30"/>
                <a:gd name="T25" fmla="*/ 24 h 27"/>
                <a:gd name="T26" fmla="*/ 2 w 30"/>
                <a:gd name="T27" fmla="*/ 23 h 27"/>
                <a:gd name="T28" fmla="*/ 0 w 30"/>
                <a:gd name="T29" fmla="*/ 23 h 27"/>
                <a:gd name="T30" fmla="*/ 0 w 30"/>
                <a:gd name="T31" fmla="*/ 21 h 27"/>
                <a:gd name="T32" fmla="*/ 1 w 30"/>
                <a:gd name="T33" fmla="*/ 20 h 27"/>
                <a:gd name="T34" fmla="*/ 0 w 30"/>
                <a:gd name="T35" fmla="*/ 20 h 27"/>
                <a:gd name="T36" fmla="*/ 2 w 30"/>
                <a:gd name="T37" fmla="*/ 18 h 27"/>
                <a:gd name="T38" fmla="*/ 2 w 30"/>
                <a:gd name="T39" fmla="*/ 17 h 27"/>
                <a:gd name="T40" fmla="*/ 4 w 30"/>
                <a:gd name="T41" fmla="*/ 17 h 27"/>
                <a:gd name="T42" fmla="*/ 6 w 30"/>
                <a:gd name="T43" fmla="*/ 14 h 27"/>
                <a:gd name="T44" fmla="*/ 4 w 30"/>
                <a:gd name="T45" fmla="*/ 13 h 27"/>
                <a:gd name="T46" fmla="*/ 4 w 30"/>
                <a:gd name="T47" fmla="*/ 10 h 27"/>
                <a:gd name="T48" fmla="*/ 6 w 30"/>
                <a:gd name="T49" fmla="*/ 9 h 27"/>
                <a:gd name="T50" fmla="*/ 9 w 30"/>
                <a:gd name="T51" fmla="*/ 8 h 27"/>
                <a:gd name="T52" fmla="*/ 14 w 30"/>
                <a:gd name="T53" fmla="*/ 6 h 27"/>
                <a:gd name="T54" fmla="*/ 17 w 30"/>
                <a:gd name="T55" fmla="*/ 6 h 27"/>
                <a:gd name="T56" fmla="*/ 18 w 30"/>
                <a:gd name="T57" fmla="*/ 3 h 27"/>
                <a:gd name="T58" fmla="*/ 21 w 30"/>
                <a:gd name="T59" fmla="*/ 3 h 27"/>
                <a:gd name="T60" fmla="*/ 23 w 30"/>
                <a:gd name="T61" fmla="*/ 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0" h="27">
                  <a:moveTo>
                    <a:pt x="23" y="0"/>
                  </a:moveTo>
                  <a:cubicBezTo>
                    <a:pt x="24" y="0"/>
                    <a:pt x="25" y="0"/>
                    <a:pt x="27" y="0"/>
                  </a:cubicBezTo>
                  <a:cubicBezTo>
                    <a:pt x="25" y="3"/>
                    <a:pt x="30" y="7"/>
                    <a:pt x="25" y="9"/>
                  </a:cubicBezTo>
                  <a:cubicBezTo>
                    <a:pt x="25" y="11"/>
                    <a:pt x="25" y="13"/>
                    <a:pt x="23" y="15"/>
                  </a:cubicBezTo>
                  <a:cubicBezTo>
                    <a:pt x="23" y="15"/>
                    <a:pt x="22" y="17"/>
                    <a:pt x="20" y="17"/>
                  </a:cubicBezTo>
                  <a:cubicBezTo>
                    <a:pt x="21" y="18"/>
                    <a:pt x="20" y="19"/>
                    <a:pt x="19" y="20"/>
                  </a:cubicBezTo>
                  <a:cubicBezTo>
                    <a:pt x="19" y="20"/>
                    <a:pt x="19" y="21"/>
                    <a:pt x="19" y="21"/>
                  </a:cubicBezTo>
                  <a:cubicBezTo>
                    <a:pt x="19" y="21"/>
                    <a:pt x="17" y="21"/>
                    <a:pt x="17" y="21"/>
                  </a:cubicBezTo>
                  <a:cubicBezTo>
                    <a:pt x="17" y="22"/>
                    <a:pt x="17" y="23"/>
                    <a:pt x="16" y="24"/>
                  </a:cubicBezTo>
                  <a:cubicBezTo>
                    <a:pt x="16" y="25"/>
                    <a:pt x="15" y="24"/>
                    <a:pt x="15" y="25"/>
                  </a:cubicBezTo>
                  <a:cubicBezTo>
                    <a:pt x="15" y="25"/>
                    <a:pt x="14" y="26"/>
                    <a:pt x="14" y="26"/>
                  </a:cubicBezTo>
                  <a:cubicBezTo>
                    <a:pt x="12" y="27"/>
                    <a:pt x="8" y="27"/>
                    <a:pt x="4" y="27"/>
                  </a:cubicBezTo>
                  <a:cubicBezTo>
                    <a:pt x="5" y="26"/>
                    <a:pt x="3" y="26"/>
                    <a:pt x="3" y="24"/>
                  </a:cubicBezTo>
                  <a:cubicBezTo>
                    <a:pt x="2" y="24"/>
                    <a:pt x="3" y="24"/>
                    <a:pt x="2" y="23"/>
                  </a:cubicBezTo>
                  <a:cubicBezTo>
                    <a:pt x="1" y="23"/>
                    <a:pt x="1" y="23"/>
                    <a:pt x="0" y="23"/>
                  </a:cubicBezTo>
                  <a:cubicBezTo>
                    <a:pt x="1" y="22"/>
                    <a:pt x="0" y="22"/>
                    <a:pt x="0" y="21"/>
                  </a:cubicBezTo>
                  <a:cubicBezTo>
                    <a:pt x="1" y="21"/>
                    <a:pt x="1" y="21"/>
                    <a:pt x="1" y="20"/>
                  </a:cubicBezTo>
                  <a:cubicBezTo>
                    <a:pt x="2" y="20"/>
                    <a:pt x="0" y="20"/>
                    <a:pt x="0" y="20"/>
                  </a:cubicBezTo>
                  <a:cubicBezTo>
                    <a:pt x="1" y="19"/>
                    <a:pt x="2" y="19"/>
                    <a:pt x="2" y="18"/>
                  </a:cubicBezTo>
                  <a:cubicBezTo>
                    <a:pt x="3" y="18"/>
                    <a:pt x="2" y="17"/>
                    <a:pt x="2" y="17"/>
                  </a:cubicBezTo>
                  <a:cubicBezTo>
                    <a:pt x="3" y="17"/>
                    <a:pt x="4" y="17"/>
                    <a:pt x="4" y="17"/>
                  </a:cubicBezTo>
                  <a:cubicBezTo>
                    <a:pt x="5" y="16"/>
                    <a:pt x="3" y="13"/>
                    <a:pt x="6" y="14"/>
                  </a:cubicBezTo>
                  <a:cubicBezTo>
                    <a:pt x="7" y="13"/>
                    <a:pt x="4" y="13"/>
                    <a:pt x="4" y="13"/>
                  </a:cubicBezTo>
                  <a:cubicBezTo>
                    <a:pt x="4" y="12"/>
                    <a:pt x="4" y="11"/>
                    <a:pt x="4" y="10"/>
                  </a:cubicBezTo>
                  <a:cubicBezTo>
                    <a:pt x="6" y="10"/>
                    <a:pt x="6" y="9"/>
                    <a:pt x="6" y="9"/>
                  </a:cubicBezTo>
                  <a:cubicBezTo>
                    <a:pt x="8" y="9"/>
                    <a:pt x="8" y="8"/>
                    <a:pt x="9" y="8"/>
                  </a:cubicBezTo>
                  <a:cubicBezTo>
                    <a:pt x="11" y="8"/>
                    <a:pt x="15" y="8"/>
                    <a:pt x="14" y="6"/>
                  </a:cubicBezTo>
                  <a:cubicBezTo>
                    <a:pt x="16" y="6"/>
                    <a:pt x="16" y="6"/>
                    <a:pt x="17" y="6"/>
                  </a:cubicBezTo>
                  <a:cubicBezTo>
                    <a:pt x="17" y="5"/>
                    <a:pt x="18" y="5"/>
                    <a:pt x="18" y="3"/>
                  </a:cubicBezTo>
                  <a:cubicBezTo>
                    <a:pt x="21" y="4"/>
                    <a:pt x="20" y="0"/>
                    <a:pt x="21" y="3"/>
                  </a:cubicBezTo>
                  <a:cubicBezTo>
                    <a:pt x="25" y="2"/>
                    <a:pt x="22" y="0"/>
                    <a:pt x="23"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19" name="Freeform 111"/>
            <p:cNvSpPr/>
            <p:nvPr/>
          </p:nvSpPr>
          <p:spPr bwMode="auto">
            <a:xfrm>
              <a:off x="5864225" y="4303713"/>
              <a:ext cx="611188" cy="220663"/>
            </a:xfrm>
            <a:custGeom>
              <a:avLst/>
              <a:gdLst>
                <a:gd name="T0" fmla="*/ 95 w 163"/>
                <a:gd name="T1" fmla="*/ 5 h 59"/>
                <a:gd name="T2" fmla="*/ 91 w 163"/>
                <a:gd name="T3" fmla="*/ 6 h 59"/>
                <a:gd name="T4" fmla="*/ 96 w 163"/>
                <a:gd name="T5" fmla="*/ 9 h 59"/>
                <a:gd name="T6" fmla="*/ 110 w 163"/>
                <a:gd name="T7" fmla="*/ 13 h 59"/>
                <a:gd name="T8" fmla="*/ 114 w 163"/>
                <a:gd name="T9" fmla="*/ 10 h 59"/>
                <a:gd name="T10" fmla="*/ 115 w 163"/>
                <a:gd name="T11" fmla="*/ 8 h 59"/>
                <a:gd name="T12" fmla="*/ 116 w 163"/>
                <a:gd name="T13" fmla="*/ 4 h 59"/>
                <a:gd name="T14" fmla="*/ 118 w 163"/>
                <a:gd name="T15" fmla="*/ 1 h 59"/>
                <a:gd name="T16" fmla="*/ 121 w 163"/>
                <a:gd name="T17" fmla="*/ 3 h 59"/>
                <a:gd name="T18" fmla="*/ 126 w 163"/>
                <a:gd name="T19" fmla="*/ 8 h 59"/>
                <a:gd name="T20" fmla="*/ 131 w 163"/>
                <a:gd name="T21" fmla="*/ 11 h 59"/>
                <a:gd name="T22" fmla="*/ 136 w 163"/>
                <a:gd name="T23" fmla="*/ 15 h 59"/>
                <a:gd name="T24" fmla="*/ 139 w 163"/>
                <a:gd name="T25" fmla="*/ 19 h 59"/>
                <a:gd name="T26" fmla="*/ 142 w 163"/>
                <a:gd name="T27" fmla="*/ 20 h 59"/>
                <a:gd name="T28" fmla="*/ 148 w 163"/>
                <a:gd name="T29" fmla="*/ 22 h 59"/>
                <a:gd name="T30" fmla="*/ 153 w 163"/>
                <a:gd name="T31" fmla="*/ 26 h 59"/>
                <a:gd name="T32" fmla="*/ 155 w 163"/>
                <a:gd name="T33" fmla="*/ 27 h 59"/>
                <a:gd name="T34" fmla="*/ 161 w 163"/>
                <a:gd name="T35" fmla="*/ 29 h 59"/>
                <a:gd name="T36" fmla="*/ 163 w 163"/>
                <a:gd name="T37" fmla="*/ 38 h 59"/>
                <a:gd name="T38" fmla="*/ 160 w 163"/>
                <a:gd name="T39" fmla="*/ 41 h 59"/>
                <a:gd name="T40" fmla="*/ 160 w 163"/>
                <a:gd name="T41" fmla="*/ 43 h 59"/>
                <a:gd name="T42" fmla="*/ 158 w 163"/>
                <a:gd name="T43" fmla="*/ 46 h 59"/>
                <a:gd name="T44" fmla="*/ 152 w 163"/>
                <a:gd name="T45" fmla="*/ 48 h 59"/>
                <a:gd name="T46" fmla="*/ 147 w 163"/>
                <a:gd name="T47" fmla="*/ 56 h 59"/>
                <a:gd name="T48" fmla="*/ 138 w 163"/>
                <a:gd name="T49" fmla="*/ 57 h 59"/>
                <a:gd name="T50" fmla="*/ 134 w 163"/>
                <a:gd name="T51" fmla="*/ 59 h 59"/>
                <a:gd name="T52" fmla="*/ 126 w 163"/>
                <a:gd name="T53" fmla="*/ 58 h 59"/>
                <a:gd name="T54" fmla="*/ 109 w 163"/>
                <a:gd name="T55" fmla="*/ 56 h 59"/>
                <a:gd name="T56" fmla="*/ 108 w 163"/>
                <a:gd name="T57" fmla="*/ 54 h 59"/>
                <a:gd name="T58" fmla="*/ 107 w 163"/>
                <a:gd name="T59" fmla="*/ 52 h 59"/>
                <a:gd name="T60" fmla="*/ 99 w 163"/>
                <a:gd name="T61" fmla="*/ 49 h 59"/>
                <a:gd name="T62" fmla="*/ 95 w 163"/>
                <a:gd name="T63" fmla="*/ 47 h 59"/>
                <a:gd name="T64" fmla="*/ 87 w 163"/>
                <a:gd name="T65" fmla="*/ 45 h 59"/>
                <a:gd name="T66" fmla="*/ 83 w 163"/>
                <a:gd name="T67" fmla="*/ 44 h 59"/>
                <a:gd name="T68" fmla="*/ 64 w 163"/>
                <a:gd name="T69" fmla="*/ 42 h 59"/>
                <a:gd name="T70" fmla="*/ 54 w 163"/>
                <a:gd name="T71" fmla="*/ 44 h 59"/>
                <a:gd name="T72" fmla="*/ 50 w 163"/>
                <a:gd name="T73" fmla="*/ 45 h 59"/>
                <a:gd name="T74" fmla="*/ 47 w 163"/>
                <a:gd name="T75" fmla="*/ 46 h 59"/>
                <a:gd name="T76" fmla="*/ 45 w 163"/>
                <a:gd name="T77" fmla="*/ 46 h 59"/>
                <a:gd name="T78" fmla="*/ 27 w 163"/>
                <a:gd name="T79" fmla="*/ 48 h 59"/>
                <a:gd name="T80" fmla="*/ 24 w 163"/>
                <a:gd name="T81" fmla="*/ 49 h 59"/>
                <a:gd name="T82" fmla="*/ 8 w 163"/>
                <a:gd name="T83" fmla="*/ 50 h 59"/>
                <a:gd name="T84" fmla="*/ 10 w 163"/>
                <a:gd name="T85" fmla="*/ 45 h 59"/>
                <a:gd name="T86" fmla="*/ 8 w 163"/>
                <a:gd name="T87" fmla="*/ 42 h 59"/>
                <a:gd name="T88" fmla="*/ 8 w 163"/>
                <a:gd name="T89" fmla="*/ 40 h 59"/>
                <a:gd name="T90" fmla="*/ 5 w 163"/>
                <a:gd name="T91" fmla="*/ 37 h 59"/>
                <a:gd name="T92" fmla="*/ 4 w 163"/>
                <a:gd name="T93" fmla="*/ 35 h 59"/>
                <a:gd name="T94" fmla="*/ 2 w 163"/>
                <a:gd name="T95" fmla="*/ 32 h 59"/>
                <a:gd name="T96" fmla="*/ 3 w 163"/>
                <a:gd name="T97" fmla="*/ 29 h 59"/>
                <a:gd name="T98" fmla="*/ 3 w 163"/>
                <a:gd name="T99" fmla="*/ 23 h 59"/>
                <a:gd name="T100" fmla="*/ 14 w 163"/>
                <a:gd name="T101" fmla="*/ 20 h 59"/>
                <a:gd name="T102" fmla="*/ 26 w 163"/>
                <a:gd name="T103" fmla="*/ 18 h 59"/>
                <a:gd name="T104" fmla="*/ 33 w 163"/>
                <a:gd name="T105" fmla="*/ 17 h 59"/>
                <a:gd name="T106" fmla="*/ 36 w 163"/>
                <a:gd name="T107" fmla="*/ 11 h 59"/>
                <a:gd name="T108" fmla="*/ 45 w 163"/>
                <a:gd name="T109" fmla="*/ 11 h 59"/>
                <a:gd name="T110" fmla="*/ 47 w 163"/>
                <a:gd name="T111" fmla="*/ 8 h 59"/>
                <a:gd name="T112" fmla="*/ 55 w 163"/>
                <a:gd name="T113" fmla="*/ 5 h 59"/>
                <a:gd name="T114" fmla="*/ 61 w 163"/>
                <a:gd name="T115" fmla="*/ 7 h 59"/>
                <a:gd name="T116" fmla="*/ 63 w 163"/>
                <a:gd name="T117" fmla="*/ 7 h 59"/>
                <a:gd name="T118" fmla="*/ 65 w 163"/>
                <a:gd name="T119" fmla="*/ 6 h 59"/>
                <a:gd name="T120" fmla="*/ 72 w 163"/>
                <a:gd name="T121" fmla="*/ 4 h 59"/>
                <a:gd name="T122" fmla="*/ 77 w 163"/>
                <a:gd name="T123" fmla="*/ 3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63" h="59">
                  <a:moveTo>
                    <a:pt x="95" y="3"/>
                  </a:moveTo>
                  <a:cubicBezTo>
                    <a:pt x="95" y="3"/>
                    <a:pt x="95" y="4"/>
                    <a:pt x="95" y="5"/>
                  </a:cubicBezTo>
                  <a:cubicBezTo>
                    <a:pt x="94" y="5"/>
                    <a:pt x="93" y="5"/>
                    <a:pt x="92" y="5"/>
                  </a:cubicBezTo>
                  <a:cubicBezTo>
                    <a:pt x="93" y="6"/>
                    <a:pt x="93" y="6"/>
                    <a:pt x="91" y="6"/>
                  </a:cubicBezTo>
                  <a:cubicBezTo>
                    <a:pt x="92" y="7"/>
                    <a:pt x="91" y="7"/>
                    <a:pt x="91" y="8"/>
                  </a:cubicBezTo>
                  <a:cubicBezTo>
                    <a:pt x="92" y="9"/>
                    <a:pt x="93" y="9"/>
                    <a:pt x="96" y="9"/>
                  </a:cubicBezTo>
                  <a:cubicBezTo>
                    <a:pt x="96" y="11"/>
                    <a:pt x="102" y="10"/>
                    <a:pt x="103" y="12"/>
                  </a:cubicBezTo>
                  <a:cubicBezTo>
                    <a:pt x="105" y="12"/>
                    <a:pt x="108" y="12"/>
                    <a:pt x="110" y="13"/>
                  </a:cubicBezTo>
                  <a:cubicBezTo>
                    <a:pt x="111" y="13"/>
                    <a:pt x="110" y="11"/>
                    <a:pt x="114" y="11"/>
                  </a:cubicBezTo>
                  <a:cubicBezTo>
                    <a:pt x="113" y="11"/>
                    <a:pt x="112" y="10"/>
                    <a:pt x="114" y="10"/>
                  </a:cubicBezTo>
                  <a:cubicBezTo>
                    <a:pt x="115" y="10"/>
                    <a:pt x="113" y="9"/>
                    <a:pt x="114" y="8"/>
                  </a:cubicBezTo>
                  <a:cubicBezTo>
                    <a:pt x="114" y="8"/>
                    <a:pt x="114" y="8"/>
                    <a:pt x="115" y="8"/>
                  </a:cubicBezTo>
                  <a:cubicBezTo>
                    <a:pt x="115" y="7"/>
                    <a:pt x="116" y="7"/>
                    <a:pt x="116" y="6"/>
                  </a:cubicBezTo>
                  <a:cubicBezTo>
                    <a:pt x="115" y="6"/>
                    <a:pt x="114" y="5"/>
                    <a:pt x="116" y="4"/>
                  </a:cubicBezTo>
                  <a:cubicBezTo>
                    <a:pt x="116" y="3"/>
                    <a:pt x="117" y="4"/>
                    <a:pt x="118" y="4"/>
                  </a:cubicBezTo>
                  <a:cubicBezTo>
                    <a:pt x="118" y="3"/>
                    <a:pt x="118" y="2"/>
                    <a:pt x="118" y="1"/>
                  </a:cubicBezTo>
                  <a:cubicBezTo>
                    <a:pt x="121" y="1"/>
                    <a:pt x="119" y="3"/>
                    <a:pt x="120" y="3"/>
                  </a:cubicBezTo>
                  <a:cubicBezTo>
                    <a:pt x="121" y="3"/>
                    <a:pt x="121" y="3"/>
                    <a:pt x="121" y="3"/>
                  </a:cubicBezTo>
                  <a:cubicBezTo>
                    <a:pt x="122" y="4"/>
                    <a:pt x="123" y="5"/>
                    <a:pt x="123" y="5"/>
                  </a:cubicBezTo>
                  <a:cubicBezTo>
                    <a:pt x="124" y="6"/>
                    <a:pt x="127" y="7"/>
                    <a:pt x="126" y="8"/>
                  </a:cubicBezTo>
                  <a:cubicBezTo>
                    <a:pt x="129" y="7"/>
                    <a:pt x="127" y="9"/>
                    <a:pt x="130" y="8"/>
                  </a:cubicBezTo>
                  <a:cubicBezTo>
                    <a:pt x="130" y="9"/>
                    <a:pt x="130" y="11"/>
                    <a:pt x="131" y="11"/>
                  </a:cubicBezTo>
                  <a:cubicBezTo>
                    <a:pt x="133" y="12"/>
                    <a:pt x="131" y="13"/>
                    <a:pt x="132" y="15"/>
                  </a:cubicBezTo>
                  <a:cubicBezTo>
                    <a:pt x="135" y="13"/>
                    <a:pt x="133" y="15"/>
                    <a:pt x="136" y="15"/>
                  </a:cubicBezTo>
                  <a:cubicBezTo>
                    <a:pt x="137" y="15"/>
                    <a:pt x="135" y="16"/>
                    <a:pt x="135" y="16"/>
                  </a:cubicBezTo>
                  <a:cubicBezTo>
                    <a:pt x="137" y="17"/>
                    <a:pt x="140" y="17"/>
                    <a:pt x="139" y="19"/>
                  </a:cubicBezTo>
                  <a:cubicBezTo>
                    <a:pt x="140" y="19"/>
                    <a:pt x="142" y="18"/>
                    <a:pt x="142" y="19"/>
                  </a:cubicBezTo>
                  <a:cubicBezTo>
                    <a:pt x="143" y="19"/>
                    <a:pt x="142" y="19"/>
                    <a:pt x="142" y="20"/>
                  </a:cubicBezTo>
                  <a:cubicBezTo>
                    <a:pt x="143" y="20"/>
                    <a:pt x="144" y="19"/>
                    <a:pt x="144" y="20"/>
                  </a:cubicBezTo>
                  <a:cubicBezTo>
                    <a:pt x="146" y="20"/>
                    <a:pt x="145" y="22"/>
                    <a:pt x="148" y="22"/>
                  </a:cubicBezTo>
                  <a:cubicBezTo>
                    <a:pt x="148" y="23"/>
                    <a:pt x="150" y="24"/>
                    <a:pt x="151" y="25"/>
                  </a:cubicBezTo>
                  <a:cubicBezTo>
                    <a:pt x="152" y="25"/>
                    <a:pt x="152" y="26"/>
                    <a:pt x="153" y="26"/>
                  </a:cubicBezTo>
                  <a:cubicBezTo>
                    <a:pt x="153" y="27"/>
                    <a:pt x="155" y="26"/>
                    <a:pt x="155" y="26"/>
                  </a:cubicBezTo>
                  <a:cubicBezTo>
                    <a:pt x="155" y="27"/>
                    <a:pt x="155" y="27"/>
                    <a:pt x="155" y="27"/>
                  </a:cubicBezTo>
                  <a:cubicBezTo>
                    <a:pt x="156" y="28"/>
                    <a:pt x="158" y="28"/>
                    <a:pt x="157" y="27"/>
                  </a:cubicBezTo>
                  <a:cubicBezTo>
                    <a:pt x="159" y="28"/>
                    <a:pt x="158" y="30"/>
                    <a:pt x="161" y="29"/>
                  </a:cubicBezTo>
                  <a:cubicBezTo>
                    <a:pt x="159" y="31"/>
                    <a:pt x="161" y="33"/>
                    <a:pt x="162" y="35"/>
                  </a:cubicBezTo>
                  <a:cubicBezTo>
                    <a:pt x="162" y="36"/>
                    <a:pt x="161" y="37"/>
                    <a:pt x="163" y="38"/>
                  </a:cubicBezTo>
                  <a:cubicBezTo>
                    <a:pt x="161" y="38"/>
                    <a:pt x="162" y="39"/>
                    <a:pt x="161" y="41"/>
                  </a:cubicBezTo>
                  <a:cubicBezTo>
                    <a:pt x="161" y="41"/>
                    <a:pt x="159" y="41"/>
                    <a:pt x="160" y="41"/>
                  </a:cubicBezTo>
                  <a:cubicBezTo>
                    <a:pt x="160" y="41"/>
                    <a:pt x="161" y="41"/>
                    <a:pt x="161" y="41"/>
                  </a:cubicBezTo>
                  <a:cubicBezTo>
                    <a:pt x="161" y="42"/>
                    <a:pt x="160" y="43"/>
                    <a:pt x="160" y="43"/>
                  </a:cubicBezTo>
                  <a:cubicBezTo>
                    <a:pt x="160" y="43"/>
                    <a:pt x="158" y="43"/>
                    <a:pt x="158" y="43"/>
                  </a:cubicBezTo>
                  <a:cubicBezTo>
                    <a:pt x="158" y="44"/>
                    <a:pt x="160" y="45"/>
                    <a:pt x="158" y="46"/>
                  </a:cubicBezTo>
                  <a:cubicBezTo>
                    <a:pt x="156" y="46"/>
                    <a:pt x="157" y="47"/>
                    <a:pt x="154" y="47"/>
                  </a:cubicBezTo>
                  <a:cubicBezTo>
                    <a:pt x="154" y="48"/>
                    <a:pt x="154" y="48"/>
                    <a:pt x="152" y="48"/>
                  </a:cubicBezTo>
                  <a:cubicBezTo>
                    <a:pt x="153" y="50"/>
                    <a:pt x="151" y="51"/>
                    <a:pt x="151" y="53"/>
                  </a:cubicBezTo>
                  <a:cubicBezTo>
                    <a:pt x="147" y="52"/>
                    <a:pt x="148" y="54"/>
                    <a:pt x="147" y="56"/>
                  </a:cubicBezTo>
                  <a:cubicBezTo>
                    <a:pt x="146" y="55"/>
                    <a:pt x="144" y="55"/>
                    <a:pt x="144" y="56"/>
                  </a:cubicBezTo>
                  <a:cubicBezTo>
                    <a:pt x="144" y="57"/>
                    <a:pt x="140" y="57"/>
                    <a:pt x="138" y="57"/>
                  </a:cubicBezTo>
                  <a:cubicBezTo>
                    <a:pt x="138" y="58"/>
                    <a:pt x="137" y="58"/>
                    <a:pt x="136" y="58"/>
                  </a:cubicBezTo>
                  <a:cubicBezTo>
                    <a:pt x="135" y="59"/>
                    <a:pt x="134" y="58"/>
                    <a:pt x="134" y="59"/>
                  </a:cubicBezTo>
                  <a:cubicBezTo>
                    <a:pt x="132" y="58"/>
                    <a:pt x="131" y="57"/>
                    <a:pt x="128" y="57"/>
                  </a:cubicBezTo>
                  <a:cubicBezTo>
                    <a:pt x="126" y="56"/>
                    <a:pt x="127" y="58"/>
                    <a:pt x="126" y="58"/>
                  </a:cubicBezTo>
                  <a:cubicBezTo>
                    <a:pt x="124" y="59"/>
                    <a:pt x="121" y="58"/>
                    <a:pt x="119" y="59"/>
                  </a:cubicBezTo>
                  <a:cubicBezTo>
                    <a:pt x="116" y="58"/>
                    <a:pt x="113" y="57"/>
                    <a:pt x="109" y="56"/>
                  </a:cubicBezTo>
                  <a:cubicBezTo>
                    <a:pt x="110" y="56"/>
                    <a:pt x="110" y="55"/>
                    <a:pt x="109" y="54"/>
                  </a:cubicBezTo>
                  <a:cubicBezTo>
                    <a:pt x="108" y="54"/>
                    <a:pt x="108" y="54"/>
                    <a:pt x="108" y="54"/>
                  </a:cubicBezTo>
                  <a:cubicBezTo>
                    <a:pt x="108" y="53"/>
                    <a:pt x="108" y="53"/>
                    <a:pt x="108" y="53"/>
                  </a:cubicBezTo>
                  <a:cubicBezTo>
                    <a:pt x="107" y="53"/>
                    <a:pt x="105" y="52"/>
                    <a:pt x="107" y="52"/>
                  </a:cubicBezTo>
                  <a:cubicBezTo>
                    <a:pt x="106" y="52"/>
                    <a:pt x="102" y="51"/>
                    <a:pt x="102" y="52"/>
                  </a:cubicBezTo>
                  <a:cubicBezTo>
                    <a:pt x="100" y="51"/>
                    <a:pt x="100" y="50"/>
                    <a:pt x="99" y="49"/>
                  </a:cubicBezTo>
                  <a:cubicBezTo>
                    <a:pt x="98" y="48"/>
                    <a:pt x="99" y="48"/>
                    <a:pt x="100" y="47"/>
                  </a:cubicBezTo>
                  <a:cubicBezTo>
                    <a:pt x="99" y="47"/>
                    <a:pt x="98" y="47"/>
                    <a:pt x="95" y="47"/>
                  </a:cubicBezTo>
                  <a:cubicBezTo>
                    <a:pt x="93" y="47"/>
                    <a:pt x="93" y="49"/>
                    <a:pt x="89" y="49"/>
                  </a:cubicBezTo>
                  <a:cubicBezTo>
                    <a:pt x="90" y="47"/>
                    <a:pt x="86" y="47"/>
                    <a:pt x="87" y="45"/>
                  </a:cubicBezTo>
                  <a:cubicBezTo>
                    <a:pt x="84" y="45"/>
                    <a:pt x="84" y="44"/>
                    <a:pt x="81" y="45"/>
                  </a:cubicBezTo>
                  <a:cubicBezTo>
                    <a:pt x="81" y="44"/>
                    <a:pt x="82" y="44"/>
                    <a:pt x="83" y="44"/>
                  </a:cubicBezTo>
                  <a:cubicBezTo>
                    <a:pt x="80" y="43"/>
                    <a:pt x="78" y="44"/>
                    <a:pt x="73" y="44"/>
                  </a:cubicBezTo>
                  <a:cubicBezTo>
                    <a:pt x="70" y="43"/>
                    <a:pt x="67" y="43"/>
                    <a:pt x="64" y="42"/>
                  </a:cubicBezTo>
                  <a:cubicBezTo>
                    <a:pt x="62" y="43"/>
                    <a:pt x="59" y="43"/>
                    <a:pt x="58" y="44"/>
                  </a:cubicBezTo>
                  <a:cubicBezTo>
                    <a:pt x="57" y="44"/>
                    <a:pt x="55" y="44"/>
                    <a:pt x="54" y="44"/>
                  </a:cubicBezTo>
                  <a:cubicBezTo>
                    <a:pt x="53" y="44"/>
                    <a:pt x="53" y="44"/>
                    <a:pt x="53" y="44"/>
                  </a:cubicBezTo>
                  <a:cubicBezTo>
                    <a:pt x="51" y="45"/>
                    <a:pt x="52" y="44"/>
                    <a:pt x="50" y="45"/>
                  </a:cubicBezTo>
                  <a:cubicBezTo>
                    <a:pt x="50" y="45"/>
                    <a:pt x="49" y="45"/>
                    <a:pt x="49" y="46"/>
                  </a:cubicBezTo>
                  <a:cubicBezTo>
                    <a:pt x="48" y="45"/>
                    <a:pt x="47" y="44"/>
                    <a:pt x="47" y="46"/>
                  </a:cubicBezTo>
                  <a:cubicBezTo>
                    <a:pt x="46" y="46"/>
                    <a:pt x="46" y="46"/>
                    <a:pt x="45" y="46"/>
                  </a:cubicBezTo>
                  <a:cubicBezTo>
                    <a:pt x="44" y="46"/>
                    <a:pt x="45" y="46"/>
                    <a:pt x="45" y="46"/>
                  </a:cubicBezTo>
                  <a:cubicBezTo>
                    <a:pt x="44" y="47"/>
                    <a:pt x="41" y="47"/>
                    <a:pt x="40" y="48"/>
                  </a:cubicBezTo>
                  <a:cubicBezTo>
                    <a:pt x="38" y="47"/>
                    <a:pt x="32" y="48"/>
                    <a:pt x="27" y="48"/>
                  </a:cubicBezTo>
                  <a:cubicBezTo>
                    <a:pt x="26" y="48"/>
                    <a:pt x="27" y="49"/>
                    <a:pt x="26" y="49"/>
                  </a:cubicBezTo>
                  <a:cubicBezTo>
                    <a:pt x="26" y="49"/>
                    <a:pt x="25" y="49"/>
                    <a:pt x="24" y="49"/>
                  </a:cubicBezTo>
                  <a:cubicBezTo>
                    <a:pt x="24" y="49"/>
                    <a:pt x="23" y="49"/>
                    <a:pt x="21" y="49"/>
                  </a:cubicBezTo>
                  <a:cubicBezTo>
                    <a:pt x="19" y="50"/>
                    <a:pt x="14" y="51"/>
                    <a:pt x="8" y="50"/>
                  </a:cubicBezTo>
                  <a:cubicBezTo>
                    <a:pt x="8" y="49"/>
                    <a:pt x="8" y="47"/>
                    <a:pt x="11" y="47"/>
                  </a:cubicBezTo>
                  <a:cubicBezTo>
                    <a:pt x="10" y="47"/>
                    <a:pt x="12" y="45"/>
                    <a:pt x="10" y="45"/>
                  </a:cubicBezTo>
                  <a:cubicBezTo>
                    <a:pt x="7" y="45"/>
                    <a:pt x="11" y="44"/>
                    <a:pt x="10" y="43"/>
                  </a:cubicBezTo>
                  <a:cubicBezTo>
                    <a:pt x="8" y="42"/>
                    <a:pt x="9" y="44"/>
                    <a:pt x="8" y="42"/>
                  </a:cubicBezTo>
                  <a:cubicBezTo>
                    <a:pt x="7" y="42"/>
                    <a:pt x="8" y="41"/>
                    <a:pt x="8" y="41"/>
                  </a:cubicBezTo>
                  <a:cubicBezTo>
                    <a:pt x="6" y="40"/>
                    <a:pt x="8" y="41"/>
                    <a:pt x="8" y="40"/>
                  </a:cubicBezTo>
                  <a:cubicBezTo>
                    <a:pt x="7" y="39"/>
                    <a:pt x="5" y="38"/>
                    <a:pt x="7" y="38"/>
                  </a:cubicBezTo>
                  <a:cubicBezTo>
                    <a:pt x="7" y="37"/>
                    <a:pt x="5" y="37"/>
                    <a:pt x="5" y="37"/>
                  </a:cubicBezTo>
                  <a:cubicBezTo>
                    <a:pt x="4" y="37"/>
                    <a:pt x="5" y="36"/>
                    <a:pt x="5" y="36"/>
                  </a:cubicBezTo>
                  <a:cubicBezTo>
                    <a:pt x="5" y="36"/>
                    <a:pt x="4" y="35"/>
                    <a:pt x="4" y="35"/>
                  </a:cubicBezTo>
                  <a:cubicBezTo>
                    <a:pt x="2" y="34"/>
                    <a:pt x="4" y="34"/>
                    <a:pt x="4" y="34"/>
                  </a:cubicBezTo>
                  <a:cubicBezTo>
                    <a:pt x="3" y="33"/>
                    <a:pt x="1" y="33"/>
                    <a:pt x="2" y="32"/>
                  </a:cubicBezTo>
                  <a:cubicBezTo>
                    <a:pt x="4" y="32"/>
                    <a:pt x="3" y="30"/>
                    <a:pt x="5" y="30"/>
                  </a:cubicBezTo>
                  <a:cubicBezTo>
                    <a:pt x="5" y="29"/>
                    <a:pt x="3" y="30"/>
                    <a:pt x="3" y="29"/>
                  </a:cubicBezTo>
                  <a:cubicBezTo>
                    <a:pt x="2" y="29"/>
                    <a:pt x="3" y="27"/>
                    <a:pt x="1" y="28"/>
                  </a:cubicBezTo>
                  <a:cubicBezTo>
                    <a:pt x="0" y="26"/>
                    <a:pt x="2" y="25"/>
                    <a:pt x="3" y="23"/>
                  </a:cubicBezTo>
                  <a:cubicBezTo>
                    <a:pt x="4" y="24"/>
                    <a:pt x="7" y="23"/>
                    <a:pt x="8" y="22"/>
                  </a:cubicBezTo>
                  <a:cubicBezTo>
                    <a:pt x="8" y="21"/>
                    <a:pt x="14" y="22"/>
                    <a:pt x="14" y="20"/>
                  </a:cubicBezTo>
                  <a:cubicBezTo>
                    <a:pt x="19" y="20"/>
                    <a:pt x="22" y="19"/>
                    <a:pt x="26" y="19"/>
                  </a:cubicBezTo>
                  <a:cubicBezTo>
                    <a:pt x="28" y="19"/>
                    <a:pt x="27" y="18"/>
                    <a:pt x="26" y="18"/>
                  </a:cubicBezTo>
                  <a:cubicBezTo>
                    <a:pt x="28" y="17"/>
                    <a:pt x="31" y="18"/>
                    <a:pt x="31" y="16"/>
                  </a:cubicBezTo>
                  <a:cubicBezTo>
                    <a:pt x="32" y="16"/>
                    <a:pt x="32" y="17"/>
                    <a:pt x="33" y="17"/>
                  </a:cubicBezTo>
                  <a:cubicBezTo>
                    <a:pt x="36" y="17"/>
                    <a:pt x="33" y="14"/>
                    <a:pt x="36" y="15"/>
                  </a:cubicBezTo>
                  <a:cubicBezTo>
                    <a:pt x="35" y="13"/>
                    <a:pt x="36" y="14"/>
                    <a:pt x="36" y="11"/>
                  </a:cubicBezTo>
                  <a:cubicBezTo>
                    <a:pt x="39" y="11"/>
                    <a:pt x="40" y="12"/>
                    <a:pt x="42" y="12"/>
                  </a:cubicBezTo>
                  <a:cubicBezTo>
                    <a:pt x="43" y="12"/>
                    <a:pt x="43" y="11"/>
                    <a:pt x="45" y="11"/>
                  </a:cubicBezTo>
                  <a:cubicBezTo>
                    <a:pt x="44" y="10"/>
                    <a:pt x="48" y="9"/>
                    <a:pt x="45" y="9"/>
                  </a:cubicBezTo>
                  <a:cubicBezTo>
                    <a:pt x="46" y="9"/>
                    <a:pt x="47" y="9"/>
                    <a:pt x="47" y="8"/>
                  </a:cubicBezTo>
                  <a:cubicBezTo>
                    <a:pt x="50" y="8"/>
                    <a:pt x="48" y="6"/>
                    <a:pt x="52" y="7"/>
                  </a:cubicBezTo>
                  <a:cubicBezTo>
                    <a:pt x="53" y="6"/>
                    <a:pt x="54" y="6"/>
                    <a:pt x="55" y="5"/>
                  </a:cubicBezTo>
                  <a:cubicBezTo>
                    <a:pt x="56" y="6"/>
                    <a:pt x="58" y="6"/>
                    <a:pt x="60" y="6"/>
                  </a:cubicBezTo>
                  <a:cubicBezTo>
                    <a:pt x="58" y="7"/>
                    <a:pt x="60" y="7"/>
                    <a:pt x="61" y="7"/>
                  </a:cubicBezTo>
                  <a:cubicBezTo>
                    <a:pt x="61" y="7"/>
                    <a:pt x="61" y="7"/>
                    <a:pt x="61" y="7"/>
                  </a:cubicBezTo>
                  <a:cubicBezTo>
                    <a:pt x="61" y="8"/>
                    <a:pt x="63" y="7"/>
                    <a:pt x="63" y="7"/>
                  </a:cubicBezTo>
                  <a:cubicBezTo>
                    <a:pt x="63" y="8"/>
                    <a:pt x="64" y="9"/>
                    <a:pt x="67" y="8"/>
                  </a:cubicBezTo>
                  <a:cubicBezTo>
                    <a:pt x="68" y="9"/>
                    <a:pt x="67" y="6"/>
                    <a:pt x="65" y="6"/>
                  </a:cubicBezTo>
                  <a:cubicBezTo>
                    <a:pt x="66" y="6"/>
                    <a:pt x="67" y="6"/>
                    <a:pt x="68" y="5"/>
                  </a:cubicBezTo>
                  <a:cubicBezTo>
                    <a:pt x="68" y="4"/>
                    <a:pt x="69" y="4"/>
                    <a:pt x="72" y="4"/>
                  </a:cubicBezTo>
                  <a:cubicBezTo>
                    <a:pt x="72" y="2"/>
                    <a:pt x="73" y="2"/>
                    <a:pt x="75" y="2"/>
                  </a:cubicBezTo>
                  <a:cubicBezTo>
                    <a:pt x="73" y="3"/>
                    <a:pt x="74" y="3"/>
                    <a:pt x="77" y="3"/>
                  </a:cubicBezTo>
                  <a:cubicBezTo>
                    <a:pt x="81" y="0"/>
                    <a:pt x="89" y="3"/>
                    <a:pt x="95"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
        <p:nvSpPr>
          <p:cNvPr id="220" name="Freeform 112"/>
          <p:cNvSpPr/>
          <p:nvPr/>
        </p:nvSpPr>
        <p:spPr bwMode="auto">
          <a:xfrm flipH="1">
            <a:off x="3046784" y="2395031"/>
            <a:ext cx="424468" cy="404813"/>
          </a:xfrm>
          <a:custGeom>
            <a:avLst/>
            <a:gdLst>
              <a:gd name="T0" fmla="*/ 72 w 107"/>
              <a:gd name="T1" fmla="*/ 0 h 108"/>
              <a:gd name="T2" fmla="*/ 37 w 107"/>
              <a:gd name="T3" fmla="*/ 0 h 108"/>
              <a:gd name="T4" fmla="*/ 35 w 107"/>
              <a:gd name="T5" fmla="*/ 0 h 108"/>
              <a:gd name="T6" fmla="*/ 0 w 107"/>
              <a:gd name="T7" fmla="*/ 35 h 108"/>
              <a:gd name="T8" fmla="*/ 0 w 107"/>
              <a:gd name="T9" fmla="*/ 58 h 108"/>
              <a:gd name="T10" fmla="*/ 0 w 107"/>
              <a:gd name="T11" fmla="*/ 73 h 108"/>
              <a:gd name="T12" fmla="*/ 0 w 107"/>
              <a:gd name="T13" fmla="*/ 108 h 108"/>
              <a:gd name="T14" fmla="*/ 35 w 107"/>
              <a:gd name="T15" fmla="*/ 108 h 108"/>
              <a:gd name="T16" fmla="*/ 70 w 107"/>
              <a:gd name="T17" fmla="*/ 108 h 108"/>
              <a:gd name="T18" fmla="*/ 72 w 107"/>
              <a:gd name="T19" fmla="*/ 108 h 108"/>
              <a:gd name="T20" fmla="*/ 107 w 107"/>
              <a:gd name="T21" fmla="*/ 73 h 108"/>
              <a:gd name="T22" fmla="*/ 107 w 107"/>
              <a:gd name="T23" fmla="*/ 51 h 108"/>
              <a:gd name="T24" fmla="*/ 107 w 107"/>
              <a:gd name="T25" fmla="*/ 35 h 108"/>
              <a:gd name="T26" fmla="*/ 107 w 107"/>
              <a:gd name="T27" fmla="*/ 0 h 108"/>
              <a:gd name="T28" fmla="*/ 72 w 107"/>
              <a:gd name="T29" fmla="*/ 0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7" h="108">
                <a:moveTo>
                  <a:pt x="72" y="0"/>
                </a:moveTo>
                <a:cubicBezTo>
                  <a:pt x="37" y="0"/>
                  <a:pt x="37" y="0"/>
                  <a:pt x="37" y="0"/>
                </a:cubicBezTo>
                <a:cubicBezTo>
                  <a:pt x="35" y="0"/>
                  <a:pt x="35" y="0"/>
                  <a:pt x="35" y="0"/>
                </a:cubicBezTo>
                <a:cubicBezTo>
                  <a:pt x="16" y="0"/>
                  <a:pt x="0" y="16"/>
                  <a:pt x="0" y="35"/>
                </a:cubicBezTo>
                <a:cubicBezTo>
                  <a:pt x="0" y="58"/>
                  <a:pt x="0" y="58"/>
                  <a:pt x="0" y="58"/>
                </a:cubicBezTo>
                <a:cubicBezTo>
                  <a:pt x="0" y="73"/>
                  <a:pt x="0" y="73"/>
                  <a:pt x="0" y="73"/>
                </a:cubicBezTo>
                <a:cubicBezTo>
                  <a:pt x="0" y="108"/>
                  <a:pt x="0" y="108"/>
                  <a:pt x="0" y="108"/>
                </a:cubicBezTo>
                <a:cubicBezTo>
                  <a:pt x="35" y="108"/>
                  <a:pt x="35" y="108"/>
                  <a:pt x="35" y="108"/>
                </a:cubicBezTo>
                <a:cubicBezTo>
                  <a:pt x="70" y="108"/>
                  <a:pt x="70" y="108"/>
                  <a:pt x="70" y="108"/>
                </a:cubicBezTo>
                <a:cubicBezTo>
                  <a:pt x="72" y="108"/>
                  <a:pt x="72" y="108"/>
                  <a:pt x="72" y="108"/>
                </a:cubicBezTo>
                <a:cubicBezTo>
                  <a:pt x="91" y="108"/>
                  <a:pt x="107" y="93"/>
                  <a:pt x="107" y="73"/>
                </a:cubicBezTo>
                <a:cubicBezTo>
                  <a:pt x="107" y="51"/>
                  <a:pt x="107" y="51"/>
                  <a:pt x="107" y="51"/>
                </a:cubicBezTo>
                <a:cubicBezTo>
                  <a:pt x="107" y="35"/>
                  <a:pt x="107" y="35"/>
                  <a:pt x="107" y="35"/>
                </a:cubicBezTo>
                <a:cubicBezTo>
                  <a:pt x="107" y="0"/>
                  <a:pt x="107" y="0"/>
                  <a:pt x="107" y="0"/>
                </a:cubicBezTo>
                <a:lnTo>
                  <a:pt x="72" y="0"/>
                </a:lnTo>
                <a:close/>
              </a:path>
            </a:pathLst>
          </a:custGeom>
          <a:solidFill>
            <a:srgbClr val="37B0E8"/>
          </a:solidFill>
          <a:ln w="6350" cap="flat">
            <a:solidFill>
              <a:schemeClr val="bg1"/>
            </a:solidFill>
            <a:prstDash val="solid"/>
            <a:miter lim="800000"/>
          </a:ln>
        </p:spPr>
        <p:txBody>
          <a:bodyPr vert="horz" wrap="square" lIns="91440" tIns="45720" rIns="91440" bIns="45720" numCol="1" anchor="t" anchorCtr="0" compatLnSpc="1"/>
          <a:lstStyle/>
          <a:p>
            <a:endParaRPr lang="zh-CN" altLang="en-US" dirty="0"/>
          </a:p>
        </p:txBody>
      </p:sp>
      <p:grpSp>
        <p:nvGrpSpPr>
          <p:cNvPr id="221" name="组合 220"/>
          <p:cNvGrpSpPr/>
          <p:nvPr/>
        </p:nvGrpSpPr>
        <p:grpSpPr>
          <a:xfrm>
            <a:off x="3393868" y="3883531"/>
            <a:ext cx="151638" cy="115148"/>
            <a:chOff x="4256395" y="1390959"/>
            <a:chExt cx="631210" cy="631208"/>
          </a:xfrm>
        </p:grpSpPr>
        <p:sp>
          <p:nvSpPr>
            <p:cNvPr id="222" name="椭圆 221"/>
            <p:cNvSpPr/>
            <p:nvPr/>
          </p:nvSpPr>
          <p:spPr>
            <a:xfrm>
              <a:off x="4256395" y="1390959"/>
              <a:ext cx="631210" cy="631208"/>
            </a:xfrm>
            <a:prstGeom prst="ellipse">
              <a:avLst/>
            </a:prstGeom>
            <a:noFill/>
            <a:ln w="6350">
              <a:solidFill>
                <a:srgbClr val="1D93D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3" name="椭圆 222"/>
            <p:cNvSpPr/>
            <p:nvPr/>
          </p:nvSpPr>
          <p:spPr>
            <a:xfrm>
              <a:off x="4382664" y="1517228"/>
              <a:ext cx="378672" cy="378670"/>
            </a:xfrm>
            <a:prstGeom prst="ellipse">
              <a:avLst/>
            </a:prstGeom>
            <a:solidFill>
              <a:srgbClr val="1D93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224" name="直接连接符 223"/>
          <p:cNvCxnSpPr/>
          <p:nvPr/>
        </p:nvCxnSpPr>
        <p:spPr>
          <a:xfrm flipV="1">
            <a:off x="3466512" y="2755071"/>
            <a:ext cx="0" cy="1184856"/>
          </a:xfrm>
          <a:prstGeom prst="line">
            <a:avLst/>
          </a:prstGeom>
          <a:ln w="6350">
            <a:solidFill>
              <a:srgbClr val="37B0E8"/>
            </a:solidFill>
          </a:ln>
        </p:spPr>
        <p:style>
          <a:lnRef idx="1">
            <a:schemeClr val="accent1"/>
          </a:lnRef>
          <a:fillRef idx="0">
            <a:schemeClr val="accent1"/>
          </a:fillRef>
          <a:effectRef idx="0">
            <a:schemeClr val="accent1"/>
          </a:effectRef>
          <a:fontRef idx="minor">
            <a:schemeClr val="tx1"/>
          </a:fontRef>
        </p:style>
      </p:cxnSp>
      <p:sp>
        <p:nvSpPr>
          <p:cNvPr id="225" name="矩形 224"/>
          <p:cNvSpPr/>
          <p:nvPr/>
        </p:nvSpPr>
        <p:spPr>
          <a:xfrm>
            <a:off x="3059695" y="2413243"/>
            <a:ext cx="396263" cy="369332"/>
          </a:xfrm>
          <a:prstGeom prst="rect">
            <a:avLst/>
          </a:prstGeom>
          <a:noFill/>
        </p:spPr>
        <p:txBody>
          <a:bodyPr wrap="none">
            <a:spAutoFit/>
          </a:bodyPr>
          <a:lstStyle/>
          <a:p>
            <a:pPr algn="ctr"/>
            <a:r>
              <a:rPr lang="en-US" altLang="zh-CN" dirty="0">
                <a:ln w="6350">
                  <a:noFill/>
                </a:ln>
                <a:solidFill>
                  <a:schemeClr val="bg1"/>
                </a:solidFill>
                <a:latin typeface="Impact" pitchFamily="34" charset="0"/>
                <a:ea typeface="微软雅黑" pitchFamily="34" charset="-122"/>
              </a:rPr>
              <a:t>01</a:t>
            </a:r>
            <a:endParaRPr lang="zh-CN" altLang="en-US" dirty="0">
              <a:ln w="6350">
                <a:noFill/>
              </a:ln>
              <a:solidFill>
                <a:schemeClr val="bg1"/>
              </a:solidFill>
              <a:latin typeface="Impact" pitchFamily="34" charset="0"/>
              <a:ea typeface="微软雅黑" pitchFamily="34" charset="-122"/>
            </a:endParaRPr>
          </a:p>
        </p:txBody>
      </p:sp>
      <p:sp>
        <p:nvSpPr>
          <p:cNvPr id="226" name="Rectangle 66"/>
          <p:cNvSpPr>
            <a:spLocks noChangeArrowheads="1"/>
          </p:cNvSpPr>
          <p:nvPr/>
        </p:nvSpPr>
        <p:spPr bwMode="auto">
          <a:xfrm>
            <a:off x="1790769" y="2363122"/>
            <a:ext cx="1172314"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lvl="0" algn="just" fontAlgn="base">
              <a:spcBef>
                <a:spcPct val="0"/>
              </a:spcBef>
              <a:spcAft>
                <a:spcPct val="0"/>
              </a:spcAft>
            </a:pPr>
            <a:r>
              <a:rPr lang="zh-CN" altLang="en-US" sz="1000" dirty="0">
                <a:solidFill>
                  <a:schemeClr val="tx1">
                    <a:lumMod val="65000"/>
                    <a:lumOff val="35000"/>
                  </a:schemeClr>
                </a:solidFill>
                <a:latin typeface="Arial" pitchFamily="34" charset="0"/>
                <a:ea typeface="微软雅黑" pitchFamily="34" charset="-122"/>
              </a:rPr>
              <a:t>此处可输入相关说明文本内容，或者复制文本内容后粘贴，并选择只保留文字。</a:t>
            </a:r>
            <a:endParaRPr lang="zh-CN" altLang="zh-CN" sz="1000" dirty="0">
              <a:solidFill>
                <a:schemeClr val="tx1">
                  <a:lumMod val="65000"/>
                  <a:lumOff val="35000"/>
                </a:schemeClr>
              </a:solidFill>
              <a:latin typeface="Arial" pitchFamily="34" charset="0"/>
              <a:ea typeface="微软雅黑" pitchFamily="34" charset="-122"/>
            </a:endParaRPr>
          </a:p>
        </p:txBody>
      </p:sp>
      <p:sp>
        <p:nvSpPr>
          <p:cNvPr id="227" name="Freeform 112"/>
          <p:cNvSpPr/>
          <p:nvPr/>
        </p:nvSpPr>
        <p:spPr bwMode="auto">
          <a:xfrm>
            <a:off x="4032101" y="1786488"/>
            <a:ext cx="400050" cy="404813"/>
          </a:xfrm>
          <a:custGeom>
            <a:avLst/>
            <a:gdLst>
              <a:gd name="T0" fmla="*/ 72 w 107"/>
              <a:gd name="T1" fmla="*/ 0 h 108"/>
              <a:gd name="T2" fmla="*/ 37 w 107"/>
              <a:gd name="T3" fmla="*/ 0 h 108"/>
              <a:gd name="T4" fmla="*/ 35 w 107"/>
              <a:gd name="T5" fmla="*/ 0 h 108"/>
              <a:gd name="T6" fmla="*/ 0 w 107"/>
              <a:gd name="T7" fmla="*/ 35 h 108"/>
              <a:gd name="T8" fmla="*/ 0 w 107"/>
              <a:gd name="T9" fmla="*/ 58 h 108"/>
              <a:gd name="T10" fmla="*/ 0 w 107"/>
              <a:gd name="T11" fmla="*/ 73 h 108"/>
              <a:gd name="T12" fmla="*/ 0 w 107"/>
              <a:gd name="T13" fmla="*/ 108 h 108"/>
              <a:gd name="T14" fmla="*/ 35 w 107"/>
              <a:gd name="T15" fmla="*/ 108 h 108"/>
              <a:gd name="T16" fmla="*/ 70 w 107"/>
              <a:gd name="T17" fmla="*/ 108 h 108"/>
              <a:gd name="T18" fmla="*/ 72 w 107"/>
              <a:gd name="T19" fmla="*/ 108 h 108"/>
              <a:gd name="T20" fmla="*/ 107 w 107"/>
              <a:gd name="T21" fmla="*/ 73 h 108"/>
              <a:gd name="T22" fmla="*/ 107 w 107"/>
              <a:gd name="T23" fmla="*/ 51 h 108"/>
              <a:gd name="T24" fmla="*/ 107 w 107"/>
              <a:gd name="T25" fmla="*/ 35 h 108"/>
              <a:gd name="T26" fmla="*/ 107 w 107"/>
              <a:gd name="T27" fmla="*/ 0 h 108"/>
              <a:gd name="T28" fmla="*/ 72 w 107"/>
              <a:gd name="T29" fmla="*/ 0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7" h="108">
                <a:moveTo>
                  <a:pt x="72" y="0"/>
                </a:moveTo>
                <a:cubicBezTo>
                  <a:pt x="37" y="0"/>
                  <a:pt x="37" y="0"/>
                  <a:pt x="37" y="0"/>
                </a:cubicBezTo>
                <a:cubicBezTo>
                  <a:pt x="35" y="0"/>
                  <a:pt x="35" y="0"/>
                  <a:pt x="35" y="0"/>
                </a:cubicBezTo>
                <a:cubicBezTo>
                  <a:pt x="16" y="0"/>
                  <a:pt x="0" y="16"/>
                  <a:pt x="0" y="35"/>
                </a:cubicBezTo>
                <a:cubicBezTo>
                  <a:pt x="0" y="58"/>
                  <a:pt x="0" y="58"/>
                  <a:pt x="0" y="58"/>
                </a:cubicBezTo>
                <a:cubicBezTo>
                  <a:pt x="0" y="73"/>
                  <a:pt x="0" y="73"/>
                  <a:pt x="0" y="73"/>
                </a:cubicBezTo>
                <a:cubicBezTo>
                  <a:pt x="0" y="108"/>
                  <a:pt x="0" y="108"/>
                  <a:pt x="0" y="108"/>
                </a:cubicBezTo>
                <a:cubicBezTo>
                  <a:pt x="35" y="108"/>
                  <a:pt x="35" y="108"/>
                  <a:pt x="35" y="108"/>
                </a:cubicBezTo>
                <a:cubicBezTo>
                  <a:pt x="70" y="108"/>
                  <a:pt x="70" y="108"/>
                  <a:pt x="70" y="108"/>
                </a:cubicBezTo>
                <a:cubicBezTo>
                  <a:pt x="72" y="108"/>
                  <a:pt x="72" y="108"/>
                  <a:pt x="72" y="108"/>
                </a:cubicBezTo>
                <a:cubicBezTo>
                  <a:pt x="91" y="108"/>
                  <a:pt x="107" y="93"/>
                  <a:pt x="107" y="73"/>
                </a:cubicBezTo>
                <a:cubicBezTo>
                  <a:pt x="107" y="51"/>
                  <a:pt x="107" y="51"/>
                  <a:pt x="107" y="51"/>
                </a:cubicBezTo>
                <a:cubicBezTo>
                  <a:pt x="107" y="35"/>
                  <a:pt x="107" y="35"/>
                  <a:pt x="107" y="35"/>
                </a:cubicBezTo>
                <a:cubicBezTo>
                  <a:pt x="107" y="0"/>
                  <a:pt x="107" y="0"/>
                  <a:pt x="107" y="0"/>
                </a:cubicBezTo>
                <a:lnTo>
                  <a:pt x="72" y="0"/>
                </a:lnTo>
                <a:close/>
              </a:path>
            </a:pathLst>
          </a:custGeom>
          <a:solidFill>
            <a:srgbClr val="37B0E8"/>
          </a:solidFill>
          <a:ln w="6350" cap="flat">
            <a:solidFill>
              <a:schemeClr val="bg1"/>
            </a:solidFill>
            <a:prstDash val="solid"/>
            <a:miter lim="800000"/>
          </a:ln>
        </p:spPr>
        <p:txBody>
          <a:bodyPr vert="horz" wrap="square" lIns="91440" tIns="45720" rIns="91440" bIns="45720" numCol="1" anchor="t" anchorCtr="0" compatLnSpc="1"/>
          <a:lstStyle/>
          <a:p>
            <a:endParaRPr lang="zh-CN" altLang="en-US" dirty="0"/>
          </a:p>
        </p:txBody>
      </p:sp>
      <p:grpSp>
        <p:nvGrpSpPr>
          <p:cNvPr id="228" name="组合 227"/>
          <p:cNvGrpSpPr/>
          <p:nvPr/>
        </p:nvGrpSpPr>
        <p:grpSpPr>
          <a:xfrm>
            <a:off x="3965910" y="4429631"/>
            <a:ext cx="151638" cy="115148"/>
            <a:chOff x="4256395" y="1390959"/>
            <a:chExt cx="631210" cy="631208"/>
          </a:xfrm>
        </p:grpSpPr>
        <p:sp>
          <p:nvSpPr>
            <p:cNvPr id="229" name="椭圆 228"/>
            <p:cNvSpPr/>
            <p:nvPr/>
          </p:nvSpPr>
          <p:spPr>
            <a:xfrm>
              <a:off x="4256395" y="1390959"/>
              <a:ext cx="631210" cy="631208"/>
            </a:xfrm>
            <a:prstGeom prst="ellipse">
              <a:avLst/>
            </a:prstGeom>
            <a:noFill/>
            <a:ln w="6350">
              <a:solidFill>
                <a:srgbClr val="1D93D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0" name="椭圆 229"/>
            <p:cNvSpPr/>
            <p:nvPr/>
          </p:nvSpPr>
          <p:spPr>
            <a:xfrm>
              <a:off x="4382664" y="1517228"/>
              <a:ext cx="378672" cy="378670"/>
            </a:xfrm>
            <a:prstGeom prst="ellipse">
              <a:avLst/>
            </a:prstGeom>
            <a:solidFill>
              <a:srgbClr val="1D93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231" name="直接连接符 230"/>
          <p:cNvCxnSpPr/>
          <p:nvPr/>
        </p:nvCxnSpPr>
        <p:spPr>
          <a:xfrm flipV="1">
            <a:off x="4038554" y="2034991"/>
            <a:ext cx="0" cy="2451038"/>
          </a:xfrm>
          <a:prstGeom prst="line">
            <a:avLst/>
          </a:prstGeom>
          <a:ln w="6350">
            <a:solidFill>
              <a:srgbClr val="37B0E8"/>
            </a:solidFill>
          </a:ln>
        </p:spPr>
        <p:style>
          <a:lnRef idx="1">
            <a:schemeClr val="accent1"/>
          </a:lnRef>
          <a:fillRef idx="0">
            <a:schemeClr val="accent1"/>
          </a:fillRef>
          <a:effectRef idx="0">
            <a:schemeClr val="accent1"/>
          </a:effectRef>
          <a:fontRef idx="minor">
            <a:schemeClr val="tx1"/>
          </a:fontRef>
        </p:style>
      </p:cxnSp>
      <p:sp>
        <p:nvSpPr>
          <p:cNvPr id="232" name="矩形 231"/>
          <p:cNvSpPr/>
          <p:nvPr/>
        </p:nvSpPr>
        <p:spPr>
          <a:xfrm>
            <a:off x="4025304" y="1804700"/>
            <a:ext cx="423514" cy="369332"/>
          </a:xfrm>
          <a:prstGeom prst="rect">
            <a:avLst/>
          </a:prstGeom>
        </p:spPr>
        <p:txBody>
          <a:bodyPr wrap="none">
            <a:spAutoFit/>
          </a:bodyPr>
          <a:lstStyle/>
          <a:p>
            <a:pPr algn="ctr"/>
            <a:r>
              <a:rPr lang="en-US" altLang="zh-CN" dirty="0">
                <a:ln w="6350">
                  <a:noFill/>
                </a:ln>
                <a:solidFill>
                  <a:schemeClr val="bg1"/>
                </a:solidFill>
                <a:latin typeface="Impact" pitchFamily="34" charset="0"/>
                <a:ea typeface="微软雅黑" pitchFamily="34" charset="-122"/>
              </a:rPr>
              <a:t>02</a:t>
            </a:r>
            <a:endParaRPr lang="zh-CN" altLang="en-US" dirty="0">
              <a:ln w="6350">
                <a:noFill/>
              </a:ln>
              <a:solidFill>
                <a:schemeClr val="bg1"/>
              </a:solidFill>
              <a:latin typeface="Impact" pitchFamily="34" charset="0"/>
              <a:ea typeface="微软雅黑" pitchFamily="34" charset="-122"/>
            </a:endParaRPr>
          </a:p>
        </p:txBody>
      </p:sp>
      <p:sp>
        <p:nvSpPr>
          <p:cNvPr id="233" name="Rectangle 66"/>
          <p:cNvSpPr>
            <a:spLocks noChangeArrowheads="1"/>
          </p:cNvSpPr>
          <p:nvPr/>
        </p:nvSpPr>
        <p:spPr bwMode="auto">
          <a:xfrm>
            <a:off x="4537308" y="1746959"/>
            <a:ext cx="1164381"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lvl="0" algn="just" fontAlgn="base">
              <a:spcBef>
                <a:spcPct val="0"/>
              </a:spcBef>
              <a:spcAft>
                <a:spcPct val="0"/>
              </a:spcAft>
            </a:pPr>
            <a:r>
              <a:rPr lang="zh-CN" altLang="en-US" sz="1000" dirty="0">
                <a:solidFill>
                  <a:schemeClr val="tx1">
                    <a:lumMod val="65000"/>
                    <a:lumOff val="35000"/>
                  </a:schemeClr>
                </a:solidFill>
                <a:latin typeface="Arial" pitchFamily="34" charset="0"/>
                <a:ea typeface="微软雅黑" pitchFamily="34" charset="-122"/>
              </a:rPr>
              <a:t>此处可输入相关说明文本内容，或者复制文本内容后粘贴，并选择只保留文字。</a:t>
            </a:r>
            <a:endParaRPr lang="zh-CN" altLang="zh-CN" sz="1000" dirty="0">
              <a:solidFill>
                <a:schemeClr val="tx1">
                  <a:lumMod val="65000"/>
                  <a:lumOff val="35000"/>
                </a:schemeClr>
              </a:solidFill>
              <a:latin typeface="Arial" pitchFamily="34" charset="0"/>
              <a:ea typeface="微软雅黑" pitchFamily="34" charset="-122"/>
            </a:endParaRPr>
          </a:p>
        </p:txBody>
      </p:sp>
      <p:sp>
        <p:nvSpPr>
          <p:cNvPr id="234" name="Freeform 112"/>
          <p:cNvSpPr/>
          <p:nvPr/>
        </p:nvSpPr>
        <p:spPr bwMode="auto">
          <a:xfrm>
            <a:off x="6951151" y="1539984"/>
            <a:ext cx="400050" cy="404813"/>
          </a:xfrm>
          <a:custGeom>
            <a:avLst/>
            <a:gdLst>
              <a:gd name="T0" fmla="*/ 72 w 107"/>
              <a:gd name="T1" fmla="*/ 0 h 108"/>
              <a:gd name="T2" fmla="*/ 37 w 107"/>
              <a:gd name="T3" fmla="*/ 0 h 108"/>
              <a:gd name="T4" fmla="*/ 35 w 107"/>
              <a:gd name="T5" fmla="*/ 0 h 108"/>
              <a:gd name="T6" fmla="*/ 0 w 107"/>
              <a:gd name="T7" fmla="*/ 35 h 108"/>
              <a:gd name="T8" fmla="*/ 0 w 107"/>
              <a:gd name="T9" fmla="*/ 58 h 108"/>
              <a:gd name="T10" fmla="*/ 0 w 107"/>
              <a:gd name="T11" fmla="*/ 73 h 108"/>
              <a:gd name="T12" fmla="*/ 0 w 107"/>
              <a:gd name="T13" fmla="*/ 108 h 108"/>
              <a:gd name="T14" fmla="*/ 35 w 107"/>
              <a:gd name="T15" fmla="*/ 108 h 108"/>
              <a:gd name="T16" fmla="*/ 70 w 107"/>
              <a:gd name="T17" fmla="*/ 108 h 108"/>
              <a:gd name="T18" fmla="*/ 72 w 107"/>
              <a:gd name="T19" fmla="*/ 108 h 108"/>
              <a:gd name="T20" fmla="*/ 107 w 107"/>
              <a:gd name="T21" fmla="*/ 73 h 108"/>
              <a:gd name="T22" fmla="*/ 107 w 107"/>
              <a:gd name="T23" fmla="*/ 51 h 108"/>
              <a:gd name="T24" fmla="*/ 107 w 107"/>
              <a:gd name="T25" fmla="*/ 35 h 108"/>
              <a:gd name="T26" fmla="*/ 107 w 107"/>
              <a:gd name="T27" fmla="*/ 0 h 108"/>
              <a:gd name="T28" fmla="*/ 72 w 107"/>
              <a:gd name="T29" fmla="*/ 0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7" h="108">
                <a:moveTo>
                  <a:pt x="72" y="0"/>
                </a:moveTo>
                <a:cubicBezTo>
                  <a:pt x="37" y="0"/>
                  <a:pt x="37" y="0"/>
                  <a:pt x="37" y="0"/>
                </a:cubicBezTo>
                <a:cubicBezTo>
                  <a:pt x="35" y="0"/>
                  <a:pt x="35" y="0"/>
                  <a:pt x="35" y="0"/>
                </a:cubicBezTo>
                <a:cubicBezTo>
                  <a:pt x="16" y="0"/>
                  <a:pt x="0" y="16"/>
                  <a:pt x="0" y="35"/>
                </a:cubicBezTo>
                <a:cubicBezTo>
                  <a:pt x="0" y="58"/>
                  <a:pt x="0" y="58"/>
                  <a:pt x="0" y="58"/>
                </a:cubicBezTo>
                <a:cubicBezTo>
                  <a:pt x="0" y="73"/>
                  <a:pt x="0" y="73"/>
                  <a:pt x="0" y="73"/>
                </a:cubicBezTo>
                <a:cubicBezTo>
                  <a:pt x="0" y="108"/>
                  <a:pt x="0" y="108"/>
                  <a:pt x="0" y="108"/>
                </a:cubicBezTo>
                <a:cubicBezTo>
                  <a:pt x="35" y="108"/>
                  <a:pt x="35" y="108"/>
                  <a:pt x="35" y="108"/>
                </a:cubicBezTo>
                <a:cubicBezTo>
                  <a:pt x="70" y="108"/>
                  <a:pt x="70" y="108"/>
                  <a:pt x="70" y="108"/>
                </a:cubicBezTo>
                <a:cubicBezTo>
                  <a:pt x="72" y="108"/>
                  <a:pt x="72" y="108"/>
                  <a:pt x="72" y="108"/>
                </a:cubicBezTo>
                <a:cubicBezTo>
                  <a:pt x="91" y="108"/>
                  <a:pt x="107" y="93"/>
                  <a:pt x="107" y="73"/>
                </a:cubicBezTo>
                <a:cubicBezTo>
                  <a:pt x="107" y="51"/>
                  <a:pt x="107" y="51"/>
                  <a:pt x="107" y="51"/>
                </a:cubicBezTo>
                <a:cubicBezTo>
                  <a:pt x="107" y="35"/>
                  <a:pt x="107" y="35"/>
                  <a:pt x="107" y="35"/>
                </a:cubicBezTo>
                <a:cubicBezTo>
                  <a:pt x="107" y="0"/>
                  <a:pt x="107" y="0"/>
                  <a:pt x="107" y="0"/>
                </a:cubicBezTo>
                <a:lnTo>
                  <a:pt x="72" y="0"/>
                </a:lnTo>
                <a:close/>
              </a:path>
            </a:pathLst>
          </a:custGeom>
          <a:solidFill>
            <a:srgbClr val="37B0E8"/>
          </a:solidFill>
          <a:ln w="6350" cap="flat">
            <a:solidFill>
              <a:schemeClr val="bg1"/>
            </a:solidFill>
            <a:prstDash val="solid"/>
            <a:miter lim="800000"/>
          </a:ln>
        </p:spPr>
        <p:txBody>
          <a:bodyPr vert="horz" wrap="square" lIns="91440" tIns="45720" rIns="91440" bIns="45720" numCol="1" anchor="t" anchorCtr="0" compatLnSpc="1"/>
          <a:lstStyle/>
          <a:p>
            <a:endParaRPr lang="zh-CN" altLang="en-US" dirty="0"/>
          </a:p>
        </p:txBody>
      </p:sp>
      <p:grpSp>
        <p:nvGrpSpPr>
          <p:cNvPr id="235" name="组合 234"/>
          <p:cNvGrpSpPr/>
          <p:nvPr/>
        </p:nvGrpSpPr>
        <p:grpSpPr>
          <a:xfrm>
            <a:off x="6884960" y="4504705"/>
            <a:ext cx="151638" cy="115148"/>
            <a:chOff x="4256395" y="1390959"/>
            <a:chExt cx="631210" cy="631208"/>
          </a:xfrm>
        </p:grpSpPr>
        <p:sp>
          <p:nvSpPr>
            <p:cNvPr id="236" name="椭圆 235"/>
            <p:cNvSpPr/>
            <p:nvPr/>
          </p:nvSpPr>
          <p:spPr>
            <a:xfrm>
              <a:off x="4256395" y="1390959"/>
              <a:ext cx="631210" cy="631208"/>
            </a:xfrm>
            <a:prstGeom prst="ellipse">
              <a:avLst/>
            </a:prstGeom>
            <a:noFill/>
            <a:ln w="6350">
              <a:solidFill>
                <a:srgbClr val="1D93D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7" name="椭圆 236"/>
            <p:cNvSpPr/>
            <p:nvPr/>
          </p:nvSpPr>
          <p:spPr>
            <a:xfrm>
              <a:off x="4382664" y="1517228"/>
              <a:ext cx="378672" cy="378670"/>
            </a:xfrm>
            <a:prstGeom prst="ellipse">
              <a:avLst/>
            </a:prstGeom>
            <a:solidFill>
              <a:srgbClr val="1D93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238" name="直接连接符 237"/>
          <p:cNvCxnSpPr/>
          <p:nvPr/>
        </p:nvCxnSpPr>
        <p:spPr>
          <a:xfrm flipV="1">
            <a:off x="6957604" y="1860495"/>
            <a:ext cx="0" cy="2700608"/>
          </a:xfrm>
          <a:prstGeom prst="line">
            <a:avLst/>
          </a:prstGeom>
          <a:ln w="6350">
            <a:solidFill>
              <a:srgbClr val="37B0E8"/>
            </a:solidFill>
          </a:ln>
        </p:spPr>
        <p:style>
          <a:lnRef idx="1">
            <a:schemeClr val="accent1"/>
          </a:lnRef>
          <a:fillRef idx="0">
            <a:schemeClr val="accent1"/>
          </a:fillRef>
          <a:effectRef idx="0">
            <a:schemeClr val="accent1"/>
          </a:effectRef>
          <a:fontRef idx="minor">
            <a:schemeClr val="tx1"/>
          </a:fontRef>
        </p:style>
      </p:cxnSp>
      <p:sp>
        <p:nvSpPr>
          <p:cNvPr id="239" name="矩形 238"/>
          <p:cNvSpPr/>
          <p:nvPr/>
        </p:nvSpPr>
        <p:spPr>
          <a:xfrm>
            <a:off x="6944354" y="1558196"/>
            <a:ext cx="423514" cy="369332"/>
          </a:xfrm>
          <a:prstGeom prst="rect">
            <a:avLst/>
          </a:prstGeom>
        </p:spPr>
        <p:txBody>
          <a:bodyPr wrap="none">
            <a:spAutoFit/>
          </a:bodyPr>
          <a:lstStyle/>
          <a:p>
            <a:pPr algn="ctr"/>
            <a:r>
              <a:rPr lang="en-US" altLang="zh-CN" dirty="0">
                <a:ln w="6350">
                  <a:noFill/>
                </a:ln>
                <a:solidFill>
                  <a:schemeClr val="bg1"/>
                </a:solidFill>
                <a:latin typeface="Impact" pitchFamily="34" charset="0"/>
                <a:ea typeface="微软雅黑" pitchFamily="34" charset="-122"/>
              </a:rPr>
              <a:t>04</a:t>
            </a:r>
            <a:endParaRPr lang="zh-CN" altLang="en-US" dirty="0">
              <a:ln w="6350">
                <a:noFill/>
              </a:ln>
              <a:solidFill>
                <a:schemeClr val="bg1"/>
              </a:solidFill>
              <a:latin typeface="Impact" pitchFamily="34" charset="0"/>
              <a:ea typeface="微软雅黑" pitchFamily="34" charset="-122"/>
            </a:endParaRPr>
          </a:p>
        </p:txBody>
      </p:sp>
      <p:sp>
        <p:nvSpPr>
          <p:cNvPr id="240" name="Rectangle 66"/>
          <p:cNvSpPr>
            <a:spLocks noChangeArrowheads="1"/>
          </p:cNvSpPr>
          <p:nvPr/>
        </p:nvSpPr>
        <p:spPr bwMode="auto">
          <a:xfrm>
            <a:off x="7456358" y="1500455"/>
            <a:ext cx="1175171"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lvl="0" algn="just" fontAlgn="base">
              <a:spcBef>
                <a:spcPct val="0"/>
              </a:spcBef>
              <a:spcAft>
                <a:spcPct val="0"/>
              </a:spcAft>
            </a:pPr>
            <a:r>
              <a:rPr lang="zh-CN" altLang="en-US" sz="1000" dirty="0">
                <a:solidFill>
                  <a:schemeClr val="tx1">
                    <a:lumMod val="65000"/>
                    <a:lumOff val="35000"/>
                  </a:schemeClr>
                </a:solidFill>
                <a:latin typeface="Arial" pitchFamily="34" charset="0"/>
                <a:ea typeface="微软雅黑" pitchFamily="34" charset="-122"/>
              </a:rPr>
              <a:t>此处可输入相关说明文本内容，或者复制文本内容后粘贴，并选择只保留文字。</a:t>
            </a:r>
            <a:endParaRPr lang="zh-CN" altLang="zh-CN" sz="1000" dirty="0">
              <a:solidFill>
                <a:schemeClr val="tx1">
                  <a:lumMod val="65000"/>
                  <a:lumOff val="35000"/>
                </a:schemeClr>
              </a:solidFill>
              <a:latin typeface="Arial" pitchFamily="34" charset="0"/>
              <a:ea typeface="微软雅黑" pitchFamily="34" charset="-122"/>
            </a:endParaRPr>
          </a:p>
        </p:txBody>
      </p:sp>
      <p:sp>
        <p:nvSpPr>
          <p:cNvPr id="241" name="Freeform 112"/>
          <p:cNvSpPr/>
          <p:nvPr/>
        </p:nvSpPr>
        <p:spPr bwMode="auto">
          <a:xfrm flipH="1">
            <a:off x="5988506" y="2682270"/>
            <a:ext cx="424468" cy="404813"/>
          </a:xfrm>
          <a:custGeom>
            <a:avLst/>
            <a:gdLst>
              <a:gd name="T0" fmla="*/ 72 w 107"/>
              <a:gd name="T1" fmla="*/ 0 h 108"/>
              <a:gd name="T2" fmla="*/ 37 w 107"/>
              <a:gd name="T3" fmla="*/ 0 h 108"/>
              <a:gd name="T4" fmla="*/ 35 w 107"/>
              <a:gd name="T5" fmla="*/ 0 h 108"/>
              <a:gd name="T6" fmla="*/ 0 w 107"/>
              <a:gd name="T7" fmla="*/ 35 h 108"/>
              <a:gd name="T8" fmla="*/ 0 w 107"/>
              <a:gd name="T9" fmla="*/ 58 h 108"/>
              <a:gd name="T10" fmla="*/ 0 w 107"/>
              <a:gd name="T11" fmla="*/ 73 h 108"/>
              <a:gd name="T12" fmla="*/ 0 w 107"/>
              <a:gd name="T13" fmla="*/ 108 h 108"/>
              <a:gd name="T14" fmla="*/ 35 w 107"/>
              <a:gd name="T15" fmla="*/ 108 h 108"/>
              <a:gd name="T16" fmla="*/ 70 w 107"/>
              <a:gd name="T17" fmla="*/ 108 h 108"/>
              <a:gd name="T18" fmla="*/ 72 w 107"/>
              <a:gd name="T19" fmla="*/ 108 h 108"/>
              <a:gd name="T20" fmla="*/ 107 w 107"/>
              <a:gd name="T21" fmla="*/ 73 h 108"/>
              <a:gd name="T22" fmla="*/ 107 w 107"/>
              <a:gd name="T23" fmla="*/ 51 h 108"/>
              <a:gd name="T24" fmla="*/ 107 w 107"/>
              <a:gd name="T25" fmla="*/ 35 h 108"/>
              <a:gd name="T26" fmla="*/ 107 w 107"/>
              <a:gd name="T27" fmla="*/ 0 h 108"/>
              <a:gd name="T28" fmla="*/ 72 w 107"/>
              <a:gd name="T29" fmla="*/ 0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7" h="108">
                <a:moveTo>
                  <a:pt x="72" y="0"/>
                </a:moveTo>
                <a:cubicBezTo>
                  <a:pt x="37" y="0"/>
                  <a:pt x="37" y="0"/>
                  <a:pt x="37" y="0"/>
                </a:cubicBezTo>
                <a:cubicBezTo>
                  <a:pt x="35" y="0"/>
                  <a:pt x="35" y="0"/>
                  <a:pt x="35" y="0"/>
                </a:cubicBezTo>
                <a:cubicBezTo>
                  <a:pt x="16" y="0"/>
                  <a:pt x="0" y="16"/>
                  <a:pt x="0" y="35"/>
                </a:cubicBezTo>
                <a:cubicBezTo>
                  <a:pt x="0" y="58"/>
                  <a:pt x="0" y="58"/>
                  <a:pt x="0" y="58"/>
                </a:cubicBezTo>
                <a:cubicBezTo>
                  <a:pt x="0" y="73"/>
                  <a:pt x="0" y="73"/>
                  <a:pt x="0" y="73"/>
                </a:cubicBezTo>
                <a:cubicBezTo>
                  <a:pt x="0" y="108"/>
                  <a:pt x="0" y="108"/>
                  <a:pt x="0" y="108"/>
                </a:cubicBezTo>
                <a:cubicBezTo>
                  <a:pt x="35" y="108"/>
                  <a:pt x="35" y="108"/>
                  <a:pt x="35" y="108"/>
                </a:cubicBezTo>
                <a:cubicBezTo>
                  <a:pt x="70" y="108"/>
                  <a:pt x="70" y="108"/>
                  <a:pt x="70" y="108"/>
                </a:cubicBezTo>
                <a:cubicBezTo>
                  <a:pt x="72" y="108"/>
                  <a:pt x="72" y="108"/>
                  <a:pt x="72" y="108"/>
                </a:cubicBezTo>
                <a:cubicBezTo>
                  <a:pt x="91" y="108"/>
                  <a:pt x="107" y="93"/>
                  <a:pt x="107" y="73"/>
                </a:cubicBezTo>
                <a:cubicBezTo>
                  <a:pt x="107" y="51"/>
                  <a:pt x="107" y="51"/>
                  <a:pt x="107" y="51"/>
                </a:cubicBezTo>
                <a:cubicBezTo>
                  <a:pt x="107" y="35"/>
                  <a:pt x="107" y="35"/>
                  <a:pt x="107" y="35"/>
                </a:cubicBezTo>
                <a:cubicBezTo>
                  <a:pt x="107" y="0"/>
                  <a:pt x="107" y="0"/>
                  <a:pt x="107" y="0"/>
                </a:cubicBezTo>
                <a:lnTo>
                  <a:pt x="72" y="0"/>
                </a:lnTo>
                <a:close/>
              </a:path>
            </a:pathLst>
          </a:custGeom>
          <a:solidFill>
            <a:srgbClr val="37B0E8"/>
          </a:solidFill>
          <a:ln w="6350" cap="flat">
            <a:solidFill>
              <a:schemeClr val="bg1"/>
            </a:solidFill>
            <a:prstDash val="solid"/>
            <a:miter lim="800000"/>
          </a:ln>
        </p:spPr>
        <p:txBody>
          <a:bodyPr vert="horz" wrap="square" lIns="91440" tIns="45720" rIns="91440" bIns="45720" numCol="1" anchor="t" anchorCtr="0" compatLnSpc="1"/>
          <a:lstStyle/>
          <a:p>
            <a:endParaRPr lang="zh-CN" altLang="en-US" dirty="0"/>
          </a:p>
        </p:txBody>
      </p:sp>
      <p:grpSp>
        <p:nvGrpSpPr>
          <p:cNvPr id="242" name="组合 241"/>
          <p:cNvGrpSpPr/>
          <p:nvPr/>
        </p:nvGrpSpPr>
        <p:grpSpPr>
          <a:xfrm>
            <a:off x="6329717" y="4138463"/>
            <a:ext cx="151638" cy="115148"/>
            <a:chOff x="4256395" y="1390959"/>
            <a:chExt cx="631210" cy="631208"/>
          </a:xfrm>
        </p:grpSpPr>
        <p:sp>
          <p:nvSpPr>
            <p:cNvPr id="243" name="椭圆 242"/>
            <p:cNvSpPr/>
            <p:nvPr/>
          </p:nvSpPr>
          <p:spPr>
            <a:xfrm>
              <a:off x="4256395" y="1390959"/>
              <a:ext cx="631210" cy="631208"/>
            </a:xfrm>
            <a:prstGeom prst="ellipse">
              <a:avLst/>
            </a:prstGeom>
            <a:noFill/>
            <a:ln w="6350">
              <a:solidFill>
                <a:srgbClr val="1D93D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4" name="椭圆 243"/>
            <p:cNvSpPr/>
            <p:nvPr/>
          </p:nvSpPr>
          <p:spPr>
            <a:xfrm>
              <a:off x="4382664" y="1517228"/>
              <a:ext cx="378672" cy="378670"/>
            </a:xfrm>
            <a:prstGeom prst="ellipse">
              <a:avLst/>
            </a:prstGeom>
            <a:solidFill>
              <a:srgbClr val="1D93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245" name="直接连接符 244"/>
          <p:cNvCxnSpPr/>
          <p:nvPr/>
        </p:nvCxnSpPr>
        <p:spPr>
          <a:xfrm flipV="1">
            <a:off x="6404163" y="2955895"/>
            <a:ext cx="0" cy="1239336"/>
          </a:xfrm>
          <a:prstGeom prst="line">
            <a:avLst/>
          </a:prstGeom>
          <a:ln w="6350">
            <a:solidFill>
              <a:srgbClr val="37B0E8"/>
            </a:solidFill>
          </a:ln>
        </p:spPr>
        <p:style>
          <a:lnRef idx="1">
            <a:schemeClr val="accent1"/>
          </a:lnRef>
          <a:fillRef idx="0">
            <a:schemeClr val="accent1"/>
          </a:fillRef>
          <a:effectRef idx="0">
            <a:schemeClr val="accent1"/>
          </a:effectRef>
          <a:fontRef idx="minor">
            <a:schemeClr val="tx1"/>
          </a:fontRef>
        </p:style>
      </p:cxnSp>
      <p:sp>
        <p:nvSpPr>
          <p:cNvPr id="246" name="矩形 245"/>
          <p:cNvSpPr/>
          <p:nvPr/>
        </p:nvSpPr>
        <p:spPr>
          <a:xfrm>
            <a:off x="5984585" y="2700482"/>
            <a:ext cx="429926" cy="369332"/>
          </a:xfrm>
          <a:prstGeom prst="rect">
            <a:avLst/>
          </a:prstGeom>
        </p:spPr>
        <p:txBody>
          <a:bodyPr wrap="none">
            <a:spAutoFit/>
          </a:bodyPr>
          <a:lstStyle/>
          <a:p>
            <a:pPr algn="ctr"/>
            <a:r>
              <a:rPr lang="en-US" altLang="zh-CN" dirty="0">
                <a:ln w="6350">
                  <a:noFill/>
                </a:ln>
                <a:solidFill>
                  <a:schemeClr val="bg1"/>
                </a:solidFill>
                <a:latin typeface="Impact" pitchFamily="34" charset="0"/>
                <a:ea typeface="微软雅黑" pitchFamily="34" charset="-122"/>
              </a:rPr>
              <a:t>03</a:t>
            </a:r>
            <a:endParaRPr lang="zh-CN" altLang="en-US" dirty="0">
              <a:ln w="6350">
                <a:noFill/>
              </a:ln>
              <a:solidFill>
                <a:schemeClr val="bg1"/>
              </a:solidFill>
              <a:latin typeface="Impact" pitchFamily="34" charset="0"/>
              <a:ea typeface="微软雅黑" pitchFamily="34" charset="-122"/>
            </a:endParaRPr>
          </a:p>
        </p:txBody>
      </p:sp>
      <p:sp>
        <p:nvSpPr>
          <p:cNvPr id="247" name="Rectangle 66"/>
          <p:cNvSpPr>
            <a:spLocks noChangeArrowheads="1"/>
          </p:cNvSpPr>
          <p:nvPr/>
        </p:nvSpPr>
        <p:spPr bwMode="auto">
          <a:xfrm>
            <a:off x="4674577" y="2650361"/>
            <a:ext cx="1223878"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lvl="0" algn="just" fontAlgn="base">
              <a:spcBef>
                <a:spcPct val="0"/>
              </a:spcBef>
              <a:spcAft>
                <a:spcPct val="0"/>
              </a:spcAft>
            </a:pPr>
            <a:r>
              <a:rPr lang="zh-CN" altLang="en-US" sz="1000" dirty="0">
                <a:solidFill>
                  <a:schemeClr val="tx1">
                    <a:lumMod val="65000"/>
                    <a:lumOff val="35000"/>
                  </a:schemeClr>
                </a:solidFill>
                <a:latin typeface="Arial" pitchFamily="34" charset="0"/>
                <a:ea typeface="微软雅黑" pitchFamily="34" charset="-122"/>
              </a:rPr>
              <a:t>此处可输入相关说明文本内容，或者复制文本内容后粘贴，并选择只保留文字。</a:t>
            </a:r>
            <a:endParaRPr lang="zh-CN" altLang="zh-CN" sz="1000" dirty="0">
              <a:solidFill>
                <a:schemeClr val="tx1">
                  <a:lumMod val="65000"/>
                  <a:lumOff val="35000"/>
                </a:schemeClr>
              </a:solidFill>
              <a:latin typeface="Arial" pitchFamily="34" charset="0"/>
              <a:ea typeface="微软雅黑" pitchFamily="34" charset="-122"/>
            </a:endParaRPr>
          </a:p>
        </p:txBody>
      </p:sp>
      <p:sp>
        <p:nvSpPr>
          <p:cNvPr id="252" name="矩形 251"/>
          <p:cNvSpPr/>
          <p:nvPr/>
        </p:nvSpPr>
        <p:spPr>
          <a:xfrm>
            <a:off x="614945" y="1653245"/>
            <a:ext cx="441146" cy="246221"/>
          </a:xfrm>
          <a:prstGeom prst="rect">
            <a:avLst/>
          </a:prstGeom>
        </p:spPr>
        <p:txBody>
          <a:bodyPr wrap="none">
            <a:spAutoFit/>
          </a:bodyPr>
          <a:lstStyle/>
          <a:p>
            <a:pPr algn="ctr"/>
            <a:r>
              <a:rPr lang="zh-CN" altLang="en-US" sz="1000" dirty="0">
                <a:ln w="6350">
                  <a:noFill/>
                </a:ln>
                <a:solidFill>
                  <a:schemeClr val="bg1"/>
                </a:solidFill>
                <a:latin typeface="Impact" pitchFamily="34" charset="0"/>
                <a:ea typeface="微软雅黑" pitchFamily="34" charset="-122"/>
              </a:rPr>
              <a:t>绪论</a:t>
            </a:r>
          </a:p>
        </p:txBody>
      </p:sp>
      <p:sp>
        <p:nvSpPr>
          <p:cNvPr id="253" name="矩形 252"/>
          <p:cNvSpPr/>
          <p:nvPr/>
        </p:nvSpPr>
        <p:spPr>
          <a:xfrm>
            <a:off x="422584" y="2036065"/>
            <a:ext cx="825867" cy="246221"/>
          </a:xfrm>
          <a:prstGeom prst="rect">
            <a:avLst/>
          </a:prstGeom>
        </p:spPr>
        <p:txBody>
          <a:bodyPr wrap="none">
            <a:spAutoFit/>
          </a:bodyPr>
          <a:lstStyle/>
          <a:p>
            <a:pPr algn="ctr"/>
            <a:r>
              <a:rPr lang="zh-CN" altLang="en-US" sz="1000" dirty="0">
                <a:ln w="6350">
                  <a:noFill/>
                </a:ln>
                <a:solidFill>
                  <a:srgbClr val="586B7F"/>
                </a:solidFill>
                <a:latin typeface="Impact" pitchFamily="34" charset="0"/>
                <a:ea typeface="微软雅黑" pitchFamily="34" charset="-122"/>
              </a:rPr>
              <a:t>思路与方法</a:t>
            </a:r>
          </a:p>
        </p:txBody>
      </p:sp>
      <p:sp>
        <p:nvSpPr>
          <p:cNvPr id="254" name="矩形 253"/>
          <p:cNvSpPr/>
          <p:nvPr/>
        </p:nvSpPr>
        <p:spPr>
          <a:xfrm>
            <a:off x="422585" y="2823369"/>
            <a:ext cx="825867" cy="246221"/>
          </a:xfrm>
          <a:prstGeom prst="rect">
            <a:avLst/>
          </a:prstGeom>
        </p:spPr>
        <p:txBody>
          <a:bodyPr wrap="none">
            <a:spAutoFit/>
          </a:bodyPr>
          <a:lstStyle/>
          <a:p>
            <a:pPr algn="ctr"/>
            <a:r>
              <a:rPr lang="zh-CN" altLang="en-US" sz="1000" dirty="0">
                <a:ln w="6350">
                  <a:noFill/>
                </a:ln>
                <a:solidFill>
                  <a:srgbClr val="586B7F"/>
                </a:solidFill>
                <a:latin typeface="Impact" pitchFamily="34" charset="0"/>
                <a:ea typeface="微软雅黑" pitchFamily="34" charset="-122"/>
              </a:rPr>
              <a:t>成果与应用</a:t>
            </a:r>
          </a:p>
        </p:txBody>
      </p:sp>
      <p:sp>
        <p:nvSpPr>
          <p:cNvPr id="255" name="矩形 254"/>
          <p:cNvSpPr/>
          <p:nvPr/>
        </p:nvSpPr>
        <p:spPr>
          <a:xfrm>
            <a:off x="422585" y="2432846"/>
            <a:ext cx="825867" cy="246221"/>
          </a:xfrm>
          <a:prstGeom prst="rect">
            <a:avLst/>
          </a:prstGeom>
        </p:spPr>
        <p:txBody>
          <a:bodyPr wrap="none">
            <a:spAutoFit/>
          </a:bodyPr>
          <a:lstStyle/>
          <a:p>
            <a:pPr algn="ctr"/>
            <a:r>
              <a:rPr lang="zh-CN" altLang="en-US" sz="1000" dirty="0">
                <a:ln w="6350">
                  <a:noFill/>
                </a:ln>
                <a:solidFill>
                  <a:srgbClr val="586B7F"/>
                </a:solidFill>
                <a:latin typeface="Impact" pitchFamily="34" charset="0"/>
                <a:ea typeface="微软雅黑" pitchFamily="34" charset="-122"/>
              </a:rPr>
              <a:t>技术与难点</a:t>
            </a:r>
          </a:p>
        </p:txBody>
      </p:sp>
      <p:sp>
        <p:nvSpPr>
          <p:cNvPr id="257" name="Freeform 9"/>
          <p:cNvSpPr>
            <a:spLocks noEditPoints="1"/>
          </p:cNvSpPr>
          <p:nvPr/>
        </p:nvSpPr>
        <p:spPr bwMode="auto">
          <a:xfrm>
            <a:off x="83442" y="3272333"/>
            <a:ext cx="231878" cy="151086"/>
          </a:xfrm>
          <a:custGeom>
            <a:avLst/>
            <a:gdLst>
              <a:gd name="T0" fmla="*/ 58 w 215"/>
              <a:gd name="T1" fmla="*/ 83 h 140"/>
              <a:gd name="T2" fmla="*/ 58 w 215"/>
              <a:gd name="T3" fmla="*/ 91 h 140"/>
              <a:gd name="T4" fmla="*/ 161 w 215"/>
              <a:gd name="T5" fmla="*/ 87 h 140"/>
              <a:gd name="T6" fmla="*/ 58 w 215"/>
              <a:gd name="T7" fmla="*/ 73 h 140"/>
              <a:gd name="T8" fmla="*/ 98 w 215"/>
              <a:gd name="T9" fmla="*/ 73 h 140"/>
              <a:gd name="T10" fmla="*/ 102 w 215"/>
              <a:gd name="T11" fmla="*/ 34 h 140"/>
              <a:gd name="T12" fmla="*/ 58 w 215"/>
              <a:gd name="T13" fmla="*/ 30 h 140"/>
              <a:gd name="T14" fmla="*/ 54 w 215"/>
              <a:gd name="T15" fmla="*/ 69 h 140"/>
              <a:gd name="T16" fmla="*/ 63 w 215"/>
              <a:gd name="T17" fmla="*/ 38 h 140"/>
              <a:gd name="T18" fmla="*/ 94 w 215"/>
              <a:gd name="T19" fmla="*/ 38 h 140"/>
              <a:gd name="T20" fmla="*/ 63 w 215"/>
              <a:gd name="T21" fmla="*/ 65 h 140"/>
              <a:gd name="T22" fmla="*/ 27 w 215"/>
              <a:gd name="T23" fmla="*/ 121 h 140"/>
              <a:gd name="T24" fmla="*/ 189 w 215"/>
              <a:gd name="T25" fmla="*/ 121 h 140"/>
              <a:gd name="T26" fmla="*/ 196 w 215"/>
              <a:gd name="T27" fmla="*/ 7 h 140"/>
              <a:gd name="T28" fmla="*/ 27 w 215"/>
              <a:gd name="T29" fmla="*/ 0 h 140"/>
              <a:gd name="T30" fmla="*/ 20 w 215"/>
              <a:gd name="T31" fmla="*/ 114 h 140"/>
              <a:gd name="T32" fmla="*/ 33 w 215"/>
              <a:gd name="T33" fmla="*/ 13 h 140"/>
              <a:gd name="T34" fmla="*/ 182 w 215"/>
              <a:gd name="T35" fmla="*/ 13 h 140"/>
              <a:gd name="T36" fmla="*/ 33 w 215"/>
              <a:gd name="T37" fmla="*/ 107 h 140"/>
              <a:gd name="T38" fmla="*/ 157 w 215"/>
              <a:gd name="T39" fmla="*/ 48 h 140"/>
              <a:gd name="T40" fmla="*/ 111 w 215"/>
              <a:gd name="T41" fmla="*/ 48 h 140"/>
              <a:gd name="T42" fmla="*/ 111 w 215"/>
              <a:gd name="T43" fmla="*/ 56 h 140"/>
              <a:gd name="T44" fmla="*/ 161 w 215"/>
              <a:gd name="T45" fmla="*/ 52 h 140"/>
              <a:gd name="T46" fmla="*/ 157 w 215"/>
              <a:gd name="T47" fmla="*/ 65 h 140"/>
              <a:gd name="T48" fmla="*/ 111 w 215"/>
              <a:gd name="T49" fmla="*/ 65 h 140"/>
              <a:gd name="T50" fmla="*/ 111 w 215"/>
              <a:gd name="T51" fmla="*/ 73 h 140"/>
              <a:gd name="T52" fmla="*/ 161 w 215"/>
              <a:gd name="T53" fmla="*/ 69 h 140"/>
              <a:gd name="T54" fmla="*/ 157 w 215"/>
              <a:gd name="T55" fmla="*/ 30 h 140"/>
              <a:gd name="T56" fmla="*/ 111 w 215"/>
              <a:gd name="T57" fmla="*/ 30 h 140"/>
              <a:gd name="T58" fmla="*/ 111 w 215"/>
              <a:gd name="T59" fmla="*/ 38 h 140"/>
              <a:gd name="T60" fmla="*/ 161 w 215"/>
              <a:gd name="T61" fmla="*/ 34 h 140"/>
              <a:gd name="T62" fmla="*/ 209 w 215"/>
              <a:gd name="T63" fmla="*/ 127 h 140"/>
              <a:gd name="T64" fmla="*/ 7 w 215"/>
              <a:gd name="T65" fmla="*/ 127 h 140"/>
              <a:gd name="T66" fmla="*/ 7 w 215"/>
              <a:gd name="T67" fmla="*/ 140 h 140"/>
              <a:gd name="T68" fmla="*/ 215 w 215"/>
              <a:gd name="T69" fmla="*/ 13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15" h="140">
                <a:moveTo>
                  <a:pt x="157" y="83"/>
                </a:moveTo>
                <a:cubicBezTo>
                  <a:pt x="58" y="83"/>
                  <a:pt x="58" y="83"/>
                  <a:pt x="58" y="83"/>
                </a:cubicBezTo>
                <a:cubicBezTo>
                  <a:pt x="56" y="83"/>
                  <a:pt x="54" y="84"/>
                  <a:pt x="54" y="87"/>
                </a:cubicBezTo>
                <a:cubicBezTo>
                  <a:pt x="54" y="89"/>
                  <a:pt x="56" y="91"/>
                  <a:pt x="58" y="91"/>
                </a:cubicBezTo>
                <a:cubicBezTo>
                  <a:pt x="157" y="91"/>
                  <a:pt x="157" y="91"/>
                  <a:pt x="157" y="91"/>
                </a:cubicBezTo>
                <a:cubicBezTo>
                  <a:pt x="159" y="91"/>
                  <a:pt x="161" y="89"/>
                  <a:pt x="161" y="87"/>
                </a:cubicBezTo>
                <a:cubicBezTo>
                  <a:pt x="161" y="84"/>
                  <a:pt x="159" y="83"/>
                  <a:pt x="157" y="83"/>
                </a:cubicBezTo>
                <a:close/>
                <a:moveTo>
                  <a:pt x="58" y="73"/>
                </a:moveTo>
                <a:cubicBezTo>
                  <a:pt x="58" y="73"/>
                  <a:pt x="58" y="73"/>
                  <a:pt x="58" y="73"/>
                </a:cubicBezTo>
                <a:cubicBezTo>
                  <a:pt x="98" y="73"/>
                  <a:pt x="98" y="73"/>
                  <a:pt x="98" y="73"/>
                </a:cubicBezTo>
                <a:cubicBezTo>
                  <a:pt x="100" y="73"/>
                  <a:pt x="102" y="71"/>
                  <a:pt x="102" y="69"/>
                </a:cubicBezTo>
                <a:cubicBezTo>
                  <a:pt x="102" y="34"/>
                  <a:pt x="102" y="34"/>
                  <a:pt x="102" y="34"/>
                </a:cubicBezTo>
                <a:cubicBezTo>
                  <a:pt x="102" y="32"/>
                  <a:pt x="100" y="30"/>
                  <a:pt x="98" y="30"/>
                </a:cubicBezTo>
                <a:cubicBezTo>
                  <a:pt x="58" y="30"/>
                  <a:pt x="58" y="30"/>
                  <a:pt x="58" y="30"/>
                </a:cubicBezTo>
                <a:cubicBezTo>
                  <a:pt x="56" y="30"/>
                  <a:pt x="54" y="32"/>
                  <a:pt x="54" y="34"/>
                </a:cubicBezTo>
                <a:cubicBezTo>
                  <a:pt x="54" y="69"/>
                  <a:pt x="54" y="69"/>
                  <a:pt x="54" y="69"/>
                </a:cubicBezTo>
                <a:cubicBezTo>
                  <a:pt x="54" y="71"/>
                  <a:pt x="56" y="73"/>
                  <a:pt x="58" y="73"/>
                </a:cubicBezTo>
                <a:close/>
                <a:moveTo>
                  <a:pt x="63" y="38"/>
                </a:moveTo>
                <a:cubicBezTo>
                  <a:pt x="63" y="38"/>
                  <a:pt x="63" y="38"/>
                  <a:pt x="63" y="38"/>
                </a:cubicBezTo>
                <a:cubicBezTo>
                  <a:pt x="94" y="38"/>
                  <a:pt x="94" y="38"/>
                  <a:pt x="94" y="38"/>
                </a:cubicBezTo>
                <a:cubicBezTo>
                  <a:pt x="94" y="65"/>
                  <a:pt x="94" y="65"/>
                  <a:pt x="94" y="65"/>
                </a:cubicBezTo>
                <a:cubicBezTo>
                  <a:pt x="63" y="65"/>
                  <a:pt x="63" y="65"/>
                  <a:pt x="63" y="65"/>
                </a:cubicBezTo>
                <a:cubicBezTo>
                  <a:pt x="63" y="38"/>
                  <a:pt x="63" y="38"/>
                  <a:pt x="63" y="38"/>
                </a:cubicBezTo>
                <a:close/>
                <a:moveTo>
                  <a:pt x="27" y="121"/>
                </a:moveTo>
                <a:cubicBezTo>
                  <a:pt x="27" y="121"/>
                  <a:pt x="27" y="121"/>
                  <a:pt x="27" y="121"/>
                </a:cubicBezTo>
                <a:cubicBezTo>
                  <a:pt x="189" y="121"/>
                  <a:pt x="189" y="121"/>
                  <a:pt x="189" y="121"/>
                </a:cubicBezTo>
                <a:cubicBezTo>
                  <a:pt x="193" y="121"/>
                  <a:pt x="196" y="118"/>
                  <a:pt x="196" y="114"/>
                </a:cubicBezTo>
                <a:cubicBezTo>
                  <a:pt x="196" y="7"/>
                  <a:pt x="196" y="7"/>
                  <a:pt x="196" y="7"/>
                </a:cubicBezTo>
                <a:cubicBezTo>
                  <a:pt x="196" y="3"/>
                  <a:pt x="193" y="0"/>
                  <a:pt x="189" y="0"/>
                </a:cubicBezTo>
                <a:cubicBezTo>
                  <a:pt x="27" y="0"/>
                  <a:pt x="27" y="0"/>
                  <a:pt x="27" y="0"/>
                </a:cubicBezTo>
                <a:cubicBezTo>
                  <a:pt x="23" y="0"/>
                  <a:pt x="20" y="3"/>
                  <a:pt x="20" y="7"/>
                </a:cubicBezTo>
                <a:cubicBezTo>
                  <a:pt x="20" y="114"/>
                  <a:pt x="20" y="114"/>
                  <a:pt x="20" y="114"/>
                </a:cubicBezTo>
                <a:cubicBezTo>
                  <a:pt x="20" y="118"/>
                  <a:pt x="23" y="121"/>
                  <a:pt x="27" y="121"/>
                </a:cubicBezTo>
                <a:close/>
                <a:moveTo>
                  <a:pt x="33" y="13"/>
                </a:moveTo>
                <a:cubicBezTo>
                  <a:pt x="33" y="13"/>
                  <a:pt x="33" y="13"/>
                  <a:pt x="33" y="13"/>
                </a:cubicBezTo>
                <a:cubicBezTo>
                  <a:pt x="182" y="13"/>
                  <a:pt x="182" y="13"/>
                  <a:pt x="182" y="13"/>
                </a:cubicBezTo>
                <a:cubicBezTo>
                  <a:pt x="182" y="107"/>
                  <a:pt x="182" y="107"/>
                  <a:pt x="182" y="107"/>
                </a:cubicBezTo>
                <a:cubicBezTo>
                  <a:pt x="33" y="107"/>
                  <a:pt x="33" y="107"/>
                  <a:pt x="33" y="107"/>
                </a:cubicBezTo>
                <a:cubicBezTo>
                  <a:pt x="33" y="13"/>
                  <a:pt x="33" y="13"/>
                  <a:pt x="33" y="13"/>
                </a:cubicBezTo>
                <a:close/>
                <a:moveTo>
                  <a:pt x="157" y="48"/>
                </a:moveTo>
                <a:cubicBezTo>
                  <a:pt x="157" y="48"/>
                  <a:pt x="157" y="48"/>
                  <a:pt x="157" y="48"/>
                </a:cubicBezTo>
                <a:cubicBezTo>
                  <a:pt x="111" y="48"/>
                  <a:pt x="111" y="48"/>
                  <a:pt x="111" y="48"/>
                </a:cubicBezTo>
                <a:cubicBezTo>
                  <a:pt x="108" y="48"/>
                  <a:pt x="107" y="49"/>
                  <a:pt x="107" y="52"/>
                </a:cubicBezTo>
                <a:cubicBezTo>
                  <a:pt x="107" y="54"/>
                  <a:pt x="108" y="56"/>
                  <a:pt x="111" y="56"/>
                </a:cubicBezTo>
                <a:cubicBezTo>
                  <a:pt x="157" y="56"/>
                  <a:pt x="157" y="56"/>
                  <a:pt x="157" y="56"/>
                </a:cubicBezTo>
                <a:cubicBezTo>
                  <a:pt x="159" y="56"/>
                  <a:pt x="161" y="54"/>
                  <a:pt x="161" y="52"/>
                </a:cubicBezTo>
                <a:cubicBezTo>
                  <a:pt x="161" y="49"/>
                  <a:pt x="159" y="48"/>
                  <a:pt x="157" y="48"/>
                </a:cubicBezTo>
                <a:close/>
                <a:moveTo>
                  <a:pt x="157" y="65"/>
                </a:moveTo>
                <a:cubicBezTo>
                  <a:pt x="157" y="65"/>
                  <a:pt x="157" y="65"/>
                  <a:pt x="157" y="65"/>
                </a:cubicBezTo>
                <a:cubicBezTo>
                  <a:pt x="111" y="65"/>
                  <a:pt x="111" y="65"/>
                  <a:pt x="111" y="65"/>
                </a:cubicBezTo>
                <a:cubicBezTo>
                  <a:pt x="108" y="65"/>
                  <a:pt x="107" y="67"/>
                  <a:pt x="107" y="69"/>
                </a:cubicBezTo>
                <a:cubicBezTo>
                  <a:pt x="107" y="71"/>
                  <a:pt x="108" y="73"/>
                  <a:pt x="111" y="73"/>
                </a:cubicBezTo>
                <a:cubicBezTo>
                  <a:pt x="157" y="73"/>
                  <a:pt x="157" y="73"/>
                  <a:pt x="157" y="73"/>
                </a:cubicBezTo>
                <a:cubicBezTo>
                  <a:pt x="159" y="73"/>
                  <a:pt x="161" y="71"/>
                  <a:pt x="161" y="69"/>
                </a:cubicBezTo>
                <a:cubicBezTo>
                  <a:pt x="161" y="67"/>
                  <a:pt x="159" y="65"/>
                  <a:pt x="157" y="65"/>
                </a:cubicBezTo>
                <a:close/>
                <a:moveTo>
                  <a:pt x="157" y="30"/>
                </a:moveTo>
                <a:cubicBezTo>
                  <a:pt x="157" y="30"/>
                  <a:pt x="157" y="30"/>
                  <a:pt x="157" y="30"/>
                </a:cubicBezTo>
                <a:cubicBezTo>
                  <a:pt x="111" y="30"/>
                  <a:pt x="111" y="30"/>
                  <a:pt x="111" y="30"/>
                </a:cubicBezTo>
                <a:cubicBezTo>
                  <a:pt x="108" y="30"/>
                  <a:pt x="107" y="32"/>
                  <a:pt x="107" y="34"/>
                </a:cubicBezTo>
                <a:cubicBezTo>
                  <a:pt x="107" y="37"/>
                  <a:pt x="108" y="38"/>
                  <a:pt x="111" y="38"/>
                </a:cubicBezTo>
                <a:cubicBezTo>
                  <a:pt x="157" y="38"/>
                  <a:pt x="157" y="38"/>
                  <a:pt x="157" y="38"/>
                </a:cubicBezTo>
                <a:cubicBezTo>
                  <a:pt x="159" y="38"/>
                  <a:pt x="161" y="37"/>
                  <a:pt x="161" y="34"/>
                </a:cubicBezTo>
                <a:cubicBezTo>
                  <a:pt x="161" y="32"/>
                  <a:pt x="159" y="30"/>
                  <a:pt x="157" y="30"/>
                </a:cubicBezTo>
                <a:close/>
                <a:moveTo>
                  <a:pt x="209" y="127"/>
                </a:moveTo>
                <a:cubicBezTo>
                  <a:pt x="209" y="127"/>
                  <a:pt x="209" y="127"/>
                  <a:pt x="209" y="127"/>
                </a:cubicBezTo>
                <a:cubicBezTo>
                  <a:pt x="7" y="127"/>
                  <a:pt x="7" y="127"/>
                  <a:pt x="7" y="127"/>
                </a:cubicBezTo>
                <a:cubicBezTo>
                  <a:pt x="3" y="127"/>
                  <a:pt x="0" y="130"/>
                  <a:pt x="0" y="134"/>
                </a:cubicBezTo>
                <a:cubicBezTo>
                  <a:pt x="0" y="137"/>
                  <a:pt x="3" y="140"/>
                  <a:pt x="7" y="140"/>
                </a:cubicBezTo>
                <a:cubicBezTo>
                  <a:pt x="209" y="140"/>
                  <a:pt x="209" y="140"/>
                  <a:pt x="209" y="140"/>
                </a:cubicBezTo>
                <a:cubicBezTo>
                  <a:pt x="212" y="140"/>
                  <a:pt x="215" y="137"/>
                  <a:pt x="215" y="134"/>
                </a:cubicBezTo>
                <a:cubicBezTo>
                  <a:pt x="215" y="130"/>
                  <a:pt x="212" y="127"/>
                  <a:pt x="209" y="127"/>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258" name="矩形 257"/>
          <p:cNvSpPr/>
          <p:nvPr/>
        </p:nvSpPr>
        <p:spPr>
          <a:xfrm>
            <a:off x="422585" y="3224765"/>
            <a:ext cx="825867" cy="246221"/>
          </a:xfrm>
          <a:prstGeom prst="rect">
            <a:avLst/>
          </a:prstGeom>
        </p:spPr>
        <p:txBody>
          <a:bodyPr wrap="none">
            <a:spAutoFit/>
          </a:bodyPr>
          <a:lstStyle/>
          <a:p>
            <a:pPr algn="ctr"/>
            <a:r>
              <a:rPr lang="zh-CN" altLang="en-US" sz="1000" dirty="0">
                <a:ln w="6350">
                  <a:noFill/>
                </a:ln>
                <a:solidFill>
                  <a:srgbClr val="586B7F"/>
                </a:solidFill>
                <a:latin typeface="Impact" pitchFamily="34" charset="0"/>
                <a:ea typeface="微软雅黑" pitchFamily="34" charset="-122"/>
              </a:rPr>
              <a:t>建议与总结</a:t>
            </a:r>
          </a:p>
        </p:txBody>
      </p:sp>
      <p:pic>
        <p:nvPicPr>
          <p:cNvPr id="248" name="图片 24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643649" y="714563"/>
            <a:ext cx="1568698" cy="699598"/>
          </a:xfrm>
          <a:prstGeom prst="rect">
            <a:avLst/>
          </a:prstGeom>
        </p:spPr>
      </p:pic>
    </p:spTree>
  </p:cSld>
  <p:clrMapOvr>
    <a:masterClrMapping/>
  </p:clrMapOvr>
  <p:transition spd="slow">
    <p:push dir="u"/>
  </p:transition>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14:presetBounceEnd="60000">
                                      <p:stCondLst>
                                        <p:cond delay="0"/>
                                      </p:stCondLst>
                                      <p:childTnLst>
                                        <p:set>
                                          <p:cBhvr>
                                            <p:cTn id="6" dur="1" fill="hold">
                                              <p:stCondLst>
                                                <p:cond delay="0"/>
                                              </p:stCondLst>
                                            </p:cTn>
                                            <p:tgtEl>
                                              <p:spTgt spid="112"/>
                                            </p:tgtEl>
                                            <p:attrNameLst>
                                              <p:attrName>style.visibility</p:attrName>
                                            </p:attrNameLst>
                                          </p:cBhvr>
                                          <p:to>
                                            <p:strVal val="visible"/>
                                          </p:to>
                                        </p:set>
                                        <p:anim calcmode="lin" valueType="num" p14:bounceEnd="60000">
                                          <p:cBhvr additive="base">
                                            <p:cTn id="7" dur="500" fill="hold"/>
                                            <p:tgtEl>
                                              <p:spTgt spid="112"/>
                                            </p:tgtEl>
                                            <p:attrNameLst>
                                              <p:attrName>ppt_x</p:attrName>
                                            </p:attrNameLst>
                                          </p:cBhvr>
                                          <p:tavLst>
                                            <p:tav tm="0">
                                              <p:val>
                                                <p:strVal val="#ppt_x"/>
                                              </p:val>
                                            </p:tav>
                                            <p:tav tm="100000">
                                              <p:val>
                                                <p:strVal val="#ppt_x"/>
                                              </p:val>
                                            </p:tav>
                                          </p:tavLst>
                                        </p:anim>
                                        <p:anim calcmode="lin" valueType="num" p14:bounceEnd="60000">
                                          <p:cBhvr additive="base">
                                            <p:cTn id="8" dur="500" fill="hold"/>
                                            <p:tgtEl>
                                              <p:spTgt spid="112"/>
                                            </p:tgtEl>
                                            <p:attrNameLst>
                                              <p:attrName>ppt_y</p:attrName>
                                            </p:attrNameLst>
                                          </p:cBhvr>
                                          <p:tavLst>
                                            <p:tav tm="0">
                                              <p:val>
                                                <p:strVal val="1+#ppt_h/2"/>
                                              </p:val>
                                            </p:tav>
                                            <p:tav tm="100000">
                                              <p:val>
                                                <p:strVal val="#ppt_y"/>
                                              </p:val>
                                            </p:tav>
                                          </p:tavLst>
                                        </p:anim>
                                      </p:childTnLst>
                                    </p:cTn>
                                  </p:par>
                                  <p:par>
                                    <p:cTn id="9" presetID="23" presetClass="entr" presetSubtype="16" fill="hold" nodeType="withEffect">
                                      <p:stCondLst>
                                        <p:cond delay="500"/>
                                      </p:stCondLst>
                                      <p:childTnLst>
                                        <p:set>
                                          <p:cBhvr>
                                            <p:cTn id="10" dur="1" fill="hold">
                                              <p:stCondLst>
                                                <p:cond delay="0"/>
                                              </p:stCondLst>
                                            </p:cTn>
                                            <p:tgtEl>
                                              <p:spTgt spid="221"/>
                                            </p:tgtEl>
                                            <p:attrNameLst>
                                              <p:attrName>style.visibility</p:attrName>
                                            </p:attrNameLst>
                                          </p:cBhvr>
                                          <p:to>
                                            <p:strVal val="visible"/>
                                          </p:to>
                                        </p:set>
                                        <p:anim calcmode="lin" valueType="num">
                                          <p:cBhvr>
                                            <p:cTn id="11" dur="500" fill="hold"/>
                                            <p:tgtEl>
                                              <p:spTgt spid="221"/>
                                            </p:tgtEl>
                                            <p:attrNameLst>
                                              <p:attrName>ppt_w</p:attrName>
                                            </p:attrNameLst>
                                          </p:cBhvr>
                                          <p:tavLst>
                                            <p:tav tm="0">
                                              <p:val>
                                                <p:fltVal val="0"/>
                                              </p:val>
                                            </p:tav>
                                            <p:tav tm="100000">
                                              <p:val>
                                                <p:strVal val="#ppt_w"/>
                                              </p:val>
                                            </p:tav>
                                          </p:tavLst>
                                        </p:anim>
                                        <p:anim calcmode="lin" valueType="num">
                                          <p:cBhvr>
                                            <p:cTn id="12" dur="500" fill="hold"/>
                                            <p:tgtEl>
                                              <p:spTgt spid="221"/>
                                            </p:tgtEl>
                                            <p:attrNameLst>
                                              <p:attrName>ppt_h</p:attrName>
                                            </p:attrNameLst>
                                          </p:cBhvr>
                                          <p:tavLst>
                                            <p:tav tm="0">
                                              <p:val>
                                                <p:fltVal val="0"/>
                                              </p:val>
                                            </p:tav>
                                            <p:tav tm="100000">
                                              <p:val>
                                                <p:strVal val="#ppt_h"/>
                                              </p:val>
                                            </p:tav>
                                          </p:tavLst>
                                        </p:anim>
                                      </p:childTnLst>
                                    </p:cTn>
                                  </p:par>
                                  <p:par>
                                    <p:cTn id="13" presetID="22" presetClass="entr" presetSubtype="4" fill="hold" nodeType="withEffect">
                                      <p:stCondLst>
                                        <p:cond delay="1000"/>
                                      </p:stCondLst>
                                      <p:childTnLst>
                                        <p:set>
                                          <p:cBhvr>
                                            <p:cTn id="14" dur="1" fill="hold">
                                              <p:stCondLst>
                                                <p:cond delay="0"/>
                                              </p:stCondLst>
                                            </p:cTn>
                                            <p:tgtEl>
                                              <p:spTgt spid="224"/>
                                            </p:tgtEl>
                                            <p:attrNameLst>
                                              <p:attrName>style.visibility</p:attrName>
                                            </p:attrNameLst>
                                          </p:cBhvr>
                                          <p:to>
                                            <p:strVal val="visible"/>
                                          </p:to>
                                        </p:set>
                                        <p:animEffect transition="in" filter="wipe(down)">
                                          <p:cBhvr>
                                            <p:cTn id="15" dur="500"/>
                                            <p:tgtEl>
                                              <p:spTgt spid="224"/>
                                            </p:tgtEl>
                                          </p:cBhvr>
                                        </p:animEffect>
                                      </p:childTnLst>
                                    </p:cTn>
                                  </p:par>
                                  <p:par>
                                    <p:cTn id="16" presetID="55" presetClass="entr" presetSubtype="0" fill="hold" grpId="0" nodeType="withEffect">
                                      <p:stCondLst>
                                        <p:cond delay="1500"/>
                                      </p:stCondLst>
                                      <p:childTnLst>
                                        <p:set>
                                          <p:cBhvr>
                                            <p:cTn id="17" dur="1" fill="hold">
                                              <p:stCondLst>
                                                <p:cond delay="0"/>
                                              </p:stCondLst>
                                            </p:cTn>
                                            <p:tgtEl>
                                              <p:spTgt spid="226"/>
                                            </p:tgtEl>
                                            <p:attrNameLst>
                                              <p:attrName>style.visibility</p:attrName>
                                            </p:attrNameLst>
                                          </p:cBhvr>
                                          <p:to>
                                            <p:strVal val="visible"/>
                                          </p:to>
                                        </p:set>
                                        <p:anim calcmode="lin" valueType="num">
                                          <p:cBhvr>
                                            <p:cTn id="18" dur="500" fill="hold"/>
                                            <p:tgtEl>
                                              <p:spTgt spid="226"/>
                                            </p:tgtEl>
                                            <p:attrNameLst>
                                              <p:attrName>ppt_w</p:attrName>
                                            </p:attrNameLst>
                                          </p:cBhvr>
                                          <p:tavLst>
                                            <p:tav tm="0">
                                              <p:val>
                                                <p:strVal val="#ppt_w*0.70"/>
                                              </p:val>
                                            </p:tav>
                                            <p:tav tm="100000">
                                              <p:val>
                                                <p:strVal val="#ppt_w"/>
                                              </p:val>
                                            </p:tav>
                                          </p:tavLst>
                                        </p:anim>
                                        <p:anim calcmode="lin" valueType="num">
                                          <p:cBhvr>
                                            <p:cTn id="19" dur="500" fill="hold"/>
                                            <p:tgtEl>
                                              <p:spTgt spid="226"/>
                                            </p:tgtEl>
                                            <p:attrNameLst>
                                              <p:attrName>ppt_h</p:attrName>
                                            </p:attrNameLst>
                                          </p:cBhvr>
                                          <p:tavLst>
                                            <p:tav tm="0">
                                              <p:val>
                                                <p:strVal val="#ppt_h"/>
                                              </p:val>
                                            </p:tav>
                                            <p:tav tm="100000">
                                              <p:val>
                                                <p:strVal val="#ppt_h"/>
                                              </p:val>
                                            </p:tav>
                                          </p:tavLst>
                                        </p:anim>
                                        <p:animEffect transition="in" filter="fade">
                                          <p:cBhvr>
                                            <p:cTn id="20" dur="500"/>
                                            <p:tgtEl>
                                              <p:spTgt spid="226"/>
                                            </p:tgtEl>
                                          </p:cBhvr>
                                        </p:animEffect>
                                      </p:childTnLst>
                                    </p:cTn>
                                  </p:par>
                                  <p:par>
                                    <p:cTn id="21" presetID="47" presetClass="entr" presetSubtype="0" fill="hold" grpId="0" nodeType="withEffect">
                                      <p:stCondLst>
                                        <p:cond delay="1500"/>
                                      </p:stCondLst>
                                      <p:childTnLst>
                                        <p:set>
                                          <p:cBhvr>
                                            <p:cTn id="22" dur="1" fill="hold">
                                              <p:stCondLst>
                                                <p:cond delay="0"/>
                                              </p:stCondLst>
                                            </p:cTn>
                                            <p:tgtEl>
                                              <p:spTgt spid="220"/>
                                            </p:tgtEl>
                                            <p:attrNameLst>
                                              <p:attrName>style.visibility</p:attrName>
                                            </p:attrNameLst>
                                          </p:cBhvr>
                                          <p:to>
                                            <p:strVal val="visible"/>
                                          </p:to>
                                        </p:set>
                                        <p:animEffect transition="in" filter="fade">
                                          <p:cBhvr>
                                            <p:cTn id="23" dur="500"/>
                                            <p:tgtEl>
                                              <p:spTgt spid="220"/>
                                            </p:tgtEl>
                                          </p:cBhvr>
                                        </p:animEffect>
                                        <p:anim calcmode="lin" valueType="num">
                                          <p:cBhvr>
                                            <p:cTn id="24" dur="500" fill="hold"/>
                                            <p:tgtEl>
                                              <p:spTgt spid="220"/>
                                            </p:tgtEl>
                                            <p:attrNameLst>
                                              <p:attrName>ppt_x</p:attrName>
                                            </p:attrNameLst>
                                          </p:cBhvr>
                                          <p:tavLst>
                                            <p:tav tm="0">
                                              <p:val>
                                                <p:strVal val="#ppt_x"/>
                                              </p:val>
                                            </p:tav>
                                            <p:tav tm="100000">
                                              <p:val>
                                                <p:strVal val="#ppt_x"/>
                                              </p:val>
                                            </p:tav>
                                          </p:tavLst>
                                        </p:anim>
                                        <p:anim calcmode="lin" valueType="num">
                                          <p:cBhvr>
                                            <p:cTn id="25" dur="500" fill="hold"/>
                                            <p:tgtEl>
                                              <p:spTgt spid="220"/>
                                            </p:tgtEl>
                                            <p:attrNameLst>
                                              <p:attrName>ppt_y</p:attrName>
                                            </p:attrNameLst>
                                          </p:cBhvr>
                                          <p:tavLst>
                                            <p:tav tm="0">
                                              <p:val>
                                                <p:strVal val="#ppt_y-.1"/>
                                              </p:val>
                                            </p:tav>
                                            <p:tav tm="100000">
                                              <p:val>
                                                <p:strVal val="#ppt_y"/>
                                              </p:val>
                                            </p:tav>
                                          </p:tavLst>
                                        </p:anim>
                                      </p:childTnLst>
                                    </p:cTn>
                                  </p:par>
                                  <p:par>
                                    <p:cTn id="26" presetID="47" presetClass="entr" presetSubtype="0" fill="hold" grpId="0" nodeType="withEffect">
                                      <p:stCondLst>
                                        <p:cond delay="1500"/>
                                      </p:stCondLst>
                                      <p:childTnLst>
                                        <p:set>
                                          <p:cBhvr>
                                            <p:cTn id="27" dur="1" fill="hold">
                                              <p:stCondLst>
                                                <p:cond delay="0"/>
                                              </p:stCondLst>
                                            </p:cTn>
                                            <p:tgtEl>
                                              <p:spTgt spid="225"/>
                                            </p:tgtEl>
                                            <p:attrNameLst>
                                              <p:attrName>style.visibility</p:attrName>
                                            </p:attrNameLst>
                                          </p:cBhvr>
                                          <p:to>
                                            <p:strVal val="visible"/>
                                          </p:to>
                                        </p:set>
                                        <p:animEffect transition="in" filter="fade">
                                          <p:cBhvr>
                                            <p:cTn id="28" dur="500"/>
                                            <p:tgtEl>
                                              <p:spTgt spid="225"/>
                                            </p:tgtEl>
                                          </p:cBhvr>
                                        </p:animEffect>
                                        <p:anim calcmode="lin" valueType="num">
                                          <p:cBhvr>
                                            <p:cTn id="29" dur="500" fill="hold"/>
                                            <p:tgtEl>
                                              <p:spTgt spid="225"/>
                                            </p:tgtEl>
                                            <p:attrNameLst>
                                              <p:attrName>ppt_x</p:attrName>
                                            </p:attrNameLst>
                                          </p:cBhvr>
                                          <p:tavLst>
                                            <p:tav tm="0">
                                              <p:val>
                                                <p:strVal val="#ppt_x"/>
                                              </p:val>
                                            </p:tav>
                                            <p:tav tm="100000">
                                              <p:val>
                                                <p:strVal val="#ppt_x"/>
                                              </p:val>
                                            </p:tav>
                                          </p:tavLst>
                                        </p:anim>
                                        <p:anim calcmode="lin" valueType="num">
                                          <p:cBhvr>
                                            <p:cTn id="30" dur="500" fill="hold"/>
                                            <p:tgtEl>
                                              <p:spTgt spid="225"/>
                                            </p:tgtEl>
                                            <p:attrNameLst>
                                              <p:attrName>ppt_y</p:attrName>
                                            </p:attrNameLst>
                                          </p:cBhvr>
                                          <p:tavLst>
                                            <p:tav tm="0">
                                              <p:val>
                                                <p:strVal val="#ppt_y-.1"/>
                                              </p:val>
                                            </p:tav>
                                            <p:tav tm="100000">
                                              <p:val>
                                                <p:strVal val="#ppt_y"/>
                                              </p:val>
                                            </p:tav>
                                          </p:tavLst>
                                        </p:anim>
                                      </p:childTnLst>
                                    </p:cTn>
                                  </p:par>
                                  <p:par>
                                    <p:cTn id="31" presetID="23" presetClass="entr" presetSubtype="16" fill="hold" nodeType="withEffect">
                                      <p:stCondLst>
                                        <p:cond delay="500"/>
                                      </p:stCondLst>
                                      <p:childTnLst>
                                        <p:set>
                                          <p:cBhvr>
                                            <p:cTn id="32" dur="1" fill="hold">
                                              <p:stCondLst>
                                                <p:cond delay="0"/>
                                              </p:stCondLst>
                                            </p:cTn>
                                            <p:tgtEl>
                                              <p:spTgt spid="228"/>
                                            </p:tgtEl>
                                            <p:attrNameLst>
                                              <p:attrName>style.visibility</p:attrName>
                                            </p:attrNameLst>
                                          </p:cBhvr>
                                          <p:to>
                                            <p:strVal val="visible"/>
                                          </p:to>
                                        </p:set>
                                        <p:anim calcmode="lin" valueType="num">
                                          <p:cBhvr>
                                            <p:cTn id="33" dur="500" fill="hold"/>
                                            <p:tgtEl>
                                              <p:spTgt spid="228"/>
                                            </p:tgtEl>
                                            <p:attrNameLst>
                                              <p:attrName>ppt_w</p:attrName>
                                            </p:attrNameLst>
                                          </p:cBhvr>
                                          <p:tavLst>
                                            <p:tav tm="0">
                                              <p:val>
                                                <p:fltVal val="0"/>
                                              </p:val>
                                            </p:tav>
                                            <p:tav tm="100000">
                                              <p:val>
                                                <p:strVal val="#ppt_w"/>
                                              </p:val>
                                            </p:tav>
                                          </p:tavLst>
                                        </p:anim>
                                        <p:anim calcmode="lin" valueType="num">
                                          <p:cBhvr>
                                            <p:cTn id="34" dur="500" fill="hold"/>
                                            <p:tgtEl>
                                              <p:spTgt spid="228"/>
                                            </p:tgtEl>
                                            <p:attrNameLst>
                                              <p:attrName>ppt_h</p:attrName>
                                            </p:attrNameLst>
                                          </p:cBhvr>
                                          <p:tavLst>
                                            <p:tav tm="0">
                                              <p:val>
                                                <p:fltVal val="0"/>
                                              </p:val>
                                            </p:tav>
                                            <p:tav tm="100000">
                                              <p:val>
                                                <p:strVal val="#ppt_h"/>
                                              </p:val>
                                            </p:tav>
                                          </p:tavLst>
                                        </p:anim>
                                      </p:childTnLst>
                                    </p:cTn>
                                  </p:par>
                                  <p:par>
                                    <p:cTn id="35" presetID="22" presetClass="entr" presetSubtype="4" fill="hold" nodeType="withEffect">
                                      <p:stCondLst>
                                        <p:cond delay="1000"/>
                                      </p:stCondLst>
                                      <p:childTnLst>
                                        <p:set>
                                          <p:cBhvr>
                                            <p:cTn id="36" dur="1" fill="hold">
                                              <p:stCondLst>
                                                <p:cond delay="0"/>
                                              </p:stCondLst>
                                            </p:cTn>
                                            <p:tgtEl>
                                              <p:spTgt spid="231"/>
                                            </p:tgtEl>
                                            <p:attrNameLst>
                                              <p:attrName>style.visibility</p:attrName>
                                            </p:attrNameLst>
                                          </p:cBhvr>
                                          <p:to>
                                            <p:strVal val="visible"/>
                                          </p:to>
                                        </p:set>
                                        <p:animEffect transition="in" filter="wipe(down)">
                                          <p:cBhvr>
                                            <p:cTn id="37" dur="500"/>
                                            <p:tgtEl>
                                              <p:spTgt spid="231"/>
                                            </p:tgtEl>
                                          </p:cBhvr>
                                        </p:animEffect>
                                      </p:childTnLst>
                                    </p:cTn>
                                  </p:par>
                                  <p:par>
                                    <p:cTn id="38" presetID="55" presetClass="entr" presetSubtype="0" fill="hold" grpId="0" nodeType="withEffect">
                                      <p:stCondLst>
                                        <p:cond delay="1500"/>
                                      </p:stCondLst>
                                      <p:childTnLst>
                                        <p:set>
                                          <p:cBhvr>
                                            <p:cTn id="39" dur="1" fill="hold">
                                              <p:stCondLst>
                                                <p:cond delay="0"/>
                                              </p:stCondLst>
                                            </p:cTn>
                                            <p:tgtEl>
                                              <p:spTgt spid="233"/>
                                            </p:tgtEl>
                                            <p:attrNameLst>
                                              <p:attrName>style.visibility</p:attrName>
                                            </p:attrNameLst>
                                          </p:cBhvr>
                                          <p:to>
                                            <p:strVal val="visible"/>
                                          </p:to>
                                        </p:set>
                                        <p:anim calcmode="lin" valueType="num">
                                          <p:cBhvr>
                                            <p:cTn id="40" dur="500" fill="hold"/>
                                            <p:tgtEl>
                                              <p:spTgt spid="233"/>
                                            </p:tgtEl>
                                            <p:attrNameLst>
                                              <p:attrName>ppt_w</p:attrName>
                                            </p:attrNameLst>
                                          </p:cBhvr>
                                          <p:tavLst>
                                            <p:tav tm="0">
                                              <p:val>
                                                <p:strVal val="#ppt_w*0.70"/>
                                              </p:val>
                                            </p:tav>
                                            <p:tav tm="100000">
                                              <p:val>
                                                <p:strVal val="#ppt_w"/>
                                              </p:val>
                                            </p:tav>
                                          </p:tavLst>
                                        </p:anim>
                                        <p:anim calcmode="lin" valueType="num">
                                          <p:cBhvr>
                                            <p:cTn id="41" dur="500" fill="hold"/>
                                            <p:tgtEl>
                                              <p:spTgt spid="233"/>
                                            </p:tgtEl>
                                            <p:attrNameLst>
                                              <p:attrName>ppt_h</p:attrName>
                                            </p:attrNameLst>
                                          </p:cBhvr>
                                          <p:tavLst>
                                            <p:tav tm="0">
                                              <p:val>
                                                <p:strVal val="#ppt_h"/>
                                              </p:val>
                                            </p:tav>
                                            <p:tav tm="100000">
                                              <p:val>
                                                <p:strVal val="#ppt_h"/>
                                              </p:val>
                                            </p:tav>
                                          </p:tavLst>
                                        </p:anim>
                                        <p:animEffect transition="in" filter="fade">
                                          <p:cBhvr>
                                            <p:cTn id="42" dur="500"/>
                                            <p:tgtEl>
                                              <p:spTgt spid="233"/>
                                            </p:tgtEl>
                                          </p:cBhvr>
                                        </p:animEffect>
                                      </p:childTnLst>
                                    </p:cTn>
                                  </p:par>
                                  <p:par>
                                    <p:cTn id="43" presetID="47" presetClass="entr" presetSubtype="0" fill="hold" grpId="0" nodeType="withEffect">
                                      <p:stCondLst>
                                        <p:cond delay="1500"/>
                                      </p:stCondLst>
                                      <p:childTnLst>
                                        <p:set>
                                          <p:cBhvr>
                                            <p:cTn id="44" dur="1" fill="hold">
                                              <p:stCondLst>
                                                <p:cond delay="0"/>
                                              </p:stCondLst>
                                            </p:cTn>
                                            <p:tgtEl>
                                              <p:spTgt spid="227"/>
                                            </p:tgtEl>
                                            <p:attrNameLst>
                                              <p:attrName>style.visibility</p:attrName>
                                            </p:attrNameLst>
                                          </p:cBhvr>
                                          <p:to>
                                            <p:strVal val="visible"/>
                                          </p:to>
                                        </p:set>
                                        <p:animEffect transition="in" filter="fade">
                                          <p:cBhvr>
                                            <p:cTn id="45" dur="500"/>
                                            <p:tgtEl>
                                              <p:spTgt spid="227"/>
                                            </p:tgtEl>
                                          </p:cBhvr>
                                        </p:animEffect>
                                        <p:anim calcmode="lin" valueType="num">
                                          <p:cBhvr>
                                            <p:cTn id="46" dur="500" fill="hold"/>
                                            <p:tgtEl>
                                              <p:spTgt spid="227"/>
                                            </p:tgtEl>
                                            <p:attrNameLst>
                                              <p:attrName>ppt_x</p:attrName>
                                            </p:attrNameLst>
                                          </p:cBhvr>
                                          <p:tavLst>
                                            <p:tav tm="0">
                                              <p:val>
                                                <p:strVal val="#ppt_x"/>
                                              </p:val>
                                            </p:tav>
                                            <p:tav tm="100000">
                                              <p:val>
                                                <p:strVal val="#ppt_x"/>
                                              </p:val>
                                            </p:tav>
                                          </p:tavLst>
                                        </p:anim>
                                        <p:anim calcmode="lin" valueType="num">
                                          <p:cBhvr>
                                            <p:cTn id="47" dur="500" fill="hold"/>
                                            <p:tgtEl>
                                              <p:spTgt spid="227"/>
                                            </p:tgtEl>
                                            <p:attrNameLst>
                                              <p:attrName>ppt_y</p:attrName>
                                            </p:attrNameLst>
                                          </p:cBhvr>
                                          <p:tavLst>
                                            <p:tav tm="0">
                                              <p:val>
                                                <p:strVal val="#ppt_y-.1"/>
                                              </p:val>
                                            </p:tav>
                                            <p:tav tm="100000">
                                              <p:val>
                                                <p:strVal val="#ppt_y"/>
                                              </p:val>
                                            </p:tav>
                                          </p:tavLst>
                                        </p:anim>
                                      </p:childTnLst>
                                    </p:cTn>
                                  </p:par>
                                  <p:par>
                                    <p:cTn id="48" presetID="47" presetClass="entr" presetSubtype="0" fill="hold" grpId="0" nodeType="withEffect">
                                      <p:stCondLst>
                                        <p:cond delay="1500"/>
                                      </p:stCondLst>
                                      <p:childTnLst>
                                        <p:set>
                                          <p:cBhvr>
                                            <p:cTn id="49" dur="1" fill="hold">
                                              <p:stCondLst>
                                                <p:cond delay="0"/>
                                              </p:stCondLst>
                                            </p:cTn>
                                            <p:tgtEl>
                                              <p:spTgt spid="232"/>
                                            </p:tgtEl>
                                            <p:attrNameLst>
                                              <p:attrName>style.visibility</p:attrName>
                                            </p:attrNameLst>
                                          </p:cBhvr>
                                          <p:to>
                                            <p:strVal val="visible"/>
                                          </p:to>
                                        </p:set>
                                        <p:animEffect transition="in" filter="fade">
                                          <p:cBhvr>
                                            <p:cTn id="50" dur="500"/>
                                            <p:tgtEl>
                                              <p:spTgt spid="232"/>
                                            </p:tgtEl>
                                          </p:cBhvr>
                                        </p:animEffect>
                                        <p:anim calcmode="lin" valueType="num">
                                          <p:cBhvr>
                                            <p:cTn id="51" dur="500" fill="hold"/>
                                            <p:tgtEl>
                                              <p:spTgt spid="232"/>
                                            </p:tgtEl>
                                            <p:attrNameLst>
                                              <p:attrName>ppt_x</p:attrName>
                                            </p:attrNameLst>
                                          </p:cBhvr>
                                          <p:tavLst>
                                            <p:tav tm="0">
                                              <p:val>
                                                <p:strVal val="#ppt_x"/>
                                              </p:val>
                                            </p:tav>
                                            <p:tav tm="100000">
                                              <p:val>
                                                <p:strVal val="#ppt_x"/>
                                              </p:val>
                                            </p:tav>
                                          </p:tavLst>
                                        </p:anim>
                                        <p:anim calcmode="lin" valueType="num">
                                          <p:cBhvr>
                                            <p:cTn id="52" dur="500" fill="hold"/>
                                            <p:tgtEl>
                                              <p:spTgt spid="232"/>
                                            </p:tgtEl>
                                            <p:attrNameLst>
                                              <p:attrName>ppt_y</p:attrName>
                                            </p:attrNameLst>
                                          </p:cBhvr>
                                          <p:tavLst>
                                            <p:tav tm="0">
                                              <p:val>
                                                <p:strVal val="#ppt_y-.1"/>
                                              </p:val>
                                            </p:tav>
                                            <p:tav tm="100000">
                                              <p:val>
                                                <p:strVal val="#ppt_y"/>
                                              </p:val>
                                            </p:tav>
                                          </p:tavLst>
                                        </p:anim>
                                      </p:childTnLst>
                                    </p:cTn>
                                  </p:par>
                                  <p:par>
                                    <p:cTn id="53" presetID="23" presetClass="entr" presetSubtype="16" fill="hold" nodeType="withEffect">
                                      <p:stCondLst>
                                        <p:cond delay="500"/>
                                      </p:stCondLst>
                                      <p:childTnLst>
                                        <p:set>
                                          <p:cBhvr>
                                            <p:cTn id="54" dur="1" fill="hold">
                                              <p:stCondLst>
                                                <p:cond delay="0"/>
                                              </p:stCondLst>
                                            </p:cTn>
                                            <p:tgtEl>
                                              <p:spTgt spid="235"/>
                                            </p:tgtEl>
                                            <p:attrNameLst>
                                              <p:attrName>style.visibility</p:attrName>
                                            </p:attrNameLst>
                                          </p:cBhvr>
                                          <p:to>
                                            <p:strVal val="visible"/>
                                          </p:to>
                                        </p:set>
                                        <p:anim calcmode="lin" valueType="num">
                                          <p:cBhvr>
                                            <p:cTn id="55" dur="500" fill="hold"/>
                                            <p:tgtEl>
                                              <p:spTgt spid="235"/>
                                            </p:tgtEl>
                                            <p:attrNameLst>
                                              <p:attrName>ppt_w</p:attrName>
                                            </p:attrNameLst>
                                          </p:cBhvr>
                                          <p:tavLst>
                                            <p:tav tm="0">
                                              <p:val>
                                                <p:fltVal val="0"/>
                                              </p:val>
                                            </p:tav>
                                            <p:tav tm="100000">
                                              <p:val>
                                                <p:strVal val="#ppt_w"/>
                                              </p:val>
                                            </p:tav>
                                          </p:tavLst>
                                        </p:anim>
                                        <p:anim calcmode="lin" valueType="num">
                                          <p:cBhvr>
                                            <p:cTn id="56" dur="500" fill="hold"/>
                                            <p:tgtEl>
                                              <p:spTgt spid="235"/>
                                            </p:tgtEl>
                                            <p:attrNameLst>
                                              <p:attrName>ppt_h</p:attrName>
                                            </p:attrNameLst>
                                          </p:cBhvr>
                                          <p:tavLst>
                                            <p:tav tm="0">
                                              <p:val>
                                                <p:fltVal val="0"/>
                                              </p:val>
                                            </p:tav>
                                            <p:tav tm="100000">
                                              <p:val>
                                                <p:strVal val="#ppt_h"/>
                                              </p:val>
                                            </p:tav>
                                          </p:tavLst>
                                        </p:anim>
                                      </p:childTnLst>
                                    </p:cTn>
                                  </p:par>
                                  <p:par>
                                    <p:cTn id="57" presetID="22" presetClass="entr" presetSubtype="4" fill="hold" nodeType="withEffect">
                                      <p:stCondLst>
                                        <p:cond delay="1000"/>
                                      </p:stCondLst>
                                      <p:childTnLst>
                                        <p:set>
                                          <p:cBhvr>
                                            <p:cTn id="58" dur="1" fill="hold">
                                              <p:stCondLst>
                                                <p:cond delay="0"/>
                                              </p:stCondLst>
                                            </p:cTn>
                                            <p:tgtEl>
                                              <p:spTgt spid="238"/>
                                            </p:tgtEl>
                                            <p:attrNameLst>
                                              <p:attrName>style.visibility</p:attrName>
                                            </p:attrNameLst>
                                          </p:cBhvr>
                                          <p:to>
                                            <p:strVal val="visible"/>
                                          </p:to>
                                        </p:set>
                                        <p:animEffect transition="in" filter="wipe(down)">
                                          <p:cBhvr>
                                            <p:cTn id="59" dur="500"/>
                                            <p:tgtEl>
                                              <p:spTgt spid="238"/>
                                            </p:tgtEl>
                                          </p:cBhvr>
                                        </p:animEffect>
                                      </p:childTnLst>
                                    </p:cTn>
                                  </p:par>
                                  <p:par>
                                    <p:cTn id="60" presetID="55" presetClass="entr" presetSubtype="0" fill="hold" grpId="0" nodeType="withEffect">
                                      <p:stCondLst>
                                        <p:cond delay="1500"/>
                                      </p:stCondLst>
                                      <p:childTnLst>
                                        <p:set>
                                          <p:cBhvr>
                                            <p:cTn id="61" dur="1" fill="hold">
                                              <p:stCondLst>
                                                <p:cond delay="0"/>
                                              </p:stCondLst>
                                            </p:cTn>
                                            <p:tgtEl>
                                              <p:spTgt spid="240"/>
                                            </p:tgtEl>
                                            <p:attrNameLst>
                                              <p:attrName>style.visibility</p:attrName>
                                            </p:attrNameLst>
                                          </p:cBhvr>
                                          <p:to>
                                            <p:strVal val="visible"/>
                                          </p:to>
                                        </p:set>
                                        <p:anim calcmode="lin" valueType="num">
                                          <p:cBhvr>
                                            <p:cTn id="62" dur="500" fill="hold"/>
                                            <p:tgtEl>
                                              <p:spTgt spid="240"/>
                                            </p:tgtEl>
                                            <p:attrNameLst>
                                              <p:attrName>ppt_w</p:attrName>
                                            </p:attrNameLst>
                                          </p:cBhvr>
                                          <p:tavLst>
                                            <p:tav tm="0">
                                              <p:val>
                                                <p:strVal val="#ppt_w*0.70"/>
                                              </p:val>
                                            </p:tav>
                                            <p:tav tm="100000">
                                              <p:val>
                                                <p:strVal val="#ppt_w"/>
                                              </p:val>
                                            </p:tav>
                                          </p:tavLst>
                                        </p:anim>
                                        <p:anim calcmode="lin" valueType="num">
                                          <p:cBhvr>
                                            <p:cTn id="63" dur="500" fill="hold"/>
                                            <p:tgtEl>
                                              <p:spTgt spid="240"/>
                                            </p:tgtEl>
                                            <p:attrNameLst>
                                              <p:attrName>ppt_h</p:attrName>
                                            </p:attrNameLst>
                                          </p:cBhvr>
                                          <p:tavLst>
                                            <p:tav tm="0">
                                              <p:val>
                                                <p:strVal val="#ppt_h"/>
                                              </p:val>
                                            </p:tav>
                                            <p:tav tm="100000">
                                              <p:val>
                                                <p:strVal val="#ppt_h"/>
                                              </p:val>
                                            </p:tav>
                                          </p:tavLst>
                                        </p:anim>
                                        <p:animEffect transition="in" filter="fade">
                                          <p:cBhvr>
                                            <p:cTn id="64" dur="500"/>
                                            <p:tgtEl>
                                              <p:spTgt spid="240"/>
                                            </p:tgtEl>
                                          </p:cBhvr>
                                        </p:animEffect>
                                      </p:childTnLst>
                                    </p:cTn>
                                  </p:par>
                                  <p:par>
                                    <p:cTn id="65" presetID="47" presetClass="entr" presetSubtype="0" fill="hold" grpId="0" nodeType="withEffect">
                                      <p:stCondLst>
                                        <p:cond delay="1500"/>
                                      </p:stCondLst>
                                      <p:childTnLst>
                                        <p:set>
                                          <p:cBhvr>
                                            <p:cTn id="66" dur="1" fill="hold">
                                              <p:stCondLst>
                                                <p:cond delay="0"/>
                                              </p:stCondLst>
                                            </p:cTn>
                                            <p:tgtEl>
                                              <p:spTgt spid="234"/>
                                            </p:tgtEl>
                                            <p:attrNameLst>
                                              <p:attrName>style.visibility</p:attrName>
                                            </p:attrNameLst>
                                          </p:cBhvr>
                                          <p:to>
                                            <p:strVal val="visible"/>
                                          </p:to>
                                        </p:set>
                                        <p:animEffect transition="in" filter="fade">
                                          <p:cBhvr>
                                            <p:cTn id="67" dur="500"/>
                                            <p:tgtEl>
                                              <p:spTgt spid="234"/>
                                            </p:tgtEl>
                                          </p:cBhvr>
                                        </p:animEffect>
                                        <p:anim calcmode="lin" valueType="num">
                                          <p:cBhvr>
                                            <p:cTn id="68" dur="500" fill="hold"/>
                                            <p:tgtEl>
                                              <p:spTgt spid="234"/>
                                            </p:tgtEl>
                                            <p:attrNameLst>
                                              <p:attrName>ppt_x</p:attrName>
                                            </p:attrNameLst>
                                          </p:cBhvr>
                                          <p:tavLst>
                                            <p:tav tm="0">
                                              <p:val>
                                                <p:strVal val="#ppt_x"/>
                                              </p:val>
                                            </p:tav>
                                            <p:tav tm="100000">
                                              <p:val>
                                                <p:strVal val="#ppt_x"/>
                                              </p:val>
                                            </p:tav>
                                          </p:tavLst>
                                        </p:anim>
                                        <p:anim calcmode="lin" valueType="num">
                                          <p:cBhvr>
                                            <p:cTn id="69" dur="500" fill="hold"/>
                                            <p:tgtEl>
                                              <p:spTgt spid="234"/>
                                            </p:tgtEl>
                                            <p:attrNameLst>
                                              <p:attrName>ppt_y</p:attrName>
                                            </p:attrNameLst>
                                          </p:cBhvr>
                                          <p:tavLst>
                                            <p:tav tm="0">
                                              <p:val>
                                                <p:strVal val="#ppt_y-.1"/>
                                              </p:val>
                                            </p:tav>
                                            <p:tav tm="100000">
                                              <p:val>
                                                <p:strVal val="#ppt_y"/>
                                              </p:val>
                                            </p:tav>
                                          </p:tavLst>
                                        </p:anim>
                                      </p:childTnLst>
                                    </p:cTn>
                                  </p:par>
                                  <p:par>
                                    <p:cTn id="70" presetID="47" presetClass="entr" presetSubtype="0" fill="hold" grpId="0" nodeType="withEffect">
                                      <p:stCondLst>
                                        <p:cond delay="1500"/>
                                      </p:stCondLst>
                                      <p:childTnLst>
                                        <p:set>
                                          <p:cBhvr>
                                            <p:cTn id="71" dur="1" fill="hold">
                                              <p:stCondLst>
                                                <p:cond delay="0"/>
                                              </p:stCondLst>
                                            </p:cTn>
                                            <p:tgtEl>
                                              <p:spTgt spid="239"/>
                                            </p:tgtEl>
                                            <p:attrNameLst>
                                              <p:attrName>style.visibility</p:attrName>
                                            </p:attrNameLst>
                                          </p:cBhvr>
                                          <p:to>
                                            <p:strVal val="visible"/>
                                          </p:to>
                                        </p:set>
                                        <p:animEffect transition="in" filter="fade">
                                          <p:cBhvr>
                                            <p:cTn id="72" dur="500"/>
                                            <p:tgtEl>
                                              <p:spTgt spid="239"/>
                                            </p:tgtEl>
                                          </p:cBhvr>
                                        </p:animEffect>
                                        <p:anim calcmode="lin" valueType="num">
                                          <p:cBhvr>
                                            <p:cTn id="73" dur="500" fill="hold"/>
                                            <p:tgtEl>
                                              <p:spTgt spid="239"/>
                                            </p:tgtEl>
                                            <p:attrNameLst>
                                              <p:attrName>ppt_x</p:attrName>
                                            </p:attrNameLst>
                                          </p:cBhvr>
                                          <p:tavLst>
                                            <p:tav tm="0">
                                              <p:val>
                                                <p:strVal val="#ppt_x"/>
                                              </p:val>
                                            </p:tav>
                                            <p:tav tm="100000">
                                              <p:val>
                                                <p:strVal val="#ppt_x"/>
                                              </p:val>
                                            </p:tav>
                                          </p:tavLst>
                                        </p:anim>
                                        <p:anim calcmode="lin" valueType="num">
                                          <p:cBhvr>
                                            <p:cTn id="74" dur="500" fill="hold"/>
                                            <p:tgtEl>
                                              <p:spTgt spid="239"/>
                                            </p:tgtEl>
                                            <p:attrNameLst>
                                              <p:attrName>ppt_y</p:attrName>
                                            </p:attrNameLst>
                                          </p:cBhvr>
                                          <p:tavLst>
                                            <p:tav tm="0">
                                              <p:val>
                                                <p:strVal val="#ppt_y-.1"/>
                                              </p:val>
                                            </p:tav>
                                            <p:tav tm="100000">
                                              <p:val>
                                                <p:strVal val="#ppt_y"/>
                                              </p:val>
                                            </p:tav>
                                          </p:tavLst>
                                        </p:anim>
                                      </p:childTnLst>
                                    </p:cTn>
                                  </p:par>
                                  <p:par>
                                    <p:cTn id="75" presetID="23" presetClass="entr" presetSubtype="16" fill="hold" nodeType="withEffect">
                                      <p:stCondLst>
                                        <p:cond delay="500"/>
                                      </p:stCondLst>
                                      <p:childTnLst>
                                        <p:set>
                                          <p:cBhvr>
                                            <p:cTn id="76" dur="1" fill="hold">
                                              <p:stCondLst>
                                                <p:cond delay="0"/>
                                              </p:stCondLst>
                                            </p:cTn>
                                            <p:tgtEl>
                                              <p:spTgt spid="242"/>
                                            </p:tgtEl>
                                            <p:attrNameLst>
                                              <p:attrName>style.visibility</p:attrName>
                                            </p:attrNameLst>
                                          </p:cBhvr>
                                          <p:to>
                                            <p:strVal val="visible"/>
                                          </p:to>
                                        </p:set>
                                        <p:anim calcmode="lin" valueType="num">
                                          <p:cBhvr>
                                            <p:cTn id="77" dur="500" fill="hold"/>
                                            <p:tgtEl>
                                              <p:spTgt spid="242"/>
                                            </p:tgtEl>
                                            <p:attrNameLst>
                                              <p:attrName>ppt_w</p:attrName>
                                            </p:attrNameLst>
                                          </p:cBhvr>
                                          <p:tavLst>
                                            <p:tav tm="0">
                                              <p:val>
                                                <p:fltVal val="0"/>
                                              </p:val>
                                            </p:tav>
                                            <p:tav tm="100000">
                                              <p:val>
                                                <p:strVal val="#ppt_w"/>
                                              </p:val>
                                            </p:tav>
                                          </p:tavLst>
                                        </p:anim>
                                        <p:anim calcmode="lin" valueType="num">
                                          <p:cBhvr>
                                            <p:cTn id="78" dur="500" fill="hold"/>
                                            <p:tgtEl>
                                              <p:spTgt spid="242"/>
                                            </p:tgtEl>
                                            <p:attrNameLst>
                                              <p:attrName>ppt_h</p:attrName>
                                            </p:attrNameLst>
                                          </p:cBhvr>
                                          <p:tavLst>
                                            <p:tav tm="0">
                                              <p:val>
                                                <p:fltVal val="0"/>
                                              </p:val>
                                            </p:tav>
                                            <p:tav tm="100000">
                                              <p:val>
                                                <p:strVal val="#ppt_h"/>
                                              </p:val>
                                            </p:tav>
                                          </p:tavLst>
                                        </p:anim>
                                      </p:childTnLst>
                                    </p:cTn>
                                  </p:par>
                                  <p:par>
                                    <p:cTn id="79" presetID="22" presetClass="entr" presetSubtype="4" fill="hold" nodeType="withEffect">
                                      <p:stCondLst>
                                        <p:cond delay="1000"/>
                                      </p:stCondLst>
                                      <p:childTnLst>
                                        <p:set>
                                          <p:cBhvr>
                                            <p:cTn id="80" dur="1" fill="hold">
                                              <p:stCondLst>
                                                <p:cond delay="0"/>
                                              </p:stCondLst>
                                            </p:cTn>
                                            <p:tgtEl>
                                              <p:spTgt spid="245"/>
                                            </p:tgtEl>
                                            <p:attrNameLst>
                                              <p:attrName>style.visibility</p:attrName>
                                            </p:attrNameLst>
                                          </p:cBhvr>
                                          <p:to>
                                            <p:strVal val="visible"/>
                                          </p:to>
                                        </p:set>
                                        <p:animEffect transition="in" filter="wipe(down)">
                                          <p:cBhvr>
                                            <p:cTn id="81" dur="500"/>
                                            <p:tgtEl>
                                              <p:spTgt spid="245"/>
                                            </p:tgtEl>
                                          </p:cBhvr>
                                        </p:animEffect>
                                      </p:childTnLst>
                                    </p:cTn>
                                  </p:par>
                                  <p:par>
                                    <p:cTn id="82" presetID="55" presetClass="entr" presetSubtype="0" fill="hold" grpId="0" nodeType="withEffect">
                                      <p:stCondLst>
                                        <p:cond delay="1500"/>
                                      </p:stCondLst>
                                      <p:childTnLst>
                                        <p:set>
                                          <p:cBhvr>
                                            <p:cTn id="83" dur="1" fill="hold">
                                              <p:stCondLst>
                                                <p:cond delay="0"/>
                                              </p:stCondLst>
                                            </p:cTn>
                                            <p:tgtEl>
                                              <p:spTgt spid="247"/>
                                            </p:tgtEl>
                                            <p:attrNameLst>
                                              <p:attrName>style.visibility</p:attrName>
                                            </p:attrNameLst>
                                          </p:cBhvr>
                                          <p:to>
                                            <p:strVal val="visible"/>
                                          </p:to>
                                        </p:set>
                                        <p:anim calcmode="lin" valueType="num">
                                          <p:cBhvr>
                                            <p:cTn id="84" dur="500" fill="hold"/>
                                            <p:tgtEl>
                                              <p:spTgt spid="247"/>
                                            </p:tgtEl>
                                            <p:attrNameLst>
                                              <p:attrName>ppt_w</p:attrName>
                                            </p:attrNameLst>
                                          </p:cBhvr>
                                          <p:tavLst>
                                            <p:tav tm="0">
                                              <p:val>
                                                <p:strVal val="#ppt_w*0.70"/>
                                              </p:val>
                                            </p:tav>
                                            <p:tav tm="100000">
                                              <p:val>
                                                <p:strVal val="#ppt_w"/>
                                              </p:val>
                                            </p:tav>
                                          </p:tavLst>
                                        </p:anim>
                                        <p:anim calcmode="lin" valueType="num">
                                          <p:cBhvr>
                                            <p:cTn id="85" dur="500" fill="hold"/>
                                            <p:tgtEl>
                                              <p:spTgt spid="247"/>
                                            </p:tgtEl>
                                            <p:attrNameLst>
                                              <p:attrName>ppt_h</p:attrName>
                                            </p:attrNameLst>
                                          </p:cBhvr>
                                          <p:tavLst>
                                            <p:tav tm="0">
                                              <p:val>
                                                <p:strVal val="#ppt_h"/>
                                              </p:val>
                                            </p:tav>
                                            <p:tav tm="100000">
                                              <p:val>
                                                <p:strVal val="#ppt_h"/>
                                              </p:val>
                                            </p:tav>
                                          </p:tavLst>
                                        </p:anim>
                                        <p:animEffect transition="in" filter="fade">
                                          <p:cBhvr>
                                            <p:cTn id="86" dur="500"/>
                                            <p:tgtEl>
                                              <p:spTgt spid="247"/>
                                            </p:tgtEl>
                                          </p:cBhvr>
                                        </p:animEffect>
                                      </p:childTnLst>
                                    </p:cTn>
                                  </p:par>
                                  <p:par>
                                    <p:cTn id="87" presetID="47" presetClass="entr" presetSubtype="0" fill="hold" grpId="0" nodeType="withEffect">
                                      <p:stCondLst>
                                        <p:cond delay="1500"/>
                                      </p:stCondLst>
                                      <p:childTnLst>
                                        <p:set>
                                          <p:cBhvr>
                                            <p:cTn id="88" dur="1" fill="hold">
                                              <p:stCondLst>
                                                <p:cond delay="0"/>
                                              </p:stCondLst>
                                            </p:cTn>
                                            <p:tgtEl>
                                              <p:spTgt spid="241"/>
                                            </p:tgtEl>
                                            <p:attrNameLst>
                                              <p:attrName>style.visibility</p:attrName>
                                            </p:attrNameLst>
                                          </p:cBhvr>
                                          <p:to>
                                            <p:strVal val="visible"/>
                                          </p:to>
                                        </p:set>
                                        <p:animEffect transition="in" filter="fade">
                                          <p:cBhvr>
                                            <p:cTn id="89" dur="500"/>
                                            <p:tgtEl>
                                              <p:spTgt spid="241"/>
                                            </p:tgtEl>
                                          </p:cBhvr>
                                        </p:animEffect>
                                        <p:anim calcmode="lin" valueType="num">
                                          <p:cBhvr>
                                            <p:cTn id="90" dur="500" fill="hold"/>
                                            <p:tgtEl>
                                              <p:spTgt spid="241"/>
                                            </p:tgtEl>
                                            <p:attrNameLst>
                                              <p:attrName>ppt_x</p:attrName>
                                            </p:attrNameLst>
                                          </p:cBhvr>
                                          <p:tavLst>
                                            <p:tav tm="0">
                                              <p:val>
                                                <p:strVal val="#ppt_x"/>
                                              </p:val>
                                            </p:tav>
                                            <p:tav tm="100000">
                                              <p:val>
                                                <p:strVal val="#ppt_x"/>
                                              </p:val>
                                            </p:tav>
                                          </p:tavLst>
                                        </p:anim>
                                        <p:anim calcmode="lin" valueType="num">
                                          <p:cBhvr>
                                            <p:cTn id="91" dur="500" fill="hold"/>
                                            <p:tgtEl>
                                              <p:spTgt spid="241"/>
                                            </p:tgtEl>
                                            <p:attrNameLst>
                                              <p:attrName>ppt_y</p:attrName>
                                            </p:attrNameLst>
                                          </p:cBhvr>
                                          <p:tavLst>
                                            <p:tav tm="0">
                                              <p:val>
                                                <p:strVal val="#ppt_y-.1"/>
                                              </p:val>
                                            </p:tav>
                                            <p:tav tm="100000">
                                              <p:val>
                                                <p:strVal val="#ppt_y"/>
                                              </p:val>
                                            </p:tav>
                                          </p:tavLst>
                                        </p:anim>
                                      </p:childTnLst>
                                    </p:cTn>
                                  </p:par>
                                  <p:par>
                                    <p:cTn id="92" presetID="47" presetClass="entr" presetSubtype="0" fill="hold" grpId="0" nodeType="withEffect">
                                      <p:stCondLst>
                                        <p:cond delay="1500"/>
                                      </p:stCondLst>
                                      <p:childTnLst>
                                        <p:set>
                                          <p:cBhvr>
                                            <p:cTn id="93" dur="1" fill="hold">
                                              <p:stCondLst>
                                                <p:cond delay="0"/>
                                              </p:stCondLst>
                                            </p:cTn>
                                            <p:tgtEl>
                                              <p:spTgt spid="246"/>
                                            </p:tgtEl>
                                            <p:attrNameLst>
                                              <p:attrName>style.visibility</p:attrName>
                                            </p:attrNameLst>
                                          </p:cBhvr>
                                          <p:to>
                                            <p:strVal val="visible"/>
                                          </p:to>
                                        </p:set>
                                        <p:animEffect transition="in" filter="fade">
                                          <p:cBhvr>
                                            <p:cTn id="94" dur="500"/>
                                            <p:tgtEl>
                                              <p:spTgt spid="246"/>
                                            </p:tgtEl>
                                          </p:cBhvr>
                                        </p:animEffect>
                                        <p:anim calcmode="lin" valueType="num">
                                          <p:cBhvr>
                                            <p:cTn id="95" dur="500" fill="hold"/>
                                            <p:tgtEl>
                                              <p:spTgt spid="246"/>
                                            </p:tgtEl>
                                            <p:attrNameLst>
                                              <p:attrName>ppt_x</p:attrName>
                                            </p:attrNameLst>
                                          </p:cBhvr>
                                          <p:tavLst>
                                            <p:tav tm="0">
                                              <p:val>
                                                <p:strVal val="#ppt_x"/>
                                              </p:val>
                                            </p:tav>
                                            <p:tav tm="100000">
                                              <p:val>
                                                <p:strVal val="#ppt_x"/>
                                              </p:val>
                                            </p:tav>
                                          </p:tavLst>
                                        </p:anim>
                                        <p:anim calcmode="lin" valueType="num">
                                          <p:cBhvr>
                                            <p:cTn id="96" dur="500" fill="hold"/>
                                            <p:tgtEl>
                                              <p:spTgt spid="246"/>
                                            </p:tgtEl>
                                            <p:attrNameLst>
                                              <p:attrName>ppt_y</p:attrName>
                                            </p:attrNameLst>
                                          </p:cBhvr>
                                          <p:tavLst>
                                            <p:tav tm="0">
                                              <p:val>
                                                <p:strVal val="#ppt_y-.1"/>
                                              </p:val>
                                            </p:tav>
                                            <p:tav tm="100000">
                                              <p:val>
                                                <p:strVal val="#ppt_y"/>
                                              </p:val>
                                            </p:tav>
                                          </p:tavLst>
                                        </p:anim>
                                      </p:childTnLst>
                                    </p:cTn>
                                  </p:par>
                                  <p:par>
                                    <p:cTn id="97" presetID="47" presetClass="entr" presetSubtype="0" fill="hold" grpId="0" nodeType="withEffect">
                                      <p:stCondLst>
                                        <p:cond delay="1800"/>
                                      </p:stCondLst>
                                      <p:childTnLst>
                                        <p:set>
                                          <p:cBhvr>
                                            <p:cTn id="98" dur="1" fill="hold">
                                              <p:stCondLst>
                                                <p:cond delay="0"/>
                                              </p:stCondLst>
                                            </p:cTn>
                                            <p:tgtEl>
                                              <p:spTgt spid="111"/>
                                            </p:tgtEl>
                                            <p:attrNameLst>
                                              <p:attrName>style.visibility</p:attrName>
                                            </p:attrNameLst>
                                          </p:cBhvr>
                                          <p:to>
                                            <p:strVal val="visible"/>
                                          </p:to>
                                        </p:set>
                                        <p:animEffect transition="in" filter="fade">
                                          <p:cBhvr>
                                            <p:cTn id="99" dur="500"/>
                                            <p:tgtEl>
                                              <p:spTgt spid="111"/>
                                            </p:tgtEl>
                                          </p:cBhvr>
                                        </p:animEffect>
                                        <p:anim calcmode="lin" valueType="num">
                                          <p:cBhvr>
                                            <p:cTn id="100" dur="500" fill="hold"/>
                                            <p:tgtEl>
                                              <p:spTgt spid="111"/>
                                            </p:tgtEl>
                                            <p:attrNameLst>
                                              <p:attrName>ppt_x</p:attrName>
                                            </p:attrNameLst>
                                          </p:cBhvr>
                                          <p:tavLst>
                                            <p:tav tm="0">
                                              <p:val>
                                                <p:strVal val="#ppt_x"/>
                                              </p:val>
                                            </p:tav>
                                            <p:tav tm="100000">
                                              <p:val>
                                                <p:strVal val="#ppt_x"/>
                                              </p:val>
                                            </p:tav>
                                          </p:tavLst>
                                        </p:anim>
                                        <p:anim calcmode="lin" valueType="num">
                                          <p:cBhvr>
                                            <p:cTn id="101" dur="500" fill="hold"/>
                                            <p:tgtEl>
                                              <p:spTgt spid="1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 grpId="0" animBg="1"/>
          <p:bldP spid="220" grpId="0" animBg="1"/>
          <p:bldP spid="225" grpId="0"/>
          <p:bldP spid="226" grpId="0"/>
          <p:bldP spid="227" grpId="0" animBg="1"/>
          <p:bldP spid="232" grpId="0"/>
          <p:bldP spid="233" grpId="0"/>
          <p:bldP spid="234" grpId="0" animBg="1"/>
          <p:bldP spid="239" grpId="0"/>
          <p:bldP spid="240" grpId="0"/>
          <p:bldP spid="241" grpId="0" animBg="1"/>
          <p:bldP spid="246" grpId="0"/>
          <p:bldP spid="247"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112"/>
                                            </p:tgtEl>
                                            <p:attrNameLst>
                                              <p:attrName>style.visibility</p:attrName>
                                            </p:attrNameLst>
                                          </p:cBhvr>
                                          <p:to>
                                            <p:strVal val="visible"/>
                                          </p:to>
                                        </p:set>
                                        <p:anim calcmode="lin" valueType="num">
                                          <p:cBhvr additive="base">
                                            <p:cTn id="7" dur="500" fill="hold"/>
                                            <p:tgtEl>
                                              <p:spTgt spid="112"/>
                                            </p:tgtEl>
                                            <p:attrNameLst>
                                              <p:attrName>ppt_x</p:attrName>
                                            </p:attrNameLst>
                                          </p:cBhvr>
                                          <p:tavLst>
                                            <p:tav tm="0">
                                              <p:val>
                                                <p:strVal val="#ppt_x"/>
                                              </p:val>
                                            </p:tav>
                                            <p:tav tm="100000">
                                              <p:val>
                                                <p:strVal val="#ppt_x"/>
                                              </p:val>
                                            </p:tav>
                                          </p:tavLst>
                                        </p:anim>
                                        <p:anim calcmode="lin" valueType="num">
                                          <p:cBhvr additive="base">
                                            <p:cTn id="8" dur="500" fill="hold"/>
                                            <p:tgtEl>
                                              <p:spTgt spid="112"/>
                                            </p:tgtEl>
                                            <p:attrNameLst>
                                              <p:attrName>ppt_y</p:attrName>
                                            </p:attrNameLst>
                                          </p:cBhvr>
                                          <p:tavLst>
                                            <p:tav tm="0">
                                              <p:val>
                                                <p:strVal val="1+#ppt_h/2"/>
                                              </p:val>
                                            </p:tav>
                                            <p:tav tm="100000">
                                              <p:val>
                                                <p:strVal val="#ppt_y"/>
                                              </p:val>
                                            </p:tav>
                                          </p:tavLst>
                                        </p:anim>
                                      </p:childTnLst>
                                    </p:cTn>
                                  </p:par>
                                  <p:par>
                                    <p:cTn id="9" presetID="23" presetClass="entr" presetSubtype="16" fill="hold" nodeType="withEffect">
                                      <p:stCondLst>
                                        <p:cond delay="500"/>
                                      </p:stCondLst>
                                      <p:childTnLst>
                                        <p:set>
                                          <p:cBhvr>
                                            <p:cTn id="10" dur="1" fill="hold">
                                              <p:stCondLst>
                                                <p:cond delay="0"/>
                                              </p:stCondLst>
                                            </p:cTn>
                                            <p:tgtEl>
                                              <p:spTgt spid="221"/>
                                            </p:tgtEl>
                                            <p:attrNameLst>
                                              <p:attrName>style.visibility</p:attrName>
                                            </p:attrNameLst>
                                          </p:cBhvr>
                                          <p:to>
                                            <p:strVal val="visible"/>
                                          </p:to>
                                        </p:set>
                                        <p:anim calcmode="lin" valueType="num">
                                          <p:cBhvr>
                                            <p:cTn id="11" dur="500" fill="hold"/>
                                            <p:tgtEl>
                                              <p:spTgt spid="221"/>
                                            </p:tgtEl>
                                            <p:attrNameLst>
                                              <p:attrName>ppt_w</p:attrName>
                                            </p:attrNameLst>
                                          </p:cBhvr>
                                          <p:tavLst>
                                            <p:tav tm="0">
                                              <p:val>
                                                <p:fltVal val="0"/>
                                              </p:val>
                                            </p:tav>
                                            <p:tav tm="100000">
                                              <p:val>
                                                <p:strVal val="#ppt_w"/>
                                              </p:val>
                                            </p:tav>
                                          </p:tavLst>
                                        </p:anim>
                                        <p:anim calcmode="lin" valueType="num">
                                          <p:cBhvr>
                                            <p:cTn id="12" dur="500" fill="hold"/>
                                            <p:tgtEl>
                                              <p:spTgt spid="221"/>
                                            </p:tgtEl>
                                            <p:attrNameLst>
                                              <p:attrName>ppt_h</p:attrName>
                                            </p:attrNameLst>
                                          </p:cBhvr>
                                          <p:tavLst>
                                            <p:tav tm="0">
                                              <p:val>
                                                <p:fltVal val="0"/>
                                              </p:val>
                                            </p:tav>
                                            <p:tav tm="100000">
                                              <p:val>
                                                <p:strVal val="#ppt_h"/>
                                              </p:val>
                                            </p:tav>
                                          </p:tavLst>
                                        </p:anim>
                                      </p:childTnLst>
                                    </p:cTn>
                                  </p:par>
                                  <p:par>
                                    <p:cTn id="13" presetID="22" presetClass="entr" presetSubtype="4" fill="hold" nodeType="withEffect">
                                      <p:stCondLst>
                                        <p:cond delay="1000"/>
                                      </p:stCondLst>
                                      <p:childTnLst>
                                        <p:set>
                                          <p:cBhvr>
                                            <p:cTn id="14" dur="1" fill="hold">
                                              <p:stCondLst>
                                                <p:cond delay="0"/>
                                              </p:stCondLst>
                                            </p:cTn>
                                            <p:tgtEl>
                                              <p:spTgt spid="224"/>
                                            </p:tgtEl>
                                            <p:attrNameLst>
                                              <p:attrName>style.visibility</p:attrName>
                                            </p:attrNameLst>
                                          </p:cBhvr>
                                          <p:to>
                                            <p:strVal val="visible"/>
                                          </p:to>
                                        </p:set>
                                        <p:animEffect transition="in" filter="wipe(down)">
                                          <p:cBhvr>
                                            <p:cTn id="15" dur="500"/>
                                            <p:tgtEl>
                                              <p:spTgt spid="224"/>
                                            </p:tgtEl>
                                          </p:cBhvr>
                                        </p:animEffect>
                                      </p:childTnLst>
                                    </p:cTn>
                                  </p:par>
                                  <p:par>
                                    <p:cTn id="16" presetID="55" presetClass="entr" presetSubtype="0" fill="hold" grpId="0" nodeType="withEffect">
                                      <p:stCondLst>
                                        <p:cond delay="1500"/>
                                      </p:stCondLst>
                                      <p:childTnLst>
                                        <p:set>
                                          <p:cBhvr>
                                            <p:cTn id="17" dur="1" fill="hold">
                                              <p:stCondLst>
                                                <p:cond delay="0"/>
                                              </p:stCondLst>
                                            </p:cTn>
                                            <p:tgtEl>
                                              <p:spTgt spid="226"/>
                                            </p:tgtEl>
                                            <p:attrNameLst>
                                              <p:attrName>style.visibility</p:attrName>
                                            </p:attrNameLst>
                                          </p:cBhvr>
                                          <p:to>
                                            <p:strVal val="visible"/>
                                          </p:to>
                                        </p:set>
                                        <p:anim calcmode="lin" valueType="num">
                                          <p:cBhvr>
                                            <p:cTn id="18" dur="500" fill="hold"/>
                                            <p:tgtEl>
                                              <p:spTgt spid="226"/>
                                            </p:tgtEl>
                                            <p:attrNameLst>
                                              <p:attrName>ppt_w</p:attrName>
                                            </p:attrNameLst>
                                          </p:cBhvr>
                                          <p:tavLst>
                                            <p:tav tm="0">
                                              <p:val>
                                                <p:strVal val="#ppt_w*0.70"/>
                                              </p:val>
                                            </p:tav>
                                            <p:tav tm="100000">
                                              <p:val>
                                                <p:strVal val="#ppt_w"/>
                                              </p:val>
                                            </p:tav>
                                          </p:tavLst>
                                        </p:anim>
                                        <p:anim calcmode="lin" valueType="num">
                                          <p:cBhvr>
                                            <p:cTn id="19" dur="500" fill="hold"/>
                                            <p:tgtEl>
                                              <p:spTgt spid="226"/>
                                            </p:tgtEl>
                                            <p:attrNameLst>
                                              <p:attrName>ppt_h</p:attrName>
                                            </p:attrNameLst>
                                          </p:cBhvr>
                                          <p:tavLst>
                                            <p:tav tm="0">
                                              <p:val>
                                                <p:strVal val="#ppt_h"/>
                                              </p:val>
                                            </p:tav>
                                            <p:tav tm="100000">
                                              <p:val>
                                                <p:strVal val="#ppt_h"/>
                                              </p:val>
                                            </p:tav>
                                          </p:tavLst>
                                        </p:anim>
                                        <p:animEffect transition="in" filter="fade">
                                          <p:cBhvr>
                                            <p:cTn id="20" dur="500"/>
                                            <p:tgtEl>
                                              <p:spTgt spid="226"/>
                                            </p:tgtEl>
                                          </p:cBhvr>
                                        </p:animEffect>
                                      </p:childTnLst>
                                    </p:cTn>
                                  </p:par>
                                  <p:par>
                                    <p:cTn id="21" presetID="47" presetClass="entr" presetSubtype="0" fill="hold" grpId="0" nodeType="withEffect">
                                      <p:stCondLst>
                                        <p:cond delay="1500"/>
                                      </p:stCondLst>
                                      <p:childTnLst>
                                        <p:set>
                                          <p:cBhvr>
                                            <p:cTn id="22" dur="1" fill="hold">
                                              <p:stCondLst>
                                                <p:cond delay="0"/>
                                              </p:stCondLst>
                                            </p:cTn>
                                            <p:tgtEl>
                                              <p:spTgt spid="220"/>
                                            </p:tgtEl>
                                            <p:attrNameLst>
                                              <p:attrName>style.visibility</p:attrName>
                                            </p:attrNameLst>
                                          </p:cBhvr>
                                          <p:to>
                                            <p:strVal val="visible"/>
                                          </p:to>
                                        </p:set>
                                        <p:animEffect transition="in" filter="fade">
                                          <p:cBhvr>
                                            <p:cTn id="23" dur="500"/>
                                            <p:tgtEl>
                                              <p:spTgt spid="220"/>
                                            </p:tgtEl>
                                          </p:cBhvr>
                                        </p:animEffect>
                                        <p:anim calcmode="lin" valueType="num">
                                          <p:cBhvr>
                                            <p:cTn id="24" dur="500" fill="hold"/>
                                            <p:tgtEl>
                                              <p:spTgt spid="220"/>
                                            </p:tgtEl>
                                            <p:attrNameLst>
                                              <p:attrName>ppt_x</p:attrName>
                                            </p:attrNameLst>
                                          </p:cBhvr>
                                          <p:tavLst>
                                            <p:tav tm="0">
                                              <p:val>
                                                <p:strVal val="#ppt_x"/>
                                              </p:val>
                                            </p:tav>
                                            <p:tav tm="100000">
                                              <p:val>
                                                <p:strVal val="#ppt_x"/>
                                              </p:val>
                                            </p:tav>
                                          </p:tavLst>
                                        </p:anim>
                                        <p:anim calcmode="lin" valueType="num">
                                          <p:cBhvr>
                                            <p:cTn id="25" dur="500" fill="hold"/>
                                            <p:tgtEl>
                                              <p:spTgt spid="220"/>
                                            </p:tgtEl>
                                            <p:attrNameLst>
                                              <p:attrName>ppt_y</p:attrName>
                                            </p:attrNameLst>
                                          </p:cBhvr>
                                          <p:tavLst>
                                            <p:tav tm="0">
                                              <p:val>
                                                <p:strVal val="#ppt_y-.1"/>
                                              </p:val>
                                            </p:tav>
                                            <p:tav tm="100000">
                                              <p:val>
                                                <p:strVal val="#ppt_y"/>
                                              </p:val>
                                            </p:tav>
                                          </p:tavLst>
                                        </p:anim>
                                      </p:childTnLst>
                                    </p:cTn>
                                  </p:par>
                                  <p:par>
                                    <p:cTn id="26" presetID="47" presetClass="entr" presetSubtype="0" fill="hold" grpId="0" nodeType="withEffect">
                                      <p:stCondLst>
                                        <p:cond delay="1500"/>
                                      </p:stCondLst>
                                      <p:childTnLst>
                                        <p:set>
                                          <p:cBhvr>
                                            <p:cTn id="27" dur="1" fill="hold">
                                              <p:stCondLst>
                                                <p:cond delay="0"/>
                                              </p:stCondLst>
                                            </p:cTn>
                                            <p:tgtEl>
                                              <p:spTgt spid="225"/>
                                            </p:tgtEl>
                                            <p:attrNameLst>
                                              <p:attrName>style.visibility</p:attrName>
                                            </p:attrNameLst>
                                          </p:cBhvr>
                                          <p:to>
                                            <p:strVal val="visible"/>
                                          </p:to>
                                        </p:set>
                                        <p:animEffect transition="in" filter="fade">
                                          <p:cBhvr>
                                            <p:cTn id="28" dur="500"/>
                                            <p:tgtEl>
                                              <p:spTgt spid="225"/>
                                            </p:tgtEl>
                                          </p:cBhvr>
                                        </p:animEffect>
                                        <p:anim calcmode="lin" valueType="num">
                                          <p:cBhvr>
                                            <p:cTn id="29" dur="500" fill="hold"/>
                                            <p:tgtEl>
                                              <p:spTgt spid="225"/>
                                            </p:tgtEl>
                                            <p:attrNameLst>
                                              <p:attrName>ppt_x</p:attrName>
                                            </p:attrNameLst>
                                          </p:cBhvr>
                                          <p:tavLst>
                                            <p:tav tm="0">
                                              <p:val>
                                                <p:strVal val="#ppt_x"/>
                                              </p:val>
                                            </p:tav>
                                            <p:tav tm="100000">
                                              <p:val>
                                                <p:strVal val="#ppt_x"/>
                                              </p:val>
                                            </p:tav>
                                          </p:tavLst>
                                        </p:anim>
                                        <p:anim calcmode="lin" valueType="num">
                                          <p:cBhvr>
                                            <p:cTn id="30" dur="500" fill="hold"/>
                                            <p:tgtEl>
                                              <p:spTgt spid="225"/>
                                            </p:tgtEl>
                                            <p:attrNameLst>
                                              <p:attrName>ppt_y</p:attrName>
                                            </p:attrNameLst>
                                          </p:cBhvr>
                                          <p:tavLst>
                                            <p:tav tm="0">
                                              <p:val>
                                                <p:strVal val="#ppt_y-.1"/>
                                              </p:val>
                                            </p:tav>
                                            <p:tav tm="100000">
                                              <p:val>
                                                <p:strVal val="#ppt_y"/>
                                              </p:val>
                                            </p:tav>
                                          </p:tavLst>
                                        </p:anim>
                                      </p:childTnLst>
                                    </p:cTn>
                                  </p:par>
                                  <p:par>
                                    <p:cTn id="31" presetID="23" presetClass="entr" presetSubtype="16" fill="hold" nodeType="withEffect">
                                      <p:stCondLst>
                                        <p:cond delay="500"/>
                                      </p:stCondLst>
                                      <p:childTnLst>
                                        <p:set>
                                          <p:cBhvr>
                                            <p:cTn id="32" dur="1" fill="hold">
                                              <p:stCondLst>
                                                <p:cond delay="0"/>
                                              </p:stCondLst>
                                            </p:cTn>
                                            <p:tgtEl>
                                              <p:spTgt spid="228"/>
                                            </p:tgtEl>
                                            <p:attrNameLst>
                                              <p:attrName>style.visibility</p:attrName>
                                            </p:attrNameLst>
                                          </p:cBhvr>
                                          <p:to>
                                            <p:strVal val="visible"/>
                                          </p:to>
                                        </p:set>
                                        <p:anim calcmode="lin" valueType="num">
                                          <p:cBhvr>
                                            <p:cTn id="33" dur="500" fill="hold"/>
                                            <p:tgtEl>
                                              <p:spTgt spid="228"/>
                                            </p:tgtEl>
                                            <p:attrNameLst>
                                              <p:attrName>ppt_w</p:attrName>
                                            </p:attrNameLst>
                                          </p:cBhvr>
                                          <p:tavLst>
                                            <p:tav tm="0">
                                              <p:val>
                                                <p:fltVal val="0"/>
                                              </p:val>
                                            </p:tav>
                                            <p:tav tm="100000">
                                              <p:val>
                                                <p:strVal val="#ppt_w"/>
                                              </p:val>
                                            </p:tav>
                                          </p:tavLst>
                                        </p:anim>
                                        <p:anim calcmode="lin" valueType="num">
                                          <p:cBhvr>
                                            <p:cTn id="34" dur="500" fill="hold"/>
                                            <p:tgtEl>
                                              <p:spTgt spid="228"/>
                                            </p:tgtEl>
                                            <p:attrNameLst>
                                              <p:attrName>ppt_h</p:attrName>
                                            </p:attrNameLst>
                                          </p:cBhvr>
                                          <p:tavLst>
                                            <p:tav tm="0">
                                              <p:val>
                                                <p:fltVal val="0"/>
                                              </p:val>
                                            </p:tav>
                                            <p:tav tm="100000">
                                              <p:val>
                                                <p:strVal val="#ppt_h"/>
                                              </p:val>
                                            </p:tav>
                                          </p:tavLst>
                                        </p:anim>
                                      </p:childTnLst>
                                    </p:cTn>
                                  </p:par>
                                  <p:par>
                                    <p:cTn id="35" presetID="22" presetClass="entr" presetSubtype="4" fill="hold" nodeType="withEffect">
                                      <p:stCondLst>
                                        <p:cond delay="1000"/>
                                      </p:stCondLst>
                                      <p:childTnLst>
                                        <p:set>
                                          <p:cBhvr>
                                            <p:cTn id="36" dur="1" fill="hold">
                                              <p:stCondLst>
                                                <p:cond delay="0"/>
                                              </p:stCondLst>
                                            </p:cTn>
                                            <p:tgtEl>
                                              <p:spTgt spid="231"/>
                                            </p:tgtEl>
                                            <p:attrNameLst>
                                              <p:attrName>style.visibility</p:attrName>
                                            </p:attrNameLst>
                                          </p:cBhvr>
                                          <p:to>
                                            <p:strVal val="visible"/>
                                          </p:to>
                                        </p:set>
                                        <p:animEffect transition="in" filter="wipe(down)">
                                          <p:cBhvr>
                                            <p:cTn id="37" dur="500"/>
                                            <p:tgtEl>
                                              <p:spTgt spid="231"/>
                                            </p:tgtEl>
                                          </p:cBhvr>
                                        </p:animEffect>
                                      </p:childTnLst>
                                    </p:cTn>
                                  </p:par>
                                  <p:par>
                                    <p:cTn id="38" presetID="55" presetClass="entr" presetSubtype="0" fill="hold" grpId="0" nodeType="withEffect">
                                      <p:stCondLst>
                                        <p:cond delay="1500"/>
                                      </p:stCondLst>
                                      <p:childTnLst>
                                        <p:set>
                                          <p:cBhvr>
                                            <p:cTn id="39" dur="1" fill="hold">
                                              <p:stCondLst>
                                                <p:cond delay="0"/>
                                              </p:stCondLst>
                                            </p:cTn>
                                            <p:tgtEl>
                                              <p:spTgt spid="233"/>
                                            </p:tgtEl>
                                            <p:attrNameLst>
                                              <p:attrName>style.visibility</p:attrName>
                                            </p:attrNameLst>
                                          </p:cBhvr>
                                          <p:to>
                                            <p:strVal val="visible"/>
                                          </p:to>
                                        </p:set>
                                        <p:anim calcmode="lin" valueType="num">
                                          <p:cBhvr>
                                            <p:cTn id="40" dur="500" fill="hold"/>
                                            <p:tgtEl>
                                              <p:spTgt spid="233"/>
                                            </p:tgtEl>
                                            <p:attrNameLst>
                                              <p:attrName>ppt_w</p:attrName>
                                            </p:attrNameLst>
                                          </p:cBhvr>
                                          <p:tavLst>
                                            <p:tav tm="0">
                                              <p:val>
                                                <p:strVal val="#ppt_w*0.70"/>
                                              </p:val>
                                            </p:tav>
                                            <p:tav tm="100000">
                                              <p:val>
                                                <p:strVal val="#ppt_w"/>
                                              </p:val>
                                            </p:tav>
                                          </p:tavLst>
                                        </p:anim>
                                        <p:anim calcmode="lin" valueType="num">
                                          <p:cBhvr>
                                            <p:cTn id="41" dur="500" fill="hold"/>
                                            <p:tgtEl>
                                              <p:spTgt spid="233"/>
                                            </p:tgtEl>
                                            <p:attrNameLst>
                                              <p:attrName>ppt_h</p:attrName>
                                            </p:attrNameLst>
                                          </p:cBhvr>
                                          <p:tavLst>
                                            <p:tav tm="0">
                                              <p:val>
                                                <p:strVal val="#ppt_h"/>
                                              </p:val>
                                            </p:tav>
                                            <p:tav tm="100000">
                                              <p:val>
                                                <p:strVal val="#ppt_h"/>
                                              </p:val>
                                            </p:tav>
                                          </p:tavLst>
                                        </p:anim>
                                        <p:animEffect transition="in" filter="fade">
                                          <p:cBhvr>
                                            <p:cTn id="42" dur="500"/>
                                            <p:tgtEl>
                                              <p:spTgt spid="233"/>
                                            </p:tgtEl>
                                          </p:cBhvr>
                                        </p:animEffect>
                                      </p:childTnLst>
                                    </p:cTn>
                                  </p:par>
                                  <p:par>
                                    <p:cTn id="43" presetID="47" presetClass="entr" presetSubtype="0" fill="hold" grpId="0" nodeType="withEffect">
                                      <p:stCondLst>
                                        <p:cond delay="1500"/>
                                      </p:stCondLst>
                                      <p:childTnLst>
                                        <p:set>
                                          <p:cBhvr>
                                            <p:cTn id="44" dur="1" fill="hold">
                                              <p:stCondLst>
                                                <p:cond delay="0"/>
                                              </p:stCondLst>
                                            </p:cTn>
                                            <p:tgtEl>
                                              <p:spTgt spid="227"/>
                                            </p:tgtEl>
                                            <p:attrNameLst>
                                              <p:attrName>style.visibility</p:attrName>
                                            </p:attrNameLst>
                                          </p:cBhvr>
                                          <p:to>
                                            <p:strVal val="visible"/>
                                          </p:to>
                                        </p:set>
                                        <p:animEffect transition="in" filter="fade">
                                          <p:cBhvr>
                                            <p:cTn id="45" dur="500"/>
                                            <p:tgtEl>
                                              <p:spTgt spid="227"/>
                                            </p:tgtEl>
                                          </p:cBhvr>
                                        </p:animEffect>
                                        <p:anim calcmode="lin" valueType="num">
                                          <p:cBhvr>
                                            <p:cTn id="46" dur="500" fill="hold"/>
                                            <p:tgtEl>
                                              <p:spTgt spid="227"/>
                                            </p:tgtEl>
                                            <p:attrNameLst>
                                              <p:attrName>ppt_x</p:attrName>
                                            </p:attrNameLst>
                                          </p:cBhvr>
                                          <p:tavLst>
                                            <p:tav tm="0">
                                              <p:val>
                                                <p:strVal val="#ppt_x"/>
                                              </p:val>
                                            </p:tav>
                                            <p:tav tm="100000">
                                              <p:val>
                                                <p:strVal val="#ppt_x"/>
                                              </p:val>
                                            </p:tav>
                                          </p:tavLst>
                                        </p:anim>
                                        <p:anim calcmode="lin" valueType="num">
                                          <p:cBhvr>
                                            <p:cTn id="47" dur="500" fill="hold"/>
                                            <p:tgtEl>
                                              <p:spTgt spid="227"/>
                                            </p:tgtEl>
                                            <p:attrNameLst>
                                              <p:attrName>ppt_y</p:attrName>
                                            </p:attrNameLst>
                                          </p:cBhvr>
                                          <p:tavLst>
                                            <p:tav tm="0">
                                              <p:val>
                                                <p:strVal val="#ppt_y-.1"/>
                                              </p:val>
                                            </p:tav>
                                            <p:tav tm="100000">
                                              <p:val>
                                                <p:strVal val="#ppt_y"/>
                                              </p:val>
                                            </p:tav>
                                          </p:tavLst>
                                        </p:anim>
                                      </p:childTnLst>
                                    </p:cTn>
                                  </p:par>
                                  <p:par>
                                    <p:cTn id="48" presetID="47" presetClass="entr" presetSubtype="0" fill="hold" grpId="0" nodeType="withEffect">
                                      <p:stCondLst>
                                        <p:cond delay="1500"/>
                                      </p:stCondLst>
                                      <p:childTnLst>
                                        <p:set>
                                          <p:cBhvr>
                                            <p:cTn id="49" dur="1" fill="hold">
                                              <p:stCondLst>
                                                <p:cond delay="0"/>
                                              </p:stCondLst>
                                            </p:cTn>
                                            <p:tgtEl>
                                              <p:spTgt spid="232"/>
                                            </p:tgtEl>
                                            <p:attrNameLst>
                                              <p:attrName>style.visibility</p:attrName>
                                            </p:attrNameLst>
                                          </p:cBhvr>
                                          <p:to>
                                            <p:strVal val="visible"/>
                                          </p:to>
                                        </p:set>
                                        <p:animEffect transition="in" filter="fade">
                                          <p:cBhvr>
                                            <p:cTn id="50" dur="500"/>
                                            <p:tgtEl>
                                              <p:spTgt spid="232"/>
                                            </p:tgtEl>
                                          </p:cBhvr>
                                        </p:animEffect>
                                        <p:anim calcmode="lin" valueType="num">
                                          <p:cBhvr>
                                            <p:cTn id="51" dur="500" fill="hold"/>
                                            <p:tgtEl>
                                              <p:spTgt spid="232"/>
                                            </p:tgtEl>
                                            <p:attrNameLst>
                                              <p:attrName>ppt_x</p:attrName>
                                            </p:attrNameLst>
                                          </p:cBhvr>
                                          <p:tavLst>
                                            <p:tav tm="0">
                                              <p:val>
                                                <p:strVal val="#ppt_x"/>
                                              </p:val>
                                            </p:tav>
                                            <p:tav tm="100000">
                                              <p:val>
                                                <p:strVal val="#ppt_x"/>
                                              </p:val>
                                            </p:tav>
                                          </p:tavLst>
                                        </p:anim>
                                        <p:anim calcmode="lin" valueType="num">
                                          <p:cBhvr>
                                            <p:cTn id="52" dur="500" fill="hold"/>
                                            <p:tgtEl>
                                              <p:spTgt spid="232"/>
                                            </p:tgtEl>
                                            <p:attrNameLst>
                                              <p:attrName>ppt_y</p:attrName>
                                            </p:attrNameLst>
                                          </p:cBhvr>
                                          <p:tavLst>
                                            <p:tav tm="0">
                                              <p:val>
                                                <p:strVal val="#ppt_y-.1"/>
                                              </p:val>
                                            </p:tav>
                                            <p:tav tm="100000">
                                              <p:val>
                                                <p:strVal val="#ppt_y"/>
                                              </p:val>
                                            </p:tav>
                                          </p:tavLst>
                                        </p:anim>
                                      </p:childTnLst>
                                    </p:cTn>
                                  </p:par>
                                  <p:par>
                                    <p:cTn id="53" presetID="23" presetClass="entr" presetSubtype="16" fill="hold" nodeType="withEffect">
                                      <p:stCondLst>
                                        <p:cond delay="500"/>
                                      </p:stCondLst>
                                      <p:childTnLst>
                                        <p:set>
                                          <p:cBhvr>
                                            <p:cTn id="54" dur="1" fill="hold">
                                              <p:stCondLst>
                                                <p:cond delay="0"/>
                                              </p:stCondLst>
                                            </p:cTn>
                                            <p:tgtEl>
                                              <p:spTgt spid="235"/>
                                            </p:tgtEl>
                                            <p:attrNameLst>
                                              <p:attrName>style.visibility</p:attrName>
                                            </p:attrNameLst>
                                          </p:cBhvr>
                                          <p:to>
                                            <p:strVal val="visible"/>
                                          </p:to>
                                        </p:set>
                                        <p:anim calcmode="lin" valueType="num">
                                          <p:cBhvr>
                                            <p:cTn id="55" dur="500" fill="hold"/>
                                            <p:tgtEl>
                                              <p:spTgt spid="235"/>
                                            </p:tgtEl>
                                            <p:attrNameLst>
                                              <p:attrName>ppt_w</p:attrName>
                                            </p:attrNameLst>
                                          </p:cBhvr>
                                          <p:tavLst>
                                            <p:tav tm="0">
                                              <p:val>
                                                <p:fltVal val="0"/>
                                              </p:val>
                                            </p:tav>
                                            <p:tav tm="100000">
                                              <p:val>
                                                <p:strVal val="#ppt_w"/>
                                              </p:val>
                                            </p:tav>
                                          </p:tavLst>
                                        </p:anim>
                                        <p:anim calcmode="lin" valueType="num">
                                          <p:cBhvr>
                                            <p:cTn id="56" dur="500" fill="hold"/>
                                            <p:tgtEl>
                                              <p:spTgt spid="235"/>
                                            </p:tgtEl>
                                            <p:attrNameLst>
                                              <p:attrName>ppt_h</p:attrName>
                                            </p:attrNameLst>
                                          </p:cBhvr>
                                          <p:tavLst>
                                            <p:tav tm="0">
                                              <p:val>
                                                <p:fltVal val="0"/>
                                              </p:val>
                                            </p:tav>
                                            <p:tav tm="100000">
                                              <p:val>
                                                <p:strVal val="#ppt_h"/>
                                              </p:val>
                                            </p:tav>
                                          </p:tavLst>
                                        </p:anim>
                                      </p:childTnLst>
                                    </p:cTn>
                                  </p:par>
                                  <p:par>
                                    <p:cTn id="57" presetID="22" presetClass="entr" presetSubtype="4" fill="hold" nodeType="withEffect">
                                      <p:stCondLst>
                                        <p:cond delay="1000"/>
                                      </p:stCondLst>
                                      <p:childTnLst>
                                        <p:set>
                                          <p:cBhvr>
                                            <p:cTn id="58" dur="1" fill="hold">
                                              <p:stCondLst>
                                                <p:cond delay="0"/>
                                              </p:stCondLst>
                                            </p:cTn>
                                            <p:tgtEl>
                                              <p:spTgt spid="238"/>
                                            </p:tgtEl>
                                            <p:attrNameLst>
                                              <p:attrName>style.visibility</p:attrName>
                                            </p:attrNameLst>
                                          </p:cBhvr>
                                          <p:to>
                                            <p:strVal val="visible"/>
                                          </p:to>
                                        </p:set>
                                        <p:animEffect transition="in" filter="wipe(down)">
                                          <p:cBhvr>
                                            <p:cTn id="59" dur="500"/>
                                            <p:tgtEl>
                                              <p:spTgt spid="238"/>
                                            </p:tgtEl>
                                          </p:cBhvr>
                                        </p:animEffect>
                                      </p:childTnLst>
                                    </p:cTn>
                                  </p:par>
                                  <p:par>
                                    <p:cTn id="60" presetID="55" presetClass="entr" presetSubtype="0" fill="hold" grpId="0" nodeType="withEffect">
                                      <p:stCondLst>
                                        <p:cond delay="1500"/>
                                      </p:stCondLst>
                                      <p:childTnLst>
                                        <p:set>
                                          <p:cBhvr>
                                            <p:cTn id="61" dur="1" fill="hold">
                                              <p:stCondLst>
                                                <p:cond delay="0"/>
                                              </p:stCondLst>
                                            </p:cTn>
                                            <p:tgtEl>
                                              <p:spTgt spid="240"/>
                                            </p:tgtEl>
                                            <p:attrNameLst>
                                              <p:attrName>style.visibility</p:attrName>
                                            </p:attrNameLst>
                                          </p:cBhvr>
                                          <p:to>
                                            <p:strVal val="visible"/>
                                          </p:to>
                                        </p:set>
                                        <p:anim calcmode="lin" valueType="num">
                                          <p:cBhvr>
                                            <p:cTn id="62" dur="500" fill="hold"/>
                                            <p:tgtEl>
                                              <p:spTgt spid="240"/>
                                            </p:tgtEl>
                                            <p:attrNameLst>
                                              <p:attrName>ppt_w</p:attrName>
                                            </p:attrNameLst>
                                          </p:cBhvr>
                                          <p:tavLst>
                                            <p:tav tm="0">
                                              <p:val>
                                                <p:strVal val="#ppt_w*0.70"/>
                                              </p:val>
                                            </p:tav>
                                            <p:tav tm="100000">
                                              <p:val>
                                                <p:strVal val="#ppt_w"/>
                                              </p:val>
                                            </p:tav>
                                          </p:tavLst>
                                        </p:anim>
                                        <p:anim calcmode="lin" valueType="num">
                                          <p:cBhvr>
                                            <p:cTn id="63" dur="500" fill="hold"/>
                                            <p:tgtEl>
                                              <p:spTgt spid="240"/>
                                            </p:tgtEl>
                                            <p:attrNameLst>
                                              <p:attrName>ppt_h</p:attrName>
                                            </p:attrNameLst>
                                          </p:cBhvr>
                                          <p:tavLst>
                                            <p:tav tm="0">
                                              <p:val>
                                                <p:strVal val="#ppt_h"/>
                                              </p:val>
                                            </p:tav>
                                            <p:tav tm="100000">
                                              <p:val>
                                                <p:strVal val="#ppt_h"/>
                                              </p:val>
                                            </p:tav>
                                          </p:tavLst>
                                        </p:anim>
                                        <p:animEffect transition="in" filter="fade">
                                          <p:cBhvr>
                                            <p:cTn id="64" dur="500"/>
                                            <p:tgtEl>
                                              <p:spTgt spid="240"/>
                                            </p:tgtEl>
                                          </p:cBhvr>
                                        </p:animEffect>
                                      </p:childTnLst>
                                    </p:cTn>
                                  </p:par>
                                  <p:par>
                                    <p:cTn id="65" presetID="47" presetClass="entr" presetSubtype="0" fill="hold" grpId="0" nodeType="withEffect">
                                      <p:stCondLst>
                                        <p:cond delay="1500"/>
                                      </p:stCondLst>
                                      <p:childTnLst>
                                        <p:set>
                                          <p:cBhvr>
                                            <p:cTn id="66" dur="1" fill="hold">
                                              <p:stCondLst>
                                                <p:cond delay="0"/>
                                              </p:stCondLst>
                                            </p:cTn>
                                            <p:tgtEl>
                                              <p:spTgt spid="234"/>
                                            </p:tgtEl>
                                            <p:attrNameLst>
                                              <p:attrName>style.visibility</p:attrName>
                                            </p:attrNameLst>
                                          </p:cBhvr>
                                          <p:to>
                                            <p:strVal val="visible"/>
                                          </p:to>
                                        </p:set>
                                        <p:animEffect transition="in" filter="fade">
                                          <p:cBhvr>
                                            <p:cTn id="67" dur="500"/>
                                            <p:tgtEl>
                                              <p:spTgt spid="234"/>
                                            </p:tgtEl>
                                          </p:cBhvr>
                                        </p:animEffect>
                                        <p:anim calcmode="lin" valueType="num">
                                          <p:cBhvr>
                                            <p:cTn id="68" dur="500" fill="hold"/>
                                            <p:tgtEl>
                                              <p:spTgt spid="234"/>
                                            </p:tgtEl>
                                            <p:attrNameLst>
                                              <p:attrName>ppt_x</p:attrName>
                                            </p:attrNameLst>
                                          </p:cBhvr>
                                          <p:tavLst>
                                            <p:tav tm="0">
                                              <p:val>
                                                <p:strVal val="#ppt_x"/>
                                              </p:val>
                                            </p:tav>
                                            <p:tav tm="100000">
                                              <p:val>
                                                <p:strVal val="#ppt_x"/>
                                              </p:val>
                                            </p:tav>
                                          </p:tavLst>
                                        </p:anim>
                                        <p:anim calcmode="lin" valueType="num">
                                          <p:cBhvr>
                                            <p:cTn id="69" dur="500" fill="hold"/>
                                            <p:tgtEl>
                                              <p:spTgt spid="234"/>
                                            </p:tgtEl>
                                            <p:attrNameLst>
                                              <p:attrName>ppt_y</p:attrName>
                                            </p:attrNameLst>
                                          </p:cBhvr>
                                          <p:tavLst>
                                            <p:tav tm="0">
                                              <p:val>
                                                <p:strVal val="#ppt_y-.1"/>
                                              </p:val>
                                            </p:tav>
                                            <p:tav tm="100000">
                                              <p:val>
                                                <p:strVal val="#ppt_y"/>
                                              </p:val>
                                            </p:tav>
                                          </p:tavLst>
                                        </p:anim>
                                      </p:childTnLst>
                                    </p:cTn>
                                  </p:par>
                                  <p:par>
                                    <p:cTn id="70" presetID="47" presetClass="entr" presetSubtype="0" fill="hold" grpId="0" nodeType="withEffect">
                                      <p:stCondLst>
                                        <p:cond delay="1500"/>
                                      </p:stCondLst>
                                      <p:childTnLst>
                                        <p:set>
                                          <p:cBhvr>
                                            <p:cTn id="71" dur="1" fill="hold">
                                              <p:stCondLst>
                                                <p:cond delay="0"/>
                                              </p:stCondLst>
                                            </p:cTn>
                                            <p:tgtEl>
                                              <p:spTgt spid="239"/>
                                            </p:tgtEl>
                                            <p:attrNameLst>
                                              <p:attrName>style.visibility</p:attrName>
                                            </p:attrNameLst>
                                          </p:cBhvr>
                                          <p:to>
                                            <p:strVal val="visible"/>
                                          </p:to>
                                        </p:set>
                                        <p:animEffect transition="in" filter="fade">
                                          <p:cBhvr>
                                            <p:cTn id="72" dur="500"/>
                                            <p:tgtEl>
                                              <p:spTgt spid="239"/>
                                            </p:tgtEl>
                                          </p:cBhvr>
                                        </p:animEffect>
                                        <p:anim calcmode="lin" valueType="num">
                                          <p:cBhvr>
                                            <p:cTn id="73" dur="500" fill="hold"/>
                                            <p:tgtEl>
                                              <p:spTgt spid="239"/>
                                            </p:tgtEl>
                                            <p:attrNameLst>
                                              <p:attrName>ppt_x</p:attrName>
                                            </p:attrNameLst>
                                          </p:cBhvr>
                                          <p:tavLst>
                                            <p:tav tm="0">
                                              <p:val>
                                                <p:strVal val="#ppt_x"/>
                                              </p:val>
                                            </p:tav>
                                            <p:tav tm="100000">
                                              <p:val>
                                                <p:strVal val="#ppt_x"/>
                                              </p:val>
                                            </p:tav>
                                          </p:tavLst>
                                        </p:anim>
                                        <p:anim calcmode="lin" valueType="num">
                                          <p:cBhvr>
                                            <p:cTn id="74" dur="500" fill="hold"/>
                                            <p:tgtEl>
                                              <p:spTgt spid="239"/>
                                            </p:tgtEl>
                                            <p:attrNameLst>
                                              <p:attrName>ppt_y</p:attrName>
                                            </p:attrNameLst>
                                          </p:cBhvr>
                                          <p:tavLst>
                                            <p:tav tm="0">
                                              <p:val>
                                                <p:strVal val="#ppt_y-.1"/>
                                              </p:val>
                                            </p:tav>
                                            <p:tav tm="100000">
                                              <p:val>
                                                <p:strVal val="#ppt_y"/>
                                              </p:val>
                                            </p:tav>
                                          </p:tavLst>
                                        </p:anim>
                                      </p:childTnLst>
                                    </p:cTn>
                                  </p:par>
                                  <p:par>
                                    <p:cTn id="75" presetID="23" presetClass="entr" presetSubtype="16" fill="hold" nodeType="withEffect">
                                      <p:stCondLst>
                                        <p:cond delay="500"/>
                                      </p:stCondLst>
                                      <p:childTnLst>
                                        <p:set>
                                          <p:cBhvr>
                                            <p:cTn id="76" dur="1" fill="hold">
                                              <p:stCondLst>
                                                <p:cond delay="0"/>
                                              </p:stCondLst>
                                            </p:cTn>
                                            <p:tgtEl>
                                              <p:spTgt spid="242"/>
                                            </p:tgtEl>
                                            <p:attrNameLst>
                                              <p:attrName>style.visibility</p:attrName>
                                            </p:attrNameLst>
                                          </p:cBhvr>
                                          <p:to>
                                            <p:strVal val="visible"/>
                                          </p:to>
                                        </p:set>
                                        <p:anim calcmode="lin" valueType="num">
                                          <p:cBhvr>
                                            <p:cTn id="77" dur="500" fill="hold"/>
                                            <p:tgtEl>
                                              <p:spTgt spid="242"/>
                                            </p:tgtEl>
                                            <p:attrNameLst>
                                              <p:attrName>ppt_w</p:attrName>
                                            </p:attrNameLst>
                                          </p:cBhvr>
                                          <p:tavLst>
                                            <p:tav tm="0">
                                              <p:val>
                                                <p:fltVal val="0"/>
                                              </p:val>
                                            </p:tav>
                                            <p:tav tm="100000">
                                              <p:val>
                                                <p:strVal val="#ppt_w"/>
                                              </p:val>
                                            </p:tav>
                                          </p:tavLst>
                                        </p:anim>
                                        <p:anim calcmode="lin" valueType="num">
                                          <p:cBhvr>
                                            <p:cTn id="78" dur="500" fill="hold"/>
                                            <p:tgtEl>
                                              <p:spTgt spid="242"/>
                                            </p:tgtEl>
                                            <p:attrNameLst>
                                              <p:attrName>ppt_h</p:attrName>
                                            </p:attrNameLst>
                                          </p:cBhvr>
                                          <p:tavLst>
                                            <p:tav tm="0">
                                              <p:val>
                                                <p:fltVal val="0"/>
                                              </p:val>
                                            </p:tav>
                                            <p:tav tm="100000">
                                              <p:val>
                                                <p:strVal val="#ppt_h"/>
                                              </p:val>
                                            </p:tav>
                                          </p:tavLst>
                                        </p:anim>
                                      </p:childTnLst>
                                    </p:cTn>
                                  </p:par>
                                  <p:par>
                                    <p:cTn id="79" presetID="22" presetClass="entr" presetSubtype="4" fill="hold" nodeType="withEffect">
                                      <p:stCondLst>
                                        <p:cond delay="1000"/>
                                      </p:stCondLst>
                                      <p:childTnLst>
                                        <p:set>
                                          <p:cBhvr>
                                            <p:cTn id="80" dur="1" fill="hold">
                                              <p:stCondLst>
                                                <p:cond delay="0"/>
                                              </p:stCondLst>
                                            </p:cTn>
                                            <p:tgtEl>
                                              <p:spTgt spid="245"/>
                                            </p:tgtEl>
                                            <p:attrNameLst>
                                              <p:attrName>style.visibility</p:attrName>
                                            </p:attrNameLst>
                                          </p:cBhvr>
                                          <p:to>
                                            <p:strVal val="visible"/>
                                          </p:to>
                                        </p:set>
                                        <p:animEffect transition="in" filter="wipe(down)">
                                          <p:cBhvr>
                                            <p:cTn id="81" dur="500"/>
                                            <p:tgtEl>
                                              <p:spTgt spid="245"/>
                                            </p:tgtEl>
                                          </p:cBhvr>
                                        </p:animEffect>
                                      </p:childTnLst>
                                    </p:cTn>
                                  </p:par>
                                  <p:par>
                                    <p:cTn id="82" presetID="55" presetClass="entr" presetSubtype="0" fill="hold" grpId="0" nodeType="withEffect">
                                      <p:stCondLst>
                                        <p:cond delay="1500"/>
                                      </p:stCondLst>
                                      <p:childTnLst>
                                        <p:set>
                                          <p:cBhvr>
                                            <p:cTn id="83" dur="1" fill="hold">
                                              <p:stCondLst>
                                                <p:cond delay="0"/>
                                              </p:stCondLst>
                                            </p:cTn>
                                            <p:tgtEl>
                                              <p:spTgt spid="247"/>
                                            </p:tgtEl>
                                            <p:attrNameLst>
                                              <p:attrName>style.visibility</p:attrName>
                                            </p:attrNameLst>
                                          </p:cBhvr>
                                          <p:to>
                                            <p:strVal val="visible"/>
                                          </p:to>
                                        </p:set>
                                        <p:anim calcmode="lin" valueType="num">
                                          <p:cBhvr>
                                            <p:cTn id="84" dur="500" fill="hold"/>
                                            <p:tgtEl>
                                              <p:spTgt spid="247"/>
                                            </p:tgtEl>
                                            <p:attrNameLst>
                                              <p:attrName>ppt_w</p:attrName>
                                            </p:attrNameLst>
                                          </p:cBhvr>
                                          <p:tavLst>
                                            <p:tav tm="0">
                                              <p:val>
                                                <p:strVal val="#ppt_w*0.70"/>
                                              </p:val>
                                            </p:tav>
                                            <p:tav tm="100000">
                                              <p:val>
                                                <p:strVal val="#ppt_w"/>
                                              </p:val>
                                            </p:tav>
                                          </p:tavLst>
                                        </p:anim>
                                        <p:anim calcmode="lin" valueType="num">
                                          <p:cBhvr>
                                            <p:cTn id="85" dur="500" fill="hold"/>
                                            <p:tgtEl>
                                              <p:spTgt spid="247"/>
                                            </p:tgtEl>
                                            <p:attrNameLst>
                                              <p:attrName>ppt_h</p:attrName>
                                            </p:attrNameLst>
                                          </p:cBhvr>
                                          <p:tavLst>
                                            <p:tav tm="0">
                                              <p:val>
                                                <p:strVal val="#ppt_h"/>
                                              </p:val>
                                            </p:tav>
                                            <p:tav tm="100000">
                                              <p:val>
                                                <p:strVal val="#ppt_h"/>
                                              </p:val>
                                            </p:tav>
                                          </p:tavLst>
                                        </p:anim>
                                        <p:animEffect transition="in" filter="fade">
                                          <p:cBhvr>
                                            <p:cTn id="86" dur="500"/>
                                            <p:tgtEl>
                                              <p:spTgt spid="247"/>
                                            </p:tgtEl>
                                          </p:cBhvr>
                                        </p:animEffect>
                                      </p:childTnLst>
                                    </p:cTn>
                                  </p:par>
                                  <p:par>
                                    <p:cTn id="87" presetID="47" presetClass="entr" presetSubtype="0" fill="hold" grpId="0" nodeType="withEffect">
                                      <p:stCondLst>
                                        <p:cond delay="1500"/>
                                      </p:stCondLst>
                                      <p:childTnLst>
                                        <p:set>
                                          <p:cBhvr>
                                            <p:cTn id="88" dur="1" fill="hold">
                                              <p:stCondLst>
                                                <p:cond delay="0"/>
                                              </p:stCondLst>
                                            </p:cTn>
                                            <p:tgtEl>
                                              <p:spTgt spid="241"/>
                                            </p:tgtEl>
                                            <p:attrNameLst>
                                              <p:attrName>style.visibility</p:attrName>
                                            </p:attrNameLst>
                                          </p:cBhvr>
                                          <p:to>
                                            <p:strVal val="visible"/>
                                          </p:to>
                                        </p:set>
                                        <p:animEffect transition="in" filter="fade">
                                          <p:cBhvr>
                                            <p:cTn id="89" dur="500"/>
                                            <p:tgtEl>
                                              <p:spTgt spid="241"/>
                                            </p:tgtEl>
                                          </p:cBhvr>
                                        </p:animEffect>
                                        <p:anim calcmode="lin" valueType="num">
                                          <p:cBhvr>
                                            <p:cTn id="90" dur="500" fill="hold"/>
                                            <p:tgtEl>
                                              <p:spTgt spid="241"/>
                                            </p:tgtEl>
                                            <p:attrNameLst>
                                              <p:attrName>ppt_x</p:attrName>
                                            </p:attrNameLst>
                                          </p:cBhvr>
                                          <p:tavLst>
                                            <p:tav tm="0">
                                              <p:val>
                                                <p:strVal val="#ppt_x"/>
                                              </p:val>
                                            </p:tav>
                                            <p:tav tm="100000">
                                              <p:val>
                                                <p:strVal val="#ppt_x"/>
                                              </p:val>
                                            </p:tav>
                                          </p:tavLst>
                                        </p:anim>
                                        <p:anim calcmode="lin" valueType="num">
                                          <p:cBhvr>
                                            <p:cTn id="91" dur="500" fill="hold"/>
                                            <p:tgtEl>
                                              <p:spTgt spid="241"/>
                                            </p:tgtEl>
                                            <p:attrNameLst>
                                              <p:attrName>ppt_y</p:attrName>
                                            </p:attrNameLst>
                                          </p:cBhvr>
                                          <p:tavLst>
                                            <p:tav tm="0">
                                              <p:val>
                                                <p:strVal val="#ppt_y-.1"/>
                                              </p:val>
                                            </p:tav>
                                            <p:tav tm="100000">
                                              <p:val>
                                                <p:strVal val="#ppt_y"/>
                                              </p:val>
                                            </p:tav>
                                          </p:tavLst>
                                        </p:anim>
                                      </p:childTnLst>
                                    </p:cTn>
                                  </p:par>
                                  <p:par>
                                    <p:cTn id="92" presetID="47" presetClass="entr" presetSubtype="0" fill="hold" grpId="0" nodeType="withEffect">
                                      <p:stCondLst>
                                        <p:cond delay="1500"/>
                                      </p:stCondLst>
                                      <p:childTnLst>
                                        <p:set>
                                          <p:cBhvr>
                                            <p:cTn id="93" dur="1" fill="hold">
                                              <p:stCondLst>
                                                <p:cond delay="0"/>
                                              </p:stCondLst>
                                            </p:cTn>
                                            <p:tgtEl>
                                              <p:spTgt spid="246"/>
                                            </p:tgtEl>
                                            <p:attrNameLst>
                                              <p:attrName>style.visibility</p:attrName>
                                            </p:attrNameLst>
                                          </p:cBhvr>
                                          <p:to>
                                            <p:strVal val="visible"/>
                                          </p:to>
                                        </p:set>
                                        <p:animEffect transition="in" filter="fade">
                                          <p:cBhvr>
                                            <p:cTn id="94" dur="500"/>
                                            <p:tgtEl>
                                              <p:spTgt spid="246"/>
                                            </p:tgtEl>
                                          </p:cBhvr>
                                        </p:animEffect>
                                        <p:anim calcmode="lin" valueType="num">
                                          <p:cBhvr>
                                            <p:cTn id="95" dur="500" fill="hold"/>
                                            <p:tgtEl>
                                              <p:spTgt spid="246"/>
                                            </p:tgtEl>
                                            <p:attrNameLst>
                                              <p:attrName>ppt_x</p:attrName>
                                            </p:attrNameLst>
                                          </p:cBhvr>
                                          <p:tavLst>
                                            <p:tav tm="0">
                                              <p:val>
                                                <p:strVal val="#ppt_x"/>
                                              </p:val>
                                            </p:tav>
                                            <p:tav tm="100000">
                                              <p:val>
                                                <p:strVal val="#ppt_x"/>
                                              </p:val>
                                            </p:tav>
                                          </p:tavLst>
                                        </p:anim>
                                        <p:anim calcmode="lin" valueType="num">
                                          <p:cBhvr>
                                            <p:cTn id="96" dur="500" fill="hold"/>
                                            <p:tgtEl>
                                              <p:spTgt spid="246"/>
                                            </p:tgtEl>
                                            <p:attrNameLst>
                                              <p:attrName>ppt_y</p:attrName>
                                            </p:attrNameLst>
                                          </p:cBhvr>
                                          <p:tavLst>
                                            <p:tav tm="0">
                                              <p:val>
                                                <p:strVal val="#ppt_y-.1"/>
                                              </p:val>
                                            </p:tav>
                                            <p:tav tm="100000">
                                              <p:val>
                                                <p:strVal val="#ppt_y"/>
                                              </p:val>
                                            </p:tav>
                                          </p:tavLst>
                                        </p:anim>
                                      </p:childTnLst>
                                    </p:cTn>
                                  </p:par>
                                  <p:par>
                                    <p:cTn id="97" presetID="47" presetClass="entr" presetSubtype="0" fill="hold" grpId="0" nodeType="withEffect">
                                      <p:stCondLst>
                                        <p:cond delay="1800"/>
                                      </p:stCondLst>
                                      <p:childTnLst>
                                        <p:set>
                                          <p:cBhvr>
                                            <p:cTn id="98" dur="1" fill="hold">
                                              <p:stCondLst>
                                                <p:cond delay="0"/>
                                              </p:stCondLst>
                                            </p:cTn>
                                            <p:tgtEl>
                                              <p:spTgt spid="111"/>
                                            </p:tgtEl>
                                            <p:attrNameLst>
                                              <p:attrName>style.visibility</p:attrName>
                                            </p:attrNameLst>
                                          </p:cBhvr>
                                          <p:to>
                                            <p:strVal val="visible"/>
                                          </p:to>
                                        </p:set>
                                        <p:animEffect transition="in" filter="fade">
                                          <p:cBhvr>
                                            <p:cTn id="99" dur="500"/>
                                            <p:tgtEl>
                                              <p:spTgt spid="111"/>
                                            </p:tgtEl>
                                          </p:cBhvr>
                                        </p:animEffect>
                                        <p:anim calcmode="lin" valueType="num">
                                          <p:cBhvr>
                                            <p:cTn id="100" dur="500" fill="hold"/>
                                            <p:tgtEl>
                                              <p:spTgt spid="111"/>
                                            </p:tgtEl>
                                            <p:attrNameLst>
                                              <p:attrName>ppt_x</p:attrName>
                                            </p:attrNameLst>
                                          </p:cBhvr>
                                          <p:tavLst>
                                            <p:tav tm="0">
                                              <p:val>
                                                <p:strVal val="#ppt_x"/>
                                              </p:val>
                                            </p:tav>
                                            <p:tav tm="100000">
                                              <p:val>
                                                <p:strVal val="#ppt_x"/>
                                              </p:val>
                                            </p:tav>
                                          </p:tavLst>
                                        </p:anim>
                                        <p:anim calcmode="lin" valueType="num">
                                          <p:cBhvr>
                                            <p:cTn id="101" dur="500" fill="hold"/>
                                            <p:tgtEl>
                                              <p:spTgt spid="1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 grpId="0" animBg="1"/>
          <p:bldP spid="220" grpId="0" animBg="1"/>
          <p:bldP spid="225" grpId="0"/>
          <p:bldP spid="226" grpId="0"/>
          <p:bldP spid="227" grpId="0" animBg="1"/>
          <p:bldP spid="232" grpId="0"/>
          <p:bldP spid="233" grpId="0"/>
          <p:bldP spid="234" grpId="0" animBg="1"/>
          <p:bldP spid="239" grpId="0"/>
          <p:bldP spid="240" grpId="0"/>
          <p:bldP spid="241" grpId="0" animBg="1"/>
          <p:bldP spid="246" grpId="0"/>
          <p:bldP spid="247" grpId="0"/>
        </p:bldLst>
      </p:timing>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0" y="1977864"/>
            <a:ext cx="390525" cy="1174750"/>
            <a:chOff x="0" y="1977864"/>
            <a:chExt cx="390525" cy="1174750"/>
          </a:xfrm>
          <a:solidFill>
            <a:schemeClr val="bg1"/>
          </a:solidFill>
        </p:grpSpPr>
        <p:cxnSp>
          <p:nvCxnSpPr>
            <p:cNvPr id="3" name="直接连接符 2"/>
            <p:cNvCxnSpPr/>
            <p:nvPr/>
          </p:nvCxnSpPr>
          <p:spPr>
            <a:xfrm flipH="1">
              <a:off x="0" y="2368389"/>
              <a:ext cx="390525" cy="0"/>
            </a:xfrm>
            <a:prstGeom prst="line">
              <a:avLst/>
            </a:prstGeom>
            <a:grpFill/>
            <a:ln w="6350">
              <a:solidFill>
                <a:srgbClr val="62768C"/>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flipH="1">
              <a:off x="0" y="1977864"/>
              <a:ext cx="390525" cy="0"/>
            </a:xfrm>
            <a:prstGeom prst="line">
              <a:avLst/>
            </a:prstGeom>
            <a:grpFill/>
            <a:ln w="6350">
              <a:solidFill>
                <a:srgbClr val="62768C"/>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H="1">
              <a:off x="0" y="2762089"/>
              <a:ext cx="390525" cy="0"/>
            </a:xfrm>
            <a:prstGeom prst="line">
              <a:avLst/>
            </a:prstGeom>
            <a:grpFill/>
            <a:ln w="6350">
              <a:solidFill>
                <a:srgbClr val="62768C"/>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flipH="1">
              <a:off x="0" y="3152614"/>
              <a:ext cx="390525" cy="0"/>
            </a:xfrm>
            <a:prstGeom prst="line">
              <a:avLst/>
            </a:prstGeom>
            <a:grpFill/>
            <a:ln w="6350">
              <a:solidFill>
                <a:srgbClr val="62768C"/>
              </a:solidFill>
            </a:ln>
          </p:spPr>
          <p:style>
            <a:lnRef idx="1">
              <a:schemeClr val="accent1"/>
            </a:lnRef>
            <a:fillRef idx="0">
              <a:schemeClr val="accent1"/>
            </a:fillRef>
            <a:effectRef idx="0">
              <a:schemeClr val="accent1"/>
            </a:effectRef>
            <a:fontRef idx="minor">
              <a:schemeClr val="tx1"/>
            </a:fontRef>
          </p:style>
        </p:cxnSp>
      </p:grpSp>
      <p:grpSp>
        <p:nvGrpSpPr>
          <p:cNvPr id="33" name="组合 32"/>
          <p:cNvGrpSpPr/>
          <p:nvPr/>
        </p:nvGrpSpPr>
        <p:grpSpPr>
          <a:xfrm>
            <a:off x="8632482" y="346839"/>
            <a:ext cx="156623" cy="156623"/>
            <a:chOff x="8689063" y="2493438"/>
            <a:chExt cx="156623" cy="156623"/>
          </a:xfrm>
        </p:grpSpPr>
        <p:sp>
          <p:nvSpPr>
            <p:cNvPr id="26" name="矩形 25"/>
            <p:cNvSpPr/>
            <p:nvPr/>
          </p:nvSpPr>
          <p:spPr>
            <a:xfrm>
              <a:off x="8689063" y="2493438"/>
              <a:ext cx="156623" cy="156623"/>
            </a:xfrm>
            <a:prstGeom prst="rect">
              <a:avLst/>
            </a:prstGeom>
            <a:solidFill>
              <a:srgbClr val="586B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任意多边形 30"/>
            <p:cNvSpPr/>
            <p:nvPr/>
          </p:nvSpPr>
          <p:spPr>
            <a:xfrm rot="10800000">
              <a:off x="8737889" y="2531868"/>
              <a:ext cx="58967" cy="79764"/>
            </a:xfrm>
            <a:custGeom>
              <a:avLst/>
              <a:gdLst>
                <a:gd name="connsiteX0" fmla="*/ 0 w 78581"/>
                <a:gd name="connsiteY0" fmla="*/ 0 h 152400"/>
                <a:gd name="connsiteX1" fmla="*/ 78581 w 78581"/>
                <a:gd name="connsiteY1" fmla="*/ 78581 h 152400"/>
                <a:gd name="connsiteX2" fmla="*/ 4762 w 78581"/>
                <a:gd name="connsiteY2" fmla="*/ 152400 h 152400"/>
              </a:gdLst>
              <a:ahLst/>
              <a:cxnLst>
                <a:cxn ang="0">
                  <a:pos x="connsiteX0" y="connsiteY0"/>
                </a:cxn>
                <a:cxn ang="0">
                  <a:pos x="connsiteX1" y="connsiteY1"/>
                </a:cxn>
                <a:cxn ang="0">
                  <a:pos x="connsiteX2" y="connsiteY2"/>
                </a:cxn>
              </a:cxnLst>
              <a:rect l="l" t="t" r="r" b="b"/>
              <a:pathLst>
                <a:path w="78581" h="152400">
                  <a:moveTo>
                    <a:pt x="0" y="0"/>
                  </a:moveTo>
                  <a:lnTo>
                    <a:pt x="78581" y="78581"/>
                  </a:lnTo>
                  <a:lnTo>
                    <a:pt x="4762" y="152400"/>
                  </a:lnTo>
                </a:path>
              </a:pathLst>
            </a:cu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4" name="组合 33"/>
          <p:cNvGrpSpPr/>
          <p:nvPr/>
        </p:nvGrpSpPr>
        <p:grpSpPr>
          <a:xfrm>
            <a:off x="8789105" y="346839"/>
            <a:ext cx="156623" cy="156623"/>
            <a:chOff x="8845686" y="2493438"/>
            <a:chExt cx="156623" cy="156623"/>
          </a:xfrm>
        </p:grpSpPr>
        <p:sp>
          <p:nvSpPr>
            <p:cNvPr id="30" name="矩形 29"/>
            <p:cNvSpPr/>
            <p:nvPr/>
          </p:nvSpPr>
          <p:spPr>
            <a:xfrm>
              <a:off x="8845686" y="2493438"/>
              <a:ext cx="156623" cy="156623"/>
            </a:xfrm>
            <a:prstGeom prst="rect">
              <a:avLst/>
            </a:prstGeom>
            <a:solidFill>
              <a:srgbClr val="37B0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任意多边形 31"/>
            <p:cNvSpPr/>
            <p:nvPr/>
          </p:nvSpPr>
          <p:spPr>
            <a:xfrm>
              <a:off x="8894513" y="2531868"/>
              <a:ext cx="58967" cy="79764"/>
            </a:xfrm>
            <a:custGeom>
              <a:avLst/>
              <a:gdLst>
                <a:gd name="connsiteX0" fmla="*/ 0 w 78581"/>
                <a:gd name="connsiteY0" fmla="*/ 0 h 152400"/>
                <a:gd name="connsiteX1" fmla="*/ 78581 w 78581"/>
                <a:gd name="connsiteY1" fmla="*/ 78581 h 152400"/>
                <a:gd name="connsiteX2" fmla="*/ 4762 w 78581"/>
                <a:gd name="connsiteY2" fmla="*/ 152400 h 152400"/>
              </a:gdLst>
              <a:ahLst/>
              <a:cxnLst>
                <a:cxn ang="0">
                  <a:pos x="connsiteX0" y="connsiteY0"/>
                </a:cxn>
                <a:cxn ang="0">
                  <a:pos x="connsiteX1" y="connsiteY1"/>
                </a:cxn>
                <a:cxn ang="0">
                  <a:pos x="connsiteX2" y="connsiteY2"/>
                </a:cxn>
              </a:cxnLst>
              <a:rect l="l" t="t" r="r" b="b"/>
              <a:pathLst>
                <a:path w="78581" h="152400">
                  <a:moveTo>
                    <a:pt x="0" y="0"/>
                  </a:moveTo>
                  <a:lnTo>
                    <a:pt x="78581" y="78581"/>
                  </a:lnTo>
                  <a:lnTo>
                    <a:pt x="4762" y="152400"/>
                  </a:lnTo>
                </a:path>
              </a:pathLst>
            </a:cu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5" name="矩形 34">
            <a:hlinkClick r:id="" action="ppaction://hlinkshowjump?jump=previousslide"/>
          </p:cNvPr>
          <p:cNvSpPr/>
          <p:nvPr/>
        </p:nvSpPr>
        <p:spPr>
          <a:xfrm>
            <a:off x="8632479" y="340203"/>
            <a:ext cx="156623" cy="166239"/>
          </a:xfrm>
          <a:prstGeom prst="rect">
            <a:avLst/>
          </a:prstGeom>
          <a:solidFill>
            <a:srgbClr val="37B0E8">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35">
            <a:hlinkClick r:id="" action="ppaction://hlinkshowjump?jump=nextslide"/>
          </p:cNvPr>
          <p:cNvSpPr/>
          <p:nvPr/>
        </p:nvSpPr>
        <p:spPr>
          <a:xfrm>
            <a:off x="8789102" y="340203"/>
            <a:ext cx="156623" cy="166239"/>
          </a:xfrm>
          <a:prstGeom prst="rect">
            <a:avLst/>
          </a:prstGeom>
          <a:solidFill>
            <a:srgbClr val="37B0E8">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矩形 36"/>
          <p:cNvSpPr/>
          <p:nvPr/>
        </p:nvSpPr>
        <p:spPr>
          <a:xfrm>
            <a:off x="-1" y="1588788"/>
            <a:ext cx="1280513" cy="390525"/>
          </a:xfrm>
          <a:prstGeom prst="rect">
            <a:avLst/>
          </a:prstGeom>
          <a:solidFill>
            <a:srgbClr val="37B0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Freeform 11"/>
          <p:cNvSpPr>
            <a:spLocks noEditPoints="1"/>
          </p:cNvSpPr>
          <p:nvPr/>
        </p:nvSpPr>
        <p:spPr bwMode="auto">
          <a:xfrm>
            <a:off x="124293" y="2864285"/>
            <a:ext cx="150176" cy="190798"/>
          </a:xfrm>
          <a:custGeom>
            <a:avLst/>
            <a:gdLst>
              <a:gd name="T0" fmla="*/ 104 w 139"/>
              <a:gd name="T1" fmla="*/ 99 h 177"/>
              <a:gd name="T2" fmla="*/ 91 w 139"/>
              <a:gd name="T3" fmla="*/ 160 h 177"/>
              <a:gd name="T4" fmla="*/ 133 w 139"/>
              <a:gd name="T5" fmla="*/ 164 h 177"/>
              <a:gd name="T6" fmla="*/ 133 w 139"/>
              <a:gd name="T7" fmla="*/ 177 h 177"/>
              <a:gd name="T8" fmla="*/ 0 w 139"/>
              <a:gd name="T9" fmla="*/ 170 h 177"/>
              <a:gd name="T10" fmla="*/ 51 w 139"/>
              <a:gd name="T11" fmla="*/ 164 h 177"/>
              <a:gd name="T12" fmla="*/ 81 w 139"/>
              <a:gd name="T13" fmla="*/ 151 h 177"/>
              <a:gd name="T14" fmla="*/ 10 w 139"/>
              <a:gd name="T15" fmla="*/ 147 h 177"/>
              <a:gd name="T16" fmla="*/ 10 w 139"/>
              <a:gd name="T17" fmla="*/ 139 h 177"/>
              <a:gd name="T18" fmla="*/ 94 w 139"/>
              <a:gd name="T19" fmla="*/ 120 h 177"/>
              <a:gd name="T20" fmla="*/ 84 w 139"/>
              <a:gd name="T21" fmla="*/ 92 h 177"/>
              <a:gd name="T22" fmla="*/ 69 w 139"/>
              <a:gd name="T23" fmla="*/ 94 h 177"/>
              <a:gd name="T24" fmla="*/ 53 w 139"/>
              <a:gd name="T25" fmla="*/ 113 h 177"/>
              <a:gd name="T26" fmla="*/ 46 w 139"/>
              <a:gd name="T27" fmla="*/ 117 h 177"/>
              <a:gd name="T28" fmla="*/ 24 w 139"/>
              <a:gd name="T29" fmla="*/ 109 h 177"/>
              <a:gd name="T30" fmla="*/ 26 w 139"/>
              <a:gd name="T31" fmla="*/ 97 h 177"/>
              <a:gd name="T32" fmla="*/ 21 w 139"/>
              <a:gd name="T33" fmla="*/ 89 h 177"/>
              <a:gd name="T34" fmla="*/ 63 w 139"/>
              <a:gd name="T35" fmla="*/ 24 h 177"/>
              <a:gd name="T36" fmla="*/ 67 w 139"/>
              <a:gd name="T37" fmla="*/ 26 h 177"/>
              <a:gd name="T38" fmla="*/ 69 w 139"/>
              <a:gd name="T39" fmla="*/ 14 h 177"/>
              <a:gd name="T40" fmla="*/ 76 w 139"/>
              <a:gd name="T41" fmla="*/ 2 h 177"/>
              <a:gd name="T42" fmla="*/ 109 w 139"/>
              <a:gd name="T43" fmla="*/ 29 h 177"/>
              <a:gd name="T44" fmla="*/ 96 w 139"/>
              <a:gd name="T45" fmla="*/ 30 h 177"/>
              <a:gd name="T46" fmla="*/ 94 w 139"/>
              <a:gd name="T47" fmla="*/ 42 h 177"/>
              <a:gd name="T48" fmla="*/ 87 w 139"/>
              <a:gd name="T49" fmla="*/ 63 h 177"/>
              <a:gd name="T50" fmla="*/ 92 w 139"/>
              <a:gd name="T51" fmla="*/ 81 h 177"/>
              <a:gd name="T52" fmla="*/ 89 w 139"/>
              <a:gd name="T53" fmla="*/ 26 h 177"/>
              <a:gd name="T54" fmla="*/ 74 w 139"/>
              <a:gd name="T55" fmla="*/ 30 h 177"/>
              <a:gd name="T56" fmla="*/ 89 w 139"/>
              <a:gd name="T57" fmla="*/ 26 h 177"/>
              <a:gd name="T58" fmla="*/ 80 w 139"/>
              <a:gd name="T59" fmla="*/ 59 h 177"/>
              <a:gd name="T60" fmla="*/ 62 w 139"/>
              <a:gd name="T61" fmla="*/ 33 h 177"/>
              <a:gd name="T62" fmla="*/ 54 w 139"/>
              <a:gd name="T63" fmla="*/ 104 h 177"/>
              <a:gd name="T64" fmla="*/ 56 w 139"/>
              <a:gd name="T65" fmla="*/ 76 h 177"/>
              <a:gd name="T66" fmla="*/ 62 w 139"/>
              <a:gd name="T67" fmla="*/ 63 h 177"/>
              <a:gd name="T68" fmla="*/ 82 w 139"/>
              <a:gd name="T69" fmla="*/ 69 h 177"/>
              <a:gd name="T70" fmla="*/ 67 w 139"/>
              <a:gd name="T71" fmla="*/ 69 h 177"/>
              <a:gd name="T72" fmla="*/ 67 w 139"/>
              <a:gd name="T73" fmla="*/ 69 h 177"/>
              <a:gd name="T74" fmla="*/ 75 w 139"/>
              <a:gd name="T75" fmla="*/ 86 h 177"/>
              <a:gd name="T76" fmla="*/ 82 w 139"/>
              <a:gd name="T77" fmla="*/ 83 h 177"/>
              <a:gd name="T78" fmla="*/ 82 w 139"/>
              <a:gd name="T79" fmla="*/ 69 h 177"/>
              <a:gd name="T80" fmla="*/ 33 w 139"/>
              <a:gd name="T81" fmla="*/ 101 h 177"/>
              <a:gd name="T82" fmla="*/ 31 w 139"/>
              <a:gd name="T83" fmla="*/ 104 h 177"/>
              <a:gd name="T84" fmla="*/ 42 w 139"/>
              <a:gd name="T85" fmla="*/ 106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 h="177">
                <a:moveTo>
                  <a:pt x="92" y="81"/>
                </a:moveTo>
                <a:cubicBezTo>
                  <a:pt x="97" y="87"/>
                  <a:pt x="101" y="92"/>
                  <a:pt x="104" y="99"/>
                </a:cubicBezTo>
                <a:cubicBezTo>
                  <a:pt x="106" y="106"/>
                  <a:pt x="108" y="113"/>
                  <a:pt x="108" y="120"/>
                </a:cubicBezTo>
                <a:cubicBezTo>
                  <a:pt x="108" y="136"/>
                  <a:pt x="101" y="150"/>
                  <a:pt x="91" y="160"/>
                </a:cubicBezTo>
                <a:cubicBezTo>
                  <a:pt x="90" y="162"/>
                  <a:pt x="89" y="163"/>
                  <a:pt x="88" y="164"/>
                </a:cubicBezTo>
                <a:cubicBezTo>
                  <a:pt x="133" y="164"/>
                  <a:pt x="133" y="164"/>
                  <a:pt x="133" y="164"/>
                </a:cubicBezTo>
                <a:cubicBezTo>
                  <a:pt x="136" y="164"/>
                  <a:pt x="139" y="167"/>
                  <a:pt x="139" y="170"/>
                </a:cubicBezTo>
                <a:cubicBezTo>
                  <a:pt x="139" y="174"/>
                  <a:pt x="136" y="177"/>
                  <a:pt x="133" y="177"/>
                </a:cubicBezTo>
                <a:cubicBezTo>
                  <a:pt x="91" y="177"/>
                  <a:pt x="49" y="177"/>
                  <a:pt x="7" y="177"/>
                </a:cubicBezTo>
                <a:cubicBezTo>
                  <a:pt x="3" y="177"/>
                  <a:pt x="0" y="174"/>
                  <a:pt x="0" y="170"/>
                </a:cubicBezTo>
                <a:cubicBezTo>
                  <a:pt x="0" y="167"/>
                  <a:pt x="3" y="164"/>
                  <a:pt x="7" y="164"/>
                </a:cubicBezTo>
                <a:cubicBezTo>
                  <a:pt x="51" y="164"/>
                  <a:pt x="51" y="164"/>
                  <a:pt x="51" y="164"/>
                </a:cubicBezTo>
                <a:cubicBezTo>
                  <a:pt x="51" y="164"/>
                  <a:pt x="51" y="164"/>
                  <a:pt x="51" y="164"/>
                </a:cubicBezTo>
                <a:cubicBezTo>
                  <a:pt x="63" y="164"/>
                  <a:pt x="74" y="159"/>
                  <a:pt x="81" y="151"/>
                </a:cubicBezTo>
                <a:cubicBezTo>
                  <a:pt x="83" y="150"/>
                  <a:pt x="84" y="148"/>
                  <a:pt x="85" y="147"/>
                </a:cubicBezTo>
                <a:cubicBezTo>
                  <a:pt x="10" y="147"/>
                  <a:pt x="10" y="147"/>
                  <a:pt x="10" y="147"/>
                </a:cubicBezTo>
                <a:cubicBezTo>
                  <a:pt x="8" y="147"/>
                  <a:pt x="6" y="145"/>
                  <a:pt x="6" y="143"/>
                </a:cubicBezTo>
                <a:cubicBezTo>
                  <a:pt x="6" y="141"/>
                  <a:pt x="8" y="139"/>
                  <a:pt x="10" y="139"/>
                </a:cubicBezTo>
                <a:cubicBezTo>
                  <a:pt x="90" y="139"/>
                  <a:pt x="90" y="139"/>
                  <a:pt x="90" y="139"/>
                </a:cubicBezTo>
                <a:cubicBezTo>
                  <a:pt x="93" y="133"/>
                  <a:pt x="94" y="127"/>
                  <a:pt x="94" y="120"/>
                </a:cubicBezTo>
                <a:cubicBezTo>
                  <a:pt x="94" y="114"/>
                  <a:pt x="93" y="109"/>
                  <a:pt x="91" y="104"/>
                </a:cubicBezTo>
                <a:cubicBezTo>
                  <a:pt x="89" y="100"/>
                  <a:pt x="87" y="96"/>
                  <a:pt x="84" y="92"/>
                </a:cubicBezTo>
                <a:cubicBezTo>
                  <a:pt x="81" y="94"/>
                  <a:pt x="78" y="94"/>
                  <a:pt x="75" y="94"/>
                </a:cubicBezTo>
                <a:cubicBezTo>
                  <a:pt x="73" y="94"/>
                  <a:pt x="71" y="94"/>
                  <a:pt x="69" y="94"/>
                </a:cubicBezTo>
                <a:cubicBezTo>
                  <a:pt x="59" y="111"/>
                  <a:pt x="59" y="111"/>
                  <a:pt x="59" y="111"/>
                </a:cubicBezTo>
                <a:cubicBezTo>
                  <a:pt x="58" y="113"/>
                  <a:pt x="55" y="114"/>
                  <a:pt x="53" y="113"/>
                </a:cubicBezTo>
                <a:cubicBezTo>
                  <a:pt x="50" y="111"/>
                  <a:pt x="50" y="111"/>
                  <a:pt x="50" y="111"/>
                </a:cubicBezTo>
                <a:cubicBezTo>
                  <a:pt x="46" y="117"/>
                  <a:pt x="46" y="117"/>
                  <a:pt x="46" y="117"/>
                </a:cubicBezTo>
                <a:cubicBezTo>
                  <a:pt x="45" y="119"/>
                  <a:pt x="42" y="119"/>
                  <a:pt x="40" y="118"/>
                </a:cubicBezTo>
                <a:cubicBezTo>
                  <a:pt x="24" y="109"/>
                  <a:pt x="24" y="109"/>
                  <a:pt x="24" y="109"/>
                </a:cubicBezTo>
                <a:cubicBezTo>
                  <a:pt x="22" y="108"/>
                  <a:pt x="21" y="105"/>
                  <a:pt x="22" y="103"/>
                </a:cubicBezTo>
                <a:cubicBezTo>
                  <a:pt x="26" y="97"/>
                  <a:pt x="26" y="97"/>
                  <a:pt x="26" y="97"/>
                </a:cubicBezTo>
                <a:cubicBezTo>
                  <a:pt x="22" y="95"/>
                  <a:pt x="22" y="95"/>
                  <a:pt x="22" y="95"/>
                </a:cubicBezTo>
                <a:cubicBezTo>
                  <a:pt x="20" y="94"/>
                  <a:pt x="20" y="91"/>
                  <a:pt x="21" y="89"/>
                </a:cubicBezTo>
                <a:cubicBezTo>
                  <a:pt x="57" y="26"/>
                  <a:pt x="57" y="26"/>
                  <a:pt x="57" y="26"/>
                </a:cubicBezTo>
                <a:cubicBezTo>
                  <a:pt x="58" y="24"/>
                  <a:pt x="61" y="23"/>
                  <a:pt x="63" y="24"/>
                </a:cubicBezTo>
                <a:cubicBezTo>
                  <a:pt x="63" y="24"/>
                  <a:pt x="63" y="24"/>
                  <a:pt x="63" y="24"/>
                </a:cubicBezTo>
                <a:cubicBezTo>
                  <a:pt x="67" y="26"/>
                  <a:pt x="67" y="26"/>
                  <a:pt x="67" y="26"/>
                </a:cubicBezTo>
                <a:cubicBezTo>
                  <a:pt x="73" y="16"/>
                  <a:pt x="73" y="16"/>
                  <a:pt x="73" y="16"/>
                </a:cubicBezTo>
                <a:cubicBezTo>
                  <a:pt x="69" y="14"/>
                  <a:pt x="69" y="14"/>
                  <a:pt x="69" y="14"/>
                </a:cubicBezTo>
                <a:cubicBezTo>
                  <a:pt x="66" y="12"/>
                  <a:pt x="65" y="8"/>
                  <a:pt x="66" y="5"/>
                </a:cubicBezTo>
                <a:cubicBezTo>
                  <a:pt x="68" y="1"/>
                  <a:pt x="72" y="0"/>
                  <a:pt x="76" y="2"/>
                </a:cubicBezTo>
                <a:cubicBezTo>
                  <a:pt x="86" y="8"/>
                  <a:pt x="96" y="14"/>
                  <a:pt x="107" y="20"/>
                </a:cubicBezTo>
                <a:cubicBezTo>
                  <a:pt x="110" y="22"/>
                  <a:pt x="111" y="26"/>
                  <a:pt x="109" y="29"/>
                </a:cubicBezTo>
                <a:cubicBezTo>
                  <a:pt x="107" y="33"/>
                  <a:pt x="103" y="34"/>
                  <a:pt x="100" y="32"/>
                </a:cubicBezTo>
                <a:cubicBezTo>
                  <a:pt x="96" y="30"/>
                  <a:pt x="96" y="30"/>
                  <a:pt x="96" y="30"/>
                </a:cubicBezTo>
                <a:cubicBezTo>
                  <a:pt x="90" y="40"/>
                  <a:pt x="90" y="40"/>
                  <a:pt x="90" y="40"/>
                </a:cubicBezTo>
                <a:cubicBezTo>
                  <a:pt x="94" y="42"/>
                  <a:pt x="94" y="42"/>
                  <a:pt x="94" y="42"/>
                </a:cubicBezTo>
                <a:cubicBezTo>
                  <a:pt x="96" y="43"/>
                  <a:pt x="97" y="46"/>
                  <a:pt x="96" y="48"/>
                </a:cubicBezTo>
                <a:cubicBezTo>
                  <a:pt x="87" y="63"/>
                  <a:pt x="87" y="63"/>
                  <a:pt x="87" y="63"/>
                </a:cubicBezTo>
                <a:cubicBezTo>
                  <a:pt x="91" y="66"/>
                  <a:pt x="93" y="71"/>
                  <a:pt x="93" y="76"/>
                </a:cubicBezTo>
                <a:cubicBezTo>
                  <a:pt x="93" y="78"/>
                  <a:pt x="93" y="80"/>
                  <a:pt x="92" y="81"/>
                </a:cubicBezTo>
                <a:close/>
                <a:moveTo>
                  <a:pt x="89" y="26"/>
                </a:moveTo>
                <a:cubicBezTo>
                  <a:pt x="89" y="26"/>
                  <a:pt x="89" y="26"/>
                  <a:pt x="89" y="26"/>
                </a:cubicBezTo>
                <a:cubicBezTo>
                  <a:pt x="86" y="24"/>
                  <a:pt x="83" y="22"/>
                  <a:pt x="80" y="20"/>
                </a:cubicBezTo>
                <a:cubicBezTo>
                  <a:pt x="74" y="30"/>
                  <a:pt x="74" y="30"/>
                  <a:pt x="74" y="30"/>
                </a:cubicBezTo>
                <a:cubicBezTo>
                  <a:pt x="83" y="36"/>
                  <a:pt x="83" y="36"/>
                  <a:pt x="83" y="36"/>
                </a:cubicBezTo>
                <a:cubicBezTo>
                  <a:pt x="89" y="26"/>
                  <a:pt x="89" y="26"/>
                  <a:pt x="89" y="26"/>
                </a:cubicBezTo>
                <a:close/>
                <a:moveTo>
                  <a:pt x="80" y="59"/>
                </a:moveTo>
                <a:cubicBezTo>
                  <a:pt x="80" y="59"/>
                  <a:pt x="80" y="59"/>
                  <a:pt x="80" y="59"/>
                </a:cubicBezTo>
                <a:cubicBezTo>
                  <a:pt x="87" y="47"/>
                  <a:pt x="87" y="47"/>
                  <a:pt x="87" y="47"/>
                </a:cubicBezTo>
                <a:cubicBezTo>
                  <a:pt x="78" y="43"/>
                  <a:pt x="70" y="38"/>
                  <a:pt x="62" y="33"/>
                </a:cubicBezTo>
                <a:cubicBezTo>
                  <a:pt x="30" y="90"/>
                  <a:pt x="30" y="90"/>
                  <a:pt x="30" y="90"/>
                </a:cubicBezTo>
                <a:cubicBezTo>
                  <a:pt x="38" y="94"/>
                  <a:pt x="46" y="99"/>
                  <a:pt x="54" y="104"/>
                </a:cubicBezTo>
                <a:cubicBezTo>
                  <a:pt x="62" y="90"/>
                  <a:pt x="62" y="90"/>
                  <a:pt x="62" y="90"/>
                </a:cubicBezTo>
                <a:cubicBezTo>
                  <a:pt x="58" y="86"/>
                  <a:pt x="56" y="81"/>
                  <a:pt x="56" y="76"/>
                </a:cubicBezTo>
                <a:cubicBezTo>
                  <a:pt x="56" y="71"/>
                  <a:pt x="58" y="66"/>
                  <a:pt x="62" y="63"/>
                </a:cubicBezTo>
                <a:cubicBezTo>
                  <a:pt x="62" y="63"/>
                  <a:pt x="62" y="63"/>
                  <a:pt x="62" y="63"/>
                </a:cubicBezTo>
                <a:cubicBezTo>
                  <a:pt x="67" y="58"/>
                  <a:pt x="73" y="57"/>
                  <a:pt x="80" y="59"/>
                </a:cubicBezTo>
                <a:close/>
                <a:moveTo>
                  <a:pt x="82" y="69"/>
                </a:moveTo>
                <a:cubicBezTo>
                  <a:pt x="82" y="69"/>
                  <a:pt x="82" y="69"/>
                  <a:pt x="82" y="69"/>
                </a:cubicBezTo>
                <a:cubicBezTo>
                  <a:pt x="78" y="65"/>
                  <a:pt x="71" y="65"/>
                  <a:pt x="67" y="69"/>
                </a:cubicBezTo>
                <a:cubicBezTo>
                  <a:pt x="67" y="69"/>
                  <a:pt x="67" y="69"/>
                  <a:pt x="67" y="69"/>
                </a:cubicBezTo>
                <a:cubicBezTo>
                  <a:pt x="67" y="69"/>
                  <a:pt x="67" y="69"/>
                  <a:pt x="67" y="69"/>
                </a:cubicBezTo>
                <a:cubicBezTo>
                  <a:pt x="65" y="71"/>
                  <a:pt x="64" y="73"/>
                  <a:pt x="64" y="76"/>
                </a:cubicBezTo>
                <a:cubicBezTo>
                  <a:pt x="64" y="82"/>
                  <a:pt x="69" y="86"/>
                  <a:pt x="75" y="86"/>
                </a:cubicBezTo>
                <a:cubicBezTo>
                  <a:pt x="77" y="86"/>
                  <a:pt x="80" y="85"/>
                  <a:pt x="82" y="83"/>
                </a:cubicBezTo>
                <a:cubicBezTo>
                  <a:pt x="82" y="83"/>
                  <a:pt x="82" y="83"/>
                  <a:pt x="82" y="83"/>
                </a:cubicBezTo>
                <a:cubicBezTo>
                  <a:pt x="84" y="81"/>
                  <a:pt x="85" y="79"/>
                  <a:pt x="85" y="76"/>
                </a:cubicBezTo>
                <a:cubicBezTo>
                  <a:pt x="85" y="73"/>
                  <a:pt x="84" y="71"/>
                  <a:pt x="82" y="69"/>
                </a:cubicBezTo>
                <a:cubicBezTo>
                  <a:pt x="82" y="69"/>
                  <a:pt x="82" y="69"/>
                  <a:pt x="82" y="69"/>
                </a:cubicBezTo>
                <a:close/>
                <a:moveTo>
                  <a:pt x="33" y="101"/>
                </a:moveTo>
                <a:cubicBezTo>
                  <a:pt x="33" y="101"/>
                  <a:pt x="33" y="101"/>
                  <a:pt x="33" y="101"/>
                </a:cubicBezTo>
                <a:cubicBezTo>
                  <a:pt x="31" y="104"/>
                  <a:pt x="31" y="104"/>
                  <a:pt x="31" y="104"/>
                </a:cubicBezTo>
                <a:cubicBezTo>
                  <a:pt x="41" y="109"/>
                  <a:pt x="41" y="109"/>
                  <a:pt x="41" y="109"/>
                </a:cubicBezTo>
                <a:cubicBezTo>
                  <a:pt x="42" y="106"/>
                  <a:pt x="42" y="106"/>
                  <a:pt x="42" y="106"/>
                </a:cubicBezTo>
                <a:cubicBezTo>
                  <a:pt x="33" y="101"/>
                  <a:pt x="33" y="101"/>
                  <a:pt x="33" y="101"/>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0" name="Freeform 12"/>
          <p:cNvSpPr>
            <a:spLocks noEditPoints="1"/>
          </p:cNvSpPr>
          <p:nvPr/>
        </p:nvSpPr>
        <p:spPr bwMode="auto">
          <a:xfrm>
            <a:off x="134107" y="2472073"/>
            <a:ext cx="130548" cy="187604"/>
          </a:xfrm>
          <a:custGeom>
            <a:avLst/>
            <a:gdLst>
              <a:gd name="T0" fmla="*/ 3 w 121"/>
              <a:gd name="T1" fmla="*/ 119 h 174"/>
              <a:gd name="T2" fmla="*/ 23 w 121"/>
              <a:gd name="T3" fmla="*/ 115 h 174"/>
              <a:gd name="T4" fmla="*/ 38 w 121"/>
              <a:gd name="T5" fmla="*/ 74 h 174"/>
              <a:gd name="T6" fmla="*/ 38 w 121"/>
              <a:gd name="T7" fmla="*/ 74 h 174"/>
              <a:gd name="T8" fmla="*/ 38 w 121"/>
              <a:gd name="T9" fmla="*/ 29 h 174"/>
              <a:gd name="T10" fmla="*/ 54 w 121"/>
              <a:gd name="T11" fmla="*/ 21 h 174"/>
              <a:gd name="T12" fmla="*/ 60 w 121"/>
              <a:gd name="T13" fmla="*/ 0 h 174"/>
              <a:gd name="T14" fmla="*/ 67 w 121"/>
              <a:gd name="T15" fmla="*/ 21 h 174"/>
              <a:gd name="T16" fmla="*/ 92 w 121"/>
              <a:gd name="T17" fmla="*/ 51 h 174"/>
              <a:gd name="T18" fmla="*/ 82 w 121"/>
              <a:gd name="T19" fmla="*/ 74 h 174"/>
              <a:gd name="T20" fmla="*/ 98 w 121"/>
              <a:gd name="T21" fmla="*/ 115 h 174"/>
              <a:gd name="T22" fmla="*/ 117 w 121"/>
              <a:gd name="T23" fmla="*/ 119 h 174"/>
              <a:gd name="T24" fmla="*/ 102 w 121"/>
              <a:gd name="T25" fmla="*/ 124 h 174"/>
              <a:gd name="T26" fmla="*/ 116 w 121"/>
              <a:gd name="T27" fmla="*/ 159 h 174"/>
              <a:gd name="T28" fmla="*/ 120 w 121"/>
              <a:gd name="T29" fmla="*/ 168 h 174"/>
              <a:gd name="T30" fmla="*/ 113 w 121"/>
              <a:gd name="T31" fmla="*/ 171 h 174"/>
              <a:gd name="T32" fmla="*/ 108 w 121"/>
              <a:gd name="T33" fmla="*/ 162 h 174"/>
              <a:gd name="T34" fmla="*/ 87 w 121"/>
              <a:gd name="T35" fmla="*/ 124 h 174"/>
              <a:gd name="T36" fmla="*/ 67 w 121"/>
              <a:gd name="T37" fmla="*/ 129 h 174"/>
              <a:gd name="T38" fmla="*/ 54 w 121"/>
              <a:gd name="T39" fmla="*/ 129 h 174"/>
              <a:gd name="T40" fmla="*/ 34 w 121"/>
              <a:gd name="T41" fmla="*/ 124 h 174"/>
              <a:gd name="T42" fmla="*/ 13 w 121"/>
              <a:gd name="T43" fmla="*/ 162 h 174"/>
              <a:gd name="T44" fmla="*/ 8 w 121"/>
              <a:gd name="T45" fmla="*/ 171 h 174"/>
              <a:gd name="T46" fmla="*/ 1 w 121"/>
              <a:gd name="T47" fmla="*/ 168 h 174"/>
              <a:gd name="T48" fmla="*/ 5 w 121"/>
              <a:gd name="T49" fmla="*/ 159 h 174"/>
              <a:gd name="T50" fmla="*/ 19 w 121"/>
              <a:gd name="T51" fmla="*/ 124 h 174"/>
              <a:gd name="T52" fmla="*/ 54 w 121"/>
              <a:gd name="T53" fmla="*/ 115 h 174"/>
              <a:gd name="T54" fmla="*/ 54 w 121"/>
              <a:gd name="T55" fmla="*/ 110 h 174"/>
              <a:gd name="T56" fmla="*/ 67 w 121"/>
              <a:gd name="T57" fmla="*/ 110 h 174"/>
              <a:gd name="T58" fmla="*/ 83 w 121"/>
              <a:gd name="T59" fmla="*/ 115 h 174"/>
              <a:gd name="T60" fmla="*/ 54 w 121"/>
              <a:gd name="T61" fmla="*/ 82 h 174"/>
              <a:gd name="T62" fmla="*/ 54 w 121"/>
              <a:gd name="T63" fmla="*/ 115 h 174"/>
              <a:gd name="T64" fmla="*/ 73 w 121"/>
              <a:gd name="T65" fmla="*/ 39 h 174"/>
              <a:gd name="T66" fmla="*/ 48 w 121"/>
              <a:gd name="T67" fmla="*/ 39 h 174"/>
              <a:gd name="T68" fmla="*/ 48 w 121"/>
              <a:gd name="T69" fmla="*/ 64 h 174"/>
              <a:gd name="T70" fmla="*/ 68 w 121"/>
              <a:gd name="T71" fmla="*/ 68 h 174"/>
              <a:gd name="T72" fmla="*/ 73 w 121"/>
              <a:gd name="T73" fmla="*/ 64 h 174"/>
              <a:gd name="T74" fmla="*/ 73 w 121"/>
              <a:gd name="T75" fmla="*/ 39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1" h="174">
                <a:moveTo>
                  <a:pt x="8" y="124"/>
                </a:moveTo>
                <a:cubicBezTo>
                  <a:pt x="5" y="124"/>
                  <a:pt x="3" y="122"/>
                  <a:pt x="3" y="119"/>
                </a:cubicBezTo>
                <a:cubicBezTo>
                  <a:pt x="3" y="117"/>
                  <a:pt x="5" y="115"/>
                  <a:pt x="8" y="115"/>
                </a:cubicBezTo>
                <a:cubicBezTo>
                  <a:pt x="23" y="115"/>
                  <a:pt x="23" y="115"/>
                  <a:pt x="23" y="115"/>
                </a:cubicBezTo>
                <a:cubicBezTo>
                  <a:pt x="42" y="77"/>
                  <a:pt x="42" y="77"/>
                  <a:pt x="42" y="77"/>
                </a:cubicBezTo>
                <a:cubicBezTo>
                  <a:pt x="41" y="76"/>
                  <a:pt x="40" y="75"/>
                  <a:pt x="38" y="74"/>
                </a:cubicBezTo>
                <a:cubicBezTo>
                  <a:pt x="38" y="74"/>
                  <a:pt x="38" y="74"/>
                  <a:pt x="38" y="74"/>
                </a:cubicBezTo>
                <a:cubicBezTo>
                  <a:pt x="38" y="74"/>
                  <a:pt x="38" y="74"/>
                  <a:pt x="38" y="74"/>
                </a:cubicBezTo>
                <a:cubicBezTo>
                  <a:pt x="33" y="68"/>
                  <a:pt x="29" y="60"/>
                  <a:pt x="29" y="51"/>
                </a:cubicBezTo>
                <a:cubicBezTo>
                  <a:pt x="29" y="43"/>
                  <a:pt x="33" y="35"/>
                  <a:pt x="38" y="29"/>
                </a:cubicBezTo>
                <a:cubicBezTo>
                  <a:pt x="39" y="29"/>
                  <a:pt x="39" y="29"/>
                  <a:pt x="39" y="29"/>
                </a:cubicBezTo>
                <a:cubicBezTo>
                  <a:pt x="43" y="25"/>
                  <a:pt x="48" y="22"/>
                  <a:pt x="54" y="21"/>
                </a:cubicBezTo>
                <a:cubicBezTo>
                  <a:pt x="54" y="7"/>
                  <a:pt x="54" y="7"/>
                  <a:pt x="54" y="7"/>
                </a:cubicBezTo>
                <a:cubicBezTo>
                  <a:pt x="54" y="3"/>
                  <a:pt x="57" y="0"/>
                  <a:pt x="60" y="0"/>
                </a:cubicBezTo>
                <a:cubicBezTo>
                  <a:pt x="64" y="0"/>
                  <a:pt x="67" y="3"/>
                  <a:pt x="67" y="7"/>
                </a:cubicBezTo>
                <a:cubicBezTo>
                  <a:pt x="67" y="21"/>
                  <a:pt x="67" y="21"/>
                  <a:pt x="67" y="21"/>
                </a:cubicBezTo>
                <a:cubicBezTo>
                  <a:pt x="73" y="22"/>
                  <a:pt x="78" y="25"/>
                  <a:pt x="82" y="29"/>
                </a:cubicBezTo>
                <a:cubicBezTo>
                  <a:pt x="88" y="35"/>
                  <a:pt x="92" y="43"/>
                  <a:pt x="92" y="51"/>
                </a:cubicBezTo>
                <a:cubicBezTo>
                  <a:pt x="92" y="60"/>
                  <a:pt x="88" y="68"/>
                  <a:pt x="82" y="74"/>
                </a:cubicBezTo>
                <a:cubicBezTo>
                  <a:pt x="82" y="74"/>
                  <a:pt x="82" y="74"/>
                  <a:pt x="82" y="74"/>
                </a:cubicBezTo>
                <a:cubicBezTo>
                  <a:pt x="81" y="75"/>
                  <a:pt x="80" y="76"/>
                  <a:pt x="79" y="77"/>
                </a:cubicBezTo>
                <a:cubicBezTo>
                  <a:pt x="98" y="115"/>
                  <a:pt x="98" y="115"/>
                  <a:pt x="98" y="115"/>
                </a:cubicBezTo>
                <a:cubicBezTo>
                  <a:pt x="113" y="115"/>
                  <a:pt x="113" y="115"/>
                  <a:pt x="113" y="115"/>
                </a:cubicBezTo>
                <a:cubicBezTo>
                  <a:pt x="116" y="115"/>
                  <a:pt x="117" y="117"/>
                  <a:pt x="117" y="119"/>
                </a:cubicBezTo>
                <a:cubicBezTo>
                  <a:pt x="117" y="122"/>
                  <a:pt x="116" y="124"/>
                  <a:pt x="113" y="124"/>
                </a:cubicBezTo>
                <a:cubicBezTo>
                  <a:pt x="102" y="124"/>
                  <a:pt x="102" y="124"/>
                  <a:pt x="102" y="124"/>
                </a:cubicBezTo>
                <a:cubicBezTo>
                  <a:pt x="116" y="153"/>
                  <a:pt x="116" y="153"/>
                  <a:pt x="116" y="153"/>
                </a:cubicBezTo>
                <a:cubicBezTo>
                  <a:pt x="117" y="155"/>
                  <a:pt x="117" y="157"/>
                  <a:pt x="116" y="159"/>
                </a:cubicBezTo>
                <a:cubicBezTo>
                  <a:pt x="117" y="162"/>
                  <a:pt x="117" y="162"/>
                  <a:pt x="117" y="162"/>
                </a:cubicBezTo>
                <a:cubicBezTo>
                  <a:pt x="120" y="168"/>
                  <a:pt x="120" y="168"/>
                  <a:pt x="120" y="168"/>
                </a:cubicBezTo>
                <a:cubicBezTo>
                  <a:pt x="121" y="170"/>
                  <a:pt x="120" y="172"/>
                  <a:pt x="118" y="173"/>
                </a:cubicBezTo>
                <a:cubicBezTo>
                  <a:pt x="116" y="174"/>
                  <a:pt x="114" y="173"/>
                  <a:pt x="113" y="171"/>
                </a:cubicBezTo>
                <a:cubicBezTo>
                  <a:pt x="110" y="165"/>
                  <a:pt x="110" y="165"/>
                  <a:pt x="110" y="165"/>
                </a:cubicBezTo>
                <a:cubicBezTo>
                  <a:pt x="108" y="162"/>
                  <a:pt x="108" y="162"/>
                  <a:pt x="108" y="162"/>
                </a:cubicBezTo>
                <a:cubicBezTo>
                  <a:pt x="106" y="162"/>
                  <a:pt x="104" y="160"/>
                  <a:pt x="103" y="158"/>
                </a:cubicBezTo>
                <a:cubicBezTo>
                  <a:pt x="87" y="124"/>
                  <a:pt x="87" y="124"/>
                  <a:pt x="87" y="124"/>
                </a:cubicBezTo>
                <a:cubicBezTo>
                  <a:pt x="67" y="124"/>
                  <a:pt x="67" y="124"/>
                  <a:pt x="67" y="124"/>
                </a:cubicBezTo>
                <a:cubicBezTo>
                  <a:pt x="67" y="129"/>
                  <a:pt x="67" y="129"/>
                  <a:pt x="67" y="129"/>
                </a:cubicBezTo>
                <a:cubicBezTo>
                  <a:pt x="67" y="132"/>
                  <a:pt x="64" y="136"/>
                  <a:pt x="60" y="136"/>
                </a:cubicBezTo>
                <a:cubicBezTo>
                  <a:pt x="57" y="136"/>
                  <a:pt x="54" y="132"/>
                  <a:pt x="54" y="129"/>
                </a:cubicBezTo>
                <a:cubicBezTo>
                  <a:pt x="54" y="124"/>
                  <a:pt x="54" y="124"/>
                  <a:pt x="54" y="124"/>
                </a:cubicBezTo>
                <a:cubicBezTo>
                  <a:pt x="34" y="124"/>
                  <a:pt x="34" y="124"/>
                  <a:pt x="34" y="124"/>
                </a:cubicBezTo>
                <a:cubicBezTo>
                  <a:pt x="17" y="158"/>
                  <a:pt x="17" y="158"/>
                  <a:pt x="17" y="158"/>
                </a:cubicBezTo>
                <a:cubicBezTo>
                  <a:pt x="16" y="160"/>
                  <a:pt x="15" y="162"/>
                  <a:pt x="13" y="162"/>
                </a:cubicBezTo>
                <a:cubicBezTo>
                  <a:pt x="11" y="165"/>
                  <a:pt x="11" y="165"/>
                  <a:pt x="11" y="165"/>
                </a:cubicBezTo>
                <a:cubicBezTo>
                  <a:pt x="8" y="171"/>
                  <a:pt x="8" y="171"/>
                  <a:pt x="8" y="171"/>
                </a:cubicBezTo>
                <a:cubicBezTo>
                  <a:pt x="7" y="173"/>
                  <a:pt x="5" y="174"/>
                  <a:pt x="3" y="173"/>
                </a:cubicBezTo>
                <a:cubicBezTo>
                  <a:pt x="1" y="172"/>
                  <a:pt x="0" y="170"/>
                  <a:pt x="1" y="168"/>
                </a:cubicBezTo>
                <a:cubicBezTo>
                  <a:pt x="4" y="162"/>
                  <a:pt x="4" y="162"/>
                  <a:pt x="4" y="162"/>
                </a:cubicBezTo>
                <a:cubicBezTo>
                  <a:pt x="5" y="159"/>
                  <a:pt x="5" y="159"/>
                  <a:pt x="5" y="159"/>
                </a:cubicBezTo>
                <a:cubicBezTo>
                  <a:pt x="4" y="157"/>
                  <a:pt x="4" y="155"/>
                  <a:pt x="5" y="153"/>
                </a:cubicBezTo>
                <a:cubicBezTo>
                  <a:pt x="19" y="124"/>
                  <a:pt x="19" y="124"/>
                  <a:pt x="19" y="124"/>
                </a:cubicBezTo>
                <a:cubicBezTo>
                  <a:pt x="8" y="124"/>
                  <a:pt x="8" y="124"/>
                  <a:pt x="8" y="124"/>
                </a:cubicBezTo>
                <a:close/>
                <a:moveTo>
                  <a:pt x="54" y="115"/>
                </a:moveTo>
                <a:cubicBezTo>
                  <a:pt x="54" y="115"/>
                  <a:pt x="54" y="115"/>
                  <a:pt x="54" y="115"/>
                </a:cubicBezTo>
                <a:cubicBezTo>
                  <a:pt x="54" y="110"/>
                  <a:pt x="54" y="110"/>
                  <a:pt x="54" y="110"/>
                </a:cubicBezTo>
                <a:cubicBezTo>
                  <a:pt x="54" y="107"/>
                  <a:pt x="57" y="103"/>
                  <a:pt x="60" y="103"/>
                </a:cubicBezTo>
                <a:cubicBezTo>
                  <a:pt x="64" y="103"/>
                  <a:pt x="67" y="107"/>
                  <a:pt x="67" y="110"/>
                </a:cubicBezTo>
                <a:cubicBezTo>
                  <a:pt x="67" y="115"/>
                  <a:pt x="67" y="115"/>
                  <a:pt x="67" y="115"/>
                </a:cubicBezTo>
                <a:cubicBezTo>
                  <a:pt x="83" y="115"/>
                  <a:pt x="83" y="115"/>
                  <a:pt x="83" y="115"/>
                </a:cubicBezTo>
                <a:cubicBezTo>
                  <a:pt x="67" y="82"/>
                  <a:pt x="67" y="82"/>
                  <a:pt x="67" y="82"/>
                </a:cubicBezTo>
                <a:cubicBezTo>
                  <a:pt x="63" y="83"/>
                  <a:pt x="58" y="83"/>
                  <a:pt x="54" y="82"/>
                </a:cubicBezTo>
                <a:cubicBezTo>
                  <a:pt x="38" y="115"/>
                  <a:pt x="38" y="115"/>
                  <a:pt x="38" y="115"/>
                </a:cubicBezTo>
                <a:cubicBezTo>
                  <a:pt x="54" y="115"/>
                  <a:pt x="54" y="115"/>
                  <a:pt x="54" y="115"/>
                </a:cubicBezTo>
                <a:close/>
                <a:moveTo>
                  <a:pt x="73" y="39"/>
                </a:moveTo>
                <a:cubicBezTo>
                  <a:pt x="73" y="39"/>
                  <a:pt x="73" y="39"/>
                  <a:pt x="73" y="39"/>
                </a:cubicBezTo>
                <a:cubicBezTo>
                  <a:pt x="66" y="32"/>
                  <a:pt x="55" y="32"/>
                  <a:pt x="48" y="39"/>
                </a:cubicBezTo>
                <a:cubicBezTo>
                  <a:pt x="48" y="39"/>
                  <a:pt x="48" y="39"/>
                  <a:pt x="48" y="39"/>
                </a:cubicBezTo>
                <a:cubicBezTo>
                  <a:pt x="45" y="42"/>
                  <a:pt x="43" y="47"/>
                  <a:pt x="43" y="51"/>
                </a:cubicBezTo>
                <a:cubicBezTo>
                  <a:pt x="43" y="56"/>
                  <a:pt x="45" y="61"/>
                  <a:pt x="48" y="64"/>
                </a:cubicBezTo>
                <a:cubicBezTo>
                  <a:pt x="53" y="69"/>
                  <a:pt x="61" y="71"/>
                  <a:pt x="67" y="68"/>
                </a:cubicBezTo>
                <a:cubicBezTo>
                  <a:pt x="68" y="68"/>
                  <a:pt x="68" y="68"/>
                  <a:pt x="68" y="68"/>
                </a:cubicBezTo>
                <a:cubicBezTo>
                  <a:pt x="69" y="67"/>
                  <a:pt x="71" y="66"/>
                  <a:pt x="73" y="64"/>
                </a:cubicBezTo>
                <a:cubicBezTo>
                  <a:pt x="73" y="64"/>
                  <a:pt x="73" y="64"/>
                  <a:pt x="73" y="64"/>
                </a:cubicBezTo>
                <a:cubicBezTo>
                  <a:pt x="76" y="61"/>
                  <a:pt x="78" y="56"/>
                  <a:pt x="78" y="51"/>
                </a:cubicBezTo>
                <a:cubicBezTo>
                  <a:pt x="78" y="47"/>
                  <a:pt x="76" y="42"/>
                  <a:pt x="73" y="39"/>
                </a:cubicBezTo>
                <a:cubicBezTo>
                  <a:pt x="73" y="39"/>
                  <a:pt x="73" y="39"/>
                  <a:pt x="73" y="39"/>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1" name="Freeform 13"/>
          <p:cNvSpPr>
            <a:spLocks noEditPoints="1"/>
          </p:cNvSpPr>
          <p:nvPr/>
        </p:nvSpPr>
        <p:spPr bwMode="auto">
          <a:xfrm>
            <a:off x="93026" y="1695727"/>
            <a:ext cx="212710" cy="176648"/>
          </a:xfrm>
          <a:custGeom>
            <a:avLst/>
            <a:gdLst>
              <a:gd name="T0" fmla="*/ 111 w 197"/>
              <a:gd name="T1" fmla="*/ 11 h 164"/>
              <a:gd name="T2" fmla="*/ 0 w 197"/>
              <a:gd name="T3" fmla="*/ 15 h 164"/>
              <a:gd name="T4" fmla="*/ 105 w 197"/>
              <a:gd name="T5" fmla="*/ 164 h 164"/>
              <a:gd name="T6" fmla="*/ 136 w 197"/>
              <a:gd name="T7" fmla="*/ 159 h 164"/>
              <a:gd name="T8" fmla="*/ 196 w 197"/>
              <a:gd name="T9" fmla="*/ 142 h 164"/>
              <a:gd name="T10" fmla="*/ 52 w 197"/>
              <a:gd name="T11" fmla="*/ 150 h 164"/>
              <a:gd name="T12" fmla="*/ 52 w 197"/>
              <a:gd name="T13" fmla="*/ 22 h 164"/>
              <a:gd name="T14" fmla="*/ 99 w 197"/>
              <a:gd name="T15" fmla="*/ 150 h 164"/>
              <a:gd name="T16" fmla="*/ 99 w 197"/>
              <a:gd name="T17" fmla="*/ 22 h 164"/>
              <a:gd name="T18" fmla="*/ 147 w 197"/>
              <a:gd name="T19" fmla="*/ 149 h 164"/>
              <a:gd name="T20" fmla="*/ 181 w 197"/>
              <a:gd name="T21" fmla="*/ 139 h 164"/>
              <a:gd name="T22" fmla="*/ 23 w 197"/>
              <a:gd name="T23" fmla="*/ 133 h 164"/>
              <a:gd name="T24" fmla="*/ 42 w 197"/>
              <a:gd name="T25" fmla="*/ 134 h 164"/>
              <a:gd name="T26" fmla="*/ 43 w 197"/>
              <a:gd name="T27" fmla="*/ 114 h 164"/>
              <a:gd name="T28" fmla="*/ 23 w 197"/>
              <a:gd name="T29" fmla="*/ 114 h 164"/>
              <a:gd name="T30" fmla="*/ 29 w 197"/>
              <a:gd name="T31" fmla="*/ 120 h 164"/>
              <a:gd name="T32" fmla="*/ 37 w 197"/>
              <a:gd name="T33" fmla="*/ 120 h 164"/>
              <a:gd name="T34" fmla="*/ 37 w 197"/>
              <a:gd name="T35" fmla="*/ 128 h 164"/>
              <a:gd name="T36" fmla="*/ 29 w 197"/>
              <a:gd name="T37" fmla="*/ 127 h 164"/>
              <a:gd name="T38" fmla="*/ 32 w 197"/>
              <a:gd name="T39" fmla="*/ 91 h 164"/>
              <a:gd name="T40" fmla="*/ 36 w 197"/>
              <a:gd name="T41" fmla="*/ 38 h 164"/>
              <a:gd name="T42" fmla="*/ 28 w 197"/>
              <a:gd name="T43" fmla="*/ 87 h 164"/>
              <a:gd name="T44" fmla="*/ 134 w 197"/>
              <a:gd name="T45" fmla="*/ 31 h 164"/>
              <a:gd name="T46" fmla="*/ 149 w 197"/>
              <a:gd name="T47" fmla="*/ 86 h 164"/>
              <a:gd name="T48" fmla="*/ 134 w 197"/>
              <a:gd name="T49" fmla="*/ 31 h 164"/>
              <a:gd name="T50" fmla="*/ 69 w 197"/>
              <a:gd name="T51" fmla="*/ 133 h 164"/>
              <a:gd name="T52" fmla="*/ 88 w 197"/>
              <a:gd name="T53" fmla="*/ 133 h 164"/>
              <a:gd name="T54" fmla="*/ 79 w 197"/>
              <a:gd name="T55" fmla="*/ 110 h 164"/>
              <a:gd name="T56" fmla="*/ 65 w 197"/>
              <a:gd name="T57" fmla="*/ 124 h 164"/>
              <a:gd name="T58" fmla="*/ 75 w 197"/>
              <a:gd name="T59" fmla="*/ 120 h 164"/>
              <a:gd name="T60" fmla="*/ 82 w 197"/>
              <a:gd name="T61" fmla="*/ 120 h 164"/>
              <a:gd name="T62" fmla="*/ 82 w 197"/>
              <a:gd name="T63" fmla="*/ 128 h 164"/>
              <a:gd name="T64" fmla="*/ 74 w 197"/>
              <a:gd name="T65" fmla="*/ 127 h 164"/>
              <a:gd name="T66" fmla="*/ 81 w 197"/>
              <a:gd name="T67" fmla="*/ 91 h 164"/>
              <a:gd name="T68" fmla="*/ 85 w 197"/>
              <a:gd name="T69" fmla="*/ 38 h 164"/>
              <a:gd name="T70" fmla="*/ 77 w 197"/>
              <a:gd name="T71" fmla="*/ 87 h 164"/>
              <a:gd name="T72" fmla="*/ 148 w 197"/>
              <a:gd name="T73" fmla="*/ 109 h 164"/>
              <a:gd name="T74" fmla="*/ 148 w 197"/>
              <a:gd name="T75" fmla="*/ 128 h 164"/>
              <a:gd name="T76" fmla="*/ 167 w 197"/>
              <a:gd name="T77" fmla="*/ 128 h 164"/>
              <a:gd name="T78" fmla="*/ 168 w 197"/>
              <a:gd name="T79" fmla="*/ 109 h 164"/>
              <a:gd name="T80" fmla="*/ 158 w 197"/>
              <a:gd name="T81" fmla="*/ 105 h 164"/>
              <a:gd name="T82" fmla="*/ 154 w 197"/>
              <a:gd name="T83" fmla="*/ 114 h 164"/>
              <a:gd name="T84" fmla="*/ 163 w 197"/>
              <a:gd name="T85" fmla="*/ 118 h 164"/>
              <a:gd name="T86" fmla="*/ 154 w 197"/>
              <a:gd name="T87" fmla="*/ 122 h 164"/>
              <a:gd name="T88" fmla="*/ 154 w 197"/>
              <a:gd name="T89" fmla="*/ 114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97" h="164">
                <a:moveTo>
                  <a:pt x="159" y="6"/>
                </a:moveTo>
                <a:cubicBezTo>
                  <a:pt x="158" y="2"/>
                  <a:pt x="155" y="0"/>
                  <a:pt x="151" y="1"/>
                </a:cubicBezTo>
                <a:cubicBezTo>
                  <a:pt x="111" y="11"/>
                  <a:pt x="111" y="11"/>
                  <a:pt x="111" y="11"/>
                </a:cubicBezTo>
                <a:cubicBezTo>
                  <a:pt x="110" y="10"/>
                  <a:pt x="108" y="8"/>
                  <a:pt x="105" y="8"/>
                </a:cubicBezTo>
                <a:cubicBezTo>
                  <a:pt x="7" y="8"/>
                  <a:pt x="7" y="8"/>
                  <a:pt x="7" y="8"/>
                </a:cubicBezTo>
                <a:cubicBezTo>
                  <a:pt x="3" y="8"/>
                  <a:pt x="0" y="11"/>
                  <a:pt x="0" y="15"/>
                </a:cubicBezTo>
                <a:cubicBezTo>
                  <a:pt x="0" y="157"/>
                  <a:pt x="0" y="157"/>
                  <a:pt x="0" y="157"/>
                </a:cubicBezTo>
                <a:cubicBezTo>
                  <a:pt x="0" y="161"/>
                  <a:pt x="3" y="164"/>
                  <a:pt x="7" y="164"/>
                </a:cubicBezTo>
                <a:cubicBezTo>
                  <a:pt x="105" y="164"/>
                  <a:pt x="105" y="164"/>
                  <a:pt x="105" y="164"/>
                </a:cubicBezTo>
                <a:cubicBezTo>
                  <a:pt x="109" y="164"/>
                  <a:pt x="112" y="161"/>
                  <a:pt x="112" y="157"/>
                </a:cubicBezTo>
                <a:cubicBezTo>
                  <a:pt x="112" y="71"/>
                  <a:pt x="112" y="71"/>
                  <a:pt x="112" y="71"/>
                </a:cubicBezTo>
                <a:cubicBezTo>
                  <a:pt x="136" y="159"/>
                  <a:pt x="136" y="159"/>
                  <a:pt x="136" y="159"/>
                </a:cubicBezTo>
                <a:cubicBezTo>
                  <a:pt x="136" y="162"/>
                  <a:pt x="140" y="164"/>
                  <a:pt x="144" y="163"/>
                </a:cubicBezTo>
                <a:cubicBezTo>
                  <a:pt x="191" y="151"/>
                  <a:pt x="191" y="151"/>
                  <a:pt x="191" y="151"/>
                </a:cubicBezTo>
                <a:cubicBezTo>
                  <a:pt x="195" y="150"/>
                  <a:pt x="197" y="146"/>
                  <a:pt x="196" y="142"/>
                </a:cubicBezTo>
                <a:cubicBezTo>
                  <a:pt x="159" y="6"/>
                  <a:pt x="159" y="6"/>
                  <a:pt x="159" y="6"/>
                </a:cubicBezTo>
                <a:close/>
                <a:moveTo>
                  <a:pt x="52" y="150"/>
                </a:moveTo>
                <a:cubicBezTo>
                  <a:pt x="52" y="150"/>
                  <a:pt x="52" y="150"/>
                  <a:pt x="52" y="150"/>
                </a:cubicBezTo>
                <a:cubicBezTo>
                  <a:pt x="14" y="150"/>
                  <a:pt x="14" y="150"/>
                  <a:pt x="14" y="150"/>
                </a:cubicBezTo>
                <a:cubicBezTo>
                  <a:pt x="14" y="22"/>
                  <a:pt x="14" y="22"/>
                  <a:pt x="14" y="22"/>
                </a:cubicBezTo>
                <a:cubicBezTo>
                  <a:pt x="52" y="22"/>
                  <a:pt x="52" y="22"/>
                  <a:pt x="52" y="22"/>
                </a:cubicBezTo>
                <a:cubicBezTo>
                  <a:pt x="52" y="150"/>
                  <a:pt x="52" y="150"/>
                  <a:pt x="52" y="150"/>
                </a:cubicBezTo>
                <a:close/>
                <a:moveTo>
                  <a:pt x="99" y="150"/>
                </a:moveTo>
                <a:cubicBezTo>
                  <a:pt x="99" y="150"/>
                  <a:pt x="99" y="150"/>
                  <a:pt x="99" y="150"/>
                </a:cubicBezTo>
                <a:cubicBezTo>
                  <a:pt x="60" y="150"/>
                  <a:pt x="60" y="150"/>
                  <a:pt x="60" y="150"/>
                </a:cubicBezTo>
                <a:cubicBezTo>
                  <a:pt x="60" y="22"/>
                  <a:pt x="60" y="22"/>
                  <a:pt x="60" y="22"/>
                </a:cubicBezTo>
                <a:cubicBezTo>
                  <a:pt x="99" y="22"/>
                  <a:pt x="99" y="22"/>
                  <a:pt x="99" y="22"/>
                </a:cubicBezTo>
                <a:cubicBezTo>
                  <a:pt x="99" y="150"/>
                  <a:pt x="99" y="150"/>
                  <a:pt x="99" y="150"/>
                </a:cubicBezTo>
                <a:close/>
                <a:moveTo>
                  <a:pt x="147" y="149"/>
                </a:moveTo>
                <a:cubicBezTo>
                  <a:pt x="147" y="149"/>
                  <a:pt x="147" y="149"/>
                  <a:pt x="147" y="149"/>
                </a:cubicBezTo>
                <a:cubicBezTo>
                  <a:pt x="114" y="25"/>
                  <a:pt x="114" y="25"/>
                  <a:pt x="114" y="25"/>
                </a:cubicBezTo>
                <a:cubicBezTo>
                  <a:pt x="148" y="16"/>
                  <a:pt x="148" y="16"/>
                  <a:pt x="148" y="16"/>
                </a:cubicBezTo>
                <a:cubicBezTo>
                  <a:pt x="181" y="139"/>
                  <a:pt x="181" y="139"/>
                  <a:pt x="181" y="139"/>
                </a:cubicBezTo>
                <a:cubicBezTo>
                  <a:pt x="147" y="149"/>
                  <a:pt x="147" y="149"/>
                  <a:pt x="147" y="149"/>
                </a:cubicBezTo>
                <a:close/>
                <a:moveTo>
                  <a:pt x="23" y="133"/>
                </a:moveTo>
                <a:cubicBezTo>
                  <a:pt x="23" y="133"/>
                  <a:pt x="23" y="133"/>
                  <a:pt x="23" y="133"/>
                </a:cubicBezTo>
                <a:cubicBezTo>
                  <a:pt x="23" y="133"/>
                  <a:pt x="23" y="133"/>
                  <a:pt x="23" y="133"/>
                </a:cubicBezTo>
                <a:cubicBezTo>
                  <a:pt x="26" y="136"/>
                  <a:pt x="29" y="137"/>
                  <a:pt x="33" y="137"/>
                </a:cubicBezTo>
                <a:cubicBezTo>
                  <a:pt x="37" y="137"/>
                  <a:pt x="40" y="136"/>
                  <a:pt x="42" y="134"/>
                </a:cubicBezTo>
                <a:cubicBezTo>
                  <a:pt x="43" y="133"/>
                  <a:pt x="43" y="133"/>
                  <a:pt x="43" y="133"/>
                </a:cubicBezTo>
                <a:cubicBezTo>
                  <a:pt x="45" y="131"/>
                  <a:pt x="47" y="127"/>
                  <a:pt x="47" y="124"/>
                </a:cubicBezTo>
                <a:cubicBezTo>
                  <a:pt x="47" y="120"/>
                  <a:pt x="45" y="116"/>
                  <a:pt x="43" y="114"/>
                </a:cubicBezTo>
                <a:cubicBezTo>
                  <a:pt x="42" y="114"/>
                  <a:pt x="42" y="114"/>
                  <a:pt x="42" y="114"/>
                </a:cubicBezTo>
                <a:cubicBezTo>
                  <a:pt x="40" y="112"/>
                  <a:pt x="37" y="110"/>
                  <a:pt x="33" y="110"/>
                </a:cubicBezTo>
                <a:cubicBezTo>
                  <a:pt x="29" y="110"/>
                  <a:pt x="26" y="112"/>
                  <a:pt x="23" y="114"/>
                </a:cubicBezTo>
                <a:cubicBezTo>
                  <a:pt x="21" y="116"/>
                  <a:pt x="19" y="120"/>
                  <a:pt x="19" y="124"/>
                </a:cubicBezTo>
                <a:cubicBezTo>
                  <a:pt x="19" y="127"/>
                  <a:pt x="21" y="131"/>
                  <a:pt x="23" y="133"/>
                </a:cubicBezTo>
                <a:close/>
                <a:moveTo>
                  <a:pt x="29" y="120"/>
                </a:moveTo>
                <a:cubicBezTo>
                  <a:pt x="29" y="120"/>
                  <a:pt x="29" y="120"/>
                  <a:pt x="29" y="120"/>
                </a:cubicBezTo>
                <a:cubicBezTo>
                  <a:pt x="30" y="119"/>
                  <a:pt x="31" y="118"/>
                  <a:pt x="33" y="118"/>
                </a:cubicBezTo>
                <a:cubicBezTo>
                  <a:pt x="34" y="118"/>
                  <a:pt x="36" y="119"/>
                  <a:pt x="37" y="120"/>
                </a:cubicBezTo>
                <a:cubicBezTo>
                  <a:pt x="37" y="120"/>
                  <a:pt x="37" y="120"/>
                  <a:pt x="37" y="120"/>
                </a:cubicBezTo>
                <a:cubicBezTo>
                  <a:pt x="38" y="121"/>
                  <a:pt x="38" y="122"/>
                  <a:pt x="38" y="124"/>
                </a:cubicBezTo>
                <a:cubicBezTo>
                  <a:pt x="38" y="125"/>
                  <a:pt x="38" y="127"/>
                  <a:pt x="37" y="128"/>
                </a:cubicBezTo>
                <a:cubicBezTo>
                  <a:pt x="36" y="129"/>
                  <a:pt x="34" y="129"/>
                  <a:pt x="33" y="129"/>
                </a:cubicBezTo>
                <a:cubicBezTo>
                  <a:pt x="31" y="129"/>
                  <a:pt x="30" y="129"/>
                  <a:pt x="29" y="128"/>
                </a:cubicBezTo>
                <a:cubicBezTo>
                  <a:pt x="29" y="127"/>
                  <a:pt x="29" y="127"/>
                  <a:pt x="29" y="127"/>
                </a:cubicBezTo>
                <a:cubicBezTo>
                  <a:pt x="28" y="126"/>
                  <a:pt x="27" y="125"/>
                  <a:pt x="27" y="124"/>
                </a:cubicBezTo>
                <a:cubicBezTo>
                  <a:pt x="27" y="122"/>
                  <a:pt x="28" y="121"/>
                  <a:pt x="29" y="120"/>
                </a:cubicBezTo>
                <a:close/>
                <a:moveTo>
                  <a:pt x="32" y="91"/>
                </a:moveTo>
                <a:cubicBezTo>
                  <a:pt x="32" y="91"/>
                  <a:pt x="32" y="91"/>
                  <a:pt x="32" y="91"/>
                </a:cubicBezTo>
                <a:cubicBezTo>
                  <a:pt x="34" y="91"/>
                  <a:pt x="36" y="89"/>
                  <a:pt x="36" y="87"/>
                </a:cubicBezTo>
                <a:cubicBezTo>
                  <a:pt x="36" y="38"/>
                  <a:pt x="36" y="38"/>
                  <a:pt x="36" y="38"/>
                </a:cubicBezTo>
                <a:cubicBezTo>
                  <a:pt x="36" y="35"/>
                  <a:pt x="34" y="34"/>
                  <a:pt x="32" y="34"/>
                </a:cubicBezTo>
                <a:cubicBezTo>
                  <a:pt x="29" y="34"/>
                  <a:pt x="28" y="35"/>
                  <a:pt x="28" y="38"/>
                </a:cubicBezTo>
                <a:cubicBezTo>
                  <a:pt x="28" y="87"/>
                  <a:pt x="28" y="87"/>
                  <a:pt x="28" y="87"/>
                </a:cubicBezTo>
                <a:cubicBezTo>
                  <a:pt x="28" y="89"/>
                  <a:pt x="29" y="91"/>
                  <a:pt x="32" y="91"/>
                </a:cubicBezTo>
                <a:close/>
                <a:moveTo>
                  <a:pt x="134" y="31"/>
                </a:moveTo>
                <a:cubicBezTo>
                  <a:pt x="134" y="31"/>
                  <a:pt x="134" y="31"/>
                  <a:pt x="134" y="31"/>
                </a:cubicBezTo>
                <a:cubicBezTo>
                  <a:pt x="132" y="32"/>
                  <a:pt x="131" y="34"/>
                  <a:pt x="131" y="36"/>
                </a:cubicBezTo>
                <a:cubicBezTo>
                  <a:pt x="144" y="84"/>
                  <a:pt x="144" y="84"/>
                  <a:pt x="144" y="84"/>
                </a:cubicBezTo>
                <a:cubicBezTo>
                  <a:pt x="144" y="86"/>
                  <a:pt x="146" y="87"/>
                  <a:pt x="149" y="86"/>
                </a:cubicBezTo>
                <a:cubicBezTo>
                  <a:pt x="151" y="86"/>
                  <a:pt x="152" y="84"/>
                  <a:pt x="152" y="82"/>
                </a:cubicBezTo>
                <a:cubicBezTo>
                  <a:pt x="139" y="34"/>
                  <a:pt x="139" y="34"/>
                  <a:pt x="139" y="34"/>
                </a:cubicBezTo>
                <a:cubicBezTo>
                  <a:pt x="138" y="32"/>
                  <a:pt x="136" y="31"/>
                  <a:pt x="134" y="31"/>
                </a:cubicBezTo>
                <a:close/>
                <a:moveTo>
                  <a:pt x="69" y="133"/>
                </a:moveTo>
                <a:cubicBezTo>
                  <a:pt x="69" y="133"/>
                  <a:pt x="69" y="133"/>
                  <a:pt x="69" y="133"/>
                </a:cubicBezTo>
                <a:cubicBezTo>
                  <a:pt x="69" y="133"/>
                  <a:pt x="69" y="133"/>
                  <a:pt x="69" y="133"/>
                </a:cubicBezTo>
                <a:cubicBezTo>
                  <a:pt x="71" y="136"/>
                  <a:pt x="75" y="137"/>
                  <a:pt x="79" y="137"/>
                </a:cubicBezTo>
                <a:cubicBezTo>
                  <a:pt x="82" y="137"/>
                  <a:pt x="86" y="136"/>
                  <a:pt x="88" y="134"/>
                </a:cubicBezTo>
                <a:cubicBezTo>
                  <a:pt x="88" y="133"/>
                  <a:pt x="88" y="133"/>
                  <a:pt x="88" y="133"/>
                </a:cubicBezTo>
                <a:cubicBezTo>
                  <a:pt x="91" y="131"/>
                  <a:pt x="92" y="127"/>
                  <a:pt x="92" y="124"/>
                </a:cubicBezTo>
                <a:cubicBezTo>
                  <a:pt x="92" y="120"/>
                  <a:pt x="91" y="116"/>
                  <a:pt x="88" y="114"/>
                </a:cubicBezTo>
                <a:cubicBezTo>
                  <a:pt x="86" y="112"/>
                  <a:pt x="82" y="110"/>
                  <a:pt x="79" y="110"/>
                </a:cubicBezTo>
                <a:cubicBezTo>
                  <a:pt x="75" y="110"/>
                  <a:pt x="71" y="112"/>
                  <a:pt x="69" y="114"/>
                </a:cubicBezTo>
                <a:cubicBezTo>
                  <a:pt x="69" y="114"/>
                  <a:pt x="69" y="114"/>
                  <a:pt x="69" y="114"/>
                </a:cubicBezTo>
                <a:cubicBezTo>
                  <a:pt x="66" y="116"/>
                  <a:pt x="65" y="120"/>
                  <a:pt x="65" y="124"/>
                </a:cubicBezTo>
                <a:cubicBezTo>
                  <a:pt x="65" y="127"/>
                  <a:pt x="66" y="131"/>
                  <a:pt x="69" y="133"/>
                </a:cubicBezTo>
                <a:close/>
                <a:moveTo>
                  <a:pt x="75" y="120"/>
                </a:moveTo>
                <a:cubicBezTo>
                  <a:pt x="75" y="120"/>
                  <a:pt x="75" y="120"/>
                  <a:pt x="75" y="120"/>
                </a:cubicBezTo>
                <a:cubicBezTo>
                  <a:pt x="76" y="119"/>
                  <a:pt x="77" y="118"/>
                  <a:pt x="79" y="118"/>
                </a:cubicBezTo>
                <a:cubicBezTo>
                  <a:pt x="80" y="118"/>
                  <a:pt x="81" y="119"/>
                  <a:pt x="82" y="120"/>
                </a:cubicBezTo>
                <a:cubicBezTo>
                  <a:pt x="82" y="120"/>
                  <a:pt x="82" y="120"/>
                  <a:pt x="82" y="120"/>
                </a:cubicBezTo>
                <a:cubicBezTo>
                  <a:pt x="84" y="121"/>
                  <a:pt x="84" y="122"/>
                  <a:pt x="84" y="124"/>
                </a:cubicBezTo>
                <a:cubicBezTo>
                  <a:pt x="84" y="125"/>
                  <a:pt x="84" y="127"/>
                  <a:pt x="83" y="128"/>
                </a:cubicBezTo>
                <a:cubicBezTo>
                  <a:pt x="82" y="128"/>
                  <a:pt x="82" y="128"/>
                  <a:pt x="82" y="128"/>
                </a:cubicBezTo>
                <a:cubicBezTo>
                  <a:pt x="81" y="129"/>
                  <a:pt x="80" y="129"/>
                  <a:pt x="79" y="129"/>
                </a:cubicBezTo>
                <a:cubicBezTo>
                  <a:pt x="77" y="129"/>
                  <a:pt x="76" y="129"/>
                  <a:pt x="75" y="128"/>
                </a:cubicBezTo>
                <a:cubicBezTo>
                  <a:pt x="74" y="127"/>
                  <a:pt x="74" y="127"/>
                  <a:pt x="74" y="127"/>
                </a:cubicBezTo>
                <a:cubicBezTo>
                  <a:pt x="74" y="126"/>
                  <a:pt x="73" y="125"/>
                  <a:pt x="73" y="124"/>
                </a:cubicBezTo>
                <a:cubicBezTo>
                  <a:pt x="73" y="122"/>
                  <a:pt x="74" y="121"/>
                  <a:pt x="75" y="120"/>
                </a:cubicBezTo>
                <a:close/>
                <a:moveTo>
                  <a:pt x="81" y="91"/>
                </a:moveTo>
                <a:cubicBezTo>
                  <a:pt x="81" y="91"/>
                  <a:pt x="81" y="91"/>
                  <a:pt x="81" y="91"/>
                </a:cubicBezTo>
                <a:cubicBezTo>
                  <a:pt x="83" y="91"/>
                  <a:pt x="85" y="89"/>
                  <a:pt x="85" y="87"/>
                </a:cubicBezTo>
                <a:cubicBezTo>
                  <a:pt x="85" y="38"/>
                  <a:pt x="85" y="38"/>
                  <a:pt x="85" y="38"/>
                </a:cubicBezTo>
                <a:cubicBezTo>
                  <a:pt x="85" y="35"/>
                  <a:pt x="83" y="34"/>
                  <a:pt x="81" y="34"/>
                </a:cubicBezTo>
                <a:cubicBezTo>
                  <a:pt x="79" y="34"/>
                  <a:pt x="77" y="35"/>
                  <a:pt x="77" y="38"/>
                </a:cubicBezTo>
                <a:cubicBezTo>
                  <a:pt x="77" y="87"/>
                  <a:pt x="77" y="87"/>
                  <a:pt x="77" y="87"/>
                </a:cubicBezTo>
                <a:cubicBezTo>
                  <a:pt x="77" y="89"/>
                  <a:pt x="79" y="91"/>
                  <a:pt x="81" y="91"/>
                </a:cubicBezTo>
                <a:close/>
                <a:moveTo>
                  <a:pt x="148" y="109"/>
                </a:moveTo>
                <a:cubicBezTo>
                  <a:pt x="148" y="109"/>
                  <a:pt x="148" y="109"/>
                  <a:pt x="148" y="109"/>
                </a:cubicBezTo>
                <a:cubicBezTo>
                  <a:pt x="146" y="111"/>
                  <a:pt x="144" y="114"/>
                  <a:pt x="144" y="118"/>
                </a:cubicBezTo>
                <a:cubicBezTo>
                  <a:pt x="144" y="122"/>
                  <a:pt x="146" y="125"/>
                  <a:pt x="148" y="128"/>
                </a:cubicBezTo>
                <a:cubicBezTo>
                  <a:pt x="148" y="128"/>
                  <a:pt x="148" y="128"/>
                  <a:pt x="148" y="128"/>
                </a:cubicBezTo>
                <a:cubicBezTo>
                  <a:pt x="151" y="130"/>
                  <a:pt x="154" y="132"/>
                  <a:pt x="158" y="132"/>
                </a:cubicBezTo>
                <a:cubicBezTo>
                  <a:pt x="161" y="132"/>
                  <a:pt x="165" y="131"/>
                  <a:pt x="167" y="128"/>
                </a:cubicBezTo>
                <a:cubicBezTo>
                  <a:pt x="167" y="128"/>
                  <a:pt x="167" y="128"/>
                  <a:pt x="167" y="128"/>
                </a:cubicBezTo>
                <a:cubicBezTo>
                  <a:pt x="168" y="128"/>
                  <a:pt x="168" y="128"/>
                  <a:pt x="168" y="128"/>
                </a:cubicBezTo>
                <a:cubicBezTo>
                  <a:pt x="170" y="126"/>
                  <a:pt x="171" y="122"/>
                  <a:pt x="171" y="118"/>
                </a:cubicBezTo>
                <a:cubicBezTo>
                  <a:pt x="171" y="114"/>
                  <a:pt x="170" y="111"/>
                  <a:pt x="168" y="109"/>
                </a:cubicBezTo>
                <a:cubicBezTo>
                  <a:pt x="168" y="109"/>
                  <a:pt x="168" y="109"/>
                  <a:pt x="168" y="109"/>
                </a:cubicBezTo>
                <a:cubicBezTo>
                  <a:pt x="168" y="109"/>
                  <a:pt x="168" y="109"/>
                  <a:pt x="168" y="109"/>
                </a:cubicBezTo>
                <a:cubicBezTo>
                  <a:pt x="165" y="106"/>
                  <a:pt x="162" y="105"/>
                  <a:pt x="158" y="105"/>
                </a:cubicBezTo>
                <a:cubicBezTo>
                  <a:pt x="154" y="105"/>
                  <a:pt x="151" y="106"/>
                  <a:pt x="148" y="109"/>
                </a:cubicBezTo>
                <a:close/>
                <a:moveTo>
                  <a:pt x="154" y="114"/>
                </a:moveTo>
                <a:cubicBezTo>
                  <a:pt x="154" y="114"/>
                  <a:pt x="154" y="114"/>
                  <a:pt x="154" y="114"/>
                </a:cubicBezTo>
                <a:cubicBezTo>
                  <a:pt x="155" y="113"/>
                  <a:pt x="156" y="113"/>
                  <a:pt x="158" y="113"/>
                </a:cubicBezTo>
                <a:cubicBezTo>
                  <a:pt x="159" y="113"/>
                  <a:pt x="161" y="113"/>
                  <a:pt x="162" y="114"/>
                </a:cubicBezTo>
                <a:cubicBezTo>
                  <a:pt x="163" y="115"/>
                  <a:pt x="163" y="117"/>
                  <a:pt x="163" y="118"/>
                </a:cubicBezTo>
                <a:cubicBezTo>
                  <a:pt x="163" y="120"/>
                  <a:pt x="163" y="121"/>
                  <a:pt x="162" y="122"/>
                </a:cubicBezTo>
                <a:cubicBezTo>
                  <a:pt x="161" y="123"/>
                  <a:pt x="159" y="124"/>
                  <a:pt x="158" y="124"/>
                </a:cubicBezTo>
                <a:cubicBezTo>
                  <a:pt x="156" y="124"/>
                  <a:pt x="155" y="123"/>
                  <a:pt x="154" y="122"/>
                </a:cubicBezTo>
                <a:cubicBezTo>
                  <a:pt x="154" y="122"/>
                  <a:pt x="154" y="122"/>
                  <a:pt x="154" y="122"/>
                </a:cubicBezTo>
                <a:cubicBezTo>
                  <a:pt x="153" y="121"/>
                  <a:pt x="152" y="120"/>
                  <a:pt x="152" y="118"/>
                </a:cubicBezTo>
                <a:cubicBezTo>
                  <a:pt x="152" y="117"/>
                  <a:pt x="153" y="115"/>
                  <a:pt x="154" y="114"/>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8" name="Freeform 10"/>
          <p:cNvSpPr>
            <a:spLocks noEditPoints="1"/>
          </p:cNvSpPr>
          <p:nvPr/>
        </p:nvSpPr>
        <p:spPr bwMode="auto">
          <a:xfrm>
            <a:off x="107850" y="2091788"/>
            <a:ext cx="174824" cy="175280"/>
          </a:xfrm>
          <a:custGeom>
            <a:avLst/>
            <a:gdLst>
              <a:gd name="T0" fmla="*/ 47 w 162"/>
              <a:gd name="T1" fmla="*/ 34 h 163"/>
              <a:gd name="T2" fmla="*/ 34 w 162"/>
              <a:gd name="T3" fmla="*/ 47 h 163"/>
              <a:gd name="T4" fmla="*/ 32 w 162"/>
              <a:gd name="T5" fmla="*/ 61 h 163"/>
              <a:gd name="T6" fmla="*/ 41 w 162"/>
              <a:gd name="T7" fmla="*/ 52 h 163"/>
              <a:gd name="T8" fmla="*/ 52 w 162"/>
              <a:gd name="T9" fmla="*/ 41 h 163"/>
              <a:gd name="T10" fmla="*/ 60 w 162"/>
              <a:gd name="T11" fmla="*/ 32 h 163"/>
              <a:gd name="T12" fmla="*/ 160 w 162"/>
              <a:gd name="T13" fmla="*/ 150 h 163"/>
              <a:gd name="T14" fmla="*/ 130 w 162"/>
              <a:gd name="T15" fmla="*/ 121 h 163"/>
              <a:gd name="T16" fmla="*/ 147 w 162"/>
              <a:gd name="T17" fmla="*/ 74 h 163"/>
              <a:gd name="T18" fmla="*/ 142 w 162"/>
              <a:gd name="T19" fmla="*/ 46 h 163"/>
              <a:gd name="T20" fmla="*/ 126 w 162"/>
              <a:gd name="T21" fmla="*/ 22 h 163"/>
              <a:gd name="T22" fmla="*/ 74 w 162"/>
              <a:gd name="T23" fmla="*/ 0 h 163"/>
              <a:gd name="T24" fmla="*/ 6 w 162"/>
              <a:gd name="T25" fmla="*/ 46 h 163"/>
              <a:gd name="T26" fmla="*/ 5 w 162"/>
              <a:gd name="T27" fmla="*/ 102 h 163"/>
              <a:gd name="T28" fmla="*/ 21 w 162"/>
              <a:gd name="T29" fmla="*/ 126 h 163"/>
              <a:gd name="T30" fmla="*/ 45 w 162"/>
              <a:gd name="T31" fmla="*/ 142 h 163"/>
              <a:gd name="T32" fmla="*/ 45 w 162"/>
              <a:gd name="T33" fmla="*/ 142 h 163"/>
              <a:gd name="T34" fmla="*/ 102 w 162"/>
              <a:gd name="T35" fmla="*/ 142 h 163"/>
              <a:gd name="T36" fmla="*/ 150 w 162"/>
              <a:gd name="T37" fmla="*/ 160 h 163"/>
              <a:gd name="T38" fmla="*/ 160 w 162"/>
              <a:gd name="T39" fmla="*/ 150 h 163"/>
              <a:gd name="T40" fmla="*/ 116 w 162"/>
              <a:gd name="T41" fmla="*/ 117 h 163"/>
              <a:gd name="T42" fmla="*/ 97 w 162"/>
              <a:gd name="T43" fmla="*/ 130 h 163"/>
              <a:gd name="T44" fmla="*/ 51 w 162"/>
              <a:gd name="T45" fmla="*/ 130 h 163"/>
              <a:gd name="T46" fmla="*/ 31 w 162"/>
              <a:gd name="T47" fmla="*/ 117 h 163"/>
              <a:gd name="T48" fmla="*/ 31 w 162"/>
              <a:gd name="T49" fmla="*/ 117 h 163"/>
              <a:gd name="T50" fmla="*/ 18 w 162"/>
              <a:gd name="T51" fmla="*/ 97 h 163"/>
              <a:gd name="T52" fmla="*/ 18 w 162"/>
              <a:gd name="T53" fmla="*/ 51 h 163"/>
              <a:gd name="T54" fmla="*/ 74 w 162"/>
              <a:gd name="T55" fmla="*/ 14 h 163"/>
              <a:gd name="T56" fmla="*/ 116 w 162"/>
              <a:gd name="T57" fmla="*/ 31 h 163"/>
              <a:gd name="T58" fmla="*/ 129 w 162"/>
              <a:gd name="T59" fmla="*/ 51 h 163"/>
              <a:gd name="T60" fmla="*/ 134 w 162"/>
              <a:gd name="T61" fmla="*/ 74 h 163"/>
              <a:gd name="T62" fmla="*/ 116 w 162"/>
              <a:gd name="T63" fmla="*/ 117 h 163"/>
              <a:gd name="T64" fmla="*/ 117 w 162"/>
              <a:gd name="T65" fmla="*/ 70 h 163"/>
              <a:gd name="T66" fmla="*/ 110 w 162"/>
              <a:gd name="T67" fmla="*/ 89 h 163"/>
              <a:gd name="T68" fmla="*/ 102 w 162"/>
              <a:gd name="T69" fmla="*/ 102 h 163"/>
              <a:gd name="T70" fmla="*/ 74 w 162"/>
              <a:gd name="T71" fmla="*/ 114 h 163"/>
              <a:gd name="T72" fmla="*/ 74 w 162"/>
              <a:gd name="T73" fmla="*/ 122 h 163"/>
              <a:gd name="T74" fmla="*/ 107 w 162"/>
              <a:gd name="T75" fmla="*/ 108 h 163"/>
              <a:gd name="T76" fmla="*/ 118 w 162"/>
              <a:gd name="T77" fmla="*/ 92 h 163"/>
              <a:gd name="T78" fmla="*/ 117 w 162"/>
              <a:gd name="T79" fmla="*/ 70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62" h="163">
                <a:moveTo>
                  <a:pt x="55" y="30"/>
                </a:moveTo>
                <a:cubicBezTo>
                  <a:pt x="52" y="31"/>
                  <a:pt x="50" y="33"/>
                  <a:pt x="47" y="34"/>
                </a:cubicBezTo>
                <a:cubicBezTo>
                  <a:pt x="44" y="36"/>
                  <a:pt x="42" y="38"/>
                  <a:pt x="40" y="40"/>
                </a:cubicBezTo>
                <a:cubicBezTo>
                  <a:pt x="38" y="42"/>
                  <a:pt x="36" y="45"/>
                  <a:pt x="34" y="47"/>
                </a:cubicBezTo>
                <a:cubicBezTo>
                  <a:pt x="32" y="50"/>
                  <a:pt x="31" y="53"/>
                  <a:pt x="30" y="55"/>
                </a:cubicBezTo>
                <a:cubicBezTo>
                  <a:pt x="29" y="57"/>
                  <a:pt x="30" y="60"/>
                  <a:pt x="32" y="61"/>
                </a:cubicBezTo>
                <a:cubicBezTo>
                  <a:pt x="34" y="62"/>
                  <a:pt x="36" y="61"/>
                  <a:pt x="37" y="59"/>
                </a:cubicBezTo>
                <a:cubicBezTo>
                  <a:pt x="38" y="56"/>
                  <a:pt x="39" y="54"/>
                  <a:pt x="41" y="52"/>
                </a:cubicBezTo>
                <a:cubicBezTo>
                  <a:pt x="42" y="50"/>
                  <a:pt x="44" y="48"/>
                  <a:pt x="46" y="46"/>
                </a:cubicBezTo>
                <a:cubicBezTo>
                  <a:pt x="48" y="44"/>
                  <a:pt x="49" y="43"/>
                  <a:pt x="52" y="41"/>
                </a:cubicBezTo>
                <a:cubicBezTo>
                  <a:pt x="54" y="40"/>
                  <a:pt x="56" y="38"/>
                  <a:pt x="58" y="37"/>
                </a:cubicBezTo>
                <a:cubicBezTo>
                  <a:pt x="60" y="37"/>
                  <a:pt x="61" y="34"/>
                  <a:pt x="60" y="32"/>
                </a:cubicBezTo>
                <a:cubicBezTo>
                  <a:pt x="59" y="30"/>
                  <a:pt x="57" y="29"/>
                  <a:pt x="55" y="30"/>
                </a:cubicBezTo>
                <a:close/>
                <a:moveTo>
                  <a:pt x="160" y="150"/>
                </a:moveTo>
                <a:cubicBezTo>
                  <a:pt x="160" y="150"/>
                  <a:pt x="160" y="150"/>
                  <a:pt x="160" y="150"/>
                </a:cubicBezTo>
                <a:cubicBezTo>
                  <a:pt x="130" y="121"/>
                  <a:pt x="130" y="121"/>
                  <a:pt x="130" y="121"/>
                </a:cubicBezTo>
                <a:cubicBezTo>
                  <a:pt x="135" y="115"/>
                  <a:pt x="139" y="109"/>
                  <a:pt x="142" y="102"/>
                </a:cubicBezTo>
                <a:cubicBezTo>
                  <a:pt x="145" y="93"/>
                  <a:pt x="147" y="84"/>
                  <a:pt x="147" y="74"/>
                </a:cubicBezTo>
                <a:cubicBezTo>
                  <a:pt x="147" y="64"/>
                  <a:pt x="145" y="55"/>
                  <a:pt x="142" y="46"/>
                </a:cubicBezTo>
                <a:cubicBezTo>
                  <a:pt x="142" y="46"/>
                  <a:pt x="142" y="46"/>
                  <a:pt x="142" y="46"/>
                </a:cubicBezTo>
                <a:cubicBezTo>
                  <a:pt x="138" y="37"/>
                  <a:pt x="133" y="29"/>
                  <a:pt x="126" y="22"/>
                </a:cubicBezTo>
                <a:cubicBezTo>
                  <a:pt x="126" y="22"/>
                  <a:pt x="126" y="22"/>
                  <a:pt x="126" y="22"/>
                </a:cubicBezTo>
                <a:cubicBezTo>
                  <a:pt x="119" y="15"/>
                  <a:pt x="111" y="10"/>
                  <a:pt x="102" y="6"/>
                </a:cubicBezTo>
                <a:cubicBezTo>
                  <a:pt x="93" y="2"/>
                  <a:pt x="84" y="0"/>
                  <a:pt x="74" y="0"/>
                </a:cubicBezTo>
                <a:cubicBezTo>
                  <a:pt x="53" y="0"/>
                  <a:pt x="35" y="8"/>
                  <a:pt x="21" y="22"/>
                </a:cubicBezTo>
                <a:cubicBezTo>
                  <a:pt x="15" y="29"/>
                  <a:pt x="9" y="37"/>
                  <a:pt x="6" y="46"/>
                </a:cubicBezTo>
                <a:cubicBezTo>
                  <a:pt x="2" y="55"/>
                  <a:pt x="0" y="64"/>
                  <a:pt x="0" y="74"/>
                </a:cubicBezTo>
                <a:cubicBezTo>
                  <a:pt x="0" y="84"/>
                  <a:pt x="2" y="93"/>
                  <a:pt x="5" y="102"/>
                </a:cubicBezTo>
                <a:cubicBezTo>
                  <a:pt x="6" y="102"/>
                  <a:pt x="6" y="102"/>
                  <a:pt x="6" y="102"/>
                </a:cubicBezTo>
                <a:cubicBezTo>
                  <a:pt x="9" y="111"/>
                  <a:pt x="15" y="119"/>
                  <a:pt x="21" y="126"/>
                </a:cubicBezTo>
                <a:cubicBezTo>
                  <a:pt x="22" y="126"/>
                  <a:pt x="22" y="126"/>
                  <a:pt x="22" y="126"/>
                </a:cubicBezTo>
                <a:cubicBezTo>
                  <a:pt x="28" y="133"/>
                  <a:pt x="36" y="138"/>
                  <a:pt x="45" y="142"/>
                </a:cubicBezTo>
                <a:cubicBezTo>
                  <a:pt x="45" y="142"/>
                  <a:pt x="45" y="142"/>
                  <a:pt x="45" y="142"/>
                </a:cubicBezTo>
                <a:cubicBezTo>
                  <a:pt x="45" y="142"/>
                  <a:pt x="45" y="142"/>
                  <a:pt x="45" y="142"/>
                </a:cubicBezTo>
                <a:cubicBezTo>
                  <a:pt x="54" y="146"/>
                  <a:pt x="64" y="148"/>
                  <a:pt x="74" y="148"/>
                </a:cubicBezTo>
                <a:cubicBezTo>
                  <a:pt x="84" y="148"/>
                  <a:pt x="93" y="146"/>
                  <a:pt x="102" y="142"/>
                </a:cubicBezTo>
                <a:cubicBezTo>
                  <a:pt x="109" y="139"/>
                  <a:pt x="115" y="135"/>
                  <a:pt x="121" y="131"/>
                </a:cubicBezTo>
                <a:cubicBezTo>
                  <a:pt x="150" y="160"/>
                  <a:pt x="150" y="160"/>
                  <a:pt x="150" y="160"/>
                </a:cubicBezTo>
                <a:cubicBezTo>
                  <a:pt x="153" y="163"/>
                  <a:pt x="157" y="163"/>
                  <a:pt x="160" y="160"/>
                </a:cubicBezTo>
                <a:cubicBezTo>
                  <a:pt x="162" y="157"/>
                  <a:pt x="162" y="153"/>
                  <a:pt x="160" y="150"/>
                </a:cubicBezTo>
                <a:close/>
                <a:moveTo>
                  <a:pt x="116" y="117"/>
                </a:moveTo>
                <a:cubicBezTo>
                  <a:pt x="116" y="117"/>
                  <a:pt x="116" y="117"/>
                  <a:pt x="116" y="117"/>
                </a:cubicBezTo>
                <a:cubicBezTo>
                  <a:pt x="116" y="117"/>
                  <a:pt x="116" y="117"/>
                  <a:pt x="116" y="117"/>
                </a:cubicBezTo>
                <a:cubicBezTo>
                  <a:pt x="111" y="122"/>
                  <a:pt x="104" y="127"/>
                  <a:pt x="97" y="130"/>
                </a:cubicBezTo>
                <a:cubicBezTo>
                  <a:pt x="90" y="133"/>
                  <a:pt x="82" y="134"/>
                  <a:pt x="74" y="134"/>
                </a:cubicBezTo>
                <a:cubicBezTo>
                  <a:pt x="65" y="134"/>
                  <a:pt x="58" y="133"/>
                  <a:pt x="51" y="130"/>
                </a:cubicBezTo>
                <a:cubicBezTo>
                  <a:pt x="51" y="130"/>
                  <a:pt x="51" y="130"/>
                  <a:pt x="51" y="130"/>
                </a:cubicBezTo>
                <a:cubicBezTo>
                  <a:pt x="43" y="127"/>
                  <a:pt x="37" y="122"/>
                  <a:pt x="31" y="117"/>
                </a:cubicBezTo>
                <a:cubicBezTo>
                  <a:pt x="31" y="117"/>
                  <a:pt x="31" y="117"/>
                  <a:pt x="31" y="117"/>
                </a:cubicBezTo>
                <a:cubicBezTo>
                  <a:pt x="31" y="117"/>
                  <a:pt x="31" y="117"/>
                  <a:pt x="31" y="117"/>
                </a:cubicBezTo>
                <a:cubicBezTo>
                  <a:pt x="26" y="111"/>
                  <a:pt x="21" y="104"/>
                  <a:pt x="18" y="97"/>
                </a:cubicBezTo>
                <a:cubicBezTo>
                  <a:pt x="18" y="97"/>
                  <a:pt x="18" y="97"/>
                  <a:pt x="18" y="97"/>
                </a:cubicBezTo>
                <a:cubicBezTo>
                  <a:pt x="15" y="90"/>
                  <a:pt x="13" y="82"/>
                  <a:pt x="13" y="74"/>
                </a:cubicBezTo>
                <a:cubicBezTo>
                  <a:pt x="13" y="66"/>
                  <a:pt x="15" y="58"/>
                  <a:pt x="18" y="51"/>
                </a:cubicBezTo>
                <a:cubicBezTo>
                  <a:pt x="21" y="44"/>
                  <a:pt x="26" y="37"/>
                  <a:pt x="31" y="31"/>
                </a:cubicBezTo>
                <a:cubicBezTo>
                  <a:pt x="42" y="21"/>
                  <a:pt x="57" y="14"/>
                  <a:pt x="74" y="14"/>
                </a:cubicBezTo>
                <a:cubicBezTo>
                  <a:pt x="82" y="14"/>
                  <a:pt x="90" y="15"/>
                  <a:pt x="97" y="18"/>
                </a:cubicBezTo>
                <a:cubicBezTo>
                  <a:pt x="104" y="21"/>
                  <a:pt x="111" y="26"/>
                  <a:pt x="116" y="31"/>
                </a:cubicBezTo>
                <a:cubicBezTo>
                  <a:pt x="117" y="32"/>
                  <a:pt x="117" y="32"/>
                  <a:pt x="117" y="32"/>
                </a:cubicBezTo>
                <a:cubicBezTo>
                  <a:pt x="122" y="37"/>
                  <a:pt x="126" y="44"/>
                  <a:pt x="129" y="51"/>
                </a:cubicBezTo>
                <a:cubicBezTo>
                  <a:pt x="129" y="51"/>
                  <a:pt x="129" y="51"/>
                  <a:pt x="129" y="51"/>
                </a:cubicBezTo>
                <a:cubicBezTo>
                  <a:pt x="132" y="58"/>
                  <a:pt x="134" y="66"/>
                  <a:pt x="134" y="74"/>
                </a:cubicBezTo>
                <a:cubicBezTo>
                  <a:pt x="134" y="82"/>
                  <a:pt x="132" y="90"/>
                  <a:pt x="129" y="97"/>
                </a:cubicBezTo>
                <a:cubicBezTo>
                  <a:pt x="126" y="104"/>
                  <a:pt x="122" y="111"/>
                  <a:pt x="116" y="117"/>
                </a:cubicBezTo>
                <a:close/>
                <a:moveTo>
                  <a:pt x="117" y="70"/>
                </a:moveTo>
                <a:cubicBezTo>
                  <a:pt x="117" y="70"/>
                  <a:pt x="117" y="70"/>
                  <a:pt x="117" y="70"/>
                </a:cubicBezTo>
                <a:cubicBezTo>
                  <a:pt x="115" y="70"/>
                  <a:pt x="113" y="72"/>
                  <a:pt x="113" y="74"/>
                </a:cubicBezTo>
                <a:cubicBezTo>
                  <a:pt x="113" y="79"/>
                  <a:pt x="112" y="84"/>
                  <a:pt x="110" y="89"/>
                </a:cubicBezTo>
                <a:cubicBezTo>
                  <a:pt x="110" y="89"/>
                  <a:pt x="110" y="89"/>
                  <a:pt x="110" y="89"/>
                </a:cubicBezTo>
                <a:cubicBezTo>
                  <a:pt x="108" y="94"/>
                  <a:pt x="105" y="98"/>
                  <a:pt x="102" y="102"/>
                </a:cubicBezTo>
                <a:cubicBezTo>
                  <a:pt x="98" y="106"/>
                  <a:pt x="94" y="109"/>
                  <a:pt x="89" y="111"/>
                </a:cubicBezTo>
                <a:cubicBezTo>
                  <a:pt x="84" y="113"/>
                  <a:pt x="79" y="114"/>
                  <a:pt x="74" y="114"/>
                </a:cubicBezTo>
                <a:cubicBezTo>
                  <a:pt x="71" y="114"/>
                  <a:pt x="70" y="115"/>
                  <a:pt x="70" y="118"/>
                </a:cubicBezTo>
                <a:cubicBezTo>
                  <a:pt x="70" y="120"/>
                  <a:pt x="71" y="122"/>
                  <a:pt x="74" y="122"/>
                </a:cubicBezTo>
                <a:cubicBezTo>
                  <a:pt x="80" y="122"/>
                  <a:pt x="86" y="120"/>
                  <a:pt x="92" y="118"/>
                </a:cubicBezTo>
                <a:cubicBezTo>
                  <a:pt x="98" y="116"/>
                  <a:pt x="103" y="112"/>
                  <a:pt x="107" y="108"/>
                </a:cubicBezTo>
                <a:cubicBezTo>
                  <a:pt x="112" y="103"/>
                  <a:pt x="115" y="98"/>
                  <a:pt x="118" y="92"/>
                </a:cubicBezTo>
                <a:cubicBezTo>
                  <a:pt x="118" y="92"/>
                  <a:pt x="118" y="92"/>
                  <a:pt x="118" y="92"/>
                </a:cubicBezTo>
                <a:cubicBezTo>
                  <a:pt x="120" y="86"/>
                  <a:pt x="121" y="80"/>
                  <a:pt x="121" y="74"/>
                </a:cubicBezTo>
                <a:cubicBezTo>
                  <a:pt x="121" y="72"/>
                  <a:pt x="120" y="70"/>
                  <a:pt x="117" y="70"/>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48" name="矩形 47"/>
          <p:cNvSpPr/>
          <p:nvPr/>
        </p:nvSpPr>
        <p:spPr>
          <a:xfrm>
            <a:off x="5867400" y="242991"/>
            <a:ext cx="2665040" cy="323165"/>
          </a:xfrm>
          <a:prstGeom prst="rect">
            <a:avLst/>
          </a:prstGeom>
        </p:spPr>
        <p:txBody>
          <a:bodyPr wrap="square" lIns="0" tIns="0" rIns="0" bIns="0" anchor="ctr" anchorCtr="0">
            <a:spAutoFit/>
          </a:bodyPr>
          <a:lstStyle/>
          <a:p>
            <a:pPr algn="r">
              <a:lnSpc>
                <a:spcPct val="150000"/>
              </a:lnSpc>
            </a:pPr>
            <a:r>
              <a:rPr lang="zh-CN" altLang="en-US" sz="1400" b="1" dirty="0">
                <a:solidFill>
                  <a:srgbClr val="354454"/>
                </a:solidFill>
                <a:latin typeface="微软雅黑" pitchFamily="34" charset="-122"/>
                <a:ea typeface="微软雅黑" pitchFamily="34" charset="-122"/>
              </a:rPr>
              <a:t>国内外相关研究综述</a:t>
            </a:r>
          </a:p>
        </p:txBody>
      </p:sp>
      <p:sp>
        <p:nvSpPr>
          <p:cNvPr id="248" name="Freeform 11"/>
          <p:cNvSpPr/>
          <p:nvPr/>
        </p:nvSpPr>
        <p:spPr bwMode="auto">
          <a:xfrm>
            <a:off x="1645919" y="2522220"/>
            <a:ext cx="1753451" cy="443548"/>
          </a:xfrm>
          <a:custGeom>
            <a:avLst/>
            <a:gdLst>
              <a:gd name="T0" fmla="*/ 856 w 878"/>
              <a:gd name="T1" fmla="*/ 33 h 210"/>
              <a:gd name="T2" fmla="*/ 418 w 878"/>
              <a:gd name="T3" fmla="*/ 33 h 210"/>
              <a:gd name="T4" fmla="*/ 396 w 878"/>
              <a:gd name="T5" fmla="*/ 0 h 210"/>
              <a:gd name="T6" fmla="*/ 375 w 878"/>
              <a:gd name="T7" fmla="*/ 33 h 210"/>
              <a:gd name="T8" fmla="*/ 22 w 878"/>
              <a:gd name="T9" fmla="*/ 33 h 210"/>
              <a:gd name="T10" fmla="*/ 0 w 878"/>
              <a:gd name="T11" fmla="*/ 56 h 210"/>
              <a:gd name="T12" fmla="*/ 0 w 878"/>
              <a:gd name="T13" fmla="*/ 187 h 210"/>
              <a:gd name="T14" fmla="*/ 22 w 878"/>
              <a:gd name="T15" fmla="*/ 210 h 210"/>
              <a:gd name="T16" fmla="*/ 856 w 878"/>
              <a:gd name="T17" fmla="*/ 210 h 210"/>
              <a:gd name="T18" fmla="*/ 878 w 878"/>
              <a:gd name="T19" fmla="*/ 187 h 210"/>
              <a:gd name="T20" fmla="*/ 878 w 878"/>
              <a:gd name="T21" fmla="*/ 56 h 210"/>
              <a:gd name="T22" fmla="*/ 856 w 878"/>
              <a:gd name="T23" fmla="*/ 33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78" h="210">
                <a:moveTo>
                  <a:pt x="856" y="33"/>
                </a:moveTo>
                <a:cubicBezTo>
                  <a:pt x="418" y="33"/>
                  <a:pt x="418" y="33"/>
                  <a:pt x="418" y="33"/>
                </a:cubicBezTo>
                <a:cubicBezTo>
                  <a:pt x="396" y="0"/>
                  <a:pt x="396" y="0"/>
                  <a:pt x="396" y="0"/>
                </a:cubicBezTo>
                <a:cubicBezTo>
                  <a:pt x="375" y="33"/>
                  <a:pt x="375" y="33"/>
                  <a:pt x="375" y="33"/>
                </a:cubicBezTo>
                <a:cubicBezTo>
                  <a:pt x="22" y="33"/>
                  <a:pt x="22" y="33"/>
                  <a:pt x="22" y="33"/>
                </a:cubicBezTo>
                <a:cubicBezTo>
                  <a:pt x="10" y="33"/>
                  <a:pt x="0" y="43"/>
                  <a:pt x="0" y="56"/>
                </a:cubicBezTo>
                <a:cubicBezTo>
                  <a:pt x="0" y="187"/>
                  <a:pt x="0" y="187"/>
                  <a:pt x="0" y="187"/>
                </a:cubicBezTo>
                <a:cubicBezTo>
                  <a:pt x="0" y="200"/>
                  <a:pt x="10" y="210"/>
                  <a:pt x="22" y="210"/>
                </a:cubicBezTo>
                <a:cubicBezTo>
                  <a:pt x="856" y="210"/>
                  <a:pt x="856" y="210"/>
                  <a:pt x="856" y="210"/>
                </a:cubicBezTo>
                <a:cubicBezTo>
                  <a:pt x="868" y="210"/>
                  <a:pt x="878" y="200"/>
                  <a:pt x="878" y="187"/>
                </a:cubicBezTo>
                <a:cubicBezTo>
                  <a:pt x="878" y="56"/>
                  <a:pt x="878" y="56"/>
                  <a:pt x="878" y="56"/>
                </a:cubicBezTo>
                <a:cubicBezTo>
                  <a:pt x="878" y="43"/>
                  <a:pt x="868" y="33"/>
                  <a:pt x="856" y="33"/>
                </a:cubicBezTo>
                <a:close/>
              </a:path>
            </a:pathLst>
          </a:custGeom>
          <a:solidFill>
            <a:srgbClr val="37B0E8"/>
          </a:solidFill>
          <a:ln w="6350" cap="flat">
            <a:solidFill>
              <a:schemeClr val="bg1"/>
            </a:solidFill>
            <a:prstDash val="solid"/>
            <a:miter lim="800000"/>
          </a:ln>
        </p:spPr>
        <p:txBody>
          <a:bodyPr vert="horz" wrap="square" lIns="91440" tIns="45720" rIns="91440" bIns="45720" numCol="1" anchor="ctr" anchorCtr="0" compatLnSpc="1"/>
          <a:lstStyle/>
          <a:p>
            <a:pPr algn="ctr"/>
            <a:endParaRPr lang="zh-CN" altLang="en-US" sz="1200">
              <a:ln w="6350">
                <a:noFill/>
              </a:ln>
              <a:solidFill>
                <a:schemeClr val="bg1"/>
              </a:solidFill>
              <a:latin typeface="Impact" pitchFamily="34" charset="0"/>
              <a:ea typeface="微软雅黑" pitchFamily="34" charset="-122"/>
            </a:endParaRPr>
          </a:p>
        </p:txBody>
      </p:sp>
      <p:sp>
        <p:nvSpPr>
          <p:cNvPr id="249" name="Freeform 12"/>
          <p:cNvSpPr/>
          <p:nvPr/>
        </p:nvSpPr>
        <p:spPr bwMode="auto">
          <a:xfrm>
            <a:off x="3486004" y="2601595"/>
            <a:ext cx="1754413" cy="443548"/>
          </a:xfrm>
          <a:custGeom>
            <a:avLst/>
            <a:gdLst>
              <a:gd name="T0" fmla="*/ 856 w 879"/>
              <a:gd name="T1" fmla="*/ 0 h 210"/>
              <a:gd name="T2" fmla="*/ 23 w 879"/>
              <a:gd name="T3" fmla="*/ 0 h 210"/>
              <a:gd name="T4" fmla="*/ 0 w 879"/>
              <a:gd name="T5" fmla="*/ 23 h 210"/>
              <a:gd name="T6" fmla="*/ 0 w 879"/>
              <a:gd name="T7" fmla="*/ 154 h 210"/>
              <a:gd name="T8" fmla="*/ 23 w 879"/>
              <a:gd name="T9" fmla="*/ 177 h 210"/>
              <a:gd name="T10" fmla="*/ 397 w 879"/>
              <a:gd name="T11" fmla="*/ 177 h 210"/>
              <a:gd name="T12" fmla="*/ 418 w 879"/>
              <a:gd name="T13" fmla="*/ 210 h 210"/>
              <a:gd name="T14" fmla="*/ 440 w 879"/>
              <a:gd name="T15" fmla="*/ 177 h 210"/>
              <a:gd name="T16" fmla="*/ 856 w 879"/>
              <a:gd name="T17" fmla="*/ 177 h 210"/>
              <a:gd name="T18" fmla="*/ 879 w 879"/>
              <a:gd name="T19" fmla="*/ 154 h 210"/>
              <a:gd name="T20" fmla="*/ 879 w 879"/>
              <a:gd name="T21" fmla="*/ 23 h 210"/>
              <a:gd name="T22" fmla="*/ 856 w 879"/>
              <a:gd name="T23" fmla="*/ 0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79" h="210">
                <a:moveTo>
                  <a:pt x="856" y="0"/>
                </a:moveTo>
                <a:cubicBezTo>
                  <a:pt x="23" y="0"/>
                  <a:pt x="23" y="0"/>
                  <a:pt x="23" y="0"/>
                </a:cubicBezTo>
                <a:cubicBezTo>
                  <a:pt x="10" y="0"/>
                  <a:pt x="0" y="10"/>
                  <a:pt x="0" y="23"/>
                </a:cubicBezTo>
                <a:cubicBezTo>
                  <a:pt x="0" y="154"/>
                  <a:pt x="0" y="154"/>
                  <a:pt x="0" y="154"/>
                </a:cubicBezTo>
                <a:cubicBezTo>
                  <a:pt x="0" y="167"/>
                  <a:pt x="10" y="177"/>
                  <a:pt x="23" y="177"/>
                </a:cubicBezTo>
                <a:cubicBezTo>
                  <a:pt x="397" y="177"/>
                  <a:pt x="397" y="177"/>
                  <a:pt x="397" y="177"/>
                </a:cubicBezTo>
                <a:cubicBezTo>
                  <a:pt x="418" y="210"/>
                  <a:pt x="418" y="210"/>
                  <a:pt x="418" y="210"/>
                </a:cubicBezTo>
                <a:cubicBezTo>
                  <a:pt x="440" y="177"/>
                  <a:pt x="440" y="177"/>
                  <a:pt x="440" y="177"/>
                </a:cubicBezTo>
                <a:cubicBezTo>
                  <a:pt x="856" y="177"/>
                  <a:pt x="856" y="177"/>
                  <a:pt x="856" y="177"/>
                </a:cubicBezTo>
                <a:cubicBezTo>
                  <a:pt x="869" y="177"/>
                  <a:pt x="879" y="167"/>
                  <a:pt x="879" y="154"/>
                </a:cubicBezTo>
                <a:cubicBezTo>
                  <a:pt x="879" y="23"/>
                  <a:pt x="879" y="23"/>
                  <a:pt x="879" y="23"/>
                </a:cubicBezTo>
                <a:cubicBezTo>
                  <a:pt x="879" y="10"/>
                  <a:pt x="869" y="0"/>
                  <a:pt x="856" y="0"/>
                </a:cubicBezTo>
                <a:close/>
              </a:path>
            </a:pathLst>
          </a:custGeom>
          <a:solidFill>
            <a:schemeClr val="bg1"/>
          </a:solidFill>
          <a:ln w="6350" cap="flat">
            <a:solidFill>
              <a:schemeClr val="bg1">
                <a:lumMod val="85000"/>
              </a:schemeClr>
            </a:solidFill>
            <a:prstDash val="solid"/>
            <a:miter lim="800000"/>
          </a:ln>
        </p:spPr>
        <p:txBody>
          <a:bodyPr vert="horz" wrap="square" lIns="91440" tIns="45720" rIns="91440" bIns="45720" numCol="1" anchor="t" anchorCtr="0" compatLnSpc="1"/>
          <a:lstStyle/>
          <a:p>
            <a:endParaRPr lang="zh-CN" altLang="en-US"/>
          </a:p>
        </p:txBody>
      </p:sp>
      <p:sp>
        <p:nvSpPr>
          <p:cNvPr id="250" name="Freeform 13"/>
          <p:cNvSpPr/>
          <p:nvPr/>
        </p:nvSpPr>
        <p:spPr bwMode="auto">
          <a:xfrm>
            <a:off x="5332417" y="2522220"/>
            <a:ext cx="1752116" cy="443548"/>
          </a:xfrm>
          <a:custGeom>
            <a:avLst/>
            <a:gdLst>
              <a:gd name="T0" fmla="*/ 856 w 878"/>
              <a:gd name="T1" fmla="*/ 33 h 210"/>
              <a:gd name="T2" fmla="*/ 418 w 878"/>
              <a:gd name="T3" fmla="*/ 33 h 210"/>
              <a:gd name="T4" fmla="*/ 396 w 878"/>
              <a:gd name="T5" fmla="*/ 0 h 210"/>
              <a:gd name="T6" fmla="*/ 375 w 878"/>
              <a:gd name="T7" fmla="*/ 33 h 210"/>
              <a:gd name="T8" fmla="*/ 22 w 878"/>
              <a:gd name="T9" fmla="*/ 33 h 210"/>
              <a:gd name="T10" fmla="*/ 0 w 878"/>
              <a:gd name="T11" fmla="*/ 56 h 210"/>
              <a:gd name="T12" fmla="*/ 0 w 878"/>
              <a:gd name="T13" fmla="*/ 187 h 210"/>
              <a:gd name="T14" fmla="*/ 22 w 878"/>
              <a:gd name="T15" fmla="*/ 210 h 210"/>
              <a:gd name="T16" fmla="*/ 856 w 878"/>
              <a:gd name="T17" fmla="*/ 210 h 210"/>
              <a:gd name="T18" fmla="*/ 878 w 878"/>
              <a:gd name="T19" fmla="*/ 187 h 210"/>
              <a:gd name="T20" fmla="*/ 878 w 878"/>
              <a:gd name="T21" fmla="*/ 56 h 210"/>
              <a:gd name="T22" fmla="*/ 856 w 878"/>
              <a:gd name="T23" fmla="*/ 33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78" h="210">
                <a:moveTo>
                  <a:pt x="856" y="33"/>
                </a:moveTo>
                <a:cubicBezTo>
                  <a:pt x="418" y="33"/>
                  <a:pt x="418" y="33"/>
                  <a:pt x="418" y="33"/>
                </a:cubicBezTo>
                <a:cubicBezTo>
                  <a:pt x="396" y="0"/>
                  <a:pt x="396" y="0"/>
                  <a:pt x="396" y="0"/>
                </a:cubicBezTo>
                <a:cubicBezTo>
                  <a:pt x="375" y="33"/>
                  <a:pt x="375" y="33"/>
                  <a:pt x="375" y="33"/>
                </a:cubicBezTo>
                <a:cubicBezTo>
                  <a:pt x="22" y="33"/>
                  <a:pt x="22" y="33"/>
                  <a:pt x="22" y="33"/>
                </a:cubicBezTo>
                <a:cubicBezTo>
                  <a:pt x="10" y="33"/>
                  <a:pt x="0" y="43"/>
                  <a:pt x="0" y="56"/>
                </a:cubicBezTo>
                <a:cubicBezTo>
                  <a:pt x="0" y="187"/>
                  <a:pt x="0" y="187"/>
                  <a:pt x="0" y="187"/>
                </a:cubicBezTo>
                <a:cubicBezTo>
                  <a:pt x="0" y="200"/>
                  <a:pt x="10" y="210"/>
                  <a:pt x="22" y="210"/>
                </a:cubicBezTo>
                <a:cubicBezTo>
                  <a:pt x="856" y="210"/>
                  <a:pt x="856" y="210"/>
                  <a:pt x="856" y="210"/>
                </a:cubicBezTo>
                <a:cubicBezTo>
                  <a:pt x="868" y="210"/>
                  <a:pt x="878" y="200"/>
                  <a:pt x="878" y="187"/>
                </a:cubicBezTo>
                <a:cubicBezTo>
                  <a:pt x="878" y="56"/>
                  <a:pt x="878" y="56"/>
                  <a:pt x="878" y="56"/>
                </a:cubicBezTo>
                <a:cubicBezTo>
                  <a:pt x="878" y="43"/>
                  <a:pt x="868" y="33"/>
                  <a:pt x="856" y="33"/>
                </a:cubicBezTo>
                <a:close/>
              </a:path>
            </a:pathLst>
          </a:custGeom>
          <a:solidFill>
            <a:srgbClr val="37B0E8"/>
          </a:solidFill>
          <a:ln w="6350" cap="flat">
            <a:solidFill>
              <a:schemeClr val="bg1"/>
            </a:solidFill>
            <a:prstDash val="solid"/>
            <a:miter lim="800000"/>
          </a:ln>
        </p:spPr>
        <p:txBody>
          <a:bodyPr vert="horz" wrap="square" lIns="91440" tIns="45720" rIns="91440" bIns="45720" numCol="1" anchor="ctr" anchorCtr="0" compatLnSpc="1"/>
          <a:lstStyle/>
          <a:p>
            <a:pPr algn="ctr"/>
            <a:endParaRPr lang="zh-CN" altLang="en-US" sz="1200">
              <a:ln w="6350">
                <a:noFill/>
              </a:ln>
              <a:solidFill>
                <a:schemeClr val="bg1"/>
              </a:solidFill>
              <a:latin typeface="Impact" pitchFamily="34" charset="0"/>
              <a:ea typeface="微软雅黑" pitchFamily="34" charset="-122"/>
            </a:endParaRPr>
          </a:p>
        </p:txBody>
      </p:sp>
      <p:sp>
        <p:nvSpPr>
          <p:cNvPr id="251" name="Freeform 14"/>
          <p:cNvSpPr/>
          <p:nvPr/>
        </p:nvSpPr>
        <p:spPr bwMode="auto">
          <a:xfrm>
            <a:off x="7172932" y="2601595"/>
            <a:ext cx="1676001" cy="443548"/>
          </a:xfrm>
          <a:custGeom>
            <a:avLst/>
            <a:gdLst>
              <a:gd name="T0" fmla="*/ 856 w 878"/>
              <a:gd name="T1" fmla="*/ 0 h 210"/>
              <a:gd name="T2" fmla="*/ 22 w 878"/>
              <a:gd name="T3" fmla="*/ 0 h 210"/>
              <a:gd name="T4" fmla="*/ 0 w 878"/>
              <a:gd name="T5" fmla="*/ 23 h 210"/>
              <a:gd name="T6" fmla="*/ 0 w 878"/>
              <a:gd name="T7" fmla="*/ 154 h 210"/>
              <a:gd name="T8" fmla="*/ 22 w 878"/>
              <a:gd name="T9" fmla="*/ 177 h 210"/>
              <a:gd name="T10" fmla="*/ 396 w 878"/>
              <a:gd name="T11" fmla="*/ 177 h 210"/>
              <a:gd name="T12" fmla="*/ 417 w 878"/>
              <a:gd name="T13" fmla="*/ 210 h 210"/>
              <a:gd name="T14" fmla="*/ 439 w 878"/>
              <a:gd name="T15" fmla="*/ 177 h 210"/>
              <a:gd name="T16" fmla="*/ 856 w 878"/>
              <a:gd name="T17" fmla="*/ 177 h 210"/>
              <a:gd name="T18" fmla="*/ 878 w 878"/>
              <a:gd name="T19" fmla="*/ 154 h 210"/>
              <a:gd name="T20" fmla="*/ 878 w 878"/>
              <a:gd name="T21" fmla="*/ 23 h 210"/>
              <a:gd name="T22" fmla="*/ 856 w 878"/>
              <a:gd name="T23" fmla="*/ 0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78" h="210">
                <a:moveTo>
                  <a:pt x="856" y="0"/>
                </a:moveTo>
                <a:cubicBezTo>
                  <a:pt x="22" y="0"/>
                  <a:pt x="22" y="0"/>
                  <a:pt x="22" y="0"/>
                </a:cubicBezTo>
                <a:cubicBezTo>
                  <a:pt x="10" y="0"/>
                  <a:pt x="0" y="10"/>
                  <a:pt x="0" y="23"/>
                </a:cubicBezTo>
                <a:cubicBezTo>
                  <a:pt x="0" y="154"/>
                  <a:pt x="0" y="154"/>
                  <a:pt x="0" y="154"/>
                </a:cubicBezTo>
                <a:cubicBezTo>
                  <a:pt x="0" y="167"/>
                  <a:pt x="10" y="177"/>
                  <a:pt x="22" y="177"/>
                </a:cubicBezTo>
                <a:cubicBezTo>
                  <a:pt x="396" y="177"/>
                  <a:pt x="396" y="177"/>
                  <a:pt x="396" y="177"/>
                </a:cubicBezTo>
                <a:cubicBezTo>
                  <a:pt x="417" y="210"/>
                  <a:pt x="417" y="210"/>
                  <a:pt x="417" y="210"/>
                </a:cubicBezTo>
                <a:cubicBezTo>
                  <a:pt x="439" y="177"/>
                  <a:pt x="439" y="177"/>
                  <a:pt x="439" y="177"/>
                </a:cubicBezTo>
                <a:cubicBezTo>
                  <a:pt x="856" y="177"/>
                  <a:pt x="856" y="177"/>
                  <a:pt x="856" y="177"/>
                </a:cubicBezTo>
                <a:cubicBezTo>
                  <a:pt x="868" y="177"/>
                  <a:pt x="878" y="167"/>
                  <a:pt x="878" y="154"/>
                </a:cubicBezTo>
                <a:cubicBezTo>
                  <a:pt x="878" y="23"/>
                  <a:pt x="878" y="23"/>
                  <a:pt x="878" y="23"/>
                </a:cubicBezTo>
                <a:cubicBezTo>
                  <a:pt x="878" y="10"/>
                  <a:pt x="868" y="0"/>
                  <a:pt x="856" y="0"/>
                </a:cubicBezTo>
                <a:close/>
              </a:path>
            </a:pathLst>
          </a:custGeom>
          <a:solidFill>
            <a:schemeClr val="bg1"/>
          </a:solidFill>
          <a:ln w="6350" cap="flat">
            <a:solidFill>
              <a:schemeClr val="bg1">
                <a:lumMod val="85000"/>
              </a:schemeClr>
            </a:solidFill>
            <a:prstDash val="solid"/>
            <a:miter lim="800000"/>
          </a:ln>
        </p:spPr>
        <p:txBody>
          <a:bodyPr vert="horz" wrap="square" lIns="91440" tIns="45720" rIns="91440" bIns="45720" numCol="1" anchor="t" anchorCtr="0" compatLnSpc="1"/>
          <a:lstStyle/>
          <a:p>
            <a:endParaRPr lang="zh-CN" altLang="en-US">
              <a:solidFill>
                <a:schemeClr val="tx1"/>
              </a:solidFill>
            </a:endParaRPr>
          </a:p>
        </p:txBody>
      </p:sp>
      <p:grpSp>
        <p:nvGrpSpPr>
          <p:cNvPr id="252" name="Group 15"/>
          <p:cNvGrpSpPr/>
          <p:nvPr/>
        </p:nvGrpSpPr>
        <p:grpSpPr bwMode="auto">
          <a:xfrm>
            <a:off x="5620073" y="2690813"/>
            <a:ext cx="152400" cy="190500"/>
            <a:chOff x="0" y="0"/>
            <a:chExt cx="96" cy="120"/>
          </a:xfrm>
          <a:solidFill>
            <a:schemeClr val="bg1"/>
          </a:solidFill>
        </p:grpSpPr>
        <p:sp>
          <p:nvSpPr>
            <p:cNvPr id="253" name="Freeform 16"/>
            <p:cNvSpPr>
              <a:spLocks noEditPoints="1"/>
            </p:cNvSpPr>
            <p:nvPr/>
          </p:nvSpPr>
          <p:spPr bwMode="auto">
            <a:xfrm>
              <a:off x="0" y="0"/>
              <a:ext cx="96" cy="120"/>
            </a:xfrm>
            <a:custGeom>
              <a:avLst/>
              <a:gdLst>
                <a:gd name="T0" fmla="*/ 0 w 96"/>
                <a:gd name="T1" fmla="*/ 0 h 120"/>
                <a:gd name="T2" fmla="*/ 0 w 96"/>
                <a:gd name="T3" fmla="*/ 120 h 120"/>
                <a:gd name="T4" fmla="*/ 66 w 96"/>
                <a:gd name="T5" fmla="*/ 120 h 120"/>
                <a:gd name="T6" fmla="*/ 96 w 96"/>
                <a:gd name="T7" fmla="*/ 89 h 120"/>
                <a:gd name="T8" fmla="*/ 96 w 96"/>
                <a:gd name="T9" fmla="*/ 0 h 120"/>
                <a:gd name="T10" fmla="*/ 0 w 96"/>
                <a:gd name="T11" fmla="*/ 0 h 120"/>
                <a:gd name="T12" fmla="*/ 9 w 96"/>
                <a:gd name="T13" fmla="*/ 11 h 120"/>
                <a:gd name="T14" fmla="*/ 86 w 96"/>
                <a:gd name="T15" fmla="*/ 11 h 120"/>
                <a:gd name="T16" fmla="*/ 86 w 96"/>
                <a:gd name="T17" fmla="*/ 82 h 120"/>
                <a:gd name="T18" fmla="*/ 60 w 96"/>
                <a:gd name="T19" fmla="*/ 82 h 120"/>
                <a:gd name="T20" fmla="*/ 60 w 96"/>
                <a:gd name="T21" fmla="*/ 109 h 120"/>
                <a:gd name="T22" fmla="*/ 9 w 96"/>
                <a:gd name="T23" fmla="*/ 109 h 120"/>
                <a:gd name="T24" fmla="*/ 9 w 96"/>
                <a:gd name="T25" fmla="*/ 11 h 120"/>
                <a:gd name="T26" fmla="*/ 80 w 96"/>
                <a:gd name="T27" fmla="*/ 92 h 120"/>
                <a:gd name="T28" fmla="*/ 69 w 96"/>
                <a:gd name="T29" fmla="*/ 101 h 120"/>
                <a:gd name="T30" fmla="*/ 69 w 96"/>
                <a:gd name="T31" fmla="*/ 92 h 120"/>
                <a:gd name="T32" fmla="*/ 80 w 96"/>
                <a:gd name="T33" fmla="*/ 92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6" h="120">
                  <a:moveTo>
                    <a:pt x="0" y="0"/>
                  </a:moveTo>
                  <a:lnTo>
                    <a:pt x="0" y="120"/>
                  </a:lnTo>
                  <a:lnTo>
                    <a:pt x="66" y="120"/>
                  </a:lnTo>
                  <a:lnTo>
                    <a:pt x="96" y="89"/>
                  </a:lnTo>
                  <a:lnTo>
                    <a:pt x="96" y="0"/>
                  </a:lnTo>
                  <a:lnTo>
                    <a:pt x="0" y="0"/>
                  </a:lnTo>
                  <a:close/>
                  <a:moveTo>
                    <a:pt x="9" y="11"/>
                  </a:moveTo>
                  <a:lnTo>
                    <a:pt x="86" y="11"/>
                  </a:lnTo>
                  <a:lnTo>
                    <a:pt x="86" y="82"/>
                  </a:lnTo>
                  <a:lnTo>
                    <a:pt x="60" y="82"/>
                  </a:lnTo>
                  <a:lnTo>
                    <a:pt x="60" y="109"/>
                  </a:lnTo>
                  <a:lnTo>
                    <a:pt x="9" y="109"/>
                  </a:lnTo>
                  <a:lnTo>
                    <a:pt x="9" y="11"/>
                  </a:lnTo>
                  <a:close/>
                  <a:moveTo>
                    <a:pt x="80" y="92"/>
                  </a:moveTo>
                  <a:lnTo>
                    <a:pt x="69" y="101"/>
                  </a:lnTo>
                  <a:lnTo>
                    <a:pt x="69" y="92"/>
                  </a:lnTo>
                  <a:lnTo>
                    <a:pt x="80" y="9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254" name="Rectangle 17"/>
            <p:cNvSpPr>
              <a:spLocks noChangeArrowheads="1"/>
            </p:cNvSpPr>
            <p:nvPr/>
          </p:nvSpPr>
          <p:spPr bwMode="auto">
            <a:xfrm>
              <a:off x="27" y="33"/>
              <a:ext cx="42" cy="10"/>
            </a:xfrm>
            <a:prstGeom prst="rect">
              <a:avLst/>
            </a:pr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255" name="Rectangle 18"/>
            <p:cNvSpPr>
              <a:spLocks noChangeArrowheads="1"/>
            </p:cNvSpPr>
            <p:nvPr/>
          </p:nvSpPr>
          <p:spPr bwMode="auto">
            <a:xfrm>
              <a:off x="27" y="61"/>
              <a:ext cx="27" cy="10"/>
            </a:xfrm>
            <a:prstGeom prst="rect">
              <a:avLst/>
            </a:pr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256" name="Group 19"/>
          <p:cNvGrpSpPr/>
          <p:nvPr/>
        </p:nvGrpSpPr>
        <p:grpSpPr bwMode="auto">
          <a:xfrm>
            <a:off x="7486580" y="2708275"/>
            <a:ext cx="185737" cy="173038"/>
            <a:chOff x="0" y="0"/>
            <a:chExt cx="117" cy="109"/>
          </a:xfrm>
          <a:solidFill>
            <a:schemeClr val="tx1">
              <a:lumMod val="65000"/>
              <a:lumOff val="35000"/>
            </a:schemeClr>
          </a:solidFill>
        </p:grpSpPr>
        <p:sp>
          <p:nvSpPr>
            <p:cNvPr id="257" name="Freeform 20"/>
            <p:cNvSpPr>
              <a:spLocks noEditPoints="1"/>
            </p:cNvSpPr>
            <p:nvPr/>
          </p:nvSpPr>
          <p:spPr bwMode="auto">
            <a:xfrm>
              <a:off x="0" y="0"/>
              <a:ext cx="117" cy="109"/>
            </a:xfrm>
            <a:custGeom>
              <a:avLst/>
              <a:gdLst>
                <a:gd name="T0" fmla="*/ 100 w 117"/>
                <a:gd name="T1" fmla="*/ 38 h 109"/>
                <a:gd name="T2" fmla="*/ 100 w 117"/>
                <a:gd name="T3" fmla="*/ 0 h 109"/>
                <a:gd name="T4" fmla="*/ 0 w 117"/>
                <a:gd name="T5" fmla="*/ 0 h 109"/>
                <a:gd name="T6" fmla="*/ 0 w 117"/>
                <a:gd name="T7" fmla="*/ 82 h 109"/>
                <a:gd name="T8" fmla="*/ 24 w 117"/>
                <a:gd name="T9" fmla="*/ 82 h 109"/>
                <a:gd name="T10" fmla="*/ 24 w 117"/>
                <a:gd name="T11" fmla="*/ 109 h 109"/>
                <a:gd name="T12" fmla="*/ 54 w 117"/>
                <a:gd name="T13" fmla="*/ 82 h 109"/>
                <a:gd name="T14" fmla="*/ 57 w 117"/>
                <a:gd name="T15" fmla="*/ 82 h 109"/>
                <a:gd name="T16" fmla="*/ 57 w 117"/>
                <a:gd name="T17" fmla="*/ 99 h 109"/>
                <a:gd name="T18" fmla="*/ 60 w 117"/>
                <a:gd name="T19" fmla="*/ 99 h 109"/>
                <a:gd name="T20" fmla="*/ 117 w 117"/>
                <a:gd name="T21" fmla="*/ 99 h 109"/>
                <a:gd name="T22" fmla="*/ 117 w 117"/>
                <a:gd name="T23" fmla="*/ 43 h 109"/>
                <a:gd name="T24" fmla="*/ 117 w 117"/>
                <a:gd name="T25" fmla="*/ 38 h 109"/>
                <a:gd name="T26" fmla="*/ 100 w 117"/>
                <a:gd name="T27" fmla="*/ 38 h 109"/>
                <a:gd name="T28" fmla="*/ 51 w 117"/>
                <a:gd name="T29" fmla="*/ 71 h 109"/>
                <a:gd name="T30" fmla="*/ 34 w 117"/>
                <a:gd name="T31" fmla="*/ 86 h 109"/>
                <a:gd name="T32" fmla="*/ 34 w 117"/>
                <a:gd name="T33" fmla="*/ 71 h 109"/>
                <a:gd name="T34" fmla="*/ 10 w 117"/>
                <a:gd name="T35" fmla="*/ 71 h 109"/>
                <a:gd name="T36" fmla="*/ 10 w 117"/>
                <a:gd name="T37" fmla="*/ 9 h 109"/>
                <a:gd name="T38" fmla="*/ 90 w 117"/>
                <a:gd name="T39" fmla="*/ 9 h 109"/>
                <a:gd name="T40" fmla="*/ 90 w 117"/>
                <a:gd name="T41" fmla="*/ 38 h 109"/>
                <a:gd name="T42" fmla="*/ 57 w 117"/>
                <a:gd name="T43" fmla="*/ 38 h 109"/>
                <a:gd name="T44" fmla="*/ 57 w 117"/>
                <a:gd name="T45" fmla="*/ 71 h 109"/>
                <a:gd name="T46" fmla="*/ 51 w 117"/>
                <a:gd name="T47" fmla="*/ 71 h 109"/>
                <a:gd name="T48" fmla="*/ 108 w 117"/>
                <a:gd name="T49" fmla="*/ 89 h 109"/>
                <a:gd name="T50" fmla="*/ 67 w 117"/>
                <a:gd name="T51" fmla="*/ 89 h 109"/>
                <a:gd name="T52" fmla="*/ 67 w 117"/>
                <a:gd name="T53" fmla="*/ 47 h 109"/>
                <a:gd name="T54" fmla="*/ 108 w 117"/>
                <a:gd name="T55" fmla="*/ 47 h 109"/>
                <a:gd name="T56" fmla="*/ 108 w 117"/>
                <a:gd name="T57" fmla="*/ 89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17" h="109">
                  <a:moveTo>
                    <a:pt x="100" y="38"/>
                  </a:moveTo>
                  <a:lnTo>
                    <a:pt x="100" y="0"/>
                  </a:lnTo>
                  <a:lnTo>
                    <a:pt x="0" y="0"/>
                  </a:lnTo>
                  <a:lnTo>
                    <a:pt x="0" y="82"/>
                  </a:lnTo>
                  <a:lnTo>
                    <a:pt x="24" y="82"/>
                  </a:lnTo>
                  <a:lnTo>
                    <a:pt x="24" y="109"/>
                  </a:lnTo>
                  <a:lnTo>
                    <a:pt x="54" y="82"/>
                  </a:lnTo>
                  <a:lnTo>
                    <a:pt x="57" y="82"/>
                  </a:lnTo>
                  <a:lnTo>
                    <a:pt x="57" y="99"/>
                  </a:lnTo>
                  <a:lnTo>
                    <a:pt x="60" y="99"/>
                  </a:lnTo>
                  <a:lnTo>
                    <a:pt x="117" y="99"/>
                  </a:lnTo>
                  <a:lnTo>
                    <a:pt x="117" y="43"/>
                  </a:lnTo>
                  <a:lnTo>
                    <a:pt x="117" y="38"/>
                  </a:lnTo>
                  <a:lnTo>
                    <a:pt x="100" y="38"/>
                  </a:lnTo>
                  <a:close/>
                  <a:moveTo>
                    <a:pt x="51" y="71"/>
                  </a:moveTo>
                  <a:lnTo>
                    <a:pt x="34" y="86"/>
                  </a:lnTo>
                  <a:lnTo>
                    <a:pt x="34" y="71"/>
                  </a:lnTo>
                  <a:lnTo>
                    <a:pt x="10" y="71"/>
                  </a:lnTo>
                  <a:lnTo>
                    <a:pt x="10" y="9"/>
                  </a:lnTo>
                  <a:lnTo>
                    <a:pt x="90" y="9"/>
                  </a:lnTo>
                  <a:lnTo>
                    <a:pt x="90" y="38"/>
                  </a:lnTo>
                  <a:lnTo>
                    <a:pt x="57" y="38"/>
                  </a:lnTo>
                  <a:lnTo>
                    <a:pt x="57" y="71"/>
                  </a:lnTo>
                  <a:lnTo>
                    <a:pt x="51" y="71"/>
                  </a:lnTo>
                  <a:close/>
                  <a:moveTo>
                    <a:pt x="108" y="89"/>
                  </a:moveTo>
                  <a:lnTo>
                    <a:pt x="67" y="89"/>
                  </a:lnTo>
                  <a:lnTo>
                    <a:pt x="67" y="47"/>
                  </a:lnTo>
                  <a:lnTo>
                    <a:pt x="108" y="47"/>
                  </a:lnTo>
                  <a:lnTo>
                    <a:pt x="108" y="8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258" name="Rectangle 21"/>
            <p:cNvSpPr>
              <a:spLocks noChangeArrowheads="1"/>
            </p:cNvSpPr>
            <p:nvPr/>
          </p:nvSpPr>
          <p:spPr bwMode="auto">
            <a:xfrm>
              <a:off x="75" y="64"/>
              <a:ext cx="10" cy="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59" name="Rectangle 22"/>
            <p:cNvSpPr>
              <a:spLocks noChangeArrowheads="1"/>
            </p:cNvSpPr>
            <p:nvPr/>
          </p:nvSpPr>
          <p:spPr bwMode="auto">
            <a:xfrm>
              <a:off x="90" y="64"/>
              <a:ext cx="9" cy="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pSp>
      <p:grpSp>
        <p:nvGrpSpPr>
          <p:cNvPr id="260" name="Group 23"/>
          <p:cNvGrpSpPr/>
          <p:nvPr/>
        </p:nvGrpSpPr>
        <p:grpSpPr bwMode="auto">
          <a:xfrm>
            <a:off x="3840991" y="2692400"/>
            <a:ext cx="185738" cy="187325"/>
            <a:chOff x="0" y="0"/>
            <a:chExt cx="117" cy="118"/>
          </a:xfrm>
          <a:solidFill>
            <a:schemeClr val="tx1">
              <a:lumMod val="65000"/>
              <a:lumOff val="35000"/>
            </a:schemeClr>
          </a:solidFill>
        </p:grpSpPr>
        <p:sp>
          <p:nvSpPr>
            <p:cNvPr id="261" name="Freeform 24"/>
            <p:cNvSpPr>
              <a:spLocks noEditPoints="1"/>
            </p:cNvSpPr>
            <p:nvPr/>
          </p:nvSpPr>
          <p:spPr bwMode="auto">
            <a:xfrm>
              <a:off x="0" y="0"/>
              <a:ext cx="117" cy="118"/>
            </a:xfrm>
            <a:custGeom>
              <a:avLst/>
              <a:gdLst>
                <a:gd name="T0" fmla="*/ 117 w 117"/>
                <a:gd name="T1" fmla="*/ 21 h 118"/>
                <a:gd name="T2" fmla="*/ 107 w 117"/>
                <a:gd name="T3" fmla="*/ 21 h 118"/>
                <a:gd name="T4" fmla="*/ 78 w 117"/>
                <a:gd name="T5" fmla="*/ 21 h 118"/>
                <a:gd name="T6" fmla="*/ 78 w 117"/>
                <a:gd name="T7" fmla="*/ 0 h 118"/>
                <a:gd name="T8" fmla="*/ 39 w 117"/>
                <a:gd name="T9" fmla="*/ 0 h 118"/>
                <a:gd name="T10" fmla="*/ 39 w 117"/>
                <a:gd name="T11" fmla="*/ 21 h 118"/>
                <a:gd name="T12" fmla="*/ 11 w 117"/>
                <a:gd name="T13" fmla="*/ 21 h 118"/>
                <a:gd name="T14" fmla="*/ 0 w 117"/>
                <a:gd name="T15" fmla="*/ 21 h 118"/>
                <a:gd name="T16" fmla="*/ 0 w 117"/>
                <a:gd name="T17" fmla="*/ 31 h 118"/>
                <a:gd name="T18" fmla="*/ 11 w 117"/>
                <a:gd name="T19" fmla="*/ 31 h 118"/>
                <a:gd name="T20" fmla="*/ 11 w 117"/>
                <a:gd name="T21" fmla="*/ 118 h 118"/>
                <a:gd name="T22" fmla="*/ 107 w 117"/>
                <a:gd name="T23" fmla="*/ 118 h 118"/>
                <a:gd name="T24" fmla="*/ 107 w 117"/>
                <a:gd name="T25" fmla="*/ 31 h 118"/>
                <a:gd name="T26" fmla="*/ 117 w 117"/>
                <a:gd name="T27" fmla="*/ 31 h 118"/>
                <a:gd name="T28" fmla="*/ 117 w 117"/>
                <a:gd name="T29" fmla="*/ 21 h 118"/>
                <a:gd name="T30" fmla="*/ 50 w 117"/>
                <a:gd name="T31" fmla="*/ 10 h 118"/>
                <a:gd name="T32" fmla="*/ 68 w 117"/>
                <a:gd name="T33" fmla="*/ 10 h 118"/>
                <a:gd name="T34" fmla="*/ 68 w 117"/>
                <a:gd name="T35" fmla="*/ 21 h 118"/>
                <a:gd name="T36" fmla="*/ 50 w 117"/>
                <a:gd name="T37" fmla="*/ 21 h 118"/>
                <a:gd name="T38" fmla="*/ 50 w 117"/>
                <a:gd name="T39" fmla="*/ 10 h 118"/>
                <a:gd name="T40" fmla="*/ 95 w 117"/>
                <a:gd name="T41" fmla="*/ 105 h 118"/>
                <a:gd name="T42" fmla="*/ 21 w 117"/>
                <a:gd name="T43" fmla="*/ 105 h 118"/>
                <a:gd name="T44" fmla="*/ 21 w 117"/>
                <a:gd name="T45" fmla="*/ 31 h 118"/>
                <a:gd name="T46" fmla="*/ 39 w 117"/>
                <a:gd name="T47" fmla="*/ 31 h 118"/>
                <a:gd name="T48" fmla="*/ 78 w 117"/>
                <a:gd name="T49" fmla="*/ 31 h 118"/>
                <a:gd name="T50" fmla="*/ 95 w 117"/>
                <a:gd name="T51" fmla="*/ 31 h 118"/>
                <a:gd name="T52" fmla="*/ 95 w 117"/>
                <a:gd name="T53" fmla="*/ 105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17" h="118">
                  <a:moveTo>
                    <a:pt x="117" y="21"/>
                  </a:moveTo>
                  <a:lnTo>
                    <a:pt x="107" y="21"/>
                  </a:lnTo>
                  <a:lnTo>
                    <a:pt x="78" y="21"/>
                  </a:lnTo>
                  <a:lnTo>
                    <a:pt x="78" y="0"/>
                  </a:lnTo>
                  <a:lnTo>
                    <a:pt x="39" y="0"/>
                  </a:lnTo>
                  <a:lnTo>
                    <a:pt x="39" y="21"/>
                  </a:lnTo>
                  <a:lnTo>
                    <a:pt x="11" y="21"/>
                  </a:lnTo>
                  <a:lnTo>
                    <a:pt x="0" y="21"/>
                  </a:lnTo>
                  <a:lnTo>
                    <a:pt x="0" y="31"/>
                  </a:lnTo>
                  <a:lnTo>
                    <a:pt x="11" y="31"/>
                  </a:lnTo>
                  <a:lnTo>
                    <a:pt x="11" y="118"/>
                  </a:lnTo>
                  <a:lnTo>
                    <a:pt x="107" y="118"/>
                  </a:lnTo>
                  <a:lnTo>
                    <a:pt x="107" y="31"/>
                  </a:lnTo>
                  <a:lnTo>
                    <a:pt x="117" y="31"/>
                  </a:lnTo>
                  <a:lnTo>
                    <a:pt x="117" y="21"/>
                  </a:lnTo>
                  <a:close/>
                  <a:moveTo>
                    <a:pt x="50" y="10"/>
                  </a:moveTo>
                  <a:lnTo>
                    <a:pt x="68" y="10"/>
                  </a:lnTo>
                  <a:lnTo>
                    <a:pt x="68" y="21"/>
                  </a:lnTo>
                  <a:lnTo>
                    <a:pt x="50" y="21"/>
                  </a:lnTo>
                  <a:lnTo>
                    <a:pt x="50" y="10"/>
                  </a:lnTo>
                  <a:close/>
                  <a:moveTo>
                    <a:pt x="95" y="105"/>
                  </a:moveTo>
                  <a:lnTo>
                    <a:pt x="21" y="105"/>
                  </a:lnTo>
                  <a:lnTo>
                    <a:pt x="21" y="31"/>
                  </a:lnTo>
                  <a:lnTo>
                    <a:pt x="39" y="31"/>
                  </a:lnTo>
                  <a:lnTo>
                    <a:pt x="78" y="31"/>
                  </a:lnTo>
                  <a:lnTo>
                    <a:pt x="95" y="31"/>
                  </a:lnTo>
                  <a:lnTo>
                    <a:pt x="95" y="10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262" name="Rectangle 25"/>
            <p:cNvSpPr>
              <a:spLocks noChangeArrowheads="1"/>
            </p:cNvSpPr>
            <p:nvPr/>
          </p:nvSpPr>
          <p:spPr bwMode="auto">
            <a:xfrm>
              <a:off x="36" y="48"/>
              <a:ext cx="12" cy="4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63" name="Rectangle 26"/>
            <p:cNvSpPr>
              <a:spLocks noChangeArrowheads="1"/>
            </p:cNvSpPr>
            <p:nvPr/>
          </p:nvSpPr>
          <p:spPr bwMode="auto">
            <a:xfrm>
              <a:off x="69" y="48"/>
              <a:ext cx="11" cy="4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pSp>
      <p:grpSp>
        <p:nvGrpSpPr>
          <p:cNvPr id="264" name="Group 27"/>
          <p:cNvGrpSpPr/>
          <p:nvPr/>
        </p:nvGrpSpPr>
        <p:grpSpPr bwMode="auto">
          <a:xfrm>
            <a:off x="1945991" y="2690813"/>
            <a:ext cx="166687" cy="190500"/>
            <a:chOff x="0" y="0"/>
            <a:chExt cx="105" cy="120"/>
          </a:xfrm>
          <a:solidFill>
            <a:schemeClr val="bg1"/>
          </a:solidFill>
        </p:grpSpPr>
        <p:sp>
          <p:nvSpPr>
            <p:cNvPr id="265" name="Freeform 28"/>
            <p:cNvSpPr/>
            <p:nvPr/>
          </p:nvSpPr>
          <p:spPr bwMode="auto">
            <a:xfrm>
              <a:off x="18" y="47"/>
              <a:ext cx="53" cy="26"/>
            </a:xfrm>
            <a:custGeom>
              <a:avLst/>
              <a:gdLst>
                <a:gd name="T0" fmla="*/ 18 w 35"/>
                <a:gd name="T1" fmla="*/ 11 h 17"/>
                <a:gd name="T2" fmla="*/ 7 w 35"/>
                <a:gd name="T3" fmla="*/ 0 h 17"/>
                <a:gd name="T4" fmla="*/ 0 w 35"/>
                <a:gd name="T5" fmla="*/ 0 h 17"/>
                <a:gd name="T6" fmla="*/ 18 w 35"/>
                <a:gd name="T7" fmla="*/ 17 h 17"/>
                <a:gd name="T8" fmla="*/ 35 w 35"/>
                <a:gd name="T9" fmla="*/ 0 h 17"/>
                <a:gd name="T10" fmla="*/ 28 w 35"/>
                <a:gd name="T11" fmla="*/ 0 h 17"/>
                <a:gd name="T12" fmla="*/ 18 w 35"/>
                <a:gd name="T13" fmla="*/ 11 h 17"/>
              </a:gdLst>
              <a:ahLst/>
              <a:cxnLst>
                <a:cxn ang="0">
                  <a:pos x="T0" y="T1"/>
                </a:cxn>
                <a:cxn ang="0">
                  <a:pos x="T2" y="T3"/>
                </a:cxn>
                <a:cxn ang="0">
                  <a:pos x="T4" y="T5"/>
                </a:cxn>
                <a:cxn ang="0">
                  <a:pos x="T6" y="T7"/>
                </a:cxn>
                <a:cxn ang="0">
                  <a:pos x="T8" y="T9"/>
                </a:cxn>
                <a:cxn ang="0">
                  <a:pos x="T10" y="T11"/>
                </a:cxn>
                <a:cxn ang="0">
                  <a:pos x="T12" y="T13"/>
                </a:cxn>
              </a:cxnLst>
              <a:rect l="0" t="0" r="r" b="b"/>
              <a:pathLst>
                <a:path w="35" h="17">
                  <a:moveTo>
                    <a:pt x="18" y="11"/>
                  </a:moveTo>
                  <a:cubicBezTo>
                    <a:pt x="12" y="11"/>
                    <a:pt x="7" y="6"/>
                    <a:pt x="7" y="0"/>
                  </a:cubicBezTo>
                  <a:cubicBezTo>
                    <a:pt x="0" y="0"/>
                    <a:pt x="0" y="0"/>
                    <a:pt x="0" y="0"/>
                  </a:cubicBezTo>
                  <a:cubicBezTo>
                    <a:pt x="0" y="10"/>
                    <a:pt x="8" y="17"/>
                    <a:pt x="18" y="17"/>
                  </a:cubicBezTo>
                  <a:cubicBezTo>
                    <a:pt x="27" y="17"/>
                    <a:pt x="35" y="10"/>
                    <a:pt x="35" y="0"/>
                  </a:cubicBezTo>
                  <a:cubicBezTo>
                    <a:pt x="28" y="0"/>
                    <a:pt x="28" y="0"/>
                    <a:pt x="28" y="0"/>
                  </a:cubicBezTo>
                  <a:cubicBezTo>
                    <a:pt x="28" y="6"/>
                    <a:pt x="23" y="11"/>
                    <a:pt x="18"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266" name="Freeform 29"/>
            <p:cNvSpPr>
              <a:spLocks noEditPoints="1"/>
            </p:cNvSpPr>
            <p:nvPr/>
          </p:nvSpPr>
          <p:spPr bwMode="auto">
            <a:xfrm>
              <a:off x="0" y="0"/>
              <a:ext cx="105" cy="120"/>
            </a:xfrm>
            <a:custGeom>
              <a:avLst/>
              <a:gdLst>
                <a:gd name="T0" fmla="*/ 105 w 105"/>
                <a:gd name="T1" fmla="*/ 0 h 120"/>
                <a:gd name="T2" fmla="*/ 23 w 105"/>
                <a:gd name="T3" fmla="*/ 0 h 120"/>
                <a:gd name="T4" fmla="*/ 23 w 105"/>
                <a:gd name="T5" fmla="*/ 18 h 120"/>
                <a:gd name="T6" fmla="*/ 0 w 105"/>
                <a:gd name="T7" fmla="*/ 18 h 120"/>
                <a:gd name="T8" fmla="*/ 0 w 105"/>
                <a:gd name="T9" fmla="*/ 120 h 120"/>
                <a:gd name="T10" fmla="*/ 89 w 105"/>
                <a:gd name="T11" fmla="*/ 120 h 120"/>
                <a:gd name="T12" fmla="*/ 89 w 105"/>
                <a:gd name="T13" fmla="*/ 97 h 120"/>
                <a:gd name="T14" fmla="*/ 105 w 105"/>
                <a:gd name="T15" fmla="*/ 97 h 120"/>
                <a:gd name="T16" fmla="*/ 105 w 105"/>
                <a:gd name="T17" fmla="*/ 0 h 120"/>
                <a:gd name="T18" fmla="*/ 78 w 105"/>
                <a:gd name="T19" fmla="*/ 109 h 120"/>
                <a:gd name="T20" fmla="*/ 11 w 105"/>
                <a:gd name="T21" fmla="*/ 109 h 120"/>
                <a:gd name="T22" fmla="*/ 11 w 105"/>
                <a:gd name="T23" fmla="*/ 29 h 120"/>
                <a:gd name="T24" fmla="*/ 23 w 105"/>
                <a:gd name="T25" fmla="*/ 29 h 120"/>
                <a:gd name="T26" fmla="*/ 78 w 105"/>
                <a:gd name="T27" fmla="*/ 29 h 120"/>
                <a:gd name="T28" fmla="*/ 78 w 105"/>
                <a:gd name="T29" fmla="*/ 97 h 120"/>
                <a:gd name="T30" fmla="*/ 78 w 105"/>
                <a:gd name="T31" fmla="*/ 109 h 120"/>
                <a:gd name="T32" fmla="*/ 96 w 105"/>
                <a:gd name="T33" fmla="*/ 86 h 120"/>
                <a:gd name="T34" fmla="*/ 89 w 105"/>
                <a:gd name="T35" fmla="*/ 86 h 120"/>
                <a:gd name="T36" fmla="*/ 89 w 105"/>
                <a:gd name="T37" fmla="*/ 18 h 120"/>
                <a:gd name="T38" fmla="*/ 32 w 105"/>
                <a:gd name="T39" fmla="*/ 18 h 120"/>
                <a:gd name="T40" fmla="*/ 32 w 105"/>
                <a:gd name="T41" fmla="*/ 11 h 120"/>
                <a:gd name="T42" fmla="*/ 96 w 105"/>
                <a:gd name="T43" fmla="*/ 11 h 120"/>
                <a:gd name="T44" fmla="*/ 96 w 105"/>
                <a:gd name="T45" fmla="*/ 86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05" h="120">
                  <a:moveTo>
                    <a:pt x="105" y="0"/>
                  </a:moveTo>
                  <a:lnTo>
                    <a:pt x="23" y="0"/>
                  </a:lnTo>
                  <a:lnTo>
                    <a:pt x="23" y="18"/>
                  </a:lnTo>
                  <a:lnTo>
                    <a:pt x="0" y="18"/>
                  </a:lnTo>
                  <a:lnTo>
                    <a:pt x="0" y="120"/>
                  </a:lnTo>
                  <a:lnTo>
                    <a:pt x="89" y="120"/>
                  </a:lnTo>
                  <a:lnTo>
                    <a:pt x="89" y="97"/>
                  </a:lnTo>
                  <a:lnTo>
                    <a:pt x="105" y="97"/>
                  </a:lnTo>
                  <a:lnTo>
                    <a:pt x="105" y="0"/>
                  </a:lnTo>
                  <a:close/>
                  <a:moveTo>
                    <a:pt x="78" y="109"/>
                  </a:moveTo>
                  <a:lnTo>
                    <a:pt x="11" y="109"/>
                  </a:lnTo>
                  <a:lnTo>
                    <a:pt x="11" y="29"/>
                  </a:lnTo>
                  <a:lnTo>
                    <a:pt x="23" y="29"/>
                  </a:lnTo>
                  <a:lnTo>
                    <a:pt x="78" y="29"/>
                  </a:lnTo>
                  <a:lnTo>
                    <a:pt x="78" y="97"/>
                  </a:lnTo>
                  <a:lnTo>
                    <a:pt x="78" y="109"/>
                  </a:lnTo>
                  <a:close/>
                  <a:moveTo>
                    <a:pt x="96" y="86"/>
                  </a:moveTo>
                  <a:lnTo>
                    <a:pt x="89" y="86"/>
                  </a:lnTo>
                  <a:lnTo>
                    <a:pt x="89" y="18"/>
                  </a:lnTo>
                  <a:lnTo>
                    <a:pt x="32" y="18"/>
                  </a:lnTo>
                  <a:lnTo>
                    <a:pt x="32" y="11"/>
                  </a:lnTo>
                  <a:lnTo>
                    <a:pt x="96" y="11"/>
                  </a:lnTo>
                  <a:lnTo>
                    <a:pt x="96" y="8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sp>
        <p:nvSpPr>
          <p:cNvPr id="267" name="Text Box 30"/>
          <p:cNvSpPr txBox="1">
            <a:spLocks noChangeArrowheads="1"/>
          </p:cNvSpPr>
          <p:nvPr/>
        </p:nvSpPr>
        <p:spPr bwMode="auto">
          <a:xfrm>
            <a:off x="2206244" y="2646768"/>
            <a:ext cx="95410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200" dirty="0">
                <a:ln w="6350">
                  <a:noFill/>
                </a:ln>
                <a:solidFill>
                  <a:schemeClr val="bg1"/>
                </a:solidFill>
                <a:latin typeface="Impact" pitchFamily="34" charset="0"/>
                <a:ea typeface="微软雅黑" pitchFamily="34" charset="-122"/>
              </a:rPr>
              <a:t>理论基础一</a:t>
            </a:r>
            <a:endParaRPr lang="zh-CN" altLang="zh-CN" sz="1200" dirty="0">
              <a:ln w="6350">
                <a:noFill/>
              </a:ln>
              <a:solidFill>
                <a:schemeClr val="bg1"/>
              </a:solidFill>
              <a:latin typeface="Impact" pitchFamily="34" charset="0"/>
              <a:ea typeface="微软雅黑" pitchFamily="34" charset="-122"/>
            </a:endParaRPr>
          </a:p>
        </p:txBody>
      </p:sp>
      <p:sp>
        <p:nvSpPr>
          <p:cNvPr id="268" name="Text Box 31"/>
          <p:cNvSpPr txBox="1">
            <a:spLocks noChangeArrowheads="1"/>
          </p:cNvSpPr>
          <p:nvPr/>
        </p:nvSpPr>
        <p:spPr bwMode="auto">
          <a:xfrm>
            <a:off x="4087510" y="2646769"/>
            <a:ext cx="95410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200" dirty="0">
                <a:ln w="6350">
                  <a:noFill/>
                </a:ln>
                <a:solidFill>
                  <a:schemeClr val="tx1">
                    <a:lumMod val="65000"/>
                    <a:lumOff val="35000"/>
                  </a:schemeClr>
                </a:solidFill>
                <a:latin typeface="Impact" pitchFamily="34" charset="0"/>
                <a:ea typeface="微软雅黑" pitchFamily="34" charset="-122"/>
              </a:rPr>
              <a:t>理论基础二</a:t>
            </a:r>
          </a:p>
        </p:txBody>
      </p:sp>
      <p:sp>
        <p:nvSpPr>
          <p:cNvPr id="269" name="Text Box 32"/>
          <p:cNvSpPr txBox="1">
            <a:spLocks noChangeArrowheads="1"/>
          </p:cNvSpPr>
          <p:nvPr/>
        </p:nvSpPr>
        <p:spPr bwMode="auto">
          <a:xfrm>
            <a:off x="5882509" y="2646560"/>
            <a:ext cx="95410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lvl="0" algn="ctr"/>
            <a:r>
              <a:rPr lang="zh-CN" altLang="en-US" sz="1200" dirty="0">
                <a:ln w="6350">
                  <a:noFill/>
                </a:ln>
                <a:solidFill>
                  <a:schemeClr val="bg1"/>
                </a:solidFill>
                <a:latin typeface="Impact" pitchFamily="34" charset="0"/>
                <a:ea typeface="微软雅黑" pitchFamily="34" charset="-122"/>
              </a:rPr>
              <a:t>理论基础三</a:t>
            </a:r>
            <a:endParaRPr lang="zh-CN" altLang="zh-CN" sz="1200" dirty="0">
              <a:ln w="6350">
                <a:noFill/>
              </a:ln>
              <a:solidFill>
                <a:schemeClr val="bg1"/>
              </a:solidFill>
              <a:latin typeface="Impact" pitchFamily="34" charset="0"/>
              <a:ea typeface="微软雅黑" pitchFamily="34" charset="-122"/>
            </a:endParaRPr>
          </a:p>
        </p:txBody>
      </p:sp>
      <p:sp>
        <p:nvSpPr>
          <p:cNvPr id="270" name="Text Box 33"/>
          <p:cNvSpPr txBox="1">
            <a:spLocks noChangeArrowheads="1"/>
          </p:cNvSpPr>
          <p:nvPr/>
        </p:nvSpPr>
        <p:spPr bwMode="auto">
          <a:xfrm>
            <a:off x="7754047" y="2643999"/>
            <a:ext cx="95410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200" dirty="0">
                <a:ln w="6350">
                  <a:noFill/>
                </a:ln>
                <a:solidFill>
                  <a:schemeClr val="tx1">
                    <a:lumMod val="65000"/>
                    <a:lumOff val="35000"/>
                  </a:schemeClr>
                </a:solidFill>
                <a:latin typeface="Impact" pitchFamily="34" charset="0"/>
                <a:ea typeface="微软雅黑" pitchFamily="34" charset="-122"/>
              </a:rPr>
              <a:t>理论基础四</a:t>
            </a:r>
          </a:p>
        </p:txBody>
      </p:sp>
      <p:sp>
        <p:nvSpPr>
          <p:cNvPr id="271" name="Rectangle 34"/>
          <p:cNvSpPr>
            <a:spLocks noChangeArrowheads="1"/>
          </p:cNvSpPr>
          <p:nvPr/>
        </p:nvSpPr>
        <p:spPr bwMode="auto">
          <a:xfrm>
            <a:off x="1644956" y="1599941"/>
            <a:ext cx="1754414"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lvl="0" algn="just" fontAlgn="base">
              <a:spcBef>
                <a:spcPct val="0"/>
              </a:spcBef>
              <a:spcAft>
                <a:spcPct val="0"/>
              </a:spcAft>
            </a:pPr>
            <a:r>
              <a:rPr lang="zh-CN" altLang="en-US" sz="1000" dirty="0">
                <a:solidFill>
                  <a:schemeClr val="tx1">
                    <a:lumMod val="65000"/>
                    <a:lumOff val="35000"/>
                  </a:schemeClr>
                </a:solidFill>
                <a:latin typeface="Arial" pitchFamily="34" charset="0"/>
                <a:ea typeface="微软雅黑" pitchFamily="34" charset="-122"/>
              </a:rPr>
              <a:t>此处可输入相关说明文本内容，或者复制文本内容后粘贴，并选择只保留文字。文本内容建议简洁明了、提纲挈领，尽量保持整体风格统一。</a:t>
            </a:r>
            <a:endParaRPr lang="zh-CN" altLang="zh-CN" sz="1000" dirty="0">
              <a:solidFill>
                <a:schemeClr val="tx1">
                  <a:lumMod val="65000"/>
                  <a:lumOff val="35000"/>
                </a:schemeClr>
              </a:solidFill>
              <a:latin typeface="Arial" pitchFamily="34" charset="0"/>
              <a:ea typeface="微软雅黑" pitchFamily="34" charset="-122"/>
            </a:endParaRPr>
          </a:p>
        </p:txBody>
      </p:sp>
      <p:sp>
        <p:nvSpPr>
          <p:cNvPr id="272" name="Rectangle 35"/>
          <p:cNvSpPr>
            <a:spLocks noChangeArrowheads="1"/>
          </p:cNvSpPr>
          <p:nvPr/>
        </p:nvSpPr>
        <p:spPr bwMode="auto">
          <a:xfrm>
            <a:off x="5333780" y="1599941"/>
            <a:ext cx="1676002"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lvl="0" algn="just" fontAlgn="base">
              <a:spcBef>
                <a:spcPct val="0"/>
              </a:spcBef>
              <a:spcAft>
                <a:spcPct val="0"/>
              </a:spcAft>
            </a:pPr>
            <a:r>
              <a:rPr lang="zh-CN" altLang="en-US" sz="1000" dirty="0">
                <a:solidFill>
                  <a:schemeClr val="tx1">
                    <a:lumMod val="65000"/>
                    <a:lumOff val="35000"/>
                  </a:schemeClr>
                </a:solidFill>
                <a:latin typeface="Arial" pitchFamily="34" charset="0"/>
                <a:ea typeface="微软雅黑" pitchFamily="34" charset="-122"/>
              </a:rPr>
              <a:t>此处可输入相关说明文本内容，或者复制文本内容后粘贴，并选择只保留文字。文本内容建议简洁明了、提纲挈领，尽量保持整体风格统一。</a:t>
            </a:r>
            <a:endParaRPr lang="zh-CN" altLang="zh-CN" sz="1000" dirty="0">
              <a:solidFill>
                <a:schemeClr val="tx1">
                  <a:lumMod val="65000"/>
                  <a:lumOff val="35000"/>
                </a:schemeClr>
              </a:solidFill>
              <a:latin typeface="Arial" pitchFamily="34" charset="0"/>
              <a:ea typeface="微软雅黑" pitchFamily="34" charset="-122"/>
            </a:endParaRPr>
          </a:p>
        </p:txBody>
      </p:sp>
      <p:sp>
        <p:nvSpPr>
          <p:cNvPr id="273" name="Text Box 38"/>
          <p:cNvSpPr txBox="1">
            <a:spLocks noChangeArrowheads="1"/>
          </p:cNvSpPr>
          <p:nvPr/>
        </p:nvSpPr>
        <p:spPr bwMode="auto">
          <a:xfrm>
            <a:off x="2112678" y="3225800"/>
            <a:ext cx="56137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zh-CN" sz="3200" dirty="0">
                <a:ln w="6350">
                  <a:noFill/>
                </a:ln>
                <a:solidFill>
                  <a:srgbClr val="37B0E8"/>
                </a:solidFill>
                <a:latin typeface="Impact" pitchFamily="34" charset="0"/>
                <a:ea typeface="微软雅黑" pitchFamily="34" charset="-122"/>
              </a:rPr>
              <a:t>01</a:t>
            </a:r>
          </a:p>
        </p:txBody>
      </p:sp>
      <p:sp>
        <p:nvSpPr>
          <p:cNvPr id="274" name="Text Box 39"/>
          <p:cNvSpPr txBox="1">
            <a:spLocks noChangeArrowheads="1"/>
          </p:cNvSpPr>
          <p:nvPr/>
        </p:nvSpPr>
        <p:spPr bwMode="auto">
          <a:xfrm>
            <a:off x="5764479" y="3225800"/>
            <a:ext cx="62228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zh-CN" sz="3200" dirty="0">
                <a:ln w="6350">
                  <a:noFill/>
                </a:ln>
                <a:solidFill>
                  <a:srgbClr val="37B0E8"/>
                </a:solidFill>
                <a:latin typeface="Impact" pitchFamily="34" charset="0"/>
                <a:ea typeface="微软雅黑" pitchFamily="34" charset="-122"/>
              </a:rPr>
              <a:t>03</a:t>
            </a:r>
          </a:p>
        </p:txBody>
      </p:sp>
      <p:sp>
        <p:nvSpPr>
          <p:cNvPr id="275" name="Text Box 40"/>
          <p:cNvSpPr txBox="1">
            <a:spLocks noChangeArrowheads="1"/>
          </p:cNvSpPr>
          <p:nvPr/>
        </p:nvSpPr>
        <p:spPr bwMode="auto">
          <a:xfrm>
            <a:off x="4026729" y="1692275"/>
            <a:ext cx="61106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zh-CN" sz="3200" dirty="0">
                <a:ln w="6350">
                  <a:noFill/>
                </a:ln>
                <a:solidFill>
                  <a:schemeClr val="tx1">
                    <a:lumMod val="65000"/>
                    <a:lumOff val="35000"/>
                  </a:schemeClr>
                </a:solidFill>
                <a:latin typeface="Impact" pitchFamily="34" charset="0"/>
                <a:ea typeface="微软雅黑" pitchFamily="34" charset="-122"/>
              </a:rPr>
              <a:t>02</a:t>
            </a:r>
          </a:p>
        </p:txBody>
      </p:sp>
      <p:sp>
        <p:nvSpPr>
          <p:cNvPr id="276" name="Text Box 41"/>
          <p:cNvSpPr txBox="1">
            <a:spLocks noChangeArrowheads="1"/>
          </p:cNvSpPr>
          <p:nvPr/>
        </p:nvSpPr>
        <p:spPr bwMode="auto">
          <a:xfrm>
            <a:off x="7689780" y="1692275"/>
            <a:ext cx="60946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zh-CN" sz="3200" dirty="0">
                <a:ln w="6350">
                  <a:noFill/>
                </a:ln>
                <a:solidFill>
                  <a:schemeClr val="tx1">
                    <a:lumMod val="65000"/>
                    <a:lumOff val="35000"/>
                  </a:schemeClr>
                </a:solidFill>
                <a:latin typeface="Impact" pitchFamily="34" charset="0"/>
                <a:ea typeface="微软雅黑" pitchFamily="34" charset="-122"/>
              </a:rPr>
              <a:t>04</a:t>
            </a:r>
          </a:p>
        </p:txBody>
      </p:sp>
      <p:sp>
        <p:nvSpPr>
          <p:cNvPr id="277" name="Rectangle 34"/>
          <p:cNvSpPr>
            <a:spLocks noChangeArrowheads="1"/>
          </p:cNvSpPr>
          <p:nvPr/>
        </p:nvSpPr>
        <p:spPr bwMode="auto">
          <a:xfrm>
            <a:off x="3486003" y="3225541"/>
            <a:ext cx="1754414"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lvl="0" algn="just" fontAlgn="base">
              <a:spcBef>
                <a:spcPct val="0"/>
              </a:spcBef>
              <a:spcAft>
                <a:spcPct val="0"/>
              </a:spcAft>
            </a:pPr>
            <a:r>
              <a:rPr lang="zh-CN" altLang="en-US" sz="1000" dirty="0">
                <a:solidFill>
                  <a:schemeClr val="tx1">
                    <a:lumMod val="65000"/>
                    <a:lumOff val="35000"/>
                  </a:schemeClr>
                </a:solidFill>
                <a:latin typeface="Arial" pitchFamily="34" charset="0"/>
                <a:ea typeface="微软雅黑" pitchFamily="34" charset="-122"/>
              </a:rPr>
              <a:t>此处可输入相关说明文本内容，或者复制文本内容后粘贴，并选择只保留文字。文本内容建议简洁明了、提纲挈领，尽量保持整体风格统一。</a:t>
            </a:r>
            <a:endParaRPr lang="zh-CN" altLang="zh-CN" sz="1000" dirty="0">
              <a:solidFill>
                <a:schemeClr val="tx1">
                  <a:lumMod val="65000"/>
                  <a:lumOff val="35000"/>
                </a:schemeClr>
              </a:solidFill>
              <a:latin typeface="Arial" pitchFamily="34" charset="0"/>
              <a:ea typeface="微软雅黑" pitchFamily="34" charset="-122"/>
            </a:endParaRPr>
          </a:p>
        </p:txBody>
      </p:sp>
      <p:sp>
        <p:nvSpPr>
          <p:cNvPr id="278" name="Rectangle 35"/>
          <p:cNvSpPr>
            <a:spLocks noChangeArrowheads="1"/>
          </p:cNvSpPr>
          <p:nvPr/>
        </p:nvSpPr>
        <p:spPr bwMode="auto">
          <a:xfrm>
            <a:off x="7172931" y="3225541"/>
            <a:ext cx="1676002"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lvl="0" algn="just" fontAlgn="base">
              <a:spcBef>
                <a:spcPct val="0"/>
              </a:spcBef>
              <a:spcAft>
                <a:spcPct val="0"/>
              </a:spcAft>
            </a:pPr>
            <a:r>
              <a:rPr lang="zh-CN" altLang="en-US" sz="1000" dirty="0">
                <a:solidFill>
                  <a:schemeClr val="tx1">
                    <a:lumMod val="65000"/>
                    <a:lumOff val="35000"/>
                  </a:schemeClr>
                </a:solidFill>
                <a:latin typeface="Arial" pitchFamily="34" charset="0"/>
                <a:ea typeface="微软雅黑" pitchFamily="34" charset="-122"/>
              </a:rPr>
              <a:t>此处可输入相关说明文本内容，或者复制文本内容后粘贴，并选择只保留文字。文本内容建议简洁明了、提纲挈领，尽量保持整体风格统一。</a:t>
            </a:r>
            <a:endParaRPr lang="zh-CN" altLang="zh-CN" sz="1000" dirty="0">
              <a:solidFill>
                <a:schemeClr val="tx1">
                  <a:lumMod val="65000"/>
                  <a:lumOff val="35000"/>
                </a:schemeClr>
              </a:solidFill>
              <a:latin typeface="Arial" pitchFamily="34" charset="0"/>
              <a:ea typeface="微软雅黑" pitchFamily="34" charset="-122"/>
            </a:endParaRPr>
          </a:p>
        </p:txBody>
      </p:sp>
      <p:sp>
        <p:nvSpPr>
          <p:cNvPr id="283" name="矩形 282"/>
          <p:cNvSpPr/>
          <p:nvPr/>
        </p:nvSpPr>
        <p:spPr>
          <a:xfrm>
            <a:off x="614945" y="1653245"/>
            <a:ext cx="441146" cy="246221"/>
          </a:xfrm>
          <a:prstGeom prst="rect">
            <a:avLst/>
          </a:prstGeom>
        </p:spPr>
        <p:txBody>
          <a:bodyPr wrap="none">
            <a:spAutoFit/>
          </a:bodyPr>
          <a:lstStyle/>
          <a:p>
            <a:pPr algn="ctr"/>
            <a:r>
              <a:rPr lang="zh-CN" altLang="en-US" sz="1000" dirty="0">
                <a:ln w="6350">
                  <a:noFill/>
                </a:ln>
                <a:solidFill>
                  <a:schemeClr val="bg1"/>
                </a:solidFill>
                <a:latin typeface="Impact" pitchFamily="34" charset="0"/>
                <a:ea typeface="微软雅黑" pitchFamily="34" charset="-122"/>
              </a:rPr>
              <a:t>绪论</a:t>
            </a:r>
          </a:p>
        </p:txBody>
      </p:sp>
      <p:sp>
        <p:nvSpPr>
          <p:cNvPr id="284" name="矩形 283"/>
          <p:cNvSpPr/>
          <p:nvPr/>
        </p:nvSpPr>
        <p:spPr>
          <a:xfrm>
            <a:off x="422584" y="2036065"/>
            <a:ext cx="825867" cy="246221"/>
          </a:xfrm>
          <a:prstGeom prst="rect">
            <a:avLst/>
          </a:prstGeom>
        </p:spPr>
        <p:txBody>
          <a:bodyPr wrap="none">
            <a:spAutoFit/>
          </a:bodyPr>
          <a:lstStyle/>
          <a:p>
            <a:pPr algn="ctr"/>
            <a:r>
              <a:rPr lang="zh-CN" altLang="en-US" sz="1000" dirty="0">
                <a:ln w="6350">
                  <a:noFill/>
                </a:ln>
                <a:solidFill>
                  <a:srgbClr val="586B7F"/>
                </a:solidFill>
                <a:latin typeface="Impact" pitchFamily="34" charset="0"/>
                <a:ea typeface="微软雅黑" pitchFamily="34" charset="-122"/>
              </a:rPr>
              <a:t>思路与方法</a:t>
            </a:r>
          </a:p>
        </p:txBody>
      </p:sp>
      <p:sp>
        <p:nvSpPr>
          <p:cNvPr id="285" name="矩形 284"/>
          <p:cNvSpPr/>
          <p:nvPr/>
        </p:nvSpPr>
        <p:spPr>
          <a:xfrm>
            <a:off x="422585" y="2823369"/>
            <a:ext cx="825867" cy="246221"/>
          </a:xfrm>
          <a:prstGeom prst="rect">
            <a:avLst/>
          </a:prstGeom>
        </p:spPr>
        <p:txBody>
          <a:bodyPr wrap="none">
            <a:spAutoFit/>
          </a:bodyPr>
          <a:lstStyle/>
          <a:p>
            <a:pPr algn="ctr"/>
            <a:r>
              <a:rPr lang="zh-CN" altLang="en-US" sz="1000" dirty="0">
                <a:ln w="6350">
                  <a:noFill/>
                </a:ln>
                <a:solidFill>
                  <a:srgbClr val="586B7F"/>
                </a:solidFill>
                <a:latin typeface="Impact" pitchFamily="34" charset="0"/>
                <a:ea typeface="微软雅黑" pitchFamily="34" charset="-122"/>
              </a:rPr>
              <a:t>成果与应用</a:t>
            </a:r>
          </a:p>
        </p:txBody>
      </p:sp>
      <p:sp>
        <p:nvSpPr>
          <p:cNvPr id="286" name="矩形 285"/>
          <p:cNvSpPr/>
          <p:nvPr/>
        </p:nvSpPr>
        <p:spPr>
          <a:xfrm>
            <a:off x="422585" y="2432846"/>
            <a:ext cx="825867" cy="246221"/>
          </a:xfrm>
          <a:prstGeom prst="rect">
            <a:avLst/>
          </a:prstGeom>
        </p:spPr>
        <p:txBody>
          <a:bodyPr wrap="none">
            <a:spAutoFit/>
          </a:bodyPr>
          <a:lstStyle/>
          <a:p>
            <a:pPr algn="ctr"/>
            <a:r>
              <a:rPr lang="zh-CN" altLang="en-US" sz="1000" dirty="0">
                <a:ln w="6350">
                  <a:noFill/>
                </a:ln>
                <a:solidFill>
                  <a:srgbClr val="586B7F"/>
                </a:solidFill>
                <a:latin typeface="Impact" pitchFamily="34" charset="0"/>
                <a:ea typeface="微软雅黑" pitchFamily="34" charset="-122"/>
              </a:rPr>
              <a:t>技术与难点</a:t>
            </a:r>
          </a:p>
        </p:txBody>
      </p:sp>
      <p:sp>
        <p:nvSpPr>
          <p:cNvPr id="288" name="Freeform 9"/>
          <p:cNvSpPr>
            <a:spLocks noEditPoints="1"/>
          </p:cNvSpPr>
          <p:nvPr/>
        </p:nvSpPr>
        <p:spPr bwMode="auto">
          <a:xfrm>
            <a:off x="83442" y="3272333"/>
            <a:ext cx="231878" cy="151086"/>
          </a:xfrm>
          <a:custGeom>
            <a:avLst/>
            <a:gdLst>
              <a:gd name="T0" fmla="*/ 58 w 215"/>
              <a:gd name="T1" fmla="*/ 83 h 140"/>
              <a:gd name="T2" fmla="*/ 58 w 215"/>
              <a:gd name="T3" fmla="*/ 91 h 140"/>
              <a:gd name="T4" fmla="*/ 161 w 215"/>
              <a:gd name="T5" fmla="*/ 87 h 140"/>
              <a:gd name="T6" fmla="*/ 58 w 215"/>
              <a:gd name="T7" fmla="*/ 73 h 140"/>
              <a:gd name="T8" fmla="*/ 98 w 215"/>
              <a:gd name="T9" fmla="*/ 73 h 140"/>
              <a:gd name="T10" fmla="*/ 102 w 215"/>
              <a:gd name="T11" fmla="*/ 34 h 140"/>
              <a:gd name="T12" fmla="*/ 58 w 215"/>
              <a:gd name="T13" fmla="*/ 30 h 140"/>
              <a:gd name="T14" fmla="*/ 54 w 215"/>
              <a:gd name="T15" fmla="*/ 69 h 140"/>
              <a:gd name="T16" fmla="*/ 63 w 215"/>
              <a:gd name="T17" fmla="*/ 38 h 140"/>
              <a:gd name="T18" fmla="*/ 94 w 215"/>
              <a:gd name="T19" fmla="*/ 38 h 140"/>
              <a:gd name="T20" fmla="*/ 63 w 215"/>
              <a:gd name="T21" fmla="*/ 65 h 140"/>
              <a:gd name="T22" fmla="*/ 27 w 215"/>
              <a:gd name="T23" fmla="*/ 121 h 140"/>
              <a:gd name="T24" fmla="*/ 189 w 215"/>
              <a:gd name="T25" fmla="*/ 121 h 140"/>
              <a:gd name="T26" fmla="*/ 196 w 215"/>
              <a:gd name="T27" fmla="*/ 7 h 140"/>
              <a:gd name="T28" fmla="*/ 27 w 215"/>
              <a:gd name="T29" fmla="*/ 0 h 140"/>
              <a:gd name="T30" fmla="*/ 20 w 215"/>
              <a:gd name="T31" fmla="*/ 114 h 140"/>
              <a:gd name="T32" fmla="*/ 33 w 215"/>
              <a:gd name="T33" fmla="*/ 13 h 140"/>
              <a:gd name="T34" fmla="*/ 182 w 215"/>
              <a:gd name="T35" fmla="*/ 13 h 140"/>
              <a:gd name="T36" fmla="*/ 33 w 215"/>
              <a:gd name="T37" fmla="*/ 107 h 140"/>
              <a:gd name="T38" fmla="*/ 157 w 215"/>
              <a:gd name="T39" fmla="*/ 48 h 140"/>
              <a:gd name="T40" fmla="*/ 111 w 215"/>
              <a:gd name="T41" fmla="*/ 48 h 140"/>
              <a:gd name="T42" fmla="*/ 111 w 215"/>
              <a:gd name="T43" fmla="*/ 56 h 140"/>
              <a:gd name="T44" fmla="*/ 161 w 215"/>
              <a:gd name="T45" fmla="*/ 52 h 140"/>
              <a:gd name="T46" fmla="*/ 157 w 215"/>
              <a:gd name="T47" fmla="*/ 65 h 140"/>
              <a:gd name="T48" fmla="*/ 111 w 215"/>
              <a:gd name="T49" fmla="*/ 65 h 140"/>
              <a:gd name="T50" fmla="*/ 111 w 215"/>
              <a:gd name="T51" fmla="*/ 73 h 140"/>
              <a:gd name="T52" fmla="*/ 161 w 215"/>
              <a:gd name="T53" fmla="*/ 69 h 140"/>
              <a:gd name="T54" fmla="*/ 157 w 215"/>
              <a:gd name="T55" fmla="*/ 30 h 140"/>
              <a:gd name="T56" fmla="*/ 111 w 215"/>
              <a:gd name="T57" fmla="*/ 30 h 140"/>
              <a:gd name="T58" fmla="*/ 111 w 215"/>
              <a:gd name="T59" fmla="*/ 38 h 140"/>
              <a:gd name="T60" fmla="*/ 161 w 215"/>
              <a:gd name="T61" fmla="*/ 34 h 140"/>
              <a:gd name="T62" fmla="*/ 209 w 215"/>
              <a:gd name="T63" fmla="*/ 127 h 140"/>
              <a:gd name="T64" fmla="*/ 7 w 215"/>
              <a:gd name="T65" fmla="*/ 127 h 140"/>
              <a:gd name="T66" fmla="*/ 7 w 215"/>
              <a:gd name="T67" fmla="*/ 140 h 140"/>
              <a:gd name="T68" fmla="*/ 215 w 215"/>
              <a:gd name="T69" fmla="*/ 13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15" h="140">
                <a:moveTo>
                  <a:pt x="157" y="83"/>
                </a:moveTo>
                <a:cubicBezTo>
                  <a:pt x="58" y="83"/>
                  <a:pt x="58" y="83"/>
                  <a:pt x="58" y="83"/>
                </a:cubicBezTo>
                <a:cubicBezTo>
                  <a:pt x="56" y="83"/>
                  <a:pt x="54" y="84"/>
                  <a:pt x="54" y="87"/>
                </a:cubicBezTo>
                <a:cubicBezTo>
                  <a:pt x="54" y="89"/>
                  <a:pt x="56" y="91"/>
                  <a:pt x="58" y="91"/>
                </a:cubicBezTo>
                <a:cubicBezTo>
                  <a:pt x="157" y="91"/>
                  <a:pt x="157" y="91"/>
                  <a:pt x="157" y="91"/>
                </a:cubicBezTo>
                <a:cubicBezTo>
                  <a:pt x="159" y="91"/>
                  <a:pt x="161" y="89"/>
                  <a:pt x="161" y="87"/>
                </a:cubicBezTo>
                <a:cubicBezTo>
                  <a:pt x="161" y="84"/>
                  <a:pt x="159" y="83"/>
                  <a:pt x="157" y="83"/>
                </a:cubicBezTo>
                <a:close/>
                <a:moveTo>
                  <a:pt x="58" y="73"/>
                </a:moveTo>
                <a:cubicBezTo>
                  <a:pt x="58" y="73"/>
                  <a:pt x="58" y="73"/>
                  <a:pt x="58" y="73"/>
                </a:cubicBezTo>
                <a:cubicBezTo>
                  <a:pt x="98" y="73"/>
                  <a:pt x="98" y="73"/>
                  <a:pt x="98" y="73"/>
                </a:cubicBezTo>
                <a:cubicBezTo>
                  <a:pt x="100" y="73"/>
                  <a:pt x="102" y="71"/>
                  <a:pt x="102" y="69"/>
                </a:cubicBezTo>
                <a:cubicBezTo>
                  <a:pt x="102" y="34"/>
                  <a:pt x="102" y="34"/>
                  <a:pt x="102" y="34"/>
                </a:cubicBezTo>
                <a:cubicBezTo>
                  <a:pt x="102" y="32"/>
                  <a:pt x="100" y="30"/>
                  <a:pt x="98" y="30"/>
                </a:cubicBezTo>
                <a:cubicBezTo>
                  <a:pt x="58" y="30"/>
                  <a:pt x="58" y="30"/>
                  <a:pt x="58" y="30"/>
                </a:cubicBezTo>
                <a:cubicBezTo>
                  <a:pt x="56" y="30"/>
                  <a:pt x="54" y="32"/>
                  <a:pt x="54" y="34"/>
                </a:cubicBezTo>
                <a:cubicBezTo>
                  <a:pt x="54" y="69"/>
                  <a:pt x="54" y="69"/>
                  <a:pt x="54" y="69"/>
                </a:cubicBezTo>
                <a:cubicBezTo>
                  <a:pt x="54" y="71"/>
                  <a:pt x="56" y="73"/>
                  <a:pt x="58" y="73"/>
                </a:cubicBezTo>
                <a:close/>
                <a:moveTo>
                  <a:pt x="63" y="38"/>
                </a:moveTo>
                <a:cubicBezTo>
                  <a:pt x="63" y="38"/>
                  <a:pt x="63" y="38"/>
                  <a:pt x="63" y="38"/>
                </a:cubicBezTo>
                <a:cubicBezTo>
                  <a:pt x="94" y="38"/>
                  <a:pt x="94" y="38"/>
                  <a:pt x="94" y="38"/>
                </a:cubicBezTo>
                <a:cubicBezTo>
                  <a:pt x="94" y="65"/>
                  <a:pt x="94" y="65"/>
                  <a:pt x="94" y="65"/>
                </a:cubicBezTo>
                <a:cubicBezTo>
                  <a:pt x="63" y="65"/>
                  <a:pt x="63" y="65"/>
                  <a:pt x="63" y="65"/>
                </a:cubicBezTo>
                <a:cubicBezTo>
                  <a:pt x="63" y="38"/>
                  <a:pt x="63" y="38"/>
                  <a:pt x="63" y="38"/>
                </a:cubicBezTo>
                <a:close/>
                <a:moveTo>
                  <a:pt x="27" y="121"/>
                </a:moveTo>
                <a:cubicBezTo>
                  <a:pt x="27" y="121"/>
                  <a:pt x="27" y="121"/>
                  <a:pt x="27" y="121"/>
                </a:cubicBezTo>
                <a:cubicBezTo>
                  <a:pt x="189" y="121"/>
                  <a:pt x="189" y="121"/>
                  <a:pt x="189" y="121"/>
                </a:cubicBezTo>
                <a:cubicBezTo>
                  <a:pt x="193" y="121"/>
                  <a:pt x="196" y="118"/>
                  <a:pt x="196" y="114"/>
                </a:cubicBezTo>
                <a:cubicBezTo>
                  <a:pt x="196" y="7"/>
                  <a:pt x="196" y="7"/>
                  <a:pt x="196" y="7"/>
                </a:cubicBezTo>
                <a:cubicBezTo>
                  <a:pt x="196" y="3"/>
                  <a:pt x="193" y="0"/>
                  <a:pt x="189" y="0"/>
                </a:cubicBezTo>
                <a:cubicBezTo>
                  <a:pt x="27" y="0"/>
                  <a:pt x="27" y="0"/>
                  <a:pt x="27" y="0"/>
                </a:cubicBezTo>
                <a:cubicBezTo>
                  <a:pt x="23" y="0"/>
                  <a:pt x="20" y="3"/>
                  <a:pt x="20" y="7"/>
                </a:cubicBezTo>
                <a:cubicBezTo>
                  <a:pt x="20" y="114"/>
                  <a:pt x="20" y="114"/>
                  <a:pt x="20" y="114"/>
                </a:cubicBezTo>
                <a:cubicBezTo>
                  <a:pt x="20" y="118"/>
                  <a:pt x="23" y="121"/>
                  <a:pt x="27" y="121"/>
                </a:cubicBezTo>
                <a:close/>
                <a:moveTo>
                  <a:pt x="33" y="13"/>
                </a:moveTo>
                <a:cubicBezTo>
                  <a:pt x="33" y="13"/>
                  <a:pt x="33" y="13"/>
                  <a:pt x="33" y="13"/>
                </a:cubicBezTo>
                <a:cubicBezTo>
                  <a:pt x="182" y="13"/>
                  <a:pt x="182" y="13"/>
                  <a:pt x="182" y="13"/>
                </a:cubicBezTo>
                <a:cubicBezTo>
                  <a:pt x="182" y="107"/>
                  <a:pt x="182" y="107"/>
                  <a:pt x="182" y="107"/>
                </a:cubicBezTo>
                <a:cubicBezTo>
                  <a:pt x="33" y="107"/>
                  <a:pt x="33" y="107"/>
                  <a:pt x="33" y="107"/>
                </a:cubicBezTo>
                <a:cubicBezTo>
                  <a:pt x="33" y="13"/>
                  <a:pt x="33" y="13"/>
                  <a:pt x="33" y="13"/>
                </a:cubicBezTo>
                <a:close/>
                <a:moveTo>
                  <a:pt x="157" y="48"/>
                </a:moveTo>
                <a:cubicBezTo>
                  <a:pt x="157" y="48"/>
                  <a:pt x="157" y="48"/>
                  <a:pt x="157" y="48"/>
                </a:cubicBezTo>
                <a:cubicBezTo>
                  <a:pt x="111" y="48"/>
                  <a:pt x="111" y="48"/>
                  <a:pt x="111" y="48"/>
                </a:cubicBezTo>
                <a:cubicBezTo>
                  <a:pt x="108" y="48"/>
                  <a:pt x="107" y="49"/>
                  <a:pt x="107" y="52"/>
                </a:cubicBezTo>
                <a:cubicBezTo>
                  <a:pt x="107" y="54"/>
                  <a:pt x="108" y="56"/>
                  <a:pt x="111" y="56"/>
                </a:cubicBezTo>
                <a:cubicBezTo>
                  <a:pt x="157" y="56"/>
                  <a:pt x="157" y="56"/>
                  <a:pt x="157" y="56"/>
                </a:cubicBezTo>
                <a:cubicBezTo>
                  <a:pt x="159" y="56"/>
                  <a:pt x="161" y="54"/>
                  <a:pt x="161" y="52"/>
                </a:cubicBezTo>
                <a:cubicBezTo>
                  <a:pt x="161" y="49"/>
                  <a:pt x="159" y="48"/>
                  <a:pt x="157" y="48"/>
                </a:cubicBezTo>
                <a:close/>
                <a:moveTo>
                  <a:pt x="157" y="65"/>
                </a:moveTo>
                <a:cubicBezTo>
                  <a:pt x="157" y="65"/>
                  <a:pt x="157" y="65"/>
                  <a:pt x="157" y="65"/>
                </a:cubicBezTo>
                <a:cubicBezTo>
                  <a:pt x="111" y="65"/>
                  <a:pt x="111" y="65"/>
                  <a:pt x="111" y="65"/>
                </a:cubicBezTo>
                <a:cubicBezTo>
                  <a:pt x="108" y="65"/>
                  <a:pt x="107" y="67"/>
                  <a:pt x="107" y="69"/>
                </a:cubicBezTo>
                <a:cubicBezTo>
                  <a:pt x="107" y="71"/>
                  <a:pt x="108" y="73"/>
                  <a:pt x="111" y="73"/>
                </a:cubicBezTo>
                <a:cubicBezTo>
                  <a:pt x="157" y="73"/>
                  <a:pt x="157" y="73"/>
                  <a:pt x="157" y="73"/>
                </a:cubicBezTo>
                <a:cubicBezTo>
                  <a:pt x="159" y="73"/>
                  <a:pt x="161" y="71"/>
                  <a:pt x="161" y="69"/>
                </a:cubicBezTo>
                <a:cubicBezTo>
                  <a:pt x="161" y="67"/>
                  <a:pt x="159" y="65"/>
                  <a:pt x="157" y="65"/>
                </a:cubicBezTo>
                <a:close/>
                <a:moveTo>
                  <a:pt x="157" y="30"/>
                </a:moveTo>
                <a:cubicBezTo>
                  <a:pt x="157" y="30"/>
                  <a:pt x="157" y="30"/>
                  <a:pt x="157" y="30"/>
                </a:cubicBezTo>
                <a:cubicBezTo>
                  <a:pt x="111" y="30"/>
                  <a:pt x="111" y="30"/>
                  <a:pt x="111" y="30"/>
                </a:cubicBezTo>
                <a:cubicBezTo>
                  <a:pt x="108" y="30"/>
                  <a:pt x="107" y="32"/>
                  <a:pt x="107" y="34"/>
                </a:cubicBezTo>
                <a:cubicBezTo>
                  <a:pt x="107" y="37"/>
                  <a:pt x="108" y="38"/>
                  <a:pt x="111" y="38"/>
                </a:cubicBezTo>
                <a:cubicBezTo>
                  <a:pt x="157" y="38"/>
                  <a:pt x="157" y="38"/>
                  <a:pt x="157" y="38"/>
                </a:cubicBezTo>
                <a:cubicBezTo>
                  <a:pt x="159" y="38"/>
                  <a:pt x="161" y="37"/>
                  <a:pt x="161" y="34"/>
                </a:cubicBezTo>
                <a:cubicBezTo>
                  <a:pt x="161" y="32"/>
                  <a:pt x="159" y="30"/>
                  <a:pt x="157" y="30"/>
                </a:cubicBezTo>
                <a:close/>
                <a:moveTo>
                  <a:pt x="209" y="127"/>
                </a:moveTo>
                <a:cubicBezTo>
                  <a:pt x="209" y="127"/>
                  <a:pt x="209" y="127"/>
                  <a:pt x="209" y="127"/>
                </a:cubicBezTo>
                <a:cubicBezTo>
                  <a:pt x="7" y="127"/>
                  <a:pt x="7" y="127"/>
                  <a:pt x="7" y="127"/>
                </a:cubicBezTo>
                <a:cubicBezTo>
                  <a:pt x="3" y="127"/>
                  <a:pt x="0" y="130"/>
                  <a:pt x="0" y="134"/>
                </a:cubicBezTo>
                <a:cubicBezTo>
                  <a:pt x="0" y="137"/>
                  <a:pt x="3" y="140"/>
                  <a:pt x="7" y="140"/>
                </a:cubicBezTo>
                <a:cubicBezTo>
                  <a:pt x="209" y="140"/>
                  <a:pt x="209" y="140"/>
                  <a:pt x="209" y="140"/>
                </a:cubicBezTo>
                <a:cubicBezTo>
                  <a:pt x="212" y="140"/>
                  <a:pt x="215" y="137"/>
                  <a:pt x="215" y="134"/>
                </a:cubicBezTo>
                <a:cubicBezTo>
                  <a:pt x="215" y="130"/>
                  <a:pt x="212" y="127"/>
                  <a:pt x="209" y="127"/>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289" name="矩形 288"/>
          <p:cNvSpPr/>
          <p:nvPr/>
        </p:nvSpPr>
        <p:spPr>
          <a:xfrm>
            <a:off x="422585" y="3224765"/>
            <a:ext cx="825867" cy="246221"/>
          </a:xfrm>
          <a:prstGeom prst="rect">
            <a:avLst/>
          </a:prstGeom>
        </p:spPr>
        <p:txBody>
          <a:bodyPr wrap="none">
            <a:spAutoFit/>
          </a:bodyPr>
          <a:lstStyle/>
          <a:p>
            <a:pPr algn="ctr"/>
            <a:r>
              <a:rPr lang="zh-CN" altLang="en-US" sz="1000" dirty="0">
                <a:ln w="6350">
                  <a:noFill/>
                </a:ln>
                <a:solidFill>
                  <a:srgbClr val="586B7F"/>
                </a:solidFill>
                <a:latin typeface="Impact" pitchFamily="34" charset="0"/>
                <a:ea typeface="微软雅黑" pitchFamily="34" charset="-122"/>
              </a:rPr>
              <a:t>建议与总结</a:t>
            </a:r>
          </a:p>
        </p:txBody>
      </p:sp>
      <p:pic>
        <p:nvPicPr>
          <p:cNvPr id="58" name="图片 5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643649" y="714563"/>
            <a:ext cx="1568698" cy="699598"/>
          </a:xfrm>
          <a:prstGeom prst="rect">
            <a:avLst/>
          </a:prstGeom>
        </p:spPr>
      </p:pic>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248"/>
                                        </p:tgtEl>
                                        <p:attrNameLst>
                                          <p:attrName>style.visibility</p:attrName>
                                        </p:attrNameLst>
                                      </p:cBhvr>
                                      <p:to>
                                        <p:strVal val="visible"/>
                                      </p:to>
                                    </p:set>
                                    <p:animEffect transition="in" filter="fade">
                                      <p:cBhvr>
                                        <p:cTn id="7" dur="500"/>
                                        <p:tgtEl>
                                          <p:spTgt spid="248"/>
                                        </p:tgtEl>
                                      </p:cBhvr>
                                    </p:animEffect>
                                    <p:anim calcmode="lin" valueType="num">
                                      <p:cBhvr>
                                        <p:cTn id="8" dur="500" fill="hold"/>
                                        <p:tgtEl>
                                          <p:spTgt spid="248"/>
                                        </p:tgtEl>
                                        <p:attrNameLst>
                                          <p:attrName>ppt_x</p:attrName>
                                        </p:attrNameLst>
                                      </p:cBhvr>
                                      <p:tavLst>
                                        <p:tav tm="0">
                                          <p:val>
                                            <p:strVal val="#ppt_x"/>
                                          </p:val>
                                        </p:tav>
                                        <p:tav tm="100000">
                                          <p:val>
                                            <p:strVal val="#ppt_x"/>
                                          </p:val>
                                        </p:tav>
                                      </p:tavLst>
                                    </p:anim>
                                    <p:anim calcmode="lin" valueType="num">
                                      <p:cBhvr>
                                        <p:cTn id="9" dur="500" fill="hold"/>
                                        <p:tgtEl>
                                          <p:spTgt spid="248"/>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264"/>
                                        </p:tgtEl>
                                        <p:attrNameLst>
                                          <p:attrName>style.visibility</p:attrName>
                                        </p:attrNameLst>
                                      </p:cBhvr>
                                      <p:to>
                                        <p:strVal val="visible"/>
                                      </p:to>
                                    </p:set>
                                    <p:animEffect transition="in" filter="fade">
                                      <p:cBhvr>
                                        <p:cTn id="12" dur="500"/>
                                        <p:tgtEl>
                                          <p:spTgt spid="264"/>
                                        </p:tgtEl>
                                      </p:cBhvr>
                                    </p:animEffect>
                                    <p:anim calcmode="lin" valueType="num">
                                      <p:cBhvr>
                                        <p:cTn id="13" dur="500" fill="hold"/>
                                        <p:tgtEl>
                                          <p:spTgt spid="264"/>
                                        </p:tgtEl>
                                        <p:attrNameLst>
                                          <p:attrName>ppt_x</p:attrName>
                                        </p:attrNameLst>
                                      </p:cBhvr>
                                      <p:tavLst>
                                        <p:tav tm="0">
                                          <p:val>
                                            <p:strVal val="#ppt_x"/>
                                          </p:val>
                                        </p:tav>
                                        <p:tav tm="100000">
                                          <p:val>
                                            <p:strVal val="#ppt_x"/>
                                          </p:val>
                                        </p:tav>
                                      </p:tavLst>
                                    </p:anim>
                                    <p:anim calcmode="lin" valueType="num">
                                      <p:cBhvr>
                                        <p:cTn id="14" dur="500" fill="hold"/>
                                        <p:tgtEl>
                                          <p:spTgt spid="264"/>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267"/>
                                        </p:tgtEl>
                                        <p:attrNameLst>
                                          <p:attrName>style.visibility</p:attrName>
                                        </p:attrNameLst>
                                      </p:cBhvr>
                                      <p:to>
                                        <p:strVal val="visible"/>
                                      </p:to>
                                    </p:set>
                                    <p:animEffect transition="in" filter="fade">
                                      <p:cBhvr>
                                        <p:cTn id="17" dur="500"/>
                                        <p:tgtEl>
                                          <p:spTgt spid="267"/>
                                        </p:tgtEl>
                                      </p:cBhvr>
                                    </p:animEffect>
                                    <p:anim calcmode="lin" valueType="num">
                                      <p:cBhvr>
                                        <p:cTn id="18" dur="500" fill="hold"/>
                                        <p:tgtEl>
                                          <p:spTgt spid="267"/>
                                        </p:tgtEl>
                                        <p:attrNameLst>
                                          <p:attrName>ppt_x</p:attrName>
                                        </p:attrNameLst>
                                      </p:cBhvr>
                                      <p:tavLst>
                                        <p:tav tm="0">
                                          <p:val>
                                            <p:strVal val="#ppt_x"/>
                                          </p:val>
                                        </p:tav>
                                        <p:tav tm="100000">
                                          <p:val>
                                            <p:strVal val="#ppt_x"/>
                                          </p:val>
                                        </p:tav>
                                      </p:tavLst>
                                    </p:anim>
                                    <p:anim calcmode="lin" valueType="num">
                                      <p:cBhvr>
                                        <p:cTn id="19" dur="500" fill="hold"/>
                                        <p:tgtEl>
                                          <p:spTgt spid="267"/>
                                        </p:tgtEl>
                                        <p:attrNameLst>
                                          <p:attrName>ppt_y</p:attrName>
                                        </p:attrNameLst>
                                      </p:cBhvr>
                                      <p:tavLst>
                                        <p:tav tm="0">
                                          <p:val>
                                            <p:strVal val="#ppt_y+.1"/>
                                          </p:val>
                                        </p:tav>
                                        <p:tav tm="100000">
                                          <p:val>
                                            <p:strVal val="#ppt_y"/>
                                          </p:val>
                                        </p:tav>
                                      </p:tavLst>
                                    </p:anim>
                                  </p:childTnLst>
                                </p:cTn>
                              </p:par>
                              <p:par>
                                <p:cTn id="20" presetID="53" presetClass="entr" presetSubtype="16" fill="hold" grpId="0" nodeType="withEffect">
                                  <p:stCondLst>
                                    <p:cond delay="200"/>
                                  </p:stCondLst>
                                  <p:childTnLst>
                                    <p:set>
                                      <p:cBhvr>
                                        <p:cTn id="21" dur="1" fill="hold">
                                          <p:stCondLst>
                                            <p:cond delay="0"/>
                                          </p:stCondLst>
                                        </p:cTn>
                                        <p:tgtEl>
                                          <p:spTgt spid="273"/>
                                        </p:tgtEl>
                                        <p:attrNameLst>
                                          <p:attrName>style.visibility</p:attrName>
                                        </p:attrNameLst>
                                      </p:cBhvr>
                                      <p:to>
                                        <p:strVal val="visible"/>
                                      </p:to>
                                    </p:set>
                                    <p:anim calcmode="lin" valueType="num">
                                      <p:cBhvr>
                                        <p:cTn id="22" dur="300" fill="hold"/>
                                        <p:tgtEl>
                                          <p:spTgt spid="273"/>
                                        </p:tgtEl>
                                        <p:attrNameLst>
                                          <p:attrName>ppt_w</p:attrName>
                                        </p:attrNameLst>
                                      </p:cBhvr>
                                      <p:tavLst>
                                        <p:tav tm="0">
                                          <p:val>
                                            <p:fltVal val="0"/>
                                          </p:val>
                                        </p:tav>
                                        <p:tav tm="100000">
                                          <p:val>
                                            <p:strVal val="#ppt_w"/>
                                          </p:val>
                                        </p:tav>
                                      </p:tavLst>
                                    </p:anim>
                                    <p:anim calcmode="lin" valueType="num">
                                      <p:cBhvr>
                                        <p:cTn id="23" dur="300" fill="hold"/>
                                        <p:tgtEl>
                                          <p:spTgt spid="273"/>
                                        </p:tgtEl>
                                        <p:attrNameLst>
                                          <p:attrName>ppt_h</p:attrName>
                                        </p:attrNameLst>
                                      </p:cBhvr>
                                      <p:tavLst>
                                        <p:tav tm="0">
                                          <p:val>
                                            <p:fltVal val="0"/>
                                          </p:val>
                                        </p:tav>
                                        <p:tav tm="100000">
                                          <p:val>
                                            <p:strVal val="#ppt_h"/>
                                          </p:val>
                                        </p:tav>
                                      </p:tavLst>
                                    </p:anim>
                                    <p:animEffect transition="in" filter="fade">
                                      <p:cBhvr>
                                        <p:cTn id="24" dur="300"/>
                                        <p:tgtEl>
                                          <p:spTgt spid="273"/>
                                        </p:tgtEl>
                                      </p:cBhvr>
                                    </p:animEffect>
                                  </p:childTnLst>
                                </p:cTn>
                              </p:par>
                              <p:par>
                                <p:cTn id="25" presetID="6" presetClass="emph" presetSubtype="0" autoRev="1" fill="hold" grpId="1" nodeType="withEffect">
                                  <p:stCondLst>
                                    <p:cond delay="500"/>
                                  </p:stCondLst>
                                  <p:childTnLst>
                                    <p:animScale>
                                      <p:cBhvr>
                                        <p:cTn id="26" dur="150" fill="hold"/>
                                        <p:tgtEl>
                                          <p:spTgt spid="273"/>
                                        </p:tgtEl>
                                      </p:cBhvr>
                                      <p:by x="110000" y="110000"/>
                                    </p:animScale>
                                  </p:childTnLst>
                                </p:cTn>
                              </p:par>
                              <p:par>
                                <p:cTn id="27" presetID="55" presetClass="entr" presetSubtype="0" fill="hold" grpId="0" nodeType="withEffect">
                                  <p:stCondLst>
                                    <p:cond delay="500"/>
                                  </p:stCondLst>
                                  <p:childTnLst>
                                    <p:set>
                                      <p:cBhvr>
                                        <p:cTn id="28" dur="1" fill="hold">
                                          <p:stCondLst>
                                            <p:cond delay="0"/>
                                          </p:stCondLst>
                                        </p:cTn>
                                        <p:tgtEl>
                                          <p:spTgt spid="271"/>
                                        </p:tgtEl>
                                        <p:attrNameLst>
                                          <p:attrName>style.visibility</p:attrName>
                                        </p:attrNameLst>
                                      </p:cBhvr>
                                      <p:to>
                                        <p:strVal val="visible"/>
                                      </p:to>
                                    </p:set>
                                    <p:anim calcmode="lin" valueType="num">
                                      <p:cBhvr>
                                        <p:cTn id="29" dur="500" fill="hold"/>
                                        <p:tgtEl>
                                          <p:spTgt spid="271"/>
                                        </p:tgtEl>
                                        <p:attrNameLst>
                                          <p:attrName>ppt_w</p:attrName>
                                        </p:attrNameLst>
                                      </p:cBhvr>
                                      <p:tavLst>
                                        <p:tav tm="0">
                                          <p:val>
                                            <p:strVal val="#ppt_w*0.70"/>
                                          </p:val>
                                        </p:tav>
                                        <p:tav tm="100000">
                                          <p:val>
                                            <p:strVal val="#ppt_w"/>
                                          </p:val>
                                        </p:tav>
                                      </p:tavLst>
                                    </p:anim>
                                    <p:anim calcmode="lin" valueType="num">
                                      <p:cBhvr>
                                        <p:cTn id="30" dur="500" fill="hold"/>
                                        <p:tgtEl>
                                          <p:spTgt spid="271"/>
                                        </p:tgtEl>
                                        <p:attrNameLst>
                                          <p:attrName>ppt_h</p:attrName>
                                        </p:attrNameLst>
                                      </p:cBhvr>
                                      <p:tavLst>
                                        <p:tav tm="0">
                                          <p:val>
                                            <p:strVal val="#ppt_h"/>
                                          </p:val>
                                        </p:tav>
                                        <p:tav tm="100000">
                                          <p:val>
                                            <p:strVal val="#ppt_h"/>
                                          </p:val>
                                        </p:tav>
                                      </p:tavLst>
                                    </p:anim>
                                    <p:animEffect transition="in" filter="fade">
                                      <p:cBhvr>
                                        <p:cTn id="31" dur="500"/>
                                        <p:tgtEl>
                                          <p:spTgt spid="271"/>
                                        </p:tgtEl>
                                      </p:cBhvr>
                                    </p:animEffect>
                                  </p:childTnLst>
                                </p:cTn>
                              </p:par>
                              <p:par>
                                <p:cTn id="32" presetID="47" presetClass="entr" presetSubtype="0" fill="hold" grpId="0" nodeType="withEffect">
                                  <p:stCondLst>
                                    <p:cond delay="1000"/>
                                  </p:stCondLst>
                                  <p:childTnLst>
                                    <p:set>
                                      <p:cBhvr>
                                        <p:cTn id="33" dur="1" fill="hold">
                                          <p:stCondLst>
                                            <p:cond delay="0"/>
                                          </p:stCondLst>
                                        </p:cTn>
                                        <p:tgtEl>
                                          <p:spTgt spid="249"/>
                                        </p:tgtEl>
                                        <p:attrNameLst>
                                          <p:attrName>style.visibility</p:attrName>
                                        </p:attrNameLst>
                                      </p:cBhvr>
                                      <p:to>
                                        <p:strVal val="visible"/>
                                      </p:to>
                                    </p:set>
                                    <p:animEffect transition="in" filter="fade">
                                      <p:cBhvr>
                                        <p:cTn id="34" dur="500"/>
                                        <p:tgtEl>
                                          <p:spTgt spid="249"/>
                                        </p:tgtEl>
                                      </p:cBhvr>
                                    </p:animEffect>
                                    <p:anim calcmode="lin" valueType="num">
                                      <p:cBhvr>
                                        <p:cTn id="35" dur="500" fill="hold"/>
                                        <p:tgtEl>
                                          <p:spTgt spid="249"/>
                                        </p:tgtEl>
                                        <p:attrNameLst>
                                          <p:attrName>ppt_x</p:attrName>
                                        </p:attrNameLst>
                                      </p:cBhvr>
                                      <p:tavLst>
                                        <p:tav tm="0">
                                          <p:val>
                                            <p:strVal val="#ppt_x"/>
                                          </p:val>
                                        </p:tav>
                                        <p:tav tm="100000">
                                          <p:val>
                                            <p:strVal val="#ppt_x"/>
                                          </p:val>
                                        </p:tav>
                                      </p:tavLst>
                                    </p:anim>
                                    <p:anim calcmode="lin" valueType="num">
                                      <p:cBhvr>
                                        <p:cTn id="36" dur="500" fill="hold"/>
                                        <p:tgtEl>
                                          <p:spTgt spid="249"/>
                                        </p:tgtEl>
                                        <p:attrNameLst>
                                          <p:attrName>ppt_y</p:attrName>
                                        </p:attrNameLst>
                                      </p:cBhvr>
                                      <p:tavLst>
                                        <p:tav tm="0">
                                          <p:val>
                                            <p:strVal val="#ppt_y-.1"/>
                                          </p:val>
                                        </p:tav>
                                        <p:tav tm="100000">
                                          <p:val>
                                            <p:strVal val="#ppt_y"/>
                                          </p:val>
                                        </p:tav>
                                      </p:tavLst>
                                    </p:anim>
                                  </p:childTnLst>
                                </p:cTn>
                              </p:par>
                              <p:par>
                                <p:cTn id="37" presetID="47" presetClass="entr" presetSubtype="0" fill="hold" nodeType="withEffect">
                                  <p:stCondLst>
                                    <p:cond delay="1000"/>
                                  </p:stCondLst>
                                  <p:childTnLst>
                                    <p:set>
                                      <p:cBhvr>
                                        <p:cTn id="38" dur="1" fill="hold">
                                          <p:stCondLst>
                                            <p:cond delay="0"/>
                                          </p:stCondLst>
                                        </p:cTn>
                                        <p:tgtEl>
                                          <p:spTgt spid="260"/>
                                        </p:tgtEl>
                                        <p:attrNameLst>
                                          <p:attrName>style.visibility</p:attrName>
                                        </p:attrNameLst>
                                      </p:cBhvr>
                                      <p:to>
                                        <p:strVal val="visible"/>
                                      </p:to>
                                    </p:set>
                                    <p:animEffect transition="in" filter="fade">
                                      <p:cBhvr>
                                        <p:cTn id="39" dur="500"/>
                                        <p:tgtEl>
                                          <p:spTgt spid="260"/>
                                        </p:tgtEl>
                                      </p:cBhvr>
                                    </p:animEffect>
                                    <p:anim calcmode="lin" valueType="num">
                                      <p:cBhvr>
                                        <p:cTn id="40" dur="500" fill="hold"/>
                                        <p:tgtEl>
                                          <p:spTgt spid="260"/>
                                        </p:tgtEl>
                                        <p:attrNameLst>
                                          <p:attrName>ppt_x</p:attrName>
                                        </p:attrNameLst>
                                      </p:cBhvr>
                                      <p:tavLst>
                                        <p:tav tm="0">
                                          <p:val>
                                            <p:strVal val="#ppt_x"/>
                                          </p:val>
                                        </p:tav>
                                        <p:tav tm="100000">
                                          <p:val>
                                            <p:strVal val="#ppt_x"/>
                                          </p:val>
                                        </p:tav>
                                      </p:tavLst>
                                    </p:anim>
                                    <p:anim calcmode="lin" valueType="num">
                                      <p:cBhvr>
                                        <p:cTn id="41" dur="500" fill="hold"/>
                                        <p:tgtEl>
                                          <p:spTgt spid="260"/>
                                        </p:tgtEl>
                                        <p:attrNameLst>
                                          <p:attrName>ppt_y</p:attrName>
                                        </p:attrNameLst>
                                      </p:cBhvr>
                                      <p:tavLst>
                                        <p:tav tm="0">
                                          <p:val>
                                            <p:strVal val="#ppt_y-.1"/>
                                          </p:val>
                                        </p:tav>
                                        <p:tav tm="100000">
                                          <p:val>
                                            <p:strVal val="#ppt_y"/>
                                          </p:val>
                                        </p:tav>
                                      </p:tavLst>
                                    </p:anim>
                                  </p:childTnLst>
                                </p:cTn>
                              </p:par>
                              <p:par>
                                <p:cTn id="42" presetID="47" presetClass="entr" presetSubtype="0" fill="hold" grpId="0" nodeType="withEffect">
                                  <p:stCondLst>
                                    <p:cond delay="1000"/>
                                  </p:stCondLst>
                                  <p:childTnLst>
                                    <p:set>
                                      <p:cBhvr>
                                        <p:cTn id="43" dur="1" fill="hold">
                                          <p:stCondLst>
                                            <p:cond delay="0"/>
                                          </p:stCondLst>
                                        </p:cTn>
                                        <p:tgtEl>
                                          <p:spTgt spid="268"/>
                                        </p:tgtEl>
                                        <p:attrNameLst>
                                          <p:attrName>style.visibility</p:attrName>
                                        </p:attrNameLst>
                                      </p:cBhvr>
                                      <p:to>
                                        <p:strVal val="visible"/>
                                      </p:to>
                                    </p:set>
                                    <p:animEffect transition="in" filter="fade">
                                      <p:cBhvr>
                                        <p:cTn id="44" dur="500"/>
                                        <p:tgtEl>
                                          <p:spTgt spid="268"/>
                                        </p:tgtEl>
                                      </p:cBhvr>
                                    </p:animEffect>
                                    <p:anim calcmode="lin" valueType="num">
                                      <p:cBhvr>
                                        <p:cTn id="45" dur="500" fill="hold"/>
                                        <p:tgtEl>
                                          <p:spTgt spid="268"/>
                                        </p:tgtEl>
                                        <p:attrNameLst>
                                          <p:attrName>ppt_x</p:attrName>
                                        </p:attrNameLst>
                                      </p:cBhvr>
                                      <p:tavLst>
                                        <p:tav tm="0">
                                          <p:val>
                                            <p:strVal val="#ppt_x"/>
                                          </p:val>
                                        </p:tav>
                                        <p:tav tm="100000">
                                          <p:val>
                                            <p:strVal val="#ppt_x"/>
                                          </p:val>
                                        </p:tav>
                                      </p:tavLst>
                                    </p:anim>
                                    <p:anim calcmode="lin" valueType="num">
                                      <p:cBhvr>
                                        <p:cTn id="46" dur="500" fill="hold"/>
                                        <p:tgtEl>
                                          <p:spTgt spid="268"/>
                                        </p:tgtEl>
                                        <p:attrNameLst>
                                          <p:attrName>ppt_y</p:attrName>
                                        </p:attrNameLst>
                                      </p:cBhvr>
                                      <p:tavLst>
                                        <p:tav tm="0">
                                          <p:val>
                                            <p:strVal val="#ppt_y-.1"/>
                                          </p:val>
                                        </p:tav>
                                        <p:tav tm="100000">
                                          <p:val>
                                            <p:strVal val="#ppt_y"/>
                                          </p:val>
                                        </p:tav>
                                      </p:tavLst>
                                    </p:anim>
                                  </p:childTnLst>
                                </p:cTn>
                              </p:par>
                              <p:par>
                                <p:cTn id="47" presetID="53" presetClass="entr" presetSubtype="16" fill="hold" grpId="0" nodeType="withEffect">
                                  <p:stCondLst>
                                    <p:cond delay="1200"/>
                                  </p:stCondLst>
                                  <p:childTnLst>
                                    <p:set>
                                      <p:cBhvr>
                                        <p:cTn id="48" dur="1" fill="hold">
                                          <p:stCondLst>
                                            <p:cond delay="0"/>
                                          </p:stCondLst>
                                        </p:cTn>
                                        <p:tgtEl>
                                          <p:spTgt spid="275"/>
                                        </p:tgtEl>
                                        <p:attrNameLst>
                                          <p:attrName>style.visibility</p:attrName>
                                        </p:attrNameLst>
                                      </p:cBhvr>
                                      <p:to>
                                        <p:strVal val="visible"/>
                                      </p:to>
                                    </p:set>
                                    <p:anim calcmode="lin" valueType="num">
                                      <p:cBhvr>
                                        <p:cTn id="49" dur="300" fill="hold"/>
                                        <p:tgtEl>
                                          <p:spTgt spid="275"/>
                                        </p:tgtEl>
                                        <p:attrNameLst>
                                          <p:attrName>ppt_w</p:attrName>
                                        </p:attrNameLst>
                                      </p:cBhvr>
                                      <p:tavLst>
                                        <p:tav tm="0">
                                          <p:val>
                                            <p:fltVal val="0"/>
                                          </p:val>
                                        </p:tav>
                                        <p:tav tm="100000">
                                          <p:val>
                                            <p:strVal val="#ppt_w"/>
                                          </p:val>
                                        </p:tav>
                                      </p:tavLst>
                                    </p:anim>
                                    <p:anim calcmode="lin" valueType="num">
                                      <p:cBhvr>
                                        <p:cTn id="50" dur="300" fill="hold"/>
                                        <p:tgtEl>
                                          <p:spTgt spid="275"/>
                                        </p:tgtEl>
                                        <p:attrNameLst>
                                          <p:attrName>ppt_h</p:attrName>
                                        </p:attrNameLst>
                                      </p:cBhvr>
                                      <p:tavLst>
                                        <p:tav tm="0">
                                          <p:val>
                                            <p:fltVal val="0"/>
                                          </p:val>
                                        </p:tav>
                                        <p:tav tm="100000">
                                          <p:val>
                                            <p:strVal val="#ppt_h"/>
                                          </p:val>
                                        </p:tav>
                                      </p:tavLst>
                                    </p:anim>
                                    <p:animEffect transition="in" filter="fade">
                                      <p:cBhvr>
                                        <p:cTn id="51" dur="300"/>
                                        <p:tgtEl>
                                          <p:spTgt spid="275"/>
                                        </p:tgtEl>
                                      </p:cBhvr>
                                    </p:animEffect>
                                  </p:childTnLst>
                                </p:cTn>
                              </p:par>
                              <p:par>
                                <p:cTn id="52" presetID="6" presetClass="emph" presetSubtype="0" autoRev="1" fill="hold" grpId="1" nodeType="withEffect">
                                  <p:stCondLst>
                                    <p:cond delay="1500"/>
                                  </p:stCondLst>
                                  <p:childTnLst>
                                    <p:animScale>
                                      <p:cBhvr>
                                        <p:cTn id="53" dur="150" fill="hold"/>
                                        <p:tgtEl>
                                          <p:spTgt spid="275"/>
                                        </p:tgtEl>
                                      </p:cBhvr>
                                      <p:by x="110000" y="110000"/>
                                    </p:animScale>
                                  </p:childTnLst>
                                </p:cTn>
                              </p:par>
                              <p:par>
                                <p:cTn id="54" presetID="55" presetClass="entr" presetSubtype="0" fill="hold" grpId="0" nodeType="withEffect">
                                  <p:stCondLst>
                                    <p:cond delay="1500"/>
                                  </p:stCondLst>
                                  <p:childTnLst>
                                    <p:set>
                                      <p:cBhvr>
                                        <p:cTn id="55" dur="1" fill="hold">
                                          <p:stCondLst>
                                            <p:cond delay="0"/>
                                          </p:stCondLst>
                                        </p:cTn>
                                        <p:tgtEl>
                                          <p:spTgt spid="277"/>
                                        </p:tgtEl>
                                        <p:attrNameLst>
                                          <p:attrName>style.visibility</p:attrName>
                                        </p:attrNameLst>
                                      </p:cBhvr>
                                      <p:to>
                                        <p:strVal val="visible"/>
                                      </p:to>
                                    </p:set>
                                    <p:anim calcmode="lin" valueType="num">
                                      <p:cBhvr>
                                        <p:cTn id="56" dur="500" fill="hold"/>
                                        <p:tgtEl>
                                          <p:spTgt spid="277"/>
                                        </p:tgtEl>
                                        <p:attrNameLst>
                                          <p:attrName>ppt_w</p:attrName>
                                        </p:attrNameLst>
                                      </p:cBhvr>
                                      <p:tavLst>
                                        <p:tav tm="0">
                                          <p:val>
                                            <p:strVal val="#ppt_w*0.70"/>
                                          </p:val>
                                        </p:tav>
                                        <p:tav tm="100000">
                                          <p:val>
                                            <p:strVal val="#ppt_w"/>
                                          </p:val>
                                        </p:tav>
                                      </p:tavLst>
                                    </p:anim>
                                    <p:anim calcmode="lin" valueType="num">
                                      <p:cBhvr>
                                        <p:cTn id="57" dur="500" fill="hold"/>
                                        <p:tgtEl>
                                          <p:spTgt spid="277"/>
                                        </p:tgtEl>
                                        <p:attrNameLst>
                                          <p:attrName>ppt_h</p:attrName>
                                        </p:attrNameLst>
                                      </p:cBhvr>
                                      <p:tavLst>
                                        <p:tav tm="0">
                                          <p:val>
                                            <p:strVal val="#ppt_h"/>
                                          </p:val>
                                        </p:tav>
                                        <p:tav tm="100000">
                                          <p:val>
                                            <p:strVal val="#ppt_h"/>
                                          </p:val>
                                        </p:tav>
                                      </p:tavLst>
                                    </p:anim>
                                    <p:animEffect transition="in" filter="fade">
                                      <p:cBhvr>
                                        <p:cTn id="58" dur="500"/>
                                        <p:tgtEl>
                                          <p:spTgt spid="277"/>
                                        </p:tgtEl>
                                      </p:cBhvr>
                                    </p:animEffect>
                                  </p:childTnLst>
                                </p:cTn>
                              </p:par>
                              <p:par>
                                <p:cTn id="59" presetID="42" presetClass="entr" presetSubtype="0" fill="hold" grpId="0" nodeType="withEffect">
                                  <p:stCondLst>
                                    <p:cond delay="2000"/>
                                  </p:stCondLst>
                                  <p:childTnLst>
                                    <p:set>
                                      <p:cBhvr>
                                        <p:cTn id="60" dur="1" fill="hold">
                                          <p:stCondLst>
                                            <p:cond delay="0"/>
                                          </p:stCondLst>
                                        </p:cTn>
                                        <p:tgtEl>
                                          <p:spTgt spid="250"/>
                                        </p:tgtEl>
                                        <p:attrNameLst>
                                          <p:attrName>style.visibility</p:attrName>
                                        </p:attrNameLst>
                                      </p:cBhvr>
                                      <p:to>
                                        <p:strVal val="visible"/>
                                      </p:to>
                                    </p:set>
                                    <p:animEffect transition="in" filter="fade">
                                      <p:cBhvr>
                                        <p:cTn id="61" dur="500"/>
                                        <p:tgtEl>
                                          <p:spTgt spid="250"/>
                                        </p:tgtEl>
                                      </p:cBhvr>
                                    </p:animEffect>
                                    <p:anim calcmode="lin" valueType="num">
                                      <p:cBhvr>
                                        <p:cTn id="62" dur="500" fill="hold"/>
                                        <p:tgtEl>
                                          <p:spTgt spid="250"/>
                                        </p:tgtEl>
                                        <p:attrNameLst>
                                          <p:attrName>ppt_x</p:attrName>
                                        </p:attrNameLst>
                                      </p:cBhvr>
                                      <p:tavLst>
                                        <p:tav tm="0">
                                          <p:val>
                                            <p:strVal val="#ppt_x"/>
                                          </p:val>
                                        </p:tav>
                                        <p:tav tm="100000">
                                          <p:val>
                                            <p:strVal val="#ppt_x"/>
                                          </p:val>
                                        </p:tav>
                                      </p:tavLst>
                                    </p:anim>
                                    <p:anim calcmode="lin" valueType="num">
                                      <p:cBhvr>
                                        <p:cTn id="63" dur="500" fill="hold"/>
                                        <p:tgtEl>
                                          <p:spTgt spid="250"/>
                                        </p:tgtEl>
                                        <p:attrNameLst>
                                          <p:attrName>ppt_y</p:attrName>
                                        </p:attrNameLst>
                                      </p:cBhvr>
                                      <p:tavLst>
                                        <p:tav tm="0">
                                          <p:val>
                                            <p:strVal val="#ppt_y+.1"/>
                                          </p:val>
                                        </p:tav>
                                        <p:tav tm="100000">
                                          <p:val>
                                            <p:strVal val="#ppt_y"/>
                                          </p:val>
                                        </p:tav>
                                      </p:tavLst>
                                    </p:anim>
                                  </p:childTnLst>
                                </p:cTn>
                              </p:par>
                              <p:par>
                                <p:cTn id="64" presetID="42" presetClass="entr" presetSubtype="0" fill="hold" nodeType="withEffect">
                                  <p:stCondLst>
                                    <p:cond delay="2000"/>
                                  </p:stCondLst>
                                  <p:childTnLst>
                                    <p:set>
                                      <p:cBhvr>
                                        <p:cTn id="65" dur="1" fill="hold">
                                          <p:stCondLst>
                                            <p:cond delay="0"/>
                                          </p:stCondLst>
                                        </p:cTn>
                                        <p:tgtEl>
                                          <p:spTgt spid="252"/>
                                        </p:tgtEl>
                                        <p:attrNameLst>
                                          <p:attrName>style.visibility</p:attrName>
                                        </p:attrNameLst>
                                      </p:cBhvr>
                                      <p:to>
                                        <p:strVal val="visible"/>
                                      </p:to>
                                    </p:set>
                                    <p:animEffect transition="in" filter="fade">
                                      <p:cBhvr>
                                        <p:cTn id="66" dur="500"/>
                                        <p:tgtEl>
                                          <p:spTgt spid="252"/>
                                        </p:tgtEl>
                                      </p:cBhvr>
                                    </p:animEffect>
                                    <p:anim calcmode="lin" valueType="num">
                                      <p:cBhvr>
                                        <p:cTn id="67" dur="500" fill="hold"/>
                                        <p:tgtEl>
                                          <p:spTgt spid="252"/>
                                        </p:tgtEl>
                                        <p:attrNameLst>
                                          <p:attrName>ppt_x</p:attrName>
                                        </p:attrNameLst>
                                      </p:cBhvr>
                                      <p:tavLst>
                                        <p:tav tm="0">
                                          <p:val>
                                            <p:strVal val="#ppt_x"/>
                                          </p:val>
                                        </p:tav>
                                        <p:tav tm="100000">
                                          <p:val>
                                            <p:strVal val="#ppt_x"/>
                                          </p:val>
                                        </p:tav>
                                      </p:tavLst>
                                    </p:anim>
                                    <p:anim calcmode="lin" valueType="num">
                                      <p:cBhvr>
                                        <p:cTn id="68" dur="500" fill="hold"/>
                                        <p:tgtEl>
                                          <p:spTgt spid="252"/>
                                        </p:tgtEl>
                                        <p:attrNameLst>
                                          <p:attrName>ppt_y</p:attrName>
                                        </p:attrNameLst>
                                      </p:cBhvr>
                                      <p:tavLst>
                                        <p:tav tm="0">
                                          <p:val>
                                            <p:strVal val="#ppt_y+.1"/>
                                          </p:val>
                                        </p:tav>
                                        <p:tav tm="100000">
                                          <p:val>
                                            <p:strVal val="#ppt_y"/>
                                          </p:val>
                                        </p:tav>
                                      </p:tavLst>
                                    </p:anim>
                                  </p:childTnLst>
                                </p:cTn>
                              </p:par>
                              <p:par>
                                <p:cTn id="69" presetID="42" presetClass="entr" presetSubtype="0" fill="hold" grpId="0" nodeType="withEffect">
                                  <p:stCondLst>
                                    <p:cond delay="2000"/>
                                  </p:stCondLst>
                                  <p:childTnLst>
                                    <p:set>
                                      <p:cBhvr>
                                        <p:cTn id="70" dur="1" fill="hold">
                                          <p:stCondLst>
                                            <p:cond delay="0"/>
                                          </p:stCondLst>
                                        </p:cTn>
                                        <p:tgtEl>
                                          <p:spTgt spid="269"/>
                                        </p:tgtEl>
                                        <p:attrNameLst>
                                          <p:attrName>style.visibility</p:attrName>
                                        </p:attrNameLst>
                                      </p:cBhvr>
                                      <p:to>
                                        <p:strVal val="visible"/>
                                      </p:to>
                                    </p:set>
                                    <p:animEffect transition="in" filter="fade">
                                      <p:cBhvr>
                                        <p:cTn id="71" dur="500"/>
                                        <p:tgtEl>
                                          <p:spTgt spid="269"/>
                                        </p:tgtEl>
                                      </p:cBhvr>
                                    </p:animEffect>
                                    <p:anim calcmode="lin" valueType="num">
                                      <p:cBhvr>
                                        <p:cTn id="72" dur="500" fill="hold"/>
                                        <p:tgtEl>
                                          <p:spTgt spid="269"/>
                                        </p:tgtEl>
                                        <p:attrNameLst>
                                          <p:attrName>ppt_x</p:attrName>
                                        </p:attrNameLst>
                                      </p:cBhvr>
                                      <p:tavLst>
                                        <p:tav tm="0">
                                          <p:val>
                                            <p:strVal val="#ppt_x"/>
                                          </p:val>
                                        </p:tav>
                                        <p:tav tm="100000">
                                          <p:val>
                                            <p:strVal val="#ppt_x"/>
                                          </p:val>
                                        </p:tav>
                                      </p:tavLst>
                                    </p:anim>
                                    <p:anim calcmode="lin" valueType="num">
                                      <p:cBhvr>
                                        <p:cTn id="73" dur="500" fill="hold"/>
                                        <p:tgtEl>
                                          <p:spTgt spid="269"/>
                                        </p:tgtEl>
                                        <p:attrNameLst>
                                          <p:attrName>ppt_y</p:attrName>
                                        </p:attrNameLst>
                                      </p:cBhvr>
                                      <p:tavLst>
                                        <p:tav tm="0">
                                          <p:val>
                                            <p:strVal val="#ppt_y+.1"/>
                                          </p:val>
                                        </p:tav>
                                        <p:tav tm="100000">
                                          <p:val>
                                            <p:strVal val="#ppt_y"/>
                                          </p:val>
                                        </p:tav>
                                      </p:tavLst>
                                    </p:anim>
                                  </p:childTnLst>
                                </p:cTn>
                              </p:par>
                              <p:par>
                                <p:cTn id="74" presetID="53" presetClass="entr" presetSubtype="16" fill="hold" grpId="0" nodeType="withEffect">
                                  <p:stCondLst>
                                    <p:cond delay="2200"/>
                                  </p:stCondLst>
                                  <p:childTnLst>
                                    <p:set>
                                      <p:cBhvr>
                                        <p:cTn id="75" dur="1" fill="hold">
                                          <p:stCondLst>
                                            <p:cond delay="0"/>
                                          </p:stCondLst>
                                        </p:cTn>
                                        <p:tgtEl>
                                          <p:spTgt spid="274"/>
                                        </p:tgtEl>
                                        <p:attrNameLst>
                                          <p:attrName>style.visibility</p:attrName>
                                        </p:attrNameLst>
                                      </p:cBhvr>
                                      <p:to>
                                        <p:strVal val="visible"/>
                                      </p:to>
                                    </p:set>
                                    <p:anim calcmode="lin" valueType="num">
                                      <p:cBhvr>
                                        <p:cTn id="76" dur="300" fill="hold"/>
                                        <p:tgtEl>
                                          <p:spTgt spid="274"/>
                                        </p:tgtEl>
                                        <p:attrNameLst>
                                          <p:attrName>ppt_w</p:attrName>
                                        </p:attrNameLst>
                                      </p:cBhvr>
                                      <p:tavLst>
                                        <p:tav tm="0">
                                          <p:val>
                                            <p:fltVal val="0"/>
                                          </p:val>
                                        </p:tav>
                                        <p:tav tm="100000">
                                          <p:val>
                                            <p:strVal val="#ppt_w"/>
                                          </p:val>
                                        </p:tav>
                                      </p:tavLst>
                                    </p:anim>
                                    <p:anim calcmode="lin" valueType="num">
                                      <p:cBhvr>
                                        <p:cTn id="77" dur="300" fill="hold"/>
                                        <p:tgtEl>
                                          <p:spTgt spid="274"/>
                                        </p:tgtEl>
                                        <p:attrNameLst>
                                          <p:attrName>ppt_h</p:attrName>
                                        </p:attrNameLst>
                                      </p:cBhvr>
                                      <p:tavLst>
                                        <p:tav tm="0">
                                          <p:val>
                                            <p:fltVal val="0"/>
                                          </p:val>
                                        </p:tav>
                                        <p:tav tm="100000">
                                          <p:val>
                                            <p:strVal val="#ppt_h"/>
                                          </p:val>
                                        </p:tav>
                                      </p:tavLst>
                                    </p:anim>
                                    <p:animEffect transition="in" filter="fade">
                                      <p:cBhvr>
                                        <p:cTn id="78" dur="300"/>
                                        <p:tgtEl>
                                          <p:spTgt spid="274"/>
                                        </p:tgtEl>
                                      </p:cBhvr>
                                    </p:animEffect>
                                  </p:childTnLst>
                                </p:cTn>
                              </p:par>
                              <p:par>
                                <p:cTn id="79" presetID="6" presetClass="emph" presetSubtype="0" autoRev="1" fill="hold" grpId="1" nodeType="withEffect">
                                  <p:stCondLst>
                                    <p:cond delay="2500"/>
                                  </p:stCondLst>
                                  <p:childTnLst>
                                    <p:animScale>
                                      <p:cBhvr>
                                        <p:cTn id="80" dur="150" fill="hold"/>
                                        <p:tgtEl>
                                          <p:spTgt spid="274"/>
                                        </p:tgtEl>
                                      </p:cBhvr>
                                      <p:by x="110000" y="110000"/>
                                    </p:animScale>
                                  </p:childTnLst>
                                </p:cTn>
                              </p:par>
                              <p:par>
                                <p:cTn id="81" presetID="55" presetClass="entr" presetSubtype="0" fill="hold" grpId="0" nodeType="withEffect">
                                  <p:stCondLst>
                                    <p:cond delay="2500"/>
                                  </p:stCondLst>
                                  <p:childTnLst>
                                    <p:set>
                                      <p:cBhvr>
                                        <p:cTn id="82" dur="1" fill="hold">
                                          <p:stCondLst>
                                            <p:cond delay="0"/>
                                          </p:stCondLst>
                                        </p:cTn>
                                        <p:tgtEl>
                                          <p:spTgt spid="272"/>
                                        </p:tgtEl>
                                        <p:attrNameLst>
                                          <p:attrName>style.visibility</p:attrName>
                                        </p:attrNameLst>
                                      </p:cBhvr>
                                      <p:to>
                                        <p:strVal val="visible"/>
                                      </p:to>
                                    </p:set>
                                    <p:anim calcmode="lin" valueType="num">
                                      <p:cBhvr>
                                        <p:cTn id="83" dur="500" fill="hold"/>
                                        <p:tgtEl>
                                          <p:spTgt spid="272"/>
                                        </p:tgtEl>
                                        <p:attrNameLst>
                                          <p:attrName>ppt_w</p:attrName>
                                        </p:attrNameLst>
                                      </p:cBhvr>
                                      <p:tavLst>
                                        <p:tav tm="0">
                                          <p:val>
                                            <p:strVal val="#ppt_w*0.70"/>
                                          </p:val>
                                        </p:tav>
                                        <p:tav tm="100000">
                                          <p:val>
                                            <p:strVal val="#ppt_w"/>
                                          </p:val>
                                        </p:tav>
                                      </p:tavLst>
                                    </p:anim>
                                    <p:anim calcmode="lin" valueType="num">
                                      <p:cBhvr>
                                        <p:cTn id="84" dur="500" fill="hold"/>
                                        <p:tgtEl>
                                          <p:spTgt spid="272"/>
                                        </p:tgtEl>
                                        <p:attrNameLst>
                                          <p:attrName>ppt_h</p:attrName>
                                        </p:attrNameLst>
                                      </p:cBhvr>
                                      <p:tavLst>
                                        <p:tav tm="0">
                                          <p:val>
                                            <p:strVal val="#ppt_h"/>
                                          </p:val>
                                        </p:tav>
                                        <p:tav tm="100000">
                                          <p:val>
                                            <p:strVal val="#ppt_h"/>
                                          </p:val>
                                        </p:tav>
                                      </p:tavLst>
                                    </p:anim>
                                    <p:animEffect transition="in" filter="fade">
                                      <p:cBhvr>
                                        <p:cTn id="85" dur="500"/>
                                        <p:tgtEl>
                                          <p:spTgt spid="272"/>
                                        </p:tgtEl>
                                      </p:cBhvr>
                                    </p:animEffect>
                                  </p:childTnLst>
                                </p:cTn>
                              </p:par>
                              <p:par>
                                <p:cTn id="86" presetID="47" presetClass="entr" presetSubtype="0" fill="hold" grpId="0" nodeType="withEffect">
                                  <p:stCondLst>
                                    <p:cond delay="3000"/>
                                  </p:stCondLst>
                                  <p:childTnLst>
                                    <p:set>
                                      <p:cBhvr>
                                        <p:cTn id="87" dur="1" fill="hold">
                                          <p:stCondLst>
                                            <p:cond delay="0"/>
                                          </p:stCondLst>
                                        </p:cTn>
                                        <p:tgtEl>
                                          <p:spTgt spid="251"/>
                                        </p:tgtEl>
                                        <p:attrNameLst>
                                          <p:attrName>style.visibility</p:attrName>
                                        </p:attrNameLst>
                                      </p:cBhvr>
                                      <p:to>
                                        <p:strVal val="visible"/>
                                      </p:to>
                                    </p:set>
                                    <p:animEffect transition="in" filter="fade">
                                      <p:cBhvr>
                                        <p:cTn id="88" dur="500"/>
                                        <p:tgtEl>
                                          <p:spTgt spid="251"/>
                                        </p:tgtEl>
                                      </p:cBhvr>
                                    </p:animEffect>
                                    <p:anim calcmode="lin" valueType="num">
                                      <p:cBhvr>
                                        <p:cTn id="89" dur="500" fill="hold"/>
                                        <p:tgtEl>
                                          <p:spTgt spid="251"/>
                                        </p:tgtEl>
                                        <p:attrNameLst>
                                          <p:attrName>ppt_x</p:attrName>
                                        </p:attrNameLst>
                                      </p:cBhvr>
                                      <p:tavLst>
                                        <p:tav tm="0">
                                          <p:val>
                                            <p:strVal val="#ppt_x"/>
                                          </p:val>
                                        </p:tav>
                                        <p:tav tm="100000">
                                          <p:val>
                                            <p:strVal val="#ppt_x"/>
                                          </p:val>
                                        </p:tav>
                                      </p:tavLst>
                                    </p:anim>
                                    <p:anim calcmode="lin" valueType="num">
                                      <p:cBhvr>
                                        <p:cTn id="90" dur="500" fill="hold"/>
                                        <p:tgtEl>
                                          <p:spTgt spid="251"/>
                                        </p:tgtEl>
                                        <p:attrNameLst>
                                          <p:attrName>ppt_y</p:attrName>
                                        </p:attrNameLst>
                                      </p:cBhvr>
                                      <p:tavLst>
                                        <p:tav tm="0">
                                          <p:val>
                                            <p:strVal val="#ppt_y-.1"/>
                                          </p:val>
                                        </p:tav>
                                        <p:tav tm="100000">
                                          <p:val>
                                            <p:strVal val="#ppt_y"/>
                                          </p:val>
                                        </p:tav>
                                      </p:tavLst>
                                    </p:anim>
                                  </p:childTnLst>
                                </p:cTn>
                              </p:par>
                              <p:par>
                                <p:cTn id="91" presetID="47" presetClass="entr" presetSubtype="0" fill="hold" nodeType="withEffect">
                                  <p:stCondLst>
                                    <p:cond delay="3000"/>
                                  </p:stCondLst>
                                  <p:childTnLst>
                                    <p:set>
                                      <p:cBhvr>
                                        <p:cTn id="92" dur="1" fill="hold">
                                          <p:stCondLst>
                                            <p:cond delay="0"/>
                                          </p:stCondLst>
                                        </p:cTn>
                                        <p:tgtEl>
                                          <p:spTgt spid="256"/>
                                        </p:tgtEl>
                                        <p:attrNameLst>
                                          <p:attrName>style.visibility</p:attrName>
                                        </p:attrNameLst>
                                      </p:cBhvr>
                                      <p:to>
                                        <p:strVal val="visible"/>
                                      </p:to>
                                    </p:set>
                                    <p:animEffect transition="in" filter="fade">
                                      <p:cBhvr>
                                        <p:cTn id="93" dur="500"/>
                                        <p:tgtEl>
                                          <p:spTgt spid="256"/>
                                        </p:tgtEl>
                                      </p:cBhvr>
                                    </p:animEffect>
                                    <p:anim calcmode="lin" valueType="num">
                                      <p:cBhvr>
                                        <p:cTn id="94" dur="500" fill="hold"/>
                                        <p:tgtEl>
                                          <p:spTgt spid="256"/>
                                        </p:tgtEl>
                                        <p:attrNameLst>
                                          <p:attrName>ppt_x</p:attrName>
                                        </p:attrNameLst>
                                      </p:cBhvr>
                                      <p:tavLst>
                                        <p:tav tm="0">
                                          <p:val>
                                            <p:strVal val="#ppt_x"/>
                                          </p:val>
                                        </p:tav>
                                        <p:tav tm="100000">
                                          <p:val>
                                            <p:strVal val="#ppt_x"/>
                                          </p:val>
                                        </p:tav>
                                      </p:tavLst>
                                    </p:anim>
                                    <p:anim calcmode="lin" valueType="num">
                                      <p:cBhvr>
                                        <p:cTn id="95" dur="500" fill="hold"/>
                                        <p:tgtEl>
                                          <p:spTgt spid="256"/>
                                        </p:tgtEl>
                                        <p:attrNameLst>
                                          <p:attrName>ppt_y</p:attrName>
                                        </p:attrNameLst>
                                      </p:cBhvr>
                                      <p:tavLst>
                                        <p:tav tm="0">
                                          <p:val>
                                            <p:strVal val="#ppt_y-.1"/>
                                          </p:val>
                                        </p:tav>
                                        <p:tav tm="100000">
                                          <p:val>
                                            <p:strVal val="#ppt_y"/>
                                          </p:val>
                                        </p:tav>
                                      </p:tavLst>
                                    </p:anim>
                                  </p:childTnLst>
                                </p:cTn>
                              </p:par>
                              <p:par>
                                <p:cTn id="96" presetID="47" presetClass="entr" presetSubtype="0" fill="hold" grpId="0" nodeType="withEffect">
                                  <p:stCondLst>
                                    <p:cond delay="3000"/>
                                  </p:stCondLst>
                                  <p:childTnLst>
                                    <p:set>
                                      <p:cBhvr>
                                        <p:cTn id="97" dur="1" fill="hold">
                                          <p:stCondLst>
                                            <p:cond delay="0"/>
                                          </p:stCondLst>
                                        </p:cTn>
                                        <p:tgtEl>
                                          <p:spTgt spid="270"/>
                                        </p:tgtEl>
                                        <p:attrNameLst>
                                          <p:attrName>style.visibility</p:attrName>
                                        </p:attrNameLst>
                                      </p:cBhvr>
                                      <p:to>
                                        <p:strVal val="visible"/>
                                      </p:to>
                                    </p:set>
                                    <p:animEffect transition="in" filter="fade">
                                      <p:cBhvr>
                                        <p:cTn id="98" dur="500"/>
                                        <p:tgtEl>
                                          <p:spTgt spid="270"/>
                                        </p:tgtEl>
                                      </p:cBhvr>
                                    </p:animEffect>
                                    <p:anim calcmode="lin" valueType="num">
                                      <p:cBhvr>
                                        <p:cTn id="99" dur="500" fill="hold"/>
                                        <p:tgtEl>
                                          <p:spTgt spid="270"/>
                                        </p:tgtEl>
                                        <p:attrNameLst>
                                          <p:attrName>ppt_x</p:attrName>
                                        </p:attrNameLst>
                                      </p:cBhvr>
                                      <p:tavLst>
                                        <p:tav tm="0">
                                          <p:val>
                                            <p:strVal val="#ppt_x"/>
                                          </p:val>
                                        </p:tav>
                                        <p:tav tm="100000">
                                          <p:val>
                                            <p:strVal val="#ppt_x"/>
                                          </p:val>
                                        </p:tav>
                                      </p:tavLst>
                                    </p:anim>
                                    <p:anim calcmode="lin" valueType="num">
                                      <p:cBhvr>
                                        <p:cTn id="100" dur="500" fill="hold"/>
                                        <p:tgtEl>
                                          <p:spTgt spid="270"/>
                                        </p:tgtEl>
                                        <p:attrNameLst>
                                          <p:attrName>ppt_y</p:attrName>
                                        </p:attrNameLst>
                                      </p:cBhvr>
                                      <p:tavLst>
                                        <p:tav tm="0">
                                          <p:val>
                                            <p:strVal val="#ppt_y-.1"/>
                                          </p:val>
                                        </p:tav>
                                        <p:tav tm="100000">
                                          <p:val>
                                            <p:strVal val="#ppt_y"/>
                                          </p:val>
                                        </p:tav>
                                      </p:tavLst>
                                    </p:anim>
                                  </p:childTnLst>
                                </p:cTn>
                              </p:par>
                              <p:par>
                                <p:cTn id="101" presetID="53" presetClass="entr" presetSubtype="16" fill="hold" grpId="0" nodeType="withEffect">
                                  <p:stCondLst>
                                    <p:cond delay="3200"/>
                                  </p:stCondLst>
                                  <p:childTnLst>
                                    <p:set>
                                      <p:cBhvr>
                                        <p:cTn id="102" dur="1" fill="hold">
                                          <p:stCondLst>
                                            <p:cond delay="0"/>
                                          </p:stCondLst>
                                        </p:cTn>
                                        <p:tgtEl>
                                          <p:spTgt spid="276"/>
                                        </p:tgtEl>
                                        <p:attrNameLst>
                                          <p:attrName>style.visibility</p:attrName>
                                        </p:attrNameLst>
                                      </p:cBhvr>
                                      <p:to>
                                        <p:strVal val="visible"/>
                                      </p:to>
                                    </p:set>
                                    <p:anim calcmode="lin" valueType="num">
                                      <p:cBhvr>
                                        <p:cTn id="103" dur="300" fill="hold"/>
                                        <p:tgtEl>
                                          <p:spTgt spid="276"/>
                                        </p:tgtEl>
                                        <p:attrNameLst>
                                          <p:attrName>ppt_w</p:attrName>
                                        </p:attrNameLst>
                                      </p:cBhvr>
                                      <p:tavLst>
                                        <p:tav tm="0">
                                          <p:val>
                                            <p:fltVal val="0"/>
                                          </p:val>
                                        </p:tav>
                                        <p:tav tm="100000">
                                          <p:val>
                                            <p:strVal val="#ppt_w"/>
                                          </p:val>
                                        </p:tav>
                                      </p:tavLst>
                                    </p:anim>
                                    <p:anim calcmode="lin" valueType="num">
                                      <p:cBhvr>
                                        <p:cTn id="104" dur="300" fill="hold"/>
                                        <p:tgtEl>
                                          <p:spTgt spid="276"/>
                                        </p:tgtEl>
                                        <p:attrNameLst>
                                          <p:attrName>ppt_h</p:attrName>
                                        </p:attrNameLst>
                                      </p:cBhvr>
                                      <p:tavLst>
                                        <p:tav tm="0">
                                          <p:val>
                                            <p:fltVal val="0"/>
                                          </p:val>
                                        </p:tav>
                                        <p:tav tm="100000">
                                          <p:val>
                                            <p:strVal val="#ppt_h"/>
                                          </p:val>
                                        </p:tav>
                                      </p:tavLst>
                                    </p:anim>
                                    <p:animEffect transition="in" filter="fade">
                                      <p:cBhvr>
                                        <p:cTn id="105" dur="300"/>
                                        <p:tgtEl>
                                          <p:spTgt spid="276"/>
                                        </p:tgtEl>
                                      </p:cBhvr>
                                    </p:animEffect>
                                  </p:childTnLst>
                                </p:cTn>
                              </p:par>
                              <p:par>
                                <p:cTn id="106" presetID="6" presetClass="emph" presetSubtype="0" autoRev="1" fill="hold" grpId="1" nodeType="withEffect">
                                  <p:stCondLst>
                                    <p:cond delay="3500"/>
                                  </p:stCondLst>
                                  <p:childTnLst>
                                    <p:animScale>
                                      <p:cBhvr>
                                        <p:cTn id="107" dur="150" fill="hold"/>
                                        <p:tgtEl>
                                          <p:spTgt spid="276"/>
                                        </p:tgtEl>
                                      </p:cBhvr>
                                      <p:by x="110000" y="110000"/>
                                    </p:animScale>
                                  </p:childTnLst>
                                </p:cTn>
                              </p:par>
                              <p:par>
                                <p:cTn id="108" presetID="55" presetClass="entr" presetSubtype="0" fill="hold" grpId="0" nodeType="withEffect">
                                  <p:stCondLst>
                                    <p:cond delay="3500"/>
                                  </p:stCondLst>
                                  <p:childTnLst>
                                    <p:set>
                                      <p:cBhvr>
                                        <p:cTn id="109" dur="1" fill="hold">
                                          <p:stCondLst>
                                            <p:cond delay="0"/>
                                          </p:stCondLst>
                                        </p:cTn>
                                        <p:tgtEl>
                                          <p:spTgt spid="278"/>
                                        </p:tgtEl>
                                        <p:attrNameLst>
                                          <p:attrName>style.visibility</p:attrName>
                                        </p:attrNameLst>
                                      </p:cBhvr>
                                      <p:to>
                                        <p:strVal val="visible"/>
                                      </p:to>
                                    </p:set>
                                    <p:anim calcmode="lin" valueType="num">
                                      <p:cBhvr>
                                        <p:cTn id="110" dur="500" fill="hold"/>
                                        <p:tgtEl>
                                          <p:spTgt spid="278"/>
                                        </p:tgtEl>
                                        <p:attrNameLst>
                                          <p:attrName>ppt_w</p:attrName>
                                        </p:attrNameLst>
                                      </p:cBhvr>
                                      <p:tavLst>
                                        <p:tav tm="0">
                                          <p:val>
                                            <p:strVal val="#ppt_w*0.70"/>
                                          </p:val>
                                        </p:tav>
                                        <p:tav tm="100000">
                                          <p:val>
                                            <p:strVal val="#ppt_w"/>
                                          </p:val>
                                        </p:tav>
                                      </p:tavLst>
                                    </p:anim>
                                    <p:anim calcmode="lin" valueType="num">
                                      <p:cBhvr>
                                        <p:cTn id="111" dur="500" fill="hold"/>
                                        <p:tgtEl>
                                          <p:spTgt spid="278"/>
                                        </p:tgtEl>
                                        <p:attrNameLst>
                                          <p:attrName>ppt_h</p:attrName>
                                        </p:attrNameLst>
                                      </p:cBhvr>
                                      <p:tavLst>
                                        <p:tav tm="0">
                                          <p:val>
                                            <p:strVal val="#ppt_h"/>
                                          </p:val>
                                        </p:tav>
                                        <p:tav tm="100000">
                                          <p:val>
                                            <p:strVal val="#ppt_h"/>
                                          </p:val>
                                        </p:tav>
                                      </p:tavLst>
                                    </p:anim>
                                    <p:animEffect transition="in" filter="fade">
                                      <p:cBhvr>
                                        <p:cTn id="112" dur="500"/>
                                        <p:tgtEl>
                                          <p:spTgt spid="2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8" grpId="0" animBg="1"/>
      <p:bldP spid="249" grpId="0" animBg="1"/>
      <p:bldP spid="250" grpId="0" animBg="1"/>
      <p:bldP spid="251" grpId="0" animBg="1"/>
      <p:bldP spid="267" grpId="0"/>
      <p:bldP spid="268" grpId="0"/>
      <p:bldP spid="269" grpId="0"/>
      <p:bldP spid="270" grpId="0"/>
      <p:bldP spid="271" grpId="0"/>
      <p:bldP spid="272" grpId="0"/>
      <p:bldP spid="273" grpId="0"/>
      <p:bldP spid="273" grpId="1"/>
      <p:bldP spid="274" grpId="0"/>
      <p:bldP spid="274" grpId="1"/>
      <p:bldP spid="275" grpId="0"/>
      <p:bldP spid="275" grpId="1"/>
      <p:bldP spid="276" grpId="0"/>
      <p:bldP spid="276" grpId="1"/>
      <p:bldP spid="277" grpId="0"/>
      <p:bldP spid="27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9" name="Picture 4" descr="E:\稻壳模板\ppt\2016.1\创意灯泡毕业论文答辩模板\Fotolia_49502767_Subscription_XL.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05147" y="1953039"/>
            <a:ext cx="2359676" cy="1986880"/>
          </a:xfrm>
          <a:prstGeom prst="rect">
            <a:avLst/>
          </a:prstGeom>
          <a:noFill/>
          <a:extLst>
            <a:ext uri="{909E8E84-426E-40DD-AFC4-6F175D3DCCD1}">
              <a14:hiddenFill xmlns:a14="http://schemas.microsoft.com/office/drawing/2010/main">
                <a:solidFill>
                  <a:srgbClr val="FFFFFF"/>
                </a:solidFill>
              </a14:hiddenFill>
            </a:ext>
          </a:extLst>
        </p:spPr>
      </p:pic>
      <p:grpSp>
        <p:nvGrpSpPr>
          <p:cNvPr id="6" name="组合 5"/>
          <p:cNvGrpSpPr/>
          <p:nvPr/>
        </p:nvGrpSpPr>
        <p:grpSpPr>
          <a:xfrm>
            <a:off x="0" y="1977864"/>
            <a:ext cx="390525" cy="1174750"/>
            <a:chOff x="0" y="1977864"/>
            <a:chExt cx="390525" cy="1174750"/>
          </a:xfrm>
          <a:solidFill>
            <a:schemeClr val="bg1"/>
          </a:solidFill>
        </p:grpSpPr>
        <p:cxnSp>
          <p:nvCxnSpPr>
            <p:cNvPr id="3" name="直接连接符 2"/>
            <p:cNvCxnSpPr/>
            <p:nvPr/>
          </p:nvCxnSpPr>
          <p:spPr>
            <a:xfrm flipH="1">
              <a:off x="0" y="2368389"/>
              <a:ext cx="390525" cy="0"/>
            </a:xfrm>
            <a:prstGeom prst="line">
              <a:avLst/>
            </a:prstGeom>
            <a:grpFill/>
            <a:ln w="6350">
              <a:solidFill>
                <a:srgbClr val="62768C"/>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flipH="1">
              <a:off x="0" y="1977864"/>
              <a:ext cx="390525" cy="0"/>
            </a:xfrm>
            <a:prstGeom prst="line">
              <a:avLst/>
            </a:prstGeom>
            <a:grpFill/>
            <a:ln w="6350">
              <a:solidFill>
                <a:srgbClr val="62768C"/>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H="1">
              <a:off x="0" y="2762089"/>
              <a:ext cx="390525" cy="0"/>
            </a:xfrm>
            <a:prstGeom prst="line">
              <a:avLst/>
            </a:prstGeom>
            <a:grpFill/>
            <a:ln w="6350">
              <a:solidFill>
                <a:srgbClr val="62768C"/>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flipH="1">
              <a:off x="0" y="3152614"/>
              <a:ext cx="390525" cy="0"/>
            </a:xfrm>
            <a:prstGeom prst="line">
              <a:avLst/>
            </a:prstGeom>
            <a:grpFill/>
            <a:ln w="6350">
              <a:solidFill>
                <a:srgbClr val="62768C"/>
              </a:solidFill>
            </a:ln>
          </p:spPr>
          <p:style>
            <a:lnRef idx="1">
              <a:schemeClr val="accent1"/>
            </a:lnRef>
            <a:fillRef idx="0">
              <a:schemeClr val="accent1"/>
            </a:fillRef>
            <a:effectRef idx="0">
              <a:schemeClr val="accent1"/>
            </a:effectRef>
            <a:fontRef idx="minor">
              <a:schemeClr val="tx1"/>
            </a:fontRef>
          </p:style>
        </p:cxnSp>
      </p:grpSp>
      <p:grpSp>
        <p:nvGrpSpPr>
          <p:cNvPr id="33" name="组合 32"/>
          <p:cNvGrpSpPr/>
          <p:nvPr/>
        </p:nvGrpSpPr>
        <p:grpSpPr>
          <a:xfrm>
            <a:off x="8632482" y="346839"/>
            <a:ext cx="156623" cy="156623"/>
            <a:chOff x="8689063" y="2493438"/>
            <a:chExt cx="156623" cy="156623"/>
          </a:xfrm>
        </p:grpSpPr>
        <p:sp>
          <p:nvSpPr>
            <p:cNvPr id="26" name="矩形 25"/>
            <p:cNvSpPr/>
            <p:nvPr/>
          </p:nvSpPr>
          <p:spPr>
            <a:xfrm>
              <a:off x="8689063" y="2493438"/>
              <a:ext cx="156623" cy="156623"/>
            </a:xfrm>
            <a:prstGeom prst="rect">
              <a:avLst/>
            </a:prstGeom>
            <a:solidFill>
              <a:srgbClr val="586B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任意多边形 30"/>
            <p:cNvSpPr/>
            <p:nvPr/>
          </p:nvSpPr>
          <p:spPr>
            <a:xfrm rot="10800000">
              <a:off x="8737889" y="2531868"/>
              <a:ext cx="58967" cy="79764"/>
            </a:xfrm>
            <a:custGeom>
              <a:avLst/>
              <a:gdLst>
                <a:gd name="connsiteX0" fmla="*/ 0 w 78581"/>
                <a:gd name="connsiteY0" fmla="*/ 0 h 152400"/>
                <a:gd name="connsiteX1" fmla="*/ 78581 w 78581"/>
                <a:gd name="connsiteY1" fmla="*/ 78581 h 152400"/>
                <a:gd name="connsiteX2" fmla="*/ 4762 w 78581"/>
                <a:gd name="connsiteY2" fmla="*/ 152400 h 152400"/>
              </a:gdLst>
              <a:ahLst/>
              <a:cxnLst>
                <a:cxn ang="0">
                  <a:pos x="connsiteX0" y="connsiteY0"/>
                </a:cxn>
                <a:cxn ang="0">
                  <a:pos x="connsiteX1" y="connsiteY1"/>
                </a:cxn>
                <a:cxn ang="0">
                  <a:pos x="connsiteX2" y="connsiteY2"/>
                </a:cxn>
              </a:cxnLst>
              <a:rect l="l" t="t" r="r" b="b"/>
              <a:pathLst>
                <a:path w="78581" h="152400">
                  <a:moveTo>
                    <a:pt x="0" y="0"/>
                  </a:moveTo>
                  <a:lnTo>
                    <a:pt x="78581" y="78581"/>
                  </a:lnTo>
                  <a:lnTo>
                    <a:pt x="4762" y="152400"/>
                  </a:lnTo>
                </a:path>
              </a:pathLst>
            </a:cu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4" name="组合 33"/>
          <p:cNvGrpSpPr/>
          <p:nvPr/>
        </p:nvGrpSpPr>
        <p:grpSpPr>
          <a:xfrm>
            <a:off x="8789105" y="346839"/>
            <a:ext cx="156623" cy="156623"/>
            <a:chOff x="8845686" y="2493438"/>
            <a:chExt cx="156623" cy="156623"/>
          </a:xfrm>
        </p:grpSpPr>
        <p:sp>
          <p:nvSpPr>
            <p:cNvPr id="30" name="矩形 29"/>
            <p:cNvSpPr/>
            <p:nvPr/>
          </p:nvSpPr>
          <p:spPr>
            <a:xfrm>
              <a:off x="8845686" y="2493438"/>
              <a:ext cx="156623" cy="156623"/>
            </a:xfrm>
            <a:prstGeom prst="rect">
              <a:avLst/>
            </a:prstGeom>
            <a:solidFill>
              <a:srgbClr val="37B0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任意多边形 31"/>
            <p:cNvSpPr/>
            <p:nvPr/>
          </p:nvSpPr>
          <p:spPr>
            <a:xfrm>
              <a:off x="8894513" y="2531868"/>
              <a:ext cx="58967" cy="79764"/>
            </a:xfrm>
            <a:custGeom>
              <a:avLst/>
              <a:gdLst>
                <a:gd name="connsiteX0" fmla="*/ 0 w 78581"/>
                <a:gd name="connsiteY0" fmla="*/ 0 h 152400"/>
                <a:gd name="connsiteX1" fmla="*/ 78581 w 78581"/>
                <a:gd name="connsiteY1" fmla="*/ 78581 h 152400"/>
                <a:gd name="connsiteX2" fmla="*/ 4762 w 78581"/>
                <a:gd name="connsiteY2" fmla="*/ 152400 h 152400"/>
              </a:gdLst>
              <a:ahLst/>
              <a:cxnLst>
                <a:cxn ang="0">
                  <a:pos x="connsiteX0" y="connsiteY0"/>
                </a:cxn>
                <a:cxn ang="0">
                  <a:pos x="connsiteX1" y="connsiteY1"/>
                </a:cxn>
                <a:cxn ang="0">
                  <a:pos x="connsiteX2" y="connsiteY2"/>
                </a:cxn>
              </a:cxnLst>
              <a:rect l="l" t="t" r="r" b="b"/>
              <a:pathLst>
                <a:path w="78581" h="152400">
                  <a:moveTo>
                    <a:pt x="0" y="0"/>
                  </a:moveTo>
                  <a:lnTo>
                    <a:pt x="78581" y="78581"/>
                  </a:lnTo>
                  <a:lnTo>
                    <a:pt x="4762" y="152400"/>
                  </a:lnTo>
                </a:path>
              </a:pathLst>
            </a:cu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5" name="矩形 34">
            <a:hlinkClick r:id="" action="ppaction://hlinkshowjump?jump=previousslide"/>
          </p:cNvPr>
          <p:cNvSpPr/>
          <p:nvPr/>
        </p:nvSpPr>
        <p:spPr>
          <a:xfrm>
            <a:off x="8632479" y="340203"/>
            <a:ext cx="156623" cy="166239"/>
          </a:xfrm>
          <a:prstGeom prst="rect">
            <a:avLst/>
          </a:prstGeom>
          <a:solidFill>
            <a:srgbClr val="37B0E8">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35">
            <a:hlinkClick r:id="" action="ppaction://hlinkshowjump?jump=nextslide"/>
          </p:cNvPr>
          <p:cNvSpPr/>
          <p:nvPr/>
        </p:nvSpPr>
        <p:spPr>
          <a:xfrm>
            <a:off x="8789102" y="340203"/>
            <a:ext cx="156623" cy="166239"/>
          </a:xfrm>
          <a:prstGeom prst="rect">
            <a:avLst/>
          </a:prstGeom>
          <a:solidFill>
            <a:srgbClr val="37B0E8">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矩形 36"/>
          <p:cNvSpPr/>
          <p:nvPr/>
        </p:nvSpPr>
        <p:spPr>
          <a:xfrm>
            <a:off x="-1" y="1588788"/>
            <a:ext cx="1280513" cy="390525"/>
          </a:xfrm>
          <a:prstGeom prst="rect">
            <a:avLst/>
          </a:prstGeom>
          <a:solidFill>
            <a:srgbClr val="37B0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Freeform 11"/>
          <p:cNvSpPr>
            <a:spLocks noEditPoints="1"/>
          </p:cNvSpPr>
          <p:nvPr/>
        </p:nvSpPr>
        <p:spPr bwMode="auto">
          <a:xfrm>
            <a:off x="124293" y="2864285"/>
            <a:ext cx="150176" cy="190798"/>
          </a:xfrm>
          <a:custGeom>
            <a:avLst/>
            <a:gdLst>
              <a:gd name="T0" fmla="*/ 104 w 139"/>
              <a:gd name="T1" fmla="*/ 99 h 177"/>
              <a:gd name="T2" fmla="*/ 91 w 139"/>
              <a:gd name="T3" fmla="*/ 160 h 177"/>
              <a:gd name="T4" fmla="*/ 133 w 139"/>
              <a:gd name="T5" fmla="*/ 164 h 177"/>
              <a:gd name="T6" fmla="*/ 133 w 139"/>
              <a:gd name="T7" fmla="*/ 177 h 177"/>
              <a:gd name="T8" fmla="*/ 0 w 139"/>
              <a:gd name="T9" fmla="*/ 170 h 177"/>
              <a:gd name="T10" fmla="*/ 51 w 139"/>
              <a:gd name="T11" fmla="*/ 164 h 177"/>
              <a:gd name="T12" fmla="*/ 81 w 139"/>
              <a:gd name="T13" fmla="*/ 151 h 177"/>
              <a:gd name="T14" fmla="*/ 10 w 139"/>
              <a:gd name="T15" fmla="*/ 147 h 177"/>
              <a:gd name="T16" fmla="*/ 10 w 139"/>
              <a:gd name="T17" fmla="*/ 139 h 177"/>
              <a:gd name="T18" fmla="*/ 94 w 139"/>
              <a:gd name="T19" fmla="*/ 120 h 177"/>
              <a:gd name="T20" fmla="*/ 84 w 139"/>
              <a:gd name="T21" fmla="*/ 92 h 177"/>
              <a:gd name="T22" fmla="*/ 69 w 139"/>
              <a:gd name="T23" fmla="*/ 94 h 177"/>
              <a:gd name="T24" fmla="*/ 53 w 139"/>
              <a:gd name="T25" fmla="*/ 113 h 177"/>
              <a:gd name="T26" fmla="*/ 46 w 139"/>
              <a:gd name="T27" fmla="*/ 117 h 177"/>
              <a:gd name="T28" fmla="*/ 24 w 139"/>
              <a:gd name="T29" fmla="*/ 109 h 177"/>
              <a:gd name="T30" fmla="*/ 26 w 139"/>
              <a:gd name="T31" fmla="*/ 97 h 177"/>
              <a:gd name="T32" fmla="*/ 21 w 139"/>
              <a:gd name="T33" fmla="*/ 89 h 177"/>
              <a:gd name="T34" fmla="*/ 63 w 139"/>
              <a:gd name="T35" fmla="*/ 24 h 177"/>
              <a:gd name="T36" fmla="*/ 67 w 139"/>
              <a:gd name="T37" fmla="*/ 26 h 177"/>
              <a:gd name="T38" fmla="*/ 69 w 139"/>
              <a:gd name="T39" fmla="*/ 14 h 177"/>
              <a:gd name="T40" fmla="*/ 76 w 139"/>
              <a:gd name="T41" fmla="*/ 2 h 177"/>
              <a:gd name="T42" fmla="*/ 109 w 139"/>
              <a:gd name="T43" fmla="*/ 29 h 177"/>
              <a:gd name="T44" fmla="*/ 96 w 139"/>
              <a:gd name="T45" fmla="*/ 30 h 177"/>
              <a:gd name="T46" fmla="*/ 94 w 139"/>
              <a:gd name="T47" fmla="*/ 42 h 177"/>
              <a:gd name="T48" fmla="*/ 87 w 139"/>
              <a:gd name="T49" fmla="*/ 63 h 177"/>
              <a:gd name="T50" fmla="*/ 92 w 139"/>
              <a:gd name="T51" fmla="*/ 81 h 177"/>
              <a:gd name="T52" fmla="*/ 89 w 139"/>
              <a:gd name="T53" fmla="*/ 26 h 177"/>
              <a:gd name="T54" fmla="*/ 74 w 139"/>
              <a:gd name="T55" fmla="*/ 30 h 177"/>
              <a:gd name="T56" fmla="*/ 89 w 139"/>
              <a:gd name="T57" fmla="*/ 26 h 177"/>
              <a:gd name="T58" fmla="*/ 80 w 139"/>
              <a:gd name="T59" fmla="*/ 59 h 177"/>
              <a:gd name="T60" fmla="*/ 62 w 139"/>
              <a:gd name="T61" fmla="*/ 33 h 177"/>
              <a:gd name="T62" fmla="*/ 54 w 139"/>
              <a:gd name="T63" fmla="*/ 104 h 177"/>
              <a:gd name="T64" fmla="*/ 56 w 139"/>
              <a:gd name="T65" fmla="*/ 76 h 177"/>
              <a:gd name="T66" fmla="*/ 62 w 139"/>
              <a:gd name="T67" fmla="*/ 63 h 177"/>
              <a:gd name="T68" fmla="*/ 82 w 139"/>
              <a:gd name="T69" fmla="*/ 69 h 177"/>
              <a:gd name="T70" fmla="*/ 67 w 139"/>
              <a:gd name="T71" fmla="*/ 69 h 177"/>
              <a:gd name="T72" fmla="*/ 67 w 139"/>
              <a:gd name="T73" fmla="*/ 69 h 177"/>
              <a:gd name="T74" fmla="*/ 75 w 139"/>
              <a:gd name="T75" fmla="*/ 86 h 177"/>
              <a:gd name="T76" fmla="*/ 82 w 139"/>
              <a:gd name="T77" fmla="*/ 83 h 177"/>
              <a:gd name="T78" fmla="*/ 82 w 139"/>
              <a:gd name="T79" fmla="*/ 69 h 177"/>
              <a:gd name="T80" fmla="*/ 33 w 139"/>
              <a:gd name="T81" fmla="*/ 101 h 177"/>
              <a:gd name="T82" fmla="*/ 31 w 139"/>
              <a:gd name="T83" fmla="*/ 104 h 177"/>
              <a:gd name="T84" fmla="*/ 42 w 139"/>
              <a:gd name="T85" fmla="*/ 106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 h="177">
                <a:moveTo>
                  <a:pt x="92" y="81"/>
                </a:moveTo>
                <a:cubicBezTo>
                  <a:pt x="97" y="87"/>
                  <a:pt x="101" y="92"/>
                  <a:pt x="104" y="99"/>
                </a:cubicBezTo>
                <a:cubicBezTo>
                  <a:pt x="106" y="106"/>
                  <a:pt x="108" y="113"/>
                  <a:pt x="108" y="120"/>
                </a:cubicBezTo>
                <a:cubicBezTo>
                  <a:pt x="108" y="136"/>
                  <a:pt x="101" y="150"/>
                  <a:pt x="91" y="160"/>
                </a:cubicBezTo>
                <a:cubicBezTo>
                  <a:pt x="90" y="162"/>
                  <a:pt x="89" y="163"/>
                  <a:pt x="88" y="164"/>
                </a:cubicBezTo>
                <a:cubicBezTo>
                  <a:pt x="133" y="164"/>
                  <a:pt x="133" y="164"/>
                  <a:pt x="133" y="164"/>
                </a:cubicBezTo>
                <a:cubicBezTo>
                  <a:pt x="136" y="164"/>
                  <a:pt x="139" y="167"/>
                  <a:pt x="139" y="170"/>
                </a:cubicBezTo>
                <a:cubicBezTo>
                  <a:pt x="139" y="174"/>
                  <a:pt x="136" y="177"/>
                  <a:pt x="133" y="177"/>
                </a:cubicBezTo>
                <a:cubicBezTo>
                  <a:pt x="91" y="177"/>
                  <a:pt x="49" y="177"/>
                  <a:pt x="7" y="177"/>
                </a:cubicBezTo>
                <a:cubicBezTo>
                  <a:pt x="3" y="177"/>
                  <a:pt x="0" y="174"/>
                  <a:pt x="0" y="170"/>
                </a:cubicBezTo>
                <a:cubicBezTo>
                  <a:pt x="0" y="167"/>
                  <a:pt x="3" y="164"/>
                  <a:pt x="7" y="164"/>
                </a:cubicBezTo>
                <a:cubicBezTo>
                  <a:pt x="51" y="164"/>
                  <a:pt x="51" y="164"/>
                  <a:pt x="51" y="164"/>
                </a:cubicBezTo>
                <a:cubicBezTo>
                  <a:pt x="51" y="164"/>
                  <a:pt x="51" y="164"/>
                  <a:pt x="51" y="164"/>
                </a:cubicBezTo>
                <a:cubicBezTo>
                  <a:pt x="63" y="164"/>
                  <a:pt x="74" y="159"/>
                  <a:pt x="81" y="151"/>
                </a:cubicBezTo>
                <a:cubicBezTo>
                  <a:pt x="83" y="150"/>
                  <a:pt x="84" y="148"/>
                  <a:pt x="85" y="147"/>
                </a:cubicBezTo>
                <a:cubicBezTo>
                  <a:pt x="10" y="147"/>
                  <a:pt x="10" y="147"/>
                  <a:pt x="10" y="147"/>
                </a:cubicBezTo>
                <a:cubicBezTo>
                  <a:pt x="8" y="147"/>
                  <a:pt x="6" y="145"/>
                  <a:pt x="6" y="143"/>
                </a:cubicBezTo>
                <a:cubicBezTo>
                  <a:pt x="6" y="141"/>
                  <a:pt x="8" y="139"/>
                  <a:pt x="10" y="139"/>
                </a:cubicBezTo>
                <a:cubicBezTo>
                  <a:pt x="90" y="139"/>
                  <a:pt x="90" y="139"/>
                  <a:pt x="90" y="139"/>
                </a:cubicBezTo>
                <a:cubicBezTo>
                  <a:pt x="93" y="133"/>
                  <a:pt x="94" y="127"/>
                  <a:pt x="94" y="120"/>
                </a:cubicBezTo>
                <a:cubicBezTo>
                  <a:pt x="94" y="114"/>
                  <a:pt x="93" y="109"/>
                  <a:pt x="91" y="104"/>
                </a:cubicBezTo>
                <a:cubicBezTo>
                  <a:pt x="89" y="100"/>
                  <a:pt x="87" y="96"/>
                  <a:pt x="84" y="92"/>
                </a:cubicBezTo>
                <a:cubicBezTo>
                  <a:pt x="81" y="94"/>
                  <a:pt x="78" y="94"/>
                  <a:pt x="75" y="94"/>
                </a:cubicBezTo>
                <a:cubicBezTo>
                  <a:pt x="73" y="94"/>
                  <a:pt x="71" y="94"/>
                  <a:pt x="69" y="94"/>
                </a:cubicBezTo>
                <a:cubicBezTo>
                  <a:pt x="59" y="111"/>
                  <a:pt x="59" y="111"/>
                  <a:pt x="59" y="111"/>
                </a:cubicBezTo>
                <a:cubicBezTo>
                  <a:pt x="58" y="113"/>
                  <a:pt x="55" y="114"/>
                  <a:pt x="53" y="113"/>
                </a:cubicBezTo>
                <a:cubicBezTo>
                  <a:pt x="50" y="111"/>
                  <a:pt x="50" y="111"/>
                  <a:pt x="50" y="111"/>
                </a:cubicBezTo>
                <a:cubicBezTo>
                  <a:pt x="46" y="117"/>
                  <a:pt x="46" y="117"/>
                  <a:pt x="46" y="117"/>
                </a:cubicBezTo>
                <a:cubicBezTo>
                  <a:pt x="45" y="119"/>
                  <a:pt x="42" y="119"/>
                  <a:pt x="40" y="118"/>
                </a:cubicBezTo>
                <a:cubicBezTo>
                  <a:pt x="24" y="109"/>
                  <a:pt x="24" y="109"/>
                  <a:pt x="24" y="109"/>
                </a:cubicBezTo>
                <a:cubicBezTo>
                  <a:pt x="22" y="108"/>
                  <a:pt x="21" y="105"/>
                  <a:pt x="22" y="103"/>
                </a:cubicBezTo>
                <a:cubicBezTo>
                  <a:pt x="26" y="97"/>
                  <a:pt x="26" y="97"/>
                  <a:pt x="26" y="97"/>
                </a:cubicBezTo>
                <a:cubicBezTo>
                  <a:pt x="22" y="95"/>
                  <a:pt x="22" y="95"/>
                  <a:pt x="22" y="95"/>
                </a:cubicBezTo>
                <a:cubicBezTo>
                  <a:pt x="20" y="94"/>
                  <a:pt x="20" y="91"/>
                  <a:pt x="21" y="89"/>
                </a:cubicBezTo>
                <a:cubicBezTo>
                  <a:pt x="57" y="26"/>
                  <a:pt x="57" y="26"/>
                  <a:pt x="57" y="26"/>
                </a:cubicBezTo>
                <a:cubicBezTo>
                  <a:pt x="58" y="24"/>
                  <a:pt x="61" y="23"/>
                  <a:pt x="63" y="24"/>
                </a:cubicBezTo>
                <a:cubicBezTo>
                  <a:pt x="63" y="24"/>
                  <a:pt x="63" y="24"/>
                  <a:pt x="63" y="24"/>
                </a:cubicBezTo>
                <a:cubicBezTo>
                  <a:pt x="67" y="26"/>
                  <a:pt x="67" y="26"/>
                  <a:pt x="67" y="26"/>
                </a:cubicBezTo>
                <a:cubicBezTo>
                  <a:pt x="73" y="16"/>
                  <a:pt x="73" y="16"/>
                  <a:pt x="73" y="16"/>
                </a:cubicBezTo>
                <a:cubicBezTo>
                  <a:pt x="69" y="14"/>
                  <a:pt x="69" y="14"/>
                  <a:pt x="69" y="14"/>
                </a:cubicBezTo>
                <a:cubicBezTo>
                  <a:pt x="66" y="12"/>
                  <a:pt x="65" y="8"/>
                  <a:pt x="66" y="5"/>
                </a:cubicBezTo>
                <a:cubicBezTo>
                  <a:pt x="68" y="1"/>
                  <a:pt x="72" y="0"/>
                  <a:pt x="76" y="2"/>
                </a:cubicBezTo>
                <a:cubicBezTo>
                  <a:pt x="86" y="8"/>
                  <a:pt x="96" y="14"/>
                  <a:pt x="107" y="20"/>
                </a:cubicBezTo>
                <a:cubicBezTo>
                  <a:pt x="110" y="22"/>
                  <a:pt x="111" y="26"/>
                  <a:pt x="109" y="29"/>
                </a:cubicBezTo>
                <a:cubicBezTo>
                  <a:pt x="107" y="33"/>
                  <a:pt x="103" y="34"/>
                  <a:pt x="100" y="32"/>
                </a:cubicBezTo>
                <a:cubicBezTo>
                  <a:pt x="96" y="30"/>
                  <a:pt x="96" y="30"/>
                  <a:pt x="96" y="30"/>
                </a:cubicBezTo>
                <a:cubicBezTo>
                  <a:pt x="90" y="40"/>
                  <a:pt x="90" y="40"/>
                  <a:pt x="90" y="40"/>
                </a:cubicBezTo>
                <a:cubicBezTo>
                  <a:pt x="94" y="42"/>
                  <a:pt x="94" y="42"/>
                  <a:pt x="94" y="42"/>
                </a:cubicBezTo>
                <a:cubicBezTo>
                  <a:pt x="96" y="43"/>
                  <a:pt x="97" y="46"/>
                  <a:pt x="96" y="48"/>
                </a:cubicBezTo>
                <a:cubicBezTo>
                  <a:pt x="87" y="63"/>
                  <a:pt x="87" y="63"/>
                  <a:pt x="87" y="63"/>
                </a:cubicBezTo>
                <a:cubicBezTo>
                  <a:pt x="91" y="66"/>
                  <a:pt x="93" y="71"/>
                  <a:pt x="93" y="76"/>
                </a:cubicBezTo>
                <a:cubicBezTo>
                  <a:pt x="93" y="78"/>
                  <a:pt x="93" y="80"/>
                  <a:pt x="92" y="81"/>
                </a:cubicBezTo>
                <a:close/>
                <a:moveTo>
                  <a:pt x="89" y="26"/>
                </a:moveTo>
                <a:cubicBezTo>
                  <a:pt x="89" y="26"/>
                  <a:pt x="89" y="26"/>
                  <a:pt x="89" y="26"/>
                </a:cubicBezTo>
                <a:cubicBezTo>
                  <a:pt x="86" y="24"/>
                  <a:pt x="83" y="22"/>
                  <a:pt x="80" y="20"/>
                </a:cubicBezTo>
                <a:cubicBezTo>
                  <a:pt x="74" y="30"/>
                  <a:pt x="74" y="30"/>
                  <a:pt x="74" y="30"/>
                </a:cubicBezTo>
                <a:cubicBezTo>
                  <a:pt x="83" y="36"/>
                  <a:pt x="83" y="36"/>
                  <a:pt x="83" y="36"/>
                </a:cubicBezTo>
                <a:cubicBezTo>
                  <a:pt x="89" y="26"/>
                  <a:pt x="89" y="26"/>
                  <a:pt x="89" y="26"/>
                </a:cubicBezTo>
                <a:close/>
                <a:moveTo>
                  <a:pt x="80" y="59"/>
                </a:moveTo>
                <a:cubicBezTo>
                  <a:pt x="80" y="59"/>
                  <a:pt x="80" y="59"/>
                  <a:pt x="80" y="59"/>
                </a:cubicBezTo>
                <a:cubicBezTo>
                  <a:pt x="87" y="47"/>
                  <a:pt x="87" y="47"/>
                  <a:pt x="87" y="47"/>
                </a:cubicBezTo>
                <a:cubicBezTo>
                  <a:pt x="78" y="43"/>
                  <a:pt x="70" y="38"/>
                  <a:pt x="62" y="33"/>
                </a:cubicBezTo>
                <a:cubicBezTo>
                  <a:pt x="30" y="90"/>
                  <a:pt x="30" y="90"/>
                  <a:pt x="30" y="90"/>
                </a:cubicBezTo>
                <a:cubicBezTo>
                  <a:pt x="38" y="94"/>
                  <a:pt x="46" y="99"/>
                  <a:pt x="54" y="104"/>
                </a:cubicBezTo>
                <a:cubicBezTo>
                  <a:pt x="62" y="90"/>
                  <a:pt x="62" y="90"/>
                  <a:pt x="62" y="90"/>
                </a:cubicBezTo>
                <a:cubicBezTo>
                  <a:pt x="58" y="86"/>
                  <a:pt x="56" y="81"/>
                  <a:pt x="56" y="76"/>
                </a:cubicBezTo>
                <a:cubicBezTo>
                  <a:pt x="56" y="71"/>
                  <a:pt x="58" y="66"/>
                  <a:pt x="62" y="63"/>
                </a:cubicBezTo>
                <a:cubicBezTo>
                  <a:pt x="62" y="63"/>
                  <a:pt x="62" y="63"/>
                  <a:pt x="62" y="63"/>
                </a:cubicBezTo>
                <a:cubicBezTo>
                  <a:pt x="67" y="58"/>
                  <a:pt x="73" y="57"/>
                  <a:pt x="80" y="59"/>
                </a:cubicBezTo>
                <a:close/>
                <a:moveTo>
                  <a:pt x="82" y="69"/>
                </a:moveTo>
                <a:cubicBezTo>
                  <a:pt x="82" y="69"/>
                  <a:pt x="82" y="69"/>
                  <a:pt x="82" y="69"/>
                </a:cubicBezTo>
                <a:cubicBezTo>
                  <a:pt x="78" y="65"/>
                  <a:pt x="71" y="65"/>
                  <a:pt x="67" y="69"/>
                </a:cubicBezTo>
                <a:cubicBezTo>
                  <a:pt x="67" y="69"/>
                  <a:pt x="67" y="69"/>
                  <a:pt x="67" y="69"/>
                </a:cubicBezTo>
                <a:cubicBezTo>
                  <a:pt x="67" y="69"/>
                  <a:pt x="67" y="69"/>
                  <a:pt x="67" y="69"/>
                </a:cubicBezTo>
                <a:cubicBezTo>
                  <a:pt x="65" y="71"/>
                  <a:pt x="64" y="73"/>
                  <a:pt x="64" y="76"/>
                </a:cubicBezTo>
                <a:cubicBezTo>
                  <a:pt x="64" y="82"/>
                  <a:pt x="69" y="86"/>
                  <a:pt x="75" y="86"/>
                </a:cubicBezTo>
                <a:cubicBezTo>
                  <a:pt x="77" y="86"/>
                  <a:pt x="80" y="85"/>
                  <a:pt x="82" y="83"/>
                </a:cubicBezTo>
                <a:cubicBezTo>
                  <a:pt x="82" y="83"/>
                  <a:pt x="82" y="83"/>
                  <a:pt x="82" y="83"/>
                </a:cubicBezTo>
                <a:cubicBezTo>
                  <a:pt x="84" y="81"/>
                  <a:pt x="85" y="79"/>
                  <a:pt x="85" y="76"/>
                </a:cubicBezTo>
                <a:cubicBezTo>
                  <a:pt x="85" y="73"/>
                  <a:pt x="84" y="71"/>
                  <a:pt x="82" y="69"/>
                </a:cubicBezTo>
                <a:cubicBezTo>
                  <a:pt x="82" y="69"/>
                  <a:pt x="82" y="69"/>
                  <a:pt x="82" y="69"/>
                </a:cubicBezTo>
                <a:close/>
                <a:moveTo>
                  <a:pt x="33" y="101"/>
                </a:moveTo>
                <a:cubicBezTo>
                  <a:pt x="33" y="101"/>
                  <a:pt x="33" y="101"/>
                  <a:pt x="33" y="101"/>
                </a:cubicBezTo>
                <a:cubicBezTo>
                  <a:pt x="31" y="104"/>
                  <a:pt x="31" y="104"/>
                  <a:pt x="31" y="104"/>
                </a:cubicBezTo>
                <a:cubicBezTo>
                  <a:pt x="41" y="109"/>
                  <a:pt x="41" y="109"/>
                  <a:pt x="41" y="109"/>
                </a:cubicBezTo>
                <a:cubicBezTo>
                  <a:pt x="42" y="106"/>
                  <a:pt x="42" y="106"/>
                  <a:pt x="42" y="106"/>
                </a:cubicBezTo>
                <a:cubicBezTo>
                  <a:pt x="33" y="101"/>
                  <a:pt x="33" y="101"/>
                  <a:pt x="33" y="101"/>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0" name="Freeform 12"/>
          <p:cNvSpPr>
            <a:spLocks noEditPoints="1"/>
          </p:cNvSpPr>
          <p:nvPr/>
        </p:nvSpPr>
        <p:spPr bwMode="auto">
          <a:xfrm>
            <a:off x="134107" y="2472073"/>
            <a:ext cx="130548" cy="187604"/>
          </a:xfrm>
          <a:custGeom>
            <a:avLst/>
            <a:gdLst>
              <a:gd name="T0" fmla="*/ 3 w 121"/>
              <a:gd name="T1" fmla="*/ 119 h 174"/>
              <a:gd name="T2" fmla="*/ 23 w 121"/>
              <a:gd name="T3" fmla="*/ 115 h 174"/>
              <a:gd name="T4" fmla="*/ 38 w 121"/>
              <a:gd name="T5" fmla="*/ 74 h 174"/>
              <a:gd name="T6" fmla="*/ 38 w 121"/>
              <a:gd name="T7" fmla="*/ 74 h 174"/>
              <a:gd name="T8" fmla="*/ 38 w 121"/>
              <a:gd name="T9" fmla="*/ 29 h 174"/>
              <a:gd name="T10" fmla="*/ 54 w 121"/>
              <a:gd name="T11" fmla="*/ 21 h 174"/>
              <a:gd name="T12" fmla="*/ 60 w 121"/>
              <a:gd name="T13" fmla="*/ 0 h 174"/>
              <a:gd name="T14" fmla="*/ 67 w 121"/>
              <a:gd name="T15" fmla="*/ 21 h 174"/>
              <a:gd name="T16" fmla="*/ 92 w 121"/>
              <a:gd name="T17" fmla="*/ 51 h 174"/>
              <a:gd name="T18" fmla="*/ 82 w 121"/>
              <a:gd name="T19" fmla="*/ 74 h 174"/>
              <a:gd name="T20" fmla="*/ 98 w 121"/>
              <a:gd name="T21" fmla="*/ 115 h 174"/>
              <a:gd name="T22" fmla="*/ 117 w 121"/>
              <a:gd name="T23" fmla="*/ 119 h 174"/>
              <a:gd name="T24" fmla="*/ 102 w 121"/>
              <a:gd name="T25" fmla="*/ 124 h 174"/>
              <a:gd name="T26" fmla="*/ 116 w 121"/>
              <a:gd name="T27" fmla="*/ 159 h 174"/>
              <a:gd name="T28" fmla="*/ 120 w 121"/>
              <a:gd name="T29" fmla="*/ 168 h 174"/>
              <a:gd name="T30" fmla="*/ 113 w 121"/>
              <a:gd name="T31" fmla="*/ 171 h 174"/>
              <a:gd name="T32" fmla="*/ 108 w 121"/>
              <a:gd name="T33" fmla="*/ 162 h 174"/>
              <a:gd name="T34" fmla="*/ 87 w 121"/>
              <a:gd name="T35" fmla="*/ 124 h 174"/>
              <a:gd name="T36" fmla="*/ 67 w 121"/>
              <a:gd name="T37" fmla="*/ 129 h 174"/>
              <a:gd name="T38" fmla="*/ 54 w 121"/>
              <a:gd name="T39" fmla="*/ 129 h 174"/>
              <a:gd name="T40" fmla="*/ 34 w 121"/>
              <a:gd name="T41" fmla="*/ 124 h 174"/>
              <a:gd name="T42" fmla="*/ 13 w 121"/>
              <a:gd name="T43" fmla="*/ 162 h 174"/>
              <a:gd name="T44" fmla="*/ 8 w 121"/>
              <a:gd name="T45" fmla="*/ 171 h 174"/>
              <a:gd name="T46" fmla="*/ 1 w 121"/>
              <a:gd name="T47" fmla="*/ 168 h 174"/>
              <a:gd name="T48" fmla="*/ 5 w 121"/>
              <a:gd name="T49" fmla="*/ 159 h 174"/>
              <a:gd name="T50" fmla="*/ 19 w 121"/>
              <a:gd name="T51" fmla="*/ 124 h 174"/>
              <a:gd name="T52" fmla="*/ 54 w 121"/>
              <a:gd name="T53" fmla="*/ 115 h 174"/>
              <a:gd name="T54" fmla="*/ 54 w 121"/>
              <a:gd name="T55" fmla="*/ 110 h 174"/>
              <a:gd name="T56" fmla="*/ 67 w 121"/>
              <a:gd name="T57" fmla="*/ 110 h 174"/>
              <a:gd name="T58" fmla="*/ 83 w 121"/>
              <a:gd name="T59" fmla="*/ 115 h 174"/>
              <a:gd name="T60" fmla="*/ 54 w 121"/>
              <a:gd name="T61" fmla="*/ 82 h 174"/>
              <a:gd name="T62" fmla="*/ 54 w 121"/>
              <a:gd name="T63" fmla="*/ 115 h 174"/>
              <a:gd name="T64" fmla="*/ 73 w 121"/>
              <a:gd name="T65" fmla="*/ 39 h 174"/>
              <a:gd name="T66" fmla="*/ 48 w 121"/>
              <a:gd name="T67" fmla="*/ 39 h 174"/>
              <a:gd name="T68" fmla="*/ 48 w 121"/>
              <a:gd name="T69" fmla="*/ 64 h 174"/>
              <a:gd name="T70" fmla="*/ 68 w 121"/>
              <a:gd name="T71" fmla="*/ 68 h 174"/>
              <a:gd name="T72" fmla="*/ 73 w 121"/>
              <a:gd name="T73" fmla="*/ 64 h 174"/>
              <a:gd name="T74" fmla="*/ 73 w 121"/>
              <a:gd name="T75" fmla="*/ 39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1" h="174">
                <a:moveTo>
                  <a:pt x="8" y="124"/>
                </a:moveTo>
                <a:cubicBezTo>
                  <a:pt x="5" y="124"/>
                  <a:pt x="3" y="122"/>
                  <a:pt x="3" y="119"/>
                </a:cubicBezTo>
                <a:cubicBezTo>
                  <a:pt x="3" y="117"/>
                  <a:pt x="5" y="115"/>
                  <a:pt x="8" y="115"/>
                </a:cubicBezTo>
                <a:cubicBezTo>
                  <a:pt x="23" y="115"/>
                  <a:pt x="23" y="115"/>
                  <a:pt x="23" y="115"/>
                </a:cubicBezTo>
                <a:cubicBezTo>
                  <a:pt x="42" y="77"/>
                  <a:pt x="42" y="77"/>
                  <a:pt x="42" y="77"/>
                </a:cubicBezTo>
                <a:cubicBezTo>
                  <a:pt x="41" y="76"/>
                  <a:pt x="40" y="75"/>
                  <a:pt x="38" y="74"/>
                </a:cubicBezTo>
                <a:cubicBezTo>
                  <a:pt x="38" y="74"/>
                  <a:pt x="38" y="74"/>
                  <a:pt x="38" y="74"/>
                </a:cubicBezTo>
                <a:cubicBezTo>
                  <a:pt x="38" y="74"/>
                  <a:pt x="38" y="74"/>
                  <a:pt x="38" y="74"/>
                </a:cubicBezTo>
                <a:cubicBezTo>
                  <a:pt x="33" y="68"/>
                  <a:pt x="29" y="60"/>
                  <a:pt x="29" y="51"/>
                </a:cubicBezTo>
                <a:cubicBezTo>
                  <a:pt x="29" y="43"/>
                  <a:pt x="33" y="35"/>
                  <a:pt x="38" y="29"/>
                </a:cubicBezTo>
                <a:cubicBezTo>
                  <a:pt x="39" y="29"/>
                  <a:pt x="39" y="29"/>
                  <a:pt x="39" y="29"/>
                </a:cubicBezTo>
                <a:cubicBezTo>
                  <a:pt x="43" y="25"/>
                  <a:pt x="48" y="22"/>
                  <a:pt x="54" y="21"/>
                </a:cubicBezTo>
                <a:cubicBezTo>
                  <a:pt x="54" y="7"/>
                  <a:pt x="54" y="7"/>
                  <a:pt x="54" y="7"/>
                </a:cubicBezTo>
                <a:cubicBezTo>
                  <a:pt x="54" y="3"/>
                  <a:pt x="57" y="0"/>
                  <a:pt x="60" y="0"/>
                </a:cubicBezTo>
                <a:cubicBezTo>
                  <a:pt x="64" y="0"/>
                  <a:pt x="67" y="3"/>
                  <a:pt x="67" y="7"/>
                </a:cubicBezTo>
                <a:cubicBezTo>
                  <a:pt x="67" y="21"/>
                  <a:pt x="67" y="21"/>
                  <a:pt x="67" y="21"/>
                </a:cubicBezTo>
                <a:cubicBezTo>
                  <a:pt x="73" y="22"/>
                  <a:pt x="78" y="25"/>
                  <a:pt x="82" y="29"/>
                </a:cubicBezTo>
                <a:cubicBezTo>
                  <a:pt x="88" y="35"/>
                  <a:pt x="92" y="43"/>
                  <a:pt x="92" y="51"/>
                </a:cubicBezTo>
                <a:cubicBezTo>
                  <a:pt x="92" y="60"/>
                  <a:pt x="88" y="68"/>
                  <a:pt x="82" y="74"/>
                </a:cubicBezTo>
                <a:cubicBezTo>
                  <a:pt x="82" y="74"/>
                  <a:pt x="82" y="74"/>
                  <a:pt x="82" y="74"/>
                </a:cubicBezTo>
                <a:cubicBezTo>
                  <a:pt x="81" y="75"/>
                  <a:pt x="80" y="76"/>
                  <a:pt x="79" y="77"/>
                </a:cubicBezTo>
                <a:cubicBezTo>
                  <a:pt x="98" y="115"/>
                  <a:pt x="98" y="115"/>
                  <a:pt x="98" y="115"/>
                </a:cubicBezTo>
                <a:cubicBezTo>
                  <a:pt x="113" y="115"/>
                  <a:pt x="113" y="115"/>
                  <a:pt x="113" y="115"/>
                </a:cubicBezTo>
                <a:cubicBezTo>
                  <a:pt x="116" y="115"/>
                  <a:pt x="117" y="117"/>
                  <a:pt x="117" y="119"/>
                </a:cubicBezTo>
                <a:cubicBezTo>
                  <a:pt x="117" y="122"/>
                  <a:pt x="116" y="124"/>
                  <a:pt x="113" y="124"/>
                </a:cubicBezTo>
                <a:cubicBezTo>
                  <a:pt x="102" y="124"/>
                  <a:pt x="102" y="124"/>
                  <a:pt x="102" y="124"/>
                </a:cubicBezTo>
                <a:cubicBezTo>
                  <a:pt x="116" y="153"/>
                  <a:pt x="116" y="153"/>
                  <a:pt x="116" y="153"/>
                </a:cubicBezTo>
                <a:cubicBezTo>
                  <a:pt x="117" y="155"/>
                  <a:pt x="117" y="157"/>
                  <a:pt x="116" y="159"/>
                </a:cubicBezTo>
                <a:cubicBezTo>
                  <a:pt x="117" y="162"/>
                  <a:pt x="117" y="162"/>
                  <a:pt x="117" y="162"/>
                </a:cubicBezTo>
                <a:cubicBezTo>
                  <a:pt x="120" y="168"/>
                  <a:pt x="120" y="168"/>
                  <a:pt x="120" y="168"/>
                </a:cubicBezTo>
                <a:cubicBezTo>
                  <a:pt x="121" y="170"/>
                  <a:pt x="120" y="172"/>
                  <a:pt x="118" y="173"/>
                </a:cubicBezTo>
                <a:cubicBezTo>
                  <a:pt x="116" y="174"/>
                  <a:pt x="114" y="173"/>
                  <a:pt x="113" y="171"/>
                </a:cubicBezTo>
                <a:cubicBezTo>
                  <a:pt x="110" y="165"/>
                  <a:pt x="110" y="165"/>
                  <a:pt x="110" y="165"/>
                </a:cubicBezTo>
                <a:cubicBezTo>
                  <a:pt x="108" y="162"/>
                  <a:pt x="108" y="162"/>
                  <a:pt x="108" y="162"/>
                </a:cubicBezTo>
                <a:cubicBezTo>
                  <a:pt x="106" y="162"/>
                  <a:pt x="104" y="160"/>
                  <a:pt x="103" y="158"/>
                </a:cubicBezTo>
                <a:cubicBezTo>
                  <a:pt x="87" y="124"/>
                  <a:pt x="87" y="124"/>
                  <a:pt x="87" y="124"/>
                </a:cubicBezTo>
                <a:cubicBezTo>
                  <a:pt x="67" y="124"/>
                  <a:pt x="67" y="124"/>
                  <a:pt x="67" y="124"/>
                </a:cubicBezTo>
                <a:cubicBezTo>
                  <a:pt x="67" y="129"/>
                  <a:pt x="67" y="129"/>
                  <a:pt x="67" y="129"/>
                </a:cubicBezTo>
                <a:cubicBezTo>
                  <a:pt x="67" y="132"/>
                  <a:pt x="64" y="136"/>
                  <a:pt x="60" y="136"/>
                </a:cubicBezTo>
                <a:cubicBezTo>
                  <a:pt x="57" y="136"/>
                  <a:pt x="54" y="132"/>
                  <a:pt x="54" y="129"/>
                </a:cubicBezTo>
                <a:cubicBezTo>
                  <a:pt x="54" y="124"/>
                  <a:pt x="54" y="124"/>
                  <a:pt x="54" y="124"/>
                </a:cubicBezTo>
                <a:cubicBezTo>
                  <a:pt x="34" y="124"/>
                  <a:pt x="34" y="124"/>
                  <a:pt x="34" y="124"/>
                </a:cubicBezTo>
                <a:cubicBezTo>
                  <a:pt x="17" y="158"/>
                  <a:pt x="17" y="158"/>
                  <a:pt x="17" y="158"/>
                </a:cubicBezTo>
                <a:cubicBezTo>
                  <a:pt x="16" y="160"/>
                  <a:pt x="15" y="162"/>
                  <a:pt x="13" y="162"/>
                </a:cubicBezTo>
                <a:cubicBezTo>
                  <a:pt x="11" y="165"/>
                  <a:pt x="11" y="165"/>
                  <a:pt x="11" y="165"/>
                </a:cubicBezTo>
                <a:cubicBezTo>
                  <a:pt x="8" y="171"/>
                  <a:pt x="8" y="171"/>
                  <a:pt x="8" y="171"/>
                </a:cubicBezTo>
                <a:cubicBezTo>
                  <a:pt x="7" y="173"/>
                  <a:pt x="5" y="174"/>
                  <a:pt x="3" y="173"/>
                </a:cubicBezTo>
                <a:cubicBezTo>
                  <a:pt x="1" y="172"/>
                  <a:pt x="0" y="170"/>
                  <a:pt x="1" y="168"/>
                </a:cubicBezTo>
                <a:cubicBezTo>
                  <a:pt x="4" y="162"/>
                  <a:pt x="4" y="162"/>
                  <a:pt x="4" y="162"/>
                </a:cubicBezTo>
                <a:cubicBezTo>
                  <a:pt x="5" y="159"/>
                  <a:pt x="5" y="159"/>
                  <a:pt x="5" y="159"/>
                </a:cubicBezTo>
                <a:cubicBezTo>
                  <a:pt x="4" y="157"/>
                  <a:pt x="4" y="155"/>
                  <a:pt x="5" y="153"/>
                </a:cubicBezTo>
                <a:cubicBezTo>
                  <a:pt x="19" y="124"/>
                  <a:pt x="19" y="124"/>
                  <a:pt x="19" y="124"/>
                </a:cubicBezTo>
                <a:cubicBezTo>
                  <a:pt x="8" y="124"/>
                  <a:pt x="8" y="124"/>
                  <a:pt x="8" y="124"/>
                </a:cubicBezTo>
                <a:close/>
                <a:moveTo>
                  <a:pt x="54" y="115"/>
                </a:moveTo>
                <a:cubicBezTo>
                  <a:pt x="54" y="115"/>
                  <a:pt x="54" y="115"/>
                  <a:pt x="54" y="115"/>
                </a:cubicBezTo>
                <a:cubicBezTo>
                  <a:pt x="54" y="110"/>
                  <a:pt x="54" y="110"/>
                  <a:pt x="54" y="110"/>
                </a:cubicBezTo>
                <a:cubicBezTo>
                  <a:pt x="54" y="107"/>
                  <a:pt x="57" y="103"/>
                  <a:pt x="60" y="103"/>
                </a:cubicBezTo>
                <a:cubicBezTo>
                  <a:pt x="64" y="103"/>
                  <a:pt x="67" y="107"/>
                  <a:pt x="67" y="110"/>
                </a:cubicBezTo>
                <a:cubicBezTo>
                  <a:pt x="67" y="115"/>
                  <a:pt x="67" y="115"/>
                  <a:pt x="67" y="115"/>
                </a:cubicBezTo>
                <a:cubicBezTo>
                  <a:pt x="83" y="115"/>
                  <a:pt x="83" y="115"/>
                  <a:pt x="83" y="115"/>
                </a:cubicBezTo>
                <a:cubicBezTo>
                  <a:pt x="67" y="82"/>
                  <a:pt x="67" y="82"/>
                  <a:pt x="67" y="82"/>
                </a:cubicBezTo>
                <a:cubicBezTo>
                  <a:pt x="63" y="83"/>
                  <a:pt x="58" y="83"/>
                  <a:pt x="54" y="82"/>
                </a:cubicBezTo>
                <a:cubicBezTo>
                  <a:pt x="38" y="115"/>
                  <a:pt x="38" y="115"/>
                  <a:pt x="38" y="115"/>
                </a:cubicBezTo>
                <a:cubicBezTo>
                  <a:pt x="54" y="115"/>
                  <a:pt x="54" y="115"/>
                  <a:pt x="54" y="115"/>
                </a:cubicBezTo>
                <a:close/>
                <a:moveTo>
                  <a:pt x="73" y="39"/>
                </a:moveTo>
                <a:cubicBezTo>
                  <a:pt x="73" y="39"/>
                  <a:pt x="73" y="39"/>
                  <a:pt x="73" y="39"/>
                </a:cubicBezTo>
                <a:cubicBezTo>
                  <a:pt x="66" y="32"/>
                  <a:pt x="55" y="32"/>
                  <a:pt x="48" y="39"/>
                </a:cubicBezTo>
                <a:cubicBezTo>
                  <a:pt x="48" y="39"/>
                  <a:pt x="48" y="39"/>
                  <a:pt x="48" y="39"/>
                </a:cubicBezTo>
                <a:cubicBezTo>
                  <a:pt x="45" y="42"/>
                  <a:pt x="43" y="47"/>
                  <a:pt x="43" y="51"/>
                </a:cubicBezTo>
                <a:cubicBezTo>
                  <a:pt x="43" y="56"/>
                  <a:pt x="45" y="61"/>
                  <a:pt x="48" y="64"/>
                </a:cubicBezTo>
                <a:cubicBezTo>
                  <a:pt x="53" y="69"/>
                  <a:pt x="61" y="71"/>
                  <a:pt x="67" y="68"/>
                </a:cubicBezTo>
                <a:cubicBezTo>
                  <a:pt x="68" y="68"/>
                  <a:pt x="68" y="68"/>
                  <a:pt x="68" y="68"/>
                </a:cubicBezTo>
                <a:cubicBezTo>
                  <a:pt x="69" y="67"/>
                  <a:pt x="71" y="66"/>
                  <a:pt x="73" y="64"/>
                </a:cubicBezTo>
                <a:cubicBezTo>
                  <a:pt x="73" y="64"/>
                  <a:pt x="73" y="64"/>
                  <a:pt x="73" y="64"/>
                </a:cubicBezTo>
                <a:cubicBezTo>
                  <a:pt x="76" y="61"/>
                  <a:pt x="78" y="56"/>
                  <a:pt x="78" y="51"/>
                </a:cubicBezTo>
                <a:cubicBezTo>
                  <a:pt x="78" y="47"/>
                  <a:pt x="76" y="42"/>
                  <a:pt x="73" y="39"/>
                </a:cubicBezTo>
                <a:cubicBezTo>
                  <a:pt x="73" y="39"/>
                  <a:pt x="73" y="39"/>
                  <a:pt x="73" y="39"/>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1" name="Freeform 13"/>
          <p:cNvSpPr>
            <a:spLocks noEditPoints="1"/>
          </p:cNvSpPr>
          <p:nvPr/>
        </p:nvSpPr>
        <p:spPr bwMode="auto">
          <a:xfrm>
            <a:off x="93026" y="1695727"/>
            <a:ext cx="212710" cy="176648"/>
          </a:xfrm>
          <a:custGeom>
            <a:avLst/>
            <a:gdLst>
              <a:gd name="T0" fmla="*/ 111 w 197"/>
              <a:gd name="T1" fmla="*/ 11 h 164"/>
              <a:gd name="T2" fmla="*/ 0 w 197"/>
              <a:gd name="T3" fmla="*/ 15 h 164"/>
              <a:gd name="T4" fmla="*/ 105 w 197"/>
              <a:gd name="T5" fmla="*/ 164 h 164"/>
              <a:gd name="T6" fmla="*/ 136 w 197"/>
              <a:gd name="T7" fmla="*/ 159 h 164"/>
              <a:gd name="T8" fmla="*/ 196 w 197"/>
              <a:gd name="T9" fmla="*/ 142 h 164"/>
              <a:gd name="T10" fmla="*/ 52 w 197"/>
              <a:gd name="T11" fmla="*/ 150 h 164"/>
              <a:gd name="T12" fmla="*/ 52 w 197"/>
              <a:gd name="T13" fmla="*/ 22 h 164"/>
              <a:gd name="T14" fmla="*/ 99 w 197"/>
              <a:gd name="T15" fmla="*/ 150 h 164"/>
              <a:gd name="T16" fmla="*/ 99 w 197"/>
              <a:gd name="T17" fmla="*/ 22 h 164"/>
              <a:gd name="T18" fmla="*/ 147 w 197"/>
              <a:gd name="T19" fmla="*/ 149 h 164"/>
              <a:gd name="T20" fmla="*/ 181 w 197"/>
              <a:gd name="T21" fmla="*/ 139 h 164"/>
              <a:gd name="T22" fmla="*/ 23 w 197"/>
              <a:gd name="T23" fmla="*/ 133 h 164"/>
              <a:gd name="T24" fmla="*/ 42 w 197"/>
              <a:gd name="T25" fmla="*/ 134 h 164"/>
              <a:gd name="T26" fmla="*/ 43 w 197"/>
              <a:gd name="T27" fmla="*/ 114 h 164"/>
              <a:gd name="T28" fmla="*/ 23 w 197"/>
              <a:gd name="T29" fmla="*/ 114 h 164"/>
              <a:gd name="T30" fmla="*/ 29 w 197"/>
              <a:gd name="T31" fmla="*/ 120 h 164"/>
              <a:gd name="T32" fmla="*/ 37 w 197"/>
              <a:gd name="T33" fmla="*/ 120 h 164"/>
              <a:gd name="T34" fmla="*/ 37 w 197"/>
              <a:gd name="T35" fmla="*/ 128 h 164"/>
              <a:gd name="T36" fmla="*/ 29 w 197"/>
              <a:gd name="T37" fmla="*/ 127 h 164"/>
              <a:gd name="T38" fmla="*/ 32 w 197"/>
              <a:gd name="T39" fmla="*/ 91 h 164"/>
              <a:gd name="T40" fmla="*/ 36 w 197"/>
              <a:gd name="T41" fmla="*/ 38 h 164"/>
              <a:gd name="T42" fmla="*/ 28 w 197"/>
              <a:gd name="T43" fmla="*/ 87 h 164"/>
              <a:gd name="T44" fmla="*/ 134 w 197"/>
              <a:gd name="T45" fmla="*/ 31 h 164"/>
              <a:gd name="T46" fmla="*/ 149 w 197"/>
              <a:gd name="T47" fmla="*/ 86 h 164"/>
              <a:gd name="T48" fmla="*/ 134 w 197"/>
              <a:gd name="T49" fmla="*/ 31 h 164"/>
              <a:gd name="T50" fmla="*/ 69 w 197"/>
              <a:gd name="T51" fmla="*/ 133 h 164"/>
              <a:gd name="T52" fmla="*/ 88 w 197"/>
              <a:gd name="T53" fmla="*/ 133 h 164"/>
              <a:gd name="T54" fmla="*/ 79 w 197"/>
              <a:gd name="T55" fmla="*/ 110 h 164"/>
              <a:gd name="T56" fmla="*/ 65 w 197"/>
              <a:gd name="T57" fmla="*/ 124 h 164"/>
              <a:gd name="T58" fmla="*/ 75 w 197"/>
              <a:gd name="T59" fmla="*/ 120 h 164"/>
              <a:gd name="T60" fmla="*/ 82 w 197"/>
              <a:gd name="T61" fmla="*/ 120 h 164"/>
              <a:gd name="T62" fmla="*/ 82 w 197"/>
              <a:gd name="T63" fmla="*/ 128 h 164"/>
              <a:gd name="T64" fmla="*/ 74 w 197"/>
              <a:gd name="T65" fmla="*/ 127 h 164"/>
              <a:gd name="T66" fmla="*/ 81 w 197"/>
              <a:gd name="T67" fmla="*/ 91 h 164"/>
              <a:gd name="T68" fmla="*/ 85 w 197"/>
              <a:gd name="T69" fmla="*/ 38 h 164"/>
              <a:gd name="T70" fmla="*/ 77 w 197"/>
              <a:gd name="T71" fmla="*/ 87 h 164"/>
              <a:gd name="T72" fmla="*/ 148 w 197"/>
              <a:gd name="T73" fmla="*/ 109 h 164"/>
              <a:gd name="T74" fmla="*/ 148 w 197"/>
              <a:gd name="T75" fmla="*/ 128 h 164"/>
              <a:gd name="T76" fmla="*/ 167 w 197"/>
              <a:gd name="T77" fmla="*/ 128 h 164"/>
              <a:gd name="T78" fmla="*/ 168 w 197"/>
              <a:gd name="T79" fmla="*/ 109 h 164"/>
              <a:gd name="T80" fmla="*/ 158 w 197"/>
              <a:gd name="T81" fmla="*/ 105 h 164"/>
              <a:gd name="T82" fmla="*/ 154 w 197"/>
              <a:gd name="T83" fmla="*/ 114 h 164"/>
              <a:gd name="T84" fmla="*/ 163 w 197"/>
              <a:gd name="T85" fmla="*/ 118 h 164"/>
              <a:gd name="T86" fmla="*/ 154 w 197"/>
              <a:gd name="T87" fmla="*/ 122 h 164"/>
              <a:gd name="T88" fmla="*/ 154 w 197"/>
              <a:gd name="T89" fmla="*/ 114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97" h="164">
                <a:moveTo>
                  <a:pt x="159" y="6"/>
                </a:moveTo>
                <a:cubicBezTo>
                  <a:pt x="158" y="2"/>
                  <a:pt x="155" y="0"/>
                  <a:pt x="151" y="1"/>
                </a:cubicBezTo>
                <a:cubicBezTo>
                  <a:pt x="111" y="11"/>
                  <a:pt x="111" y="11"/>
                  <a:pt x="111" y="11"/>
                </a:cubicBezTo>
                <a:cubicBezTo>
                  <a:pt x="110" y="10"/>
                  <a:pt x="108" y="8"/>
                  <a:pt x="105" y="8"/>
                </a:cubicBezTo>
                <a:cubicBezTo>
                  <a:pt x="7" y="8"/>
                  <a:pt x="7" y="8"/>
                  <a:pt x="7" y="8"/>
                </a:cubicBezTo>
                <a:cubicBezTo>
                  <a:pt x="3" y="8"/>
                  <a:pt x="0" y="11"/>
                  <a:pt x="0" y="15"/>
                </a:cubicBezTo>
                <a:cubicBezTo>
                  <a:pt x="0" y="157"/>
                  <a:pt x="0" y="157"/>
                  <a:pt x="0" y="157"/>
                </a:cubicBezTo>
                <a:cubicBezTo>
                  <a:pt x="0" y="161"/>
                  <a:pt x="3" y="164"/>
                  <a:pt x="7" y="164"/>
                </a:cubicBezTo>
                <a:cubicBezTo>
                  <a:pt x="105" y="164"/>
                  <a:pt x="105" y="164"/>
                  <a:pt x="105" y="164"/>
                </a:cubicBezTo>
                <a:cubicBezTo>
                  <a:pt x="109" y="164"/>
                  <a:pt x="112" y="161"/>
                  <a:pt x="112" y="157"/>
                </a:cubicBezTo>
                <a:cubicBezTo>
                  <a:pt x="112" y="71"/>
                  <a:pt x="112" y="71"/>
                  <a:pt x="112" y="71"/>
                </a:cubicBezTo>
                <a:cubicBezTo>
                  <a:pt x="136" y="159"/>
                  <a:pt x="136" y="159"/>
                  <a:pt x="136" y="159"/>
                </a:cubicBezTo>
                <a:cubicBezTo>
                  <a:pt x="136" y="162"/>
                  <a:pt x="140" y="164"/>
                  <a:pt x="144" y="163"/>
                </a:cubicBezTo>
                <a:cubicBezTo>
                  <a:pt x="191" y="151"/>
                  <a:pt x="191" y="151"/>
                  <a:pt x="191" y="151"/>
                </a:cubicBezTo>
                <a:cubicBezTo>
                  <a:pt x="195" y="150"/>
                  <a:pt x="197" y="146"/>
                  <a:pt x="196" y="142"/>
                </a:cubicBezTo>
                <a:cubicBezTo>
                  <a:pt x="159" y="6"/>
                  <a:pt x="159" y="6"/>
                  <a:pt x="159" y="6"/>
                </a:cubicBezTo>
                <a:close/>
                <a:moveTo>
                  <a:pt x="52" y="150"/>
                </a:moveTo>
                <a:cubicBezTo>
                  <a:pt x="52" y="150"/>
                  <a:pt x="52" y="150"/>
                  <a:pt x="52" y="150"/>
                </a:cubicBezTo>
                <a:cubicBezTo>
                  <a:pt x="14" y="150"/>
                  <a:pt x="14" y="150"/>
                  <a:pt x="14" y="150"/>
                </a:cubicBezTo>
                <a:cubicBezTo>
                  <a:pt x="14" y="22"/>
                  <a:pt x="14" y="22"/>
                  <a:pt x="14" y="22"/>
                </a:cubicBezTo>
                <a:cubicBezTo>
                  <a:pt x="52" y="22"/>
                  <a:pt x="52" y="22"/>
                  <a:pt x="52" y="22"/>
                </a:cubicBezTo>
                <a:cubicBezTo>
                  <a:pt x="52" y="150"/>
                  <a:pt x="52" y="150"/>
                  <a:pt x="52" y="150"/>
                </a:cubicBezTo>
                <a:close/>
                <a:moveTo>
                  <a:pt x="99" y="150"/>
                </a:moveTo>
                <a:cubicBezTo>
                  <a:pt x="99" y="150"/>
                  <a:pt x="99" y="150"/>
                  <a:pt x="99" y="150"/>
                </a:cubicBezTo>
                <a:cubicBezTo>
                  <a:pt x="60" y="150"/>
                  <a:pt x="60" y="150"/>
                  <a:pt x="60" y="150"/>
                </a:cubicBezTo>
                <a:cubicBezTo>
                  <a:pt x="60" y="22"/>
                  <a:pt x="60" y="22"/>
                  <a:pt x="60" y="22"/>
                </a:cubicBezTo>
                <a:cubicBezTo>
                  <a:pt x="99" y="22"/>
                  <a:pt x="99" y="22"/>
                  <a:pt x="99" y="22"/>
                </a:cubicBezTo>
                <a:cubicBezTo>
                  <a:pt x="99" y="150"/>
                  <a:pt x="99" y="150"/>
                  <a:pt x="99" y="150"/>
                </a:cubicBezTo>
                <a:close/>
                <a:moveTo>
                  <a:pt x="147" y="149"/>
                </a:moveTo>
                <a:cubicBezTo>
                  <a:pt x="147" y="149"/>
                  <a:pt x="147" y="149"/>
                  <a:pt x="147" y="149"/>
                </a:cubicBezTo>
                <a:cubicBezTo>
                  <a:pt x="114" y="25"/>
                  <a:pt x="114" y="25"/>
                  <a:pt x="114" y="25"/>
                </a:cubicBezTo>
                <a:cubicBezTo>
                  <a:pt x="148" y="16"/>
                  <a:pt x="148" y="16"/>
                  <a:pt x="148" y="16"/>
                </a:cubicBezTo>
                <a:cubicBezTo>
                  <a:pt x="181" y="139"/>
                  <a:pt x="181" y="139"/>
                  <a:pt x="181" y="139"/>
                </a:cubicBezTo>
                <a:cubicBezTo>
                  <a:pt x="147" y="149"/>
                  <a:pt x="147" y="149"/>
                  <a:pt x="147" y="149"/>
                </a:cubicBezTo>
                <a:close/>
                <a:moveTo>
                  <a:pt x="23" y="133"/>
                </a:moveTo>
                <a:cubicBezTo>
                  <a:pt x="23" y="133"/>
                  <a:pt x="23" y="133"/>
                  <a:pt x="23" y="133"/>
                </a:cubicBezTo>
                <a:cubicBezTo>
                  <a:pt x="23" y="133"/>
                  <a:pt x="23" y="133"/>
                  <a:pt x="23" y="133"/>
                </a:cubicBezTo>
                <a:cubicBezTo>
                  <a:pt x="26" y="136"/>
                  <a:pt x="29" y="137"/>
                  <a:pt x="33" y="137"/>
                </a:cubicBezTo>
                <a:cubicBezTo>
                  <a:pt x="37" y="137"/>
                  <a:pt x="40" y="136"/>
                  <a:pt x="42" y="134"/>
                </a:cubicBezTo>
                <a:cubicBezTo>
                  <a:pt x="43" y="133"/>
                  <a:pt x="43" y="133"/>
                  <a:pt x="43" y="133"/>
                </a:cubicBezTo>
                <a:cubicBezTo>
                  <a:pt x="45" y="131"/>
                  <a:pt x="47" y="127"/>
                  <a:pt x="47" y="124"/>
                </a:cubicBezTo>
                <a:cubicBezTo>
                  <a:pt x="47" y="120"/>
                  <a:pt x="45" y="116"/>
                  <a:pt x="43" y="114"/>
                </a:cubicBezTo>
                <a:cubicBezTo>
                  <a:pt x="42" y="114"/>
                  <a:pt x="42" y="114"/>
                  <a:pt x="42" y="114"/>
                </a:cubicBezTo>
                <a:cubicBezTo>
                  <a:pt x="40" y="112"/>
                  <a:pt x="37" y="110"/>
                  <a:pt x="33" y="110"/>
                </a:cubicBezTo>
                <a:cubicBezTo>
                  <a:pt x="29" y="110"/>
                  <a:pt x="26" y="112"/>
                  <a:pt x="23" y="114"/>
                </a:cubicBezTo>
                <a:cubicBezTo>
                  <a:pt x="21" y="116"/>
                  <a:pt x="19" y="120"/>
                  <a:pt x="19" y="124"/>
                </a:cubicBezTo>
                <a:cubicBezTo>
                  <a:pt x="19" y="127"/>
                  <a:pt x="21" y="131"/>
                  <a:pt x="23" y="133"/>
                </a:cubicBezTo>
                <a:close/>
                <a:moveTo>
                  <a:pt x="29" y="120"/>
                </a:moveTo>
                <a:cubicBezTo>
                  <a:pt x="29" y="120"/>
                  <a:pt x="29" y="120"/>
                  <a:pt x="29" y="120"/>
                </a:cubicBezTo>
                <a:cubicBezTo>
                  <a:pt x="30" y="119"/>
                  <a:pt x="31" y="118"/>
                  <a:pt x="33" y="118"/>
                </a:cubicBezTo>
                <a:cubicBezTo>
                  <a:pt x="34" y="118"/>
                  <a:pt x="36" y="119"/>
                  <a:pt x="37" y="120"/>
                </a:cubicBezTo>
                <a:cubicBezTo>
                  <a:pt x="37" y="120"/>
                  <a:pt x="37" y="120"/>
                  <a:pt x="37" y="120"/>
                </a:cubicBezTo>
                <a:cubicBezTo>
                  <a:pt x="38" y="121"/>
                  <a:pt x="38" y="122"/>
                  <a:pt x="38" y="124"/>
                </a:cubicBezTo>
                <a:cubicBezTo>
                  <a:pt x="38" y="125"/>
                  <a:pt x="38" y="127"/>
                  <a:pt x="37" y="128"/>
                </a:cubicBezTo>
                <a:cubicBezTo>
                  <a:pt x="36" y="129"/>
                  <a:pt x="34" y="129"/>
                  <a:pt x="33" y="129"/>
                </a:cubicBezTo>
                <a:cubicBezTo>
                  <a:pt x="31" y="129"/>
                  <a:pt x="30" y="129"/>
                  <a:pt x="29" y="128"/>
                </a:cubicBezTo>
                <a:cubicBezTo>
                  <a:pt x="29" y="127"/>
                  <a:pt x="29" y="127"/>
                  <a:pt x="29" y="127"/>
                </a:cubicBezTo>
                <a:cubicBezTo>
                  <a:pt x="28" y="126"/>
                  <a:pt x="27" y="125"/>
                  <a:pt x="27" y="124"/>
                </a:cubicBezTo>
                <a:cubicBezTo>
                  <a:pt x="27" y="122"/>
                  <a:pt x="28" y="121"/>
                  <a:pt x="29" y="120"/>
                </a:cubicBezTo>
                <a:close/>
                <a:moveTo>
                  <a:pt x="32" y="91"/>
                </a:moveTo>
                <a:cubicBezTo>
                  <a:pt x="32" y="91"/>
                  <a:pt x="32" y="91"/>
                  <a:pt x="32" y="91"/>
                </a:cubicBezTo>
                <a:cubicBezTo>
                  <a:pt x="34" y="91"/>
                  <a:pt x="36" y="89"/>
                  <a:pt x="36" y="87"/>
                </a:cubicBezTo>
                <a:cubicBezTo>
                  <a:pt x="36" y="38"/>
                  <a:pt x="36" y="38"/>
                  <a:pt x="36" y="38"/>
                </a:cubicBezTo>
                <a:cubicBezTo>
                  <a:pt x="36" y="35"/>
                  <a:pt x="34" y="34"/>
                  <a:pt x="32" y="34"/>
                </a:cubicBezTo>
                <a:cubicBezTo>
                  <a:pt x="29" y="34"/>
                  <a:pt x="28" y="35"/>
                  <a:pt x="28" y="38"/>
                </a:cubicBezTo>
                <a:cubicBezTo>
                  <a:pt x="28" y="87"/>
                  <a:pt x="28" y="87"/>
                  <a:pt x="28" y="87"/>
                </a:cubicBezTo>
                <a:cubicBezTo>
                  <a:pt x="28" y="89"/>
                  <a:pt x="29" y="91"/>
                  <a:pt x="32" y="91"/>
                </a:cubicBezTo>
                <a:close/>
                <a:moveTo>
                  <a:pt x="134" y="31"/>
                </a:moveTo>
                <a:cubicBezTo>
                  <a:pt x="134" y="31"/>
                  <a:pt x="134" y="31"/>
                  <a:pt x="134" y="31"/>
                </a:cubicBezTo>
                <a:cubicBezTo>
                  <a:pt x="132" y="32"/>
                  <a:pt x="131" y="34"/>
                  <a:pt x="131" y="36"/>
                </a:cubicBezTo>
                <a:cubicBezTo>
                  <a:pt x="144" y="84"/>
                  <a:pt x="144" y="84"/>
                  <a:pt x="144" y="84"/>
                </a:cubicBezTo>
                <a:cubicBezTo>
                  <a:pt x="144" y="86"/>
                  <a:pt x="146" y="87"/>
                  <a:pt x="149" y="86"/>
                </a:cubicBezTo>
                <a:cubicBezTo>
                  <a:pt x="151" y="86"/>
                  <a:pt x="152" y="84"/>
                  <a:pt x="152" y="82"/>
                </a:cubicBezTo>
                <a:cubicBezTo>
                  <a:pt x="139" y="34"/>
                  <a:pt x="139" y="34"/>
                  <a:pt x="139" y="34"/>
                </a:cubicBezTo>
                <a:cubicBezTo>
                  <a:pt x="138" y="32"/>
                  <a:pt x="136" y="31"/>
                  <a:pt x="134" y="31"/>
                </a:cubicBezTo>
                <a:close/>
                <a:moveTo>
                  <a:pt x="69" y="133"/>
                </a:moveTo>
                <a:cubicBezTo>
                  <a:pt x="69" y="133"/>
                  <a:pt x="69" y="133"/>
                  <a:pt x="69" y="133"/>
                </a:cubicBezTo>
                <a:cubicBezTo>
                  <a:pt x="69" y="133"/>
                  <a:pt x="69" y="133"/>
                  <a:pt x="69" y="133"/>
                </a:cubicBezTo>
                <a:cubicBezTo>
                  <a:pt x="71" y="136"/>
                  <a:pt x="75" y="137"/>
                  <a:pt x="79" y="137"/>
                </a:cubicBezTo>
                <a:cubicBezTo>
                  <a:pt x="82" y="137"/>
                  <a:pt x="86" y="136"/>
                  <a:pt x="88" y="134"/>
                </a:cubicBezTo>
                <a:cubicBezTo>
                  <a:pt x="88" y="133"/>
                  <a:pt x="88" y="133"/>
                  <a:pt x="88" y="133"/>
                </a:cubicBezTo>
                <a:cubicBezTo>
                  <a:pt x="91" y="131"/>
                  <a:pt x="92" y="127"/>
                  <a:pt x="92" y="124"/>
                </a:cubicBezTo>
                <a:cubicBezTo>
                  <a:pt x="92" y="120"/>
                  <a:pt x="91" y="116"/>
                  <a:pt x="88" y="114"/>
                </a:cubicBezTo>
                <a:cubicBezTo>
                  <a:pt x="86" y="112"/>
                  <a:pt x="82" y="110"/>
                  <a:pt x="79" y="110"/>
                </a:cubicBezTo>
                <a:cubicBezTo>
                  <a:pt x="75" y="110"/>
                  <a:pt x="71" y="112"/>
                  <a:pt x="69" y="114"/>
                </a:cubicBezTo>
                <a:cubicBezTo>
                  <a:pt x="69" y="114"/>
                  <a:pt x="69" y="114"/>
                  <a:pt x="69" y="114"/>
                </a:cubicBezTo>
                <a:cubicBezTo>
                  <a:pt x="66" y="116"/>
                  <a:pt x="65" y="120"/>
                  <a:pt x="65" y="124"/>
                </a:cubicBezTo>
                <a:cubicBezTo>
                  <a:pt x="65" y="127"/>
                  <a:pt x="66" y="131"/>
                  <a:pt x="69" y="133"/>
                </a:cubicBezTo>
                <a:close/>
                <a:moveTo>
                  <a:pt x="75" y="120"/>
                </a:moveTo>
                <a:cubicBezTo>
                  <a:pt x="75" y="120"/>
                  <a:pt x="75" y="120"/>
                  <a:pt x="75" y="120"/>
                </a:cubicBezTo>
                <a:cubicBezTo>
                  <a:pt x="76" y="119"/>
                  <a:pt x="77" y="118"/>
                  <a:pt x="79" y="118"/>
                </a:cubicBezTo>
                <a:cubicBezTo>
                  <a:pt x="80" y="118"/>
                  <a:pt x="81" y="119"/>
                  <a:pt x="82" y="120"/>
                </a:cubicBezTo>
                <a:cubicBezTo>
                  <a:pt x="82" y="120"/>
                  <a:pt x="82" y="120"/>
                  <a:pt x="82" y="120"/>
                </a:cubicBezTo>
                <a:cubicBezTo>
                  <a:pt x="84" y="121"/>
                  <a:pt x="84" y="122"/>
                  <a:pt x="84" y="124"/>
                </a:cubicBezTo>
                <a:cubicBezTo>
                  <a:pt x="84" y="125"/>
                  <a:pt x="84" y="127"/>
                  <a:pt x="83" y="128"/>
                </a:cubicBezTo>
                <a:cubicBezTo>
                  <a:pt x="82" y="128"/>
                  <a:pt x="82" y="128"/>
                  <a:pt x="82" y="128"/>
                </a:cubicBezTo>
                <a:cubicBezTo>
                  <a:pt x="81" y="129"/>
                  <a:pt x="80" y="129"/>
                  <a:pt x="79" y="129"/>
                </a:cubicBezTo>
                <a:cubicBezTo>
                  <a:pt x="77" y="129"/>
                  <a:pt x="76" y="129"/>
                  <a:pt x="75" y="128"/>
                </a:cubicBezTo>
                <a:cubicBezTo>
                  <a:pt x="74" y="127"/>
                  <a:pt x="74" y="127"/>
                  <a:pt x="74" y="127"/>
                </a:cubicBezTo>
                <a:cubicBezTo>
                  <a:pt x="74" y="126"/>
                  <a:pt x="73" y="125"/>
                  <a:pt x="73" y="124"/>
                </a:cubicBezTo>
                <a:cubicBezTo>
                  <a:pt x="73" y="122"/>
                  <a:pt x="74" y="121"/>
                  <a:pt x="75" y="120"/>
                </a:cubicBezTo>
                <a:close/>
                <a:moveTo>
                  <a:pt x="81" y="91"/>
                </a:moveTo>
                <a:cubicBezTo>
                  <a:pt x="81" y="91"/>
                  <a:pt x="81" y="91"/>
                  <a:pt x="81" y="91"/>
                </a:cubicBezTo>
                <a:cubicBezTo>
                  <a:pt x="83" y="91"/>
                  <a:pt x="85" y="89"/>
                  <a:pt x="85" y="87"/>
                </a:cubicBezTo>
                <a:cubicBezTo>
                  <a:pt x="85" y="38"/>
                  <a:pt x="85" y="38"/>
                  <a:pt x="85" y="38"/>
                </a:cubicBezTo>
                <a:cubicBezTo>
                  <a:pt x="85" y="35"/>
                  <a:pt x="83" y="34"/>
                  <a:pt x="81" y="34"/>
                </a:cubicBezTo>
                <a:cubicBezTo>
                  <a:pt x="79" y="34"/>
                  <a:pt x="77" y="35"/>
                  <a:pt x="77" y="38"/>
                </a:cubicBezTo>
                <a:cubicBezTo>
                  <a:pt x="77" y="87"/>
                  <a:pt x="77" y="87"/>
                  <a:pt x="77" y="87"/>
                </a:cubicBezTo>
                <a:cubicBezTo>
                  <a:pt x="77" y="89"/>
                  <a:pt x="79" y="91"/>
                  <a:pt x="81" y="91"/>
                </a:cubicBezTo>
                <a:close/>
                <a:moveTo>
                  <a:pt x="148" y="109"/>
                </a:moveTo>
                <a:cubicBezTo>
                  <a:pt x="148" y="109"/>
                  <a:pt x="148" y="109"/>
                  <a:pt x="148" y="109"/>
                </a:cubicBezTo>
                <a:cubicBezTo>
                  <a:pt x="146" y="111"/>
                  <a:pt x="144" y="114"/>
                  <a:pt x="144" y="118"/>
                </a:cubicBezTo>
                <a:cubicBezTo>
                  <a:pt x="144" y="122"/>
                  <a:pt x="146" y="125"/>
                  <a:pt x="148" y="128"/>
                </a:cubicBezTo>
                <a:cubicBezTo>
                  <a:pt x="148" y="128"/>
                  <a:pt x="148" y="128"/>
                  <a:pt x="148" y="128"/>
                </a:cubicBezTo>
                <a:cubicBezTo>
                  <a:pt x="151" y="130"/>
                  <a:pt x="154" y="132"/>
                  <a:pt x="158" y="132"/>
                </a:cubicBezTo>
                <a:cubicBezTo>
                  <a:pt x="161" y="132"/>
                  <a:pt x="165" y="131"/>
                  <a:pt x="167" y="128"/>
                </a:cubicBezTo>
                <a:cubicBezTo>
                  <a:pt x="167" y="128"/>
                  <a:pt x="167" y="128"/>
                  <a:pt x="167" y="128"/>
                </a:cubicBezTo>
                <a:cubicBezTo>
                  <a:pt x="168" y="128"/>
                  <a:pt x="168" y="128"/>
                  <a:pt x="168" y="128"/>
                </a:cubicBezTo>
                <a:cubicBezTo>
                  <a:pt x="170" y="126"/>
                  <a:pt x="171" y="122"/>
                  <a:pt x="171" y="118"/>
                </a:cubicBezTo>
                <a:cubicBezTo>
                  <a:pt x="171" y="114"/>
                  <a:pt x="170" y="111"/>
                  <a:pt x="168" y="109"/>
                </a:cubicBezTo>
                <a:cubicBezTo>
                  <a:pt x="168" y="109"/>
                  <a:pt x="168" y="109"/>
                  <a:pt x="168" y="109"/>
                </a:cubicBezTo>
                <a:cubicBezTo>
                  <a:pt x="168" y="109"/>
                  <a:pt x="168" y="109"/>
                  <a:pt x="168" y="109"/>
                </a:cubicBezTo>
                <a:cubicBezTo>
                  <a:pt x="165" y="106"/>
                  <a:pt x="162" y="105"/>
                  <a:pt x="158" y="105"/>
                </a:cubicBezTo>
                <a:cubicBezTo>
                  <a:pt x="154" y="105"/>
                  <a:pt x="151" y="106"/>
                  <a:pt x="148" y="109"/>
                </a:cubicBezTo>
                <a:close/>
                <a:moveTo>
                  <a:pt x="154" y="114"/>
                </a:moveTo>
                <a:cubicBezTo>
                  <a:pt x="154" y="114"/>
                  <a:pt x="154" y="114"/>
                  <a:pt x="154" y="114"/>
                </a:cubicBezTo>
                <a:cubicBezTo>
                  <a:pt x="155" y="113"/>
                  <a:pt x="156" y="113"/>
                  <a:pt x="158" y="113"/>
                </a:cubicBezTo>
                <a:cubicBezTo>
                  <a:pt x="159" y="113"/>
                  <a:pt x="161" y="113"/>
                  <a:pt x="162" y="114"/>
                </a:cubicBezTo>
                <a:cubicBezTo>
                  <a:pt x="163" y="115"/>
                  <a:pt x="163" y="117"/>
                  <a:pt x="163" y="118"/>
                </a:cubicBezTo>
                <a:cubicBezTo>
                  <a:pt x="163" y="120"/>
                  <a:pt x="163" y="121"/>
                  <a:pt x="162" y="122"/>
                </a:cubicBezTo>
                <a:cubicBezTo>
                  <a:pt x="161" y="123"/>
                  <a:pt x="159" y="124"/>
                  <a:pt x="158" y="124"/>
                </a:cubicBezTo>
                <a:cubicBezTo>
                  <a:pt x="156" y="124"/>
                  <a:pt x="155" y="123"/>
                  <a:pt x="154" y="122"/>
                </a:cubicBezTo>
                <a:cubicBezTo>
                  <a:pt x="154" y="122"/>
                  <a:pt x="154" y="122"/>
                  <a:pt x="154" y="122"/>
                </a:cubicBezTo>
                <a:cubicBezTo>
                  <a:pt x="153" y="121"/>
                  <a:pt x="152" y="120"/>
                  <a:pt x="152" y="118"/>
                </a:cubicBezTo>
                <a:cubicBezTo>
                  <a:pt x="152" y="117"/>
                  <a:pt x="153" y="115"/>
                  <a:pt x="154" y="114"/>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8" name="Freeform 10"/>
          <p:cNvSpPr>
            <a:spLocks noEditPoints="1"/>
          </p:cNvSpPr>
          <p:nvPr/>
        </p:nvSpPr>
        <p:spPr bwMode="auto">
          <a:xfrm>
            <a:off x="107850" y="2091788"/>
            <a:ext cx="174824" cy="175280"/>
          </a:xfrm>
          <a:custGeom>
            <a:avLst/>
            <a:gdLst>
              <a:gd name="T0" fmla="*/ 47 w 162"/>
              <a:gd name="T1" fmla="*/ 34 h 163"/>
              <a:gd name="T2" fmla="*/ 34 w 162"/>
              <a:gd name="T3" fmla="*/ 47 h 163"/>
              <a:gd name="T4" fmla="*/ 32 w 162"/>
              <a:gd name="T5" fmla="*/ 61 h 163"/>
              <a:gd name="T6" fmla="*/ 41 w 162"/>
              <a:gd name="T7" fmla="*/ 52 h 163"/>
              <a:gd name="T8" fmla="*/ 52 w 162"/>
              <a:gd name="T9" fmla="*/ 41 h 163"/>
              <a:gd name="T10" fmla="*/ 60 w 162"/>
              <a:gd name="T11" fmla="*/ 32 h 163"/>
              <a:gd name="T12" fmla="*/ 160 w 162"/>
              <a:gd name="T13" fmla="*/ 150 h 163"/>
              <a:gd name="T14" fmla="*/ 130 w 162"/>
              <a:gd name="T15" fmla="*/ 121 h 163"/>
              <a:gd name="T16" fmla="*/ 147 w 162"/>
              <a:gd name="T17" fmla="*/ 74 h 163"/>
              <a:gd name="T18" fmla="*/ 142 w 162"/>
              <a:gd name="T19" fmla="*/ 46 h 163"/>
              <a:gd name="T20" fmla="*/ 126 w 162"/>
              <a:gd name="T21" fmla="*/ 22 h 163"/>
              <a:gd name="T22" fmla="*/ 74 w 162"/>
              <a:gd name="T23" fmla="*/ 0 h 163"/>
              <a:gd name="T24" fmla="*/ 6 w 162"/>
              <a:gd name="T25" fmla="*/ 46 h 163"/>
              <a:gd name="T26" fmla="*/ 5 w 162"/>
              <a:gd name="T27" fmla="*/ 102 h 163"/>
              <a:gd name="T28" fmla="*/ 21 w 162"/>
              <a:gd name="T29" fmla="*/ 126 h 163"/>
              <a:gd name="T30" fmla="*/ 45 w 162"/>
              <a:gd name="T31" fmla="*/ 142 h 163"/>
              <a:gd name="T32" fmla="*/ 45 w 162"/>
              <a:gd name="T33" fmla="*/ 142 h 163"/>
              <a:gd name="T34" fmla="*/ 102 w 162"/>
              <a:gd name="T35" fmla="*/ 142 h 163"/>
              <a:gd name="T36" fmla="*/ 150 w 162"/>
              <a:gd name="T37" fmla="*/ 160 h 163"/>
              <a:gd name="T38" fmla="*/ 160 w 162"/>
              <a:gd name="T39" fmla="*/ 150 h 163"/>
              <a:gd name="T40" fmla="*/ 116 w 162"/>
              <a:gd name="T41" fmla="*/ 117 h 163"/>
              <a:gd name="T42" fmla="*/ 97 w 162"/>
              <a:gd name="T43" fmla="*/ 130 h 163"/>
              <a:gd name="T44" fmla="*/ 51 w 162"/>
              <a:gd name="T45" fmla="*/ 130 h 163"/>
              <a:gd name="T46" fmla="*/ 31 w 162"/>
              <a:gd name="T47" fmla="*/ 117 h 163"/>
              <a:gd name="T48" fmla="*/ 31 w 162"/>
              <a:gd name="T49" fmla="*/ 117 h 163"/>
              <a:gd name="T50" fmla="*/ 18 w 162"/>
              <a:gd name="T51" fmla="*/ 97 h 163"/>
              <a:gd name="T52" fmla="*/ 18 w 162"/>
              <a:gd name="T53" fmla="*/ 51 h 163"/>
              <a:gd name="T54" fmla="*/ 74 w 162"/>
              <a:gd name="T55" fmla="*/ 14 h 163"/>
              <a:gd name="T56" fmla="*/ 116 w 162"/>
              <a:gd name="T57" fmla="*/ 31 h 163"/>
              <a:gd name="T58" fmla="*/ 129 w 162"/>
              <a:gd name="T59" fmla="*/ 51 h 163"/>
              <a:gd name="T60" fmla="*/ 134 w 162"/>
              <a:gd name="T61" fmla="*/ 74 h 163"/>
              <a:gd name="T62" fmla="*/ 116 w 162"/>
              <a:gd name="T63" fmla="*/ 117 h 163"/>
              <a:gd name="T64" fmla="*/ 117 w 162"/>
              <a:gd name="T65" fmla="*/ 70 h 163"/>
              <a:gd name="T66" fmla="*/ 110 w 162"/>
              <a:gd name="T67" fmla="*/ 89 h 163"/>
              <a:gd name="T68" fmla="*/ 102 w 162"/>
              <a:gd name="T69" fmla="*/ 102 h 163"/>
              <a:gd name="T70" fmla="*/ 74 w 162"/>
              <a:gd name="T71" fmla="*/ 114 h 163"/>
              <a:gd name="T72" fmla="*/ 74 w 162"/>
              <a:gd name="T73" fmla="*/ 122 h 163"/>
              <a:gd name="T74" fmla="*/ 107 w 162"/>
              <a:gd name="T75" fmla="*/ 108 h 163"/>
              <a:gd name="T76" fmla="*/ 118 w 162"/>
              <a:gd name="T77" fmla="*/ 92 h 163"/>
              <a:gd name="T78" fmla="*/ 117 w 162"/>
              <a:gd name="T79" fmla="*/ 70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62" h="163">
                <a:moveTo>
                  <a:pt x="55" y="30"/>
                </a:moveTo>
                <a:cubicBezTo>
                  <a:pt x="52" y="31"/>
                  <a:pt x="50" y="33"/>
                  <a:pt x="47" y="34"/>
                </a:cubicBezTo>
                <a:cubicBezTo>
                  <a:pt x="44" y="36"/>
                  <a:pt x="42" y="38"/>
                  <a:pt x="40" y="40"/>
                </a:cubicBezTo>
                <a:cubicBezTo>
                  <a:pt x="38" y="42"/>
                  <a:pt x="36" y="45"/>
                  <a:pt x="34" y="47"/>
                </a:cubicBezTo>
                <a:cubicBezTo>
                  <a:pt x="32" y="50"/>
                  <a:pt x="31" y="53"/>
                  <a:pt x="30" y="55"/>
                </a:cubicBezTo>
                <a:cubicBezTo>
                  <a:pt x="29" y="57"/>
                  <a:pt x="30" y="60"/>
                  <a:pt x="32" y="61"/>
                </a:cubicBezTo>
                <a:cubicBezTo>
                  <a:pt x="34" y="62"/>
                  <a:pt x="36" y="61"/>
                  <a:pt x="37" y="59"/>
                </a:cubicBezTo>
                <a:cubicBezTo>
                  <a:pt x="38" y="56"/>
                  <a:pt x="39" y="54"/>
                  <a:pt x="41" y="52"/>
                </a:cubicBezTo>
                <a:cubicBezTo>
                  <a:pt x="42" y="50"/>
                  <a:pt x="44" y="48"/>
                  <a:pt x="46" y="46"/>
                </a:cubicBezTo>
                <a:cubicBezTo>
                  <a:pt x="48" y="44"/>
                  <a:pt x="49" y="43"/>
                  <a:pt x="52" y="41"/>
                </a:cubicBezTo>
                <a:cubicBezTo>
                  <a:pt x="54" y="40"/>
                  <a:pt x="56" y="38"/>
                  <a:pt x="58" y="37"/>
                </a:cubicBezTo>
                <a:cubicBezTo>
                  <a:pt x="60" y="37"/>
                  <a:pt x="61" y="34"/>
                  <a:pt x="60" y="32"/>
                </a:cubicBezTo>
                <a:cubicBezTo>
                  <a:pt x="59" y="30"/>
                  <a:pt x="57" y="29"/>
                  <a:pt x="55" y="30"/>
                </a:cubicBezTo>
                <a:close/>
                <a:moveTo>
                  <a:pt x="160" y="150"/>
                </a:moveTo>
                <a:cubicBezTo>
                  <a:pt x="160" y="150"/>
                  <a:pt x="160" y="150"/>
                  <a:pt x="160" y="150"/>
                </a:cubicBezTo>
                <a:cubicBezTo>
                  <a:pt x="130" y="121"/>
                  <a:pt x="130" y="121"/>
                  <a:pt x="130" y="121"/>
                </a:cubicBezTo>
                <a:cubicBezTo>
                  <a:pt x="135" y="115"/>
                  <a:pt x="139" y="109"/>
                  <a:pt x="142" y="102"/>
                </a:cubicBezTo>
                <a:cubicBezTo>
                  <a:pt x="145" y="93"/>
                  <a:pt x="147" y="84"/>
                  <a:pt x="147" y="74"/>
                </a:cubicBezTo>
                <a:cubicBezTo>
                  <a:pt x="147" y="64"/>
                  <a:pt x="145" y="55"/>
                  <a:pt x="142" y="46"/>
                </a:cubicBezTo>
                <a:cubicBezTo>
                  <a:pt x="142" y="46"/>
                  <a:pt x="142" y="46"/>
                  <a:pt x="142" y="46"/>
                </a:cubicBezTo>
                <a:cubicBezTo>
                  <a:pt x="138" y="37"/>
                  <a:pt x="133" y="29"/>
                  <a:pt x="126" y="22"/>
                </a:cubicBezTo>
                <a:cubicBezTo>
                  <a:pt x="126" y="22"/>
                  <a:pt x="126" y="22"/>
                  <a:pt x="126" y="22"/>
                </a:cubicBezTo>
                <a:cubicBezTo>
                  <a:pt x="119" y="15"/>
                  <a:pt x="111" y="10"/>
                  <a:pt x="102" y="6"/>
                </a:cubicBezTo>
                <a:cubicBezTo>
                  <a:pt x="93" y="2"/>
                  <a:pt x="84" y="0"/>
                  <a:pt x="74" y="0"/>
                </a:cubicBezTo>
                <a:cubicBezTo>
                  <a:pt x="53" y="0"/>
                  <a:pt x="35" y="8"/>
                  <a:pt x="21" y="22"/>
                </a:cubicBezTo>
                <a:cubicBezTo>
                  <a:pt x="15" y="29"/>
                  <a:pt x="9" y="37"/>
                  <a:pt x="6" y="46"/>
                </a:cubicBezTo>
                <a:cubicBezTo>
                  <a:pt x="2" y="55"/>
                  <a:pt x="0" y="64"/>
                  <a:pt x="0" y="74"/>
                </a:cubicBezTo>
                <a:cubicBezTo>
                  <a:pt x="0" y="84"/>
                  <a:pt x="2" y="93"/>
                  <a:pt x="5" y="102"/>
                </a:cubicBezTo>
                <a:cubicBezTo>
                  <a:pt x="6" y="102"/>
                  <a:pt x="6" y="102"/>
                  <a:pt x="6" y="102"/>
                </a:cubicBezTo>
                <a:cubicBezTo>
                  <a:pt x="9" y="111"/>
                  <a:pt x="15" y="119"/>
                  <a:pt x="21" y="126"/>
                </a:cubicBezTo>
                <a:cubicBezTo>
                  <a:pt x="22" y="126"/>
                  <a:pt x="22" y="126"/>
                  <a:pt x="22" y="126"/>
                </a:cubicBezTo>
                <a:cubicBezTo>
                  <a:pt x="28" y="133"/>
                  <a:pt x="36" y="138"/>
                  <a:pt x="45" y="142"/>
                </a:cubicBezTo>
                <a:cubicBezTo>
                  <a:pt x="45" y="142"/>
                  <a:pt x="45" y="142"/>
                  <a:pt x="45" y="142"/>
                </a:cubicBezTo>
                <a:cubicBezTo>
                  <a:pt x="45" y="142"/>
                  <a:pt x="45" y="142"/>
                  <a:pt x="45" y="142"/>
                </a:cubicBezTo>
                <a:cubicBezTo>
                  <a:pt x="54" y="146"/>
                  <a:pt x="64" y="148"/>
                  <a:pt x="74" y="148"/>
                </a:cubicBezTo>
                <a:cubicBezTo>
                  <a:pt x="84" y="148"/>
                  <a:pt x="93" y="146"/>
                  <a:pt x="102" y="142"/>
                </a:cubicBezTo>
                <a:cubicBezTo>
                  <a:pt x="109" y="139"/>
                  <a:pt x="115" y="135"/>
                  <a:pt x="121" y="131"/>
                </a:cubicBezTo>
                <a:cubicBezTo>
                  <a:pt x="150" y="160"/>
                  <a:pt x="150" y="160"/>
                  <a:pt x="150" y="160"/>
                </a:cubicBezTo>
                <a:cubicBezTo>
                  <a:pt x="153" y="163"/>
                  <a:pt x="157" y="163"/>
                  <a:pt x="160" y="160"/>
                </a:cubicBezTo>
                <a:cubicBezTo>
                  <a:pt x="162" y="157"/>
                  <a:pt x="162" y="153"/>
                  <a:pt x="160" y="150"/>
                </a:cubicBezTo>
                <a:close/>
                <a:moveTo>
                  <a:pt x="116" y="117"/>
                </a:moveTo>
                <a:cubicBezTo>
                  <a:pt x="116" y="117"/>
                  <a:pt x="116" y="117"/>
                  <a:pt x="116" y="117"/>
                </a:cubicBezTo>
                <a:cubicBezTo>
                  <a:pt x="116" y="117"/>
                  <a:pt x="116" y="117"/>
                  <a:pt x="116" y="117"/>
                </a:cubicBezTo>
                <a:cubicBezTo>
                  <a:pt x="111" y="122"/>
                  <a:pt x="104" y="127"/>
                  <a:pt x="97" y="130"/>
                </a:cubicBezTo>
                <a:cubicBezTo>
                  <a:pt x="90" y="133"/>
                  <a:pt x="82" y="134"/>
                  <a:pt x="74" y="134"/>
                </a:cubicBezTo>
                <a:cubicBezTo>
                  <a:pt x="65" y="134"/>
                  <a:pt x="58" y="133"/>
                  <a:pt x="51" y="130"/>
                </a:cubicBezTo>
                <a:cubicBezTo>
                  <a:pt x="51" y="130"/>
                  <a:pt x="51" y="130"/>
                  <a:pt x="51" y="130"/>
                </a:cubicBezTo>
                <a:cubicBezTo>
                  <a:pt x="43" y="127"/>
                  <a:pt x="37" y="122"/>
                  <a:pt x="31" y="117"/>
                </a:cubicBezTo>
                <a:cubicBezTo>
                  <a:pt x="31" y="117"/>
                  <a:pt x="31" y="117"/>
                  <a:pt x="31" y="117"/>
                </a:cubicBezTo>
                <a:cubicBezTo>
                  <a:pt x="31" y="117"/>
                  <a:pt x="31" y="117"/>
                  <a:pt x="31" y="117"/>
                </a:cubicBezTo>
                <a:cubicBezTo>
                  <a:pt x="26" y="111"/>
                  <a:pt x="21" y="104"/>
                  <a:pt x="18" y="97"/>
                </a:cubicBezTo>
                <a:cubicBezTo>
                  <a:pt x="18" y="97"/>
                  <a:pt x="18" y="97"/>
                  <a:pt x="18" y="97"/>
                </a:cubicBezTo>
                <a:cubicBezTo>
                  <a:pt x="15" y="90"/>
                  <a:pt x="13" y="82"/>
                  <a:pt x="13" y="74"/>
                </a:cubicBezTo>
                <a:cubicBezTo>
                  <a:pt x="13" y="66"/>
                  <a:pt x="15" y="58"/>
                  <a:pt x="18" y="51"/>
                </a:cubicBezTo>
                <a:cubicBezTo>
                  <a:pt x="21" y="44"/>
                  <a:pt x="26" y="37"/>
                  <a:pt x="31" y="31"/>
                </a:cubicBezTo>
                <a:cubicBezTo>
                  <a:pt x="42" y="21"/>
                  <a:pt x="57" y="14"/>
                  <a:pt x="74" y="14"/>
                </a:cubicBezTo>
                <a:cubicBezTo>
                  <a:pt x="82" y="14"/>
                  <a:pt x="90" y="15"/>
                  <a:pt x="97" y="18"/>
                </a:cubicBezTo>
                <a:cubicBezTo>
                  <a:pt x="104" y="21"/>
                  <a:pt x="111" y="26"/>
                  <a:pt x="116" y="31"/>
                </a:cubicBezTo>
                <a:cubicBezTo>
                  <a:pt x="117" y="32"/>
                  <a:pt x="117" y="32"/>
                  <a:pt x="117" y="32"/>
                </a:cubicBezTo>
                <a:cubicBezTo>
                  <a:pt x="122" y="37"/>
                  <a:pt x="126" y="44"/>
                  <a:pt x="129" y="51"/>
                </a:cubicBezTo>
                <a:cubicBezTo>
                  <a:pt x="129" y="51"/>
                  <a:pt x="129" y="51"/>
                  <a:pt x="129" y="51"/>
                </a:cubicBezTo>
                <a:cubicBezTo>
                  <a:pt x="132" y="58"/>
                  <a:pt x="134" y="66"/>
                  <a:pt x="134" y="74"/>
                </a:cubicBezTo>
                <a:cubicBezTo>
                  <a:pt x="134" y="82"/>
                  <a:pt x="132" y="90"/>
                  <a:pt x="129" y="97"/>
                </a:cubicBezTo>
                <a:cubicBezTo>
                  <a:pt x="126" y="104"/>
                  <a:pt x="122" y="111"/>
                  <a:pt x="116" y="117"/>
                </a:cubicBezTo>
                <a:close/>
                <a:moveTo>
                  <a:pt x="117" y="70"/>
                </a:moveTo>
                <a:cubicBezTo>
                  <a:pt x="117" y="70"/>
                  <a:pt x="117" y="70"/>
                  <a:pt x="117" y="70"/>
                </a:cubicBezTo>
                <a:cubicBezTo>
                  <a:pt x="115" y="70"/>
                  <a:pt x="113" y="72"/>
                  <a:pt x="113" y="74"/>
                </a:cubicBezTo>
                <a:cubicBezTo>
                  <a:pt x="113" y="79"/>
                  <a:pt x="112" y="84"/>
                  <a:pt x="110" y="89"/>
                </a:cubicBezTo>
                <a:cubicBezTo>
                  <a:pt x="110" y="89"/>
                  <a:pt x="110" y="89"/>
                  <a:pt x="110" y="89"/>
                </a:cubicBezTo>
                <a:cubicBezTo>
                  <a:pt x="108" y="94"/>
                  <a:pt x="105" y="98"/>
                  <a:pt x="102" y="102"/>
                </a:cubicBezTo>
                <a:cubicBezTo>
                  <a:pt x="98" y="106"/>
                  <a:pt x="94" y="109"/>
                  <a:pt x="89" y="111"/>
                </a:cubicBezTo>
                <a:cubicBezTo>
                  <a:pt x="84" y="113"/>
                  <a:pt x="79" y="114"/>
                  <a:pt x="74" y="114"/>
                </a:cubicBezTo>
                <a:cubicBezTo>
                  <a:pt x="71" y="114"/>
                  <a:pt x="70" y="115"/>
                  <a:pt x="70" y="118"/>
                </a:cubicBezTo>
                <a:cubicBezTo>
                  <a:pt x="70" y="120"/>
                  <a:pt x="71" y="122"/>
                  <a:pt x="74" y="122"/>
                </a:cubicBezTo>
                <a:cubicBezTo>
                  <a:pt x="80" y="122"/>
                  <a:pt x="86" y="120"/>
                  <a:pt x="92" y="118"/>
                </a:cubicBezTo>
                <a:cubicBezTo>
                  <a:pt x="98" y="116"/>
                  <a:pt x="103" y="112"/>
                  <a:pt x="107" y="108"/>
                </a:cubicBezTo>
                <a:cubicBezTo>
                  <a:pt x="112" y="103"/>
                  <a:pt x="115" y="98"/>
                  <a:pt x="118" y="92"/>
                </a:cubicBezTo>
                <a:cubicBezTo>
                  <a:pt x="118" y="92"/>
                  <a:pt x="118" y="92"/>
                  <a:pt x="118" y="92"/>
                </a:cubicBezTo>
                <a:cubicBezTo>
                  <a:pt x="120" y="86"/>
                  <a:pt x="121" y="80"/>
                  <a:pt x="121" y="74"/>
                </a:cubicBezTo>
                <a:cubicBezTo>
                  <a:pt x="121" y="72"/>
                  <a:pt x="120" y="70"/>
                  <a:pt x="117" y="70"/>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48" name="矩形 47"/>
          <p:cNvSpPr/>
          <p:nvPr/>
        </p:nvSpPr>
        <p:spPr>
          <a:xfrm>
            <a:off x="5867400" y="262034"/>
            <a:ext cx="2665040" cy="285078"/>
          </a:xfrm>
          <a:prstGeom prst="rect">
            <a:avLst/>
          </a:prstGeom>
        </p:spPr>
        <p:txBody>
          <a:bodyPr wrap="square" lIns="0" tIns="0" rIns="0" bIns="0" anchor="ctr" anchorCtr="0">
            <a:spAutoFit/>
          </a:bodyPr>
          <a:lstStyle/>
          <a:p>
            <a:pPr algn="r">
              <a:lnSpc>
                <a:spcPct val="150000"/>
              </a:lnSpc>
            </a:pPr>
            <a:r>
              <a:rPr lang="zh-CN" altLang="en-US" sz="1400" b="1" dirty="0">
                <a:solidFill>
                  <a:srgbClr val="354454"/>
                </a:solidFill>
                <a:latin typeface="微软雅黑" pitchFamily="34" charset="-122"/>
                <a:ea typeface="微软雅黑" pitchFamily="34" charset="-122"/>
              </a:rPr>
              <a:t>理论基础与文献综述</a:t>
            </a:r>
          </a:p>
        </p:txBody>
      </p:sp>
      <p:sp>
        <p:nvSpPr>
          <p:cNvPr id="283" name="矩形 282"/>
          <p:cNvSpPr/>
          <p:nvPr/>
        </p:nvSpPr>
        <p:spPr>
          <a:xfrm>
            <a:off x="614945" y="1653245"/>
            <a:ext cx="441146" cy="246221"/>
          </a:xfrm>
          <a:prstGeom prst="rect">
            <a:avLst/>
          </a:prstGeom>
        </p:spPr>
        <p:txBody>
          <a:bodyPr wrap="none">
            <a:spAutoFit/>
          </a:bodyPr>
          <a:lstStyle/>
          <a:p>
            <a:pPr algn="ctr"/>
            <a:r>
              <a:rPr lang="zh-CN" altLang="en-US" sz="1000" dirty="0">
                <a:ln w="6350">
                  <a:noFill/>
                </a:ln>
                <a:solidFill>
                  <a:schemeClr val="bg1"/>
                </a:solidFill>
                <a:latin typeface="Impact" pitchFamily="34" charset="0"/>
                <a:ea typeface="微软雅黑" pitchFamily="34" charset="-122"/>
              </a:rPr>
              <a:t>绪论</a:t>
            </a:r>
          </a:p>
        </p:txBody>
      </p:sp>
      <p:sp>
        <p:nvSpPr>
          <p:cNvPr id="284" name="矩形 283"/>
          <p:cNvSpPr/>
          <p:nvPr/>
        </p:nvSpPr>
        <p:spPr>
          <a:xfrm>
            <a:off x="422584" y="2036065"/>
            <a:ext cx="825867" cy="246221"/>
          </a:xfrm>
          <a:prstGeom prst="rect">
            <a:avLst/>
          </a:prstGeom>
        </p:spPr>
        <p:txBody>
          <a:bodyPr wrap="none">
            <a:spAutoFit/>
          </a:bodyPr>
          <a:lstStyle/>
          <a:p>
            <a:pPr algn="ctr"/>
            <a:r>
              <a:rPr lang="zh-CN" altLang="en-US" sz="1000" dirty="0">
                <a:ln w="6350">
                  <a:noFill/>
                </a:ln>
                <a:solidFill>
                  <a:srgbClr val="586B7F"/>
                </a:solidFill>
                <a:latin typeface="Impact" pitchFamily="34" charset="0"/>
                <a:ea typeface="微软雅黑" pitchFamily="34" charset="-122"/>
              </a:rPr>
              <a:t>思路与方法</a:t>
            </a:r>
          </a:p>
        </p:txBody>
      </p:sp>
      <p:sp>
        <p:nvSpPr>
          <p:cNvPr id="285" name="矩形 284"/>
          <p:cNvSpPr/>
          <p:nvPr/>
        </p:nvSpPr>
        <p:spPr>
          <a:xfrm>
            <a:off x="422585" y="2823369"/>
            <a:ext cx="825867" cy="246221"/>
          </a:xfrm>
          <a:prstGeom prst="rect">
            <a:avLst/>
          </a:prstGeom>
        </p:spPr>
        <p:txBody>
          <a:bodyPr wrap="none">
            <a:spAutoFit/>
          </a:bodyPr>
          <a:lstStyle/>
          <a:p>
            <a:pPr algn="ctr"/>
            <a:r>
              <a:rPr lang="zh-CN" altLang="en-US" sz="1000" dirty="0">
                <a:ln w="6350">
                  <a:noFill/>
                </a:ln>
                <a:solidFill>
                  <a:srgbClr val="586B7F"/>
                </a:solidFill>
                <a:latin typeface="Impact" pitchFamily="34" charset="0"/>
                <a:ea typeface="微软雅黑" pitchFamily="34" charset="-122"/>
              </a:rPr>
              <a:t>成果与应用</a:t>
            </a:r>
          </a:p>
        </p:txBody>
      </p:sp>
      <p:sp>
        <p:nvSpPr>
          <p:cNvPr id="286" name="矩形 285"/>
          <p:cNvSpPr/>
          <p:nvPr/>
        </p:nvSpPr>
        <p:spPr>
          <a:xfrm>
            <a:off x="422585" y="2432846"/>
            <a:ext cx="825867" cy="246221"/>
          </a:xfrm>
          <a:prstGeom prst="rect">
            <a:avLst/>
          </a:prstGeom>
        </p:spPr>
        <p:txBody>
          <a:bodyPr wrap="none">
            <a:spAutoFit/>
          </a:bodyPr>
          <a:lstStyle/>
          <a:p>
            <a:pPr algn="ctr"/>
            <a:r>
              <a:rPr lang="zh-CN" altLang="en-US" sz="1000" dirty="0">
                <a:ln w="6350">
                  <a:noFill/>
                </a:ln>
                <a:solidFill>
                  <a:srgbClr val="586B7F"/>
                </a:solidFill>
                <a:latin typeface="Impact" pitchFamily="34" charset="0"/>
                <a:ea typeface="微软雅黑" pitchFamily="34" charset="-122"/>
              </a:rPr>
              <a:t>技术与难点</a:t>
            </a:r>
          </a:p>
        </p:txBody>
      </p:sp>
      <p:sp>
        <p:nvSpPr>
          <p:cNvPr id="288" name="Freeform 9"/>
          <p:cNvSpPr>
            <a:spLocks noEditPoints="1"/>
          </p:cNvSpPr>
          <p:nvPr/>
        </p:nvSpPr>
        <p:spPr bwMode="auto">
          <a:xfrm>
            <a:off x="83442" y="3272333"/>
            <a:ext cx="231878" cy="151086"/>
          </a:xfrm>
          <a:custGeom>
            <a:avLst/>
            <a:gdLst>
              <a:gd name="T0" fmla="*/ 58 w 215"/>
              <a:gd name="T1" fmla="*/ 83 h 140"/>
              <a:gd name="T2" fmla="*/ 58 w 215"/>
              <a:gd name="T3" fmla="*/ 91 h 140"/>
              <a:gd name="T4" fmla="*/ 161 w 215"/>
              <a:gd name="T5" fmla="*/ 87 h 140"/>
              <a:gd name="T6" fmla="*/ 58 w 215"/>
              <a:gd name="T7" fmla="*/ 73 h 140"/>
              <a:gd name="T8" fmla="*/ 98 w 215"/>
              <a:gd name="T9" fmla="*/ 73 h 140"/>
              <a:gd name="T10" fmla="*/ 102 w 215"/>
              <a:gd name="T11" fmla="*/ 34 h 140"/>
              <a:gd name="T12" fmla="*/ 58 w 215"/>
              <a:gd name="T13" fmla="*/ 30 h 140"/>
              <a:gd name="T14" fmla="*/ 54 w 215"/>
              <a:gd name="T15" fmla="*/ 69 h 140"/>
              <a:gd name="T16" fmla="*/ 63 w 215"/>
              <a:gd name="T17" fmla="*/ 38 h 140"/>
              <a:gd name="T18" fmla="*/ 94 w 215"/>
              <a:gd name="T19" fmla="*/ 38 h 140"/>
              <a:gd name="T20" fmla="*/ 63 w 215"/>
              <a:gd name="T21" fmla="*/ 65 h 140"/>
              <a:gd name="T22" fmla="*/ 27 w 215"/>
              <a:gd name="T23" fmla="*/ 121 h 140"/>
              <a:gd name="T24" fmla="*/ 189 w 215"/>
              <a:gd name="T25" fmla="*/ 121 h 140"/>
              <a:gd name="T26" fmla="*/ 196 w 215"/>
              <a:gd name="T27" fmla="*/ 7 h 140"/>
              <a:gd name="T28" fmla="*/ 27 w 215"/>
              <a:gd name="T29" fmla="*/ 0 h 140"/>
              <a:gd name="T30" fmla="*/ 20 w 215"/>
              <a:gd name="T31" fmla="*/ 114 h 140"/>
              <a:gd name="T32" fmla="*/ 33 w 215"/>
              <a:gd name="T33" fmla="*/ 13 h 140"/>
              <a:gd name="T34" fmla="*/ 182 w 215"/>
              <a:gd name="T35" fmla="*/ 13 h 140"/>
              <a:gd name="T36" fmla="*/ 33 w 215"/>
              <a:gd name="T37" fmla="*/ 107 h 140"/>
              <a:gd name="T38" fmla="*/ 157 w 215"/>
              <a:gd name="T39" fmla="*/ 48 h 140"/>
              <a:gd name="T40" fmla="*/ 111 w 215"/>
              <a:gd name="T41" fmla="*/ 48 h 140"/>
              <a:gd name="T42" fmla="*/ 111 w 215"/>
              <a:gd name="T43" fmla="*/ 56 h 140"/>
              <a:gd name="T44" fmla="*/ 161 w 215"/>
              <a:gd name="T45" fmla="*/ 52 h 140"/>
              <a:gd name="T46" fmla="*/ 157 w 215"/>
              <a:gd name="T47" fmla="*/ 65 h 140"/>
              <a:gd name="T48" fmla="*/ 111 w 215"/>
              <a:gd name="T49" fmla="*/ 65 h 140"/>
              <a:gd name="T50" fmla="*/ 111 w 215"/>
              <a:gd name="T51" fmla="*/ 73 h 140"/>
              <a:gd name="T52" fmla="*/ 161 w 215"/>
              <a:gd name="T53" fmla="*/ 69 h 140"/>
              <a:gd name="T54" fmla="*/ 157 w 215"/>
              <a:gd name="T55" fmla="*/ 30 h 140"/>
              <a:gd name="T56" fmla="*/ 111 w 215"/>
              <a:gd name="T57" fmla="*/ 30 h 140"/>
              <a:gd name="T58" fmla="*/ 111 w 215"/>
              <a:gd name="T59" fmla="*/ 38 h 140"/>
              <a:gd name="T60" fmla="*/ 161 w 215"/>
              <a:gd name="T61" fmla="*/ 34 h 140"/>
              <a:gd name="T62" fmla="*/ 209 w 215"/>
              <a:gd name="T63" fmla="*/ 127 h 140"/>
              <a:gd name="T64" fmla="*/ 7 w 215"/>
              <a:gd name="T65" fmla="*/ 127 h 140"/>
              <a:gd name="T66" fmla="*/ 7 w 215"/>
              <a:gd name="T67" fmla="*/ 140 h 140"/>
              <a:gd name="T68" fmla="*/ 215 w 215"/>
              <a:gd name="T69" fmla="*/ 13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15" h="140">
                <a:moveTo>
                  <a:pt x="157" y="83"/>
                </a:moveTo>
                <a:cubicBezTo>
                  <a:pt x="58" y="83"/>
                  <a:pt x="58" y="83"/>
                  <a:pt x="58" y="83"/>
                </a:cubicBezTo>
                <a:cubicBezTo>
                  <a:pt x="56" y="83"/>
                  <a:pt x="54" y="84"/>
                  <a:pt x="54" y="87"/>
                </a:cubicBezTo>
                <a:cubicBezTo>
                  <a:pt x="54" y="89"/>
                  <a:pt x="56" y="91"/>
                  <a:pt x="58" y="91"/>
                </a:cubicBezTo>
                <a:cubicBezTo>
                  <a:pt x="157" y="91"/>
                  <a:pt x="157" y="91"/>
                  <a:pt x="157" y="91"/>
                </a:cubicBezTo>
                <a:cubicBezTo>
                  <a:pt x="159" y="91"/>
                  <a:pt x="161" y="89"/>
                  <a:pt x="161" y="87"/>
                </a:cubicBezTo>
                <a:cubicBezTo>
                  <a:pt x="161" y="84"/>
                  <a:pt x="159" y="83"/>
                  <a:pt x="157" y="83"/>
                </a:cubicBezTo>
                <a:close/>
                <a:moveTo>
                  <a:pt x="58" y="73"/>
                </a:moveTo>
                <a:cubicBezTo>
                  <a:pt x="58" y="73"/>
                  <a:pt x="58" y="73"/>
                  <a:pt x="58" y="73"/>
                </a:cubicBezTo>
                <a:cubicBezTo>
                  <a:pt x="98" y="73"/>
                  <a:pt x="98" y="73"/>
                  <a:pt x="98" y="73"/>
                </a:cubicBezTo>
                <a:cubicBezTo>
                  <a:pt x="100" y="73"/>
                  <a:pt x="102" y="71"/>
                  <a:pt x="102" y="69"/>
                </a:cubicBezTo>
                <a:cubicBezTo>
                  <a:pt x="102" y="34"/>
                  <a:pt x="102" y="34"/>
                  <a:pt x="102" y="34"/>
                </a:cubicBezTo>
                <a:cubicBezTo>
                  <a:pt x="102" y="32"/>
                  <a:pt x="100" y="30"/>
                  <a:pt x="98" y="30"/>
                </a:cubicBezTo>
                <a:cubicBezTo>
                  <a:pt x="58" y="30"/>
                  <a:pt x="58" y="30"/>
                  <a:pt x="58" y="30"/>
                </a:cubicBezTo>
                <a:cubicBezTo>
                  <a:pt x="56" y="30"/>
                  <a:pt x="54" y="32"/>
                  <a:pt x="54" y="34"/>
                </a:cubicBezTo>
                <a:cubicBezTo>
                  <a:pt x="54" y="69"/>
                  <a:pt x="54" y="69"/>
                  <a:pt x="54" y="69"/>
                </a:cubicBezTo>
                <a:cubicBezTo>
                  <a:pt x="54" y="71"/>
                  <a:pt x="56" y="73"/>
                  <a:pt x="58" y="73"/>
                </a:cubicBezTo>
                <a:close/>
                <a:moveTo>
                  <a:pt x="63" y="38"/>
                </a:moveTo>
                <a:cubicBezTo>
                  <a:pt x="63" y="38"/>
                  <a:pt x="63" y="38"/>
                  <a:pt x="63" y="38"/>
                </a:cubicBezTo>
                <a:cubicBezTo>
                  <a:pt x="94" y="38"/>
                  <a:pt x="94" y="38"/>
                  <a:pt x="94" y="38"/>
                </a:cubicBezTo>
                <a:cubicBezTo>
                  <a:pt x="94" y="65"/>
                  <a:pt x="94" y="65"/>
                  <a:pt x="94" y="65"/>
                </a:cubicBezTo>
                <a:cubicBezTo>
                  <a:pt x="63" y="65"/>
                  <a:pt x="63" y="65"/>
                  <a:pt x="63" y="65"/>
                </a:cubicBezTo>
                <a:cubicBezTo>
                  <a:pt x="63" y="38"/>
                  <a:pt x="63" y="38"/>
                  <a:pt x="63" y="38"/>
                </a:cubicBezTo>
                <a:close/>
                <a:moveTo>
                  <a:pt x="27" y="121"/>
                </a:moveTo>
                <a:cubicBezTo>
                  <a:pt x="27" y="121"/>
                  <a:pt x="27" y="121"/>
                  <a:pt x="27" y="121"/>
                </a:cubicBezTo>
                <a:cubicBezTo>
                  <a:pt x="189" y="121"/>
                  <a:pt x="189" y="121"/>
                  <a:pt x="189" y="121"/>
                </a:cubicBezTo>
                <a:cubicBezTo>
                  <a:pt x="193" y="121"/>
                  <a:pt x="196" y="118"/>
                  <a:pt x="196" y="114"/>
                </a:cubicBezTo>
                <a:cubicBezTo>
                  <a:pt x="196" y="7"/>
                  <a:pt x="196" y="7"/>
                  <a:pt x="196" y="7"/>
                </a:cubicBezTo>
                <a:cubicBezTo>
                  <a:pt x="196" y="3"/>
                  <a:pt x="193" y="0"/>
                  <a:pt x="189" y="0"/>
                </a:cubicBezTo>
                <a:cubicBezTo>
                  <a:pt x="27" y="0"/>
                  <a:pt x="27" y="0"/>
                  <a:pt x="27" y="0"/>
                </a:cubicBezTo>
                <a:cubicBezTo>
                  <a:pt x="23" y="0"/>
                  <a:pt x="20" y="3"/>
                  <a:pt x="20" y="7"/>
                </a:cubicBezTo>
                <a:cubicBezTo>
                  <a:pt x="20" y="114"/>
                  <a:pt x="20" y="114"/>
                  <a:pt x="20" y="114"/>
                </a:cubicBezTo>
                <a:cubicBezTo>
                  <a:pt x="20" y="118"/>
                  <a:pt x="23" y="121"/>
                  <a:pt x="27" y="121"/>
                </a:cubicBezTo>
                <a:close/>
                <a:moveTo>
                  <a:pt x="33" y="13"/>
                </a:moveTo>
                <a:cubicBezTo>
                  <a:pt x="33" y="13"/>
                  <a:pt x="33" y="13"/>
                  <a:pt x="33" y="13"/>
                </a:cubicBezTo>
                <a:cubicBezTo>
                  <a:pt x="182" y="13"/>
                  <a:pt x="182" y="13"/>
                  <a:pt x="182" y="13"/>
                </a:cubicBezTo>
                <a:cubicBezTo>
                  <a:pt x="182" y="107"/>
                  <a:pt x="182" y="107"/>
                  <a:pt x="182" y="107"/>
                </a:cubicBezTo>
                <a:cubicBezTo>
                  <a:pt x="33" y="107"/>
                  <a:pt x="33" y="107"/>
                  <a:pt x="33" y="107"/>
                </a:cubicBezTo>
                <a:cubicBezTo>
                  <a:pt x="33" y="13"/>
                  <a:pt x="33" y="13"/>
                  <a:pt x="33" y="13"/>
                </a:cubicBezTo>
                <a:close/>
                <a:moveTo>
                  <a:pt x="157" y="48"/>
                </a:moveTo>
                <a:cubicBezTo>
                  <a:pt x="157" y="48"/>
                  <a:pt x="157" y="48"/>
                  <a:pt x="157" y="48"/>
                </a:cubicBezTo>
                <a:cubicBezTo>
                  <a:pt x="111" y="48"/>
                  <a:pt x="111" y="48"/>
                  <a:pt x="111" y="48"/>
                </a:cubicBezTo>
                <a:cubicBezTo>
                  <a:pt x="108" y="48"/>
                  <a:pt x="107" y="49"/>
                  <a:pt x="107" y="52"/>
                </a:cubicBezTo>
                <a:cubicBezTo>
                  <a:pt x="107" y="54"/>
                  <a:pt x="108" y="56"/>
                  <a:pt x="111" y="56"/>
                </a:cubicBezTo>
                <a:cubicBezTo>
                  <a:pt x="157" y="56"/>
                  <a:pt x="157" y="56"/>
                  <a:pt x="157" y="56"/>
                </a:cubicBezTo>
                <a:cubicBezTo>
                  <a:pt x="159" y="56"/>
                  <a:pt x="161" y="54"/>
                  <a:pt x="161" y="52"/>
                </a:cubicBezTo>
                <a:cubicBezTo>
                  <a:pt x="161" y="49"/>
                  <a:pt x="159" y="48"/>
                  <a:pt x="157" y="48"/>
                </a:cubicBezTo>
                <a:close/>
                <a:moveTo>
                  <a:pt x="157" y="65"/>
                </a:moveTo>
                <a:cubicBezTo>
                  <a:pt x="157" y="65"/>
                  <a:pt x="157" y="65"/>
                  <a:pt x="157" y="65"/>
                </a:cubicBezTo>
                <a:cubicBezTo>
                  <a:pt x="111" y="65"/>
                  <a:pt x="111" y="65"/>
                  <a:pt x="111" y="65"/>
                </a:cubicBezTo>
                <a:cubicBezTo>
                  <a:pt x="108" y="65"/>
                  <a:pt x="107" y="67"/>
                  <a:pt x="107" y="69"/>
                </a:cubicBezTo>
                <a:cubicBezTo>
                  <a:pt x="107" y="71"/>
                  <a:pt x="108" y="73"/>
                  <a:pt x="111" y="73"/>
                </a:cubicBezTo>
                <a:cubicBezTo>
                  <a:pt x="157" y="73"/>
                  <a:pt x="157" y="73"/>
                  <a:pt x="157" y="73"/>
                </a:cubicBezTo>
                <a:cubicBezTo>
                  <a:pt x="159" y="73"/>
                  <a:pt x="161" y="71"/>
                  <a:pt x="161" y="69"/>
                </a:cubicBezTo>
                <a:cubicBezTo>
                  <a:pt x="161" y="67"/>
                  <a:pt x="159" y="65"/>
                  <a:pt x="157" y="65"/>
                </a:cubicBezTo>
                <a:close/>
                <a:moveTo>
                  <a:pt x="157" y="30"/>
                </a:moveTo>
                <a:cubicBezTo>
                  <a:pt x="157" y="30"/>
                  <a:pt x="157" y="30"/>
                  <a:pt x="157" y="30"/>
                </a:cubicBezTo>
                <a:cubicBezTo>
                  <a:pt x="111" y="30"/>
                  <a:pt x="111" y="30"/>
                  <a:pt x="111" y="30"/>
                </a:cubicBezTo>
                <a:cubicBezTo>
                  <a:pt x="108" y="30"/>
                  <a:pt x="107" y="32"/>
                  <a:pt x="107" y="34"/>
                </a:cubicBezTo>
                <a:cubicBezTo>
                  <a:pt x="107" y="37"/>
                  <a:pt x="108" y="38"/>
                  <a:pt x="111" y="38"/>
                </a:cubicBezTo>
                <a:cubicBezTo>
                  <a:pt x="157" y="38"/>
                  <a:pt x="157" y="38"/>
                  <a:pt x="157" y="38"/>
                </a:cubicBezTo>
                <a:cubicBezTo>
                  <a:pt x="159" y="38"/>
                  <a:pt x="161" y="37"/>
                  <a:pt x="161" y="34"/>
                </a:cubicBezTo>
                <a:cubicBezTo>
                  <a:pt x="161" y="32"/>
                  <a:pt x="159" y="30"/>
                  <a:pt x="157" y="30"/>
                </a:cubicBezTo>
                <a:close/>
                <a:moveTo>
                  <a:pt x="209" y="127"/>
                </a:moveTo>
                <a:cubicBezTo>
                  <a:pt x="209" y="127"/>
                  <a:pt x="209" y="127"/>
                  <a:pt x="209" y="127"/>
                </a:cubicBezTo>
                <a:cubicBezTo>
                  <a:pt x="7" y="127"/>
                  <a:pt x="7" y="127"/>
                  <a:pt x="7" y="127"/>
                </a:cubicBezTo>
                <a:cubicBezTo>
                  <a:pt x="3" y="127"/>
                  <a:pt x="0" y="130"/>
                  <a:pt x="0" y="134"/>
                </a:cubicBezTo>
                <a:cubicBezTo>
                  <a:pt x="0" y="137"/>
                  <a:pt x="3" y="140"/>
                  <a:pt x="7" y="140"/>
                </a:cubicBezTo>
                <a:cubicBezTo>
                  <a:pt x="209" y="140"/>
                  <a:pt x="209" y="140"/>
                  <a:pt x="209" y="140"/>
                </a:cubicBezTo>
                <a:cubicBezTo>
                  <a:pt x="212" y="140"/>
                  <a:pt x="215" y="137"/>
                  <a:pt x="215" y="134"/>
                </a:cubicBezTo>
                <a:cubicBezTo>
                  <a:pt x="215" y="130"/>
                  <a:pt x="212" y="127"/>
                  <a:pt x="209" y="127"/>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289" name="矩形 288"/>
          <p:cNvSpPr/>
          <p:nvPr/>
        </p:nvSpPr>
        <p:spPr>
          <a:xfrm>
            <a:off x="422585" y="3224765"/>
            <a:ext cx="825867" cy="246221"/>
          </a:xfrm>
          <a:prstGeom prst="rect">
            <a:avLst/>
          </a:prstGeom>
        </p:spPr>
        <p:txBody>
          <a:bodyPr wrap="none">
            <a:spAutoFit/>
          </a:bodyPr>
          <a:lstStyle/>
          <a:p>
            <a:pPr algn="ctr"/>
            <a:r>
              <a:rPr lang="zh-CN" altLang="en-US" sz="1000" dirty="0">
                <a:ln w="6350">
                  <a:noFill/>
                </a:ln>
                <a:solidFill>
                  <a:srgbClr val="586B7F"/>
                </a:solidFill>
                <a:latin typeface="Impact" pitchFamily="34" charset="0"/>
                <a:ea typeface="微软雅黑" pitchFamily="34" charset="-122"/>
              </a:rPr>
              <a:t>建议与总结</a:t>
            </a:r>
          </a:p>
        </p:txBody>
      </p:sp>
      <p:graphicFrame>
        <p:nvGraphicFramePr>
          <p:cNvPr id="58" name="表格 57"/>
          <p:cNvGraphicFramePr>
            <a:graphicFrameLocks noGrp="1"/>
          </p:cNvGraphicFramePr>
          <p:nvPr/>
        </p:nvGraphicFramePr>
        <p:xfrm>
          <a:off x="3589553" y="1634852"/>
          <a:ext cx="5379615" cy="3042920"/>
        </p:xfrm>
        <a:graphic>
          <a:graphicData uri="http://schemas.openxmlformats.org/drawingml/2006/table">
            <a:tbl>
              <a:tblPr firstRow="1" bandRow="1">
                <a:tableStyleId>{5C22544A-7EE6-4342-B048-85BDC9FD1C3A}</a:tableStyleId>
              </a:tblPr>
              <a:tblGrid>
                <a:gridCol w="5379615">
                  <a:extLst>
                    <a:ext uri="{9D8B030D-6E8A-4147-A177-3AD203B41FA5}">
                      <a16:colId xmlns:a16="http://schemas.microsoft.com/office/drawing/2014/main" xmlns="" val="20000"/>
                    </a:ext>
                  </a:extLst>
                </a:gridCol>
              </a:tblGrid>
              <a:tr h="370840">
                <a:tc>
                  <a:txBody>
                    <a:bodyPr/>
                    <a:lstStyle/>
                    <a:p>
                      <a:r>
                        <a:rPr lang="en-US" altLang="zh-CN" sz="1000" b="0" kern="1200" dirty="0">
                          <a:solidFill>
                            <a:schemeClr val="bg1">
                              <a:lumMod val="50000"/>
                            </a:schemeClr>
                          </a:solidFill>
                          <a:latin typeface="微软雅黑" pitchFamily="34" charset="-122"/>
                          <a:ea typeface="微软雅黑" pitchFamily="34" charset="-122"/>
                          <a:cs typeface="+mn-cs"/>
                        </a:rPr>
                        <a:t>[1]</a:t>
                      </a:r>
                      <a:r>
                        <a:rPr lang="zh-CN" altLang="en-US" sz="1000" b="0" kern="1200" dirty="0">
                          <a:solidFill>
                            <a:schemeClr val="bg1">
                              <a:lumMod val="50000"/>
                            </a:schemeClr>
                          </a:solidFill>
                          <a:latin typeface="微软雅黑" pitchFamily="34" charset="-122"/>
                          <a:ea typeface="微软雅黑" pitchFamily="34" charset="-122"/>
                          <a:cs typeface="+mn-cs"/>
                        </a:rPr>
                        <a:t>刘国钧</a:t>
                      </a:r>
                      <a:r>
                        <a:rPr lang="en-US" altLang="zh-CN" sz="1000" b="0" kern="1200" dirty="0">
                          <a:solidFill>
                            <a:schemeClr val="bg1">
                              <a:lumMod val="50000"/>
                            </a:schemeClr>
                          </a:solidFill>
                          <a:latin typeface="微软雅黑" pitchFamily="34" charset="-122"/>
                          <a:ea typeface="微软雅黑" pitchFamily="34" charset="-122"/>
                          <a:cs typeface="+mn-cs"/>
                        </a:rPr>
                        <a:t>,</a:t>
                      </a:r>
                      <a:r>
                        <a:rPr lang="zh-CN" altLang="en-US" sz="1000" b="0" kern="1200" dirty="0">
                          <a:solidFill>
                            <a:schemeClr val="bg1">
                              <a:lumMod val="50000"/>
                            </a:schemeClr>
                          </a:solidFill>
                          <a:latin typeface="微软雅黑" pitchFamily="34" charset="-122"/>
                          <a:ea typeface="微软雅黑" pitchFamily="34" charset="-122"/>
                          <a:cs typeface="+mn-cs"/>
                        </a:rPr>
                        <a:t>陈绍业</a:t>
                      </a:r>
                      <a:r>
                        <a:rPr lang="en-US" altLang="zh-CN" sz="1000" b="0" kern="1200" dirty="0">
                          <a:solidFill>
                            <a:schemeClr val="bg1">
                              <a:lumMod val="50000"/>
                            </a:schemeClr>
                          </a:solidFill>
                          <a:latin typeface="微软雅黑" pitchFamily="34" charset="-122"/>
                          <a:ea typeface="微软雅黑" pitchFamily="34" charset="-122"/>
                          <a:cs typeface="+mn-cs"/>
                        </a:rPr>
                        <a:t>.</a:t>
                      </a:r>
                      <a:r>
                        <a:rPr lang="zh-CN" altLang="en-US" sz="1000" b="0" kern="1200" dirty="0">
                          <a:solidFill>
                            <a:schemeClr val="bg1">
                              <a:lumMod val="50000"/>
                            </a:schemeClr>
                          </a:solidFill>
                          <a:latin typeface="微软雅黑" pitchFamily="34" charset="-122"/>
                          <a:ea typeface="微软雅黑" pitchFamily="34" charset="-122"/>
                          <a:cs typeface="+mn-cs"/>
                        </a:rPr>
                        <a:t>图书馆目录</a:t>
                      </a:r>
                      <a:r>
                        <a:rPr lang="en-US" altLang="zh-CN" sz="1000" b="0" kern="1200" dirty="0">
                          <a:solidFill>
                            <a:schemeClr val="bg1">
                              <a:lumMod val="50000"/>
                            </a:schemeClr>
                          </a:solidFill>
                          <a:latin typeface="微软雅黑" pitchFamily="34" charset="-122"/>
                          <a:ea typeface="微软雅黑" pitchFamily="34" charset="-122"/>
                          <a:cs typeface="+mn-cs"/>
                        </a:rPr>
                        <a:t>[M].</a:t>
                      </a:r>
                      <a:r>
                        <a:rPr lang="zh-CN" altLang="en-US" sz="1000" b="0" kern="1200" dirty="0">
                          <a:solidFill>
                            <a:schemeClr val="bg1">
                              <a:lumMod val="50000"/>
                            </a:schemeClr>
                          </a:solidFill>
                          <a:latin typeface="微软雅黑" pitchFamily="34" charset="-122"/>
                          <a:ea typeface="微软雅黑" pitchFamily="34" charset="-122"/>
                          <a:cs typeface="+mn-cs"/>
                        </a:rPr>
                        <a:t>北京</a:t>
                      </a:r>
                      <a:r>
                        <a:rPr lang="en-US" altLang="zh-CN" sz="1000" b="0" kern="1200" dirty="0">
                          <a:solidFill>
                            <a:schemeClr val="bg1">
                              <a:lumMod val="50000"/>
                            </a:schemeClr>
                          </a:solidFill>
                          <a:latin typeface="微软雅黑" pitchFamily="34" charset="-122"/>
                          <a:ea typeface="微软雅黑" pitchFamily="34" charset="-122"/>
                          <a:cs typeface="+mn-cs"/>
                        </a:rPr>
                        <a:t>:</a:t>
                      </a:r>
                      <a:r>
                        <a:rPr lang="zh-CN" altLang="en-US" sz="1000" b="0" kern="1200" dirty="0">
                          <a:solidFill>
                            <a:schemeClr val="bg1">
                              <a:lumMod val="50000"/>
                            </a:schemeClr>
                          </a:solidFill>
                          <a:latin typeface="微软雅黑" pitchFamily="34" charset="-122"/>
                          <a:ea typeface="微软雅黑" pitchFamily="34" charset="-122"/>
                          <a:cs typeface="+mn-cs"/>
                        </a:rPr>
                        <a:t>高等教育出版社</a:t>
                      </a:r>
                      <a:r>
                        <a:rPr lang="en-US" altLang="zh-CN" sz="1000" b="0" kern="1200" dirty="0">
                          <a:solidFill>
                            <a:schemeClr val="bg1">
                              <a:lumMod val="50000"/>
                            </a:schemeClr>
                          </a:solidFill>
                          <a:latin typeface="微软雅黑" pitchFamily="34" charset="-122"/>
                          <a:ea typeface="微软雅黑" pitchFamily="34" charset="-122"/>
                          <a:cs typeface="+mn-cs"/>
                        </a:rPr>
                        <a:t>,1957:15-18.</a:t>
                      </a:r>
                      <a:endParaRPr lang="zh-CN" altLang="en-US" sz="1000" b="0" kern="1200" dirty="0">
                        <a:solidFill>
                          <a:schemeClr val="bg1">
                            <a:lumMod val="50000"/>
                          </a:schemeClr>
                        </a:solidFill>
                        <a:latin typeface="微软雅黑" pitchFamily="34" charset="-122"/>
                        <a:ea typeface="微软雅黑" pitchFamily="34" charset="-122"/>
                        <a:cs typeface="+mn-cs"/>
                      </a:endParaRPr>
                    </a:p>
                  </a:txBody>
                  <a:tcPr anchor="ctr">
                    <a:lnL w="12700" cmpd="sng">
                      <a:noFill/>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75000"/>
                        <a:alpha val="20000"/>
                      </a:schemeClr>
                    </a:solidFill>
                  </a:tcPr>
                </a:tc>
                <a:extLst>
                  <a:ext uri="{0D108BD9-81ED-4DB2-BD59-A6C34878D82A}">
                    <a16:rowId xmlns:a16="http://schemas.microsoft.com/office/drawing/2014/main" xmlns="" val="10000"/>
                  </a:ext>
                </a:extLst>
              </a:tr>
              <a:tr h="370840">
                <a:tc>
                  <a:txBody>
                    <a:bodyPr/>
                    <a:lstStyle/>
                    <a:p>
                      <a:r>
                        <a:rPr lang="en-US" altLang="zh-CN" sz="1000" b="0" dirty="0">
                          <a:solidFill>
                            <a:schemeClr val="bg1">
                              <a:lumMod val="50000"/>
                            </a:schemeClr>
                          </a:solidFill>
                          <a:latin typeface="微软雅黑" pitchFamily="34" charset="-122"/>
                          <a:ea typeface="微软雅黑" pitchFamily="34" charset="-122"/>
                        </a:rPr>
                        <a:t>[2]</a:t>
                      </a:r>
                      <a:r>
                        <a:rPr lang="zh-CN" altLang="en-US" sz="1000" b="0" dirty="0">
                          <a:solidFill>
                            <a:schemeClr val="bg1">
                              <a:lumMod val="50000"/>
                            </a:schemeClr>
                          </a:solidFill>
                          <a:latin typeface="微软雅黑" pitchFamily="34" charset="-122"/>
                          <a:ea typeface="微软雅黑" pitchFamily="34" charset="-122"/>
                        </a:rPr>
                        <a:t>何龄修</a:t>
                      </a:r>
                      <a:r>
                        <a:rPr lang="en-US" altLang="zh-CN" sz="1000" b="0" dirty="0">
                          <a:solidFill>
                            <a:schemeClr val="bg1">
                              <a:lumMod val="50000"/>
                            </a:schemeClr>
                          </a:solidFill>
                          <a:latin typeface="微软雅黑" pitchFamily="34" charset="-122"/>
                          <a:ea typeface="微软雅黑" pitchFamily="34" charset="-122"/>
                        </a:rPr>
                        <a:t>.</a:t>
                      </a:r>
                      <a:r>
                        <a:rPr lang="zh-CN" altLang="en-US" sz="1000" b="0" dirty="0">
                          <a:solidFill>
                            <a:schemeClr val="bg1">
                              <a:lumMod val="50000"/>
                            </a:schemeClr>
                          </a:solidFill>
                          <a:latin typeface="微软雅黑" pitchFamily="34" charset="-122"/>
                          <a:ea typeface="微软雅黑" pitchFamily="34" charset="-122"/>
                        </a:rPr>
                        <a:t>读南明史</a:t>
                      </a:r>
                      <a:r>
                        <a:rPr lang="en-US" altLang="zh-CN" sz="1000" b="0" dirty="0">
                          <a:solidFill>
                            <a:schemeClr val="bg1">
                              <a:lumMod val="50000"/>
                            </a:schemeClr>
                          </a:solidFill>
                          <a:latin typeface="微软雅黑" pitchFamily="34" charset="-122"/>
                          <a:ea typeface="微软雅黑" pitchFamily="34" charset="-122"/>
                        </a:rPr>
                        <a:t>[J].</a:t>
                      </a:r>
                      <a:r>
                        <a:rPr lang="zh-CN" altLang="en-US" sz="1000" b="0" dirty="0">
                          <a:solidFill>
                            <a:schemeClr val="bg1">
                              <a:lumMod val="50000"/>
                            </a:schemeClr>
                          </a:solidFill>
                          <a:latin typeface="微软雅黑" pitchFamily="34" charset="-122"/>
                          <a:ea typeface="微软雅黑" pitchFamily="34" charset="-122"/>
                        </a:rPr>
                        <a:t>中国史研究</a:t>
                      </a:r>
                      <a:r>
                        <a:rPr lang="en-US" altLang="zh-CN" sz="1000" b="0" dirty="0">
                          <a:solidFill>
                            <a:schemeClr val="bg1">
                              <a:lumMod val="50000"/>
                            </a:schemeClr>
                          </a:solidFill>
                          <a:latin typeface="微软雅黑" pitchFamily="34" charset="-122"/>
                          <a:ea typeface="微软雅黑" pitchFamily="34" charset="-122"/>
                        </a:rPr>
                        <a:t>,1998,(3):167-173. </a:t>
                      </a:r>
                      <a:endParaRPr lang="zh-CN" altLang="en-US" sz="1000" b="0" dirty="0">
                        <a:solidFill>
                          <a:schemeClr val="bg1">
                            <a:lumMod val="50000"/>
                          </a:schemeClr>
                        </a:solidFill>
                        <a:latin typeface="微软雅黑" pitchFamily="34" charset="-122"/>
                        <a:ea typeface="微软雅黑" pitchFamily="34" charset="-122"/>
                      </a:endParaRPr>
                    </a:p>
                  </a:txBody>
                  <a:tcPr anchor="ctr">
                    <a:lnL w="12700" cmpd="sng">
                      <a:noFill/>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alpha val="50000"/>
                      </a:schemeClr>
                    </a:solidFill>
                  </a:tcPr>
                </a:tc>
                <a:extLst>
                  <a:ext uri="{0D108BD9-81ED-4DB2-BD59-A6C34878D82A}">
                    <a16:rowId xmlns:a16="http://schemas.microsoft.com/office/drawing/2014/main" xmlns="" val="10001"/>
                  </a:ext>
                </a:extLst>
              </a:tr>
              <a:tr h="370840">
                <a:tc>
                  <a:txBody>
                    <a:bodyPr/>
                    <a:lstStyle/>
                    <a:p>
                      <a:r>
                        <a:rPr lang="en-US" altLang="zh-CN" sz="1000" b="0" dirty="0">
                          <a:solidFill>
                            <a:schemeClr val="bg1">
                              <a:lumMod val="50000"/>
                            </a:schemeClr>
                          </a:solidFill>
                          <a:latin typeface="微软雅黑" pitchFamily="34" charset="-122"/>
                          <a:ea typeface="微软雅黑" pitchFamily="34" charset="-122"/>
                        </a:rPr>
                        <a:t>[3]</a:t>
                      </a:r>
                      <a:r>
                        <a:rPr lang="zh-CN" altLang="en-US" sz="1000" b="0" dirty="0">
                          <a:solidFill>
                            <a:schemeClr val="bg1">
                              <a:lumMod val="50000"/>
                            </a:schemeClr>
                          </a:solidFill>
                          <a:latin typeface="微软雅黑" pitchFamily="34" charset="-122"/>
                          <a:ea typeface="微软雅黑" pitchFamily="34" charset="-122"/>
                        </a:rPr>
                        <a:t>赵天书</a:t>
                      </a:r>
                      <a:r>
                        <a:rPr lang="en-US" altLang="zh-CN" sz="1000" b="0" dirty="0">
                          <a:solidFill>
                            <a:schemeClr val="bg1">
                              <a:lumMod val="50000"/>
                            </a:schemeClr>
                          </a:solidFill>
                          <a:latin typeface="微软雅黑" pitchFamily="34" charset="-122"/>
                          <a:ea typeface="微软雅黑" pitchFamily="34" charset="-122"/>
                        </a:rPr>
                        <a:t>.</a:t>
                      </a:r>
                      <a:r>
                        <a:rPr lang="zh-CN" altLang="en-US" sz="1000" b="0" dirty="0">
                          <a:solidFill>
                            <a:schemeClr val="bg1">
                              <a:lumMod val="50000"/>
                            </a:schemeClr>
                          </a:solidFill>
                          <a:latin typeface="微软雅黑" pitchFamily="34" charset="-122"/>
                          <a:ea typeface="微软雅黑" pitchFamily="34" charset="-122"/>
                        </a:rPr>
                        <a:t>诺西肽分阶段补料分批发酵过程优化研究</a:t>
                      </a:r>
                      <a:r>
                        <a:rPr lang="en-US" altLang="zh-CN" sz="1000" b="0" dirty="0">
                          <a:solidFill>
                            <a:schemeClr val="bg1">
                              <a:lumMod val="50000"/>
                            </a:schemeClr>
                          </a:solidFill>
                          <a:latin typeface="微软雅黑" pitchFamily="34" charset="-122"/>
                          <a:ea typeface="微软雅黑" pitchFamily="34" charset="-122"/>
                        </a:rPr>
                        <a:t>[D].</a:t>
                      </a:r>
                      <a:r>
                        <a:rPr lang="zh-CN" altLang="en-US" sz="1000" b="0" dirty="0">
                          <a:solidFill>
                            <a:schemeClr val="bg1">
                              <a:lumMod val="50000"/>
                            </a:schemeClr>
                          </a:solidFill>
                          <a:latin typeface="微软雅黑" pitchFamily="34" charset="-122"/>
                          <a:ea typeface="微软雅黑" pitchFamily="34" charset="-122"/>
                        </a:rPr>
                        <a:t>沈阳</a:t>
                      </a:r>
                      <a:r>
                        <a:rPr lang="en-US" altLang="zh-CN" sz="1000" b="0" dirty="0">
                          <a:solidFill>
                            <a:schemeClr val="bg1">
                              <a:lumMod val="50000"/>
                            </a:schemeClr>
                          </a:solidFill>
                          <a:latin typeface="微软雅黑" pitchFamily="34" charset="-122"/>
                          <a:ea typeface="微软雅黑" pitchFamily="34" charset="-122"/>
                        </a:rPr>
                        <a:t>:</a:t>
                      </a:r>
                      <a:r>
                        <a:rPr lang="zh-CN" altLang="en-US" sz="1000" b="0" dirty="0">
                          <a:solidFill>
                            <a:schemeClr val="bg1">
                              <a:lumMod val="50000"/>
                            </a:schemeClr>
                          </a:solidFill>
                          <a:latin typeface="微软雅黑" pitchFamily="34" charset="-122"/>
                          <a:ea typeface="微软雅黑" pitchFamily="34" charset="-122"/>
                        </a:rPr>
                        <a:t>东北大学</a:t>
                      </a:r>
                      <a:r>
                        <a:rPr lang="en-US" altLang="zh-CN" sz="1000" b="0" dirty="0">
                          <a:solidFill>
                            <a:schemeClr val="bg1">
                              <a:lumMod val="50000"/>
                            </a:schemeClr>
                          </a:solidFill>
                          <a:latin typeface="微软雅黑" pitchFamily="34" charset="-122"/>
                          <a:ea typeface="微软雅黑" pitchFamily="34" charset="-122"/>
                        </a:rPr>
                        <a:t>,2013.</a:t>
                      </a:r>
                      <a:endParaRPr lang="zh-CN" altLang="en-US" sz="1000" b="0" dirty="0">
                        <a:solidFill>
                          <a:schemeClr val="bg1">
                            <a:lumMod val="50000"/>
                          </a:schemeClr>
                        </a:solidFill>
                        <a:latin typeface="微软雅黑" pitchFamily="34" charset="-122"/>
                        <a:ea typeface="微软雅黑" pitchFamily="34" charset="-122"/>
                      </a:endParaRPr>
                    </a:p>
                  </a:txBody>
                  <a:tcPr anchor="ctr">
                    <a:lnL w="12700" cmpd="sng">
                      <a:noFill/>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75000"/>
                        <a:alpha val="20000"/>
                      </a:schemeClr>
                    </a:solidFill>
                  </a:tcPr>
                </a:tc>
                <a:extLst>
                  <a:ext uri="{0D108BD9-81ED-4DB2-BD59-A6C34878D82A}">
                    <a16:rowId xmlns:a16="http://schemas.microsoft.com/office/drawing/2014/main" xmlns="" val="10002"/>
                  </a:ext>
                </a:extLst>
              </a:tr>
              <a:tr h="370840">
                <a:tc>
                  <a:txBody>
                    <a:bodyPr/>
                    <a:lstStyle/>
                    <a:p>
                      <a:r>
                        <a:rPr lang="en-US" altLang="zh-CN" sz="1000" b="0" dirty="0">
                          <a:solidFill>
                            <a:schemeClr val="bg1">
                              <a:lumMod val="50000"/>
                            </a:schemeClr>
                          </a:solidFill>
                          <a:latin typeface="微软雅黑" pitchFamily="34" charset="-122"/>
                          <a:ea typeface="微软雅黑" pitchFamily="34" charset="-122"/>
                        </a:rPr>
                        <a:t>[4]</a:t>
                      </a:r>
                      <a:r>
                        <a:rPr lang="zh-CN" altLang="en-US" sz="1000" b="0" dirty="0">
                          <a:solidFill>
                            <a:schemeClr val="bg1">
                              <a:lumMod val="50000"/>
                            </a:schemeClr>
                          </a:solidFill>
                          <a:latin typeface="微软雅黑" pitchFamily="34" charset="-122"/>
                          <a:ea typeface="微软雅黑" pitchFamily="34" charset="-122"/>
                        </a:rPr>
                        <a:t>谢希德</a:t>
                      </a:r>
                      <a:r>
                        <a:rPr lang="en-US" altLang="zh-CN" sz="1000" b="0" dirty="0">
                          <a:solidFill>
                            <a:schemeClr val="bg1">
                              <a:lumMod val="50000"/>
                            </a:schemeClr>
                          </a:solidFill>
                          <a:latin typeface="微软雅黑" pitchFamily="34" charset="-122"/>
                          <a:ea typeface="微软雅黑" pitchFamily="34" charset="-122"/>
                        </a:rPr>
                        <a:t>.</a:t>
                      </a:r>
                      <a:r>
                        <a:rPr lang="zh-CN" altLang="en-US" sz="1000" b="0" dirty="0">
                          <a:solidFill>
                            <a:schemeClr val="bg1">
                              <a:lumMod val="50000"/>
                            </a:schemeClr>
                          </a:solidFill>
                          <a:latin typeface="微软雅黑" pitchFamily="34" charset="-122"/>
                          <a:ea typeface="微软雅黑" pitchFamily="34" charset="-122"/>
                        </a:rPr>
                        <a:t>创造学习的新思路</a:t>
                      </a:r>
                      <a:r>
                        <a:rPr lang="en-US" altLang="zh-CN" sz="1000" b="0" dirty="0">
                          <a:solidFill>
                            <a:schemeClr val="bg1">
                              <a:lumMod val="50000"/>
                            </a:schemeClr>
                          </a:solidFill>
                          <a:latin typeface="微软雅黑" pitchFamily="34" charset="-122"/>
                          <a:ea typeface="微软雅黑" pitchFamily="34" charset="-122"/>
                        </a:rPr>
                        <a:t>[N].</a:t>
                      </a:r>
                      <a:r>
                        <a:rPr lang="zh-CN" altLang="en-US" sz="1000" b="0" dirty="0">
                          <a:solidFill>
                            <a:schemeClr val="bg1">
                              <a:lumMod val="50000"/>
                            </a:schemeClr>
                          </a:solidFill>
                          <a:latin typeface="微软雅黑" pitchFamily="34" charset="-122"/>
                          <a:ea typeface="微软雅黑" pitchFamily="34" charset="-122"/>
                        </a:rPr>
                        <a:t>人民日报</a:t>
                      </a:r>
                      <a:r>
                        <a:rPr lang="en-US" altLang="zh-CN" sz="1000" b="0" dirty="0">
                          <a:solidFill>
                            <a:schemeClr val="bg1">
                              <a:lumMod val="50000"/>
                            </a:schemeClr>
                          </a:solidFill>
                          <a:latin typeface="微软雅黑" pitchFamily="34" charset="-122"/>
                          <a:ea typeface="微软雅黑" pitchFamily="34" charset="-122"/>
                        </a:rPr>
                        <a:t>,1998-12-25(10).</a:t>
                      </a:r>
                      <a:endParaRPr lang="zh-CN" altLang="en-US" sz="1000" b="0" dirty="0">
                        <a:solidFill>
                          <a:schemeClr val="bg1">
                            <a:lumMod val="50000"/>
                          </a:schemeClr>
                        </a:solidFill>
                        <a:latin typeface="微软雅黑" pitchFamily="34" charset="-122"/>
                        <a:ea typeface="微软雅黑" pitchFamily="34" charset="-122"/>
                      </a:endParaRPr>
                    </a:p>
                  </a:txBody>
                  <a:tcPr anchor="ctr">
                    <a:lnL w="12700" cmpd="sng">
                      <a:noFill/>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alpha val="50000"/>
                      </a:schemeClr>
                    </a:solidFill>
                  </a:tcPr>
                </a:tc>
                <a:extLst>
                  <a:ext uri="{0D108BD9-81ED-4DB2-BD59-A6C34878D82A}">
                    <a16:rowId xmlns:a16="http://schemas.microsoft.com/office/drawing/2014/main" xmlns="" val="10003"/>
                  </a:ext>
                </a:extLst>
              </a:tr>
              <a:tr h="370840">
                <a:tc>
                  <a:txBody>
                    <a:bodyPr/>
                    <a:lstStyle/>
                    <a:p>
                      <a:r>
                        <a:rPr lang="en-US" altLang="zh-CN" sz="1000" b="0" dirty="0">
                          <a:solidFill>
                            <a:schemeClr val="bg1">
                              <a:lumMod val="50000"/>
                            </a:schemeClr>
                          </a:solidFill>
                          <a:latin typeface="微软雅黑" pitchFamily="34" charset="-122"/>
                          <a:ea typeface="微软雅黑" pitchFamily="34" charset="-122"/>
                        </a:rPr>
                        <a:t>[5]</a:t>
                      </a:r>
                      <a:r>
                        <a:rPr lang="zh-CN" altLang="en-US" sz="1000" b="0" dirty="0">
                          <a:solidFill>
                            <a:schemeClr val="bg1">
                              <a:lumMod val="50000"/>
                            </a:schemeClr>
                          </a:solidFill>
                          <a:latin typeface="微软雅黑" pitchFamily="34" charset="-122"/>
                          <a:ea typeface="微软雅黑" pitchFamily="34" charset="-122"/>
                        </a:rPr>
                        <a:t>王明亮</a:t>
                      </a:r>
                      <a:r>
                        <a:rPr lang="en-US" altLang="zh-CN" sz="1000" b="0" dirty="0">
                          <a:solidFill>
                            <a:schemeClr val="bg1">
                              <a:lumMod val="50000"/>
                            </a:schemeClr>
                          </a:solidFill>
                          <a:latin typeface="微软雅黑" pitchFamily="34" charset="-122"/>
                          <a:ea typeface="微软雅黑" pitchFamily="34" charset="-122"/>
                        </a:rPr>
                        <a:t>.</a:t>
                      </a:r>
                      <a:r>
                        <a:rPr lang="zh-CN" altLang="en-US" sz="1000" b="0" dirty="0">
                          <a:solidFill>
                            <a:schemeClr val="bg1">
                              <a:lumMod val="50000"/>
                            </a:schemeClr>
                          </a:solidFill>
                          <a:latin typeface="微软雅黑" pitchFamily="34" charset="-122"/>
                          <a:ea typeface="微软雅黑" pitchFamily="34" charset="-122"/>
                        </a:rPr>
                        <a:t>关于中国学术期刊标准化数据库系统工程的进展</a:t>
                      </a:r>
                      <a:r>
                        <a:rPr lang="en-US" altLang="zh-CN" sz="1000" b="0" dirty="0">
                          <a:solidFill>
                            <a:schemeClr val="bg1">
                              <a:lumMod val="50000"/>
                            </a:schemeClr>
                          </a:solidFill>
                          <a:latin typeface="微软雅黑" pitchFamily="34" charset="-122"/>
                          <a:ea typeface="微软雅黑" pitchFamily="34" charset="-122"/>
                        </a:rPr>
                        <a:t>[EB/OL],1998-08-16/1998-10-01.</a:t>
                      </a:r>
                      <a:endParaRPr lang="zh-CN" altLang="en-US" sz="1000" b="0" dirty="0">
                        <a:solidFill>
                          <a:schemeClr val="bg1">
                            <a:lumMod val="50000"/>
                          </a:schemeClr>
                        </a:solidFill>
                        <a:latin typeface="微软雅黑" pitchFamily="34" charset="-122"/>
                        <a:ea typeface="微软雅黑" pitchFamily="34" charset="-122"/>
                      </a:endParaRPr>
                    </a:p>
                  </a:txBody>
                  <a:tcPr anchor="ctr">
                    <a:lnL w="12700" cmpd="sng">
                      <a:noFill/>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75000"/>
                        <a:alpha val="20000"/>
                      </a:schemeClr>
                    </a:solidFill>
                  </a:tcPr>
                </a:tc>
                <a:extLst>
                  <a:ext uri="{0D108BD9-81ED-4DB2-BD59-A6C34878D82A}">
                    <a16:rowId xmlns:a16="http://schemas.microsoft.com/office/drawing/2014/main" xmlns="" val="10004"/>
                  </a:ext>
                </a:extLst>
              </a:tr>
              <a:tr h="370840">
                <a:tc>
                  <a:txBody>
                    <a:bodyPr/>
                    <a:lstStyle/>
                    <a:p>
                      <a:r>
                        <a:rPr lang="en-US" altLang="zh-CN" sz="1000" b="0" dirty="0">
                          <a:solidFill>
                            <a:schemeClr val="bg1">
                              <a:lumMod val="50000"/>
                            </a:schemeClr>
                          </a:solidFill>
                          <a:latin typeface="微软雅黑" pitchFamily="34" charset="-122"/>
                          <a:ea typeface="微软雅黑" pitchFamily="34" charset="-122"/>
                        </a:rPr>
                        <a:t>[6]</a:t>
                      </a:r>
                      <a:r>
                        <a:rPr lang="zh-CN" altLang="en-US" sz="1000" b="0" dirty="0">
                          <a:solidFill>
                            <a:schemeClr val="bg1">
                              <a:lumMod val="50000"/>
                            </a:schemeClr>
                          </a:solidFill>
                          <a:latin typeface="微软雅黑" pitchFamily="34" charset="-122"/>
                          <a:ea typeface="微软雅黑" pitchFamily="34" charset="-122"/>
                        </a:rPr>
                        <a:t>万锦</a:t>
                      </a:r>
                      <a:r>
                        <a:rPr lang="en-US" altLang="zh-CN" sz="1000" b="0" dirty="0">
                          <a:solidFill>
                            <a:schemeClr val="bg1">
                              <a:lumMod val="50000"/>
                            </a:schemeClr>
                          </a:solidFill>
                          <a:latin typeface="微软雅黑" pitchFamily="34" charset="-122"/>
                          <a:ea typeface="微软雅黑" pitchFamily="34" charset="-122"/>
                        </a:rPr>
                        <a:t>.</a:t>
                      </a:r>
                      <a:r>
                        <a:rPr lang="zh-CN" altLang="en-US" sz="1000" b="0" dirty="0">
                          <a:solidFill>
                            <a:schemeClr val="bg1">
                              <a:lumMod val="50000"/>
                            </a:schemeClr>
                          </a:solidFill>
                          <a:latin typeface="微软雅黑" pitchFamily="34" charset="-122"/>
                          <a:ea typeface="微软雅黑" pitchFamily="34" charset="-122"/>
                        </a:rPr>
                        <a:t>中国大学学报文摘</a:t>
                      </a:r>
                      <a:r>
                        <a:rPr lang="en-US" altLang="zh-CN" sz="1000" b="0" dirty="0">
                          <a:solidFill>
                            <a:schemeClr val="bg1">
                              <a:lumMod val="50000"/>
                            </a:schemeClr>
                          </a:solidFill>
                          <a:latin typeface="微软雅黑" pitchFamily="34" charset="-122"/>
                          <a:ea typeface="微软雅黑" pitchFamily="34" charset="-122"/>
                        </a:rPr>
                        <a:t>(1983-1993).</a:t>
                      </a:r>
                      <a:r>
                        <a:rPr lang="zh-CN" altLang="en-US" sz="1000" b="0" dirty="0">
                          <a:solidFill>
                            <a:schemeClr val="bg1">
                              <a:lumMod val="50000"/>
                            </a:schemeClr>
                          </a:solidFill>
                          <a:latin typeface="微软雅黑" pitchFamily="34" charset="-122"/>
                          <a:ea typeface="微软雅黑" pitchFamily="34" charset="-122"/>
                        </a:rPr>
                        <a:t>英文版</a:t>
                      </a:r>
                      <a:r>
                        <a:rPr lang="en-US" altLang="zh-CN" sz="1000" b="0" dirty="0">
                          <a:solidFill>
                            <a:schemeClr val="bg1">
                              <a:lumMod val="50000"/>
                            </a:schemeClr>
                          </a:solidFill>
                          <a:latin typeface="微软雅黑" pitchFamily="34" charset="-122"/>
                          <a:ea typeface="微软雅黑" pitchFamily="34" charset="-122"/>
                        </a:rPr>
                        <a:t>[DB/CD].</a:t>
                      </a:r>
                      <a:r>
                        <a:rPr lang="zh-CN" altLang="en-US" sz="1000" b="0" dirty="0">
                          <a:solidFill>
                            <a:schemeClr val="bg1">
                              <a:lumMod val="50000"/>
                            </a:schemeClr>
                          </a:solidFill>
                          <a:latin typeface="微软雅黑" pitchFamily="34" charset="-122"/>
                          <a:ea typeface="微软雅黑" pitchFamily="34" charset="-122"/>
                        </a:rPr>
                        <a:t>北京</a:t>
                      </a:r>
                      <a:r>
                        <a:rPr lang="en-US" altLang="zh-CN" sz="1000" b="0" dirty="0">
                          <a:solidFill>
                            <a:schemeClr val="bg1">
                              <a:lumMod val="50000"/>
                            </a:schemeClr>
                          </a:solidFill>
                          <a:latin typeface="微软雅黑" pitchFamily="34" charset="-122"/>
                          <a:ea typeface="微软雅黑" pitchFamily="34" charset="-122"/>
                        </a:rPr>
                        <a:t>:</a:t>
                      </a:r>
                      <a:r>
                        <a:rPr lang="zh-CN" altLang="en-US" sz="1000" b="0" dirty="0">
                          <a:solidFill>
                            <a:schemeClr val="bg1">
                              <a:lumMod val="50000"/>
                            </a:schemeClr>
                          </a:solidFill>
                          <a:latin typeface="微软雅黑" pitchFamily="34" charset="-122"/>
                          <a:ea typeface="微软雅黑" pitchFamily="34" charset="-122"/>
                        </a:rPr>
                        <a:t>中国大百科全书出版社</a:t>
                      </a:r>
                      <a:r>
                        <a:rPr lang="en-US" altLang="zh-CN" sz="1000" b="0" dirty="0">
                          <a:solidFill>
                            <a:schemeClr val="bg1">
                              <a:lumMod val="50000"/>
                            </a:schemeClr>
                          </a:solidFill>
                          <a:latin typeface="微软雅黑" pitchFamily="34" charset="-122"/>
                          <a:ea typeface="微软雅黑" pitchFamily="34" charset="-122"/>
                        </a:rPr>
                        <a:t>,1996.</a:t>
                      </a:r>
                      <a:endParaRPr lang="zh-CN" altLang="en-US" sz="1000" b="0" dirty="0">
                        <a:solidFill>
                          <a:schemeClr val="bg1">
                            <a:lumMod val="50000"/>
                          </a:schemeClr>
                        </a:solidFill>
                        <a:latin typeface="微软雅黑" pitchFamily="34" charset="-122"/>
                        <a:ea typeface="微软雅黑" pitchFamily="34" charset="-122"/>
                      </a:endParaRPr>
                    </a:p>
                  </a:txBody>
                  <a:tcPr anchor="ctr">
                    <a:lnL w="12700" cmpd="sng">
                      <a:noFill/>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alpha val="50000"/>
                      </a:schemeClr>
                    </a:solidFill>
                  </a:tcPr>
                </a:tc>
                <a:extLst>
                  <a:ext uri="{0D108BD9-81ED-4DB2-BD59-A6C34878D82A}">
                    <a16:rowId xmlns:a16="http://schemas.microsoft.com/office/drawing/2014/main" xmlns="" val="10005"/>
                  </a:ext>
                </a:extLst>
              </a:tr>
              <a:tr h="370840">
                <a:tc>
                  <a:txBody>
                    <a:bodyPr/>
                    <a:lstStyle/>
                    <a:p>
                      <a:r>
                        <a:rPr lang="en-US" altLang="zh-CN" sz="1000" b="0" dirty="0">
                          <a:solidFill>
                            <a:schemeClr val="bg1">
                              <a:lumMod val="50000"/>
                            </a:schemeClr>
                          </a:solidFill>
                          <a:latin typeface="微软雅黑" pitchFamily="34" charset="-122"/>
                          <a:ea typeface="微软雅黑" pitchFamily="34" charset="-122"/>
                        </a:rPr>
                        <a:t>[7]</a:t>
                      </a:r>
                      <a:r>
                        <a:rPr lang="zh-CN" altLang="en-US" sz="1000" b="0" dirty="0">
                          <a:solidFill>
                            <a:schemeClr val="bg1">
                              <a:lumMod val="50000"/>
                            </a:schemeClr>
                          </a:solidFill>
                          <a:latin typeface="微软雅黑" pitchFamily="34" charset="-122"/>
                          <a:ea typeface="微软雅黑" pitchFamily="34" charset="-122"/>
                        </a:rPr>
                        <a:t>钟文发</a:t>
                      </a:r>
                      <a:r>
                        <a:rPr lang="en-US" altLang="zh-CN" sz="1000" b="0" dirty="0">
                          <a:solidFill>
                            <a:schemeClr val="bg1">
                              <a:lumMod val="50000"/>
                            </a:schemeClr>
                          </a:solidFill>
                          <a:latin typeface="微软雅黑" pitchFamily="34" charset="-122"/>
                          <a:ea typeface="微软雅黑" pitchFamily="34" charset="-122"/>
                        </a:rPr>
                        <a:t>.</a:t>
                      </a:r>
                      <a:r>
                        <a:rPr lang="zh-CN" altLang="en-US" sz="1000" b="0" dirty="0">
                          <a:solidFill>
                            <a:schemeClr val="bg1">
                              <a:lumMod val="50000"/>
                            </a:schemeClr>
                          </a:solidFill>
                          <a:latin typeface="微软雅黑" pitchFamily="34" charset="-122"/>
                          <a:ea typeface="微软雅黑" pitchFamily="34" charset="-122"/>
                        </a:rPr>
                        <a:t>非线性规划在可燃毒物配置中的应用</a:t>
                      </a:r>
                      <a:r>
                        <a:rPr lang="en-US" altLang="zh-CN" sz="1000" b="0" dirty="0">
                          <a:solidFill>
                            <a:schemeClr val="bg1">
                              <a:lumMod val="50000"/>
                            </a:schemeClr>
                          </a:solidFill>
                          <a:latin typeface="微软雅黑" pitchFamily="34" charset="-122"/>
                          <a:ea typeface="微软雅黑" pitchFamily="34" charset="-122"/>
                        </a:rPr>
                        <a:t>[A].</a:t>
                      </a:r>
                      <a:r>
                        <a:rPr lang="zh-CN" altLang="en-US" sz="1000" b="0" dirty="0">
                          <a:solidFill>
                            <a:schemeClr val="bg1">
                              <a:lumMod val="50000"/>
                            </a:schemeClr>
                          </a:solidFill>
                          <a:latin typeface="微软雅黑" pitchFamily="34" charset="-122"/>
                          <a:ea typeface="微软雅黑" pitchFamily="34" charset="-122"/>
                        </a:rPr>
                        <a:t>赵炜</a:t>
                      </a:r>
                      <a:r>
                        <a:rPr lang="en-US" altLang="zh-CN" sz="1000" b="0" dirty="0">
                          <a:solidFill>
                            <a:schemeClr val="bg1">
                              <a:lumMod val="50000"/>
                            </a:schemeClr>
                          </a:solidFill>
                          <a:latin typeface="微软雅黑" pitchFamily="34" charset="-122"/>
                          <a:ea typeface="微软雅黑" pitchFamily="34" charset="-122"/>
                        </a:rPr>
                        <a:t>.</a:t>
                      </a:r>
                      <a:r>
                        <a:rPr lang="zh-CN" altLang="en-US" sz="1000" b="0" dirty="0">
                          <a:solidFill>
                            <a:schemeClr val="bg1">
                              <a:lumMod val="50000"/>
                            </a:schemeClr>
                          </a:solidFill>
                          <a:latin typeface="微软雅黑" pitchFamily="34" charset="-122"/>
                          <a:ea typeface="微软雅黑" pitchFamily="34" charset="-122"/>
                        </a:rPr>
                        <a:t>运筹学的理论与应用</a:t>
                      </a:r>
                      <a:r>
                        <a:rPr lang="en-US" altLang="zh-CN" sz="1000" b="0" dirty="0">
                          <a:solidFill>
                            <a:schemeClr val="bg1">
                              <a:lumMod val="50000"/>
                            </a:schemeClr>
                          </a:solidFill>
                          <a:latin typeface="微软雅黑" pitchFamily="34" charset="-122"/>
                          <a:ea typeface="微软雅黑" pitchFamily="34" charset="-122"/>
                        </a:rPr>
                        <a:t>——</a:t>
                      </a:r>
                      <a:r>
                        <a:rPr lang="zh-CN" altLang="en-US" sz="1000" b="0" dirty="0">
                          <a:solidFill>
                            <a:schemeClr val="bg1">
                              <a:lumMod val="50000"/>
                            </a:schemeClr>
                          </a:solidFill>
                          <a:latin typeface="微软雅黑" pitchFamily="34" charset="-122"/>
                          <a:ea typeface="微软雅黑" pitchFamily="34" charset="-122"/>
                        </a:rPr>
                        <a:t>中国运筹学会第五届大会论文集</a:t>
                      </a:r>
                      <a:r>
                        <a:rPr lang="en-US" altLang="zh-CN" sz="1000" b="0" dirty="0">
                          <a:solidFill>
                            <a:schemeClr val="bg1">
                              <a:lumMod val="50000"/>
                            </a:schemeClr>
                          </a:solidFill>
                          <a:latin typeface="微软雅黑" pitchFamily="34" charset="-122"/>
                          <a:ea typeface="微软雅黑" pitchFamily="34" charset="-122"/>
                        </a:rPr>
                        <a:t>[C].</a:t>
                      </a:r>
                      <a:r>
                        <a:rPr lang="zh-CN" altLang="en-US" sz="1000" b="0" dirty="0">
                          <a:solidFill>
                            <a:schemeClr val="bg1">
                              <a:lumMod val="50000"/>
                            </a:schemeClr>
                          </a:solidFill>
                          <a:latin typeface="微软雅黑" pitchFamily="34" charset="-122"/>
                          <a:ea typeface="微软雅黑" pitchFamily="34" charset="-122"/>
                        </a:rPr>
                        <a:t>西安</a:t>
                      </a:r>
                      <a:r>
                        <a:rPr lang="en-US" altLang="zh-CN" sz="1000" b="0" dirty="0">
                          <a:solidFill>
                            <a:schemeClr val="bg1">
                              <a:lumMod val="50000"/>
                            </a:schemeClr>
                          </a:solidFill>
                          <a:latin typeface="微软雅黑" pitchFamily="34" charset="-122"/>
                          <a:ea typeface="微软雅黑" pitchFamily="34" charset="-122"/>
                        </a:rPr>
                        <a:t>:</a:t>
                      </a:r>
                      <a:r>
                        <a:rPr lang="zh-CN" altLang="en-US" sz="1000" b="0" dirty="0">
                          <a:solidFill>
                            <a:schemeClr val="bg1">
                              <a:lumMod val="50000"/>
                            </a:schemeClr>
                          </a:solidFill>
                          <a:latin typeface="微软雅黑" pitchFamily="34" charset="-122"/>
                          <a:ea typeface="微软雅黑" pitchFamily="34" charset="-122"/>
                        </a:rPr>
                        <a:t>西安电子科技大学出版社</a:t>
                      </a:r>
                      <a:r>
                        <a:rPr lang="en-US" altLang="zh-CN" sz="1000" b="0" dirty="0">
                          <a:solidFill>
                            <a:schemeClr val="bg1">
                              <a:lumMod val="50000"/>
                            </a:schemeClr>
                          </a:solidFill>
                          <a:latin typeface="微软雅黑" pitchFamily="34" charset="-122"/>
                          <a:ea typeface="微软雅黑" pitchFamily="34" charset="-122"/>
                        </a:rPr>
                        <a:t>,1996.468.</a:t>
                      </a:r>
                      <a:endParaRPr lang="zh-CN" altLang="en-US" sz="1000" b="0" dirty="0">
                        <a:solidFill>
                          <a:schemeClr val="bg1">
                            <a:lumMod val="50000"/>
                          </a:schemeClr>
                        </a:solidFill>
                        <a:latin typeface="微软雅黑" pitchFamily="34" charset="-122"/>
                        <a:ea typeface="微软雅黑" pitchFamily="34" charset="-122"/>
                      </a:endParaRPr>
                    </a:p>
                  </a:txBody>
                  <a:tcPr anchor="ctr">
                    <a:lnL w="12700" cmpd="sng">
                      <a:noFill/>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75000"/>
                        <a:alpha val="20000"/>
                      </a:schemeClr>
                    </a:solidFill>
                  </a:tcPr>
                </a:tc>
                <a:extLst>
                  <a:ext uri="{0D108BD9-81ED-4DB2-BD59-A6C34878D82A}">
                    <a16:rowId xmlns:a16="http://schemas.microsoft.com/office/drawing/2014/main" xmlns="" val="10006"/>
                  </a:ext>
                </a:extLst>
              </a:tr>
              <a:tr h="370840">
                <a:tc>
                  <a:txBody>
                    <a:bodyPr/>
                    <a:lstStyle/>
                    <a:p>
                      <a:r>
                        <a:rPr lang="en-US" altLang="zh-CN" sz="1000" b="0" dirty="0">
                          <a:solidFill>
                            <a:schemeClr val="bg1">
                              <a:lumMod val="50000"/>
                            </a:schemeClr>
                          </a:solidFill>
                          <a:latin typeface="微软雅黑" pitchFamily="34" charset="-122"/>
                          <a:ea typeface="微软雅黑" pitchFamily="34" charset="-122"/>
                        </a:rPr>
                        <a:t>[8]OU J P</a:t>
                      </a:r>
                      <a:r>
                        <a:rPr lang="zh-CN" altLang="en-US" sz="1000" b="0" dirty="0">
                          <a:solidFill>
                            <a:schemeClr val="bg1">
                              <a:lumMod val="50000"/>
                            </a:schemeClr>
                          </a:solidFill>
                          <a:latin typeface="微软雅黑" pitchFamily="34" charset="-122"/>
                          <a:ea typeface="微软雅黑" pitchFamily="34" charset="-122"/>
                        </a:rPr>
                        <a:t>，</a:t>
                      </a:r>
                      <a:r>
                        <a:rPr lang="en-US" altLang="zh-CN" sz="1000" b="0" dirty="0">
                          <a:solidFill>
                            <a:schemeClr val="bg1">
                              <a:lumMod val="50000"/>
                            </a:schemeClr>
                          </a:solidFill>
                          <a:latin typeface="微软雅黑" pitchFamily="34" charset="-122"/>
                          <a:ea typeface="微软雅黑" pitchFamily="34" charset="-122"/>
                        </a:rPr>
                        <a:t>SOONG T T</a:t>
                      </a:r>
                      <a:r>
                        <a:rPr lang="zh-CN" altLang="en-US" sz="1000" b="0" dirty="0">
                          <a:solidFill>
                            <a:schemeClr val="bg1">
                              <a:lumMod val="50000"/>
                            </a:schemeClr>
                          </a:solidFill>
                          <a:latin typeface="微软雅黑" pitchFamily="34" charset="-122"/>
                          <a:ea typeface="微软雅黑" pitchFamily="34" charset="-122"/>
                        </a:rPr>
                        <a:t>，</a:t>
                      </a:r>
                      <a:r>
                        <a:rPr lang="en-US" altLang="zh-CN" sz="1000" b="0" dirty="0">
                          <a:solidFill>
                            <a:schemeClr val="bg1">
                              <a:lumMod val="50000"/>
                            </a:schemeClr>
                          </a:solidFill>
                          <a:latin typeface="微软雅黑" pitchFamily="34" charset="-122"/>
                          <a:ea typeface="微软雅黑" pitchFamily="34" charset="-122"/>
                        </a:rPr>
                        <a:t>et al.Recent advance in research on applications of passive energy dissipation systems[J].Earthquack Eng,1997,38(3):358-361.</a:t>
                      </a:r>
                      <a:endParaRPr lang="zh-CN" altLang="en-US" sz="1000" b="0" dirty="0">
                        <a:solidFill>
                          <a:schemeClr val="bg1">
                            <a:lumMod val="50000"/>
                          </a:schemeClr>
                        </a:solidFill>
                        <a:latin typeface="微软雅黑" pitchFamily="34" charset="-122"/>
                        <a:ea typeface="微软雅黑" pitchFamily="34" charset="-122"/>
                      </a:endParaRPr>
                    </a:p>
                  </a:txBody>
                  <a:tcPr anchor="ctr">
                    <a:lnL w="12700" cmpd="sng">
                      <a:noFill/>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alpha val="50000"/>
                      </a:schemeClr>
                    </a:solidFill>
                  </a:tcPr>
                </a:tc>
                <a:extLst>
                  <a:ext uri="{0D108BD9-81ED-4DB2-BD59-A6C34878D82A}">
                    <a16:rowId xmlns:a16="http://schemas.microsoft.com/office/drawing/2014/main" xmlns="" val="10007"/>
                  </a:ext>
                </a:extLst>
              </a:tr>
            </a:tbl>
          </a:graphicData>
        </a:graphic>
      </p:graphicFrame>
      <p:sp>
        <p:nvSpPr>
          <p:cNvPr id="60" name="矩形 59"/>
          <p:cNvSpPr/>
          <p:nvPr/>
        </p:nvSpPr>
        <p:spPr>
          <a:xfrm>
            <a:off x="3589553" y="1130796"/>
            <a:ext cx="1493024" cy="310871"/>
          </a:xfrm>
          <a:prstGeom prst="rect">
            <a:avLst/>
          </a:prstGeom>
          <a:noFill/>
          <a:ln w="6350" cap="flat">
            <a:solidFill>
              <a:srgbClr val="37B0E8"/>
            </a:solidFill>
            <a:prstDash val="solid"/>
            <a:miter lim="800000"/>
          </a:ln>
        </p:spPr>
        <p:txBody>
          <a:bodyPr vert="horz" wrap="square" lIns="91440" tIns="45720" rIns="91440" bIns="45720" numCol="1" anchor="ctr" anchorCtr="0" compatLnSpc="1"/>
          <a:lstStyle/>
          <a:p>
            <a:pPr algn="ctr"/>
            <a:r>
              <a:rPr lang="zh-CN" altLang="en-US" sz="1200" dirty="0">
                <a:ln w="6350">
                  <a:noFill/>
                </a:ln>
                <a:solidFill>
                  <a:srgbClr val="37B0E8"/>
                </a:solidFill>
                <a:latin typeface="Impact" pitchFamily="34" charset="0"/>
                <a:ea typeface="微软雅黑" pitchFamily="34" charset="-122"/>
              </a:rPr>
              <a:t>参考文献</a:t>
            </a:r>
          </a:p>
        </p:txBody>
      </p:sp>
      <p:pic>
        <p:nvPicPr>
          <p:cNvPr id="38" name="图片 3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43649" y="714563"/>
            <a:ext cx="1568698" cy="699598"/>
          </a:xfrm>
          <a:prstGeom prst="rect">
            <a:avLst/>
          </a:prstGeom>
        </p:spPr>
      </p:pic>
    </p:spTree>
  </p:cSld>
  <p:clrMapOvr>
    <a:masterClrMapping/>
  </p:clrMapOvr>
  <p:transition spd="slow">
    <p:push dir="u"/>
  </p:transition>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withEffect">
                                      <p:stCondLst>
                                        <p:cond delay="0"/>
                                      </p:stCondLst>
                                      <p:childTnLst>
                                        <p:set>
                                          <p:cBhvr>
                                            <p:cTn id="6" dur="1" fill="hold">
                                              <p:stCondLst>
                                                <p:cond delay="0"/>
                                              </p:stCondLst>
                                            </p:cTn>
                                            <p:tgtEl>
                                              <p:spTgt spid="60"/>
                                            </p:tgtEl>
                                            <p:attrNameLst>
                                              <p:attrName>style.visibility</p:attrName>
                                            </p:attrNameLst>
                                          </p:cBhvr>
                                          <p:to>
                                            <p:strVal val="visible"/>
                                          </p:to>
                                        </p:set>
                                        <p:animEffect transition="in" filter="fade">
                                          <p:cBhvr>
                                            <p:cTn id="7" dur="500"/>
                                            <p:tgtEl>
                                              <p:spTgt spid="60"/>
                                            </p:tgtEl>
                                          </p:cBhvr>
                                        </p:animEffect>
                                        <p:anim calcmode="lin" valueType="num">
                                          <p:cBhvr>
                                            <p:cTn id="8" dur="500" fill="hold"/>
                                            <p:tgtEl>
                                              <p:spTgt spid="60"/>
                                            </p:tgtEl>
                                            <p:attrNameLst>
                                              <p:attrName>ppt_x</p:attrName>
                                            </p:attrNameLst>
                                          </p:cBhvr>
                                          <p:tavLst>
                                            <p:tav tm="0">
                                              <p:val>
                                                <p:strVal val="#ppt_x"/>
                                              </p:val>
                                            </p:tav>
                                            <p:tav tm="100000">
                                              <p:val>
                                                <p:strVal val="#ppt_x"/>
                                              </p:val>
                                            </p:tav>
                                          </p:tavLst>
                                        </p:anim>
                                        <p:anim calcmode="lin" valueType="num">
                                          <p:cBhvr>
                                            <p:cTn id="9" dur="500" fill="hold"/>
                                            <p:tgtEl>
                                              <p:spTgt spid="60"/>
                                            </p:tgtEl>
                                            <p:attrNameLst>
                                              <p:attrName>ppt_y</p:attrName>
                                            </p:attrNameLst>
                                          </p:cBhvr>
                                          <p:tavLst>
                                            <p:tav tm="0">
                                              <p:val>
                                                <p:strVal val="#ppt_y-.1"/>
                                              </p:val>
                                            </p:tav>
                                            <p:tav tm="100000">
                                              <p:val>
                                                <p:strVal val="#ppt_y"/>
                                              </p:val>
                                            </p:tav>
                                          </p:tavLst>
                                        </p:anim>
                                      </p:childTnLst>
                                    </p:cTn>
                                  </p:par>
                                  <p:par>
                                    <p:cTn id="10" presetID="2" presetClass="entr" presetSubtype="8" fill="hold" nodeType="withEffect" p14:presetBounceEnd="60000">
                                      <p:stCondLst>
                                        <p:cond delay="500"/>
                                      </p:stCondLst>
                                      <p:childTnLst>
                                        <p:set>
                                          <p:cBhvr>
                                            <p:cTn id="11" dur="1" fill="hold">
                                              <p:stCondLst>
                                                <p:cond delay="0"/>
                                              </p:stCondLst>
                                            </p:cTn>
                                            <p:tgtEl>
                                              <p:spTgt spid="59"/>
                                            </p:tgtEl>
                                            <p:attrNameLst>
                                              <p:attrName>style.visibility</p:attrName>
                                            </p:attrNameLst>
                                          </p:cBhvr>
                                          <p:to>
                                            <p:strVal val="visible"/>
                                          </p:to>
                                        </p:set>
                                        <p:anim calcmode="lin" valueType="num" p14:bounceEnd="60000">
                                          <p:cBhvr additive="base">
                                            <p:cTn id="12" dur="500" fill="hold"/>
                                            <p:tgtEl>
                                              <p:spTgt spid="59"/>
                                            </p:tgtEl>
                                            <p:attrNameLst>
                                              <p:attrName>ppt_x</p:attrName>
                                            </p:attrNameLst>
                                          </p:cBhvr>
                                          <p:tavLst>
                                            <p:tav tm="0">
                                              <p:val>
                                                <p:strVal val="0-#ppt_w/2"/>
                                              </p:val>
                                            </p:tav>
                                            <p:tav tm="100000">
                                              <p:val>
                                                <p:strVal val="#ppt_x"/>
                                              </p:val>
                                            </p:tav>
                                          </p:tavLst>
                                        </p:anim>
                                        <p:anim calcmode="lin" valueType="num" p14:bounceEnd="60000">
                                          <p:cBhvr additive="base">
                                            <p:cTn id="13" dur="500" fill="hold"/>
                                            <p:tgtEl>
                                              <p:spTgt spid="59"/>
                                            </p:tgtEl>
                                            <p:attrNameLst>
                                              <p:attrName>ppt_y</p:attrName>
                                            </p:attrNameLst>
                                          </p:cBhvr>
                                          <p:tavLst>
                                            <p:tav tm="0">
                                              <p:val>
                                                <p:strVal val="#ppt_y"/>
                                              </p:val>
                                            </p:tav>
                                            <p:tav tm="100000">
                                              <p:val>
                                                <p:strVal val="#ppt_y"/>
                                              </p:val>
                                            </p:tav>
                                          </p:tavLst>
                                        </p:anim>
                                      </p:childTnLst>
                                    </p:cTn>
                                  </p:par>
                                  <p:par>
                                    <p:cTn id="14" presetID="2" presetClass="entr" presetSubtype="2" fill="hold" nodeType="withEffect" p14:presetBounceEnd="60000">
                                      <p:stCondLst>
                                        <p:cond delay="600"/>
                                      </p:stCondLst>
                                      <p:childTnLst>
                                        <p:set>
                                          <p:cBhvr>
                                            <p:cTn id="15" dur="1" fill="hold">
                                              <p:stCondLst>
                                                <p:cond delay="0"/>
                                              </p:stCondLst>
                                            </p:cTn>
                                            <p:tgtEl>
                                              <p:spTgt spid="58"/>
                                            </p:tgtEl>
                                            <p:attrNameLst>
                                              <p:attrName>style.visibility</p:attrName>
                                            </p:attrNameLst>
                                          </p:cBhvr>
                                          <p:to>
                                            <p:strVal val="visible"/>
                                          </p:to>
                                        </p:set>
                                        <p:anim calcmode="lin" valueType="num" p14:bounceEnd="60000">
                                          <p:cBhvr additive="base">
                                            <p:cTn id="16" dur="500" fill="hold"/>
                                            <p:tgtEl>
                                              <p:spTgt spid="58"/>
                                            </p:tgtEl>
                                            <p:attrNameLst>
                                              <p:attrName>ppt_x</p:attrName>
                                            </p:attrNameLst>
                                          </p:cBhvr>
                                          <p:tavLst>
                                            <p:tav tm="0">
                                              <p:val>
                                                <p:strVal val="1+#ppt_w/2"/>
                                              </p:val>
                                            </p:tav>
                                            <p:tav tm="100000">
                                              <p:val>
                                                <p:strVal val="#ppt_x"/>
                                              </p:val>
                                            </p:tav>
                                          </p:tavLst>
                                        </p:anim>
                                        <p:anim calcmode="lin" valueType="num" p14:bounceEnd="60000">
                                          <p:cBhvr additive="base">
                                            <p:cTn id="17" dur="500" fill="hold"/>
                                            <p:tgtEl>
                                              <p:spTgt spid="5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withEffect">
                                      <p:stCondLst>
                                        <p:cond delay="0"/>
                                      </p:stCondLst>
                                      <p:childTnLst>
                                        <p:set>
                                          <p:cBhvr>
                                            <p:cTn id="6" dur="1" fill="hold">
                                              <p:stCondLst>
                                                <p:cond delay="0"/>
                                              </p:stCondLst>
                                            </p:cTn>
                                            <p:tgtEl>
                                              <p:spTgt spid="60"/>
                                            </p:tgtEl>
                                            <p:attrNameLst>
                                              <p:attrName>style.visibility</p:attrName>
                                            </p:attrNameLst>
                                          </p:cBhvr>
                                          <p:to>
                                            <p:strVal val="visible"/>
                                          </p:to>
                                        </p:set>
                                        <p:animEffect transition="in" filter="fade">
                                          <p:cBhvr>
                                            <p:cTn id="7" dur="500"/>
                                            <p:tgtEl>
                                              <p:spTgt spid="60"/>
                                            </p:tgtEl>
                                          </p:cBhvr>
                                        </p:animEffect>
                                        <p:anim calcmode="lin" valueType="num">
                                          <p:cBhvr>
                                            <p:cTn id="8" dur="500" fill="hold"/>
                                            <p:tgtEl>
                                              <p:spTgt spid="60"/>
                                            </p:tgtEl>
                                            <p:attrNameLst>
                                              <p:attrName>ppt_x</p:attrName>
                                            </p:attrNameLst>
                                          </p:cBhvr>
                                          <p:tavLst>
                                            <p:tav tm="0">
                                              <p:val>
                                                <p:strVal val="#ppt_x"/>
                                              </p:val>
                                            </p:tav>
                                            <p:tav tm="100000">
                                              <p:val>
                                                <p:strVal val="#ppt_x"/>
                                              </p:val>
                                            </p:tav>
                                          </p:tavLst>
                                        </p:anim>
                                        <p:anim calcmode="lin" valueType="num">
                                          <p:cBhvr>
                                            <p:cTn id="9" dur="500" fill="hold"/>
                                            <p:tgtEl>
                                              <p:spTgt spid="60"/>
                                            </p:tgtEl>
                                            <p:attrNameLst>
                                              <p:attrName>ppt_y</p:attrName>
                                            </p:attrNameLst>
                                          </p:cBhvr>
                                          <p:tavLst>
                                            <p:tav tm="0">
                                              <p:val>
                                                <p:strVal val="#ppt_y-.1"/>
                                              </p:val>
                                            </p:tav>
                                            <p:tav tm="100000">
                                              <p:val>
                                                <p:strVal val="#ppt_y"/>
                                              </p:val>
                                            </p:tav>
                                          </p:tavLst>
                                        </p:anim>
                                      </p:childTnLst>
                                    </p:cTn>
                                  </p:par>
                                  <p:par>
                                    <p:cTn id="10" presetID="2" presetClass="entr" presetSubtype="8" fill="hold" nodeType="withEffect">
                                      <p:stCondLst>
                                        <p:cond delay="500"/>
                                      </p:stCondLst>
                                      <p:childTnLst>
                                        <p:set>
                                          <p:cBhvr>
                                            <p:cTn id="11" dur="1" fill="hold">
                                              <p:stCondLst>
                                                <p:cond delay="0"/>
                                              </p:stCondLst>
                                            </p:cTn>
                                            <p:tgtEl>
                                              <p:spTgt spid="59"/>
                                            </p:tgtEl>
                                            <p:attrNameLst>
                                              <p:attrName>style.visibility</p:attrName>
                                            </p:attrNameLst>
                                          </p:cBhvr>
                                          <p:to>
                                            <p:strVal val="visible"/>
                                          </p:to>
                                        </p:set>
                                        <p:anim calcmode="lin" valueType="num">
                                          <p:cBhvr additive="base">
                                            <p:cTn id="12" dur="500" fill="hold"/>
                                            <p:tgtEl>
                                              <p:spTgt spid="59"/>
                                            </p:tgtEl>
                                            <p:attrNameLst>
                                              <p:attrName>ppt_x</p:attrName>
                                            </p:attrNameLst>
                                          </p:cBhvr>
                                          <p:tavLst>
                                            <p:tav tm="0">
                                              <p:val>
                                                <p:strVal val="0-#ppt_w/2"/>
                                              </p:val>
                                            </p:tav>
                                            <p:tav tm="100000">
                                              <p:val>
                                                <p:strVal val="#ppt_x"/>
                                              </p:val>
                                            </p:tav>
                                          </p:tavLst>
                                        </p:anim>
                                        <p:anim calcmode="lin" valueType="num">
                                          <p:cBhvr additive="base">
                                            <p:cTn id="13" dur="500" fill="hold"/>
                                            <p:tgtEl>
                                              <p:spTgt spid="59"/>
                                            </p:tgtEl>
                                            <p:attrNameLst>
                                              <p:attrName>ppt_y</p:attrName>
                                            </p:attrNameLst>
                                          </p:cBhvr>
                                          <p:tavLst>
                                            <p:tav tm="0">
                                              <p:val>
                                                <p:strVal val="#ppt_y"/>
                                              </p:val>
                                            </p:tav>
                                            <p:tav tm="100000">
                                              <p:val>
                                                <p:strVal val="#ppt_y"/>
                                              </p:val>
                                            </p:tav>
                                          </p:tavLst>
                                        </p:anim>
                                      </p:childTnLst>
                                    </p:cTn>
                                  </p:par>
                                  <p:par>
                                    <p:cTn id="14" presetID="2" presetClass="entr" presetSubtype="2" fill="hold" nodeType="withEffect">
                                      <p:stCondLst>
                                        <p:cond delay="600"/>
                                      </p:stCondLst>
                                      <p:childTnLst>
                                        <p:set>
                                          <p:cBhvr>
                                            <p:cTn id="15" dur="1" fill="hold">
                                              <p:stCondLst>
                                                <p:cond delay="0"/>
                                              </p:stCondLst>
                                            </p:cTn>
                                            <p:tgtEl>
                                              <p:spTgt spid="58"/>
                                            </p:tgtEl>
                                            <p:attrNameLst>
                                              <p:attrName>style.visibility</p:attrName>
                                            </p:attrNameLst>
                                          </p:cBhvr>
                                          <p:to>
                                            <p:strVal val="visible"/>
                                          </p:to>
                                        </p:set>
                                        <p:anim calcmode="lin" valueType="num">
                                          <p:cBhvr additive="base">
                                            <p:cTn id="16" dur="500" fill="hold"/>
                                            <p:tgtEl>
                                              <p:spTgt spid="58"/>
                                            </p:tgtEl>
                                            <p:attrNameLst>
                                              <p:attrName>ppt_x</p:attrName>
                                            </p:attrNameLst>
                                          </p:cBhvr>
                                          <p:tavLst>
                                            <p:tav tm="0">
                                              <p:val>
                                                <p:strVal val="1+#ppt_w/2"/>
                                              </p:val>
                                            </p:tav>
                                            <p:tav tm="100000">
                                              <p:val>
                                                <p:strVal val="#ppt_x"/>
                                              </p:val>
                                            </p:tav>
                                          </p:tavLst>
                                        </p:anim>
                                        <p:anim calcmode="lin" valueType="num">
                                          <p:cBhvr additive="base">
                                            <p:cTn id="17" dur="500" fill="hold"/>
                                            <p:tgtEl>
                                              <p:spTgt spid="5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animBg="1"/>
        </p:bldLst>
      </p:timing>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0" y="1977864"/>
            <a:ext cx="390525" cy="1174750"/>
            <a:chOff x="0" y="1977864"/>
            <a:chExt cx="390525" cy="1174750"/>
          </a:xfrm>
          <a:solidFill>
            <a:schemeClr val="bg1"/>
          </a:solidFill>
        </p:grpSpPr>
        <p:cxnSp>
          <p:nvCxnSpPr>
            <p:cNvPr id="3" name="直接连接符 2"/>
            <p:cNvCxnSpPr/>
            <p:nvPr/>
          </p:nvCxnSpPr>
          <p:spPr>
            <a:xfrm flipH="1">
              <a:off x="0" y="2368389"/>
              <a:ext cx="390525" cy="0"/>
            </a:xfrm>
            <a:prstGeom prst="line">
              <a:avLst/>
            </a:prstGeom>
            <a:grpFill/>
            <a:ln w="6350">
              <a:solidFill>
                <a:srgbClr val="62768C"/>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flipH="1">
              <a:off x="0" y="1977864"/>
              <a:ext cx="390525" cy="0"/>
            </a:xfrm>
            <a:prstGeom prst="line">
              <a:avLst/>
            </a:prstGeom>
            <a:grpFill/>
            <a:ln w="6350">
              <a:solidFill>
                <a:srgbClr val="62768C"/>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H="1">
              <a:off x="0" y="2762089"/>
              <a:ext cx="390525" cy="0"/>
            </a:xfrm>
            <a:prstGeom prst="line">
              <a:avLst/>
            </a:prstGeom>
            <a:grpFill/>
            <a:ln w="6350">
              <a:solidFill>
                <a:srgbClr val="62768C"/>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flipH="1">
              <a:off x="0" y="3152614"/>
              <a:ext cx="390525" cy="0"/>
            </a:xfrm>
            <a:prstGeom prst="line">
              <a:avLst/>
            </a:prstGeom>
            <a:grpFill/>
            <a:ln w="6350">
              <a:solidFill>
                <a:srgbClr val="62768C"/>
              </a:solidFill>
            </a:ln>
          </p:spPr>
          <p:style>
            <a:lnRef idx="1">
              <a:schemeClr val="accent1"/>
            </a:lnRef>
            <a:fillRef idx="0">
              <a:schemeClr val="accent1"/>
            </a:fillRef>
            <a:effectRef idx="0">
              <a:schemeClr val="accent1"/>
            </a:effectRef>
            <a:fontRef idx="minor">
              <a:schemeClr val="tx1"/>
            </a:fontRef>
          </p:style>
        </p:cxnSp>
      </p:grpSp>
      <p:grpSp>
        <p:nvGrpSpPr>
          <p:cNvPr id="33" name="组合 32"/>
          <p:cNvGrpSpPr/>
          <p:nvPr/>
        </p:nvGrpSpPr>
        <p:grpSpPr>
          <a:xfrm>
            <a:off x="8632482" y="346839"/>
            <a:ext cx="156623" cy="156623"/>
            <a:chOff x="8689063" y="2493438"/>
            <a:chExt cx="156623" cy="156623"/>
          </a:xfrm>
        </p:grpSpPr>
        <p:sp>
          <p:nvSpPr>
            <p:cNvPr id="26" name="矩形 25"/>
            <p:cNvSpPr/>
            <p:nvPr/>
          </p:nvSpPr>
          <p:spPr>
            <a:xfrm>
              <a:off x="8689063" y="2493438"/>
              <a:ext cx="156623" cy="156623"/>
            </a:xfrm>
            <a:prstGeom prst="rect">
              <a:avLst/>
            </a:prstGeom>
            <a:solidFill>
              <a:srgbClr val="586B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任意多边形 30"/>
            <p:cNvSpPr/>
            <p:nvPr/>
          </p:nvSpPr>
          <p:spPr>
            <a:xfrm rot="10800000">
              <a:off x="8737889" y="2531868"/>
              <a:ext cx="58967" cy="79764"/>
            </a:xfrm>
            <a:custGeom>
              <a:avLst/>
              <a:gdLst>
                <a:gd name="connsiteX0" fmla="*/ 0 w 78581"/>
                <a:gd name="connsiteY0" fmla="*/ 0 h 152400"/>
                <a:gd name="connsiteX1" fmla="*/ 78581 w 78581"/>
                <a:gd name="connsiteY1" fmla="*/ 78581 h 152400"/>
                <a:gd name="connsiteX2" fmla="*/ 4762 w 78581"/>
                <a:gd name="connsiteY2" fmla="*/ 152400 h 152400"/>
              </a:gdLst>
              <a:ahLst/>
              <a:cxnLst>
                <a:cxn ang="0">
                  <a:pos x="connsiteX0" y="connsiteY0"/>
                </a:cxn>
                <a:cxn ang="0">
                  <a:pos x="connsiteX1" y="connsiteY1"/>
                </a:cxn>
                <a:cxn ang="0">
                  <a:pos x="connsiteX2" y="connsiteY2"/>
                </a:cxn>
              </a:cxnLst>
              <a:rect l="l" t="t" r="r" b="b"/>
              <a:pathLst>
                <a:path w="78581" h="152400">
                  <a:moveTo>
                    <a:pt x="0" y="0"/>
                  </a:moveTo>
                  <a:lnTo>
                    <a:pt x="78581" y="78581"/>
                  </a:lnTo>
                  <a:lnTo>
                    <a:pt x="4762" y="152400"/>
                  </a:lnTo>
                </a:path>
              </a:pathLst>
            </a:cu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4" name="组合 33"/>
          <p:cNvGrpSpPr/>
          <p:nvPr/>
        </p:nvGrpSpPr>
        <p:grpSpPr>
          <a:xfrm>
            <a:off x="8789105" y="346839"/>
            <a:ext cx="156623" cy="156623"/>
            <a:chOff x="8845686" y="2493438"/>
            <a:chExt cx="156623" cy="156623"/>
          </a:xfrm>
        </p:grpSpPr>
        <p:sp>
          <p:nvSpPr>
            <p:cNvPr id="30" name="矩形 29"/>
            <p:cNvSpPr/>
            <p:nvPr/>
          </p:nvSpPr>
          <p:spPr>
            <a:xfrm>
              <a:off x="8845686" y="2493438"/>
              <a:ext cx="156623" cy="156623"/>
            </a:xfrm>
            <a:prstGeom prst="rect">
              <a:avLst/>
            </a:prstGeom>
            <a:solidFill>
              <a:srgbClr val="37B0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任意多边形 31"/>
            <p:cNvSpPr/>
            <p:nvPr/>
          </p:nvSpPr>
          <p:spPr>
            <a:xfrm>
              <a:off x="8894513" y="2531868"/>
              <a:ext cx="58967" cy="79764"/>
            </a:xfrm>
            <a:custGeom>
              <a:avLst/>
              <a:gdLst>
                <a:gd name="connsiteX0" fmla="*/ 0 w 78581"/>
                <a:gd name="connsiteY0" fmla="*/ 0 h 152400"/>
                <a:gd name="connsiteX1" fmla="*/ 78581 w 78581"/>
                <a:gd name="connsiteY1" fmla="*/ 78581 h 152400"/>
                <a:gd name="connsiteX2" fmla="*/ 4762 w 78581"/>
                <a:gd name="connsiteY2" fmla="*/ 152400 h 152400"/>
              </a:gdLst>
              <a:ahLst/>
              <a:cxnLst>
                <a:cxn ang="0">
                  <a:pos x="connsiteX0" y="connsiteY0"/>
                </a:cxn>
                <a:cxn ang="0">
                  <a:pos x="connsiteX1" y="connsiteY1"/>
                </a:cxn>
                <a:cxn ang="0">
                  <a:pos x="connsiteX2" y="connsiteY2"/>
                </a:cxn>
              </a:cxnLst>
              <a:rect l="l" t="t" r="r" b="b"/>
              <a:pathLst>
                <a:path w="78581" h="152400">
                  <a:moveTo>
                    <a:pt x="0" y="0"/>
                  </a:moveTo>
                  <a:lnTo>
                    <a:pt x="78581" y="78581"/>
                  </a:lnTo>
                  <a:lnTo>
                    <a:pt x="4762" y="152400"/>
                  </a:lnTo>
                </a:path>
              </a:pathLst>
            </a:cu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5" name="矩形 34">
            <a:hlinkClick r:id="" action="ppaction://hlinkshowjump?jump=previousslide"/>
          </p:cNvPr>
          <p:cNvSpPr/>
          <p:nvPr/>
        </p:nvSpPr>
        <p:spPr>
          <a:xfrm>
            <a:off x="8632479" y="340203"/>
            <a:ext cx="156623" cy="166239"/>
          </a:xfrm>
          <a:prstGeom prst="rect">
            <a:avLst/>
          </a:prstGeom>
          <a:solidFill>
            <a:srgbClr val="37B0E8">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35">
            <a:hlinkClick r:id="" action="ppaction://hlinkshowjump?jump=nextslide"/>
          </p:cNvPr>
          <p:cNvSpPr/>
          <p:nvPr/>
        </p:nvSpPr>
        <p:spPr>
          <a:xfrm>
            <a:off x="8789102" y="340203"/>
            <a:ext cx="156623" cy="166239"/>
          </a:xfrm>
          <a:prstGeom prst="rect">
            <a:avLst/>
          </a:prstGeom>
          <a:solidFill>
            <a:srgbClr val="37B0E8">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矩形 36"/>
          <p:cNvSpPr/>
          <p:nvPr/>
        </p:nvSpPr>
        <p:spPr>
          <a:xfrm>
            <a:off x="-1" y="1588788"/>
            <a:ext cx="1280513" cy="390525"/>
          </a:xfrm>
          <a:prstGeom prst="rect">
            <a:avLst/>
          </a:prstGeom>
          <a:solidFill>
            <a:srgbClr val="37B0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Freeform 11"/>
          <p:cNvSpPr>
            <a:spLocks noEditPoints="1"/>
          </p:cNvSpPr>
          <p:nvPr/>
        </p:nvSpPr>
        <p:spPr bwMode="auto">
          <a:xfrm>
            <a:off x="124293" y="2864285"/>
            <a:ext cx="150176" cy="190798"/>
          </a:xfrm>
          <a:custGeom>
            <a:avLst/>
            <a:gdLst>
              <a:gd name="T0" fmla="*/ 104 w 139"/>
              <a:gd name="T1" fmla="*/ 99 h 177"/>
              <a:gd name="T2" fmla="*/ 91 w 139"/>
              <a:gd name="T3" fmla="*/ 160 h 177"/>
              <a:gd name="T4" fmla="*/ 133 w 139"/>
              <a:gd name="T5" fmla="*/ 164 h 177"/>
              <a:gd name="T6" fmla="*/ 133 w 139"/>
              <a:gd name="T7" fmla="*/ 177 h 177"/>
              <a:gd name="T8" fmla="*/ 0 w 139"/>
              <a:gd name="T9" fmla="*/ 170 h 177"/>
              <a:gd name="T10" fmla="*/ 51 w 139"/>
              <a:gd name="T11" fmla="*/ 164 h 177"/>
              <a:gd name="T12" fmla="*/ 81 w 139"/>
              <a:gd name="T13" fmla="*/ 151 h 177"/>
              <a:gd name="T14" fmla="*/ 10 w 139"/>
              <a:gd name="T15" fmla="*/ 147 h 177"/>
              <a:gd name="T16" fmla="*/ 10 w 139"/>
              <a:gd name="T17" fmla="*/ 139 h 177"/>
              <a:gd name="T18" fmla="*/ 94 w 139"/>
              <a:gd name="T19" fmla="*/ 120 h 177"/>
              <a:gd name="T20" fmla="*/ 84 w 139"/>
              <a:gd name="T21" fmla="*/ 92 h 177"/>
              <a:gd name="T22" fmla="*/ 69 w 139"/>
              <a:gd name="T23" fmla="*/ 94 h 177"/>
              <a:gd name="T24" fmla="*/ 53 w 139"/>
              <a:gd name="T25" fmla="*/ 113 h 177"/>
              <a:gd name="T26" fmla="*/ 46 w 139"/>
              <a:gd name="T27" fmla="*/ 117 h 177"/>
              <a:gd name="T28" fmla="*/ 24 w 139"/>
              <a:gd name="T29" fmla="*/ 109 h 177"/>
              <a:gd name="T30" fmla="*/ 26 w 139"/>
              <a:gd name="T31" fmla="*/ 97 h 177"/>
              <a:gd name="T32" fmla="*/ 21 w 139"/>
              <a:gd name="T33" fmla="*/ 89 h 177"/>
              <a:gd name="T34" fmla="*/ 63 w 139"/>
              <a:gd name="T35" fmla="*/ 24 h 177"/>
              <a:gd name="T36" fmla="*/ 67 w 139"/>
              <a:gd name="T37" fmla="*/ 26 h 177"/>
              <a:gd name="T38" fmla="*/ 69 w 139"/>
              <a:gd name="T39" fmla="*/ 14 h 177"/>
              <a:gd name="T40" fmla="*/ 76 w 139"/>
              <a:gd name="T41" fmla="*/ 2 h 177"/>
              <a:gd name="T42" fmla="*/ 109 w 139"/>
              <a:gd name="T43" fmla="*/ 29 h 177"/>
              <a:gd name="T44" fmla="*/ 96 w 139"/>
              <a:gd name="T45" fmla="*/ 30 h 177"/>
              <a:gd name="T46" fmla="*/ 94 w 139"/>
              <a:gd name="T47" fmla="*/ 42 h 177"/>
              <a:gd name="T48" fmla="*/ 87 w 139"/>
              <a:gd name="T49" fmla="*/ 63 h 177"/>
              <a:gd name="T50" fmla="*/ 92 w 139"/>
              <a:gd name="T51" fmla="*/ 81 h 177"/>
              <a:gd name="T52" fmla="*/ 89 w 139"/>
              <a:gd name="T53" fmla="*/ 26 h 177"/>
              <a:gd name="T54" fmla="*/ 74 w 139"/>
              <a:gd name="T55" fmla="*/ 30 h 177"/>
              <a:gd name="T56" fmla="*/ 89 w 139"/>
              <a:gd name="T57" fmla="*/ 26 h 177"/>
              <a:gd name="T58" fmla="*/ 80 w 139"/>
              <a:gd name="T59" fmla="*/ 59 h 177"/>
              <a:gd name="T60" fmla="*/ 62 w 139"/>
              <a:gd name="T61" fmla="*/ 33 h 177"/>
              <a:gd name="T62" fmla="*/ 54 w 139"/>
              <a:gd name="T63" fmla="*/ 104 h 177"/>
              <a:gd name="T64" fmla="*/ 56 w 139"/>
              <a:gd name="T65" fmla="*/ 76 h 177"/>
              <a:gd name="T66" fmla="*/ 62 w 139"/>
              <a:gd name="T67" fmla="*/ 63 h 177"/>
              <a:gd name="T68" fmla="*/ 82 w 139"/>
              <a:gd name="T69" fmla="*/ 69 h 177"/>
              <a:gd name="T70" fmla="*/ 67 w 139"/>
              <a:gd name="T71" fmla="*/ 69 h 177"/>
              <a:gd name="T72" fmla="*/ 67 w 139"/>
              <a:gd name="T73" fmla="*/ 69 h 177"/>
              <a:gd name="T74" fmla="*/ 75 w 139"/>
              <a:gd name="T75" fmla="*/ 86 h 177"/>
              <a:gd name="T76" fmla="*/ 82 w 139"/>
              <a:gd name="T77" fmla="*/ 83 h 177"/>
              <a:gd name="T78" fmla="*/ 82 w 139"/>
              <a:gd name="T79" fmla="*/ 69 h 177"/>
              <a:gd name="T80" fmla="*/ 33 w 139"/>
              <a:gd name="T81" fmla="*/ 101 h 177"/>
              <a:gd name="T82" fmla="*/ 31 w 139"/>
              <a:gd name="T83" fmla="*/ 104 h 177"/>
              <a:gd name="T84" fmla="*/ 42 w 139"/>
              <a:gd name="T85" fmla="*/ 106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 h="177">
                <a:moveTo>
                  <a:pt x="92" y="81"/>
                </a:moveTo>
                <a:cubicBezTo>
                  <a:pt x="97" y="87"/>
                  <a:pt x="101" y="92"/>
                  <a:pt x="104" y="99"/>
                </a:cubicBezTo>
                <a:cubicBezTo>
                  <a:pt x="106" y="106"/>
                  <a:pt x="108" y="113"/>
                  <a:pt x="108" y="120"/>
                </a:cubicBezTo>
                <a:cubicBezTo>
                  <a:pt x="108" y="136"/>
                  <a:pt x="101" y="150"/>
                  <a:pt x="91" y="160"/>
                </a:cubicBezTo>
                <a:cubicBezTo>
                  <a:pt x="90" y="162"/>
                  <a:pt x="89" y="163"/>
                  <a:pt x="88" y="164"/>
                </a:cubicBezTo>
                <a:cubicBezTo>
                  <a:pt x="133" y="164"/>
                  <a:pt x="133" y="164"/>
                  <a:pt x="133" y="164"/>
                </a:cubicBezTo>
                <a:cubicBezTo>
                  <a:pt x="136" y="164"/>
                  <a:pt x="139" y="167"/>
                  <a:pt x="139" y="170"/>
                </a:cubicBezTo>
                <a:cubicBezTo>
                  <a:pt x="139" y="174"/>
                  <a:pt x="136" y="177"/>
                  <a:pt x="133" y="177"/>
                </a:cubicBezTo>
                <a:cubicBezTo>
                  <a:pt x="91" y="177"/>
                  <a:pt x="49" y="177"/>
                  <a:pt x="7" y="177"/>
                </a:cubicBezTo>
                <a:cubicBezTo>
                  <a:pt x="3" y="177"/>
                  <a:pt x="0" y="174"/>
                  <a:pt x="0" y="170"/>
                </a:cubicBezTo>
                <a:cubicBezTo>
                  <a:pt x="0" y="167"/>
                  <a:pt x="3" y="164"/>
                  <a:pt x="7" y="164"/>
                </a:cubicBezTo>
                <a:cubicBezTo>
                  <a:pt x="51" y="164"/>
                  <a:pt x="51" y="164"/>
                  <a:pt x="51" y="164"/>
                </a:cubicBezTo>
                <a:cubicBezTo>
                  <a:pt x="51" y="164"/>
                  <a:pt x="51" y="164"/>
                  <a:pt x="51" y="164"/>
                </a:cubicBezTo>
                <a:cubicBezTo>
                  <a:pt x="63" y="164"/>
                  <a:pt x="74" y="159"/>
                  <a:pt x="81" y="151"/>
                </a:cubicBezTo>
                <a:cubicBezTo>
                  <a:pt x="83" y="150"/>
                  <a:pt x="84" y="148"/>
                  <a:pt x="85" y="147"/>
                </a:cubicBezTo>
                <a:cubicBezTo>
                  <a:pt x="10" y="147"/>
                  <a:pt x="10" y="147"/>
                  <a:pt x="10" y="147"/>
                </a:cubicBezTo>
                <a:cubicBezTo>
                  <a:pt x="8" y="147"/>
                  <a:pt x="6" y="145"/>
                  <a:pt x="6" y="143"/>
                </a:cubicBezTo>
                <a:cubicBezTo>
                  <a:pt x="6" y="141"/>
                  <a:pt x="8" y="139"/>
                  <a:pt x="10" y="139"/>
                </a:cubicBezTo>
                <a:cubicBezTo>
                  <a:pt x="90" y="139"/>
                  <a:pt x="90" y="139"/>
                  <a:pt x="90" y="139"/>
                </a:cubicBezTo>
                <a:cubicBezTo>
                  <a:pt x="93" y="133"/>
                  <a:pt x="94" y="127"/>
                  <a:pt x="94" y="120"/>
                </a:cubicBezTo>
                <a:cubicBezTo>
                  <a:pt x="94" y="114"/>
                  <a:pt x="93" y="109"/>
                  <a:pt x="91" y="104"/>
                </a:cubicBezTo>
                <a:cubicBezTo>
                  <a:pt x="89" y="100"/>
                  <a:pt x="87" y="96"/>
                  <a:pt x="84" y="92"/>
                </a:cubicBezTo>
                <a:cubicBezTo>
                  <a:pt x="81" y="94"/>
                  <a:pt x="78" y="94"/>
                  <a:pt x="75" y="94"/>
                </a:cubicBezTo>
                <a:cubicBezTo>
                  <a:pt x="73" y="94"/>
                  <a:pt x="71" y="94"/>
                  <a:pt x="69" y="94"/>
                </a:cubicBezTo>
                <a:cubicBezTo>
                  <a:pt x="59" y="111"/>
                  <a:pt x="59" y="111"/>
                  <a:pt x="59" y="111"/>
                </a:cubicBezTo>
                <a:cubicBezTo>
                  <a:pt x="58" y="113"/>
                  <a:pt x="55" y="114"/>
                  <a:pt x="53" y="113"/>
                </a:cubicBezTo>
                <a:cubicBezTo>
                  <a:pt x="50" y="111"/>
                  <a:pt x="50" y="111"/>
                  <a:pt x="50" y="111"/>
                </a:cubicBezTo>
                <a:cubicBezTo>
                  <a:pt x="46" y="117"/>
                  <a:pt x="46" y="117"/>
                  <a:pt x="46" y="117"/>
                </a:cubicBezTo>
                <a:cubicBezTo>
                  <a:pt x="45" y="119"/>
                  <a:pt x="42" y="119"/>
                  <a:pt x="40" y="118"/>
                </a:cubicBezTo>
                <a:cubicBezTo>
                  <a:pt x="24" y="109"/>
                  <a:pt x="24" y="109"/>
                  <a:pt x="24" y="109"/>
                </a:cubicBezTo>
                <a:cubicBezTo>
                  <a:pt x="22" y="108"/>
                  <a:pt x="21" y="105"/>
                  <a:pt x="22" y="103"/>
                </a:cubicBezTo>
                <a:cubicBezTo>
                  <a:pt x="26" y="97"/>
                  <a:pt x="26" y="97"/>
                  <a:pt x="26" y="97"/>
                </a:cubicBezTo>
                <a:cubicBezTo>
                  <a:pt x="22" y="95"/>
                  <a:pt x="22" y="95"/>
                  <a:pt x="22" y="95"/>
                </a:cubicBezTo>
                <a:cubicBezTo>
                  <a:pt x="20" y="94"/>
                  <a:pt x="20" y="91"/>
                  <a:pt x="21" y="89"/>
                </a:cubicBezTo>
                <a:cubicBezTo>
                  <a:pt x="57" y="26"/>
                  <a:pt x="57" y="26"/>
                  <a:pt x="57" y="26"/>
                </a:cubicBezTo>
                <a:cubicBezTo>
                  <a:pt x="58" y="24"/>
                  <a:pt x="61" y="23"/>
                  <a:pt x="63" y="24"/>
                </a:cubicBezTo>
                <a:cubicBezTo>
                  <a:pt x="63" y="24"/>
                  <a:pt x="63" y="24"/>
                  <a:pt x="63" y="24"/>
                </a:cubicBezTo>
                <a:cubicBezTo>
                  <a:pt x="67" y="26"/>
                  <a:pt x="67" y="26"/>
                  <a:pt x="67" y="26"/>
                </a:cubicBezTo>
                <a:cubicBezTo>
                  <a:pt x="73" y="16"/>
                  <a:pt x="73" y="16"/>
                  <a:pt x="73" y="16"/>
                </a:cubicBezTo>
                <a:cubicBezTo>
                  <a:pt x="69" y="14"/>
                  <a:pt x="69" y="14"/>
                  <a:pt x="69" y="14"/>
                </a:cubicBezTo>
                <a:cubicBezTo>
                  <a:pt x="66" y="12"/>
                  <a:pt x="65" y="8"/>
                  <a:pt x="66" y="5"/>
                </a:cubicBezTo>
                <a:cubicBezTo>
                  <a:pt x="68" y="1"/>
                  <a:pt x="72" y="0"/>
                  <a:pt x="76" y="2"/>
                </a:cubicBezTo>
                <a:cubicBezTo>
                  <a:pt x="86" y="8"/>
                  <a:pt x="96" y="14"/>
                  <a:pt x="107" y="20"/>
                </a:cubicBezTo>
                <a:cubicBezTo>
                  <a:pt x="110" y="22"/>
                  <a:pt x="111" y="26"/>
                  <a:pt x="109" y="29"/>
                </a:cubicBezTo>
                <a:cubicBezTo>
                  <a:pt x="107" y="33"/>
                  <a:pt x="103" y="34"/>
                  <a:pt x="100" y="32"/>
                </a:cubicBezTo>
                <a:cubicBezTo>
                  <a:pt x="96" y="30"/>
                  <a:pt x="96" y="30"/>
                  <a:pt x="96" y="30"/>
                </a:cubicBezTo>
                <a:cubicBezTo>
                  <a:pt x="90" y="40"/>
                  <a:pt x="90" y="40"/>
                  <a:pt x="90" y="40"/>
                </a:cubicBezTo>
                <a:cubicBezTo>
                  <a:pt x="94" y="42"/>
                  <a:pt x="94" y="42"/>
                  <a:pt x="94" y="42"/>
                </a:cubicBezTo>
                <a:cubicBezTo>
                  <a:pt x="96" y="43"/>
                  <a:pt x="97" y="46"/>
                  <a:pt x="96" y="48"/>
                </a:cubicBezTo>
                <a:cubicBezTo>
                  <a:pt x="87" y="63"/>
                  <a:pt x="87" y="63"/>
                  <a:pt x="87" y="63"/>
                </a:cubicBezTo>
                <a:cubicBezTo>
                  <a:pt x="91" y="66"/>
                  <a:pt x="93" y="71"/>
                  <a:pt x="93" y="76"/>
                </a:cubicBezTo>
                <a:cubicBezTo>
                  <a:pt x="93" y="78"/>
                  <a:pt x="93" y="80"/>
                  <a:pt x="92" y="81"/>
                </a:cubicBezTo>
                <a:close/>
                <a:moveTo>
                  <a:pt x="89" y="26"/>
                </a:moveTo>
                <a:cubicBezTo>
                  <a:pt x="89" y="26"/>
                  <a:pt x="89" y="26"/>
                  <a:pt x="89" y="26"/>
                </a:cubicBezTo>
                <a:cubicBezTo>
                  <a:pt x="86" y="24"/>
                  <a:pt x="83" y="22"/>
                  <a:pt x="80" y="20"/>
                </a:cubicBezTo>
                <a:cubicBezTo>
                  <a:pt x="74" y="30"/>
                  <a:pt x="74" y="30"/>
                  <a:pt x="74" y="30"/>
                </a:cubicBezTo>
                <a:cubicBezTo>
                  <a:pt x="83" y="36"/>
                  <a:pt x="83" y="36"/>
                  <a:pt x="83" y="36"/>
                </a:cubicBezTo>
                <a:cubicBezTo>
                  <a:pt x="89" y="26"/>
                  <a:pt x="89" y="26"/>
                  <a:pt x="89" y="26"/>
                </a:cubicBezTo>
                <a:close/>
                <a:moveTo>
                  <a:pt x="80" y="59"/>
                </a:moveTo>
                <a:cubicBezTo>
                  <a:pt x="80" y="59"/>
                  <a:pt x="80" y="59"/>
                  <a:pt x="80" y="59"/>
                </a:cubicBezTo>
                <a:cubicBezTo>
                  <a:pt x="87" y="47"/>
                  <a:pt x="87" y="47"/>
                  <a:pt x="87" y="47"/>
                </a:cubicBezTo>
                <a:cubicBezTo>
                  <a:pt x="78" y="43"/>
                  <a:pt x="70" y="38"/>
                  <a:pt x="62" y="33"/>
                </a:cubicBezTo>
                <a:cubicBezTo>
                  <a:pt x="30" y="90"/>
                  <a:pt x="30" y="90"/>
                  <a:pt x="30" y="90"/>
                </a:cubicBezTo>
                <a:cubicBezTo>
                  <a:pt x="38" y="94"/>
                  <a:pt x="46" y="99"/>
                  <a:pt x="54" y="104"/>
                </a:cubicBezTo>
                <a:cubicBezTo>
                  <a:pt x="62" y="90"/>
                  <a:pt x="62" y="90"/>
                  <a:pt x="62" y="90"/>
                </a:cubicBezTo>
                <a:cubicBezTo>
                  <a:pt x="58" y="86"/>
                  <a:pt x="56" y="81"/>
                  <a:pt x="56" y="76"/>
                </a:cubicBezTo>
                <a:cubicBezTo>
                  <a:pt x="56" y="71"/>
                  <a:pt x="58" y="66"/>
                  <a:pt x="62" y="63"/>
                </a:cubicBezTo>
                <a:cubicBezTo>
                  <a:pt x="62" y="63"/>
                  <a:pt x="62" y="63"/>
                  <a:pt x="62" y="63"/>
                </a:cubicBezTo>
                <a:cubicBezTo>
                  <a:pt x="67" y="58"/>
                  <a:pt x="73" y="57"/>
                  <a:pt x="80" y="59"/>
                </a:cubicBezTo>
                <a:close/>
                <a:moveTo>
                  <a:pt x="82" y="69"/>
                </a:moveTo>
                <a:cubicBezTo>
                  <a:pt x="82" y="69"/>
                  <a:pt x="82" y="69"/>
                  <a:pt x="82" y="69"/>
                </a:cubicBezTo>
                <a:cubicBezTo>
                  <a:pt x="78" y="65"/>
                  <a:pt x="71" y="65"/>
                  <a:pt x="67" y="69"/>
                </a:cubicBezTo>
                <a:cubicBezTo>
                  <a:pt x="67" y="69"/>
                  <a:pt x="67" y="69"/>
                  <a:pt x="67" y="69"/>
                </a:cubicBezTo>
                <a:cubicBezTo>
                  <a:pt x="67" y="69"/>
                  <a:pt x="67" y="69"/>
                  <a:pt x="67" y="69"/>
                </a:cubicBezTo>
                <a:cubicBezTo>
                  <a:pt x="65" y="71"/>
                  <a:pt x="64" y="73"/>
                  <a:pt x="64" y="76"/>
                </a:cubicBezTo>
                <a:cubicBezTo>
                  <a:pt x="64" y="82"/>
                  <a:pt x="69" y="86"/>
                  <a:pt x="75" y="86"/>
                </a:cubicBezTo>
                <a:cubicBezTo>
                  <a:pt x="77" y="86"/>
                  <a:pt x="80" y="85"/>
                  <a:pt x="82" y="83"/>
                </a:cubicBezTo>
                <a:cubicBezTo>
                  <a:pt x="82" y="83"/>
                  <a:pt x="82" y="83"/>
                  <a:pt x="82" y="83"/>
                </a:cubicBezTo>
                <a:cubicBezTo>
                  <a:pt x="84" y="81"/>
                  <a:pt x="85" y="79"/>
                  <a:pt x="85" y="76"/>
                </a:cubicBezTo>
                <a:cubicBezTo>
                  <a:pt x="85" y="73"/>
                  <a:pt x="84" y="71"/>
                  <a:pt x="82" y="69"/>
                </a:cubicBezTo>
                <a:cubicBezTo>
                  <a:pt x="82" y="69"/>
                  <a:pt x="82" y="69"/>
                  <a:pt x="82" y="69"/>
                </a:cubicBezTo>
                <a:close/>
                <a:moveTo>
                  <a:pt x="33" y="101"/>
                </a:moveTo>
                <a:cubicBezTo>
                  <a:pt x="33" y="101"/>
                  <a:pt x="33" y="101"/>
                  <a:pt x="33" y="101"/>
                </a:cubicBezTo>
                <a:cubicBezTo>
                  <a:pt x="31" y="104"/>
                  <a:pt x="31" y="104"/>
                  <a:pt x="31" y="104"/>
                </a:cubicBezTo>
                <a:cubicBezTo>
                  <a:pt x="41" y="109"/>
                  <a:pt x="41" y="109"/>
                  <a:pt x="41" y="109"/>
                </a:cubicBezTo>
                <a:cubicBezTo>
                  <a:pt x="42" y="106"/>
                  <a:pt x="42" y="106"/>
                  <a:pt x="42" y="106"/>
                </a:cubicBezTo>
                <a:cubicBezTo>
                  <a:pt x="33" y="101"/>
                  <a:pt x="33" y="101"/>
                  <a:pt x="33" y="101"/>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0" name="Freeform 12"/>
          <p:cNvSpPr>
            <a:spLocks noEditPoints="1"/>
          </p:cNvSpPr>
          <p:nvPr/>
        </p:nvSpPr>
        <p:spPr bwMode="auto">
          <a:xfrm>
            <a:off x="134107" y="2472073"/>
            <a:ext cx="130548" cy="187604"/>
          </a:xfrm>
          <a:custGeom>
            <a:avLst/>
            <a:gdLst>
              <a:gd name="T0" fmla="*/ 3 w 121"/>
              <a:gd name="T1" fmla="*/ 119 h 174"/>
              <a:gd name="T2" fmla="*/ 23 w 121"/>
              <a:gd name="T3" fmla="*/ 115 h 174"/>
              <a:gd name="T4" fmla="*/ 38 w 121"/>
              <a:gd name="T5" fmla="*/ 74 h 174"/>
              <a:gd name="T6" fmla="*/ 38 w 121"/>
              <a:gd name="T7" fmla="*/ 74 h 174"/>
              <a:gd name="T8" fmla="*/ 38 w 121"/>
              <a:gd name="T9" fmla="*/ 29 h 174"/>
              <a:gd name="T10" fmla="*/ 54 w 121"/>
              <a:gd name="T11" fmla="*/ 21 h 174"/>
              <a:gd name="T12" fmla="*/ 60 w 121"/>
              <a:gd name="T13" fmla="*/ 0 h 174"/>
              <a:gd name="T14" fmla="*/ 67 w 121"/>
              <a:gd name="T15" fmla="*/ 21 h 174"/>
              <a:gd name="T16" fmla="*/ 92 w 121"/>
              <a:gd name="T17" fmla="*/ 51 h 174"/>
              <a:gd name="T18" fmla="*/ 82 w 121"/>
              <a:gd name="T19" fmla="*/ 74 h 174"/>
              <a:gd name="T20" fmla="*/ 98 w 121"/>
              <a:gd name="T21" fmla="*/ 115 h 174"/>
              <a:gd name="T22" fmla="*/ 117 w 121"/>
              <a:gd name="T23" fmla="*/ 119 h 174"/>
              <a:gd name="T24" fmla="*/ 102 w 121"/>
              <a:gd name="T25" fmla="*/ 124 h 174"/>
              <a:gd name="T26" fmla="*/ 116 w 121"/>
              <a:gd name="T27" fmla="*/ 159 h 174"/>
              <a:gd name="T28" fmla="*/ 120 w 121"/>
              <a:gd name="T29" fmla="*/ 168 h 174"/>
              <a:gd name="T30" fmla="*/ 113 w 121"/>
              <a:gd name="T31" fmla="*/ 171 h 174"/>
              <a:gd name="T32" fmla="*/ 108 w 121"/>
              <a:gd name="T33" fmla="*/ 162 h 174"/>
              <a:gd name="T34" fmla="*/ 87 w 121"/>
              <a:gd name="T35" fmla="*/ 124 h 174"/>
              <a:gd name="T36" fmla="*/ 67 w 121"/>
              <a:gd name="T37" fmla="*/ 129 h 174"/>
              <a:gd name="T38" fmla="*/ 54 w 121"/>
              <a:gd name="T39" fmla="*/ 129 h 174"/>
              <a:gd name="T40" fmla="*/ 34 w 121"/>
              <a:gd name="T41" fmla="*/ 124 h 174"/>
              <a:gd name="T42" fmla="*/ 13 w 121"/>
              <a:gd name="T43" fmla="*/ 162 h 174"/>
              <a:gd name="T44" fmla="*/ 8 w 121"/>
              <a:gd name="T45" fmla="*/ 171 h 174"/>
              <a:gd name="T46" fmla="*/ 1 w 121"/>
              <a:gd name="T47" fmla="*/ 168 h 174"/>
              <a:gd name="T48" fmla="*/ 5 w 121"/>
              <a:gd name="T49" fmla="*/ 159 h 174"/>
              <a:gd name="T50" fmla="*/ 19 w 121"/>
              <a:gd name="T51" fmla="*/ 124 h 174"/>
              <a:gd name="T52" fmla="*/ 54 w 121"/>
              <a:gd name="T53" fmla="*/ 115 h 174"/>
              <a:gd name="T54" fmla="*/ 54 w 121"/>
              <a:gd name="T55" fmla="*/ 110 h 174"/>
              <a:gd name="T56" fmla="*/ 67 w 121"/>
              <a:gd name="T57" fmla="*/ 110 h 174"/>
              <a:gd name="T58" fmla="*/ 83 w 121"/>
              <a:gd name="T59" fmla="*/ 115 h 174"/>
              <a:gd name="T60" fmla="*/ 54 w 121"/>
              <a:gd name="T61" fmla="*/ 82 h 174"/>
              <a:gd name="T62" fmla="*/ 54 w 121"/>
              <a:gd name="T63" fmla="*/ 115 h 174"/>
              <a:gd name="T64" fmla="*/ 73 w 121"/>
              <a:gd name="T65" fmla="*/ 39 h 174"/>
              <a:gd name="T66" fmla="*/ 48 w 121"/>
              <a:gd name="T67" fmla="*/ 39 h 174"/>
              <a:gd name="T68" fmla="*/ 48 w 121"/>
              <a:gd name="T69" fmla="*/ 64 h 174"/>
              <a:gd name="T70" fmla="*/ 68 w 121"/>
              <a:gd name="T71" fmla="*/ 68 h 174"/>
              <a:gd name="T72" fmla="*/ 73 w 121"/>
              <a:gd name="T73" fmla="*/ 64 h 174"/>
              <a:gd name="T74" fmla="*/ 73 w 121"/>
              <a:gd name="T75" fmla="*/ 39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1" h="174">
                <a:moveTo>
                  <a:pt x="8" y="124"/>
                </a:moveTo>
                <a:cubicBezTo>
                  <a:pt x="5" y="124"/>
                  <a:pt x="3" y="122"/>
                  <a:pt x="3" y="119"/>
                </a:cubicBezTo>
                <a:cubicBezTo>
                  <a:pt x="3" y="117"/>
                  <a:pt x="5" y="115"/>
                  <a:pt x="8" y="115"/>
                </a:cubicBezTo>
                <a:cubicBezTo>
                  <a:pt x="23" y="115"/>
                  <a:pt x="23" y="115"/>
                  <a:pt x="23" y="115"/>
                </a:cubicBezTo>
                <a:cubicBezTo>
                  <a:pt x="42" y="77"/>
                  <a:pt x="42" y="77"/>
                  <a:pt x="42" y="77"/>
                </a:cubicBezTo>
                <a:cubicBezTo>
                  <a:pt x="41" y="76"/>
                  <a:pt x="40" y="75"/>
                  <a:pt x="38" y="74"/>
                </a:cubicBezTo>
                <a:cubicBezTo>
                  <a:pt x="38" y="74"/>
                  <a:pt x="38" y="74"/>
                  <a:pt x="38" y="74"/>
                </a:cubicBezTo>
                <a:cubicBezTo>
                  <a:pt x="38" y="74"/>
                  <a:pt x="38" y="74"/>
                  <a:pt x="38" y="74"/>
                </a:cubicBezTo>
                <a:cubicBezTo>
                  <a:pt x="33" y="68"/>
                  <a:pt x="29" y="60"/>
                  <a:pt x="29" y="51"/>
                </a:cubicBezTo>
                <a:cubicBezTo>
                  <a:pt x="29" y="43"/>
                  <a:pt x="33" y="35"/>
                  <a:pt x="38" y="29"/>
                </a:cubicBezTo>
                <a:cubicBezTo>
                  <a:pt x="39" y="29"/>
                  <a:pt x="39" y="29"/>
                  <a:pt x="39" y="29"/>
                </a:cubicBezTo>
                <a:cubicBezTo>
                  <a:pt x="43" y="25"/>
                  <a:pt x="48" y="22"/>
                  <a:pt x="54" y="21"/>
                </a:cubicBezTo>
                <a:cubicBezTo>
                  <a:pt x="54" y="7"/>
                  <a:pt x="54" y="7"/>
                  <a:pt x="54" y="7"/>
                </a:cubicBezTo>
                <a:cubicBezTo>
                  <a:pt x="54" y="3"/>
                  <a:pt x="57" y="0"/>
                  <a:pt x="60" y="0"/>
                </a:cubicBezTo>
                <a:cubicBezTo>
                  <a:pt x="64" y="0"/>
                  <a:pt x="67" y="3"/>
                  <a:pt x="67" y="7"/>
                </a:cubicBezTo>
                <a:cubicBezTo>
                  <a:pt x="67" y="21"/>
                  <a:pt x="67" y="21"/>
                  <a:pt x="67" y="21"/>
                </a:cubicBezTo>
                <a:cubicBezTo>
                  <a:pt x="73" y="22"/>
                  <a:pt x="78" y="25"/>
                  <a:pt x="82" y="29"/>
                </a:cubicBezTo>
                <a:cubicBezTo>
                  <a:pt x="88" y="35"/>
                  <a:pt x="92" y="43"/>
                  <a:pt x="92" y="51"/>
                </a:cubicBezTo>
                <a:cubicBezTo>
                  <a:pt x="92" y="60"/>
                  <a:pt x="88" y="68"/>
                  <a:pt x="82" y="74"/>
                </a:cubicBezTo>
                <a:cubicBezTo>
                  <a:pt x="82" y="74"/>
                  <a:pt x="82" y="74"/>
                  <a:pt x="82" y="74"/>
                </a:cubicBezTo>
                <a:cubicBezTo>
                  <a:pt x="81" y="75"/>
                  <a:pt x="80" y="76"/>
                  <a:pt x="79" y="77"/>
                </a:cubicBezTo>
                <a:cubicBezTo>
                  <a:pt x="98" y="115"/>
                  <a:pt x="98" y="115"/>
                  <a:pt x="98" y="115"/>
                </a:cubicBezTo>
                <a:cubicBezTo>
                  <a:pt x="113" y="115"/>
                  <a:pt x="113" y="115"/>
                  <a:pt x="113" y="115"/>
                </a:cubicBezTo>
                <a:cubicBezTo>
                  <a:pt x="116" y="115"/>
                  <a:pt x="117" y="117"/>
                  <a:pt x="117" y="119"/>
                </a:cubicBezTo>
                <a:cubicBezTo>
                  <a:pt x="117" y="122"/>
                  <a:pt x="116" y="124"/>
                  <a:pt x="113" y="124"/>
                </a:cubicBezTo>
                <a:cubicBezTo>
                  <a:pt x="102" y="124"/>
                  <a:pt x="102" y="124"/>
                  <a:pt x="102" y="124"/>
                </a:cubicBezTo>
                <a:cubicBezTo>
                  <a:pt x="116" y="153"/>
                  <a:pt x="116" y="153"/>
                  <a:pt x="116" y="153"/>
                </a:cubicBezTo>
                <a:cubicBezTo>
                  <a:pt x="117" y="155"/>
                  <a:pt x="117" y="157"/>
                  <a:pt x="116" y="159"/>
                </a:cubicBezTo>
                <a:cubicBezTo>
                  <a:pt x="117" y="162"/>
                  <a:pt x="117" y="162"/>
                  <a:pt x="117" y="162"/>
                </a:cubicBezTo>
                <a:cubicBezTo>
                  <a:pt x="120" y="168"/>
                  <a:pt x="120" y="168"/>
                  <a:pt x="120" y="168"/>
                </a:cubicBezTo>
                <a:cubicBezTo>
                  <a:pt x="121" y="170"/>
                  <a:pt x="120" y="172"/>
                  <a:pt x="118" y="173"/>
                </a:cubicBezTo>
                <a:cubicBezTo>
                  <a:pt x="116" y="174"/>
                  <a:pt x="114" y="173"/>
                  <a:pt x="113" y="171"/>
                </a:cubicBezTo>
                <a:cubicBezTo>
                  <a:pt x="110" y="165"/>
                  <a:pt x="110" y="165"/>
                  <a:pt x="110" y="165"/>
                </a:cubicBezTo>
                <a:cubicBezTo>
                  <a:pt x="108" y="162"/>
                  <a:pt x="108" y="162"/>
                  <a:pt x="108" y="162"/>
                </a:cubicBezTo>
                <a:cubicBezTo>
                  <a:pt x="106" y="162"/>
                  <a:pt x="104" y="160"/>
                  <a:pt x="103" y="158"/>
                </a:cubicBezTo>
                <a:cubicBezTo>
                  <a:pt x="87" y="124"/>
                  <a:pt x="87" y="124"/>
                  <a:pt x="87" y="124"/>
                </a:cubicBezTo>
                <a:cubicBezTo>
                  <a:pt x="67" y="124"/>
                  <a:pt x="67" y="124"/>
                  <a:pt x="67" y="124"/>
                </a:cubicBezTo>
                <a:cubicBezTo>
                  <a:pt x="67" y="129"/>
                  <a:pt x="67" y="129"/>
                  <a:pt x="67" y="129"/>
                </a:cubicBezTo>
                <a:cubicBezTo>
                  <a:pt x="67" y="132"/>
                  <a:pt x="64" y="136"/>
                  <a:pt x="60" y="136"/>
                </a:cubicBezTo>
                <a:cubicBezTo>
                  <a:pt x="57" y="136"/>
                  <a:pt x="54" y="132"/>
                  <a:pt x="54" y="129"/>
                </a:cubicBezTo>
                <a:cubicBezTo>
                  <a:pt x="54" y="124"/>
                  <a:pt x="54" y="124"/>
                  <a:pt x="54" y="124"/>
                </a:cubicBezTo>
                <a:cubicBezTo>
                  <a:pt x="34" y="124"/>
                  <a:pt x="34" y="124"/>
                  <a:pt x="34" y="124"/>
                </a:cubicBezTo>
                <a:cubicBezTo>
                  <a:pt x="17" y="158"/>
                  <a:pt x="17" y="158"/>
                  <a:pt x="17" y="158"/>
                </a:cubicBezTo>
                <a:cubicBezTo>
                  <a:pt x="16" y="160"/>
                  <a:pt x="15" y="162"/>
                  <a:pt x="13" y="162"/>
                </a:cubicBezTo>
                <a:cubicBezTo>
                  <a:pt x="11" y="165"/>
                  <a:pt x="11" y="165"/>
                  <a:pt x="11" y="165"/>
                </a:cubicBezTo>
                <a:cubicBezTo>
                  <a:pt x="8" y="171"/>
                  <a:pt x="8" y="171"/>
                  <a:pt x="8" y="171"/>
                </a:cubicBezTo>
                <a:cubicBezTo>
                  <a:pt x="7" y="173"/>
                  <a:pt x="5" y="174"/>
                  <a:pt x="3" y="173"/>
                </a:cubicBezTo>
                <a:cubicBezTo>
                  <a:pt x="1" y="172"/>
                  <a:pt x="0" y="170"/>
                  <a:pt x="1" y="168"/>
                </a:cubicBezTo>
                <a:cubicBezTo>
                  <a:pt x="4" y="162"/>
                  <a:pt x="4" y="162"/>
                  <a:pt x="4" y="162"/>
                </a:cubicBezTo>
                <a:cubicBezTo>
                  <a:pt x="5" y="159"/>
                  <a:pt x="5" y="159"/>
                  <a:pt x="5" y="159"/>
                </a:cubicBezTo>
                <a:cubicBezTo>
                  <a:pt x="4" y="157"/>
                  <a:pt x="4" y="155"/>
                  <a:pt x="5" y="153"/>
                </a:cubicBezTo>
                <a:cubicBezTo>
                  <a:pt x="19" y="124"/>
                  <a:pt x="19" y="124"/>
                  <a:pt x="19" y="124"/>
                </a:cubicBezTo>
                <a:cubicBezTo>
                  <a:pt x="8" y="124"/>
                  <a:pt x="8" y="124"/>
                  <a:pt x="8" y="124"/>
                </a:cubicBezTo>
                <a:close/>
                <a:moveTo>
                  <a:pt x="54" y="115"/>
                </a:moveTo>
                <a:cubicBezTo>
                  <a:pt x="54" y="115"/>
                  <a:pt x="54" y="115"/>
                  <a:pt x="54" y="115"/>
                </a:cubicBezTo>
                <a:cubicBezTo>
                  <a:pt x="54" y="110"/>
                  <a:pt x="54" y="110"/>
                  <a:pt x="54" y="110"/>
                </a:cubicBezTo>
                <a:cubicBezTo>
                  <a:pt x="54" y="107"/>
                  <a:pt x="57" y="103"/>
                  <a:pt x="60" y="103"/>
                </a:cubicBezTo>
                <a:cubicBezTo>
                  <a:pt x="64" y="103"/>
                  <a:pt x="67" y="107"/>
                  <a:pt x="67" y="110"/>
                </a:cubicBezTo>
                <a:cubicBezTo>
                  <a:pt x="67" y="115"/>
                  <a:pt x="67" y="115"/>
                  <a:pt x="67" y="115"/>
                </a:cubicBezTo>
                <a:cubicBezTo>
                  <a:pt x="83" y="115"/>
                  <a:pt x="83" y="115"/>
                  <a:pt x="83" y="115"/>
                </a:cubicBezTo>
                <a:cubicBezTo>
                  <a:pt x="67" y="82"/>
                  <a:pt x="67" y="82"/>
                  <a:pt x="67" y="82"/>
                </a:cubicBezTo>
                <a:cubicBezTo>
                  <a:pt x="63" y="83"/>
                  <a:pt x="58" y="83"/>
                  <a:pt x="54" y="82"/>
                </a:cubicBezTo>
                <a:cubicBezTo>
                  <a:pt x="38" y="115"/>
                  <a:pt x="38" y="115"/>
                  <a:pt x="38" y="115"/>
                </a:cubicBezTo>
                <a:cubicBezTo>
                  <a:pt x="54" y="115"/>
                  <a:pt x="54" y="115"/>
                  <a:pt x="54" y="115"/>
                </a:cubicBezTo>
                <a:close/>
                <a:moveTo>
                  <a:pt x="73" y="39"/>
                </a:moveTo>
                <a:cubicBezTo>
                  <a:pt x="73" y="39"/>
                  <a:pt x="73" y="39"/>
                  <a:pt x="73" y="39"/>
                </a:cubicBezTo>
                <a:cubicBezTo>
                  <a:pt x="66" y="32"/>
                  <a:pt x="55" y="32"/>
                  <a:pt x="48" y="39"/>
                </a:cubicBezTo>
                <a:cubicBezTo>
                  <a:pt x="48" y="39"/>
                  <a:pt x="48" y="39"/>
                  <a:pt x="48" y="39"/>
                </a:cubicBezTo>
                <a:cubicBezTo>
                  <a:pt x="45" y="42"/>
                  <a:pt x="43" y="47"/>
                  <a:pt x="43" y="51"/>
                </a:cubicBezTo>
                <a:cubicBezTo>
                  <a:pt x="43" y="56"/>
                  <a:pt x="45" y="61"/>
                  <a:pt x="48" y="64"/>
                </a:cubicBezTo>
                <a:cubicBezTo>
                  <a:pt x="53" y="69"/>
                  <a:pt x="61" y="71"/>
                  <a:pt x="67" y="68"/>
                </a:cubicBezTo>
                <a:cubicBezTo>
                  <a:pt x="68" y="68"/>
                  <a:pt x="68" y="68"/>
                  <a:pt x="68" y="68"/>
                </a:cubicBezTo>
                <a:cubicBezTo>
                  <a:pt x="69" y="67"/>
                  <a:pt x="71" y="66"/>
                  <a:pt x="73" y="64"/>
                </a:cubicBezTo>
                <a:cubicBezTo>
                  <a:pt x="73" y="64"/>
                  <a:pt x="73" y="64"/>
                  <a:pt x="73" y="64"/>
                </a:cubicBezTo>
                <a:cubicBezTo>
                  <a:pt x="76" y="61"/>
                  <a:pt x="78" y="56"/>
                  <a:pt x="78" y="51"/>
                </a:cubicBezTo>
                <a:cubicBezTo>
                  <a:pt x="78" y="47"/>
                  <a:pt x="76" y="42"/>
                  <a:pt x="73" y="39"/>
                </a:cubicBezTo>
                <a:cubicBezTo>
                  <a:pt x="73" y="39"/>
                  <a:pt x="73" y="39"/>
                  <a:pt x="73" y="39"/>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1" name="Freeform 13"/>
          <p:cNvSpPr>
            <a:spLocks noEditPoints="1"/>
          </p:cNvSpPr>
          <p:nvPr/>
        </p:nvSpPr>
        <p:spPr bwMode="auto">
          <a:xfrm>
            <a:off x="93026" y="1695727"/>
            <a:ext cx="212710" cy="176648"/>
          </a:xfrm>
          <a:custGeom>
            <a:avLst/>
            <a:gdLst>
              <a:gd name="T0" fmla="*/ 111 w 197"/>
              <a:gd name="T1" fmla="*/ 11 h 164"/>
              <a:gd name="T2" fmla="*/ 0 w 197"/>
              <a:gd name="T3" fmla="*/ 15 h 164"/>
              <a:gd name="T4" fmla="*/ 105 w 197"/>
              <a:gd name="T5" fmla="*/ 164 h 164"/>
              <a:gd name="T6" fmla="*/ 136 w 197"/>
              <a:gd name="T7" fmla="*/ 159 h 164"/>
              <a:gd name="T8" fmla="*/ 196 w 197"/>
              <a:gd name="T9" fmla="*/ 142 h 164"/>
              <a:gd name="T10" fmla="*/ 52 w 197"/>
              <a:gd name="T11" fmla="*/ 150 h 164"/>
              <a:gd name="T12" fmla="*/ 52 w 197"/>
              <a:gd name="T13" fmla="*/ 22 h 164"/>
              <a:gd name="T14" fmla="*/ 99 w 197"/>
              <a:gd name="T15" fmla="*/ 150 h 164"/>
              <a:gd name="T16" fmla="*/ 99 w 197"/>
              <a:gd name="T17" fmla="*/ 22 h 164"/>
              <a:gd name="T18" fmla="*/ 147 w 197"/>
              <a:gd name="T19" fmla="*/ 149 h 164"/>
              <a:gd name="T20" fmla="*/ 181 w 197"/>
              <a:gd name="T21" fmla="*/ 139 h 164"/>
              <a:gd name="T22" fmla="*/ 23 w 197"/>
              <a:gd name="T23" fmla="*/ 133 h 164"/>
              <a:gd name="T24" fmla="*/ 42 w 197"/>
              <a:gd name="T25" fmla="*/ 134 h 164"/>
              <a:gd name="T26" fmla="*/ 43 w 197"/>
              <a:gd name="T27" fmla="*/ 114 h 164"/>
              <a:gd name="T28" fmla="*/ 23 w 197"/>
              <a:gd name="T29" fmla="*/ 114 h 164"/>
              <a:gd name="T30" fmla="*/ 29 w 197"/>
              <a:gd name="T31" fmla="*/ 120 h 164"/>
              <a:gd name="T32" fmla="*/ 37 w 197"/>
              <a:gd name="T33" fmla="*/ 120 h 164"/>
              <a:gd name="T34" fmla="*/ 37 w 197"/>
              <a:gd name="T35" fmla="*/ 128 h 164"/>
              <a:gd name="T36" fmla="*/ 29 w 197"/>
              <a:gd name="T37" fmla="*/ 127 h 164"/>
              <a:gd name="T38" fmla="*/ 32 w 197"/>
              <a:gd name="T39" fmla="*/ 91 h 164"/>
              <a:gd name="T40" fmla="*/ 36 w 197"/>
              <a:gd name="T41" fmla="*/ 38 h 164"/>
              <a:gd name="T42" fmla="*/ 28 w 197"/>
              <a:gd name="T43" fmla="*/ 87 h 164"/>
              <a:gd name="T44" fmla="*/ 134 w 197"/>
              <a:gd name="T45" fmla="*/ 31 h 164"/>
              <a:gd name="T46" fmla="*/ 149 w 197"/>
              <a:gd name="T47" fmla="*/ 86 h 164"/>
              <a:gd name="T48" fmla="*/ 134 w 197"/>
              <a:gd name="T49" fmla="*/ 31 h 164"/>
              <a:gd name="T50" fmla="*/ 69 w 197"/>
              <a:gd name="T51" fmla="*/ 133 h 164"/>
              <a:gd name="T52" fmla="*/ 88 w 197"/>
              <a:gd name="T53" fmla="*/ 133 h 164"/>
              <a:gd name="T54" fmla="*/ 79 w 197"/>
              <a:gd name="T55" fmla="*/ 110 h 164"/>
              <a:gd name="T56" fmla="*/ 65 w 197"/>
              <a:gd name="T57" fmla="*/ 124 h 164"/>
              <a:gd name="T58" fmla="*/ 75 w 197"/>
              <a:gd name="T59" fmla="*/ 120 h 164"/>
              <a:gd name="T60" fmla="*/ 82 w 197"/>
              <a:gd name="T61" fmla="*/ 120 h 164"/>
              <a:gd name="T62" fmla="*/ 82 w 197"/>
              <a:gd name="T63" fmla="*/ 128 h 164"/>
              <a:gd name="T64" fmla="*/ 74 w 197"/>
              <a:gd name="T65" fmla="*/ 127 h 164"/>
              <a:gd name="T66" fmla="*/ 81 w 197"/>
              <a:gd name="T67" fmla="*/ 91 h 164"/>
              <a:gd name="T68" fmla="*/ 85 w 197"/>
              <a:gd name="T69" fmla="*/ 38 h 164"/>
              <a:gd name="T70" fmla="*/ 77 w 197"/>
              <a:gd name="T71" fmla="*/ 87 h 164"/>
              <a:gd name="T72" fmla="*/ 148 w 197"/>
              <a:gd name="T73" fmla="*/ 109 h 164"/>
              <a:gd name="T74" fmla="*/ 148 w 197"/>
              <a:gd name="T75" fmla="*/ 128 h 164"/>
              <a:gd name="T76" fmla="*/ 167 w 197"/>
              <a:gd name="T77" fmla="*/ 128 h 164"/>
              <a:gd name="T78" fmla="*/ 168 w 197"/>
              <a:gd name="T79" fmla="*/ 109 h 164"/>
              <a:gd name="T80" fmla="*/ 158 w 197"/>
              <a:gd name="T81" fmla="*/ 105 h 164"/>
              <a:gd name="T82" fmla="*/ 154 w 197"/>
              <a:gd name="T83" fmla="*/ 114 h 164"/>
              <a:gd name="T84" fmla="*/ 163 w 197"/>
              <a:gd name="T85" fmla="*/ 118 h 164"/>
              <a:gd name="T86" fmla="*/ 154 w 197"/>
              <a:gd name="T87" fmla="*/ 122 h 164"/>
              <a:gd name="T88" fmla="*/ 154 w 197"/>
              <a:gd name="T89" fmla="*/ 114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97" h="164">
                <a:moveTo>
                  <a:pt x="159" y="6"/>
                </a:moveTo>
                <a:cubicBezTo>
                  <a:pt x="158" y="2"/>
                  <a:pt x="155" y="0"/>
                  <a:pt x="151" y="1"/>
                </a:cubicBezTo>
                <a:cubicBezTo>
                  <a:pt x="111" y="11"/>
                  <a:pt x="111" y="11"/>
                  <a:pt x="111" y="11"/>
                </a:cubicBezTo>
                <a:cubicBezTo>
                  <a:pt x="110" y="10"/>
                  <a:pt x="108" y="8"/>
                  <a:pt x="105" y="8"/>
                </a:cubicBezTo>
                <a:cubicBezTo>
                  <a:pt x="7" y="8"/>
                  <a:pt x="7" y="8"/>
                  <a:pt x="7" y="8"/>
                </a:cubicBezTo>
                <a:cubicBezTo>
                  <a:pt x="3" y="8"/>
                  <a:pt x="0" y="11"/>
                  <a:pt x="0" y="15"/>
                </a:cubicBezTo>
                <a:cubicBezTo>
                  <a:pt x="0" y="157"/>
                  <a:pt x="0" y="157"/>
                  <a:pt x="0" y="157"/>
                </a:cubicBezTo>
                <a:cubicBezTo>
                  <a:pt x="0" y="161"/>
                  <a:pt x="3" y="164"/>
                  <a:pt x="7" y="164"/>
                </a:cubicBezTo>
                <a:cubicBezTo>
                  <a:pt x="105" y="164"/>
                  <a:pt x="105" y="164"/>
                  <a:pt x="105" y="164"/>
                </a:cubicBezTo>
                <a:cubicBezTo>
                  <a:pt x="109" y="164"/>
                  <a:pt x="112" y="161"/>
                  <a:pt x="112" y="157"/>
                </a:cubicBezTo>
                <a:cubicBezTo>
                  <a:pt x="112" y="71"/>
                  <a:pt x="112" y="71"/>
                  <a:pt x="112" y="71"/>
                </a:cubicBezTo>
                <a:cubicBezTo>
                  <a:pt x="136" y="159"/>
                  <a:pt x="136" y="159"/>
                  <a:pt x="136" y="159"/>
                </a:cubicBezTo>
                <a:cubicBezTo>
                  <a:pt x="136" y="162"/>
                  <a:pt x="140" y="164"/>
                  <a:pt x="144" y="163"/>
                </a:cubicBezTo>
                <a:cubicBezTo>
                  <a:pt x="191" y="151"/>
                  <a:pt x="191" y="151"/>
                  <a:pt x="191" y="151"/>
                </a:cubicBezTo>
                <a:cubicBezTo>
                  <a:pt x="195" y="150"/>
                  <a:pt x="197" y="146"/>
                  <a:pt x="196" y="142"/>
                </a:cubicBezTo>
                <a:cubicBezTo>
                  <a:pt x="159" y="6"/>
                  <a:pt x="159" y="6"/>
                  <a:pt x="159" y="6"/>
                </a:cubicBezTo>
                <a:close/>
                <a:moveTo>
                  <a:pt x="52" y="150"/>
                </a:moveTo>
                <a:cubicBezTo>
                  <a:pt x="52" y="150"/>
                  <a:pt x="52" y="150"/>
                  <a:pt x="52" y="150"/>
                </a:cubicBezTo>
                <a:cubicBezTo>
                  <a:pt x="14" y="150"/>
                  <a:pt x="14" y="150"/>
                  <a:pt x="14" y="150"/>
                </a:cubicBezTo>
                <a:cubicBezTo>
                  <a:pt x="14" y="22"/>
                  <a:pt x="14" y="22"/>
                  <a:pt x="14" y="22"/>
                </a:cubicBezTo>
                <a:cubicBezTo>
                  <a:pt x="52" y="22"/>
                  <a:pt x="52" y="22"/>
                  <a:pt x="52" y="22"/>
                </a:cubicBezTo>
                <a:cubicBezTo>
                  <a:pt x="52" y="150"/>
                  <a:pt x="52" y="150"/>
                  <a:pt x="52" y="150"/>
                </a:cubicBezTo>
                <a:close/>
                <a:moveTo>
                  <a:pt x="99" y="150"/>
                </a:moveTo>
                <a:cubicBezTo>
                  <a:pt x="99" y="150"/>
                  <a:pt x="99" y="150"/>
                  <a:pt x="99" y="150"/>
                </a:cubicBezTo>
                <a:cubicBezTo>
                  <a:pt x="60" y="150"/>
                  <a:pt x="60" y="150"/>
                  <a:pt x="60" y="150"/>
                </a:cubicBezTo>
                <a:cubicBezTo>
                  <a:pt x="60" y="22"/>
                  <a:pt x="60" y="22"/>
                  <a:pt x="60" y="22"/>
                </a:cubicBezTo>
                <a:cubicBezTo>
                  <a:pt x="99" y="22"/>
                  <a:pt x="99" y="22"/>
                  <a:pt x="99" y="22"/>
                </a:cubicBezTo>
                <a:cubicBezTo>
                  <a:pt x="99" y="150"/>
                  <a:pt x="99" y="150"/>
                  <a:pt x="99" y="150"/>
                </a:cubicBezTo>
                <a:close/>
                <a:moveTo>
                  <a:pt x="147" y="149"/>
                </a:moveTo>
                <a:cubicBezTo>
                  <a:pt x="147" y="149"/>
                  <a:pt x="147" y="149"/>
                  <a:pt x="147" y="149"/>
                </a:cubicBezTo>
                <a:cubicBezTo>
                  <a:pt x="114" y="25"/>
                  <a:pt x="114" y="25"/>
                  <a:pt x="114" y="25"/>
                </a:cubicBezTo>
                <a:cubicBezTo>
                  <a:pt x="148" y="16"/>
                  <a:pt x="148" y="16"/>
                  <a:pt x="148" y="16"/>
                </a:cubicBezTo>
                <a:cubicBezTo>
                  <a:pt x="181" y="139"/>
                  <a:pt x="181" y="139"/>
                  <a:pt x="181" y="139"/>
                </a:cubicBezTo>
                <a:cubicBezTo>
                  <a:pt x="147" y="149"/>
                  <a:pt x="147" y="149"/>
                  <a:pt x="147" y="149"/>
                </a:cubicBezTo>
                <a:close/>
                <a:moveTo>
                  <a:pt x="23" y="133"/>
                </a:moveTo>
                <a:cubicBezTo>
                  <a:pt x="23" y="133"/>
                  <a:pt x="23" y="133"/>
                  <a:pt x="23" y="133"/>
                </a:cubicBezTo>
                <a:cubicBezTo>
                  <a:pt x="23" y="133"/>
                  <a:pt x="23" y="133"/>
                  <a:pt x="23" y="133"/>
                </a:cubicBezTo>
                <a:cubicBezTo>
                  <a:pt x="26" y="136"/>
                  <a:pt x="29" y="137"/>
                  <a:pt x="33" y="137"/>
                </a:cubicBezTo>
                <a:cubicBezTo>
                  <a:pt x="37" y="137"/>
                  <a:pt x="40" y="136"/>
                  <a:pt x="42" y="134"/>
                </a:cubicBezTo>
                <a:cubicBezTo>
                  <a:pt x="43" y="133"/>
                  <a:pt x="43" y="133"/>
                  <a:pt x="43" y="133"/>
                </a:cubicBezTo>
                <a:cubicBezTo>
                  <a:pt x="45" y="131"/>
                  <a:pt x="47" y="127"/>
                  <a:pt x="47" y="124"/>
                </a:cubicBezTo>
                <a:cubicBezTo>
                  <a:pt x="47" y="120"/>
                  <a:pt x="45" y="116"/>
                  <a:pt x="43" y="114"/>
                </a:cubicBezTo>
                <a:cubicBezTo>
                  <a:pt x="42" y="114"/>
                  <a:pt x="42" y="114"/>
                  <a:pt x="42" y="114"/>
                </a:cubicBezTo>
                <a:cubicBezTo>
                  <a:pt x="40" y="112"/>
                  <a:pt x="37" y="110"/>
                  <a:pt x="33" y="110"/>
                </a:cubicBezTo>
                <a:cubicBezTo>
                  <a:pt x="29" y="110"/>
                  <a:pt x="26" y="112"/>
                  <a:pt x="23" y="114"/>
                </a:cubicBezTo>
                <a:cubicBezTo>
                  <a:pt x="21" y="116"/>
                  <a:pt x="19" y="120"/>
                  <a:pt x="19" y="124"/>
                </a:cubicBezTo>
                <a:cubicBezTo>
                  <a:pt x="19" y="127"/>
                  <a:pt x="21" y="131"/>
                  <a:pt x="23" y="133"/>
                </a:cubicBezTo>
                <a:close/>
                <a:moveTo>
                  <a:pt x="29" y="120"/>
                </a:moveTo>
                <a:cubicBezTo>
                  <a:pt x="29" y="120"/>
                  <a:pt x="29" y="120"/>
                  <a:pt x="29" y="120"/>
                </a:cubicBezTo>
                <a:cubicBezTo>
                  <a:pt x="30" y="119"/>
                  <a:pt x="31" y="118"/>
                  <a:pt x="33" y="118"/>
                </a:cubicBezTo>
                <a:cubicBezTo>
                  <a:pt x="34" y="118"/>
                  <a:pt x="36" y="119"/>
                  <a:pt x="37" y="120"/>
                </a:cubicBezTo>
                <a:cubicBezTo>
                  <a:pt x="37" y="120"/>
                  <a:pt x="37" y="120"/>
                  <a:pt x="37" y="120"/>
                </a:cubicBezTo>
                <a:cubicBezTo>
                  <a:pt x="38" y="121"/>
                  <a:pt x="38" y="122"/>
                  <a:pt x="38" y="124"/>
                </a:cubicBezTo>
                <a:cubicBezTo>
                  <a:pt x="38" y="125"/>
                  <a:pt x="38" y="127"/>
                  <a:pt x="37" y="128"/>
                </a:cubicBezTo>
                <a:cubicBezTo>
                  <a:pt x="36" y="129"/>
                  <a:pt x="34" y="129"/>
                  <a:pt x="33" y="129"/>
                </a:cubicBezTo>
                <a:cubicBezTo>
                  <a:pt x="31" y="129"/>
                  <a:pt x="30" y="129"/>
                  <a:pt x="29" y="128"/>
                </a:cubicBezTo>
                <a:cubicBezTo>
                  <a:pt x="29" y="127"/>
                  <a:pt x="29" y="127"/>
                  <a:pt x="29" y="127"/>
                </a:cubicBezTo>
                <a:cubicBezTo>
                  <a:pt x="28" y="126"/>
                  <a:pt x="27" y="125"/>
                  <a:pt x="27" y="124"/>
                </a:cubicBezTo>
                <a:cubicBezTo>
                  <a:pt x="27" y="122"/>
                  <a:pt x="28" y="121"/>
                  <a:pt x="29" y="120"/>
                </a:cubicBezTo>
                <a:close/>
                <a:moveTo>
                  <a:pt x="32" y="91"/>
                </a:moveTo>
                <a:cubicBezTo>
                  <a:pt x="32" y="91"/>
                  <a:pt x="32" y="91"/>
                  <a:pt x="32" y="91"/>
                </a:cubicBezTo>
                <a:cubicBezTo>
                  <a:pt x="34" y="91"/>
                  <a:pt x="36" y="89"/>
                  <a:pt x="36" y="87"/>
                </a:cubicBezTo>
                <a:cubicBezTo>
                  <a:pt x="36" y="38"/>
                  <a:pt x="36" y="38"/>
                  <a:pt x="36" y="38"/>
                </a:cubicBezTo>
                <a:cubicBezTo>
                  <a:pt x="36" y="35"/>
                  <a:pt x="34" y="34"/>
                  <a:pt x="32" y="34"/>
                </a:cubicBezTo>
                <a:cubicBezTo>
                  <a:pt x="29" y="34"/>
                  <a:pt x="28" y="35"/>
                  <a:pt x="28" y="38"/>
                </a:cubicBezTo>
                <a:cubicBezTo>
                  <a:pt x="28" y="87"/>
                  <a:pt x="28" y="87"/>
                  <a:pt x="28" y="87"/>
                </a:cubicBezTo>
                <a:cubicBezTo>
                  <a:pt x="28" y="89"/>
                  <a:pt x="29" y="91"/>
                  <a:pt x="32" y="91"/>
                </a:cubicBezTo>
                <a:close/>
                <a:moveTo>
                  <a:pt x="134" y="31"/>
                </a:moveTo>
                <a:cubicBezTo>
                  <a:pt x="134" y="31"/>
                  <a:pt x="134" y="31"/>
                  <a:pt x="134" y="31"/>
                </a:cubicBezTo>
                <a:cubicBezTo>
                  <a:pt x="132" y="32"/>
                  <a:pt x="131" y="34"/>
                  <a:pt x="131" y="36"/>
                </a:cubicBezTo>
                <a:cubicBezTo>
                  <a:pt x="144" y="84"/>
                  <a:pt x="144" y="84"/>
                  <a:pt x="144" y="84"/>
                </a:cubicBezTo>
                <a:cubicBezTo>
                  <a:pt x="144" y="86"/>
                  <a:pt x="146" y="87"/>
                  <a:pt x="149" y="86"/>
                </a:cubicBezTo>
                <a:cubicBezTo>
                  <a:pt x="151" y="86"/>
                  <a:pt x="152" y="84"/>
                  <a:pt x="152" y="82"/>
                </a:cubicBezTo>
                <a:cubicBezTo>
                  <a:pt x="139" y="34"/>
                  <a:pt x="139" y="34"/>
                  <a:pt x="139" y="34"/>
                </a:cubicBezTo>
                <a:cubicBezTo>
                  <a:pt x="138" y="32"/>
                  <a:pt x="136" y="31"/>
                  <a:pt x="134" y="31"/>
                </a:cubicBezTo>
                <a:close/>
                <a:moveTo>
                  <a:pt x="69" y="133"/>
                </a:moveTo>
                <a:cubicBezTo>
                  <a:pt x="69" y="133"/>
                  <a:pt x="69" y="133"/>
                  <a:pt x="69" y="133"/>
                </a:cubicBezTo>
                <a:cubicBezTo>
                  <a:pt x="69" y="133"/>
                  <a:pt x="69" y="133"/>
                  <a:pt x="69" y="133"/>
                </a:cubicBezTo>
                <a:cubicBezTo>
                  <a:pt x="71" y="136"/>
                  <a:pt x="75" y="137"/>
                  <a:pt x="79" y="137"/>
                </a:cubicBezTo>
                <a:cubicBezTo>
                  <a:pt x="82" y="137"/>
                  <a:pt x="86" y="136"/>
                  <a:pt x="88" y="134"/>
                </a:cubicBezTo>
                <a:cubicBezTo>
                  <a:pt x="88" y="133"/>
                  <a:pt x="88" y="133"/>
                  <a:pt x="88" y="133"/>
                </a:cubicBezTo>
                <a:cubicBezTo>
                  <a:pt x="91" y="131"/>
                  <a:pt x="92" y="127"/>
                  <a:pt x="92" y="124"/>
                </a:cubicBezTo>
                <a:cubicBezTo>
                  <a:pt x="92" y="120"/>
                  <a:pt x="91" y="116"/>
                  <a:pt x="88" y="114"/>
                </a:cubicBezTo>
                <a:cubicBezTo>
                  <a:pt x="86" y="112"/>
                  <a:pt x="82" y="110"/>
                  <a:pt x="79" y="110"/>
                </a:cubicBezTo>
                <a:cubicBezTo>
                  <a:pt x="75" y="110"/>
                  <a:pt x="71" y="112"/>
                  <a:pt x="69" y="114"/>
                </a:cubicBezTo>
                <a:cubicBezTo>
                  <a:pt x="69" y="114"/>
                  <a:pt x="69" y="114"/>
                  <a:pt x="69" y="114"/>
                </a:cubicBezTo>
                <a:cubicBezTo>
                  <a:pt x="66" y="116"/>
                  <a:pt x="65" y="120"/>
                  <a:pt x="65" y="124"/>
                </a:cubicBezTo>
                <a:cubicBezTo>
                  <a:pt x="65" y="127"/>
                  <a:pt x="66" y="131"/>
                  <a:pt x="69" y="133"/>
                </a:cubicBezTo>
                <a:close/>
                <a:moveTo>
                  <a:pt x="75" y="120"/>
                </a:moveTo>
                <a:cubicBezTo>
                  <a:pt x="75" y="120"/>
                  <a:pt x="75" y="120"/>
                  <a:pt x="75" y="120"/>
                </a:cubicBezTo>
                <a:cubicBezTo>
                  <a:pt x="76" y="119"/>
                  <a:pt x="77" y="118"/>
                  <a:pt x="79" y="118"/>
                </a:cubicBezTo>
                <a:cubicBezTo>
                  <a:pt x="80" y="118"/>
                  <a:pt x="81" y="119"/>
                  <a:pt x="82" y="120"/>
                </a:cubicBezTo>
                <a:cubicBezTo>
                  <a:pt x="82" y="120"/>
                  <a:pt x="82" y="120"/>
                  <a:pt x="82" y="120"/>
                </a:cubicBezTo>
                <a:cubicBezTo>
                  <a:pt x="84" y="121"/>
                  <a:pt x="84" y="122"/>
                  <a:pt x="84" y="124"/>
                </a:cubicBezTo>
                <a:cubicBezTo>
                  <a:pt x="84" y="125"/>
                  <a:pt x="84" y="127"/>
                  <a:pt x="83" y="128"/>
                </a:cubicBezTo>
                <a:cubicBezTo>
                  <a:pt x="82" y="128"/>
                  <a:pt x="82" y="128"/>
                  <a:pt x="82" y="128"/>
                </a:cubicBezTo>
                <a:cubicBezTo>
                  <a:pt x="81" y="129"/>
                  <a:pt x="80" y="129"/>
                  <a:pt x="79" y="129"/>
                </a:cubicBezTo>
                <a:cubicBezTo>
                  <a:pt x="77" y="129"/>
                  <a:pt x="76" y="129"/>
                  <a:pt x="75" y="128"/>
                </a:cubicBezTo>
                <a:cubicBezTo>
                  <a:pt x="74" y="127"/>
                  <a:pt x="74" y="127"/>
                  <a:pt x="74" y="127"/>
                </a:cubicBezTo>
                <a:cubicBezTo>
                  <a:pt x="74" y="126"/>
                  <a:pt x="73" y="125"/>
                  <a:pt x="73" y="124"/>
                </a:cubicBezTo>
                <a:cubicBezTo>
                  <a:pt x="73" y="122"/>
                  <a:pt x="74" y="121"/>
                  <a:pt x="75" y="120"/>
                </a:cubicBezTo>
                <a:close/>
                <a:moveTo>
                  <a:pt x="81" y="91"/>
                </a:moveTo>
                <a:cubicBezTo>
                  <a:pt x="81" y="91"/>
                  <a:pt x="81" y="91"/>
                  <a:pt x="81" y="91"/>
                </a:cubicBezTo>
                <a:cubicBezTo>
                  <a:pt x="83" y="91"/>
                  <a:pt x="85" y="89"/>
                  <a:pt x="85" y="87"/>
                </a:cubicBezTo>
                <a:cubicBezTo>
                  <a:pt x="85" y="38"/>
                  <a:pt x="85" y="38"/>
                  <a:pt x="85" y="38"/>
                </a:cubicBezTo>
                <a:cubicBezTo>
                  <a:pt x="85" y="35"/>
                  <a:pt x="83" y="34"/>
                  <a:pt x="81" y="34"/>
                </a:cubicBezTo>
                <a:cubicBezTo>
                  <a:pt x="79" y="34"/>
                  <a:pt x="77" y="35"/>
                  <a:pt x="77" y="38"/>
                </a:cubicBezTo>
                <a:cubicBezTo>
                  <a:pt x="77" y="87"/>
                  <a:pt x="77" y="87"/>
                  <a:pt x="77" y="87"/>
                </a:cubicBezTo>
                <a:cubicBezTo>
                  <a:pt x="77" y="89"/>
                  <a:pt x="79" y="91"/>
                  <a:pt x="81" y="91"/>
                </a:cubicBezTo>
                <a:close/>
                <a:moveTo>
                  <a:pt x="148" y="109"/>
                </a:moveTo>
                <a:cubicBezTo>
                  <a:pt x="148" y="109"/>
                  <a:pt x="148" y="109"/>
                  <a:pt x="148" y="109"/>
                </a:cubicBezTo>
                <a:cubicBezTo>
                  <a:pt x="146" y="111"/>
                  <a:pt x="144" y="114"/>
                  <a:pt x="144" y="118"/>
                </a:cubicBezTo>
                <a:cubicBezTo>
                  <a:pt x="144" y="122"/>
                  <a:pt x="146" y="125"/>
                  <a:pt x="148" y="128"/>
                </a:cubicBezTo>
                <a:cubicBezTo>
                  <a:pt x="148" y="128"/>
                  <a:pt x="148" y="128"/>
                  <a:pt x="148" y="128"/>
                </a:cubicBezTo>
                <a:cubicBezTo>
                  <a:pt x="151" y="130"/>
                  <a:pt x="154" y="132"/>
                  <a:pt x="158" y="132"/>
                </a:cubicBezTo>
                <a:cubicBezTo>
                  <a:pt x="161" y="132"/>
                  <a:pt x="165" y="131"/>
                  <a:pt x="167" y="128"/>
                </a:cubicBezTo>
                <a:cubicBezTo>
                  <a:pt x="167" y="128"/>
                  <a:pt x="167" y="128"/>
                  <a:pt x="167" y="128"/>
                </a:cubicBezTo>
                <a:cubicBezTo>
                  <a:pt x="168" y="128"/>
                  <a:pt x="168" y="128"/>
                  <a:pt x="168" y="128"/>
                </a:cubicBezTo>
                <a:cubicBezTo>
                  <a:pt x="170" y="126"/>
                  <a:pt x="171" y="122"/>
                  <a:pt x="171" y="118"/>
                </a:cubicBezTo>
                <a:cubicBezTo>
                  <a:pt x="171" y="114"/>
                  <a:pt x="170" y="111"/>
                  <a:pt x="168" y="109"/>
                </a:cubicBezTo>
                <a:cubicBezTo>
                  <a:pt x="168" y="109"/>
                  <a:pt x="168" y="109"/>
                  <a:pt x="168" y="109"/>
                </a:cubicBezTo>
                <a:cubicBezTo>
                  <a:pt x="168" y="109"/>
                  <a:pt x="168" y="109"/>
                  <a:pt x="168" y="109"/>
                </a:cubicBezTo>
                <a:cubicBezTo>
                  <a:pt x="165" y="106"/>
                  <a:pt x="162" y="105"/>
                  <a:pt x="158" y="105"/>
                </a:cubicBezTo>
                <a:cubicBezTo>
                  <a:pt x="154" y="105"/>
                  <a:pt x="151" y="106"/>
                  <a:pt x="148" y="109"/>
                </a:cubicBezTo>
                <a:close/>
                <a:moveTo>
                  <a:pt x="154" y="114"/>
                </a:moveTo>
                <a:cubicBezTo>
                  <a:pt x="154" y="114"/>
                  <a:pt x="154" y="114"/>
                  <a:pt x="154" y="114"/>
                </a:cubicBezTo>
                <a:cubicBezTo>
                  <a:pt x="155" y="113"/>
                  <a:pt x="156" y="113"/>
                  <a:pt x="158" y="113"/>
                </a:cubicBezTo>
                <a:cubicBezTo>
                  <a:pt x="159" y="113"/>
                  <a:pt x="161" y="113"/>
                  <a:pt x="162" y="114"/>
                </a:cubicBezTo>
                <a:cubicBezTo>
                  <a:pt x="163" y="115"/>
                  <a:pt x="163" y="117"/>
                  <a:pt x="163" y="118"/>
                </a:cubicBezTo>
                <a:cubicBezTo>
                  <a:pt x="163" y="120"/>
                  <a:pt x="163" y="121"/>
                  <a:pt x="162" y="122"/>
                </a:cubicBezTo>
                <a:cubicBezTo>
                  <a:pt x="161" y="123"/>
                  <a:pt x="159" y="124"/>
                  <a:pt x="158" y="124"/>
                </a:cubicBezTo>
                <a:cubicBezTo>
                  <a:pt x="156" y="124"/>
                  <a:pt x="155" y="123"/>
                  <a:pt x="154" y="122"/>
                </a:cubicBezTo>
                <a:cubicBezTo>
                  <a:pt x="154" y="122"/>
                  <a:pt x="154" y="122"/>
                  <a:pt x="154" y="122"/>
                </a:cubicBezTo>
                <a:cubicBezTo>
                  <a:pt x="153" y="121"/>
                  <a:pt x="152" y="120"/>
                  <a:pt x="152" y="118"/>
                </a:cubicBezTo>
                <a:cubicBezTo>
                  <a:pt x="152" y="117"/>
                  <a:pt x="153" y="115"/>
                  <a:pt x="154" y="114"/>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8" name="Freeform 10"/>
          <p:cNvSpPr>
            <a:spLocks noEditPoints="1"/>
          </p:cNvSpPr>
          <p:nvPr/>
        </p:nvSpPr>
        <p:spPr bwMode="auto">
          <a:xfrm>
            <a:off x="107850" y="2091788"/>
            <a:ext cx="174824" cy="175280"/>
          </a:xfrm>
          <a:custGeom>
            <a:avLst/>
            <a:gdLst>
              <a:gd name="T0" fmla="*/ 47 w 162"/>
              <a:gd name="T1" fmla="*/ 34 h 163"/>
              <a:gd name="T2" fmla="*/ 34 w 162"/>
              <a:gd name="T3" fmla="*/ 47 h 163"/>
              <a:gd name="T4" fmla="*/ 32 w 162"/>
              <a:gd name="T5" fmla="*/ 61 h 163"/>
              <a:gd name="T6" fmla="*/ 41 w 162"/>
              <a:gd name="T7" fmla="*/ 52 h 163"/>
              <a:gd name="T8" fmla="*/ 52 w 162"/>
              <a:gd name="T9" fmla="*/ 41 h 163"/>
              <a:gd name="T10" fmla="*/ 60 w 162"/>
              <a:gd name="T11" fmla="*/ 32 h 163"/>
              <a:gd name="T12" fmla="*/ 160 w 162"/>
              <a:gd name="T13" fmla="*/ 150 h 163"/>
              <a:gd name="T14" fmla="*/ 130 w 162"/>
              <a:gd name="T15" fmla="*/ 121 h 163"/>
              <a:gd name="T16" fmla="*/ 147 w 162"/>
              <a:gd name="T17" fmla="*/ 74 h 163"/>
              <a:gd name="T18" fmla="*/ 142 w 162"/>
              <a:gd name="T19" fmla="*/ 46 h 163"/>
              <a:gd name="T20" fmla="*/ 126 w 162"/>
              <a:gd name="T21" fmla="*/ 22 h 163"/>
              <a:gd name="T22" fmla="*/ 74 w 162"/>
              <a:gd name="T23" fmla="*/ 0 h 163"/>
              <a:gd name="T24" fmla="*/ 6 w 162"/>
              <a:gd name="T25" fmla="*/ 46 h 163"/>
              <a:gd name="T26" fmla="*/ 5 w 162"/>
              <a:gd name="T27" fmla="*/ 102 h 163"/>
              <a:gd name="T28" fmla="*/ 21 w 162"/>
              <a:gd name="T29" fmla="*/ 126 h 163"/>
              <a:gd name="T30" fmla="*/ 45 w 162"/>
              <a:gd name="T31" fmla="*/ 142 h 163"/>
              <a:gd name="T32" fmla="*/ 45 w 162"/>
              <a:gd name="T33" fmla="*/ 142 h 163"/>
              <a:gd name="T34" fmla="*/ 102 w 162"/>
              <a:gd name="T35" fmla="*/ 142 h 163"/>
              <a:gd name="T36" fmla="*/ 150 w 162"/>
              <a:gd name="T37" fmla="*/ 160 h 163"/>
              <a:gd name="T38" fmla="*/ 160 w 162"/>
              <a:gd name="T39" fmla="*/ 150 h 163"/>
              <a:gd name="T40" fmla="*/ 116 w 162"/>
              <a:gd name="T41" fmla="*/ 117 h 163"/>
              <a:gd name="T42" fmla="*/ 97 w 162"/>
              <a:gd name="T43" fmla="*/ 130 h 163"/>
              <a:gd name="T44" fmla="*/ 51 w 162"/>
              <a:gd name="T45" fmla="*/ 130 h 163"/>
              <a:gd name="T46" fmla="*/ 31 w 162"/>
              <a:gd name="T47" fmla="*/ 117 h 163"/>
              <a:gd name="T48" fmla="*/ 31 w 162"/>
              <a:gd name="T49" fmla="*/ 117 h 163"/>
              <a:gd name="T50" fmla="*/ 18 w 162"/>
              <a:gd name="T51" fmla="*/ 97 h 163"/>
              <a:gd name="T52" fmla="*/ 18 w 162"/>
              <a:gd name="T53" fmla="*/ 51 h 163"/>
              <a:gd name="T54" fmla="*/ 74 w 162"/>
              <a:gd name="T55" fmla="*/ 14 h 163"/>
              <a:gd name="T56" fmla="*/ 116 w 162"/>
              <a:gd name="T57" fmla="*/ 31 h 163"/>
              <a:gd name="T58" fmla="*/ 129 w 162"/>
              <a:gd name="T59" fmla="*/ 51 h 163"/>
              <a:gd name="T60" fmla="*/ 134 w 162"/>
              <a:gd name="T61" fmla="*/ 74 h 163"/>
              <a:gd name="T62" fmla="*/ 116 w 162"/>
              <a:gd name="T63" fmla="*/ 117 h 163"/>
              <a:gd name="T64" fmla="*/ 117 w 162"/>
              <a:gd name="T65" fmla="*/ 70 h 163"/>
              <a:gd name="T66" fmla="*/ 110 w 162"/>
              <a:gd name="T67" fmla="*/ 89 h 163"/>
              <a:gd name="T68" fmla="*/ 102 w 162"/>
              <a:gd name="T69" fmla="*/ 102 h 163"/>
              <a:gd name="T70" fmla="*/ 74 w 162"/>
              <a:gd name="T71" fmla="*/ 114 h 163"/>
              <a:gd name="T72" fmla="*/ 74 w 162"/>
              <a:gd name="T73" fmla="*/ 122 h 163"/>
              <a:gd name="T74" fmla="*/ 107 w 162"/>
              <a:gd name="T75" fmla="*/ 108 h 163"/>
              <a:gd name="T76" fmla="*/ 118 w 162"/>
              <a:gd name="T77" fmla="*/ 92 h 163"/>
              <a:gd name="T78" fmla="*/ 117 w 162"/>
              <a:gd name="T79" fmla="*/ 70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62" h="163">
                <a:moveTo>
                  <a:pt x="55" y="30"/>
                </a:moveTo>
                <a:cubicBezTo>
                  <a:pt x="52" y="31"/>
                  <a:pt x="50" y="33"/>
                  <a:pt x="47" y="34"/>
                </a:cubicBezTo>
                <a:cubicBezTo>
                  <a:pt x="44" y="36"/>
                  <a:pt x="42" y="38"/>
                  <a:pt x="40" y="40"/>
                </a:cubicBezTo>
                <a:cubicBezTo>
                  <a:pt x="38" y="42"/>
                  <a:pt x="36" y="45"/>
                  <a:pt x="34" y="47"/>
                </a:cubicBezTo>
                <a:cubicBezTo>
                  <a:pt x="32" y="50"/>
                  <a:pt x="31" y="53"/>
                  <a:pt x="30" y="55"/>
                </a:cubicBezTo>
                <a:cubicBezTo>
                  <a:pt x="29" y="57"/>
                  <a:pt x="30" y="60"/>
                  <a:pt x="32" y="61"/>
                </a:cubicBezTo>
                <a:cubicBezTo>
                  <a:pt x="34" y="62"/>
                  <a:pt x="36" y="61"/>
                  <a:pt x="37" y="59"/>
                </a:cubicBezTo>
                <a:cubicBezTo>
                  <a:pt x="38" y="56"/>
                  <a:pt x="39" y="54"/>
                  <a:pt x="41" y="52"/>
                </a:cubicBezTo>
                <a:cubicBezTo>
                  <a:pt x="42" y="50"/>
                  <a:pt x="44" y="48"/>
                  <a:pt x="46" y="46"/>
                </a:cubicBezTo>
                <a:cubicBezTo>
                  <a:pt x="48" y="44"/>
                  <a:pt x="49" y="43"/>
                  <a:pt x="52" y="41"/>
                </a:cubicBezTo>
                <a:cubicBezTo>
                  <a:pt x="54" y="40"/>
                  <a:pt x="56" y="38"/>
                  <a:pt x="58" y="37"/>
                </a:cubicBezTo>
                <a:cubicBezTo>
                  <a:pt x="60" y="37"/>
                  <a:pt x="61" y="34"/>
                  <a:pt x="60" y="32"/>
                </a:cubicBezTo>
                <a:cubicBezTo>
                  <a:pt x="59" y="30"/>
                  <a:pt x="57" y="29"/>
                  <a:pt x="55" y="30"/>
                </a:cubicBezTo>
                <a:close/>
                <a:moveTo>
                  <a:pt x="160" y="150"/>
                </a:moveTo>
                <a:cubicBezTo>
                  <a:pt x="160" y="150"/>
                  <a:pt x="160" y="150"/>
                  <a:pt x="160" y="150"/>
                </a:cubicBezTo>
                <a:cubicBezTo>
                  <a:pt x="130" y="121"/>
                  <a:pt x="130" y="121"/>
                  <a:pt x="130" y="121"/>
                </a:cubicBezTo>
                <a:cubicBezTo>
                  <a:pt x="135" y="115"/>
                  <a:pt x="139" y="109"/>
                  <a:pt x="142" y="102"/>
                </a:cubicBezTo>
                <a:cubicBezTo>
                  <a:pt x="145" y="93"/>
                  <a:pt x="147" y="84"/>
                  <a:pt x="147" y="74"/>
                </a:cubicBezTo>
                <a:cubicBezTo>
                  <a:pt x="147" y="64"/>
                  <a:pt x="145" y="55"/>
                  <a:pt x="142" y="46"/>
                </a:cubicBezTo>
                <a:cubicBezTo>
                  <a:pt x="142" y="46"/>
                  <a:pt x="142" y="46"/>
                  <a:pt x="142" y="46"/>
                </a:cubicBezTo>
                <a:cubicBezTo>
                  <a:pt x="138" y="37"/>
                  <a:pt x="133" y="29"/>
                  <a:pt x="126" y="22"/>
                </a:cubicBezTo>
                <a:cubicBezTo>
                  <a:pt x="126" y="22"/>
                  <a:pt x="126" y="22"/>
                  <a:pt x="126" y="22"/>
                </a:cubicBezTo>
                <a:cubicBezTo>
                  <a:pt x="119" y="15"/>
                  <a:pt x="111" y="10"/>
                  <a:pt x="102" y="6"/>
                </a:cubicBezTo>
                <a:cubicBezTo>
                  <a:pt x="93" y="2"/>
                  <a:pt x="84" y="0"/>
                  <a:pt x="74" y="0"/>
                </a:cubicBezTo>
                <a:cubicBezTo>
                  <a:pt x="53" y="0"/>
                  <a:pt x="35" y="8"/>
                  <a:pt x="21" y="22"/>
                </a:cubicBezTo>
                <a:cubicBezTo>
                  <a:pt x="15" y="29"/>
                  <a:pt x="9" y="37"/>
                  <a:pt x="6" y="46"/>
                </a:cubicBezTo>
                <a:cubicBezTo>
                  <a:pt x="2" y="55"/>
                  <a:pt x="0" y="64"/>
                  <a:pt x="0" y="74"/>
                </a:cubicBezTo>
                <a:cubicBezTo>
                  <a:pt x="0" y="84"/>
                  <a:pt x="2" y="93"/>
                  <a:pt x="5" y="102"/>
                </a:cubicBezTo>
                <a:cubicBezTo>
                  <a:pt x="6" y="102"/>
                  <a:pt x="6" y="102"/>
                  <a:pt x="6" y="102"/>
                </a:cubicBezTo>
                <a:cubicBezTo>
                  <a:pt x="9" y="111"/>
                  <a:pt x="15" y="119"/>
                  <a:pt x="21" y="126"/>
                </a:cubicBezTo>
                <a:cubicBezTo>
                  <a:pt x="22" y="126"/>
                  <a:pt x="22" y="126"/>
                  <a:pt x="22" y="126"/>
                </a:cubicBezTo>
                <a:cubicBezTo>
                  <a:pt x="28" y="133"/>
                  <a:pt x="36" y="138"/>
                  <a:pt x="45" y="142"/>
                </a:cubicBezTo>
                <a:cubicBezTo>
                  <a:pt x="45" y="142"/>
                  <a:pt x="45" y="142"/>
                  <a:pt x="45" y="142"/>
                </a:cubicBezTo>
                <a:cubicBezTo>
                  <a:pt x="45" y="142"/>
                  <a:pt x="45" y="142"/>
                  <a:pt x="45" y="142"/>
                </a:cubicBezTo>
                <a:cubicBezTo>
                  <a:pt x="54" y="146"/>
                  <a:pt x="64" y="148"/>
                  <a:pt x="74" y="148"/>
                </a:cubicBezTo>
                <a:cubicBezTo>
                  <a:pt x="84" y="148"/>
                  <a:pt x="93" y="146"/>
                  <a:pt x="102" y="142"/>
                </a:cubicBezTo>
                <a:cubicBezTo>
                  <a:pt x="109" y="139"/>
                  <a:pt x="115" y="135"/>
                  <a:pt x="121" y="131"/>
                </a:cubicBezTo>
                <a:cubicBezTo>
                  <a:pt x="150" y="160"/>
                  <a:pt x="150" y="160"/>
                  <a:pt x="150" y="160"/>
                </a:cubicBezTo>
                <a:cubicBezTo>
                  <a:pt x="153" y="163"/>
                  <a:pt x="157" y="163"/>
                  <a:pt x="160" y="160"/>
                </a:cubicBezTo>
                <a:cubicBezTo>
                  <a:pt x="162" y="157"/>
                  <a:pt x="162" y="153"/>
                  <a:pt x="160" y="150"/>
                </a:cubicBezTo>
                <a:close/>
                <a:moveTo>
                  <a:pt x="116" y="117"/>
                </a:moveTo>
                <a:cubicBezTo>
                  <a:pt x="116" y="117"/>
                  <a:pt x="116" y="117"/>
                  <a:pt x="116" y="117"/>
                </a:cubicBezTo>
                <a:cubicBezTo>
                  <a:pt x="116" y="117"/>
                  <a:pt x="116" y="117"/>
                  <a:pt x="116" y="117"/>
                </a:cubicBezTo>
                <a:cubicBezTo>
                  <a:pt x="111" y="122"/>
                  <a:pt x="104" y="127"/>
                  <a:pt x="97" y="130"/>
                </a:cubicBezTo>
                <a:cubicBezTo>
                  <a:pt x="90" y="133"/>
                  <a:pt x="82" y="134"/>
                  <a:pt x="74" y="134"/>
                </a:cubicBezTo>
                <a:cubicBezTo>
                  <a:pt x="65" y="134"/>
                  <a:pt x="58" y="133"/>
                  <a:pt x="51" y="130"/>
                </a:cubicBezTo>
                <a:cubicBezTo>
                  <a:pt x="51" y="130"/>
                  <a:pt x="51" y="130"/>
                  <a:pt x="51" y="130"/>
                </a:cubicBezTo>
                <a:cubicBezTo>
                  <a:pt x="43" y="127"/>
                  <a:pt x="37" y="122"/>
                  <a:pt x="31" y="117"/>
                </a:cubicBezTo>
                <a:cubicBezTo>
                  <a:pt x="31" y="117"/>
                  <a:pt x="31" y="117"/>
                  <a:pt x="31" y="117"/>
                </a:cubicBezTo>
                <a:cubicBezTo>
                  <a:pt x="31" y="117"/>
                  <a:pt x="31" y="117"/>
                  <a:pt x="31" y="117"/>
                </a:cubicBezTo>
                <a:cubicBezTo>
                  <a:pt x="26" y="111"/>
                  <a:pt x="21" y="104"/>
                  <a:pt x="18" y="97"/>
                </a:cubicBezTo>
                <a:cubicBezTo>
                  <a:pt x="18" y="97"/>
                  <a:pt x="18" y="97"/>
                  <a:pt x="18" y="97"/>
                </a:cubicBezTo>
                <a:cubicBezTo>
                  <a:pt x="15" y="90"/>
                  <a:pt x="13" y="82"/>
                  <a:pt x="13" y="74"/>
                </a:cubicBezTo>
                <a:cubicBezTo>
                  <a:pt x="13" y="66"/>
                  <a:pt x="15" y="58"/>
                  <a:pt x="18" y="51"/>
                </a:cubicBezTo>
                <a:cubicBezTo>
                  <a:pt x="21" y="44"/>
                  <a:pt x="26" y="37"/>
                  <a:pt x="31" y="31"/>
                </a:cubicBezTo>
                <a:cubicBezTo>
                  <a:pt x="42" y="21"/>
                  <a:pt x="57" y="14"/>
                  <a:pt x="74" y="14"/>
                </a:cubicBezTo>
                <a:cubicBezTo>
                  <a:pt x="82" y="14"/>
                  <a:pt x="90" y="15"/>
                  <a:pt x="97" y="18"/>
                </a:cubicBezTo>
                <a:cubicBezTo>
                  <a:pt x="104" y="21"/>
                  <a:pt x="111" y="26"/>
                  <a:pt x="116" y="31"/>
                </a:cubicBezTo>
                <a:cubicBezTo>
                  <a:pt x="117" y="32"/>
                  <a:pt x="117" y="32"/>
                  <a:pt x="117" y="32"/>
                </a:cubicBezTo>
                <a:cubicBezTo>
                  <a:pt x="122" y="37"/>
                  <a:pt x="126" y="44"/>
                  <a:pt x="129" y="51"/>
                </a:cubicBezTo>
                <a:cubicBezTo>
                  <a:pt x="129" y="51"/>
                  <a:pt x="129" y="51"/>
                  <a:pt x="129" y="51"/>
                </a:cubicBezTo>
                <a:cubicBezTo>
                  <a:pt x="132" y="58"/>
                  <a:pt x="134" y="66"/>
                  <a:pt x="134" y="74"/>
                </a:cubicBezTo>
                <a:cubicBezTo>
                  <a:pt x="134" y="82"/>
                  <a:pt x="132" y="90"/>
                  <a:pt x="129" y="97"/>
                </a:cubicBezTo>
                <a:cubicBezTo>
                  <a:pt x="126" y="104"/>
                  <a:pt x="122" y="111"/>
                  <a:pt x="116" y="117"/>
                </a:cubicBezTo>
                <a:close/>
                <a:moveTo>
                  <a:pt x="117" y="70"/>
                </a:moveTo>
                <a:cubicBezTo>
                  <a:pt x="117" y="70"/>
                  <a:pt x="117" y="70"/>
                  <a:pt x="117" y="70"/>
                </a:cubicBezTo>
                <a:cubicBezTo>
                  <a:pt x="115" y="70"/>
                  <a:pt x="113" y="72"/>
                  <a:pt x="113" y="74"/>
                </a:cubicBezTo>
                <a:cubicBezTo>
                  <a:pt x="113" y="79"/>
                  <a:pt x="112" y="84"/>
                  <a:pt x="110" y="89"/>
                </a:cubicBezTo>
                <a:cubicBezTo>
                  <a:pt x="110" y="89"/>
                  <a:pt x="110" y="89"/>
                  <a:pt x="110" y="89"/>
                </a:cubicBezTo>
                <a:cubicBezTo>
                  <a:pt x="108" y="94"/>
                  <a:pt x="105" y="98"/>
                  <a:pt x="102" y="102"/>
                </a:cubicBezTo>
                <a:cubicBezTo>
                  <a:pt x="98" y="106"/>
                  <a:pt x="94" y="109"/>
                  <a:pt x="89" y="111"/>
                </a:cubicBezTo>
                <a:cubicBezTo>
                  <a:pt x="84" y="113"/>
                  <a:pt x="79" y="114"/>
                  <a:pt x="74" y="114"/>
                </a:cubicBezTo>
                <a:cubicBezTo>
                  <a:pt x="71" y="114"/>
                  <a:pt x="70" y="115"/>
                  <a:pt x="70" y="118"/>
                </a:cubicBezTo>
                <a:cubicBezTo>
                  <a:pt x="70" y="120"/>
                  <a:pt x="71" y="122"/>
                  <a:pt x="74" y="122"/>
                </a:cubicBezTo>
                <a:cubicBezTo>
                  <a:pt x="80" y="122"/>
                  <a:pt x="86" y="120"/>
                  <a:pt x="92" y="118"/>
                </a:cubicBezTo>
                <a:cubicBezTo>
                  <a:pt x="98" y="116"/>
                  <a:pt x="103" y="112"/>
                  <a:pt x="107" y="108"/>
                </a:cubicBezTo>
                <a:cubicBezTo>
                  <a:pt x="112" y="103"/>
                  <a:pt x="115" y="98"/>
                  <a:pt x="118" y="92"/>
                </a:cubicBezTo>
                <a:cubicBezTo>
                  <a:pt x="118" y="92"/>
                  <a:pt x="118" y="92"/>
                  <a:pt x="118" y="92"/>
                </a:cubicBezTo>
                <a:cubicBezTo>
                  <a:pt x="120" y="86"/>
                  <a:pt x="121" y="80"/>
                  <a:pt x="121" y="74"/>
                </a:cubicBezTo>
                <a:cubicBezTo>
                  <a:pt x="121" y="72"/>
                  <a:pt x="120" y="70"/>
                  <a:pt x="117" y="70"/>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48" name="矩形 47"/>
          <p:cNvSpPr/>
          <p:nvPr/>
        </p:nvSpPr>
        <p:spPr>
          <a:xfrm>
            <a:off x="5867400" y="262034"/>
            <a:ext cx="2665040" cy="285078"/>
          </a:xfrm>
          <a:prstGeom prst="rect">
            <a:avLst/>
          </a:prstGeom>
        </p:spPr>
        <p:txBody>
          <a:bodyPr wrap="square" lIns="0" tIns="0" rIns="0" bIns="0" anchor="ctr" anchorCtr="0">
            <a:spAutoFit/>
          </a:bodyPr>
          <a:lstStyle/>
          <a:p>
            <a:pPr algn="r">
              <a:lnSpc>
                <a:spcPct val="150000"/>
              </a:lnSpc>
            </a:pPr>
            <a:r>
              <a:rPr lang="zh-CN" altLang="en-US" sz="1400" b="1" dirty="0">
                <a:solidFill>
                  <a:srgbClr val="354454"/>
                </a:solidFill>
                <a:latin typeface="微软雅黑" pitchFamily="34" charset="-122"/>
                <a:ea typeface="微软雅黑" pitchFamily="34" charset="-122"/>
              </a:rPr>
              <a:t>主要贡献与创新</a:t>
            </a:r>
          </a:p>
        </p:txBody>
      </p:sp>
      <p:sp>
        <p:nvSpPr>
          <p:cNvPr id="283" name="矩形 282"/>
          <p:cNvSpPr/>
          <p:nvPr/>
        </p:nvSpPr>
        <p:spPr>
          <a:xfrm>
            <a:off x="614945" y="1653245"/>
            <a:ext cx="441146" cy="246221"/>
          </a:xfrm>
          <a:prstGeom prst="rect">
            <a:avLst/>
          </a:prstGeom>
        </p:spPr>
        <p:txBody>
          <a:bodyPr wrap="none">
            <a:spAutoFit/>
          </a:bodyPr>
          <a:lstStyle/>
          <a:p>
            <a:pPr algn="ctr"/>
            <a:r>
              <a:rPr lang="zh-CN" altLang="en-US" sz="1000" dirty="0">
                <a:ln w="6350">
                  <a:noFill/>
                </a:ln>
                <a:solidFill>
                  <a:schemeClr val="bg1"/>
                </a:solidFill>
                <a:latin typeface="Impact" pitchFamily="34" charset="0"/>
                <a:ea typeface="微软雅黑" pitchFamily="34" charset="-122"/>
              </a:rPr>
              <a:t>绪论</a:t>
            </a:r>
          </a:p>
        </p:txBody>
      </p:sp>
      <p:sp>
        <p:nvSpPr>
          <p:cNvPr id="284" name="矩形 283"/>
          <p:cNvSpPr/>
          <p:nvPr/>
        </p:nvSpPr>
        <p:spPr>
          <a:xfrm>
            <a:off x="422584" y="2036065"/>
            <a:ext cx="825867" cy="246221"/>
          </a:xfrm>
          <a:prstGeom prst="rect">
            <a:avLst/>
          </a:prstGeom>
        </p:spPr>
        <p:txBody>
          <a:bodyPr wrap="none">
            <a:spAutoFit/>
          </a:bodyPr>
          <a:lstStyle/>
          <a:p>
            <a:pPr algn="ctr"/>
            <a:r>
              <a:rPr lang="zh-CN" altLang="en-US" sz="1000" dirty="0">
                <a:ln w="6350">
                  <a:noFill/>
                </a:ln>
                <a:solidFill>
                  <a:srgbClr val="586B7F"/>
                </a:solidFill>
                <a:latin typeface="Impact" pitchFamily="34" charset="0"/>
                <a:ea typeface="微软雅黑" pitchFamily="34" charset="-122"/>
              </a:rPr>
              <a:t>思路与方法</a:t>
            </a:r>
          </a:p>
        </p:txBody>
      </p:sp>
      <p:sp>
        <p:nvSpPr>
          <p:cNvPr id="285" name="矩形 284"/>
          <p:cNvSpPr/>
          <p:nvPr/>
        </p:nvSpPr>
        <p:spPr>
          <a:xfrm>
            <a:off x="422585" y="2823369"/>
            <a:ext cx="825867" cy="246221"/>
          </a:xfrm>
          <a:prstGeom prst="rect">
            <a:avLst/>
          </a:prstGeom>
        </p:spPr>
        <p:txBody>
          <a:bodyPr wrap="none">
            <a:spAutoFit/>
          </a:bodyPr>
          <a:lstStyle/>
          <a:p>
            <a:pPr algn="ctr"/>
            <a:r>
              <a:rPr lang="zh-CN" altLang="en-US" sz="1000" dirty="0">
                <a:ln w="6350">
                  <a:noFill/>
                </a:ln>
                <a:solidFill>
                  <a:srgbClr val="586B7F"/>
                </a:solidFill>
                <a:latin typeface="Impact" pitchFamily="34" charset="0"/>
                <a:ea typeface="微软雅黑" pitchFamily="34" charset="-122"/>
              </a:rPr>
              <a:t>成果与应用</a:t>
            </a:r>
          </a:p>
        </p:txBody>
      </p:sp>
      <p:sp>
        <p:nvSpPr>
          <p:cNvPr id="286" name="矩形 285"/>
          <p:cNvSpPr/>
          <p:nvPr/>
        </p:nvSpPr>
        <p:spPr>
          <a:xfrm>
            <a:off x="422585" y="2432846"/>
            <a:ext cx="825867" cy="246221"/>
          </a:xfrm>
          <a:prstGeom prst="rect">
            <a:avLst/>
          </a:prstGeom>
        </p:spPr>
        <p:txBody>
          <a:bodyPr wrap="none">
            <a:spAutoFit/>
          </a:bodyPr>
          <a:lstStyle/>
          <a:p>
            <a:pPr algn="ctr"/>
            <a:r>
              <a:rPr lang="zh-CN" altLang="en-US" sz="1000" dirty="0">
                <a:ln w="6350">
                  <a:noFill/>
                </a:ln>
                <a:solidFill>
                  <a:srgbClr val="586B7F"/>
                </a:solidFill>
                <a:latin typeface="Impact" pitchFamily="34" charset="0"/>
                <a:ea typeface="微软雅黑" pitchFamily="34" charset="-122"/>
              </a:rPr>
              <a:t>技术与难点</a:t>
            </a:r>
          </a:p>
        </p:txBody>
      </p:sp>
      <p:sp>
        <p:nvSpPr>
          <p:cNvPr id="288" name="Freeform 9"/>
          <p:cNvSpPr>
            <a:spLocks noEditPoints="1"/>
          </p:cNvSpPr>
          <p:nvPr/>
        </p:nvSpPr>
        <p:spPr bwMode="auto">
          <a:xfrm>
            <a:off x="83442" y="3272333"/>
            <a:ext cx="231878" cy="151086"/>
          </a:xfrm>
          <a:custGeom>
            <a:avLst/>
            <a:gdLst>
              <a:gd name="T0" fmla="*/ 58 w 215"/>
              <a:gd name="T1" fmla="*/ 83 h 140"/>
              <a:gd name="T2" fmla="*/ 58 w 215"/>
              <a:gd name="T3" fmla="*/ 91 h 140"/>
              <a:gd name="T4" fmla="*/ 161 w 215"/>
              <a:gd name="T5" fmla="*/ 87 h 140"/>
              <a:gd name="T6" fmla="*/ 58 w 215"/>
              <a:gd name="T7" fmla="*/ 73 h 140"/>
              <a:gd name="T8" fmla="*/ 98 w 215"/>
              <a:gd name="T9" fmla="*/ 73 h 140"/>
              <a:gd name="T10" fmla="*/ 102 w 215"/>
              <a:gd name="T11" fmla="*/ 34 h 140"/>
              <a:gd name="T12" fmla="*/ 58 w 215"/>
              <a:gd name="T13" fmla="*/ 30 h 140"/>
              <a:gd name="T14" fmla="*/ 54 w 215"/>
              <a:gd name="T15" fmla="*/ 69 h 140"/>
              <a:gd name="T16" fmla="*/ 63 w 215"/>
              <a:gd name="T17" fmla="*/ 38 h 140"/>
              <a:gd name="T18" fmla="*/ 94 w 215"/>
              <a:gd name="T19" fmla="*/ 38 h 140"/>
              <a:gd name="T20" fmla="*/ 63 w 215"/>
              <a:gd name="T21" fmla="*/ 65 h 140"/>
              <a:gd name="T22" fmla="*/ 27 w 215"/>
              <a:gd name="T23" fmla="*/ 121 h 140"/>
              <a:gd name="T24" fmla="*/ 189 w 215"/>
              <a:gd name="T25" fmla="*/ 121 h 140"/>
              <a:gd name="T26" fmla="*/ 196 w 215"/>
              <a:gd name="T27" fmla="*/ 7 h 140"/>
              <a:gd name="T28" fmla="*/ 27 w 215"/>
              <a:gd name="T29" fmla="*/ 0 h 140"/>
              <a:gd name="T30" fmla="*/ 20 w 215"/>
              <a:gd name="T31" fmla="*/ 114 h 140"/>
              <a:gd name="T32" fmla="*/ 33 w 215"/>
              <a:gd name="T33" fmla="*/ 13 h 140"/>
              <a:gd name="T34" fmla="*/ 182 w 215"/>
              <a:gd name="T35" fmla="*/ 13 h 140"/>
              <a:gd name="T36" fmla="*/ 33 w 215"/>
              <a:gd name="T37" fmla="*/ 107 h 140"/>
              <a:gd name="T38" fmla="*/ 157 w 215"/>
              <a:gd name="T39" fmla="*/ 48 h 140"/>
              <a:gd name="T40" fmla="*/ 111 w 215"/>
              <a:gd name="T41" fmla="*/ 48 h 140"/>
              <a:gd name="T42" fmla="*/ 111 w 215"/>
              <a:gd name="T43" fmla="*/ 56 h 140"/>
              <a:gd name="T44" fmla="*/ 161 w 215"/>
              <a:gd name="T45" fmla="*/ 52 h 140"/>
              <a:gd name="T46" fmla="*/ 157 w 215"/>
              <a:gd name="T47" fmla="*/ 65 h 140"/>
              <a:gd name="T48" fmla="*/ 111 w 215"/>
              <a:gd name="T49" fmla="*/ 65 h 140"/>
              <a:gd name="T50" fmla="*/ 111 w 215"/>
              <a:gd name="T51" fmla="*/ 73 h 140"/>
              <a:gd name="T52" fmla="*/ 161 w 215"/>
              <a:gd name="T53" fmla="*/ 69 h 140"/>
              <a:gd name="T54" fmla="*/ 157 w 215"/>
              <a:gd name="T55" fmla="*/ 30 h 140"/>
              <a:gd name="T56" fmla="*/ 111 w 215"/>
              <a:gd name="T57" fmla="*/ 30 h 140"/>
              <a:gd name="T58" fmla="*/ 111 w 215"/>
              <a:gd name="T59" fmla="*/ 38 h 140"/>
              <a:gd name="T60" fmla="*/ 161 w 215"/>
              <a:gd name="T61" fmla="*/ 34 h 140"/>
              <a:gd name="T62" fmla="*/ 209 w 215"/>
              <a:gd name="T63" fmla="*/ 127 h 140"/>
              <a:gd name="T64" fmla="*/ 7 w 215"/>
              <a:gd name="T65" fmla="*/ 127 h 140"/>
              <a:gd name="T66" fmla="*/ 7 w 215"/>
              <a:gd name="T67" fmla="*/ 140 h 140"/>
              <a:gd name="T68" fmla="*/ 215 w 215"/>
              <a:gd name="T69" fmla="*/ 13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15" h="140">
                <a:moveTo>
                  <a:pt x="157" y="83"/>
                </a:moveTo>
                <a:cubicBezTo>
                  <a:pt x="58" y="83"/>
                  <a:pt x="58" y="83"/>
                  <a:pt x="58" y="83"/>
                </a:cubicBezTo>
                <a:cubicBezTo>
                  <a:pt x="56" y="83"/>
                  <a:pt x="54" y="84"/>
                  <a:pt x="54" y="87"/>
                </a:cubicBezTo>
                <a:cubicBezTo>
                  <a:pt x="54" y="89"/>
                  <a:pt x="56" y="91"/>
                  <a:pt x="58" y="91"/>
                </a:cubicBezTo>
                <a:cubicBezTo>
                  <a:pt x="157" y="91"/>
                  <a:pt x="157" y="91"/>
                  <a:pt x="157" y="91"/>
                </a:cubicBezTo>
                <a:cubicBezTo>
                  <a:pt x="159" y="91"/>
                  <a:pt x="161" y="89"/>
                  <a:pt x="161" y="87"/>
                </a:cubicBezTo>
                <a:cubicBezTo>
                  <a:pt x="161" y="84"/>
                  <a:pt x="159" y="83"/>
                  <a:pt x="157" y="83"/>
                </a:cubicBezTo>
                <a:close/>
                <a:moveTo>
                  <a:pt x="58" y="73"/>
                </a:moveTo>
                <a:cubicBezTo>
                  <a:pt x="58" y="73"/>
                  <a:pt x="58" y="73"/>
                  <a:pt x="58" y="73"/>
                </a:cubicBezTo>
                <a:cubicBezTo>
                  <a:pt x="98" y="73"/>
                  <a:pt x="98" y="73"/>
                  <a:pt x="98" y="73"/>
                </a:cubicBezTo>
                <a:cubicBezTo>
                  <a:pt x="100" y="73"/>
                  <a:pt x="102" y="71"/>
                  <a:pt x="102" y="69"/>
                </a:cubicBezTo>
                <a:cubicBezTo>
                  <a:pt x="102" y="34"/>
                  <a:pt x="102" y="34"/>
                  <a:pt x="102" y="34"/>
                </a:cubicBezTo>
                <a:cubicBezTo>
                  <a:pt x="102" y="32"/>
                  <a:pt x="100" y="30"/>
                  <a:pt x="98" y="30"/>
                </a:cubicBezTo>
                <a:cubicBezTo>
                  <a:pt x="58" y="30"/>
                  <a:pt x="58" y="30"/>
                  <a:pt x="58" y="30"/>
                </a:cubicBezTo>
                <a:cubicBezTo>
                  <a:pt x="56" y="30"/>
                  <a:pt x="54" y="32"/>
                  <a:pt x="54" y="34"/>
                </a:cubicBezTo>
                <a:cubicBezTo>
                  <a:pt x="54" y="69"/>
                  <a:pt x="54" y="69"/>
                  <a:pt x="54" y="69"/>
                </a:cubicBezTo>
                <a:cubicBezTo>
                  <a:pt x="54" y="71"/>
                  <a:pt x="56" y="73"/>
                  <a:pt x="58" y="73"/>
                </a:cubicBezTo>
                <a:close/>
                <a:moveTo>
                  <a:pt x="63" y="38"/>
                </a:moveTo>
                <a:cubicBezTo>
                  <a:pt x="63" y="38"/>
                  <a:pt x="63" y="38"/>
                  <a:pt x="63" y="38"/>
                </a:cubicBezTo>
                <a:cubicBezTo>
                  <a:pt x="94" y="38"/>
                  <a:pt x="94" y="38"/>
                  <a:pt x="94" y="38"/>
                </a:cubicBezTo>
                <a:cubicBezTo>
                  <a:pt x="94" y="65"/>
                  <a:pt x="94" y="65"/>
                  <a:pt x="94" y="65"/>
                </a:cubicBezTo>
                <a:cubicBezTo>
                  <a:pt x="63" y="65"/>
                  <a:pt x="63" y="65"/>
                  <a:pt x="63" y="65"/>
                </a:cubicBezTo>
                <a:cubicBezTo>
                  <a:pt x="63" y="38"/>
                  <a:pt x="63" y="38"/>
                  <a:pt x="63" y="38"/>
                </a:cubicBezTo>
                <a:close/>
                <a:moveTo>
                  <a:pt x="27" y="121"/>
                </a:moveTo>
                <a:cubicBezTo>
                  <a:pt x="27" y="121"/>
                  <a:pt x="27" y="121"/>
                  <a:pt x="27" y="121"/>
                </a:cubicBezTo>
                <a:cubicBezTo>
                  <a:pt x="189" y="121"/>
                  <a:pt x="189" y="121"/>
                  <a:pt x="189" y="121"/>
                </a:cubicBezTo>
                <a:cubicBezTo>
                  <a:pt x="193" y="121"/>
                  <a:pt x="196" y="118"/>
                  <a:pt x="196" y="114"/>
                </a:cubicBezTo>
                <a:cubicBezTo>
                  <a:pt x="196" y="7"/>
                  <a:pt x="196" y="7"/>
                  <a:pt x="196" y="7"/>
                </a:cubicBezTo>
                <a:cubicBezTo>
                  <a:pt x="196" y="3"/>
                  <a:pt x="193" y="0"/>
                  <a:pt x="189" y="0"/>
                </a:cubicBezTo>
                <a:cubicBezTo>
                  <a:pt x="27" y="0"/>
                  <a:pt x="27" y="0"/>
                  <a:pt x="27" y="0"/>
                </a:cubicBezTo>
                <a:cubicBezTo>
                  <a:pt x="23" y="0"/>
                  <a:pt x="20" y="3"/>
                  <a:pt x="20" y="7"/>
                </a:cubicBezTo>
                <a:cubicBezTo>
                  <a:pt x="20" y="114"/>
                  <a:pt x="20" y="114"/>
                  <a:pt x="20" y="114"/>
                </a:cubicBezTo>
                <a:cubicBezTo>
                  <a:pt x="20" y="118"/>
                  <a:pt x="23" y="121"/>
                  <a:pt x="27" y="121"/>
                </a:cubicBezTo>
                <a:close/>
                <a:moveTo>
                  <a:pt x="33" y="13"/>
                </a:moveTo>
                <a:cubicBezTo>
                  <a:pt x="33" y="13"/>
                  <a:pt x="33" y="13"/>
                  <a:pt x="33" y="13"/>
                </a:cubicBezTo>
                <a:cubicBezTo>
                  <a:pt x="182" y="13"/>
                  <a:pt x="182" y="13"/>
                  <a:pt x="182" y="13"/>
                </a:cubicBezTo>
                <a:cubicBezTo>
                  <a:pt x="182" y="107"/>
                  <a:pt x="182" y="107"/>
                  <a:pt x="182" y="107"/>
                </a:cubicBezTo>
                <a:cubicBezTo>
                  <a:pt x="33" y="107"/>
                  <a:pt x="33" y="107"/>
                  <a:pt x="33" y="107"/>
                </a:cubicBezTo>
                <a:cubicBezTo>
                  <a:pt x="33" y="13"/>
                  <a:pt x="33" y="13"/>
                  <a:pt x="33" y="13"/>
                </a:cubicBezTo>
                <a:close/>
                <a:moveTo>
                  <a:pt x="157" y="48"/>
                </a:moveTo>
                <a:cubicBezTo>
                  <a:pt x="157" y="48"/>
                  <a:pt x="157" y="48"/>
                  <a:pt x="157" y="48"/>
                </a:cubicBezTo>
                <a:cubicBezTo>
                  <a:pt x="111" y="48"/>
                  <a:pt x="111" y="48"/>
                  <a:pt x="111" y="48"/>
                </a:cubicBezTo>
                <a:cubicBezTo>
                  <a:pt x="108" y="48"/>
                  <a:pt x="107" y="49"/>
                  <a:pt x="107" y="52"/>
                </a:cubicBezTo>
                <a:cubicBezTo>
                  <a:pt x="107" y="54"/>
                  <a:pt x="108" y="56"/>
                  <a:pt x="111" y="56"/>
                </a:cubicBezTo>
                <a:cubicBezTo>
                  <a:pt x="157" y="56"/>
                  <a:pt x="157" y="56"/>
                  <a:pt x="157" y="56"/>
                </a:cubicBezTo>
                <a:cubicBezTo>
                  <a:pt x="159" y="56"/>
                  <a:pt x="161" y="54"/>
                  <a:pt x="161" y="52"/>
                </a:cubicBezTo>
                <a:cubicBezTo>
                  <a:pt x="161" y="49"/>
                  <a:pt x="159" y="48"/>
                  <a:pt x="157" y="48"/>
                </a:cubicBezTo>
                <a:close/>
                <a:moveTo>
                  <a:pt x="157" y="65"/>
                </a:moveTo>
                <a:cubicBezTo>
                  <a:pt x="157" y="65"/>
                  <a:pt x="157" y="65"/>
                  <a:pt x="157" y="65"/>
                </a:cubicBezTo>
                <a:cubicBezTo>
                  <a:pt x="111" y="65"/>
                  <a:pt x="111" y="65"/>
                  <a:pt x="111" y="65"/>
                </a:cubicBezTo>
                <a:cubicBezTo>
                  <a:pt x="108" y="65"/>
                  <a:pt x="107" y="67"/>
                  <a:pt x="107" y="69"/>
                </a:cubicBezTo>
                <a:cubicBezTo>
                  <a:pt x="107" y="71"/>
                  <a:pt x="108" y="73"/>
                  <a:pt x="111" y="73"/>
                </a:cubicBezTo>
                <a:cubicBezTo>
                  <a:pt x="157" y="73"/>
                  <a:pt x="157" y="73"/>
                  <a:pt x="157" y="73"/>
                </a:cubicBezTo>
                <a:cubicBezTo>
                  <a:pt x="159" y="73"/>
                  <a:pt x="161" y="71"/>
                  <a:pt x="161" y="69"/>
                </a:cubicBezTo>
                <a:cubicBezTo>
                  <a:pt x="161" y="67"/>
                  <a:pt x="159" y="65"/>
                  <a:pt x="157" y="65"/>
                </a:cubicBezTo>
                <a:close/>
                <a:moveTo>
                  <a:pt x="157" y="30"/>
                </a:moveTo>
                <a:cubicBezTo>
                  <a:pt x="157" y="30"/>
                  <a:pt x="157" y="30"/>
                  <a:pt x="157" y="30"/>
                </a:cubicBezTo>
                <a:cubicBezTo>
                  <a:pt x="111" y="30"/>
                  <a:pt x="111" y="30"/>
                  <a:pt x="111" y="30"/>
                </a:cubicBezTo>
                <a:cubicBezTo>
                  <a:pt x="108" y="30"/>
                  <a:pt x="107" y="32"/>
                  <a:pt x="107" y="34"/>
                </a:cubicBezTo>
                <a:cubicBezTo>
                  <a:pt x="107" y="37"/>
                  <a:pt x="108" y="38"/>
                  <a:pt x="111" y="38"/>
                </a:cubicBezTo>
                <a:cubicBezTo>
                  <a:pt x="157" y="38"/>
                  <a:pt x="157" y="38"/>
                  <a:pt x="157" y="38"/>
                </a:cubicBezTo>
                <a:cubicBezTo>
                  <a:pt x="159" y="38"/>
                  <a:pt x="161" y="37"/>
                  <a:pt x="161" y="34"/>
                </a:cubicBezTo>
                <a:cubicBezTo>
                  <a:pt x="161" y="32"/>
                  <a:pt x="159" y="30"/>
                  <a:pt x="157" y="30"/>
                </a:cubicBezTo>
                <a:close/>
                <a:moveTo>
                  <a:pt x="209" y="127"/>
                </a:moveTo>
                <a:cubicBezTo>
                  <a:pt x="209" y="127"/>
                  <a:pt x="209" y="127"/>
                  <a:pt x="209" y="127"/>
                </a:cubicBezTo>
                <a:cubicBezTo>
                  <a:pt x="7" y="127"/>
                  <a:pt x="7" y="127"/>
                  <a:pt x="7" y="127"/>
                </a:cubicBezTo>
                <a:cubicBezTo>
                  <a:pt x="3" y="127"/>
                  <a:pt x="0" y="130"/>
                  <a:pt x="0" y="134"/>
                </a:cubicBezTo>
                <a:cubicBezTo>
                  <a:pt x="0" y="137"/>
                  <a:pt x="3" y="140"/>
                  <a:pt x="7" y="140"/>
                </a:cubicBezTo>
                <a:cubicBezTo>
                  <a:pt x="209" y="140"/>
                  <a:pt x="209" y="140"/>
                  <a:pt x="209" y="140"/>
                </a:cubicBezTo>
                <a:cubicBezTo>
                  <a:pt x="212" y="140"/>
                  <a:pt x="215" y="137"/>
                  <a:pt x="215" y="134"/>
                </a:cubicBezTo>
                <a:cubicBezTo>
                  <a:pt x="215" y="130"/>
                  <a:pt x="212" y="127"/>
                  <a:pt x="209" y="127"/>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289" name="矩形 288"/>
          <p:cNvSpPr/>
          <p:nvPr/>
        </p:nvSpPr>
        <p:spPr>
          <a:xfrm>
            <a:off x="422585" y="3224765"/>
            <a:ext cx="825867" cy="246221"/>
          </a:xfrm>
          <a:prstGeom prst="rect">
            <a:avLst/>
          </a:prstGeom>
        </p:spPr>
        <p:txBody>
          <a:bodyPr wrap="none">
            <a:spAutoFit/>
          </a:bodyPr>
          <a:lstStyle/>
          <a:p>
            <a:pPr algn="ctr"/>
            <a:r>
              <a:rPr lang="zh-CN" altLang="en-US" sz="1000" dirty="0">
                <a:ln w="6350">
                  <a:noFill/>
                </a:ln>
                <a:solidFill>
                  <a:srgbClr val="586B7F"/>
                </a:solidFill>
                <a:latin typeface="Impact" pitchFamily="34" charset="0"/>
                <a:ea typeface="微软雅黑" pitchFamily="34" charset="-122"/>
              </a:rPr>
              <a:t>建议与总结</a:t>
            </a:r>
          </a:p>
        </p:txBody>
      </p:sp>
      <p:sp>
        <p:nvSpPr>
          <p:cNvPr id="38" name="任意多边形 37"/>
          <p:cNvSpPr/>
          <p:nvPr/>
        </p:nvSpPr>
        <p:spPr>
          <a:xfrm>
            <a:off x="3637496" y="1520848"/>
            <a:ext cx="794380" cy="264794"/>
          </a:xfrm>
          <a:custGeom>
            <a:avLst/>
            <a:gdLst>
              <a:gd name="connsiteX0" fmla="*/ 1257300 w 1257300"/>
              <a:gd name="connsiteY0" fmla="*/ 419100 h 419100"/>
              <a:gd name="connsiteX1" fmla="*/ 838200 w 1257300"/>
              <a:gd name="connsiteY1" fmla="*/ 0 h 419100"/>
              <a:gd name="connsiteX2" fmla="*/ 0 w 1257300"/>
              <a:gd name="connsiteY2" fmla="*/ 0 h 419100"/>
            </a:gdLst>
            <a:ahLst/>
            <a:cxnLst>
              <a:cxn ang="0">
                <a:pos x="connsiteX0" y="connsiteY0"/>
              </a:cxn>
              <a:cxn ang="0">
                <a:pos x="connsiteX1" y="connsiteY1"/>
              </a:cxn>
              <a:cxn ang="0">
                <a:pos x="connsiteX2" y="connsiteY2"/>
              </a:cxn>
            </a:cxnLst>
            <a:rect l="l" t="t" r="r" b="b"/>
            <a:pathLst>
              <a:path w="1257300" h="419100">
                <a:moveTo>
                  <a:pt x="1257300" y="419100"/>
                </a:moveTo>
                <a:lnTo>
                  <a:pt x="838200" y="0"/>
                </a:lnTo>
                <a:lnTo>
                  <a:pt x="0" y="0"/>
                </a:lnTo>
              </a:path>
            </a:pathLst>
          </a:custGeom>
          <a:ln w="6350">
            <a:solidFill>
              <a:srgbClr val="37B0E8"/>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9" name="任意多边形 38"/>
          <p:cNvSpPr/>
          <p:nvPr/>
        </p:nvSpPr>
        <p:spPr>
          <a:xfrm flipV="1">
            <a:off x="3367383" y="3247797"/>
            <a:ext cx="794380" cy="272818"/>
          </a:xfrm>
          <a:custGeom>
            <a:avLst/>
            <a:gdLst>
              <a:gd name="connsiteX0" fmla="*/ 1257300 w 1257300"/>
              <a:gd name="connsiteY0" fmla="*/ 419100 h 419100"/>
              <a:gd name="connsiteX1" fmla="*/ 838200 w 1257300"/>
              <a:gd name="connsiteY1" fmla="*/ 0 h 419100"/>
              <a:gd name="connsiteX2" fmla="*/ 0 w 1257300"/>
              <a:gd name="connsiteY2" fmla="*/ 0 h 419100"/>
            </a:gdLst>
            <a:ahLst/>
            <a:cxnLst>
              <a:cxn ang="0">
                <a:pos x="connsiteX0" y="connsiteY0"/>
              </a:cxn>
              <a:cxn ang="0">
                <a:pos x="connsiteX1" y="connsiteY1"/>
              </a:cxn>
              <a:cxn ang="0">
                <a:pos x="connsiteX2" y="connsiteY2"/>
              </a:cxn>
            </a:cxnLst>
            <a:rect l="l" t="t" r="r" b="b"/>
            <a:pathLst>
              <a:path w="1257300" h="419100">
                <a:moveTo>
                  <a:pt x="1257300" y="419100"/>
                </a:moveTo>
                <a:lnTo>
                  <a:pt x="838200" y="0"/>
                </a:lnTo>
                <a:lnTo>
                  <a:pt x="0" y="0"/>
                </a:lnTo>
              </a:path>
            </a:pathLst>
          </a:custGeom>
          <a:ln w="6350">
            <a:solidFill>
              <a:schemeClr val="bg1">
                <a:lumMod val="65000"/>
              </a:scheme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0" name="椭圆 39"/>
          <p:cNvSpPr/>
          <p:nvPr/>
        </p:nvSpPr>
        <p:spPr>
          <a:xfrm>
            <a:off x="4696867" y="2098387"/>
            <a:ext cx="1012604" cy="1012604"/>
          </a:xfrm>
          <a:prstGeom prst="ellipse">
            <a:avLst/>
          </a:prstGeom>
          <a:noFill/>
          <a:ln w="6350">
            <a:solidFill>
              <a:srgbClr val="37B0E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p:cNvGrpSpPr/>
          <p:nvPr/>
        </p:nvGrpSpPr>
        <p:grpSpPr>
          <a:xfrm>
            <a:off x="4101807" y="1496614"/>
            <a:ext cx="2219395" cy="2222500"/>
            <a:chOff x="3462304" y="1609725"/>
            <a:chExt cx="2219395" cy="2222500"/>
          </a:xfrm>
        </p:grpSpPr>
        <p:sp>
          <p:nvSpPr>
            <p:cNvPr id="42" name="Freeform 31"/>
            <p:cNvSpPr/>
            <p:nvPr/>
          </p:nvSpPr>
          <p:spPr bwMode="auto">
            <a:xfrm>
              <a:off x="4597367" y="2746375"/>
              <a:ext cx="1084332" cy="1085850"/>
            </a:xfrm>
            <a:custGeom>
              <a:avLst/>
              <a:gdLst>
                <a:gd name="T0" fmla="*/ 161 w 303"/>
                <a:gd name="T1" fmla="*/ 0 h 303"/>
                <a:gd name="T2" fmla="*/ 161 w 303"/>
                <a:gd name="T3" fmla="*/ 0 h 303"/>
                <a:gd name="T4" fmla="*/ 115 w 303"/>
                <a:gd name="T5" fmla="*/ 113 h 303"/>
                <a:gd name="T6" fmla="*/ 112 w 303"/>
                <a:gd name="T7" fmla="*/ 116 h 303"/>
                <a:gd name="T8" fmla="*/ 0 w 303"/>
                <a:gd name="T9" fmla="*/ 161 h 303"/>
                <a:gd name="T10" fmla="*/ 0 w 303"/>
                <a:gd name="T11" fmla="*/ 161 h 303"/>
                <a:gd name="T12" fmla="*/ 0 w 303"/>
                <a:gd name="T13" fmla="*/ 303 h 303"/>
                <a:gd name="T14" fmla="*/ 31 w 303"/>
                <a:gd name="T15" fmla="*/ 303 h 303"/>
                <a:gd name="T16" fmla="*/ 37 w 303"/>
                <a:gd name="T17" fmla="*/ 298 h 303"/>
                <a:gd name="T18" fmla="*/ 56 w 303"/>
                <a:gd name="T19" fmla="*/ 248 h 303"/>
                <a:gd name="T20" fmla="*/ 57 w 303"/>
                <a:gd name="T21" fmla="*/ 248 h 303"/>
                <a:gd name="T22" fmla="*/ 66 w 303"/>
                <a:gd name="T23" fmla="*/ 244 h 303"/>
                <a:gd name="T24" fmla="*/ 77 w 303"/>
                <a:gd name="T25" fmla="*/ 242 h 303"/>
                <a:gd name="T26" fmla="*/ 77 w 303"/>
                <a:gd name="T27" fmla="*/ 242 h 303"/>
                <a:gd name="T28" fmla="*/ 118 w 303"/>
                <a:gd name="T29" fmla="*/ 276 h 303"/>
                <a:gd name="T30" fmla="*/ 127 w 303"/>
                <a:gd name="T31" fmla="*/ 277 h 303"/>
                <a:gd name="T32" fmla="*/ 179 w 303"/>
                <a:gd name="T33" fmla="*/ 246 h 303"/>
                <a:gd name="T34" fmla="*/ 182 w 303"/>
                <a:gd name="T35" fmla="*/ 239 h 303"/>
                <a:gd name="T36" fmla="*/ 173 w 303"/>
                <a:gd name="T37" fmla="*/ 186 h 303"/>
                <a:gd name="T38" fmla="*/ 173 w 303"/>
                <a:gd name="T39" fmla="*/ 186 h 303"/>
                <a:gd name="T40" fmla="*/ 180 w 303"/>
                <a:gd name="T41" fmla="*/ 178 h 303"/>
                <a:gd name="T42" fmla="*/ 186 w 303"/>
                <a:gd name="T43" fmla="*/ 173 h 303"/>
                <a:gd name="T44" fmla="*/ 186 w 303"/>
                <a:gd name="T45" fmla="*/ 173 h 303"/>
                <a:gd name="T46" fmla="*/ 239 w 303"/>
                <a:gd name="T47" fmla="*/ 182 h 303"/>
                <a:gd name="T48" fmla="*/ 240 w 303"/>
                <a:gd name="T49" fmla="*/ 182 h 303"/>
                <a:gd name="T50" fmla="*/ 247 w 303"/>
                <a:gd name="T51" fmla="*/ 179 h 303"/>
                <a:gd name="T52" fmla="*/ 277 w 303"/>
                <a:gd name="T53" fmla="*/ 126 h 303"/>
                <a:gd name="T54" fmla="*/ 276 w 303"/>
                <a:gd name="T55" fmla="*/ 118 h 303"/>
                <a:gd name="T56" fmla="*/ 242 w 303"/>
                <a:gd name="T57" fmla="*/ 77 h 303"/>
                <a:gd name="T58" fmla="*/ 242 w 303"/>
                <a:gd name="T59" fmla="*/ 76 h 303"/>
                <a:gd name="T60" fmla="*/ 245 w 303"/>
                <a:gd name="T61" fmla="*/ 66 h 303"/>
                <a:gd name="T62" fmla="*/ 248 w 303"/>
                <a:gd name="T63" fmla="*/ 56 h 303"/>
                <a:gd name="T64" fmla="*/ 248 w 303"/>
                <a:gd name="T65" fmla="*/ 56 h 303"/>
                <a:gd name="T66" fmla="*/ 298 w 303"/>
                <a:gd name="T67" fmla="*/ 37 h 303"/>
                <a:gd name="T68" fmla="*/ 303 w 303"/>
                <a:gd name="T69" fmla="*/ 30 h 303"/>
                <a:gd name="T70" fmla="*/ 303 w 303"/>
                <a:gd name="T71" fmla="*/ 0 h 303"/>
                <a:gd name="T72" fmla="*/ 161 w 303"/>
                <a:gd name="T73" fmla="*/ 0 h 3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03" h="303">
                  <a:moveTo>
                    <a:pt x="161" y="0"/>
                  </a:moveTo>
                  <a:cubicBezTo>
                    <a:pt x="161" y="0"/>
                    <a:pt x="161" y="0"/>
                    <a:pt x="161" y="0"/>
                  </a:cubicBezTo>
                  <a:cubicBezTo>
                    <a:pt x="161" y="42"/>
                    <a:pt x="145" y="83"/>
                    <a:pt x="115" y="113"/>
                  </a:cubicBezTo>
                  <a:cubicBezTo>
                    <a:pt x="112" y="116"/>
                    <a:pt x="112" y="116"/>
                    <a:pt x="112" y="116"/>
                  </a:cubicBezTo>
                  <a:cubicBezTo>
                    <a:pt x="82" y="145"/>
                    <a:pt x="42" y="161"/>
                    <a:pt x="0" y="161"/>
                  </a:cubicBezTo>
                  <a:cubicBezTo>
                    <a:pt x="0" y="161"/>
                    <a:pt x="0" y="161"/>
                    <a:pt x="0" y="161"/>
                  </a:cubicBezTo>
                  <a:cubicBezTo>
                    <a:pt x="0" y="303"/>
                    <a:pt x="0" y="303"/>
                    <a:pt x="0" y="303"/>
                  </a:cubicBezTo>
                  <a:cubicBezTo>
                    <a:pt x="31" y="303"/>
                    <a:pt x="31" y="303"/>
                    <a:pt x="31" y="303"/>
                  </a:cubicBezTo>
                  <a:cubicBezTo>
                    <a:pt x="33" y="303"/>
                    <a:pt x="36" y="301"/>
                    <a:pt x="37" y="298"/>
                  </a:cubicBezTo>
                  <a:cubicBezTo>
                    <a:pt x="56" y="248"/>
                    <a:pt x="56" y="248"/>
                    <a:pt x="56" y="248"/>
                  </a:cubicBezTo>
                  <a:cubicBezTo>
                    <a:pt x="56" y="248"/>
                    <a:pt x="56" y="248"/>
                    <a:pt x="57" y="248"/>
                  </a:cubicBezTo>
                  <a:cubicBezTo>
                    <a:pt x="66" y="244"/>
                    <a:pt x="66" y="244"/>
                    <a:pt x="66" y="244"/>
                  </a:cubicBezTo>
                  <a:cubicBezTo>
                    <a:pt x="77" y="242"/>
                    <a:pt x="77" y="242"/>
                    <a:pt x="77" y="242"/>
                  </a:cubicBezTo>
                  <a:cubicBezTo>
                    <a:pt x="77" y="242"/>
                    <a:pt x="77" y="242"/>
                    <a:pt x="77" y="242"/>
                  </a:cubicBezTo>
                  <a:cubicBezTo>
                    <a:pt x="118" y="276"/>
                    <a:pt x="118" y="276"/>
                    <a:pt x="118" y="276"/>
                  </a:cubicBezTo>
                  <a:cubicBezTo>
                    <a:pt x="121" y="278"/>
                    <a:pt x="124" y="278"/>
                    <a:pt x="127" y="277"/>
                  </a:cubicBezTo>
                  <a:cubicBezTo>
                    <a:pt x="179" y="246"/>
                    <a:pt x="179" y="246"/>
                    <a:pt x="179" y="246"/>
                  </a:cubicBezTo>
                  <a:cubicBezTo>
                    <a:pt x="181" y="245"/>
                    <a:pt x="183" y="242"/>
                    <a:pt x="182" y="239"/>
                  </a:cubicBezTo>
                  <a:cubicBezTo>
                    <a:pt x="173" y="186"/>
                    <a:pt x="173" y="186"/>
                    <a:pt x="173" y="186"/>
                  </a:cubicBezTo>
                  <a:cubicBezTo>
                    <a:pt x="173" y="186"/>
                    <a:pt x="173" y="186"/>
                    <a:pt x="173" y="186"/>
                  </a:cubicBezTo>
                  <a:cubicBezTo>
                    <a:pt x="180" y="178"/>
                    <a:pt x="180" y="178"/>
                    <a:pt x="180" y="178"/>
                  </a:cubicBezTo>
                  <a:cubicBezTo>
                    <a:pt x="186" y="173"/>
                    <a:pt x="186" y="173"/>
                    <a:pt x="186" y="173"/>
                  </a:cubicBezTo>
                  <a:cubicBezTo>
                    <a:pt x="186" y="173"/>
                    <a:pt x="186" y="173"/>
                    <a:pt x="186" y="173"/>
                  </a:cubicBezTo>
                  <a:cubicBezTo>
                    <a:pt x="239" y="182"/>
                    <a:pt x="239" y="182"/>
                    <a:pt x="239" y="182"/>
                  </a:cubicBezTo>
                  <a:cubicBezTo>
                    <a:pt x="240" y="182"/>
                    <a:pt x="240" y="182"/>
                    <a:pt x="240" y="182"/>
                  </a:cubicBezTo>
                  <a:cubicBezTo>
                    <a:pt x="243" y="182"/>
                    <a:pt x="245" y="181"/>
                    <a:pt x="247" y="179"/>
                  </a:cubicBezTo>
                  <a:cubicBezTo>
                    <a:pt x="277" y="126"/>
                    <a:pt x="277" y="126"/>
                    <a:pt x="277" y="126"/>
                  </a:cubicBezTo>
                  <a:cubicBezTo>
                    <a:pt x="279" y="124"/>
                    <a:pt x="278" y="120"/>
                    <a:pt x="276" y="118"/>
                  </a:cubicBezTo>
                  <a:cubicBezTo>
                    <a:pt x="242" y="77"/>
                    <a:pt x="242" y="77"/>
                    <a:pt x="242" y="77"/>
                  </a:cubicBezTo>
                  <a:cubicBezTo>
                    <a:pt x="242" y="77"/>
                    <a:pt x="242" y="76"/>
                    <a:pt x="242" y="76"/>
                  </a:cubicBezTo>
                  <a:cubicBezTo>
                    <a:pt x="245" y="66"/>
                    <a:pt x="245" y="66"/>
                    <a:pt x="245" y="66"/>
                  </a:cubicBezTo>
                  <a:cubicBezTo>
                    <a:pt x="248" y="56"/>
                    <a:pt x="248" y="56"/>
                    <a:pt x="248" y="56"/>
                  </a:cubicBezTo>
                  <a:cubicBezTo>
                    <a:pt x="248" y="56"/>
                    <a:pt x="248" y="56"/>
                    <a:pt x="248" y="56"/>
                  </a:cubicBezTo>
                  <a:cubicBezTo>
                    <a:pt x="298" y="37"/>
                    <a:pt x="298" y="37"/>
                    <a:pt x="298" y="37"/>
                  </a:cubicBezTo>
                  <a:cubicBezTo>
                    <a:pt x="301" y="36"/>
                    <a:pt x="303" y="33"/>
                    <a:pt x="303" y="30"/>
                  </a:cubicBezTo>
                  <a:cubicBezTo>
                    <a:pt x="303" y="0"/>
                    <a:pt x="303" y="0"/>
                    <a:pt x="303" y="0"/>
                  </a:cubicBezTo>
                  <a:lnTo>
                    <a:pt x="161" y="0"/>
                  </a:lnTo>
                  <a:close/>
                </a:path>
              </a:pathLst>
            </a:custGeom>
            <a:solidFill>
              <a:srgbClr val="37B0E8"/>
            </a:solidFill>
            <a:ln w="635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ln w="6350">
                  <a:noFill/>
                </a:ln>
                <a:gradFill flip="none" rotWithShape="1">
                  <a:gsLst>
                    <a:gs pos="73000">
                      <a:srgbClr val="00C373"/>
                    </a:gs>
                    <a:gs pos="88000">
                      <a:srgbClr val="08ECDB"/>
                    </a:gs>
                    <a:gs pos="29000">
                      <a:srgbClr val="00C373"/>
                    </a:gs>
                    <a:gs pos="72000">
                      <a:srgbClr val="08ECDB"/>
                    </a:gs>
                  </a:gsLst>
                  <a:lin ang="1200000" scaled="0"/>
                  <a:tileRect/>
                </a:gradFill>
                <a:effectLst>
                  <a:innerShdw blurRad="63500" dist="50800" dir="16200000">
                    <a:prstClr val="black">
                      <a:alpha val="50000"/>
                    </a:prstClr>
                  </a:innerShdw>
                </a:effectLst>
                <a:latin typeface="Impact" pitchFamily="34" charset="0"/>
                <a:ea typeface="微软雅黑" pitchFamily="34" charset="-122"/>
              </a:endParaRPr>
            </a:p>
          </p:txBody>
        </p:sp>
        <p:sp>
          <p:nvSpPr>
            <p:cNvPr id="43" name="Freeform 32"/>
            <p:cNvSpPr/>
            <p:nvPr/>
          </p:nvSpPr>
          <p:spPr bwMode="auto">
            <a:xfrm>
              <a:off x="3462304" y="2746375"/>
              <a:ext cx="1084332" cy="1085850"/>
            </a:xfrm>
            <a:custGeom>
              <a:avLst/>
              <a:gdLst>
                <a:gd name="T0" fmla="*/ 190 w 303"/>
                <a:gd name="T1" fmla="*/ 115 h 303"/>
                <a:gd name="T2" fmla="*/ 187 w 303"/>
                <a:gd name="T3" fmla="*/ 111 h 303"/>
                <a:gd name="T4" fmla="*/ 142 w 303"/>
                <a:gd name="T5" fmla="*/ 0 h 303"/>
                <a:gd name="T6" fmla="*/ 142 w 303"/>
                <a:gd name="T7" fmla="*/ 0 h 303"/>
                <a:gd name="T8" fmla="*/ 0 w 303"/>
                <a:gd name="T9" fmla="*/ 0 h 303"/>
                <a:gd name="T10" fmla="*/ 0 w 303"/>
                <a:gd name="T11" fmla="*/ 30 h 303"/>
                <a:gd name="T12" fmla="*/ 5 w 303"/>
                <a:gd name="T13" fmla="*/ 37 h 303"/>
                <a:gd name="T14" fmla="*/ 55 w 303"/>
                <a:gd name="T15" fmla="*/ 56 h 303"/>
                <a:gd name="T16" fmla="*/ 56 w 303"/>
                <a:gd name="T17" fmla="*/ 56 h 303"/>
                <a:gd name="T18" fmla="*/ 59 w 303"/>
                <a:gd name="T19" fmla="*/ 66 h 303"/>
                <a:gd name="T20" fmla="*/ 61 w 303"/>
                <a:gd name="T21" fmla="*/ 76 h 303"/>
                <a:gd name="T22" fmla="*/ 61 w 303"/>
                <a:gd name="T23" fmla="*/ 77 h 303"/>
                <a:gd name="T24" fmla="*/ 27 w 303"/>
                <a:gd name="T25" fmla="*/ 118 h 303"/>
                <a:gd name="T26" fmla="*/ 26 w 303"/>
                <a:gd name="T27" fmla="*/ 126 h 303"/>
                <a:gd name="T28" fmla="*/ 57 w 303"/>
                <a:gd name="T29" fmla="*/ 179 h 303"/>
                <a:gd name="T30" fmla="*/ 63 w 303"/>
                <a:gd name="T31" fmla="*/ 182 h 303"/>
                <a:gd name="T32" fmla="*/ 117 w 303"/>
                <a:gd name="T33" fmla="*/ 173 h 303"/>
                <a:gd name="T34" fmla="*/ 117 w 303"/>
                <a:gd name="T35" fmla="*/ 173 h 303"/>
                <a:gd name="T36" fmla="*/ 118 w 303"/>
                <a:gd name="T37" fmla="*/ 173 h 303"/>
                <a:gd name="T38" fmla="*/ 126 w 303"/>
                <a:gd name="T39" fmla="*/ 180 h 303"/>
                <a:gd name="T40" fmla="*/ 130 w 303"/>
                <a:gd name="T41" fmla="*/ 186 h 303"/>
                <a:gd name="T42" fmla="*/ 131 w 303"/>
                <a:gd name="T43" fmla="*/ 186 h 303"/>
                <a:gd name="T44" fmla="*/ 122 w 303"/>
                <a:gd name="T45" fmla="*/ 239 h 303"/>
                <a:gd name="T46" fmla="*/ 125 w 303"/>
                <a:gd name="T47" fmla="*/ 246 h 303"/>
                <a:gd name="T48" fmla="*/ 177 w 303"/>
                <a:gd name="T49" fmla="*/ 277 h 303"/>
                <a:gd name="T50" fmla="*/ 180 w 303"/>
                <a:gd name="T51" fmla="*/ 278 h 303"/>
                <a:gd name="T52" fmla="*/ 185 w 303"/>
                <a:gd name="T53" fmla="*/ 276 h 303"/>
                <a:gd name="T54" fmla="*/ 226 w 303"/>
                <a:gd name="T55" fmla="*/ 243 h 303"/>
                <a:gd name="T56" fmla="*/ 227 w 303"/>
                <a:gd name="T57" fmla="*/ 242 h 303"/>
                <a:gd name="T58" fmla="*/ 227 w 303"/>
                <a:gd name="T59" fmla="*/ 242 h 303"/>
                <a:gd name="T60" fmla="*/ 237 w 303"/>
                <a:gd name="T61" fmla="*/ 244 h 303"/>
                <a:gd name="T62" fmla="*/ 247 w 303"/>
                <a:gd name="T63" fmla="*/ 248 h 303"/>
                <a:gd name="T64" fmla="*/ 248 w 303"/>
                <a:gd name="T65" fmla="*/ 248 h 303"/>
                <a:gd name="T66" fmla="*/ 248 w 303"/>
                <a:gd name="T67" fmla="*/ 248 h 303"/>
                <a:gd name="T68" fmla="*/ 266 w 303"/>
                <a:gd name="T69" fmla="*/ 298 h 303"/>
                <a:gd name="T70" fmla="*/ 273 w 303"/>
                <a:gd name="T71" fmla="*/ 303 h 303"/>
                <a:gd name="T72" fmla="*/ 303 w 303"/>
                <a:gd name="T73" fmla="*/ 303 h 303"/>
                <a:gd name="T74" fmla="*/ 303 w 303"/>
                <a:gd name="T75" fmla="*/ 161 h 303"/>
                <a:gd name="T76" fmla="*/ 190 w 303"/>
                <a:gd name="T77" fmla="*/ 115 h 3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303" h="303">
                  <a:moveTo>
                    <a:pt x="190" y="115"/>
                  </a:moveTo>
                  <a:cubicBezTo>
                    <a:pt x="187" y="111"/>
                    <a:pt x="187" y="111"/>
                    <a:pt x="187" y="111"/>
                  </a:cubicBezTo>
                  <a:cubicBezTo>
                    <a:pt x="158" y="81"/>
                    <a:pt x="142" y="42"/>
                    <a:pt x="142" y="0"/>
                  </a:cubicBezTo>
                  <a:cubicBezTo>
                    <a:pt x="142" y="0"/>
                    <a:pt x="142" y="0"/>
                    <a:pt x="142" y="0"/>
                  </a:cubicBezTo>
                  <a:cubicBezTo>
                    <a:pt x="0" y="0"/>
                    <a:pt x="0" y="0"/>
                    <a:pt x="0" y="0"/>
                  </a:cubicBezTo>
                  <a:cubicBezTo>
                    <a:pt x="0" y="30"/>
                    <a:pt x="0" y="30"/>
                    <a:pt x="0" y="30"/>
                  </a:cubicBezTo>
                  <a:cubicBezTo>
                    <a:pt x="0" y="33"/>
                    <a:pt x="2" y="36"/>
                    <a:pt x="5" y="37"/>
                  </a:cubicBezTo>
                  <a:cubicBezTo>
                    <a:pt x="55" y="56"/>
                    <a:pt x="55" y="56"/>
                    <a:pt x="55" y="56"/>
                  </a:cubicBezTo>
                  <a:cubicBezTo>
                    <a:pt x="55" y="56"/>
                    <a:pt x="55" y="56"/>
                    <a:pt x="56" y="56"/>
                  </a:cubicBezTo>
                  <a:cubicBezTo>
                    <a:pt x="59" y="66"/>
                    <a:pt x="59" y="66"/>
                    <a:pt x="59" y="66"/>
                  </a:cubicBezTo>
                  <a:cubicBezTo>
                    <a:pt x="61" y="76"/>
                    <a:pt x="61" y="76"/>
                    <a:pt x="61" y="76"/>
                  </a:cubicBezTo>
                  <a:cubicBezTo>
                    <a:pt x="61" y="76"/>
                    <a:pt x="61" y="77"/>
                    <a:pt x="61" y="77"/>
                  </a:cubicBezTo>
                  <a:cubicBezTo>
                    <a:pt x="27" y="118"/>
                    <a:pt x="27" y="118"/>
                    <a:pt x="27" y="118"/>
                  </a:cubicBezTo>
                  <a:cubicBezTo>
                    <a:pt x="25" y="120"/>
                    <a:pt x="25" y="124"/>
                    <a:pt x="26" y="126"/>
                  </a:cubicBezTo>
                  <a:cubicBezTo>
                    <a:pt x="57" y="179"/>
                    <a:pt x="57" y="179"/>
                    <a:pt x="57" y="179"/>
                  </a:cubicBezTo>
                  <a:cubicBezTo>
                    <a:pt x="58" y="181"/>
                    <a:pt x="60" y="182"/>
                    <a:pt x="63" y="182"/>
                  </a:cubicBezTo>
                  <a:cubicBezTo>
                    <a:pt x="117" y="173"/>
                    <a:pt x="117" y="173"/>
                    <a:pt x="117" y="173"/>
                  </a:cubicBezTo>
                  <a:cubicBezTo>
                    <a:pt x="117" y="173"/>
                    <a:pt x="117" y="173"/>
                    <a:pt x="117" y="173"/>
                  </a:cubicBezTo>
                  <a:cubicBezTo>
                    <a:pt x="117" y="173"/>
                    <a:pt x="117" y="173"/>
                    <a:pt x="118" y="173"/>
                  </a:cubicBezTo>
                  <a:cubicBezTo>
                    <a:pt x="126" y="180"/>
                    <a:pt x="126" y="180"/>
                    <a:pt x="126" y="180"/>
                  </a:cubicBezTo>
                  <a:cubicBezTo>
                    <a:pt x="130" y="186"/>
                    <a:pt x="130" y="186"/>
                    <a:pt x="130" y="186"/>
                  </a:cubicBezTo>
                  <a:cubicBezTo>
                    <a:pt x="131" y="186"/>
                    <a:pt x="131" y="186"/>
                    <a:pt x="131" y="186"/>
                  </a:cubicBezTo>
                  <a:cubicBezTo>
                    <a:pt x="122" y="239"/>
                    <a:pt x="122" y="239"/>
                    <a:pt x="122" y="239"/>
                  </a:cubicBezTo>
                  <a:cubicBezTo>
                    <a:pt x="121" y="242"/>
                    <a:pt x="122" y="245"/>
                    <a:pt x="125" y="246"/>
                  </a:cubicBezTo>
                  <a:cubicBezTo>
                    <a:pt x="177" y="277"/>
                    <a:pt x="177" y="277"/>
                    <a:pt x="177" y="277"/>
                  </a:cubicBezTo>
                  <a:cubicBezTo>
                    <a:pt x="178" y="277"/>
                    <a:pt x="179" y="278"/>
                    <a:pt x="180" y="278"/>
                  </a:cubicBezTo>
                  <a:cubicBezTo>
                    <a:pt x="181" y="278"/>
                    <a:pt x="183" y="278"/>
                    <a:pt x="185" y="276"/>
                  </a:cubicBezTo>
                  <a:cubicBezTo>
                    <a:pt x="226" y="243"/>
                    <a:pt x="226" y="243"/>
                    <a:pt x="226" y="243"/>
                  </a:cubicBezTo>
                  <a:cubicBezTo>
                    <a:pt x="227" y="242"/>
                    <a:pt x="227" y="242"/>
                    <a:pt x="227" y="242"/>
                  </a:cubicBezTo>
                  <a:cubicBezTo>
                    <a:pt x="227" y="242"/>
                    <a:pt x="227" y="242"/>
                    <a:pt x="227" y="242"/>
                  </a:cubicBezTo>
                  <a:cubicBezTo>
                    <a:pt x="237" y="244"/>
                    <a:pt x="237" y="244"/>
                    <a:pt x="237" y="244"/>
                  </a:cubicBezTo>
                  <a:cubicBezTo>
                    <a:pt x="247" y="248"/>
                    <a:pt x="247" y="248"/>
                    <a:pt x="247" y="248"/>
                  </a:cubicBezTo>
                  <a:cubicBezTo>
                    <a:pt x="248" y="248"/>
                    <a:pt x="248" y="248"/>
                    <a:pt x="248" y="248"/>
                  </a:cubicBezTo>
                  <a:cubicBezTo>
                    <a:pt x="248" y="248"/>
                    <a:pt x="248" y="248"/>
                    <a:pt x="248" y="248"/>
                  </a:cubicBezTo>
                  <a:cubicBezTo>
                    <a:pt x="266" y="298"/>
                    <a:pt x="266" y="298"/>
                    <a:pt x="266" y="298"/>
                  </a:cubicBezTo>
                  <a:cubicBezTo>
                    <a:pt x="267" y="301"/>
                    <a:pt x="270" y="303"/>
                    <a:pt x="273" y="303"/>
                  </a:cubicBezTo>
                  <a:cubicBezTo>
                    <a:pt x="303" y="303"/>
                    <a:pt x="303" y="303"/>
                    <a:pt x="303" y="303"/>
                  </a:cubicBezTo>
                  <a:cubicBezTo>
                    <a:pt x="303" y="161"/>
                    <a:pt x="303" y="161"/>
                    <a:pt x="303" y="161"/>
                  </a:cubicBezTo>
                  <a:cubicBezTo>
                    <a:pt x="261" y="161"/>
                    <a:pt x="221" y="145"/>
                    <a:pt x="190" y="115"/>
                  </a:cubicBezTo>
                  <a:close/>
                </a:path>
              </a:pathLst>
            </a:cu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ln w="6350">
                  <a:noFill/>
                </a:ln>
                <a:gradFill flip="none" rotWithShape="1">
                  <a:gsLst>
                    <a:gs pos="73000">
                      <a:srgbClr val="00C373"/>
                    </a:gs>
                    <a:gs pos="88000">
                      <a:srgbClr val="08ECDB"/>
                    </a:gs>
                    <a:gs pos="29000">
                      <a:srgbClr val="00C373"/>
                    </a:gs>
                    <a:gs pos="72000">
                      <a:srgbClr val="08ECDB"/>
                    </a:gs>
                  </a:gsLst>
                  <a:lin ang="1200000" scaled="0"/>
                  <a:tileRect/>
                </a:gradFill>
                <a:effectLst>
                  <a:innerShdw blurRad="63500" dist="50800" dir="16200000">
                    <a:prstClr val="black">
                      <a:alpha val="50000"/>
                    </a:prstClr>
                  </a:innerShdw>
                </a:effectLst>
                <a:latin typeface="Impact" pitchFamily="34" charset="0"/>
                <a:ea typeface="微软雅黑" pitchFamily="34" charset="-122"/>
              </a:endParaRPr>
            </a:p>
          </p:txBody>
        </p:sp>
        <p:sp>
          <p:nvSpPr>
            <p:cNvPr id="44" name="Freeform 33"/>
            <p:cNvSpPr/>
            <p:nvPr/>
          </p:nvSpPr>
          <p:spPr bwMode="auto">
            <a:xfrm>
              <a:off x="3462304" y="1609725"/>
              <a:ext cx="1084332" cy="1085850"/>
            </a:xfrm>
            <a:custGeom>
              <a:avLst/>
              <a:gdLst>
                <a:gd name="T0" fmla="*/ 188 w 303"/>
                <a:gd name="T1" fmla="*/ 190 h 303"/>
                <a:gd name="T2" fmla="*/ 192 w 303"/>
                <a:gd name="T3" fmla="*/ 186 h 303"/>
                <a:gd name="T4" fmla="*/ 192 w 303"/>
                <a:gd name="T5" fmla="*/ 186 h 303"/>
                <a:gd name="T6" fmla="*/ 303 w 303"/>
                <a:gd name="T7" fmla="*/ 142 h 303"/>
                <a:gd name="T8" fmla="*/ 303 w 303"/>
                <a:gd name="T9" fmla="*/ 142 h 303"/>
                <a:gd name="T10" fmla="*/ 303 w 303"/>
                <a:gd name="T11" fmla="*/ 0 h 303"/>
                <a:gd name="T12" fmla="*/ 273 w 303"/>
                <a:gd name="T13" fmla="*/ 0 h 303"/>
                <a:gd name="T14" fmla="*/ 266 w 303"/>
                <a:gd name="T15" fmla="*/ 5 h 303"/>
                <a:gd name="T16" fmla="*/ 247 w 303"/>
                <a:gd name="T17" fmla="*/ 55 h 303"/>
                <a:gd name="T18" fmla="*/ 247 w 303"/>
                <a:gd name="T19" fmla="*/ 55 h 303"/>
                <a:gd name="T20" fmla="*/ 237 w 303"/>
                <a:gd name="T21" fmla="*/ 58 h 303"/>
                <a:gd name="T22" fmla="*/ 227 w 303"/>
                <a:gd name="T23" fmla="*/ 61 h 303"/>
                <a:gd name="T24" fmla="*/ 226 w 303"/>
                <a:gd name="T25" fmla="*/ 61 h 303"/>
                <a:gd name="T26" fmla="*/ 185 w 303"/>
                <a:gd name="T27" fmla="*/ 27 h 303"/>
                <a:gd name="T28" fmla="*/ 176 w 303"/>
                <a:gd name="T29" fmla="*/ 26 h 303"/>
                <a:gd name="T30" fmla="*/ 124 w 303"/>
                <a:gd name="T31" fmla="*/ 56 h 303"/>
                <a:gd name="T32" fmla="*/ 121 w 303"/>
                <a:gd name="T33" fmla="*/ 64 h 303"/>
                <a:gd name="T34" fmla="*/ 130 w 303"/>
                <a:gd name="T35" fmla="*/ 117 h 303"/>
                <a:gd name="T36" fmla="*/ 130 w 303"/>
                <a:gd name="T37" fmla="*/ 117 h 303"/>
                <a:gd name="T38" fmla="*/ 122 w 303"/>
                <a:gd name="T39" fmla="*/ 126 h 303"/>
                <a:gd name="T40" fmla="*/ 118 w 303"/>
                <a:gd name="T41" fmla="*/ 130 h 303"/>
                <a:gd name="T42" fmla="*/ 117 w 303"/>
                <a:gd name="T43" fmla="*/ 130 h 303"/>
                <a:gd name="T44" fmla="*/ 64 w 303"/>
                <a:gd name="T45" fmla="*/ 121 h 303"/>
                <a:gd name="T46" fmla="*/ 63 w 303"/>
                <a:gd name="T47" fmla="*/ 121 h 303"/>
                <a:gd name="T48" fmla="*/ 57 w 303"/>
                <a:gd name="T49" fmla="*/ 125 h 303"/>
                <a:gd name="T50" fmla="*/ 26 w 303"/>
                <a:gd name="T51" fmla="*/ 177 h 303"/>
                <a:gd name="T52" fmla="*/ 27 w 303"/>
                <a:gd name="T53" fmla="*/ 185 h 303"/>
                <a:gd name="T54" fmla="*/ 61 w 303"/>
                <a:gd name="T55" fmla="*/ 226 h 303"/>
                <a:gd name="T56" fmla="*/ 61 w 303"/>
                <a:gd name="T57" fmla="*/ 227 h 303"/>
                <a:gd name="T58" fmla="*/ 59 w 303"/>
                <a:gd name="T59" fmla="*/ 237 h 303"/>
                <a:gd name="T60" fmla="*/ 56 w 303"/>
                <a:gd name="T61" fmla="*/ 247 h 303"/>
                <a:gd name="T62" fmla="*/ 55 w 303"/>
                <a:gd name="T63" fmla="*/ 247 h 303"/>
                <a:gd name="T64" fmla="*/ 5 w 303"/>
                <a:gd name="T65" fmla="*/ 266 h 303"/>
                <a:gd name="T66" fmla="*/ 0 w 303"/>
                <a:gd name="T67" fmla="*/ 273 h 303"/>
                <a:gd name="T68" fmla="*/ 0 w 303"/>
                <a:gd name="T69" fmla="*/ 303 h 303"/>
                <a:gd name="T70" fmla="*/ 142 w 303"/>
                <a:gd name="T71" fmla="*/ 303 h 303"/>
                <a:gd name="T72" fmla="*/ 188 w 303"/>
                <a:gd name="T73" fmla="*/ 190 h 3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03" h="303">
                  <a:moveTo>
                    <a:pt x="188" y="190"/>
                  </a:moveTo>
                  <a:cubicBezTo>
                    <a:pt x="192" y="186"/>
                    <a:pt x="192" y="186"/>
                    <a:pt x="192" y="186"/>
                  </a:cubicBezTo>
                  <a:cubicBezTo>
                    <a:pt x="192" y="186"/>
                    <a:pt x="192" y="186"/>
                    <a:pt x="192" y="186"/>
                  </a:cubicBezTo>
                  <a:cubicBezTo>
                    <a:pt x="222" y="157"/>
                    <a:pt x="262" y="142"/>
                    <a:pt x="303" y="142"/>
                  </a:cubicBezTo>
                  <a:cubicBezTo>
                    <a:pt x="303" y="142"/>
                    <a:pt x="303" y="142"/>
                    <a:pt x="303" y="142"/>
                  </a:cubicBezTo>
                  <a:cubicBezTo>
                    <a:pt x="303" y="0"/>
                    <a:pt x="303" y="0"/>
                    <a:pt x="303" y="0"/>
                  </a:cubicBezTo>
                  <a:cubicBezTo>
                    <a:pt x="273" y="0"/>
                    <a:pt x="273" y="0"/>
                    <a:pt x="273" y="0"/>
                  </a:cubicBezTo>
                  <a:cubicBezTo>
                    <a:pt x="270" y="0"/>
                    <a:pt x="267" y="2"/>
                    <a:pt x="266" y="5"/>
                  </a:cubicBezTo>
                  <a:cubicBezTo>
                    <a:pt x="247" y="55"/>
                    <a:pt x="247" y="55"/>
                    <a:pt x="247" y="55"/>
                  </a:cubicBezTo>
                  <a:cubicBezTo>
                    <a:pt x="247" y="55"/>
                    <a:pt x="247" y="55"/>
                    <a:pt x="247" y="55"/>
                  </a:cubicBezTo>
                  <a:cubicBezTo>
                    <a:pt x="237" y="58"/>
                    <a:pt x="237" y="58"/>
                    <a:pt x="237" y="58"/>
                  </a:cubicBezTo>
                  <a:cubicBezTo>
                    <a:pt x="227" y="61"/>
                    <a:pt x="227" y="61"/>
                    <a:pt x="227" y="61"/>
                  </a:cubicBezTo>
                  <a:cubicBezTo>
                    <a:pt x="227" y="61"/>
                    <a:pt x="226" y="61"/>
                    <a:pt x="226" y="61"/>
                  </a:cubicBezTo>
                  <a:cubicBezTo>
                    <a:pt x="185" y="27"/>
                    <a:pt x="185" y="27"/>
                    <a:pt x="185" y="27"/>
                  </a:cubicBezTo>
                  <a:cubicBezTo>
                    <a:pt x="183" y="25"/>
                    <a:pt x="179" y="24"/>
                    <a:pt x="176" y="26"/>
                  </a:cubicBezTo>
                  <a:cubicBezTo>
                    <a:pt x="124" y="56"/>
                    <a:pt x="124" y="56"/>
                    <a:pt x="124" y="56"/>
                  </a:cubicBezTo>
                  <a:cubicBezTo>
                    <a:pt x="122" y="58"/>
                    <a:pt x="120" y="61"/>
                    <a:pt x="121" y="64"/>
                  </a:cubicBezTo>
                  <a:cubicBezTo>
                    <a:pt x="130" y="117"/>
                    <a:pt x="130" y="117"/>
                    <a:pt x="130" y="117"/>
                  </a:cubicBezTo>
                  <a:cubicBezTo>
                    <a:pt x="130" y="117"/>
                    <a:pt x="130" y="117"/>
                    <a:pt x="130" y="117"/>
                  </a:cubicBezTo>
                  <a:cubicBezTo>
                    <a:pt x="122" y="126"/>
                    <a:pt x="122" y="126"/>
                    <a:pt x="122" y="126"/>
                  </a:cubicBezTo>
                  <a:cubicBezTo>
                    <a:pt x="118" y="130"/>
                    <a:pt x="118" y="130"/>
                    <a:pt x="118" y="130"/>
                  </a:cubicBezTo>
                  <a:cubicBezTo>
                    <a:pt x="117" y="130"/>
                    <a:pt x="117" y="130"/>
                    <a:pt x="117" y="130"/>
                  </a:cubicBezTo>
                  <a:cubicBezTo>
                    <a:pt x="64" y="121"/>
                    <a:pt x="64" y="121"/>
                    <a:pt x="64" y="121"/>
                  </a:cubicBezTo>
                  <a:cubicBezTo>
                    <a:pt x="63" y="121"/>
                    <a:pt x="63" y="121"/>
                    <a:pt x="63" y="121"/>
                  </a:cubicBezTo>
                  <a:cubicBezTo>
                    <a:pt x="60" y="121"/>
                    <a:pt x="58" y="122"/>
                    <a:pt x="57" y="125"/>
                  </a:cubicBezTo>
                  <a:cubicBezTo>
                    <a:pt x="26" y="177"/>
                    <a:pt x="26" y="177"/>
                    <a:pt x="26" y="177"/>
                  </a:cubicBezTo>
                  <a:cubicBezTo>
                    <a:pt x="25" y="179"/>
                    <a:pt x="25" y="183"/>
                    <a:pt x="27" y="185"/>
                  </a:cubicBezTo>
                  <a:cubicBezTo>
                    <a:pt x="61" y="226"/>
                    <a:pt x="61" y="226"/>
                    <a:pt x="61" y="226"/>
                  </a:cubicBezTo>
                  <a:cubicBezTo>
                    <a:pt x="61" y="226"/>
                    <a:pt x="61" y="227"/>
                    <a:pt x="61" y="227"/>
                  </a:cubicBezTo>
                  <a:cubicBezTo>
                    <a:pt x="59" y="237"/>
                    <a:pt x="59" y="237"/>
                    <a:pt x="59" y="237"/>
                  </a:cubicBezTo>
                  <a:cubicBezTo>
                    <a:pt x="56" y="247"/>
                    <a:pt x="56" y="247"/>
                    <a:pt x="56" y="247"/>
                  </a:cubicBezTo>
                  <a:cubicBezTo>
                    <a:pt x="55" y="247"/>
                    <a:pt x="55" y="247"/>
                    <a:pt x="55" y="247"/>
                  </a:cubicBezTo>
                  <a:cubicBezTo>
                    <a:pt x="5" y="266"/>
                    <a:pt x="5" y="266"/>
                    <a:pt x="5" y="266"/>
                  </a:cubicBezTo>
                  <a:cubicBezTo>
                    <a:pt x="2" y="267"/>
                    <a:pt x="0" y="270"/>
                    <a:pt x="0" y="273"/>
                  </a:cubicBezTo>
                  <a:cubicBezTo>
                    <a:pt x="0" y="303"/>
                    <a:pt x="0" y="303"/>
                    <a:pt x="0" y="303"/>
                  </a:cubicBezTo>
                  <a:cubicBezTo>
                    <a:pt x="142" y="303"/>
                    <a:pt x="142" y="303"/>
                    <a:pt x="142" y="303"/>
                  </a:cubicBezTo>
                  <a:cubicBezTo>
                    <a:pt x="142" y="260"/>
                    <a:pt x="158" y="220"/>
                    <a:pt x="188" y="190"/>
                  </a:cubicBezTo>
                  <a:close/>
                </a:path>
              </a:pathLst>
            </a:custGeom>
            <a:solidFill>
              <a:srgbClr val="37B0E8"/>
            </a:solidFill>
            <a:ln w="635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ln w="6350">
                  <a:noFill/>
                </a:ln>
                <a:gradFill flip="none" rotWithShape="1">
                  <a:gsLst>
                    <a:gs pos="73000">
                      <a:srgbClr val="00C373"/>
                    </a:gs>
                    <a:gs pos="88000">
                      <a:srgbClr val="08ECDB"/>
                    </a:gs>
                    <a:gs pos="29000">
                      <a:srgbClr val="00C373"/>
                    </a:gs>
                    <a:gs pos="72000">
                      <a:srgbClr val="08ECDB"/>
                    </a:gs>
                  </a:gsLst>
                  <a:lin ang="1200000" scaled="0"/>
                  <a:tileRect/>
                </a:gradFill>
                <a:effectLst>
                  <a:innerShdw blurRad="63500" dist="50800" dir="16200000">
                    <a:prstClr val="black">
                      <a:alpha val="50000"/>
                    </a:prstClr>
                  </a:innerShdw>
                </a:effectLst>
                <a:latin typeface="Impact" pitchFamily="34" charset="0"/>
                <a:ea typeface="微软雅黑" pitchFamily="34" charset="-122"/>
              </a:endParaRPr>
            </a:p>
          </p:txBody>
        </p:sp>
        <p:sp>
          <p:nvSpPr>
            <p:cNvPr id="45" name="Freeform 34"/>
            <p:cNvSpPr/>
            <p:nvPr/>
          </p:nvSpPr>
          <p:spPr bwMode="auto">
            <a:xfrm>
              <a:off x="4597367" y="1609725"/>
              <a:ext cx="1084332" cy="1085850"/>
            </a:xfrm>
            <a:custGeom>
              <a:avLst/>
              <a:gdLst>
                <a:gd name="T0" fmla="*/ 113 w 303"/>
                <a:gd name="T1" fmla="*/ 188 h 303"/>
                <a:gd name="T2" fmla="*/ 114 w 303"/>
                <a:gd name="T3" fmla="*/ 189 h 303"/>
                <a:gd name="T4" fmla="*/ 116 w 303"/>
                <a:gd name="T5" fmla="*/ 191 h 303"/>
                <a:gd name="T6" fmla="*/ 161 w 303"/>
                <a:gd name="T7" fmla="*/ 303 h 303"/>
                <a:gd name="T8" fmla="*/ 303 w 303"/>
                <a:gd name="T9" fmla="*/ 303 h 303"/>
                <a:gd name="T10" fmla="*/ 303 w 303"/>
                <a:gd name="T11" fmla="*/ 273 h 303"/>
                <a:gd name="T12" fmla="*/ 298 w 303"/>
                <a:gd name="T13" fmla="*/ 266 h 303"/>
                <a:gd name="T14" fmla="*/ 248 w 303"/>
                <a:gd name="T15" fmla="*/ 247 h 303"/>
                <a:gd name="T16" fmla="*/ 248 w 303"/>
                <a:gd name="T17" fmla="*/ 247 h 303"/>
                <a:gd name="T18" fmla="*/ 245 w 303"/>
                <a:gd name="T19" fmla="*/ 237 h 303"/>
                <a:gd name="T20" fmla="*/ 242 w 303"/>
                <a:gd name="T21" fmla="*/ 227 h 303"/>
                <a:gd name="T22" fmla="*/ 242 w 303"/>
                <a:gd name="T23" fmla="*/ 226 h 303"/>
                <a:gd name="T24" fmla="*/ 276 w 303"/>
                <a:gd name="T25" fmla="*/ 185 h 303"/>
                <a:gd name="T26" fmla="*/ 277 w 303"/>
                <a:gd name="T27" fmla="*/ 177 h 303"/>
                <a:gd name="T28" fmla="*/ 247 w 303"/>
                <a:gd name="T29" fmla="*/ 125 h 303"/>
                <a:gd name="T30" fmla="*/ 240 w 303"/>
                <a:gd name="T31" fmla="*/ 121 h 303"/>
                <a:gd name="T32" fmla="*/ 186 w 303"/>
                <a:gd name="T33" fmla="*/ 130 h 303"/>
                <a:gd name="T34" fmla="*/ 186 w 303"/>
                <a:gd name="T35" fmla="*/ 130 h 303"/>
                <a:gd name="T36" fmla="*/ 179 w 303"/>
                <a:gd name="T37" fmla="*/ 124 h 303"/>
                <a:gd name="T38" fmla="*/ 173 w 303"/>
                <a:gd name="T39" fmla="*/ 117 h 303"/>
                <a:gd name="T40" fmla="*/ 173 w 303"/>
                <a:gd name="T41" fmla="*/ 117 h 303"/>
                <a:gd name="T42" fmla="*/ 173 w 303"/>
                <a:gd name="T43" fmla="*/ 117 h 303"/>
                <a:gd name="T44" fmla="*/ 182 w 303"/>
                <a:gd name="T45" fmla="*/ 64 h 303"/>
                <a:gd name="T46" fmla="*/ 178 w 303"/>
                <a:gd name="T47" fmla="*/ 56 h 303"/>
                <a:gd name="T48" fmla="*/ 126 w 303"/>
                <a:gd name="T49" fmla="*/ 26 h 303"/>
                <a:gd name="T50" fmla="*/ 123 w 303"/>
                <a:gd name="T51" fmla="*/ 25 h 303"/>
                <a:gd name="T52" fmla="*/ 118 w 303"/>
                <a:gd name="T53" fmla="*/ 27 h 303"/>
                <a:gd name="T54" fmla="*/ 77 w 303"/>
                <a:gd name="T55" fmla="*/ 60 h 303"/>
                <a:gd name="T56" fmla="*/ 77 w 303"/>
                <a:gd name="T57" fmla="*/ 61 h 303"/>
                <a:gd name="T58" fmla="*/ 76 w 303"/>
                <a:gd name="T59" fmla="*/ 61 h 303"/>
                <a:gd name="T60" fmla="*/ 66 w 303"/>
                <a:gd name="T61" fmla="*/ 58 h 303"/>
                <a:gd name="T62" fmla="*/ 56 w 303"/>
                <a:gd name="T63" fmla="*/ 55 h 303"/>
                <a:gd name="T64" fmla="*/ 56 w 303"/>
                <a:gd name="T65" fmla="*/ 55 h 303"/>
                <a:gd name="T66" fmla="*/ 37 w 303"/>
                <a:gd name="T67" fmla="*/ 5 h 303"/>
                <a:gd name="T68" fmla="*/ 30 w 303"/>
                <a:gd name="T69" fmla="*/ 0 h 303"/>
                <a:gd name="T70" fmla="*/ 0 w 303"/>
                <a:gd name="T71" fmla="*/ 0 h 303"/>
                <a:gd name="T72" fmla="*/ 0 w 303"/>
                <a:gd name="T73" fmla="*/ 142 h 303"/>
                <a:gd name="T74" fmla="*/ 113 w 303"/>
                <a:gd name="T75" fmla="*/ 188 h 3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03" h="303">
                  <a:moveTo>
                    <a:pt x="113" y="188"/>
                  </a:moveTo>
                  <a:cubicBezTo>
                    <a:pt x="114" y="189"/>
                    <a:pt x="114" y="189"/>
                    <a:pt x="114" y="189"/>
                  </a:cubicBezTo>
                  <a:cubicBezTo>
                    <a:pt x="116" y="191"/>
                    <a:pt x="116" y="191"/>
                    <a:pt x="116" y="191"/>
                  </a:cubicBezTo>
                  <a:cubicBezTo>
                    <a:pt x="145" y="221"/>
                    <a:pt x="161" y="261"/>
                    <a:pt x="161" y="303"/>
                  </a:cubicBezTo>
                  <a:cubicBezTo>
                    <a:pt x="303" y="303"/>
                    <a:pt x="303" y="303"/>
                    <a:pt x="303" y="303"/>
                  </a:cubicBezTo>
                  <a:cubicBezTo>
                    <a:pt x="303" y="273"/>
                    <a:pt x="303" y="273"/>
                    <a:pt x="303" y="273"/>
                  </a:cubicBezTo>
                  <a:cubicBezTo>
                    <a:pt x="303" y="270"/>
                    <a:pt x="301" y="267"/>
                    <a:pt x="298" y="266"/>
                  </a:cubicBezTo>
                  <a:cubicBezTo>
                    <a:pt x="248" y="247"/>
                    <a:pt x="248" y="247"/>
                    <a:pt x="248" y="247"/>
                  </a:cubicBezTo>
                  <a:cubicBezTo>
                    <a:pt x="248" y="247"/>
                    <a:pt x="248" y="247"/>
                    <a:pt x="248" y="247"/>
                  </a:cubicBezTo>
                  <a:cubicBezTo>
                    <a:pt x="245" y="237"/>
                    <a:pt x="245" y="237"/>
                    <a:pt x="245" y="237"/>
                  </a:cubicBezTo>
                  <a:cubicBezTo>
                    <a:pt x="242" y="227"/>
                    <a:pt x="242" y="227"/>
                    <a:pt x="242" y="227"/>
                  </a:cubicBezTo>
                  <a:cubicBezTo>
                    <a:pt x="242" y="227"/>
                    <a:pt x="242" y="226"/>
                    <a:pt x="242" y="226"/>
                  </a:cubicBezTo>
                  <a:cubicBezTo>
                    <a:pt x="276" y="185"/>
                    <a:pt x="276" y="185"/>
                    <a:pt x="276" y="185"/>
                  </a:cubicBezTo>
                  <a:cubicBezTo>
                    <a:pt x="278" y="183"/>
                    <a:pt x="279" y="179"/>
                    <a:pt x="277" y="177"/>
                  </a:cubicBezTo>
                  <a:cubicBezTo>
                    <a:pt x="247" y="125"/>
                    <a:pt x="247" y="125"/>
                    <a:pt x="247" y="125"/>
                  </a:cubicBezTo>
                  <a:cubicBezTo>
                    <a:pt x="245" y="122"/>
                    <a:pt x="243" y="121"/>
                    <a:pt x="240" y="121"/>
                  </a:cubicBezTo>
                  <a:cubicBezTo>
                    <a:pt x="186" y="130"/>
                    <a:pt x="186" y="130"/>
                    <a:pt x="186" y="130"/>
                  </a:cubicBezTo>
                  <a:cubicBezTo>
                    <a:pt x="186" y="130"/>
                    <a:pt x="186" y="130"/>
                    <a:pt x="186" y="130"/>
                  </a:cubicBezTo>
                  <a:cubicBezTo>
                    <a:pt x="179" y="124"/>
                    <a:pt x="179" y="124"/>
                    <a:pt x="179" y="124"/>
                  </a:cubicBezTo>
                  <a:cubicBezTo>
                    <a:pt x="173" y="117"/>
                    <a:pt x="173" y="117"/>
                    <a:pt x="173" y="117"/>
                  </a:cubicBezTo>
                  <a:cubicBezTo>
                    <a:pt x="173" y="117"/>
                    <a:pt x="173" y="117"/>
                    <a:pt x="173" y="117"/>
                  </a:cubicBezTo>
                  <a:cubicBezTo>
                    <a:pt x="173" y="117"/>
                    <a:pt x="173" y="117"/>
                    <a:pt x="173" y="117"/>
                  </a:cubicBezTo>
                  <a:cubicBezTo>
                    <a:pt x="182" y="64"/>
                    <a:pt x="182" y="64"/>
                    <a:pt x="182" y="64"/>
                  </a:cubicBezTo>
                  <a:cubicBezTo>
                    <a:pt x="182" y="61"/>
                    <a:pt x="181" y="58"/>
                    <a:pt x="178" y="56"/>
                  </a:cubicBezTo>
                  <a:cubicBezTo>
                    <a:pt x="126" y="26"/>
                    <a:pt x="126" y="26"/>
                    <a:pt x="126" y="26"/>
                  </a:cubicBezTo>
                  <a:cubicBezTo>
                    <a:pt x="125" y="25"/>
                    <a:pt x="124" y="25"/>
                    <a:pt x="123" y="25"/>
                  </a:cubicBezTo>
                  <a:cubicBezTo>
                    <a:pt x="122" y="25"/>
                    <a:pt x="120" y="25"/>
                    <a:pt x="118" y="27"/>
                  </a:cubicBezTo>
                  <a:cubicBezTo>
                    <a:pt x="77" y="60"/>
                    <a:pt x="77" y="60"/>
                    <a:pt x="77" y="60"/>
                  </a:cubicBezTo>
                  <a:cubicBezTo>
                    <a:pt x="77" y="61"/>
                    <a:pt x="77" y="61"/>
                    <a:pt x="77" y="61"/>
                  </a:cubicBezTo>
                  <a:cubicBezTo>
                    <a:pt x="76" y="61"/>
                    <a:pt x="76" y="61"/>
                    <a:pt x="76" y="61"/>
                  </a:cubicBezTo>
                  <a:cubicBezTo>
                    <a:pt x="66" y="58"/>
                    <a:pt x="66" y="58"/>
                    <a:pt x="66" y="58"/>
                  </a:cubicBezTo>
                  <a:cubicBezTo>
                    <a:pt x="56" y="55"/>
                    <a:pt x="56" y="55"/>
                    <a:pt x="56" y="55"/>
                  </a:cubicBezTo>
                  <a:cubicBezTo>
                    <a:pt x="56" y="55"/>
                    <a:pt x="56" y="55"/>
                    <a:pt x="56" y="55"/>
                  </a:cubicBezTo>
                  <a:cubicBezTo>
                    <a:pt x="37" y="5"/>
                    <a:pt x="37" y="5"/>
                    <a:pt x="37" y="5"/>
                  </a:cubicBezTo>
                  <a:cubicBezTo>
                    <a:pt x="36" y="2"/>
                    <a:pt x="33" y="0"/>
                    <a:pt x="30" y="0"/>
                  </a:cubicBezTo>
                  <a:cubicBezTo>
                    <a:pt x="0" y="0"/>
                    <a:pt x="0" y="0"/>
                    <a:pt x="0" y="0"/>
                  </a:cubicBezTo>
                  <a:cubicBezTo>
                    <a:pt x="0" y="142"/>
                    <a:pt x="0" y="142"/>
                    <a:pt x="0" y="142"/>
                  </a:cubicBezTo>
                  <a:cubicBezTo>
                    <a:pt x="43" y="142"/>
                    <a:pt x="83" y="158"/>
                    <a:pt x="113" y="188"/>
                  </a:cubicBezTo>
                  <a:close/>
                </a:path>
              </a:pathLst>
            </a:cu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ln w="6350">
                  <a:noFill/>
                </a:ln>
                <a:solidFill>
                  <a:schemeClr val="bg1"/>
                </a:solidFill>
                <a:effectLst>
                  <a:innerShdw blurRad="63500" dist="50800" dir="16200000">
                    <a:prstClr val="black">
                      <a:alpha val="50000"/>
                    </a:prstClr>
                  </a:innerShdw>
                </a:effectLst>
                <a:latin typeface="Impact" pitchFamily="34" charset="0"/>
                <a:ea typeface="微软雅黑" pitchFamily="34" charset="-122"/>
              </a:endParaRPr>
            </a:p>
          </p:txBody>
        </p:sp>
      </p:grpSp>
      <p:grpSp>
        <p:nvGrpSpPr>
          <p:cNvPr id="46" name="组合 45"/>
          <p:cNvGrpSpPr/>
          <p:nvPr/>
        </p:nvGrpSpPr>
        <p:grpSpPr>
          <a:xfrm>
            <a:off x="2412815" y="3513257"/>
            <a:ext cx="3643313" cy="2375163"/>
            <a:chOff x="1262063" y="3209925"/>
            <a:chExt cx="4414838" cy="2878137"/>
          </a:xfrm>
          <a:effectLst>
            <a:outerShdw blurRad="63500" dist="25400" dir="2700000" algn="tl" rotWithShape="0">
              <a:prstClr val="black">
                <a:alpha val="20000"/>
              </a:prstClr>
            </a:outerShdw>
          </a:effectLst>
        </p:grpSpPr>
        <p:sp>
          <p:nvSpPr>
            <p:cNvPr id="47" name="Freeform 10"/>
            <p:cNvSpPr/>
            <p:nvPr/>
          </p:nvSpPr>
          <p:spPr bwMode="auto">
            <a:xfrm>
              <a:off x="4810126" y="3209925"/>
              <a:ext cx="866775" cy="539750"/>
            </a:xfrm>
            <a:custGeom>
              <a:avLst/>
              <a:gdLst>
                <a:gd name="T0" fmla="*/ 223 w 231"/>
                <a:gd name="T1" fmla="*/ 32 h 144"/>
                <a:gd name="T2" fmla="*/ 138 w 231"/>
                <a:gd name="T3" fmla="*/ 44 h 144"/>
                <a:gd name="T4" fmla="*/ 126 w 231"/>
                <a:gd name="T5" fmla="*/ 58 h 144"/>
                <a:gd name="T6" fmla="*/ 106 w 231"/>
                <a:gd name="T7" fmla="*/ 78 h 144"/>
                <a:gd name="T8" fmla="*/ 90 w 231"/>
                <a:gd name="T9" fmla="*/ 97 h 144"/>
                <a:gd name="T10" fmla="*/ 74 w 231"/>
                <a:gd name="T11" fmla="*/ 108 h 144"/>
                <a:gd name="T12" fmla="*/ 0 w 231"/>
                <a:gd name="T13" fmla="*/ 141 h 144"/>
                <a:gd name="T14" fmla="*/ 25 w 231"/>
                <a:gd name="T15" fmla="*/ 141 h 144"/>
                <a:gd name="T16" fmla="*/ 22 w 231"/>
                <a:gd name="T17" fmla="*/ 143 h 144"/>
                <a:gd name="T18" fmla="*/ 99 w 231"/>
                <a:gd name="T19" fmla="*/ 131 h 144"/>
                <a:gd name="T20" fmla="*/ 172 w 231"/>
                <a:gd name="T21" fmla="*/ 100 h 144"/>
                <a:gd name="T22" fmla="*/ 223 w 231"/>
                <a:gd name="T23" fmla="*/ 32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31" h="144">
                  <a:moveTo>
                    <a:pt x="223" y="32"/>
                  </a:moveTo>
                  <a:cubicBezTo>
                    <a:pt x="214" y="18"/>
                    <a:pt x="178" y="0"/>
                    <a:pt x="138" y="44"/>
                  </a:cubicBezTo>
                  <a:cubicBezTo>
                    <a:pt x="136" y="46"/>
                    <a:pt x="128" y="57"/>
                    <a:pt x="126" y="58"/>
                  </a:cubicBezTo>
                  <a:cubicBezTo>
                    <a:pt x="117" y="68"/>
                    <a:pt x="114" y="70"/>
                    <a:pt x="106" y="78"/>
                  </a:cubicBezTo>
                  <a:cubicBezTo>
                    <a:pt x="98" y="86"/>
                    <a:pt x="91" y="96"/>
                    <a:pt x="90" y="97"/>
                  </a:cubicBezTo>
                  <a:cubicBezTo>
                    <a:pt x="88" y="99"/>
                    <a:pt x="80" y="104"/>
                    <a:pt x="74" y="108"/>
                  </a:cubicBezTo>
                  <a:cubicBezTo>
                    <a:pt x="53" y="123"/>
                    <a:pt x="0" y="141"/>
                    <a:pt x="0" y="141"/>
                  </a:cubicBezTo>
                  <a:cubicBezTo>
                    <a:pt x="6" y="142"/>
                    <a:pt x="14" y="142"/>
                    <a:pt x="25" y="141"/>
                  </a:cubicBezTo>
                  <a:cubicBezTo>
                    <a:pt x="23" y="142"/>
                    <a:pt x="22" y="143"/>
                    <a:pt x="22" y="143"/>
                  </a:cubicBezTo>
                  <a:cubicBezTo>
                    <a:pt x="35" y="144"/>
                    <a:pt x="67" y="140"/>
                    <a:pt x="99" y="131"/>
                  </a:cubicBezTo>
                  <a:cubicBezTo>
                    <a:pt x="130" y="125"/>
                    <a:pt x="159" y="114"/>
                    <a:pt x="172" y="100"/>
                  </a:cubicBezTo>
                  <a:cubicBezTo>
                    <a:pt x="199" y="69"/>
                    <a:pt x="231" y="44"/>
                    <a:pt x="223" y="32"/>
                  </a:cubicBezTo>
                  <a:close/>
                </a:path>
              </a:pathLst>
            </a:custGeom>
            <a:solidFill>
              <a:srgbClr val="DBB58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effectLst>
                  <a:outerShdw blurRad="50800" dist="38100" dir="2700000" algn="tl" rotWithShape="0">
                    <a:prstClr val="black">
                      <a:alpha val="40000"/>
                    </a:prstClr>
                  </a:outerShdw>
                </a:effectLst>
              </a:endParaRPr>
            </a:p>
          </p:txBody>
        </p:sp>
        <p:sp>
          <p:nvSpPr>
            <p:cNvPr id="49" name="Freeform 11"/>
            <p:cNvSpPr/>
            <p:nvPr/>
          </p:nvSpPr>
          <p:spPr bwMode="auto">
            <a:xfrm>
              <a:off x="3328988" y="3292475"/>
              <a:ext cx="2336800" cy="1074738"/>
            </a:xfrm>
            <a:custGeom>
              <a:avLst/>
              <a:gdLst>
                <a:gd name="T0" fmla="*/ 623 w 623"/>
                <a:gd name="T1" fmla="*/ 42 h 287"/>
                <a:gd name="T2" fmla="*/ 536 w 623"/>
                <a:gd name="T3" fmla="*/ 46 h 287"/>
                <a:gd name="T4" fmla="*/ 524 w 623"/>
                <a:gd name="T5" fmla="*/ 62 h 287"/>
                <a:gd name="T6" fmla="*/ 473 w 623"/>
                <a:gd name="T7" fmla="*/ 92 h 287"/>
                <a:gd name="T8" fmla="*/ 398 w 623"/>
                <a:gd name="T9" fmla="*/ 108 h 287"/>
                <a:gd name="T10" fmla="*/ 354 w 623"/>
                <a:gd name="T11" fmla="*/ 100 h 287"/>
                <a:gd name="T12" fmla="*/ 280 w 623"/>
                <a:gd name="T13" fmla="*/ 94 h 287"/>
                <a:gd name="T14" fmla="*/ 355 w 623"/>
                <a:gd name="T15" fmla="*/ 80 h 287"/>
                <a:gd name="T16" fmla="*/ 430 w 623"/>
                <a:gd name="T17" fmla="*/ 58 h 287"/>
                <a:gd name="T18" fmla="*/ 414 w 623"/>
                <a:gd name="T19" fmla="*/ 12 h 287"/>
                <a:gd name="T20" fmla="*/ 290 w 623"/>
                <a:gd name="T21" fmla="*/ 14 h 287"/>
                <a:gd name="T22" fmla="*/ 164 w 623"/>
                <a:gd name="T23" fmla="*/ 13 h 287"/>
                <a:gd name="T24" fmla="*/ 70 w 623"/>
                <a:gd name="T25" fmla="*/ 62 h 287"/>
                <a:gd name="T26" fmla="*/ 4 w 623"/>
                <a:gd name="T27" fmla="*/ 119 h 287"/>
                <a:gd name="T28" fmla="*/ 9 w 623"/>
                <a:gd name="T29" fmla="*/ 126 h 287"/>
                <a:gd name="T30" fmla="*/ 0 w 623"/>
                <a:gd name="T31" fmla="*/ 135 h 287"/>
                <a:gd name="T32" fmla="*/ 61 w 623"/>
                <a:gd name="T33" fmla="*/ 287 h 287"/>
                <a:gd name="T34" fmla="*/ 97 w 623"/>
                <a:gd name="T35" fmla="*/ 252 h 287"/>
                <a:gd name="T36" fmla="*/ 103 w 623"/>
                <a:gd name="T37" fmla="*/ 261 h 287"/>
                <a:gd name="T38" fmla="*/ 158 w 623"/>
                <a:gd name="T39" fmla="*/ 214 h 287"/>
                <a:gd name="T40" fmla="*/ 359 w 623"/>
                <a:gd name="T41" fmla="*/ 199 h 287"/>
                <a:gd name="T42" fmla="*/ 384 w 623"/>
                <a:gd name="T43" fmla="*/ 192 h 287"/>
                <a:gd name="T44" fmla="*/ 514 w 623"/>
                <a:gd name="T45" fmla="*/ 156 h 287"/>
                <a:gd name="T46" fmla="*/ 589 w 623"/>
                <a:gd name="T47" fmla="*/ 84 h 287"/>
                <a:gd name="T48" fmla="*/ 618 w 623"/>
                <a:gd name="T49" fmla="*/ 51 h 287"/>
                <a:gd name="T50" fmla="*/ 623 w 623"/>
                <a:gd name="T51" fmla="*/ 42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23" h="287">
                  <a:moveTo>
                    <a:pt x="623" y="42"/>
                  </a:moveTo>
                  <a:cubicBezTo>
                    <a:pt x="618" y="28"/>
                    <a:pt x="577" y="0"/>
                    <a:pt x="536" y="46"/>
                  </a:cubicBezTo>
                  <a:cubicBezTo>
                    <a:pt x="530" y="53"/>
                    <a:pt x="525" y="62"/>
                    <a:pt x="524" y="62"/>
                  </a:cubicBezTo>
                  <a:cubicBezTo>
                    <a:pt x="516" y="62"/>
                    <a:pt x="488" y="80"/>
                    <a:pt x="473" y="92"/>
                  </a:cubicBezTo>
                  <a:cubicBezTo>
                    <a:pt x="461" y="96"/>
                    <a:pt x="417" y="100"/>
                    <a:pt x="398" y="108"/>
                  </a:cubicBezTo>
                  <a:cubicBezTo>
                    <a:pt x="396" y="109"/>
                    <a:pt x="369" y="101"/>
                    <a:pt x="354" y="100"/>
                  </a:cubicBezTo>
                  <a:cubicBezTo>
                    <a:pt x="321" y="96"/>
                    <a:pt x="291" y="101"/>
                    <a:pt x="280" y="94"/>
                  </a:cubicBezTo>
                  <a:cubicBezTo>
                    <a:pt x="256" y="80"/>
                    <a:pt x="255" y="83"/>
                    <a:pt x="355" y="80"/>
                  </a:cubicBezTo>
                  <a:cubicBezTo>
                    <a:pt x="404" y="78"/>
                    <a:pt x="422" y="73"/>
                    <a:pt x="430" y="58"/>
                  </a:cubicBezTo>
                  <a:cubicBezTo>
                    <a:pt x="438" y="44"/>
                    <a:pt x="431" y="18"/>
                    <a:pt x="414" y="12"/>
                  </a:cubicBezTo>
                  <a:cubicBezTo>
                    <a:pt x="387" y="1"/>
                    <a:pt x="338" y="11"/>
                    <a:pt x="290" y="14"/>
                  </a:cubicBezTo>
                  <a:cubicBezTo>
                    <a:pt x="243" y="8"/>
                    <a:pt x="199" y="6"/>
                    <a:pt x="164" y="13"/>
                  </a:cubicBezTo>
                  <a:cubicBezTo>
                    <a:pt x="133" y="20"/>
                    <a:pt x="98" y="37"/>
                    <a:pt x="70" y="62"/>
                  </a:cubicBezTo>
                  <a:cubicBezTo>
                    <a:pt x="54" y="76"/>
                    <a:pt x="28" y="99"/>
                    <a:pt x="4" y="119"/>
                  </a:cubicBezTo>
                  <a:cubicBezTo>
                    <a:pt x="9" y="126"/>
                    <a:pt x="9" y="126"/>
                    <a:pt x="9" y="126"/>
                  </a:cubicBezTo>
                  <a:cubicBezTo>
                    <a:pt x="4" y="130"/>
                    <a:pt x="1" y="133"/>
                    <a:pt x="0" y="135"/>
                  </a:cubicBezTo>
                  <a:cubicBezTo>
                    <a:pt x="61" y="287"/>
                    <a:pt x="61" y="287"/>
                    <a:pt x="61" y="287"/>
                  </a:cubicBezTo>
                  <a:cubicBezTo>
                    <a:pt x="75" y="275"/>
                    <a:pt x="86" y="263"/>
                    <a:pt x="97" y="252"/>
                  </a:cubicBezTo>
                  <a:cubicBezTo>
                    <a:pt x="103" y="261"/>
                    <a:pt x="103" y="261"/>
                    <a:pt x="103" y="261"/>
                  </a:cubicBezTo>
                  <a:cubicBezTo>
                    <a:pt x="115" y="238"/>
                    <a:pt x="151" y="215"/>
                    <a:pt x="158" y="214"/>
                  </a:cubicBezTo>
                  <a:cubicBezTo>
                    <a:pt x="227" y="198"/>
                    <a:pt x="277" y="197"/>
                    <a:pt x="359" y="199"/>
                  </a:cubicBezTo>
                  <a:cubicBezTo>
                    <a:pt x="364" y="199"/>
                    <a:pt x="377" y="195"/>
                    <a:pt x="384" y="192"/>
                  </a:cubicBezTo>
                  <a:cubicBezTo>
                    <a:pt x="427" y="172"/>
                    <a:pt x="479" y="174"/>
                    <a:pt x="514" y="156"/>
                  </a:cubicBezTo>
                  <a:cubicBezTo>
                    <a:pt x="532" y="134"/>
                    <a:pt x="568" y="106"/>
                    <a:pt x="589" y="84"/>
                  </a:cubicBezTo>
                  <a:cubicBezTo>
                    <a:pt x="599" y="73"/>
                    <a:pt x="614" y="56"/>
                    <a:pt x="618" y="51"/>
                  </a:cubicBezTo>
                  <a:cubicBezTo>
                    <a:pt x="619" y="50"/>
                    <a:pt x="623" y="45"/>
                    <a:pt x="623" y="42"/>
                  </a:cubicBezTo>
                  <a:close/>
                </a:path>
              </a:pathLst>
            </a:custGeom>
            <a:solidFill>
              <a:srgbClr val="F8D5AC"/>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effectLst>
                  <a:outerShdw blurRad="50800" dist="38100" dir="2700000" algn="tl" rotWithShape="0">
                    <a:prstClr val="black">
                      <a:alpha val="40000"/>
                    </a:prstClr>
                  </a:outerShdw>
                </a:effectLst>
              </a:endParaRPr>
            </a:p>
          </p:txBody>
        </p:sp>
        <p:sp>
          <p:nvSpPr>
            <p:cNvPr id="50" name="Freeform 12"/>
            <p:cNvSpPr/>
            <p:nvPr/>
          </p:nvSpPr>
          <p:spPr bwMode="auto">
            <a:xfrm>
              <a:off x="4738688" y="3367088"/>
              <a:ext cx="187325" cy="157163"/>
            </a:xfrm>
            <a:custGeom>
              <a:avLst/>
              <a:gdLst>
                <a:gd name="T0" fmla="*/ 40 w 50"/>
                <a:gd name="T1" fmla="*/ 0 h 42"/>
                <a:gd name="T2" fmla="*/ 10 w 50"/>
                <a:gd name="T3" fmla="*/ 2 h 42"/>
                <a:gd name="T4" fmla="*/ 9 w 50"/>
                <a:gd name="T5" fmla="*/ 40 h 42"/>
                <a:gd name="T6" fmla="*/ 43 w 50"/>
                <a:gd name="T7" fmla="*/ 38 h 42"/>
                <a:gd name="T8" fmla="*/ 47 w 50"/>
                <a:gd name="T9" fmla="*/ 30 h 42"/>
                <a:gd name="T10" fmla="*/ 40 w 50"/>
                <a:gd name="T11" fmla="*/ 0 h 42"/>
              </a:gdLst>
              <a:ahLst/>
              <a:cxnLst>
                <a:cxn ang="0">
                  <a:pos x="T0" y="T1"/>
                </a:cxn>
                <a:cxn ang="0">
                  <a:pos x="T2" y="T3"/>
                </a:cxn>
                <a:cxn ang="0">
                  <a:pos x="T4" y="T5"/>
                </a:cxn>
                <a:cxn ang="0">
                  <a:pos x="T6" y="T7"/>
                </a:cxn>
                <a:cxn ang="0">
                  <a:pos x="T8" y="T9"/>
                </a:cxn>
                <a:cxn ang="0">
                  <a:pos x="T10" y="T11"/>
                </a:cxn>
              </a:cxnLst>
              <a:rect l="0" t="0" r="r" b="b"/>
              <a:pathLst>
                <a:path w="50" h="42">
                  <a:moveTo>
                    <a:pt x="40" y="0"/>
                  </a:moveTo>
                  <a:cubicBezTo>
                    <a:pt x="28" y="1"/>
                    <a:pt x="17" y="1"/>
                    <a:pt x="10" y="2"/>
                  </a:cubicBezTo>
                  <a:cubicBezTo>
                    <a:pt x="0" y="3"/>
                    <a:pt x="1" y="33"/>
                    <a:pt x="9" y="40"/>
                  </a:cubicBezTo>
                  <a:cubicBezTo>
                    <a:pt x="17" y="41"/>
                    <a:pt x="36" y="42"/>
                    <a:pt x="43" y="38"/>
                  </a:cubicBezTo>
                  <a:cubicBezTo>
                    <a:pt x="43" y="38"/>
                    <a:pt x="46" y="36"/>
                    <a:pt x="47" y="30"/>
                  </a:cubicBezTo>
                  <a:cubicBezTo>
                    <a:pt x="50" y="16"/>
                    <a:pt x="48" y="3"/>
                    <a:pt x="40" y="0"/>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effectLst>
                  <a:outerShdw blurRad="50800" dist="38100" dir="2700000" algn="tl" rotWithShape="0">
                    <a:prstClr val="black">
                      <a:alpha val="40000"/>
                    </a:prstClr>
                  </a:outerShdw>
                </a:effectLst>
              </a:endParaRPr>
            </a:p>
          </p:txBody>
        </p:sp>
        <p:sp>
          <p:nvSpPr>
            <p:cNvPr id="51" name="Freeform 13"/>
            <p:cNvSpPr/>
            <p:nvPr/>
          </p:nvSpPr>
          <p:spPr bwMode="auto">
            <a:xfrm>
              <a:off x="5500688" y="3441700"/>
              <a:ext cx="146050" cy="165100"/>
            </a:xfrm>
            <a:custGeom>
              <a:avLst/>
              <a:gdLst>
                <a:gd name="T0" fmla="*/ 23 w 39"/>
                <a:gd name="T1" fmla="*/ 4 h 44"/>
                <a:gd name="T2" fmla="*/ 8 w 39"/>
                <a:gd name="T3" fmla="*/ 24 h 44"/>
                <a:gd name="T4" fmla="*/ 10 w 39"/>
                <a:gd name="T5" fmla="*/ 44 h 44"/>
                <a:gd name="T6" fmla="*/ 39 w 39"/>
                <a:gd name="T7" fmla="*/ 11 h 44"/>
                <a:gd name="T8" fmla="*/ 23 w 39"/>
                <a:gd name="T9" fmla="*/ 4 h 44"/>
              </a:gdLst>
              <a:ahLst/>
              <a:cxnLst>
                <a:cxn ang="0">
                  <a:pos x="T0" y="T1"/>
                </a:cxn>
                <a:cxn ang="0">
                  <a:pos x="T2" y="T3"/>
                </a:cxn>
                <a:cxn ang="0">
                  <a:pos x="T4" y="T5"/>
                </a:cxn>
                <a:cxn ang="0">
                  <a:pos x="T6" y="T7"/>
                </a:cxn>
                <a:cxn ang="0">
                  <a:pos x="T8" y="T9"/>
                </a:cxn>
              </a:cxnLst>
              <a:rect l="0" t="0" r="r" b="b"/>
              <a:pathLst>
                <a:path w="39" h="44">
                  <a:moveTo>
                    <a:pt x="23" y="4"/>
                  </a:moveTo>
                  <a:cubicBezTo>
                    <a:pt x="23" y="4"/>
                    <a:pt x="16" y="12"/>
                    <a:pt x="8" y="24"/>
                  </a:cubicBezTo>
                  <a:cubicBezTo>
                    <a:pt x="0" y="37"/>
                    <a:pt x="10" y="44"/>
                    <a:pt x="10" y="44"/>
                  </a:cubicBezTo>
                  <a:cubicBezTo>
                    <a:pt x="39" y="11"/>
                    <a:pt x="39" y="11"/>
                    <a:pt x="39" y="11"/>
                  </a:cubicBezTo>
                  <a:cubicBezTo>
                    <a:pt x="28" y="0"/>
                    <a:pt x="23" y="4"/>
                    <a:pt x="23" y="4"/>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effectLst>
                  <a:outerShdw blurRad="50800" dist="38100" dir="2700000" algn="tl" rotWithShape="0">
                    <a:prstClr val="black">
                      <a:alpha val="40000"/>
                    </a:prstClr>
                  </a:outerShdw>
                </a:effectLst>
              </a:endParaRPr>
            </a:p>
          </p:txBody>
        </p:sp>
        <p:sp>
          <p:nvSpPr>
            <p:cNvPr id="52" name="Freeform 14"/>
            <p:cNvSpPr/>
            <p:nvPr/>
          </p:nvSpPr>
          <p:spPr bwMode="auto">
            <a:xfrm>
              <a:off x="1787527" y="3656013"/>
              <a:ext cx="2066925" cy="1979613"/>
            </a:xfrm>
            <a:custGeom>
              <a:avLst/>
              <a:gdLst>
                <a:gd name="T0" fmla="*/ 1302 w 1302"/>
                <a:gd name="T1" fmla="*/ 333 h 1247"/>
                <a:gd name="T2" fmla="*/ 997 w 1302"/>
                <a:gd name="T3" fmla="*/ 0 h 1247"/>
                <a:gd name="T4" fmla="*/ 0 w 1302"/>
                <a:gd name="T5" fmla="*/ 914 h 1247"/>
                <a:gd name="T6" fmla="*/ 305 w 1302"/>
                <a:gd name="T7" fmla="*/ 1247 h 1247"/>
                <a:gd name="T8" fmla="*/ 1302 w 1302"/>
                <a:gd name="T9" fmla="*/ 333 h 1247"/>
              </a:gdLst>
              <a:ahLst/>
              <a:cxnLst>
                <a:cxn ang="0">
                  <a:pos x="T0" y="T1"/>
                </a:cxn>
                <a:cxn ang="0">
                  <a:pos x="T2" y="T3"/>
                </a:cxn>
                <a:cxn ang="0">
                  <a:pos x="T4" y="T5"/>
                </a:cxn>
                <a:cxn ang="0">
                  <a:pos x="T6" y="T7"/>
                </a:cxn>
                <a:cxn ang="0">
                  <a:pos x="T8" y="T9"/>
                </a:cxn>
              </a:cxnLst>
              <a:rect l="0" t="0" r="r" b="b"/>
              <a:pathLst>
                <a:path w="1302" h="1247">
                  <a:moveTo>
                    <a:pt x="1302" y="333"/>
                  </a:moveTo>
                  <a:lnTo>
                    <a:pt x="997" y="0"/>
                  </a:lnTo>
                  <a:lnTo>
                    <a:pt x="0" y="914"/>
                  </a:lnTo>
                  <a:lnTo>
                    <a:pt x="305" y="1247"/>
                  </a:lnTo>
                  <a:lnTo>
                    <a:pt x="1302" y="333"/>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effectLst>
                  <a:outerShdw blurRad="50800" dist="38100" dir="2700000" algn="tl" rotWithShape="0">
                    <a:prstClr val="black">
                      <a:alpha val="40000"/>
                    </a:prstClr>
                  </a:outerShdw>
                </a:effectLst>
              </a:endParaRPr>
            </a:p>
          </p:txBody>
        </p:sp>
        <p:sp>
          <p:nvSpPr>
            <p:cNvPr id="53" name="Freeform 15"/>
            <p:cNvSpPr/>
            <p:nvPr/>
          </p:nvSpPr>
          <p:spPr bwMode="auto">
            <a:xfrm>
              <a:off x="1262063" y="3738563"/>
              <a:ext cx="2468563" cy="2349499"/>
            </a:xfrm>
            <a:custGeom>
              <a:avLst/>
              <a:gdLst>
                <a:gd name="T0" fmla="*/ 1555 w 1555"/>
                <a:gd name="T1" fmla="*/ 368 h 1480"/>
                <a:gd name="T2" fmla="*/ 1217 w 1555"/>
                <a:gd name="T3" fmla="*/ 0 h 1480"/>
                <a:gd name="T4" fmla="*/ 0 w 1555"/>
                <a:gd name="T5" fmla="*/ 1114 h 1480"/>
                <a:gd name="T6" fmla="*/ 336 w 1555"/>
                <a:gd name="T7" fmla="*/ 1480 h 1480"/>
                <a:gd name="T8" fmla="*/ 1555 w 1555"/>
                <a:gd name="T9" fmla="*/ 368 h 1480"/>
              </a:gdLst>
              <a:ahLst/>
              <a:cxnLst>
                <a:cxn ang="0">
                  <a:pos x="T0" y="T1"/>
                </a:cxn>
                <a:cxn ang="0">
                  <a:pos x="T2" y="T3"/>
                </a:cxn>
                <a:cxn ang="0">
                  <a:pos x="T4" y="T5"/>
                </a:cxn>
                <a:cxn ang="0">
                  <a:pos x="T6" y="T7"/>
                </a:cxn>
                <a:cxn ang="0">
                  <a:pos x="T8" y="T9"/>
                </a:cxn>
              </a:cxnLst>
              <a:rect l="0" t="0" r="r" b="b"/>
              <a:pathLst>
                <a:path w="1555" h="1480">
                  <a:moveTo>
                    <a:pt x="1555" y="368"/>
                  </a:moveTo>
                  <a:lnTo>
                    <a:pt x="1217" y="0"/>
                  </a:lnTo>
                  <a:lnTo>
                    <a:pt x="0" y="1114"/>
                  </a:lnTo>
                  <a:lnTo>
                    <a:pt x="336" y="1480"/>
                  </a:lnTo>
                  <a:lnTo>
                    <a:pt x="1555" y="368"/>
                  </a:lnTo>
                  <a:close/>
                </a:path>
              </a:pathLst>
            </a:cu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effectLst>
                  <a:outerShdw blurRad="50800" dist="38100" dir="2700000" algn="tl" rotWithShape="0">
                    <a:prstClr val="black">
                      <a:alpha val="40000"/>
                    </a:prstClr>
                  </a:outerShdw>
                </a:effectLst>
              </a:endParaRPr>
            </a:p>
          </p:txBody>
        </p:sp>
        <p:sp>
          <p:nvSpPr>
            <p:cNvPr id="54" name="Freeform 16"/>
            <p:cNvSpPr/>
            <p:nvPr/>
          </p:nvSpPr>
          <p:spPr bwMode="auto">
            <a:xfrm>
              <a:off x="1262063" y="3738563"/>
              <a:ext cx="2119314" cy="1971675"/>
            </a:xfrm>
            <a:custGeom>
              <a:avLst/>
              <a:gdLst>
                <a:gd name="T0" fmla="*/ 1335 w 1335"/>
                <a:gd name="T1" fmla="*/ 129 h 1242"/>
                <a:gd name="T2" fmla="*/ 1217 w 1335"/>
                <a:gd name="T3" fmla="*/ 0 h 1242"/>
                <a:gd name="T4" fmla="*/ 0 w 1335"/>
                <a:gd name="T5" fmla="*/ 1114 h 1242"/>
                <a:gd name="T6" fmla="*/ 119 w 1335"/>
                <a:gd name="T7" fmla="*/ 1242 h 1242"/>
                <a:gd name="T8" fmla="*/ 1335 w 1335"/>
                <a:gd name="T9" fmla="*/ 129 h 1242"/>
              </a:gdLst>
              <a:ahLst/>
              <a:cxnLst>
                <a:cxn ang="0">
                  <a:pos x="T0" y="T1"/>
                </a:cxn>
                <a:cxn ang="0">
                  <a:pos x="T2" y="T3"/>
                </a:cxn>
                <a:cxn ang="0">
                  <a:pos x="T4" y="T5"/>
                </a:cxn>
                <a:cxn ang="0">
                  <a:pos x="T6" y="T7"/>
                </a:cxn>
                <a:cxn ang="0">
                  <a:pos x="T8" y="T9"/>
                </a:cxn>
              </a:cxnLst>
              <a:rect l="0" t="0" r="r" b="b"/>
              <a:pathLst>
                <a:path w="1335" h="1242">
                  <a:moveTo>
                    <a:pt x="1335" y="129"/>
                  </a:moveTo>
                  <a:lnTo>
                    <a:pt x="1217" y="0"/>
                  </a:lnTo>
                  <a:lnTo>
                    <a:pt x="0" y="1114"/>
                  </a:lnTo>
                  <a:lnTo>
                    <a:pt x="119" y="1242"/>
                  </a:lnTo>
                  <a:lnTo>
                    <a:pt x="1335" y="129"/>
                  </a:lnTo>
                  <a:close/>
                </a:path>
              </a:pathLst>
            </a:custGeom>
            <a:solidFill>
              <a:schemeClr val="tx1">
                <a:lumMod val="85000"/>
                <a:lumOff val="1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effectLst>
                  <a:outerShdw blurRad="50800" dist="38100" dir="2700000" algn="tl" rotWithShape="0">
                    <a:prstClr val="black">
                      <a:alpha val="40000"/>
                    </a:prstClr>
                  </a:outerShdw>
                </a:effectLst>
              </a:endParaRPr>
            </a:p>
          </p:txBody>
        </p:sp>
        <p:grpSp>
          <p:nvGrpSpPr>
            <p:cNvPr id="55" name="组合 54"/>
            <p:cNvGrpSpPr/>
            <p:nvPr/>
          </p:nvGrpSpPr>
          <p:grpSpPr>
            <a:xfrm>
              <a:off x="3006726" y="3849688"/>
              <a:ext cx="220663" cy="211138"/>
              <a:chOff x="3006726" y="3849688"/>
              <a:chExt cx="220663" cy="211138"/>
            </a:xfrm>
          </p:grpSpPr>
          <p:sp>
            <p:nvSpPr>
              <p:cNvPr id="56" name="Freeform 17"/>
              <p:cNvSpPr/>
              <p:nvPr/>
            </p:nvSpPr>
            <p:spPr bwMode="auto">
              <a:xfrm>
                <a:off x="3114676" y="3849688"/>
                <a:ext cx="112713" cy="112713"/>
              </a:xfrm>
              <a:custGeom>
                <a:avLst/>
                <a:gdLst>
                  <a:gd name="T0" fmla="*/ 11 w 30"/>
                  <a:gd name="T1" fmla="*/ 2 h 30"/>
                  <a:gd name="T2" fmla="*/ 2 w 30"/>
                  <a:gd name="T3" fmla="*/ 19 h 30"/>
                  <a:gd name="T4" fmla="*/ 18 w 30"/>
                  <a:gd name="T5" fmla="*/ 28 h 30"/>
                  <a:gd name="T6" fmla="*/ 28 w 30"/>
                  <a:gd name="T7" fmla="*/ 12 h 30"/>
                  <a:gd name="T8" fmla="*/ 11 w 30"/>
                  <a:gd name="T9" fmla="*/ 2 h 30"/>
                </a:gdLst>
                <a:ahLst/>
                <a:cxnLst>
                  <a:cxn ang="0">
                    <a:pos x="T0" y="T1"/>
                  </a:cxn>
                  <a:cxn ang="0">
                    <a:pos x="T2" y="T3"/>
                  </a:cxn>
                  <a:cxn ang="0">
                    <a:pos x="T4" y="T5"/>
                  </a:cxn>
                  <a:cxn ang="0">
                    <a:pos x="T6" y="T7"/>
                  </a:cxn>
                  <a:cxn ang="0">
                    <a:pos x="T8" y="T9"/>
                  </a:cxn>
                </a:cxnLst>
                <a:rect l="0" t="0" r="r" b="b"/>
                <a:pathLst>
                  <a:path w="30" h="30">
                    <a:moveTo>
                      <a:pt x="11" y="2"/>
                    </a:moveTo>
                    <a:cubicBezTo>
                      <a:pt x="4" y="4"/>
                      <a:pt x="0" y="12"/>
                      <a:pt x="2" y="19"/>
                    </a:cubicBezTo>
                    <a:cubicBezTo>
                      <a:pt x="4" y="26"/>
                      <a:pt x="11" y="30"/>
                      <a:pt x="18" y="28"/>
                    </a:cubicBezTo>
                    <a:cubicBezTo>
                      <a:pt x="25" y="26"/>
                      <a:pt x="30" y="19"/>
                      <a:pt x="28" y="12"/>
                    </a:cubicBezTo>
                    <a:cubicBezTo>
                      <a:pt x="26" y="5"/>
                      <a:pt x="18" y="0"/>
                      <a:pt x="11" y="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effectLst>
                    <a:outerShdw blurRad="50800" dist="38100" dir="2700000" algn="tl" rotWithShape="0">
                      <a:prstClr val="black">
                        <a:alpha val="40000"/>
                      </a:prstClr>
                    </a:outerShdw>
                  </a:effectLst>
                </a:endParaRPr>
              </a:p>
            </p:txBody>
          </p:sp>
          <p:sp>
            <p:nvSpPr>
              <p:cNvPr id="57" name="Freeform 18"/>
              <p:cNvSpPr/>
              <p:nvPr/>
            </p:nvSpPr>
            <p:spPr bwMode="auto">
              <a:xfrm>
                <a:off x="3171826" y="3879850"/>
                <a:ext cx="19050" cy="22225"/>
              </a:xfrm>
              <a:custGeom>
                <a:avLst/>
                <a:gdLst>
                  <a:gd name="T0" fmla="*/ 2 w 5"/>
                  <a:gd name="T1" fmla="*/ 0 h 6"/>
                  <a:gd name="T2" fmla="*/ 0 w 5"/>
                  <a:gd name="T3" fmla="*/ 4 h 6"/>
                  <a:gd name="T4" fmla="*/ 3 w 5"/>
                  <a:gd name="T5" fmla="*/ 5 h 6"/>
                  <a:gd name="T6" fmla="*/ 5 w 5"/>
                  <a:gd name="T7" fmla="*/ 2 h 6"/>
                  <a:gd name="T8" fmla="*/ 2 w 5"/>
                  <a:gd name="T9" fmla="*/ 0 h 6"/>
                </a:gdLst>
                <a:ahLst/>
                <a:cxnLst>
                  <a:cxn ang="0">
                    <a:pos x="T0" y="T1"/>
                  </a:cxn>
                  <a:cxn ang="0">
                    <a:pos x="T2" y="T3"/>
                  </a:cxn>
                  <a:cxn ang="0">
                    <a:pos x="T4" y="T5"/>
                  </a:cxn>
                  <a:cxn ang="0">
                    <a:pos x="T6" y="T7"/>
                  </a:cxn>
                  <a:cxn ang="0">
                    <a:pos x="T8" y="T9"/>
                  </a:cxn>
                </a:cxnLst>
                <a:rect l="0" t="0" r="r" b="b"/>
                <a:pathLst>
                  <a:path w="5" h="6">
                    <a:moveTo>
                      <a:pt x="2" y="0"/>
                    </a:moveTo>
                    <a:cubicBezTo>
                      <a:pt x="0" y="1"/>
                      <a:pt x="0" y="2"/>
                      <a:pt x="0" y="4"/>
                    </a:cubicBezTo>
                    <a:cubicBezTo>
                      <a:pt x="0" y="5"/>
                      <a:pt x="2" y="6"/>
                      <a:pt x="3" y="5"/>
                    </a:cubicBezTo>
                    <a:cubicBezTo>
                      <a:pt x="5" y="5"/>
                      <a:pt x="5" y="4"/>
                      <a:pt x="5" y="2"/>
                    </a:cubicBezTo>
                    <a:cubicBezTo>
                      <a:pt x="5" y="1"/>
                      <a:pt x="3" y="0"/>
                      <a:pt x="2"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effectLst>
                    <a:outerShdw blurRad="50800" dist="38100" dir="2700000" algn="tl" rotWithShape="0">
                      <a:prstClr val="black">
                        <a:alpha val="40000"/>
                      </a:prstClr>
                    </a:outerShdw>
                  </a:effectLst>
                </a:endParaRPr>
              </a:p>
            </p:txBody>
          </p:sp>
          <p:sp>
            <p:nvSpPr>
              <p:cNvPr id="61" name="Freeform 19"/>
              <p:cNvSpPr/>
              <p:nvPr/>
            </p:nvSpPr>
            <p:spPr bwMode="auto">
              <a:xfrm>
                <a:off x="3175001" y="3902075"/>
                <a:ext cx="22225" cy="23813"/>
              </a:xfrm>
              <a:custGeom>
                <a:avLst/>
                <a:gdLst>
                  <a:gd name="T0" fmla="*/ 3 w 6"/>
                  <a:gd name="T1" fmla="*/ 1 h 6"/>
                  <a:gd name="T2" fmla="*/ 1 w 6"/>
                  <a:gd name="T3" fmla="*/ 4 h 6"/>
                  <a:gd name="T4" fmla="*/ 4 w 6"/>
                  <a:gd name="T5" fmla="*/ 6 h 6"/>
                  <a:gd name="T6" fmla="*/ 6 w 6"/>
                  <a:gd name="T7" fmla="*/ 3 h 6"/>
                  <a:gd name="T8" fmla="*/ 3 w 6"/>
                  <a:gd name="T9" fmla="*/ 1 h 6"/>
                </a:gdLst>
                <a:ahLst/>
                <a:cxnLst>
                  <a:cxn ang="0">
                    <a:pos x="T0" y="T1"/>
                  </a:cxn>
                  <a:cxn ang="0">
                    <a:pos x="T2" y="T3"/>
                  </a:cxn>
                  <a:cxn ang="0">
                    <a:pos x="T4" y="T5"/>
                  </a:cxn>
                  <a:cxn ang="0">
                    <a:pos x="T6" y="T7"/>
                  </a:cxn>
                  <a:cxn ang="0">
                    <a:pos x="T8" y="T9"/>
                  </a:cxn>
                </a:cxnLst>
                <a:rect l="0" t="0" r="r" b="b"/>
                <a:pathLst>
                  <a:path w="6" h="6">
                    <a:moveTo>
                      <a:pt x="3" y="1"/>
                    </a:moveTo>
                    <a:cubicBezTo>
                      <a:pt x="1" y="1"/>
                      <a:pt x="0" y="3"/>
                      <a:pt x="1" y="4"/>
                    </a:cubicBezTo>
                    <a:cubicBezTo>
                      <a:pt x="1" y="5"/>
                      <a:pt x="3" y="6"/>
                      <a:pt x="4" y="6"/>
                    </a:cubicBezTo>
                    <a:cubicBezTo>
                      <a:pt x="5" y="5"/>
                      <a:pt x="6" y="4"/>
                      <a:pt x="6" y="3"/>
                    </a:cubicBezTo>
                    <a:cubicBezTo>
                      <a:pt x="5" y="1"/>
                      <a:pt x="4" y="0"/>
                      <a:pt x="3" y="1"/>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effectLst>
                    <a:outerShdw blurRad="50800" dist="38100" dir="2700000" algn="tl" rotWithShape="0">
                      <a:prstClr val="black">
                        <a:alpha val="40000"/>
                      </a:prstClr>
                    </a:outerShdw>
                  </a:effectLst>
                </a:endParaRPr>
              </a:p>
            </p:txBody>
          </p:sp>
          <p:sp>
            <p:nvSpPr>
              <p:cNvPr id="62" name="Freeform 20"/>
              <p:cNvSpPr/>
              <p:nvPr/>
            </p:nvSpPr>
            <p:spPr bwMode="auto">
              <a:xfrm>
                <a:off x="3144838" y="3887788"/>
                <a:ext cx="19050" cy="22225"/>
              </a:xfrm>
              <a:custGeom>
                <a:avLst/>
                <a:gdLst>
                  <a:gd name="T0" fmla="*/ 2 w 5"/>
                  <a:gd name="T1" fmla="*/ 0 h 6"/>
                  <a:gd name="T2" fmla="*/ 0 w 5"/>
                  <a:gd name="T3" fmla="*/ 4 h 6"/>
                  <a:gd name="T4" fmla="*/ 3 w 5"/>
                  <a:gd name="T5" fmla="*/ 5 h 6"/>
                  <a:gd name="T6" fmla="*/ 5 w 5"/>
                  <a:gd name="T7" fmla="*/ 2 h 6"/>
                  <a:gd name="T8" fmla="*/ 2 w 5"/>
                  <a:gd name="T9" fmla="*/ 0 h 6"/>
                </a:gdLst>
                <a:ahLst/>
                <a:cxnLst>
                  <a:cxn ang="0">
                    <a:pos x="T0" y="T1"/>
                  </a:cxn>
                  <a:cxn ang="0">
                    <a:pos x="T2" y="T3"/>
                  </a:cxn>
                  <a:cxn ang="0">
                    <a:pos x="T4" y="T5"/>
                  </a:cxn>
                  <a:cxn ang="0">
                    <a:pos x="T6" y="T7"/>
                  </a:cxn>
                  <a:cxn ang="0">
                    <a:pos x="T8" y="T9"/>
                  </a:cxn>
                </a:cxnLst>
                <a:rect l="0" t="0" r="r" b="b"/>
                <a:pathLst>
                  <a:path w="5" h="6">
                    <a:moveTo>
                      <a:pt x="2" y="0"/>
                    </a:moveTo>
                    <a:cubicBezTo>
                      <a:pt x="0" y="1"/>
                      <a:pt x="0" y="2"/>
                      <a:pt x="0" y="4"/>
                    </a:cubicBezTo>
                    <a:cubicBezTo>
                      <a:pt x="0" y="5"/>
                      <a:pt x="2" y="6"/>
                      <a:pt x="3" y="5"/>
                    </a:cubicBezTo>
                    <a:cubicBezTo>
                      <a:pt x="4" y="5"/>
                      <a:pt x="5" y="4"/>
                      <a:pt x="5" y="2"/>
                    </a:cubicBezTo>
                    <a:cubicBezTo>
                      <a:pt x="5" y="1"/>
                      <a:pt x="3" y="0"/>
                      <a:pt x="2"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effectLst>
                    <a:outerShdw blurRad="50800" dist="38100" dir="2700000" algn="tl" rotWithShape="0">
                      <a:prstClr val="black">
                        <a:alpha val="40000"/>
                      </a:prstClr>
                    </a:outerShdw>
                  </a:effectLst>
                </a:endParaRPr>
              </a:p>
            </p:txBody>
          </p:sp>
          <p:sp>
            <p:nvSpPr>
              <p:cNvPr id="63" name="Freeform 21"/>
              <p:cNvSpPr/>
              <p:nvPr/>
            </p:nvSpPr>
            <p:spPr bwMode="auto">
              <a:xfrm>
                <a:off x="3149601" y="3910013"/>
                <a:ext cx="22225" cy="22225"/>
              </a:xfrm>
              <a:custGeom>
                <a:avLst/>
                <a:gdLst>
                  <a:gd name="T0" fmla="*/ 2 w 6"/>
                  <a:gd name="T1" fmla="*/ 1 h 6"/>
                  <a:gd name="T2" fmla="*/ 1 w 6"/>
                  <a:gd name="T3" fmla="*/ 4 h 6"/>
                  <a:gd name="T4" fmla="*/ 4 w 6"/>
                  <a:gd name="T5" fmla="*/ 6 h 6"/>
                  <a:gd name="T6" fmla="*/ 6 w 6"/>
                  <a:gd name="T7" fmla="*/ 3 h 6"/>
                  <a:gd name="T8" fmla="*/ 2 w 6"/>
                  <a:gd name="T9" fmla="*/ 1 h 6"/>
                </a:gdLst>
                <a:ahLst/>
                <a:cxnLst>
                  <a:cxn ang="0">
                    <a:pos x="T0" y="T1"/>
                  </a:cxn>
                  <a:cxn ang="0">
                    <a:pos x="T2" y="T3"/>
                  </a:cxn>
                  <a:cxn ang="0">
                    <a:pos x="T4" y="T5"/>
                  </a:cxn>
                  <a:cxn ang="0">
                    <a:pos x="T6" y="T7"/>
                  </a:cxn>
                  <a:cxn ang="0">
                    <a:pos x="T8" y="T9"/>
                  </a:cxn>
                </a:cxnLst>
                <a:rect l="0" t="0" r="r" b="b"/>
                <a:pathLst>
                  <a:path w="6" h="6">
                    <a:moveTo>
                      <a:pt x="2" y="1"/>
                    </a:moveTo>
                    <a:cubicBezTo>
                      <a:pt x="1" y="1"/>
                      <a:pt x="0" y="3"/>
                      <a:pt x="1" y="4"/>
                    </a:cubicBezTo>
                    <a:cubicBezTo>
                      <a:pt x="1" y="5"/>
                      <a:pt x="2" y="6"/>
                      <a:pt x="4" y="6"/>
                    </a:cubicBezTo>
                    <a:cubicBezTo>
                      <a:pt x="5" y="5"/>
                      <a:pt x="6" y="4"/>
                      <a:pt x="6" y="3"/>
                    </a:cubicBezTo>
                    <a:cubicBezTo>
                      <a:pt x="5" y="1"/>
                      <a:pt x="4" y="0"/>
                      <a:pt x="2" y="1"/>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effectLst>
                    <a:outerShdw blurRad="50800" dist="38100" dir="2700000" algn="tl" rotWithShape="0">
                      <a:prstClr val="black">
                        <a:alpha val="40000"/>
                      </a:prstClr>
                    </a:outerShdw>
                  </a:effectLst>
                </a:endParaRPr>
              </a:p>
            </p:txBody>
          </p:sp>
          <p:sp>
            <p:nvSpPr>
              <p:cNvPr id="64" name="Freeform 22"/>
              <p:cNvSpPr/>
              <p:nvPr/>
            </p:nvSpPr>
            <p:spPr bwMode="auto">
              <a:xfrm>
                <a:off x="3006726" y="3951288"/>
                <a:ext cx="112713" cy="109538"/>
              </a:xfrm>
              <a:custGeom>
                <a:avLst/>
                <a:gdLst>
                  <a:gd name="T0" fmla="*/ 11 w 30"/>
                  <a:gd name="T1" fmla="*/ 2 h 29"/>
                  <a:gd name="T2" fmla="*/ 2 w 30"/>
                  <a:gd name="T3" fmla="*/ 18 h 29"/>
                  <a:gd name="T4" fmla="*/ 18 w 30"/>
                  <a:gd name="T5" fmla="*/ 27 h 29"/>
                  <a:gd name="T6" fmla="*/ 28 w 30"/>
                  <a:gd name="T7" fmla="*/ 11 h 29"/>
                  <a:gd name="T8" fmla="*/ 11 w 30"/>
                  <a:gd name="T9" fmla="*/ 2 h 29"/>
                </a:gdLst>
                <a:ahLst/>
                <a:cxnLst>
                  <a:cxn ang="0">
                    <a:pos x="T0" y="T1"/>
                  </a:cxn>
                  <a:cxn ang="0">
                    <a:pos x="T2" y="T3"/>
                  </a:cxn>
                  <a:cxn ang="0">
                    <a:pos x="T4" y="T5"/>
                  </a:cxn>
                  <a:cxn ang="0">
                    <a:pos x="T6" y="T7"/>
                  </a:cxn>
                  <a:cxn ang="0">
                    <a:pos x="T8" y="T9"/>
                  </a:cxn>
                </a:cxnLst>
                <a:rect l="0" t="0" r="r" b="b"/>
                <a:pathLst>
                  <a:path w="30" h="29">
                    <a:moveTo>
                      <a:pt x="11" y="2"/>
                    </a:moveTo>
                    <a:cubicBezTo>
                      <a:pt x="4" y="4"/>
                      <a:pt x="0" y="11"/>
                      <a:pt x="2" y="18"/>
                    </a:cubicBezTo>
                    <a:cubicBezTo>
                      <a:pt x="4" y="25"/>
                      <a:pt x="11" y="29"/>
                      <a:pt x="18" y="27"/>
                    </a:cubicBezTo>
                    <a:cubicBezTo>
                      <a:pt x="25" y="25"/>
                      <a:pt x="30" y="18"/>
                      <a:pt x="28" y="11"/>
                    </a:cubicBezTo>
                    <a:cubicBezTo>
                      <a:pt x="26" y="4"/>
                      <a:pt x="18" y="0"/>
                      <a:pt x="11" y="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effectLst>
                    <a:outerShdw blurRad="50800" dist="38100" dir="2700000" algn="tl" rotWithShape="0">
                      <a:prstClr val="black">
                        <a:alpha val="40000"/>
                      </a:prstClr>
                    </a:outerShdw>
                  </a:effectLst>
                </a:endParaRPr>
              </a:p>
            </p:txBody>
          </p:sp>
          <p:sp>
            <p:nvSpPr>
              <p:cNvPr id="65" name="Freeform 23"/>
              <p:cNvSpPr/>
              <p:nvPr/>
            </p:nvSpPr>
            <p:spPr bwMode="auto">
              <a:xfrm>
                <a:off x="3062288" y="3981450"/>
                <a:ext cx="19050" cy="19050"/>
              </a:xfrm>
              <a:custGeom>
                <a:avLst/>
                <a:gdLst>
                  <a:gd name="T0" fmla="*/ 2 w 5"/>
                  <a:gd name="T1" fmla="*/ 0 h 5"/>
                  <a:gd name="T2" fmla="*/ 0 w 5"/>
                  <a:gd name="T3" fmla="*/ 3 h 5"/>
                  <a:gd name="T4" fmla="*/ 3 w 5"/>
                  <a:gd name="T5" fmla="*/ 5 h 5"/>
                  <a:gd name="T6" fmla="*/ 5 w 5"/>
                  <a:gd name="T7" fmla="*/ 2 h 5"/>
                  <a:gd name="T8" fmla="*/ 2 w 5"/>
                  <a:gd name="T9" fmla="*/ 0 h 5"/>
                </a:gdLst>
                <a:ahLst/>
                <a:cxnLst>
                  <a:cxn ang="0">
                    <a:pos x="T0" y="T1"/>
                  </a:cxn>
                  <a:cxn ang="0">
                    <a:pos x="T2" y="T3"/>
                  </a:cxn>
                  <a:cxn ang="0">
                    <a:pos x="T4" y="T5"/>
                  </a:cxn>
                  <a:cxn ang="0">
                    <a:pos x="T6" y="T7"/>
                  </a:cxn>
                  <a:cxn ang="0">
                    <a:pos x="T8" y="T9"/>
                  </a:cxn>
                </a:cxnLst>
                <a:rect l="0" t="0" r="r" b="b"/>
                <a:pathLst>
                  <a:path w="5" h="5">
                    <a:moveTo>
                      <a:pt x="2" y="0"/>
                    </a:moveTo>
                    <a:cubicBezTo>
                      <a:pt x="1" y="0"/>
                      <a:pt x="0" y="2"/>
                      <a:pt x="0" y="3"/>
                    </a:cubicBezTo>
                    <a:cubicBezTo>
                      <a:pt x="0" y="5"/>
                      <a:pt x="2" y="5"/>
                      <a:pt x="3" y="5"/>
                    </a:cubicBezTo>
                    <a:cubicBezTo>
                      <a:pt x="5" y="5"/>
                      <a:pt x="5" y="3"/>
                      <a:pt x="5" y="2"/>
                    </a:cubicBezTo>
                    <a:cubicBezTo>
                      <a:pt x="5" y="0"/>
                      <a:pt x="3" y="0"/>
                      <a:pt x="2"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effectLst>
                    <a:outerShdw blurRad="50800" dist="38100" dir="2700000" algn="tl" rotWithShape="0">
                      <a:prstClr val="black">
                        <a:alpha val="40000"/>
                      </a:prstClr>
                    </a:outerShdw>
                  </a:effectLst>
                </a:endParaRPr>
              </a:p>
            </p:txBody>
          </p:sp>
          <p:sp>
            <p:nvSpPr>
              <p:cNvPr id="66" name="Freeform 24"/>
              <p:cNvSpPr/>
              <p:nvPr/>
            </p:nvSpPr>
            <p:spPr bwMode="auto">
              <a:xfrm>
                <a:off x="3067051" y="4003675"/>
                <a:ext cx="22225" cy="22225"/>
              </a:xfrm>
              <a:custGeom>
                <a:avLst/>
                <a:gdLst>
                  <a:gd name="T0" fmla="*/ 3 w 6"/>
                  <a:gd name="T1" fmla="*/ 0 h 6"/>
                  <a:gd name="T2" fmla="*/ 1 w 6"/>
                  <a:gd name="T3" fmla="*/ 4 h 6"/>
                  <a:gd name="T4" fmla="*/ 4 w 6"/>
                  <a:gd name="T5" fmla="*/ 5 h 6"/>
                  <a:gd name="T6" fmla="*/ 6 w 6"/>
                  <a:gd name="T7" fmla="*/ 2 h 6"/>
                  <a:gd name="T8" fmla="*/ 3 w 6"/>
                  <a:gd name="T9" fmla="*/ 0 h 6"/>
                </a:gdLst>
                <a:ahLst/>
                <a:cxnLst>
                  <a:cxn ang="0">
                    <a:pos x="T0" y="T1"/>
                  </a:cxn>
                  <a:cxn ang="0">
                    <a:pos x="T2" y="T3"/>
                  </a:cxn>
                  <a:cxn ang="0">
                    <a:pos x="T4" y="T5"/>
                  </a:cxn>
                  <a:cxn ang="0">
                    <a:pos x="T6" y="T7"/>
                  </a:cxn>
                  <a:cxn ang="0">
                    <a:pos x="T8" y="T9"/>
                  </a:cxn>
                </a:cxnLst>
                <a:rect l="0" t="0" r="r" b="b"/>
                <a:pathLst>
                  <a:path w="6" h="6">
                    <a:moveTo>
                      <a:pt x="3" y="0"/>
                    </a:moveTo>
                    <a:cubicBezTo>
                      <a:pt x="1" y="1"/>
                      <a:pt x="0" y="2"/>
                      <a:pt x="1" y="4"/>
                    </a:cubicBezTo>
                    <a:cubicBezTo>
                      <a:pt x="1" y="5"/>
                      <a:pt x="3" y="6"/>
                      <a:pt x="4" y="5"/>
                    </a:cubicBezTo>
                    <a:cubicBezTo>
                      <a:pt x="5" y="5"/>
                      <a:pt x="6" y="4"/>
                      <a:pt x="6" y="2"/>
                    </a:cubicBezTo>
                    <a:cubicBezTo>
                      <a:pt x="5" y="1"/>
                      <a:pt x="4" y="0"/>
                      <a:pt x="3"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effectLst>
                    <a:outerShdw blurRad="50800" dist="38100" dir="2700000" algn="tl" rotWithShape="0">
                      <a:prstClr val="black">
                        <a:alpha val="40000"/>
                      </a:prstClr>
                    </a:outerShdw>
                  </a:effectLst>
                </a:endParaRPr>
              </a:p>
            </p:txBody>
          </p:sp>
          <p:sp>
            <p:nvSpPr>
              <p:cNvPr id="67" name="Freeform 25"/>
              <p:cNvSpPr/>
              <p:nvPr/>
            </p:nvSpPr>
            <p:spPr bwMode="auto">
              <a:xfrm>
                <a:off x="3036888" y="3989388"/>
                <a:ext cx="19050" cy="19050"/>
              </a:xfrm>
              <a:custGeom>
                <a:avLst/>
                <a:gdLst>
                  <a:gd name="T0" fmla="*/ 2 w 5"/>
                  <a:gd name="T1" fmla="*/ 0 h 5"/>
                  <a:gd name="T2" fmla="*/ 0 w 5"/>
                  <a:gd name="T3" fmla="*/ 3 h 5"/>
                  <a:gd name="T4" fmla="*/ 3 w 5"/>
                  <a:gd name="T5" fmla="*/ 5 h 5"/>
                  <a:gd name="T6" fmla="*/ 5 w 5"/>
                  <a:gd name="T7" fmla="*/ 2 h 5"/>
                  <a:gd name="T8" fmla="*/ 2 w 5"/>
                  <a:gd name="T9" fmla="*/ 0 h 5"/>
                </a:gdLst>
                <a:ahLst/>
                <a:cxnLst>
                  <a:cxn ang="0">
                    <a:pos x="T0" y="T1"/>
                  </a:cxn>
                  <a:cxn ang="0">
                    <a:pos x="T2" y="T3"/>
                  </a:cxn>
                  <a:cxn ang="0">
                    <a:pos x="T4" y="T5"/>
                  </a:cxn>
                  <a:cxn ang="0">
                    <a:pos x="T6" y="T7"/>
                  </a:cxn>
                  <a:cxn ang="0">
                    <a:pos x="T8" y="T9"/>
                  </a:cxn>
                </a:cxnLst>
                <a:rect l="0" t="0" r="r" b="b"/>
                <a:pathLst>
                  <a:path w="5" h="5">
                    <a:moveTo>
                      <a:pt x="2" y="0"/>
                    </a:moveTo>
                    <a:cubicBezTo>
                      <a:pt x="0" y="0"/>
                      <a:pt x="0" y="2"/>
                      <a:pt x="0" y="3"/>
                    </a:cubicBezTo>
                    <a:cubicBezTo>
                      <a:pt x="0" y="4"/>
                      <a:pt x="2" y="5"/>
                      <a:pt x="3" y="5"/>
                    </a:cubicBezTo>
                    <a:cubicBezTo>
                      <a:pt x="4" y="5"/>
                      <a:pt x="5" y="3"/>
                      <a:pt x="5" y="2"/>
                    </a:cubicBezTo>
                    <a:cubicBezTo>
                      <a:pt x="5" y="0"/>
                      <a:pt x="3" y="0"/>
                      <a:pt x="2"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effectLst>
                    <a:outerShdw blurRad="50800" dist="38100" dir="2700000" algn="tl" rotWithShape="0">
                      <a:prstClr val="black">
                        <a:alpha val="40000"/>
                      </a:prstClr>
                    </a:outerShdw>
                  </a:effectLst>
                </a:endParaRPr>
              </a:p>
            </p:txBody>
          </p:sp>
          <p:sp>
            <p:nvSpPr>
              <p:cNvPr id="68" name="Freeform 26"/>
              <p:cNvSpPr/>
              <p:nvPr/>
            </p:nvSpPr>
            <p:spPr bwMode="auto">
              <a:xfrm>
                <a:off x="3040063" y="4011613"/>
                <a:ext cx="22225" cy="22225"/>
              </a:xfrm>
              <a:custGeom>
                <a:avLst/>
                <a:gdLst>
                  <a:gd name="T0" fmla="*/ 3 w 6"/>
                  <a:gd name="T1" fmla="*/ 0 h 6"/>
                  <a:gd name="T2" fmla="*/ 1 w 6"/>
                  <a:gd name="T3" fmla="*/ 4 h 6"/>
                  <a:gd name="T4" fmla="*/ 4 w 6"/>
                  <a:gd name="T5" fmla="*/ 5 h 6"/>
                  <a:gd name="T6" fmla="*/ 6 w 6"/>
                  <a:gd name="T7" fmla="*/ 2 h 6"/>
                  <a:gd name="T8" fmla="*/ 3 w 6"/>
                  <a:gd name="T9" fmla="*/ 0 h 6"/>
                </a:gdLst>
                <a:ahLst/>
                <a:cxnLst>
                  <a:cxn ang="0">
                    <a:pos x="T0" y="T1"/>
                  </a:cxn>
                  <a:cxn ang="0">
                    <a:pos x="T2" y="T3"/>
                  </a:cxn>
                  <a:cxn ang="0">
                    <a:pos x="T4" y="T5"/>
                  </a:cxn>
                  <a:cxn ang="0">
                    <a:pos x="T6" y="T7"/>
                  </a:cxn>
                  <a:cxn ang="0">
                    <a:pos x="T8" y="T9"/>
                  </a:cxn>
                </a:cxnLst>
                <a:rect l="0" t="0" r="r" b="b"/>
                <a:pathLst>
                  <a:path w="6" h="6">
                    <a:moveTo>
                      <a:pt x="3" y="0"/>
                    </a:moveTo>
                    <a:cubicBezTo>
                      <a:pt x="1" y="1"/>
                      <a:pt x="0" y="2"/>
                      <a:pt x="1" y="4"/>
                    </a:cubicBezTo>
                    <a:cubicBezTo>
                      <a:pt x="1" y="5"/>
                      <a:pt x="3" y="6"/>
                      <a:pt x="4" y="5"/>
                    </a:cubicBezTo>
                    <a:cubicBezTo>
                      <a:pt x="5" y="5"/>
                      <a:pt x="6" y="4"/>
                      <a:pt x="6" y="2"/>
                    </a:cubicBezTo>
                    <a:cubicBezTo>
                      <a:pt x="5" y="1"/>
                      <a:pt x="4" y="0"/>
                      <a:pt x="3"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effectLst>
                    <a:outerShdw blurRad="50800" dist="38100" dir="2700000" algn="tl" rotWithShape="0">
                      <a:prstClr val="black">
                        <a:alpha val="40000"/>
                      </a:prstClr>
                    </a:outerShdw>
                  </a:effectLst>
                </a:endParaRPr>
              </a:p>
            </p:txBody>
          </p:sp>
        </p:grpSp>
      </p:grpSp>
      <p:sp>
        <p:nvSpPr>
          <p:cNvPr id="69" name="矩形 68"/>
          <p:cNvSpPr/>
          <p:nvPr/>
        </p:nvSpPr>
        <p:spPr>
          <a:xfrm>
            <a:off x="4479479" y="1880254"/>
            <a:ext cx="314509" cy="400110"/>
          </a:xfrm>
          <a:prstGeom prst="rect">
            <a:avLst/>
          </a:prstGeom>
        </p:spPr>
        <p:txBody>
          <a:bodyPr wrap="none">
            <a:spAutoFit/>
          </a:bodyPr>
          <a:lstStyle/>
          <a:p>
            <a:pPr algn="ctr"/>
            <a:r>
              <a:rPr lang="en-US" altLang="zh-CN" sz="2000" dirty="0">
                <a:ln w="6350">
                  <a:noFill/>
                </a:ln>
                <a:solidFill>
                  <a:schemeClr val="bg1"/>
                </a:solidFill>
                <a:latin typeface="Impact" pitchFamily="34" charset="0"/>
                <a:ea typeface="微软雅黑" pitchFamily="34" charset="-122"/>
              </a:rPr>
              <a:t>A</a:t>
            </a:r>
            <a:endParaRPr lang="zh-CN" altLang="zh-CN" sz="2000" dirty="0">
              <a:ln w="6350">
                <a:noFill/>
              </a:ln>
              <a:solidFill>
                <a:schemeClr val="bg1"/>
              </a:solidFill>
              <a:latin typeface="Impact" pitchFamily="34" charset="0"/>
              <a:ea typeface="微软雅黑" pitchFamily="34" charset="-122"/>
            </a:endParaRPr>
          </a:p>
        </p:txBody>
      </p:sp>
      <p:sp>
        <p:nvSpPr>
          <p:cNvPr id="70" name="矩形 69"/>
          <p:cNvSpPr/>
          <p:nvPr/>
        </p:nvSpPr>
        <p:spPr>
          <a:xfrm>
            <a:off x="5635221" y="1880254"/>
            <a:ext cx="325730" cy="400110"/>
          </a:xfrm>
          <a:prstGeom prst="rect">
            <a:avLst/>
          </a:prstGeom>
        </p:spPr>
        <p:txBody>
          <a:bodyPr wrap="none">
            <a:spAutoFit/>
          </a:bodyPr>
          <a:lstStyle/>
          <a:p>
            <a:pPr algn="ctr"/>
            <a:r>
              <a:rPr lang="en-US" altLang="zh-CN" sz="2000" dirty="0">
                <a:ln w="6350">
                  <a:noFill/>
                </a:ln>
                <a:solidFill>
                  <a:schemeClr val="tx1">
                    <a:lumMod val="65000"/>
                    <a:lumOff val="35000"/>
                  </a:schemeClr>
                </a:solidFill>
                <a:latin typeface="Impact" pitchFamily="34" charset="0"/>
                <a:ea typeface="微软雅黑" pitchFamily="34" charset="-122"/>
              </a:rPr>
              <a:t>B</a:t>
            </a:r>
            <a:endParaRPr lang="zh-CN" altLang="zh-CN" sz="2000" dirty="0">
              <a:ln w="6350">
                <a:noFill/>
              </a:ln>
              <a:solidFill>
                <a:schemeClr val="tx1">
                  <a:lumMod val="65000"/>
                  <a:lumOff val="35000"/>
                </a:schemeClr>
              </a:solidFill>
              <a:latin typeface="Impact" pitchFamily="34" charset="0"/>
              <a:ea typeface="微软雅黑" pitchFamily="34" charset="-122"/>
            </a:endParaRPr>
          </a:p>
        </p:txBody>
      </p:sp>
      <p:sp>
        <p:nvSpPr>
          <p:cNvPr id="71" name="矩形 70"/>
          <p:cNvSpPr/>
          <p:nvPr/>
        </p:nvSpPr>
        <p:spPr>
          <a:xfrm>
            <a:off x="4479479" y="2911101"/>
            <a:ext cx="327333" cy="400110"/>
          </a:xfrm>
          <a:prstGeom prst="rect">
            <a:avLst/>
          </a:prstGeom>
        </p:spPr>
        <p:txBody>
          <a:bodyPr wrap="none">
            <a:spAutoFit/>
          </a:bodyPr>
          <a:lstStyle/>
          <a:p>
            <a:pPr algn="ctr"/>
            <a:r>
              <a:rPr lang="en-US" altLang="zh-CN" sz="2000" dirty="0">
                <a:ln w="6350">
                  <a:noFill/>
                </a:ln>
                <a:solidFill>
                  <a:schemeClr val="tx1">
                    <a:lumMod val="65000"/>
                    <a:lumOff val="35000"/>
                  </a:schemeClr>
                </a:solidFill>
                <a:latin typeface="Impact" pitchFamily="34" charset="0"/>
                <a:ea typeface="微软雅黑" pitchFamily="34" charset="-122"/>
              </a:rPr>
              <a:t>D</a:t>
            </a:r>
            <a:endParaRPr lang="zh-CN" altLang="zh-CN" sz="2000" dirty="0">
              <a:ln w="6350">
                <a:noFill/>
              </a:ln>
              <a:solidFill>
                <a:schemeClr val="tx1">
                  <a:lumMod val="65000"/>
                  <a:lumOff val="35000"/>
                </a:schemeClr>
              </a:solidFill>
              <a:latin typeface="Impact" pitchFamily="34" charset="0"/>
              <a:ea typeface="微软雅黑" pitchFamily="34" charset="-122"/>
            </a:endParaRPr>
          </a:p>
        </p:txBody>
      </p:sp>
      <p:sp>
        <p:nvSpPr>
          <p:cNvPr id="72" name="矩形 71"/>
          <p:cNvSpPr/>
          <p:nvPr/>
        </p:nvSpPr>
        <p:spPr>
          <a:xfrm>
            <a:off x="5634419" y="2911101"/>
            <a:ext cx="327333" cy="400110"/>
          </a:xfrm>
          <a:prstGeom prst="rect">
            <a:avLst/>
          </a:prstGeom>
        </p:spPr>
        <p:txBody>
          <a:bodyPr wrap="none">
            <a:spAutoFit/>
          </a:bodyPr>
          <a:lstStyle/>
          <a:p>
            <a:pPr algn="ctr"/>
            <a:r>
              <a:rPr lang="en-US" altLang="zh-CN" sz="2000" dirty="0">
                <a:ln w="6350">
                  <a:noFill/>
                </a:ln>
                <a:solidFill>
                  <a:schemeClr val="bg1"/>
                </a:solidFill>
                <a:latin typeface="Impact" pitchFamily="34" charset="0"/>
                <a:ea typeface="微软雅黑" pitchFamily="34" charset="-122"/>
              </a:rPr>
              <a:t>C</a:t>
            </a:r>
            <a:endParaRPr lang="zh-CN" altLang="zh-CN" sz="2000" dirty="0">
              <a:ln w="6350">
                <a:noFill/>
              </a:ln>
              <a:solidFill>
                <a:schemeClr val="bg1"/>
              </a:solidFill>
              <a:latin typeface="Impact" pitchFamily="34" charset="0"/>
              <a:ea typeface="微软雅黑" pitchFamily="34" charset="-122"/>
            </a:endParaRPr>
          </a:p>
        </p:txBody>
      </p:sp>
      <p:sp>
        <p:nvSpPr>
          <p:cNvPr id="73" name="矩形 72"/>
          <p:cNvSpPr/>
          <p:nvPr/>
        </p:nvSpPr>
        <p:spPr>
          <a:xfrm>
            <a:off x="4708801" y="2409965"/>
            <a:ext cx="1005403" cy="324641"/>
          </a:xfrm>
          <a:prstGeom prst="rect">
            <a:avLst/>
          </a:prstGeom>
        </p:spPr>
        <p:txBody>
          <a:bodyPr wrap="none" tIns="0" bIns="0">
            <a:spAutoFit/>
          </a:bodyPr>
          <a:lstStyle/>
          <a:p>
            <a:pPr algn="ctr">
              <a:lnSpc>
                <a:spcPct val="150000"/>
              </a:lnSpc>
            </a:pPr>
            <a:r>
              <a:rPr lang="zh-CN" altLang="en-US" sz="1600" b="1" dirty="0">
                <a:ln w="6350">
                  <a:noFill/>
                </a:ln>
                <a:solidFill>
                  <a:srgbClr val="37B0E8"/>
                </a:solidFill>
                <a:latin typeface="Impact" pitchFamily="34" charset="0"/>
                <a:ea typeface="微软雅黑" pitchFamily="34" charset="-122"/>
              </a:rPr>
              <a:t>主要贡献</a:t>
            </a:r>
          </a:p>
        </p:txBody>
      </p:sp>
      <p:sp>
        <p:nvSpPr>
          <p:cNvPr id="74" name="任意多边形 73"/>
          <p:cNvSpPr/>
          <p:nvPr/>
        </p:nvSpPr>
        <p:spPr>
          <a:xfrm flipH="1">
            <a:off x="6024763" y="1520848"/>
            <a:ext cx="808666" cy="264794"/>
          </a:xfrm>
          <a:custGeom>
            <a:avLst/>
            <a:gdLst>
              <a:gd name="connsiteX0" fmla="*/ 1257300 w 1257300"/>
              <a:gd name="connsiteY0" fmla="*/ 419100 h 419100"/>
              <a:gd name="connsiteX1" fmla="*/ 838200 w 1257300"/>
              <a:gd name="connsiteY1" fmla="*/ 0 h 419100"/>
              <a:gd name="connsiteX2" fmla="*/ 0 w 1257300"/>
              <a:gd name="connsiteY2" fmla="*/ 0 h 419100"/>
            </a:gdLst>
            <a:ahLst/>
            <a:cxnLst>
              <a:cxn ang="0">
                <a:pos x="connsiteX0" y="connsiteY0"/>
              </a:cxn>
              <a:cxn ang="0">
                <a:pos x="connsiteX1" y="connsiteY1"/>
              </a:cxn>
              <a:cxn ang="0">
                <a:pos x="connsiteX2" y="connsiteY2"/>
              </a:cxn>
            </a:cxnLst>
            <a:rect l="l" t="t" r="r" b="b"/>
            <a:pathLst>
              <a:path w="1257300" h="419100">
                <a:moveTo>
                  <a:pt x="1257300" y="419100"/>
                </a:moveTo>
                <a:lnTo>
                  <a:pt x="838200" y="0"/>
                </a:lnTo>
                <a:lnTo>
                  <a:pt x="0" y="0"/>
                </a:lnTo>
              </a:path>
            </a:pathLst>
          </a:custGeom>
          <a:ln w="6350">
            <a:solidFill>
              <a:schemeClr val="bg1">
                <a:lumMod val="65000"/>
              </a:scheme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5" name="任意多边形 74"/>
          <p:cNvSpPr/>
          <p:nvPr/>
        </p:nvSpPr>
        <p:spPr>
          <a:xfrm flipH="1" flipV="1">
            <a:off x="6278303" y="3247797"/>
            <a:ext cx="804252" cy="263192"/>
          </a:xfrm>
          <a:custGeom>
            <a:avLst/>
            <a:gdLst>
              <a:gd name="connsiteX0" fmla="*/ 1257300 w 1257300"/>
              <a:gd name="connsiteY0" fmla="*/ 419100 h 419100"/>
              <a:gd name="connsiteX1" fmla="*/ 838200 w 1257300"/>
              <a:gd name="connsiteY1" fmla="*/ 0 h 419100"/>
              <a:gd name="connsiteX2" fmla="*/ 0 w 1257300"/>
              <a:gd name="connsiteY2" fmla="*/ 0 h 419100"/>
            </a:gdLst>
            <a:ahLst/>
            <a:cxnLst>
              <a:cxn ang="0">
                <a:pos x="connsiteX0" y="connsiteY0"/>
              </a:cxn>
              <a:cxn ang="0">
                <a:pos x="connsiteX1" y="connsiteY1"/>
              </a:cxn>
              <a:cxn ang="0">
                <a:pos x="connsiteX2" y="connsiteY2"/>
              </a:cxn>
            </a:cxnLst>
            <a:rect l="l" t="t" r="r" b="b"/>
            <a:pathLst>
              <a:path w="1257300" h="419100">
                <a:moveTo>
                  <a:pt x="1257300" y="419100"/>
                </a:moveTo>
                <a:lnTo>
                  <a:pt x="838200" y="0"/>
                </a:lnTo>
                <a:lnTo>
                  <a:pt x="0" y="0"/>
                </a:lnTo>
              </a:path>
            </a:pathLst>
          </a:custGeom>
          <a:ln w="6350">
            <a:solidFill>
              <a:srgbClr val="37B0E8"/>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6" name="Rectangle 66"/>
          <p:cNvSpPr>
            <a:spLocks noChangeArrowheads="1"/>
          </p:cNvSpPr>
          <p:nvPr/>
        </p:nvSpPr>
        <p:spPr bwMode="auto">
          <a:xfrm>
            <a:off x="6939694" y="1737442"/>
            <a:ext cx="1692227"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lvl="0" algn="just" fontAlgn="base">
              <a:spcBef>
                <a:spcPct val="0"/>
              </a:spcBef>
              <a:spcAft>
                <a:spcPct val="0"/>
              </a:spcAft>
            </a:pPr>
            <a:r>
              <a:rPr lang="zh-CN" altLang="en-US" sz="1000" dirty="0">
                <a:solidFill>
                  <a:schemeClr val="bg1">
                    <a:lumMod val="50000"/>
                  </a:schemeClr>
                </a:solidFill>
                <a:latin typeface="Arial" pitchFamily="34" charset="0"/>
                <a:ea typeface="微软雅黑" pitchFamily="34" charset="-122"/>
              </a:rPr>
              <a:t>此处可输入相关说明文本内容，或者复制文本内容后粘贴，并选择只保留文字。文本内容建议简洁明了、提纲挈领，尽量保持整体风格统一</a:t>
            </a:r>
            <a:r>
              <a:rPr lang="zh-CN" altLang="en-US" sz="1000" dirty="0">
                <a:solidFill>
                  <a:prstClr val="black">
                    <a:lumMod val="50000"/>
                    <a:lumOff val="50000"/>
                  </a:prstClr>
                </a:solidFill>
                <a:latin typeface="Arial" pitchFamily="34" charset="0"/>
                <a:ea typeface="微软雅黑" pitchFamily="34" charset="-122"/>
              </a:rPr>
              <a:t>。</a:t>
            </a:r>
            <a:endParaRPr lang="zh-CN" altLang="zh-CN" sz="1000" dirty="0">
              <a:solidFill>
                <a:prstClr val="black">
                  <a:lumMod val="50000"/>
                  <a:lumOff val="50000"/>
                </a:prstClr>
              </a:solidFill>
              <a:latin typeface="Arial" pitchFamily="34" charset="0"/>
              <a:ea typeface="微软雅黑" pitchFamily="34" charset="-122"/>
            </a:endParaRPr>
          </a:p>
        </p:txBody>
      </p:sp>
      <p:sp>
        <p:nvSpPr>
          <p:cNvPr id="77" name="圆角矩形 76"/>
          <p:cNvSpPr/>
          <p:nvPr/>
        </p:nvSpPr>
        <p:spPr>
          <a:xfrm>
            <a:off x="6939695" y="1407019"/>
            <a:ext cx="1052375" cy="246226"/>
          </a:xfrm>
          <a:prstGeom prst="roundRect">
            <a:avLst>
              <a:gd name="adj" fmla="val 0"/>
            </a:avLst>
          </a:prstGeom>
          <a:solidFill>
            <a:schemeClr val="bg1"/>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ln w="6350">
                  <a:noFill/>
                </a:ln>
                <a:solidFill>
                  <a:schemeClr val="tx1">
                    <a:lumMod val="65000"/>
                    <a:lumOff val="35000"/>
                  </a:schemeClr>
                </a:solidFill>
                <a:latin typeface="Impact" pitchFamily="34" charset="0"/>
                <a:ea typeface="微软雅黑" pitchFamily="34" charset="-122"/>
              </a:rPr>
              <a:t>添加关键词</a:t>
            </a:r>
          </a:p>
        </p:txBody>
      </p:sp>
      <p:sp>
        <p:nvSpPr>
          <p:cNvPr id="78" name="Rectangle 66"/>
          <p:cNvSpPr>
            <a:spLocks noChangeArrowheads="1"/>
          </p:cNvSpPr>
          <p:nvPr/>
        </p:nvSpPr>
        <p:spPr bwMode="auto">
          <a:xfrm>
            <a:off x="7204671" y="3724992"/>
            <a:ext cx="1692227"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lvl="0" algn="just" fontAlgn="base">
              <a:spcBef>
                <a:spcPct val="0"/>
              </a:spcBef>
              <a:spcAft>
                <a:spcPct val="0"/>
              </a:spcAft>
            </a:pPr>
            <a:r>
              <a:rPr lang="zh-CN" altLang="en-US" sz="1000" dirty="0">
                <a:solidFill>
                  <a:schemeClr val="bg1">
                    <a:lumMod val="50000"/>
                  </a:schemeClr>
                </a:solidFill>
                <a:latin typeface="Arial" pitchFamily="34" charset="0"/>
                <a:ea typeface="微软雅黑" pitchFamily="34" charset="-122"/>
              </a:rPr>
              <a:t>此处可输入相关说明文本内容，或者复制文本内容后粘贴，并选择只保留文字。文本内容建议简洁明了、提纲挈领，尽量保持整体风格统一</a:t>
            </a:r>
            <a:r>
              <a:rPr lang="zh-CN" altLang="en-US" sz="1000" dirty="0">
                <a:solidFill>
                  <a:prstClr val="black">
                    <a:lumMod val="50000"/>
                    <a:lumOff val="50000"/>
                  </a:prstClr>
                </a:solidFill>
                <a:latin typeface="Arial" pitchFamily="34" charset="0"/>
                <a:ea typeface="微软雅黑" pitchFamily="34" charset="-122"/>
              </a:rPr>
              <a:t>。</a:t>
            </a:r>
            <a:endParaRPr lang="zh-CN" altLang="zh-CN" sz="1000" dirty="0">
              <a:solidFill>
                <a:prstClr val="black">
                  <a:lumMod val="50000"/>
                  <a:lumOff val="50000"/>
                </a:prstClr>
              </a:solidFill>
              <a:latin typeface="Arial" pitchFamily="34" charset="0"/>
              <a:ea typeface="微软雅黑" pitchFamily="34" charset="-122"/>
            </a:endParaRPr>
          </a:p>
        </p:txBody>
      </p:sp>
      <p:sp>
        <p:nvSpPr>
          <p:cNvPr id="79" name="圆角矩形 78"/>
          <p:cNvSpPr/>
          <p:nvPr/>
        </p:nvSpPr>
        <p:spPr>
          <a:xfrm>
            <a:off x="7204672" y="3394569"/>
            <a:ext cx="1052375" cy="246226"/>
          </a:xfrm>
          <a:prstGeom prst="roundRect">
            <a:avLst>
              <a:gd name="adj" fmla="val 0"/>
            </a:avLst>
          </a:prstGeom>
          <a:solidFill>
            <a:srgbClr val="37B0E8"/>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ln w="6350">
                  <a:noFill/>
                </a:ln>
                <a:solidFill>
                  <a:schemeClr val="bg1"/>
                </a:solidFill>
                <a:latin typeface="Impact" pitchFamily="34" charset="0"/>
                <a:ea typeface="微软雅黑" pitchFamily="34" charset="-122"/>
              </a:rPr>
              <a:t>添加关键词</a:t>
            </a:r>
          </a:p>
        </p:txBody>
      </p:sp>
      <p:sp>
        <p:nvSpPr>
          <p:cNvPr id="80" name="Rectangle 66"/>
          <p:cNvSpPr>
            <a:spLocks noChangeArrowheads="1"/>
          </p:cNvSpPr>
          <p:nvPr/>
        </p:nvSpPr>
        <p:spPr bwMode="auto">
          <a:xfrm>
            <a:off x="1804043" y="1737442"/>
            <a:ext cx="1692227"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lvl="0" algn="just" fontAlgn="base">
              <a:spcBef>
                <a:spcPct val="0"/>
              </a:spcBef>
              <a:spcAft>
                <a:spcPct val="0"/>
              </a:spcAft>
            </a:pPr>
            <a:r>
              <a:rPr lang="zh-CN" altLang="en-US" sz="1000" dirty="0">
                <a:solidFill>
                  <a:schemeClr val="bg1">
                    <a:lumMod val="50000"/>
                  </a:schemeClr>
                </a:solidFill>
                <a:latin typeface="Arial" pitchFamily="34" charset="0"/>
                <a:ea typeface="微软雅黑" pitchFamily="34" charset="-122"/>
              </a:rPr>
              <a:t>此处可输入相关说明文本内容，或者复制文本内容后粘贴，并选择只保留文字。文本内容建议简洁明了、提纲挈领，尽量保持整体风格统一</a:t>
            </a:r>
            <a:r>
              <a:rPr lang="zh-CN" altLang="en-US" sz="1000" dirty="0">
                <a:solidFill>
                  <a:prstClr val="black">
                    <a:lumMod val="50000"/>
                    <a:lumOff val="50000"/>
                  </a:prstClr>
                </a:solidFill>
                <a:latin typeface="Arial" pitchFamily="34" charset="0"/>
                <a:ea typeface="微软雅黑" pitchFamily="34" charset="-122"/>
              </a:rPr>
              <a:t>。</a:t>
            </a:r>
            <a:endParaRPr lang="zh-CN" altLang="zh-CN" sz="1000" dirty="0">
              <a:solidFill>
                <a:prstClr val="black">
                  <a:lumMod val="50000"/>
                  <a:lumOff val="50000"/>
                </a:prstClr>
              </a:solidFill>
              <a:latin typeface="Arial" pitchFamily="34" charset="0"/>
              <a:ea typeface="微软雅黑" pitchFamily="34" charset="-122"/>
            </a:endParaRPr>
          </a:p>
        </p:txBody>
      </p:sp>
      <p:sp>
        <p:nvSpPr>
          <p:cNvPr id="81" name="圆角矩形 80"/>
          <p:cNvSpPr/>
          <p:nvPr/>
        </p:nvSpPr>
        <p:spPr>
          <a:xfrm>
            <a:off x="2443895" y="1407019"/>
            <a:ext cx="1052375" cy="246226"/>
          </a:xfrm>
          <a:prstGeom prst="roundRect">
            <a:avLst>
              <a:gd name="adj" fmla="val 0"/>
            </a:avLst>
          </a:prstGeom>
          <a:solidFill>
            <a:srgbClr val="37B0E8"/>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ln w="6350">
                  <a:noFill/>
                </a:ln>
                <a:solidFill>
                  <a:schemeClr val="bg1"/>
                </a:solidFill>
                <a:latin typeface="Impact" pitchFamily="34" charset="0"/>
                <a:ea typeface="微软雅黑" pitchFamily="34" charset="-122"/>
              </a:rPr>
              <a:t>添加关键词</a:t>
            </a:r>
          </a:p>
        </p:txBody>
      </p:sp>
      <p:sp>
        <p:nvSpPr>
          <p:cNvPr id="82" name="Rectangle 66"/>
          <p:cNvSpPr>
            <a:spLocks noChangeArrowheads="1"/>
          </p:cNvSpPr>
          <p:nvPr/>
        </p:nvSpPr>
        <p:spPr bwMode="auto">
          <a:xfrm>
            <a:off x="1508257" y="3724992"/>
            <a:ext cx="1692227"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lvl="0" algn="just" fontAlgn="base">
              <a:spcBef>
                <a:spcPct val="0"/>
              </a:spcBef>
              <a:spcAft>
                <a:spcPct val="0"/>
              </a:spcAft>
            </a:pPr>
            <a:r>
              <a:rPr lang="zh-CN" altLang="en-US" sz="1000" dirty="0">
                <a:solidFill>
                  <a:schemeClr val="bg1">
                    <a:lumMod val="50000"/>
                  </a:schemeClr>
                </a:solidFill>
                <a:latin typeface="Arial" pitchFamily="34" charset="0"/>
                <a:ea typeface="微软雅黑" pitchFamily="34" charset="-122"/>
              </a:rPr>
              <a:t>此处可输入相关说明文本内容，或者复制文本内容后粘贴，并选择只保留文字。文本内容建议简洁明了、提纲挈领，尽量保持整体风格统一</a:t>
            </a:r>
            <a:r>
              <a:rPr lang="zh-CN" altLang="en-US" sz="1000" dirty="0">
                <a:solidFill>
                  <a:prstClr val="black">
                    <a:lumMod val="50000"/>
                    <a:lumOff val="50000"/>
                  </a:prstClr>
                </a:solidFill>
                <a:latin typeface="Arial" pitchFamily="34" charset="0"/>
                <a:ea typeface="微软雅黑" pitchFamily="34" charset="-122"/>
              </a:rPr>
              <a:t>。</a:t>
            </a:r>
            <a:endParaRPr lang="zh-CN" altLang="zh-CN" sz="1000" dirty="0">
              <a:solidFill>
                <a:prstClr val="black">
                  <a:lumMod val="50000"/>
                  <a:lumOff val="50000"/>
                </a:prstClr>
              </a:solidFill>
              <a:latin typeface="Arial" pitchFamily="34" charset="0"/>
              <a:ea typeface="微软雅黑" pitchFamily="34" charset="-122"/>
            </a:endParaRPr>
          </a:p>
        </p:txBody>
      </p:sp>
      <p:sp>
        <p:nvSpPr>
          <p:cNvPr id="83" name="圆角矩形 82"/>
          <p:cNvSpPr/>
          <p:nvPr/>
        </p:nvSpPr>
        <p:spPr>
          <a:xfrm>
            <a:off x="2148109" y="3394569"/>
            <a:ext cx="1052375" cy="246226"/>
          </a:xfrm>
          <a:prstGeom prst="roundRect">
            <a:avLst>
              <a:gd name="adj" fmla="val 0"/>
            </a:avLst>
          </a:prstGeom>
          <a:solidFill>
            <a:schemeClr val="bg1"/>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ln w="6350">
                  <a:noFill/>
                </a:ln>
                <a:solidFill>
                  <a:schemeClr val="tx1">
                    <a:lumMod val="65000"/>
                    <a:lumOff val="35000"/>
                  </a:schemeClr>
                </a:solidFill>
                <a:latin typeface="Impact" pitchFamily="34" charset="0"/>
                <a:ea typeface="微软雅黑" pitchFamily="34" charset="-122"/>
              </a:rPr>
              <a:t>添加关键词</a:t>
            </a:r>
          </a:p>
        </p:txBody>
      </p:sp>
      <p:pic>
        <p:nvPicPr>
          <p:cNvPr id="84" name="图片 8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643649" y="714563"/>
            <a:ext cx="1568698" cy="699598"/>
          </a:xfrm>
          <a:prstGeom prst="rect">
            <a:avLst/>
          </a:prstGeom>
        </p:spPr>
      </p:pic>
    </p:spTree>
  </p:cSld>
  <p:clrMapOvr>
    <a:masterClrMapping/>
  </p:clrMapOvr>
  <p:transition spd="slow">
    <p:push dir="u"/>
  </p:transition>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fade">
                                          <p:cBhvr>
                                            <p:cTn id="7" dur="500"/>
                                            <p:tgtEl>
                                              <p:spTgt spid="46"/>
                                            </p:tgtEl>
                                          </p:cBhvr>
                                        </p:animEffect>
                                        <p:anim calcmode="lin" valueType="num">
                                          <p:cBhvr>
                                            <p:cTn id="8" dur="500" fill="hold"/>
                                            <p:tgtEl>
                                              <p:spTgt spid="46"/>
                                            </p:tgtEl>
                                            <p:attrNameLst>
                                              <p:attrName>ppt_x</p:attrName>
                                            </p:attrNameLst>
                                          </p:cBhvr>
                                          <p:tavLst>
                                            <p:tav tm="0">
                                              <p:val>
                                                <p:strVal val="#ppt_x"/>
                                              </p:val>
                                            </p:tav>
                                            <p:tav tm="100000">
                                              <p:val>
                                                <p:strVal val="#ppt_x"/>
                                              </p:val>
                                            </p:tav>
                                          </p:tavLst>
                                        </p:anim>
                                        <p:anim calcmode="lin" valueType="num">
                                          <p:cBhvr>
                                            <p:cTn id="9" dur="500" fill="hold"/>
                                            <p:tgtEl>
                                              <p:spTgt spid="46"/>
                                            </p:tgtEl>
                                            <p:attrNameLst>
                                              <p:attrName>ppt_y</p:attrName>
                                            </p:attrNameLst>
                                          </p:cBhvr>
                                          <p:tavLst>
                                            <p:tav tm="0">
                                              <p:val>
                                                <p:strVal val="#ppt_y+.1"/>
                                              </p:val>
                                            </p:tav>
                                            <p:tav tm="100000">
                                              <p:val>
                                                <p:strVal val="#ppt_y"/>
                                              </p:val>
                                            </p:tav>
                                          </p:tavLst>
                                        </p:anim>
                                      </p:childTnLst>
                                    </p:cTn>
                                  </p:par>
                                  <p:par>
                                    <p:cTn id="10" presetID="53" presetClass="entr" presetSubtype="16" fill="hold" nodeType="withEffect">
                                      <p:stCondLst>
                                        <p:cond delay="300"/>
                                      </p:stCondLst>
                                      <p:childTnLst>
                                        <p:set>
                                          <p:cBhvr>
                                            <p:cTn id="11" dur="1" fill="hold">
                                              <p:stCondLst>
                                                <p:cond delay="0"/>
                                              </p:stCondLst>
                                            </p:cTn>
                                            <p:tgtEl>
                                              <p:spTgt spid="41"/>
                                            </p:tgtEl>
                                            <p:attrNameLst>
                                              <p:attrName>style.visibility</p:attrName>
                                            </p:attrNameLst>
                                          </p:cBhvr>
                                          <p:to>
                                            <p:strVal val="visible"/>
                                          </p:to>
                                        </p:set>
                                        <p:anim calcmode="lin" valueType="num">
                                          <p:cBhvr>
                                            <p:cTn id="12" dur="300" fill="hold"/>
                                            <p:tgtEl>
                                              <p:spTgt spid="41"/>
                                            </p:tgtEl>
                                            <p:attrNameLst>
                                              <p:attrName>ppt_w</p:attrName>
                                            </p:attrNameLst>
                                          </p:cBhvr>
                                          <p:tavLst>
                                            <p:tav tm="0">
                                              <p:val>
                                                <p:fltVal val="0"/>
                                              </p:val>
                                            </p:tav>
                                            <p:tav tm="100000">
                                              <p:val>
                                                <p:strVal val="#ppt_w"/>
                                              </p:val>
                                            </p:tav>
                                          </p:tavLst>
                                        </p:anim>
                                        <p:anim calcmode="lin" valueType="num">
                                          <p:cBhvr>
                                            <p:cTn id="13" dur="300" fill="hold"/>
                                            <p:tgtEl>
                                              <p:spTgt spid="41"/>
                                            </p:tgtEl>
                                            <p:attrNameLst>
                                              <p:attrName>ppt_h</p:attrName>
                                            </p:attrNameLst>
                                          </p:cBhvr>
                                          <p:tavLst>
                                            <p:tav tm="0">
                                              <p:val>
                                                <p:fltVal val="0"/>
                                              </p:val>
                                            </p:tav>
                                            <p:tav tm="100000">
                                              <p:val>
                                                <p:strVal val="#ppt_h"/>
                                              </p:val>
                                            </p:tav>
                                          </p:tavLst>
                                        </p:anim>
                                        <p:animEffect transition="in" filter="fade">
                                          <p:cBhvr>
                                            <p:cTn id="14" dur="300"/>
                                            <p:tgtEl>
                                              <p:spTgt spid="41"/>
                                            </p:tgtEl>
                                          </p:cBhvr>
                                        </p:animEffect>
                                      </p:childTnLst>
                                    </p:cTn>
                                  </p:par>
                                  <p:par>
                                    <p:cTn id="15" presetID="6" presetClass="emph" presetSubtype="0" autoRev="1" fill="hold" nodeType="withEffect">
                                      <p:stCondLst>
                                        <p:cond delay="600"/>
                                      </p:stCondLst>
                                      <p:childTnLst>
                                        <p:animScale>
                                          <p:cBhvr>
                                            <p:cTn id="16" dur="150" fill="hold"/>
                                            <p:tgtEl>
                                              <p:spTgt spid="41"/>
                                            </p:tgtEl>
                                          </p:cBhvr>
                                          <p:by x="110000" y="110000"/>
                                        </p:animScale>
                                      </p:childTnLst>
                                    </p:cTn>
                                  </p:par>
                                  <p:par>
                                    <p:cTn id="17" presetID="53" presetClass="entr" presetSubtype="16" fill="hold" grpId="0" nodeType="withEffect">
                                      <p:stCondLst>
                                        <p:cond delay="300"/>
                                      </p:stCondLst>
                                      <p:childTnLst>
                                        <p:set>
                                          <p:cBhvr>
                                            <p:cTn id="18" dur="1" fill="hold">
                                              <p:stCondLst>
                                                <p:cond delay="0"/>
                                              </p:stCondLst>
                                            </p:cTn>
                                            <p:tgtEl>
                                              <p:spTgt spid="73"/>
                                            </p:tgtEl>
                                            <p:attrNameLst>
                                              <p:attrName>style.visibility</p:attrName>
                                            </p:attrNameLst>
                                          </p:cBhvr>
                                          <p:to>
                                            <p:strVal val="visible"/>
                                          </p:to>
                                        </p:set>
                                        <p:anim calcmode="lin" valueType="num">
                                          <p:cBhvr>
                                            <p:cTn id="19" dur="300" fill="hold"/>
                                            <p:tgtEl>
                                              <p:spTgt spid="73"/>
                                            </p:tgtEl>
                                            <p:attrNameLst>
                                              <p:attrName>ppt_w</p:attrName>
                                            </p:attrNameLst>
                                          </p:cBhvr>
                                          <p:tavLst>
                                            <p:tav tm="0">
                                              <p:val>
                                                <p:fltVal val="0"/>
                                              </p:val>
                                            </p:tav>
                                            <p:tav tm="100000">
                                              <p:val>
                                                <p:strVal val="#ppt_w"/>
                                              </p:val>
                                            </p:tav>
                                          </p:tavLst>
                                        </p:anim>
                                        <p:anim calcmode="lin" valueType="num">
                                          <p:cBhvr>
                                            <p:cTn id="20" dur="300" fill="hold"/>
                                            <p:tgtEl>
                                              <p:spTgt spid="73"/>
                                            </p:tgtEl>
                                            <p:attrNameLst>
                                              <p:attrName>ppt_h</p:attrName>
                                            </p:attrNameLst>
                                          </p:cBhvr>
                                          <p:tavLst>
                                            <p:tav tm="0">
                                              <p:val>
                                                <p:fltVal val="0"/>
                                              </p:val>
                                            </p:tav>
                                            <p:tav tm="100000">
                                              <p:val>
                                                <p:strVal val="#ppt_h"/>
                                              </p:val>
                                            </p:tav>
                                          </p:tavLst>
                                        </p:anim>
                                        <p:animEffect transition="in" filter="fade">
                                          <p:cBhvr>
                                            <p:cTn id="21" dur="300"/>
                                            <p:tgtEl>
                                              <p:spTgt spid="73"/>
                                            </p:tgtEl>
                                          </p:cBhvr>
                                        </p:animEffect>
                                      </p:childTnLst>
                                    </p:cTn>
                                  </p:par>
                                  <p:par>
                                    <p:cTn id="22" presetID="6" presetClass="emph" presetSubtype="0" autoRev="1" fill="hold" grpId="1" nodeType="withEffect">
                                      <p:stCondLst>
                                        <p:cond delay="600"/>
                                      </p:stCondLst>
                                      <p:childTnLst>
                                        <p:animScale>
                                          <p:cBhvr>
                                            <p:cTn id="23" dur="150" fill="hold"/>
                                            <p:tgtEl>
                                              <p:spTgt spid="73"/>
                                            </p:tgtEl>
                                          </p:cBhvr>
                                          <p:by x="110000" y="110000"/>
                                        </p:animScale>
                                      </p:childTnLst>
                                    </p:cTn>
                                  </p:par>
                                  <p:par>
                                    <p:cTn id="24" presetID="53" presetClass="entr" presetSubtype="16" fill="hold" grpId="0" nodeType="withEffect">
                                      <p:stCondLst>
                                        <p:cond delay="600"/>
                                      </p:stCondLst>
                                      <p:childTnLst>
                                        <p:set>
                                          <p:cBhvr>
                                            <p:cTn id="25" dur="1" fill="hold">
                                              <p:stCondLst>
                                                <p:cond delay="0"/>
                                              </p:stCondLst>
                                            </p:cTn>
                                            <p:tgtEl>
                                              <p:spTgt spid="40"/>
                                            </p:tgtEl>
                                            <p:attrNameLst>
                                              <p:attrName>style.visibility</p:attrName>
                                            </p:attrNameLst>
                                          </p:cBhvr>
                                          <p:to>
                                            <p:strVal val="visible"/>
                                          </p:to>
                                        </p:set>
                                        <p:anim calcmode="lin" valueType="num">
                                          <p:cBhvr>
                                            <p:cTn id="26" dur="300" fill="hold"/>
                                            <p:tgtEl>
                                              <p:spTgt spid="40"/>
                                            </p:tgtEl>
                                            <p:attrNameLst>
                                              <p:attrName>ppt_w</p:attrName>
                                            </p:attrNameLst>
                                          </p:cBhvr>
                                          <p:tavLst>
                                            <p:tav tm="0">
                                              <p:val>
                                                <p:fltVal val="0"/>
                                              </p:val>
                                            </p:tav>
                                            <p:tav tm="100000">
                                              <p:val>
                                                <p:strVal val="#ppt_w"/>
                                              </p:val>
                                            </p:tav>
                                          </p:tavLst>
                                        </p:anim>
                                        <p:anim calcmode="lin" valueType="num">
                                          <p:cBhvr>
                                            <p:cTn id="27" dur="300" fill="hold"/>
                                            <p:tgtEl>
                                              <p:spTgt spid="40"/>
                                            </p:tgtEl>
                                            <p:attrNameLst>
                                              <p:attrName>ppt_h</p:attrName>
                                            </p:attrNameLst>
                                          </p:cBhvr>
                                          <p:tavLst>
                                            <p:tav tm="0">
                                              <p:val>
                                                <p:fltVal val="0"/>
                                              </p:val>
                                            </p:tav>
                                            <p:tav tm="100000">
                                              <p:val>
                                                <p:strVal val="#ppt_h"/>
                                              </p:val>
                                            </p:tav>
                                          </p:tavLst>
                                        </p:anim>
                                        <p:animEffect transition="in" filter="fade">
                                          <p:cBhvr>
                                            <p:cTn id="28" dur="300"/>
                                            <p:tgtEl>
                                              <p:spTgt spid="40"/>
                                            </p:tgtEl>
                                          </p:cBhvr>
                                        </p:animEffect>
                                      </p:childTnLst>
                                    </p:cTn>
                                  </p:par>
                                  <p:par>
                                    <p:cTn id="29" presetID="6" presetClass="emph" presetSubtype="0" autoRev="1" fill="hold" grpId="1" nodeType="withEffect">
                                      <p:stCondLst>
                                        <p:cond delay="900"/>
                                      </p:stCondLst>
                                      <p:childTnLst>
                                        <p:animScale>
                                          <p:cBhvr>
                                            <p:cTn id="30" dur="150" fill="hold"/>
                                            <p:tgtEl>
                                              <p:spTgt spid="40"/>
                                            </p:tgtEl>
                                          </p:cBhvr>
                                          <p:by x="110000" y="110000"/>
                                        </p:animScale>
                                      </p:childTnLst>
                                    </p:cTn>
                                  </p:par>
                                  <p:par>
                                    <p:cTn id="31" presetID="53" presetClass="entr" presetSubtype="16" fill="hold" grpId="0" nodeType="withEffect">
                                      <p:stCondLst>
                                        <p:cond delay="900"/>
                                      </p:stCondLst>
                                      <p:childTnLst>
                                        <p:set>
                                          <p:cBhvr>
                                            <p:cTn id="32" dur="1" fill="hold">
                                              <p:stCondLst>
                                                <p:cond delay="0"/>
                                              </p:stCondLst>
                                            </p:cTn>
                                            <p:tgtEl>
                                              <p:spTgt spid="69"/>
                                            </p:tgtEl>
                                            <p:attrNameLst>
                                              <p:attrName>style.visibility</p:attrName>
                                            </p:attrNameLst>
                                          </p:cBhvr>
                                          <p:to>
                                            <p:strVal val="visible"/>
                                          </p:to>
                                        </p:set>
                                        <p:anim calcmode="lin" valueType="num">
                                          <p:cBhvr>
                                            <p:cTn id="33" dur="300" fill="hold"/>
                                            <p:tgtEl>
                                              <p:spTgt spid="69"/>
                                            </p:tgtEl>
                                            <p:attrNameLst>
                                              <p:attrName>ppt_w</p:attrName>
                                            </p:attrNameLst>
                                          </p:cBhvr>
                                          <p:tavLst>
                                            <p:tav tm="0">
                                              <p:val>
                                                <p:fltVal val="0"/>
                                              </p:val>
                                            </p:tav>
                                            <p:tav tm="100000">
                                              <p:val>
                                                <p:strVal val="#ppt_w"/>
                                              </p:val>
                                            </p:tav>
                                          </p:tavLst>
                                        </p:anim>
                                        <p:anim calcmode="lin" valueType="num">
                                          <p:cBhvr>
                                            <p:cTn id="34" dur="300" fill="hold"/>
                                            <p:tgtEl>
                                              <p:spTgt spid="69"/>
                                            </p:tgtEl>
                                            <p:attrNameLst>
                                              <p:attrName>ppt_h</p:attrName>
                                            </p:attrNameLst>
                                          </p:cBhvr>
                                          <p:tavLst>
                                            <p:tav tm="0">
                                              <p:val>
                                                <p:fltVal val="0"/>
                                              </p:val>
                                            </p:tav>
                                            <p:tav tm="100000">
                                              <p:val>
                                                <p:strVal val="#ppt_h"/>
                                              </p:val>
                                            </p:tav>
                                          </p:tavLst>
                                        </p:anim>
                                        <p:animEffect transition="in" filter="fade">
                                          <p:cBhvr>
                                            <p:cTn id="35" dur="300"/>
                                            <p:tgtEl>
                                              <p:spTgt spid="69"/>
                                            </p:tgtEl>
                                          </p:cBhvr>
                                        </p:animEffect>
                                      </p:childTnLst>
                                    </p:cTn>
                                  </p:par>
                                  <p:par>
                                    <p:cTn id="36" presetID="6" presetClass="emph" presetSubtype="0" autoRev="1" fill="hold" grpId="1" nodeType="withEffect">
                                      <p:stCondLst>
                                        <p:cond delay="1200"/>
                                      </p:stCondLst>
                                      <p:childTnLst>
                                        <p:animScale>
                                          <p:cBhvr>
                                            <p:cTn id="37" dur="150" fill="hold"/>
                                            <p:tgtEl>
                                              <p:spTgt spid="69"/>
                                            </p:tgtEl>
                                          </p:cBhvr>
                                          <p:by x="110000" y="110000"/>
                                        </p:animScale>
                                      </p:childTnLst>
                                    </p:cTn>
                                  </p:par>
                                  <p:par>
                                    <p:cTn id="38" presetID="53" presetClass="entr" presetSubtype="16" fill="hold" grpId="0" nodeType="withEffect">
                                      <p:stCondLst>
                                        <p:cond delay="900"/>
                                      </p:stCondLst>
                                      <p:childTnLst>
                                        <p:set>
                                          <p:cBhvr>
                                            <p:cTn id="39" dur="1" fill="hold">
                                              <p:stCondLst>
                                                <p:cond delay="0"/>
                                              </p:stCondLst>
                                            </p:cTn>
                                            <p:tgtEl>
                                              <p:spTgt spid="70"/>
                                            </p:tgtEl>
                                            <p:attrNameLst>
                                              <p:attrName>style.visibility</p:attrName>
                                            </p:attrNameLst>
                                          </p:cBhvr>
                                          <p:to>
                                            <p:strVal val="visible"/>
                                          </p:to>
                                        </p:set>
                                        <p:anim calcmode="lin" valueType="num">
                                          <p:cBhvr>
                                            <p:cTn id="40" dur="300" fill="hold"/>
                                            <p:tgtEl>
                                              <p:spTgt spid="70"/>
                                            </p:tgtEl>
                                            <p:attrNameLst>
                                              <p:attrName>ppt_w</p:attrName>
                                            </p:attrNameLst>
                                          </p:cBhvr>
                                          <p:tavLst>
                                            <p:tav tm="0">
                                              <p:val>
                                                <p:fltVal val="0"/>
                                              </p:val>
                                            </p:tav>
                                            <p:tav tm="100000">
                                              <p:val>
                                                <p:strVal val="#ppt_w"/>
                                              </p:val>
                                            </p:tav>
                                          </p:tavLst>
                                        </p:anim>
                                        <p:anim calcmode="lin" valueType="num">
                                          <p:cBhvr>
                                            <p:cTn id="41" dur="300" fill="hold"/>
                                            <p:tgtEl>
                                              <p:spTgt spid="70"/>
                                            </p:tgtEl>
                                            <p:attrNameLst>
                                              <p:attrName>ppt_h</p:attrName>
                                            </p:attrNameLst>
                                          </p:cBhvr>
                                          <p:tavLst>
                                            <p:tav tm="0">
                                              <p:val>
                                                <p:fltVal val="0"/>
                                              </p:val>
                                            </p:tav>
                                            <p:tav tm="100000">
                                              <p:val>
                                                <p:strVal val="#ppt_h"/>
                                              </p:val>
                                            </p:tav>
                                          </p:tavLst>
                                        </p:anim>
                                        <p:animEffect transition="in" filter="fade">
                                          <p:cBhvr>
                                            <p:cTn id="42" dur="300"/>
                                            <p:tgtEl>
                                              <p:spTgt spid="70"/>
                                            </p:tgtEl>
                                          </p:cBhvr>
                                        </p:animEffect>
                                      </p:childTnLst>
                                    </p:cTn>
                                  </p:par>
                                  <p:par>
                                    <p:cTn id="43" presetID="6" presetClass="emph" presetSubtype="0" autoRev="1" fill="hold" grpId="1" nodeType="withEffect">
                                      <p:stCondLst>
                                        <p:cond delay="1200"/>
                                      </p:stCondLst>
                                      <p:childTnLst>
                                        <p:animScale>
                                          <p:cBhvr>
                                            <p:cTn id="44" dur="150" fill="hold"/>
                                            <p:tgtEl>
                                              <p:spTgt spid="70"/>
                                            </p:tgtEl>
                                          </p:cBhvr>
                                          <p:by x="110000" y="110000"/>
                                        </p:animScale>
                                      </p:childTnLst>
                                    </p:cTn>
                                  </p:par>
                                  <p:par>
                                    <p:cTn id="45" presetID="53" presetClass="entr" presetSubtype="16" fill="hold" grpId="0" nodeType="withEffect">
                                      <p:stCondLst>
                                        <p:cond delay="900"/>
                                      </p:stCondLst>
                                      <p:childTnLst>
                                        <p:set>
                                          <p:cBhvr>
                                            <p:cTn id="46" dur="1" fill="hold">
                                              <p:stCondLst>
                                                <p:cond delay="0"/>
                                              </p:stCondLst>
                                            </p:cTn>
                                            <p:tgtEl>
                                              <p:spTgt spid="72"/>
                                            </p:tgtEl>
                                            <p:attrNameLst>
                                              <p:attrName>style.visibility</p:attrName>
                                            </p:attrNameLst>
                                          </p:cBhvr>
                                          <p:to>
                                            <p:strVal val="visible"/>
                                          </p:to>
                                        </p:set>
                                        <p:anim calcmode="lin" valueType="num">
                                          <p:cBhvr>
                                            <p:cTn id="47" dur="300" fill="hold"/>
                                            <p:tgtEl>
                                              <p:spTgt spid="72"/>
                                            </p:tgtEl>
                                            <p:attrNameLst>
                                              <p:attrName>ppt_w</p:attrName>
                                            </p:attrNameLst>
                                          </p:cBhvr>
                                          <p:tavLst>
                                            <p:tav tm="0">
                                              <p:val>
                                                <p:fltVal val="0"/>
                                              </p:val>
                                            </p:tav>
                                            <p:tav tm="100000">
                                              <p:val>
                                                <p:strVal val="#ppt_w"/>
                                              </p:val>
                                            </p:tav>
                                          </p:tavLst>
                                        </p:anim>
                                        <p:anim calcmode="lin" valueType="num">
                                          <p:cBhvr>
                                            <p:cTn id="48" dur="300" fill="hold"/>
                                            <p:tgtEl>
                                              <p:spTgt spid="72"/>
                                            </p:tgtEl>
                                            <p:attrNameLst>
                                              <p:attrName>ppt_h</p:attrName>
                                            </p:attrNameLst>
                                          </p:cBhvr>
                                          <p:tavLst>
                                            <p:tav tm="0">
                                              <p:val>
                                                <p:fltVal val="0"/>
                                              </p:val>
                                            </p:tav>
                                            <p:tav tm="100000">
                                              <p:val>
                                                <p:strVal val="#ppt_h"/>
                                              </p:val>
                                            </p:tav>
                                          </p:tavLst>
                                        </p:anim>
                                        <p:animEffect transition="in" filter="fade">
                                          <p:cBhvr>
                                            <p:cTn id="49" dur="300"/>
                                            <p:tgtEl>
                                              <p:spTgt spid="72"/>
                                            </p:tgtEl>
                                          </p:cBhvr>
                                        </p:animEffect>
                                      </p:childTnLst>
                                    </p:cTn>
                                  </p:par>
                                  <p:par>
                                    <p:cTn id="50" presetID="6" presetClass="emph" presetSubtype="0" autoRev="1" fill="hold" grpId="1" nodeType="withEffect">
                                      <p:stCondLst>
                                        <p:cond delay="1200"/>
                                      </p:stCondLst>
                                      <p:childTnLst>
                                        <p:animScale>
                                          <p:cBhvr>
                                            <p:cTn id="51" dur="150" fill="hold"/>
                                            <p:tgtEl>
                                              <p:spTgt spid="72"/>
                                            </p:tgtEl>
                                          </p:cBhvr>
                                          <p:by x="110000" y="110000"/>
                                        </p:animScale>
                                      </p:childTnLst>
                                    </p:cTn>
                                  </p:par>
                                  <p:par>
                                    <p:cTn id="52" presetID="53" presetClass="entr" presetSubtype="16" fill="hold" grpId="0" nodeType="withEffect">
                                      <p:stCondLst>
                                        <p:cond delay="900"/>
                                      </p:stCondLst>
                                      <p:childTnLst>
                                        <p:set>
                                          <p:cBhvr>
                                            <p:cTn id="53" dur="1" fill="hold">
                                              <p:stCondLst>
                                                <p:cond delay="0"/>
                                              </p:stCondLst>
                                            </p:cTn>
                                            <p:tgtEl>
                                              <p:spTgt spid="71"/>
                                            </p:tgtEl>
                                            <p:attrNameLst>
                                              <p:attrName>style.visibility</p:attrName>
                                            </p:attrNameLst>
                                          </p:cBhvr>
                                          <p:to>
                                            <p:strVal val="visible"/>
                                          </p:to>
                                        </p:set>
                                        <p:anim calcmode="lin" valueType="num">
                                          <p:cBhvr>
                                            <p:cTn id="54" dur="300" fill="hold"/>
                                            <p:tgtEl>
                                              <p:spTgt spid="71"/>
                                            </p:tgtEl>
                                            <p:attrNameLst>
                                              <p:attrName>ppt_w</p:attrName>
                                            </p:attrNameLst>
                                          </p:cBhvr>
                                          <p:tavLst>
                                            <p:tav tm="0">
                                              <p:val>
                                                <p:fltVal val="0"/>
                                              </p:val>
                                            </p:tav>
                                            <p:tav tm="100000">
                                              <p:val>
                                                <p:strVal val="#ppt_w"/>
                                              </p:val>
                                            </p:tav>
                                          </p:tavLst>
                                        </p:anim>
                                        <p:anim calcmode="lin" valueType="num">
                                          <p:cBhvr>
                                            <p:cTn id="55" dur="300" fill="hold"/>
                                            <p:tgtEl>
                                              <p:spTgt spid="71"/>
                                            </p:tgtEl>
                                            <p:attrNameLst>
                                              <p:attrName>ppt_h</p:attrName>
                                            </p:attrNameLst>
                                          </p:cBhvr>
                                          <p:tavLst>
                                            <p:tav tm="0">
                                              <p:val>
                                                <p:fltVal val="0"/>
                                              </p:val>
                                            </p:tav>
                                            <p:tav tm="100000">
                                              <p:val>
                                                <p:strVal val="#ppt_h"/>
                                              </p:val>
                                            </p:tav>
                                          </p:tavLst>
                                        </p:anim>
                                        <p:animEffect transition="in" filter="fade">
                                          <p:cBhvr>
                                            <p:cTn id="56" dur="300"/>
                                            <p:tgtEl>
                                              <p:spTgt spid="71"/>
                                            </p:tgtEl>
                                          </p:cBhvr>
                                        </p:animEffect>
                                      </p:childTnLst>
                                    </p:cTn>
                                  </p:par>
                                  <p:par>
                                    <p:cTn id="57" presetID="6" presetClass="emph" presetSubtype="0" autoRev="1" fill="hold" grpId="1" nodeType="withEffect">
                                      <p:stCondLst>
                                        <p:cond delay="1200"/>
                                      </p:stCondLst>
                                      <p:childTnLst>
                                        <p:animScale>
                                          <p:cBhvr>
                                            <p:cTn id="58" dur="150" fill="hold"/>
                                            <p:tgtEl>
                                              <p:spTgt spid="71"/>
                                            </p:tgtEl>
                                          </p:cBhvr>
                                          <p:by x="110000" y="110000"/>
                                        </p:animScale>
                                      </p:childTnLst>
                                    </p:cTn>
                                  </p:par>
                                  <p:par>
                                    <p:cTn id="59" presetID="22" presetClass="entr" presetSubtype="2" fill="hold" grpId="0" nodeType="withEffect">
                                      <p:stCondLst>
                                        <p:cond delay="1200"/>
                                      </p:stCondLst>
                                      <p:childTnLst>
                                        <p:set>
                                          <p:cBhvr>
                                            <p:cTn id="60" dur="1" fill="hold">
                                              <p:stCondLst>
                                                <p:cond delay="0"/>
                                              </p:stCondLst>
                                            </p:cTn>
                                            <p:tgtEl>
                                              <p:spTgt spid="38"/>
                                            </p:tgtEl>
                                            <p:attrNameLst>
                                              <p:attrName>style.visibility</p:attrName>
                                            </p:attrNameLst>
                                          </p:cBhvr>
                                          <p:to>
                                            <p:strVal val="visible"/>
                                          </p:to>
                                        </p:set>
                                        <p:animEffect transition="in" filter="wipe(right)">
                                          <p:cBhvr>
                                            <p:cTn id="61" dur="500"/>
                                            <p:tgtEl>
                                              <p:spTgt spid="38"/>
                                            </p:tgtEl>
                                          </p:cBhvr>
                                        </p:animEffect>
                                      </p:childTnLst>
                                    </p:cTn>
                                  </p:par>
                                  <p:par>
                                    <p:cTn id="62" presetID="2" presetClass="entr" presetSubtype="8" fill="hold" grpId="0" nodeType="withEffect" p14:presetBounceEnd="60000">
                                      <p:stCondLst>
                                        <p:cond delay="1700"/>
                                      </p:stCondLst>
                                      <p:childTnLst>
                                        <p:set>
                                          <p:cBhvr>
                                            <p:cTn id="63" dur="1" fill="hold">
                                              <p:stCondLst>
                                                <p:cond delay="0"/>
                                              </p:stCondLst>
                                            </p:cTn>
                                            <p:tgtEl>
                                              <p:spTgt spid="81"/>
                                            </p:tgtEl>
                                            <p:attrNameLst>
                                              <p:attrName>style.visibility</p:attrName>
                                            </p:attrNameLst>
                                          </p:cBhvr>
                                          <p:to>
                                            <p:strVal val="visible"/>
                                          </p:to>
                                        </p:set>
                                        <p:anim calcmode="lin" valueType="num" p14:bounceEnd="60000">
                                          <p:cBhvr additive="base">
                                            <p:cTn id="64" dur="500" fill="hold"/>
                                            <p:tgtEl>
                                              <p:spTgt spid="81"/>
                                            </p:tgtEl>
                                            <p:attrNameLst>
                                              <p:attrName>ppt_x</p:attrName>
                                            </p:attrNameLst>
                                          </p:cBhvr>
                                          <p:tavLst>
                                            <p:tav tm="0">
                                              <p:val>
                                                <p:strVal val="0-#ppt_w/2"/>
                                              </p:val>
                                            </p:tav>
                                            <p:tav tm="100000">
                                              <p:val>
                                                <p:strVal val="#ppt_x"/>
                                              </p:val>
                                            </p:tav>
                                          </p:tavLst>
                                        </p:anim>
                                        <p:anim calcmode="lin" valueType="num" p14:bounceEnd="60000">
                                          <p:cBhvr additive="base">
                                            <p:cTn id="65" dur="500" fill="hold"/>
                                            <p:tgtEl>
                                              <p:spTgt spid="81"/>
                                            </p:tgtEl>
                                            <p:attrNameLst>
                                              <p:attrName>ppt_y</p:attrName>
                                            </p:attrNameLst>
                                          </p:cBhvr>
                                          <p:tavLst>
                                            <p:tav tm="0">
                                              <p:val>
                                                <p:strVal val="#ppt_y"/>
                                              </p:val>
                                            </p:tav>
                                            <p:tav tm="100000">
                                              <p:val>
                                                <p:strVal val="#ppt_y"/>
                                              </p:val>
                                            </p:tav>
                                          </p:tavLst>
                                        </p:anim>
                                      </p:childTnLst>
                                    </p:cTn>
                                  </p:par>
                                  <p:par>
                                    <p:cTn id="66" presetID="55" presetClass="entr" presetSubtype="0" fill="hold" grpId="0" nodeType="withEffect">
                                      <p:stCondLst>
                                        <p:cond delay="2000"/>
                                      </p:stCondLst>
                                      <p:childTnLst>
                                        <p:set>
                                          <p:cBhvr>
                                            <p:cTn id="67" dur="1" fill="hold">
                                              <p:stCondLst>
                                                <p:cond delay="0"/>
                                              </p:stCondLst>
                                            </p:cTn>
                                            <p:tgtEl>
                                              <p:spTgt spid="80"/>
                                            </p:tgtEl>
                                            <p:attrNameLst>
                                              <p:attrName>style.visibility</p:attrName>
                                            </p:attrNameLst>
                                          </p:cBhvr>
                                          <p:to>
                                            <p:strVal val="visible"/>
                                          </p:to>
                                        </p:set>
                                        <p:anim calcmode="lin" valueType="num">
                                          <p:cBhvr>
                                            <p:cTn id="68" dur="500" fill="hold"/>
                                            <p:tgtEl>
                                              <p:spTgt spid="80"/>
                                            </p:tgtEl>
                                            <p:attrNameLst>
                                              <p:attrName>ppt_w</p:attrName>
                                            </p:attrNameLst>
                                          </p:cBhvr>
                                          <p:tavLst>
                                            <p:tav tm="0">
                                              <p:val>
                                                <p:strVal val="#ppt_w*0.70"/>
                                              </p:val>
                                            </p:tav>
                                            <p:tav tm="100000">
                                              <p:val>
                                                <p:strVal val="#ppt_w"/>
                                              </p:val>
                                            </p:tav>
                                          </p:tavLst>
                                        </p:anim>
                                        <p:anim calcmode="lin" valueType="num">
                                          <p:cBhvr>
                                            <p:cTn id="69" dur="500" fill="hold"/>
                                            <p:tgtEl>
                                              <p:spTgt spid="80"/>
                                            </p:tgtEl>
                                            <p:attrNameLst>
                                              <p:attrName>ppt_h</p:attrName>
                                            </p:attrNameLst>
                                          </p:cBhvr>
                                          <p:tavLst>
                                            <p:tav tm="0">
                                              <p:val>
                                                <p:strVal val="#ppt_h"/>
                                              </p:val>
                                            </p:tav>
                                            <p:tav tm="100000">
                                              <p:val>
                                                <p:strVal val="#ppt_h"/>
                                              </p:val>
                                            </p:tav>
                                          </p:tavLst>
                                        </p:anim>
                                        <p:animEffect transition="in" filter="fade">
                                          <p:cBhvr>
                                            <p:cTn id="70" dur="500"/>
                                            <p:tgtEl>
                                              <p:spTgt spid="80"/>
                                            </p:tgtEl>
                                          </p:cBhvr>
                                        </p:animEffect>
                                      </p:childTnLst>
                                    </p:cTn>
                                  </p:par>
                                  <p:par>
                                    <p:cTn id="71" presetID="22" presetClass="entr" presetSubtype="8" fill="hold" grpId="0" nodeType="withEffect">
                                      <p:stCondLst>
                                        <p:cond delay="1200"/>
                                      </p:stCondLst>
                                      <p:childTnLst>
                                        <p:set>
                                          <p:cBhvr>
                                            <p:cTn id="72" dur="1" fill="hold">
                                              <p:stCondLst>
                                                <p:cond delay="0"/>
                                              </p:stCondLst>
                                            </p:cTn>
                                            <p:tgtEl>
                                              <p:spTgt spid="74"/>
                                            </p:tgtEl>
                                            <p:attrNameLst>
                                              <p:attrName>style.visibility</p:attrName>
                                            </p:attrNameLst>
                                          </p:cBhvr>
                                          <p:to>
                                            <p:strVal val="visible"/>
                                          </p:to>
                                        </p:set>
                                        <p:animEffect transition="in" filter="wipe(left)">
                                          <p:cBhvr>
                                            <p:cTn id="73" dur="500"/>
                                            <p:tgtEl>
                                              <p:spTgt spid="74"/>
                                            </p:tgtEl>
                                          </p:cBhvr>
                                        </p:animEffect>
                                      </p:childTnLst>
                                    </p:cTn>
                                  </p:par>
                                  <p:par>
                                    <p:cTn id="74" presetID="2" presetClass="entr" presetSubtype="2" fill="hold" grpId="0" nodeType="withEffect" p14:presetBounceEnd="60000">
                                      <p:stCondLst>
                                        <p:cond delay="1700"/>
                                      </p:stCondLst>
                                      <p:childTnLst>
                                        <p:set>
                                          <p:cBhvr>
                                            <p:cTn id="75" dur="1" fill="hold">
                                              <p:stCondLst>
                                                <p:cond delay="0"/>
                                              </p:stCondLst>
                                            </p:cTn>
                                            <p:tgtEl>
                                              <p:spTgt spid="77"/>
                                            </p:tgtEl>
                                            <p:attrNameLst>
                                              <p:attrName>style.visibility</p:attrName>
                                            </p:attrNameLst>
                                          </p:cBhvr>
                                          <p:to>
                                            <p:strVal val="visible"/>
                                          </p:to>
                                        </p:set>
                                        <p:anim calcmode="lin" valueType="num" p14:bounceEnd="60000">
                                          <p:cBhvr additive="base">
                                            <p:cTn id="76" dur="500" fill="hold"/>
                                            <p:tgtEl>
                                              <p:spTgt spid="77"/>
                                            </p:tgtEl>
                                            <p:attrNameLst>
                                              <p:attrName>ppt_x</p:attrName>
                                            </p:attrNameLst>
                                          </p:cBhvr>
                                          <p:tavLst>
                                            <p:tav tm="0">
                                              <p:val>
                                                <p:strVal val="1+#ppt_w/2"/>
                                              </p:val>
                                            </p:tav>
                                            <p:tav tm="100000">
                                              <p:val>
                                                <p:strVal val="#ppt_x"/>
                                              </p:val>
                                            </p:tav>
                                          </p:tavLst>
                                        </p:anim>
                                        <p:anim calcmode="lin" valueType="num" p14:bounceEnd="60000">
                                          <p:cBhvr additive="base">
                                            <p:cTn id="77" dur="500" fill="hold"/>
                                            <p:tgtEl>
                                              <p:spTgt spid="77"/>
                                            </p:tgtEl>
                                            <p:attrNameLst>
                                              <p:attrName>ppt_y</p:attrName>
                                            </p:attrNameLst>
                                          </p:cBhvr>
                                          <p:tavLst>
                                            <p:tav tm="0">
                                              <p:val>
                                                <p:strVal val="#ppt_y"/>
                                              </p:val>
                                            </p:tav>
                                            <p:tav tm="100000">
                                              <p:val>
                                                <p:strVal val="#ppt_y"/>
                                              </p:val>
                                            </p:tav>
                                          </p:tavLst>
                                        </p:anim>
                                      </p:childTnLst>
                                    </p:cTn>
                                  </p:par>
                                  <p:par>
                                    <p:cTn id="78" presetID="55" presetClass="entr" presetSubtype="0" fill="hold" grpId="0" nodeType="withEffect">
                                      <p:stCondLst>
                                        <p:cond delay="2000"/>
                                      </p:stCondLst>
                                      <p:childTnLst>
                                        <p:set>
                                          <p:cBhvr>
                                            <p:cTn id="79" dur="1" fill="hold">
                                              <p:stCondLst>
                                                <p:cond delay="0"/>
                                              </p:stCondLst>
                                            </p:cTn>
                                            <p:tgtEl>
                                              <p:spTgt spid="76"/>
                                            </p:tgtEl>
                                            <p:attrNameLst>
                                              <p:attrName>style.visibility</p:attrName>
                                            </p:attrNameLst>
                                          </p:cBhvr>
                                          <p:to>
                                            <p:strVal val="visible"/>
                                          </p:to>
                                        </p:set>
                                        <p:anim calcmode="lin" valueType="num">
                                          <p:cBhvr>
                                            <p:cTn id="80" dur="500" fill="hold"/>
                                            <p:tgtEl>
                                              <p:spTgt spid="76"/>
                                            </p:tgtEl>
                                            <p:attrNameLst>
                                              <p:attrName>ppt_w</p:attrName>
                                            </p:attrNameLst>
                                          </p:cBhvr>
                                          <p:tavLst>
                                            <p:tav tm="0">
                                              <p:val>
                                                <p:strVal val="#ppt_w*0.70"/>
                                              </p:val>
                                            </p:tav>
                                            <p:tav tm="100000">
                                              <p:val>
                                                <p:strVal val="#ppt_w"/>
                                              </p:val>
                                            </p:tav>
                                          </p:tavLst>
                                        </p:anim>
                                        <p:anim calcmode="lin" valueType="num">
                                          <p:cBhvr>
                                            <p:cTn id="81" dur="500" fill="hold"/>
                                            <p:tgtEl>
                                              <p:spTgt spid="76"/>
                                            </p:tgtEl>
                                            <p:attrNameLst>
                                              <p:attrName>ppt_h</p:attrName>
                                            </p:attrNameLst>
                                          </p:cBhvr>
                                          <p:tavLst>
                                            <p:tav tm="0">
                                              <p:val>
                                                <p:strVal val="#ppt_h"/>
                                              </p:val>
                                            </p:tav>
                                            <p:tav tm="100000">
                                              <p:val>
                                                <p:strVal val="#ppt_h"/>
                                              </p:val>
                                            </p:tav>
                                          </p:tavLst>
                                        </p:anim>
                                        <p:animEffect transition="in" filter="fade">
                                          <p:cBhvr>
                                            <p:cTn id="82" dur="500"/>
                                            <p:tgtEl>
                                              <p:spTgt spid="76"/>
                                            </p:tgtEl>
                                          </p:cBhvr>
                                        </p:animEffect>
                                      </p:childTnLst>
                                    </p:cTn>
                                  </p:par>
                                  <p:par>
                                    <p:cTn id="83" presetID="22" presetClass="entr" presetSubtype="2" fill="hold" grpId="0" nodeType="withEffect">
                                      <p:stCondLst>
                                        <p:cond delay="1200"/>
                                      </p:stCondLst>
                                      <p:childTnLst>
                                        <p:set>
                                          <p:cBhvr>
                                            <p:cTn id="84" dur="1" fill="hold">
                                              <p:stCondLst>
                                                <p:cond delay="0"/>
                                              </p:stCondLst>
                                            </p:cTn>
                                            <p:tgtEl>
                                              <p:spTgt spid="39"/>
                                            </p:tgtEl>
                                            <p:attrNameLst>
                                              <p:attrName>style.visibility</p:attrName>
                                            </p:attrNameLst>
                                          </p:cBhvr>
                                          <p:to>
                                            <p:strVal val="visible"/>
                                          </p:to>
                                        </p:set>
                                        <p:animEffect transition="in" filter="wipe(right)">
                                          <p:cBhvr>
                                            <p:cTn id="85" dur="500"/>
                                            <p:tgtEl>
                                              <p:spTgt spid="39"/>
                                            </p:tgtEl>
                                          </p:cBhvr>
                                        </p:animEffect>
                                      </p:childTnLst>
                                    </p:cTn>
                                  </p:par>
                                  <p:par>
                                    <p:cTn id="86" presetID="2" presetClass="entr" presetSubtype="8" fill="hold" grpId="0" nodeType="withEffect" p14:presetBounceEnd="60000">
                                      <p:stCondLst>
                                        <p:cond delay="1700"/>
                                      </p:stCondLst>
                                      <p:childTnLst>
                                        <p:set>
                                          <p:cBhvr>
                                            <p:cTn id="87" dur="1" fill="hold">
                                              <p:stCondLst>
                                                <p:cond delay="0"/>
                                              </p:stCondLst>
                                            </p:cTn>
                                            <p:tgtEl>
                                              <p:spTgt spid="83"/>
                                            </p:tgtEl>
                                            <p:attrNameLst>
                                              <p:attrName>style.visibility</p:attrName>
                                            </p:attrNameLst>
                                          </p:cBhvr>
                                          <p:to>
                                            <p:strVal val="visible"/>
                                          </p:to>
                                        </p:set>
                                        <p:anim calcmode="lin" valueType="num" p14:bounceEnd="60000">
                                          <p:cBhvr additive="base">
                                            <p:cTn id="88" dur="500" fill="hold"/>
                                            <p:tgtEl>
                                              <p:spTgt spid="83"/>
                                            </p:tgtEl>
                                            <p:attrNameLst>
                                              <p:attrName>ppt_x</p:attrName>
                                            </p:attrNameLst>
                                          </p:cBhvr>
                                          <p:tavLst>
                                            <p:tav tm="0">
                                              <p:val>
                                                <p:strVal val="0-#ppt_w/2"/>
                                              </p:val>
                                            </p:tav>
                                            <p:tav tm="100000">
                                              <p:val>
                                                <p:strVal val="#ppt_x"/>
                                              </p:val>
                                            </p:tav>
                                          </p:tavLst>
                                        </p:anim>
                                        <p:anim calcmode="lin" valueType="num" p14:bounceEnd="60000">
                                          <p:cBhvr additive="base">
                                            <p:cTn id="89" dur="500" fill="hold"/>
                                            <p:tgtEl>
                                              <p:spTgt spid="83"/>
                                            </p:tgtEl>
                                            <p:attrNameLst>
                                              <p:attrName>ppt_y</p:attrName>
                                            </p:attrNameLst>
                                          </p:cBhvr>
                                          <p:tavLst>
                                            <p:tav tm="0">
                                              <p:val>
                                                <p:strVal val="#ppt_y"/>
                                              </p:val>
                                            </p:tav>
                                            <p:tav tm="100000">
                                              <p:val>
                                                <p:strVal val="#ppt_y"/>
                                              </p:val>
                                            </p:tav>
                                          </p:tavLst>
                                        </p:anim>
                                      </p:childTnLst>
                                    </p:cTn>
                                  </p:par>
                                  <p:par>
                                    <p:cTn id="90" presetID="55" presetClass="entr" presetSubtype="0" fill="hold" grpId="0" nodeType="withEffect">
                                      <p:stCondLst>
                                        <p:cond delay="2000"/>
                                      </p:stCondLst>
                                      <p:childTnLst>
                                        <p:set>
                                          <p:cBhvr>
                                            <p:cTn id="91" dur="1" fill="hold">
                                              <p:stCondLst>
                                                <p:cond delay="0"/>
                                              </p:stCondLst>
                                            </p:cTn>
                                            <p:tgtEl>
                                              <p:spTgt spid="82"/>
                                            </p:tgtEl>
                                            <p:attrNameLst>
                                              <p:attrName>style.visibility</p:attrName>
                                            </p:attrNameLst>
                                          </p:cBhvr>
                                          <p:to>
                                            <p:strVal val="visible"/>
                                          </p:to>
                                        </p:set>
                                        <p:anim calcmode="lin" valueType="num">
                                          <p:cBhvr>
                                            <p:cTn id="92" dur="500" fill="hold"/>
                                            <p:tgtEl>
                                              <p:spTgt spid="82"/>
                                            </p:tgtEl>
                                            <p:attrNameLst>
                                              <p:attrName>ppt_w</p:attrName>
                                            </p:attrNameLst>
                                          </p:cBhvr>
                                          <p:tavLst>
                                            <p:tav tm="0">
                                              <p:val>
                                                <p:strVal val="#ppt_w*0.70"/>
                                              </p:val>
                                            </p:tav>
                                            <p:tav tm="100000">
                                              <p:val>
                                                <p:strVal val="#ppt_w"/>
                                              </p:val>
                                            </p:tav>
                                          </p:tavLst>
                                        </p:anim>
                                        <p:anim calcmode="lin" valueType="num">
                                          <p:cBhvr>
                                            <p:cTn id="93" dur="500" fill="hold"/>
                                            <p:tgtEl>
                                              <p:spTgt spid="82"/>
                                            </p:tgtEl>
                                            <p:attrNameLst>
                                              <p:attrName>ppt_h</p:attrName>
                                            </p:attrNameLst>
                                          </p:cBhvr>
                                          <p:tavLst>
                                            <p:tav tm="0">
                                              <p:val>
                                                <p:strVal val="#ppt_h"/>
                                              </p:val>
                                            </p:tav>
                                            <p:tav tm="100000">
                                              <p:val>
                                                <p:strVal val="#ppt_h"/>
                                              </p:val>
                                            </p:tav>
                                          </p:tavLst>
                                        </p:anim>
                                        <p:animEffect transition="in" filter="fade">
                                          <p:cBhvr>
                                            <p:cTn id="94" dur="500"/>
                                            <p:tgtEl>
                                              <p:spTgt spid="82"/>
                                            </p:tgtEl>
                                          </p:cBhvr>
                                        </p:animEffect>
                                      </p:childTnLst>
                                    </p:cTn>
                                  </p:par>
                                  <p:par>
                                    <p:cTn id="95" presetID="22" presetClass="entr" presetSubtype="8" fill="hold" grpId="0" nodeType="withEffect">
                                      <p:stCondLst>
                                        <p:cond delay="1200"/>
                                      </p:stCondLst>
                                      <p:childTnLst>
                                        <p:set>
                                          <p:cBhvr>
                                            <p:cTn id="96" dur="1" fill="hold">
                                              <p:stCondLst>
                                                <p:cond delay="0"/>
                                              </p:stCondLst>
                                            </p:cTn>
                                            <p:tgtEl>
                                              <p:spTgt spid="75"/>
                                            </p:tgtEl>
                                            <p:attrNameLst>
                                              <p:attrName>style.visibility</p:attrName>
                                            </p:attrNameLst>
                                          </p:cBhvr>
                                          <p:to>
                                            <p:strVal val="visible"/>
                                          </p:to>
                                        </p:set>
                                        <p:animEffect transition="in" filter="wipe(left)">
                                          <p:cBhvr>
                                            <p:cTn id="97" dur="500"/>
                                            <p:tgtEl>
                                              <p:spTgt spid="75"/>
                                            </p:tgtEl>
                                          </p:cBhvr>
                                        </p:animEffect>
                                      </p:childTnLst>
                                    </p:cTn>
                                  </p:par>
                                  <p:par>
                                    <p:cTn id="98" presetID="2" presetClass="entr" presetSubtype="2" fill="hold" grpId="0" nodeType="withEffect" p14:presetBounceEnd="60000">
                                      <p:stCondLst>
                                        <p:cond delay="1700"/>
                                      </p:stCondLst>
                                      <p:childTnLst>
                                        <p:set>
                                          <p:cBhvr>
                                            <p:cTn id="99" dur="1" fill="hold">
                                              <p:stCondLst>
                                                <p:cond delay="0"/>
                                              </p:stCondLst>
                                            </p:cTn>
                                            <p:tgtEl>
                                              <p:spTgt spid="79"/>
                                            </p:tgtEl>
                                            <p:attrNameLst>
                                              <p:attrName>style.visibility</p:attrName>
                                            </p:attrNameLst>
                                          </p:cBhvr>
                                          <p:to>
                                            <p:strVal val="visible"/>
                                          </p:to>
                                        </p:set>
                                        <p:anim calcmode="lin" valueType="num" p14:bounceEnd="60000">
                                          <p:cBhvr additive="base">
                                            <p:cTn id="100" dur="500" fill="hold"/>
                                            <p:tgtEl>
                                              <p:spTgt spid="79"/>
                                            </p:tgtEl>
                                            <p:attrNameLst>
                                              <p:attrName>ppt_x</p:attrName>
                                            </p:attrNameLst>
                                          </p:cBhvr>
                                          <p:tavLst>
                                            <p:tav tm="0">
                                              <p:val>
                                                <p:strVal val="1+#ppt_w/2"/>
                                              </p:val>
                                            </p:tav>
                                            <p:tav tm="100000">
                                              <p:val>
                                                <p:strVal val="#ppt_x"/>
                                              </p:val>
                                            </p:tav>
                                          </p:tavLst>
                                        </p:anim>
                                        <p:anim calcmode="lin" valueType="num" p14:bounceEnd="60000">
                                          <p:cBhvr additive="base">
                                            <p:cTn id="101" dur="500" fill="hold"/>
                                            <p:tgtEl>
                                              <p:spTgt spid="79"/>
                                            </p:tgtEl>
                                            <p:attrNameLst>
                                              <p:attrName>ppt_y</p:attrName>
                                            </p:attrNameLst>
                                          </p:cBhvr>
                                          <p:tavLst>
                                            <p:tav tm="0">
                                              <p:val>
                                                <p:strVal val="#ppt_y"/>
                                              </p:val>
                                            </p:tav>
                                            <p:tav tm="100000">
                                              <p:val>
                                                <p:strVal val="#ppt_y"/>
                                              </p:val>
                                            </p:tav>
                                          </p:tavLst>
                                        </p:anim>
                                      </p:childTnLst>
                                    </p:cTn>
                                  </p:par>
                                  <p:par>
                                    <p:cTn id="102" presetID="55" presetClass="entr" presetSubtype="0" fill="hold" grpId="0" nodeType="withEffect">
                                      <p:stCondLst>
                                        <p:cond delay="2000"/>
                                      </p:stCondLst>
                                      <p:childTnLst>
                                        <p:set>
                                          <p:cBhvr>
                                            <p:cTn id="103" dur="1" fill="hold">
                                              <p:stCondLst>
                                                <p:cond delay="0"/>
                                              </p:stCondLst>
                                            </p:cTn>
                                            <p:tgtEl>
                                              <p:spTgt spid="78"/>
                                            </p:tgtEl>
                                            <p:attrNameLst>
                                              <p:attrName>style.visibility</p:attrName>
                                            </p:attrNameLst>
                                          </p:cBhvr>
                                          <p:to>
                                            <p:strVal val="visible"/>
                                          </p:to>
                                        </p:set>
                                        <p:anim calcmode="lin" valueType="num">
                                          <p:cBhvr>
                                            <p:cTn id="104" dur="500" fill="hold"/>
                                            <p:tgtEl>
                                              <p:spTgt spid="78"/>
                                            </p:tgtEl>
                                            <p:attrNameLst>
                                              <p:attrName>ppt_w</p:attrName>
                                            </p:attrNameLst>
                                          </p:cBhvr>
                                          <p:tavLst>
                                            <p:tav tm="0">
                                              <p:val>
                                                <p:strVal val="#ppt_w*0.70"/>
                                              </p:val>
                                            </p:tav>
                                            <p:tav tm="100000">
                                              <p:val>
                                                <p:strVal val="#ppt_w"/>
                                              </p:val>
                                            </p:tav>
                                          </p:tavLst>
                                        </p:anim>
                                        <p:anim calcmode="lin" valueType="num">
                                          <p:cBhvr>
                                            <p:cTn id="105" dur="500" fill="hold"/>
                                            <p:tgtEl>
                                              <p:spTgt spid="78"/>
                                            </p:tgtEl>
                                            <p:attrNameLst>
                                              <p:attrName>ppt_h</p:attrName>
                                            </p:attrNameLst>
                                          </p:cBhvr>
                                          <p:tavLst>
                                            <p:tav tm="0">
                                              <p:val>
                                                <p:strVal val="#ppt_h"/>
                                              </p:val>
                                            </p:tav>
                                            <p:tav tm="100000">
                                              <p:val>
                                                <p:strVal val="#ppt_h"/>
                                              </p:val>
                                            </p:tav>
                                          </p:tavLst>
                                        </p:anim>
                                        <p:animEffect transition="in" filter="fade">
                                          <p:cBhvr>
                                            <p:cTn id="106" dur="500"/>
                                            <p:tgtEl>
                                              <p:spTgt spid="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P spid="39" grpId="0" animBg="1"/>
          <p:bldP spid="40" grpId="0" animBg="1"/>
          <p:bldP spid="40" grpId="1" animBg="1"/>
          <p:bldP spid="69" grpId="0"/>
          <p:bldP spid="69" grpId="1"/>
          <p:bldP spid="70" grpId="0"/>
          <p:bldP spid="70" grpId="1"/>
          <p:bldP spid="71" grpId="0"/>
          <p:bldP spid="71" grpId="1"/>
          <p:bldP spid="72" grpId="0"/>
          <p:bldP spid="72" grpId="1"/>
          <p:bldP spid="73" grpId="0"/>
          <p:bldP spid="73" grpId="1"/>
          <p:bldP spid="74" grpId="0" animBg="1"/>
          <p:bldP spid="75" grpId="0" animBg="1"/>
          <p:bldP spid="76" grpId="0"/>
          <p:bldP spid="77" grpId="0" animBg="1"/>
          <p:bldP spid="78" grpId="0"/>
          <p:bldP spid="79" grpId="0" animBg="1"/>
          <p:bldP spid="80" grpId="0"/>
          <p:bldP spid="81" grpId="0" animBg="1"/>
          <p:bldP spid="82" grpId="0"/>
          <p:bldP spid="83" grpId="0"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fade">
                                          <p:cBhvr>
                                            <p:cTn id="7" dur="500"/>
                                            <p:tgtEl>
                                              <p:spTgt spid="46"/>
                                            </p:tgtEl>
                                          </p:cBhvr>
                                        </p:animEffect>
                                        <p:anim calcmode="lin" valueType="num">
                                          <p:cBhvr>
                                            <p:cTn id="8" dur="500" fill="hold"/>
                                            <p:tgtEl>
                                              <p:spTgt spid="46"/>
                                            </p:tgtEl>
                                            <p:attrNameLst>
                                              <p:attrName>ppt_x</p:attrName>
                                            </p:attrNameLst>
                                          </p:cBhvr>
                                          <p:tavLst>
                                            <p:tav tm="0">
                                              <p:val>
                                                <p:strVal val="#ppt_x"/>
                                              </p:val>
                                            </p:tav>
                                            <p:tav tm="100000">
                                              <p:val>
                                                <p:strVal val="#ppt_x"/>
                                              </p:val>
                                            </p:tav>
                                          </p:tavLst>
                                        </p:anim>
                                        <p:anim calcmode="lin" valueType="num">
                                          <p:cBhvr>
                                            <p:cTn id="9" dur="500" fill="hold"/>
                                            <p:tgtEl>
                                              <p:spTgt spid="46"/>
                                            </p:tgtEl>
                                            <p:attrNameLst>
                                              <p:attrName>ppt_y</p:attrName>
                                            </p:attrNameLst>
                                          </p:cBhvr>
                                          <p:tavLst>
                                            <p:tav tm="0">
                                              <p:val>
                                                <p:strVal val="#ppt_y+.1"/>
                                              </p:val>
                                            </p:tav>
                                            <p:tav tm="100000">
                                              <p:val>
                                                <p:strVal val="#ppt_y"/>
                                              </p:val>
                                            </p:tav>
                                          </p:tavLst>
                                        </p:anim>
                                      </p:childTnLst>
                                    </p:cTn>
                                  </p:par>
                                  <p:par>
                                    <p:cTn id="10" presetID="53" presetClass="entr" presetSubtype="16" fill="hold" nodeType="withEffect">
                                      <p:stCondLst>
                                        <p:cond delay="300"/>
                                      </p:stCondLst>
                                      <p:childTnLst>
                                        <p:set>
                                          <p:cBhvr>
                                            <p:cTn id="11" dur="1" fill="hold">
                                              <p:stCondLst>
                                                <p:cond delay="0"/>
                                              </p:stCondLst>
                                            </p:cTn>
                                            <p:tgtEl>
                                              <p:spTgt spid="41"/>
                                            </p:tgtEl>
                                            <p:attrNameLst>
                                              <p:attrName>style.visibility</p:attrName>
                                            </p:attrNameLst>
                                          </p:cBhvr>
                                          <p:to>
                                            <p:strVal val="visible"/>
                                          </p:to>
                                        </p:set>
                                        <p:anim calcmode="lin" valueType="num">
                                          <p:cBhvr>
                                            <p:cTn id="12" dur="300" fill="hold"/>
                                            <p:tgtEl>
                                              <p:spTgt spid="41"/>
                                            </p:tgtEl>
                                            <p:attrNameLst>
                                              <p:attrName>ppt_w</p:attrName>
                                            </p:attrNameLst>
                                          </p:cBhvr>
                                          <p:tavLst>
                                            <p:tav tm="0">
                                              <p:val>
                                                <p:fltVal val="0"/>
                                              </p:val>
                                            </p:tav>
                                            <p:tav tm="100000">
                                              <p:val>
                                                <p:strVal val="#ppt_w"/>
                                              </p:val>
                                            </p:tav>
                                          </p:tavLst>
                                        </p:anim>
                                        <p:anim calcmode="lin" valueType="num">
                                          <p:cBhvr>
                                            <p:cTn id="13" dur="300" fill="hold"/>
                                            <p:tgtEl>
                                              <p:spTgt spid="41"/>
                                            </p:tgtEl>
                                            <p:attrNameLst>
                                              <p:attrName>ppt_h</p:attrName>
                                            </p:attrNameLst>
                                          </p:cBhvr>
                                          <p:tavLst>
                                            <p:tav tm="0">
                                              <p:val>
                                                <p:fltVal val="0"/>
                                              </p:val>
                                            </p:tav>
                                            <p:tav tm="100000">
                                              <p:val>
                                                <p:strVal val="#ppt_h"/>
                                              </p:val>
                                            </p:tav>
                                          </p:tavLst>
                                        </p:anim>
                                        <p:animEffect transition="in" filter="fade">
                                          <p:cBhvr>
                                            <p:cTn id="14" dur="300"/>
                                            <p:tgtEl>
                                              <p:spTgt spid="41"/>
                                            </p:tgtEl>
                                          </p:cBhvr>
                                        </p:animEffect>
                                      </p:childTnLst>
                                    </p:cTn>
                                  </p:par>
                                  <p:par>
                                    <p:cTn id="15" presetID="6" presetClass="emph" presetSubtype="0" autoRev="1" fill="hold" nodeType="withEffect">
                                      <p:stCondLst>
                                        <p:cond delay="600"/>
                                      </p:stCondLst>
                                      <p:childTnLst>
                                        <p:animScale>
                                          <p:cBhvr>
                                            <p:cTn id="16" dur="150" fill="hold"/>
                                            <p:tgtEl>
                                              <p:spTgt spid="41"/>
                                            </p:tgtEl>
                                          </p:cBhvr>
                                          <p:by x="110000" y="110000"/>
                                        </p:animScale>
                                      </p:childTnLst>
                                    </p:cTn>
                                  </p:par>
                                  <p:par>
                                    <p:cTn id="17" presetID="53" presetClass="entr" presetSubtype="16" fill="hold" grpId="0" nodeType="withEffect">
                                      <p:stCondLst>
                                        <p:cond delay="300"/>
                                      </p:stCondLst>
                                      <p:childTnLst>
                                        <p:set>
                                          <p:cBhvr>
                                            <p:cTn id="18" dur="1" fill="hold">
                                              <p:stCondLst>
                                                <p:cond delay="0"/>
                                              </p:stCondLst>
                                            </p:cTn>
                                            <p:tgtEl>
                                              <p:spTgt spid="73"/>
                                            </p:tgtEl>
                                            <p:attrNameLst>
                                              <p:attrName>style.visibility</p:attrName>
                                            </p:attrNameLst>
                                          </p:cBhvr>
                                          <p:to>
                                            <p:strVal val="visible"/>
                                          </p:to>
                                        </p:set>
                                        <p:anim calcmode="lin" valueType="num">
                                          <p:cBhvr>
                                            <p:cTn id="19" dur="300" fill="hold"/>
                                            <p:tgtEl>
                                              <p:spTgt spid="73"/>
                                            </p:tgtEl>
                                            <p:attrNameLst>
                                              <p:attrName>ppt_w</p:attrName>
                                            </p:attrNameLst>
                                          </p:cBhvr>
                                          <p:tavLst>
                                            <p:tav tm="0">
                                              <p:val>
                                                <p:fltVal val="0"/>
                                              </p:val>
                                            </p:tav>
                                            <p:tav tm="100000">
                                              <p:val>
                                                <p:strVal val="#ppt_w"/>
                                              </p:val>
                                            </p:tav>
                                          </p:tavLst>
                                        </p:anim>
                                        <p:anim calcmode="lin" valueType="num">
                                          <p:cBhvr>
                                            <p:cTn id="20" dur="300" fill="hold"/>
                                            <p:tgtEl>
                                              <p:spTgt spid="73"/>
                                            </p:tgtEl>
                                            <p:attrNameLst>
                                              <p:attrName>ppt_h</p:attrName>
                                            </p:attrNameLst>
                                          </p:cBhvr>
                                          <p:tavLst>
                                            <p:tav tm="0">
                                              <p:val>
                                                <p:fltVal val="0"/>
                                              </p:val>
                                            </p:tav>
                                            <p:tav tm="100000">
                                              <p:val>
                                                <p:strVal val="#ppt_h"/>
                                              </p:val>
                                            </p:tav>
                                          </p:tavLst>
                                        </p:anim>
                                        <p:animEffect transition="in" filter="fade">
                                          <p:cBhvr>
                                            <p:cTn id="21" dur="300"/>
                                            <p:tgtEl>
                                              <p:spTgt spid="73"/>
                                            </p:tgtEl>
                                          </p:cBhvr>
                                        </p:animEffect>
                                      </p:childTnLst>
                                    </p:cTn>
                                  </p:par>
                                  <p:par>
                                    <p:cTn id="22" presetID="6" presetClass="emph" presetSubtype="0" autoRev="1" fill="hold" grpId="1" nodeType="withEffect">
                                      <p:stCondLst>
                                        <p:cond delay="600"/>
                                      </p:stCondLst>
                                      <p:childTnLst>
                                        <p:animScale>
                                          <p:cBhvr>
                                            <p:cTn id="23" dur="150" fill="hold"/>
                                            <p:tgtEl>
                                              <p:spTgt spid="73"/>
                                            </p:tgtEl>
                                          </p:cBhvr>
                                          <p:by x="110000" y="110000"/>
                                        </p:animScale>
                                      </p:childTnLst>
                                    </p:cTn>
                                  </p:par>
                                  <p:par>
                                    <p:cTn id="24" presetID="53" presetClass="entr" presetSubtype="16" fill="hold" grpId="0" nodeType="withEffect">
                                      <p:stCondLst>
                                        <p:cond delay="600"/>
                                      </p:stCondLst>
                                      <p:childTnLst>
                                        <p:set>
                                          <p:cBhvr>
                                            <p:cTn id="25" dur="1" fill="hold">
                                              <p:stCondLst>
                                                <p:cond delay="0"/>
                                              </p:stCondLst>
                                            </p:cTn>
                                            <p:tgtEl>
                                              <p:spTgt spid="40"/>
                                            </p:tgtEl>
                                            <p:attrNameLst>
                                              <p:attrName>style.visibility</p:attrName>
                                            </p:attrNameLst>
                                          </p:cBhvr>
                                          <p:to>
                                            <p:strVal val="visible"/>
                                          </p:to>
                                        </p:set>
                                        <p:anim calcmode="lin" valueType="num">
                                          <p:cBhvr>
                                            <p:cTn id="26" dur="300" fill="hold"/>
                                            <p:tgtEl>
                                              <p:spTgt spid="40"/>
                                            </p:tgtEl>
                                            <p:attrNameLst>
                                              <p:attrName>ppt_w</p:attrName>
                                            </p:attrNameLst>
                                          </p:cBhvr>
                                          <p:tavLst>
                                            <p:tav tm="0">
                                              <p:val>
                                                <p:fltVal val="0"/>
                                              </p:val>
                                            </p:tav>
                                            <p:tav tm="100000">
                                              <p:val>
                                                <p:strVal val="#ppt_w"/>
                                              </p:val>
                                            </p:tav>
                                          </p:tavLst>
                                        </p:anim>
                                        <p:anim calcmode="lin" valueType="num">
                                          <p:cBhvr>
                                            <p:cTn id="27" dur="300" fill="hold"/>
                                            <p:tgtEl>
                                              <p:spTgt spid="40"/>
                                            </p:tgtEl>
                                            <p:attrNameLst>
                                              <p:attrName>ppt_h</p:attrName>
                                            </p:attrNameLst>
                                          </p:cBhvr>
                                          <p:tavLst>
                                            <p:tav tm="0">
                                              <p:val>
                                                <p:fltVal val="0"/>
                                              </p:val>
                                            </p:tav>
                                            <p:tav tm="100000">
                                              <p:val>
                                                <p:strVal val="#ppt_h"/>
                                              </p:val>
                                            </p:tav>
                                          </p:tavLst>
                                        </p:anim>
                                        <p:animEffect transition="in" filter="fade">
                                          <p:cBhvr>
                                            <p:cTn id="28" dur="300"/>
                                            <p:tgtEl>
                                              <p:spTgt spid="40"/>
                                            </p:tgtEl>
                                          </p:cBhvr>
                                        </p:animEffect>
                                      </p:childTnLst>
                                    </p:cTn>
                                  </p:par>
                                  <p:par>
                                    <p:cTn id="29" presetID="6" presetClass="emph" presetSubtype="0" autoRev="1" fill="hold" grpId="1" nodeType="withEffect">
                                      <p:stCondLst>
                                        <p:cond delay="900"/>
                                      </p:stCondLst>
                                      <p:childTnLst>
                                        <p:animScale>
                                          <p:cBhvr>
                                            <p:cTn id="30" dur="150" fill="hold"/>
                                            <p:tgtEl>
                                              <p:spTgt spid="40"/>
                                            </p:tgtEl>
                                          </p:cBhvr>
                                          <p:by x="110000" y="110000"/>
                                        </p:animScale>
                                      </p:childTnLst>
                                    </p:cTn>
                                  </p:par>
                                  <p:par>
                                    <p:cTn id="31" presetID="53" presetClass="entr" presetSubtype="16" fill="hold" grpId="0" nodeType="withEffect">
                                      <p:stCondLst>
                                        <p:cond delay="900"/>
                                      </p:stCondLst>
                                      <p:childTnLst>
                                        <p:set>
                                          <p:cBhvr>
                                            <p:cTn id="32" dur="1" fill="hold">
                                              <p:stCondLst>
                                                <p:cond delay="0"/>
                                              </p:stCondLst>
                                            </p:cTn>
                                            <p:tgtEl>
                                              <p:spTgt spid="69"/>
                                            </p:tgtEl>
                                            <p:attrNameLst>
                                              <p:attrName>style.visibility</p:attrName>
                                            </p:attrNameLst>
                                          </p:cBhvr>
                                          <p:to>
                                            <p:strVal val="visible"/>
                                          </p:to>
                                        </p:set>
                                        <p:anim calcmode="lin" valueType="num">
                                          <p:cBhvr>
                                            <p:cTn id="33" dur="300" fill="hold"/>
                                            <p:tgtEl>
                                              <p:spTgt spid="69"/>
                                            </p:tgtEl>
                                            <p:attrNameLst>
                                              <p:attrName>ppt_w</p:attrName>
                                            </p:attrNameLst>
                                          </p:cBhvr>
                                          <p:tavLst>
                                            <p:tav tm="0">
                                              <p:val>
                                                <p:fltVal val="0"/>
                                              </p:val>
                                            </p:tav>
                                            <p:tav tm="100000">
                                              <p:val>
                                                <p:strVal val="#ppt_w"/>
                                              </p:val>
                                            </p:tav>
                                          </p:tavLst>
                                        </p:anim>
                                        <p:anim calcmode="lin" valueType="num">
                                          <p:cBhvr>
                                            <p:cTn id="34" dur="300" fill="hold"/>
                                            <p:tgtEl>
                                              <p:spTgt spid="69"/>
                                            </p:tgtEl>
                                            <p:attrNameLst>
                                              <p:attrName>ppt_h</p:attrName>
                                            </p:attrNameLst>
                                          </p:cBhvr>
                                          <p:tavLst>
                                            <p:tav tm="0">
                                              <p:val>
                                                <p:fltVal val="0"/>
                                              </p:val>
                                            </p:tav>
                                            <p:tav tm="100000">
                                              <p:val>
                                                <p:strVal val="#ppt_h"/>
                                              </p:val>
                                            </p:tav>
                                          </p:tavLst>
                                        </p:anim>
                                        <p:animEffect transition="in" filter="fade">
                                          <p:cBhvr>
                                            <p:cTn id="35" dur="300"/>
                                            <p:tgtEl>
                                              <p:spTgt spid="69"/>
                                            </p:tgtEl>
                                          </p:cBhvr>
                                        </p:animEffect>
                                      </p:childTnLst>
                                    </p:cTn>
                                  </p:par>
                                  <p:par>
                                    <p:cTn id="36" presetID="6" presetClass="emph" presetSubtype="0" autoRev="1" fill="hold" grpId="1" nodeType="withEffect">
                                      <p:stCondLst>
                                        <p:cond delay="1200"/>
                                      </p:stCondLst>
                                      <p:childTnLst>
                                        <p:animScale>
                                          <p:cBhvr>
                                            <p:cTn id="37" dur="150" fill="hold"/>
                                            <p:tgtEl>
                                              <p:spTgt spid="69"/>
                                            </p:tgtEl>
                                          </p:cBhvr>
                                          <p:by x="110000" y="110000"/>
                                        </p:animScale>
                                      </p:childTnLst>
                                    </p:cTn>
                                  </p:par>
                                  <p:par>
                                    <p:cTn id="38" presetID="53" presetClass="entr" presetSubtype="16" fill="hold" grpId="0" nodeType="withEffect">
                                      <p:stCondLst>
                                        <p:cond delay="900"/>
                                      </p:stCondLst>
                                      <p:childTnLst>
                                        <p:set>
                                          <p:cBhvr>
                                            <p:cTn id="39" dur="1" fill="hold">
                                              <p:stCondLst>
                                                <p:cond delay="0"/>
                                              </p:stCondLst>
                                            </p:cTn>
                                            <p:tgtEl>
                                              <p:spTgt spid="70"/>
                                            </p:tgtEl>
                                            <p:attrNameLst>
                                              <p:attrName>style.visibility</p:attrName>
                                            </p:attrNameLst>
                                          </p:cBhvr>
                                          <p:to>
                                            <p:strVal val="visible"/>
                                          </p:to>
                                        </p:set>
                                        <p:anim calcmode="lin" valueType="num">
                                          <p:cBhvr>
                                            <p:cTn id="40" dur="300" fill="hold"/>
                                            <p:tgtEl>
                                              <p:spTgt spid="70"/>
                                            </p:tgtEl>
                                            <p:attrNameLst>
                                              <p:attrName>ppt_w</p:attrName>
                                            </p:attrNameLst>
                                          </p:cBhvr>
                                          <p:tavLst>
                                            <p:tav tm="0">
                                              <p:val>
                                                <p:fltVal val="0"/>
                                              </p:val>
                                            </p:tav>
                                            <p:tav tm="100000">
                                              <p:val>
                                                <p:strVal val="#ppt_w"/>
                                              </p:val>
                                            </p:tav>
                                          </p:tavLst>
                                        </p:anim>
                                        <p:anim calcmode="lin" valueType="num">
                                          <p:cBhvr>
                                            <p:cTn id="41" dur="300" fill="hold"/>
                                            <p:tgtEl>
                                              <p:spTgt spid="70"/>
                                            </p:tgtEl>
                                            <p:attrNameLst>
                                              <p:attrName>ppt_h</p:attrName>
                                            </p:attrNameLst>
                                          </p:cBhvr>
                                          <p:tavLst>
                                            <p:tav tm="0">
                                              <p:val>
                                                <p:fltVal val="0"/>
                                              </p:val>
                                            </p:tav>
                                            <p:tav tm="100000">
                                              <p:val>
                                                <p:strVal val="#ppt_h"/>
                                              </p:val>
                                            </p:tav>
                                          </p:tavLst>
                                        </p:anim>
                                        <p:animEffect transition="in" filter="fade">
                                          <p:cBhvr>
                                            <p:cTn id="42" dur="300"/>
                                            <p:tgtEl>
                                              <p:spTgt spid="70"/>
                                            </p:tgtEl>
                                          </p:cBhvr>
                                        </p:animEffect>
                                      </p:childTnLst>
                                    </p:cTn>
                                  </p:par>
                                  <p:par>
                                    <p:cTn id="43" presetID="6" presetClass="emph" presetSubtype="0" autoRev="1" fill="hold" grpId="1" nodeType="withEffect">
                                      <p:stCondLst>
                                        <p:cond delay="1200"/>
                                      </p:stCondLst>
                                      <p:childTnLst>
                                        <p:animScale>
                                          <p:cBhvr>
                                            <p:cTn id="44" dur="150" fill="hold"/>
                                            <p:tgtEl>
                                              <p:spTgt spid="70"/>
                                            </p:tgtEl>
                                          </p:cBhvr>
                                          <p:by x="110000" y="110000"/>
                                        </p:animScale>
                                      </p:childTnLst>
                                    </p:cTn>
                                  </p:par>
                                  <p:par>
                                    <p:cTn id="45" presetID="53" presetClass="entr" presetSubtype="16" fill="hold" grpId="0" nodeType="withEffect">
                                      <p:stCondLst>
                                        <p:cond delay="900"/>
                                      </p:stCondLst>
                                      <p:childTnLst>
                                        <p:set>
                                          <p:cBhvr>
                                            <p:cTn id="46" dur="1" fill="hold">
                                              <p:stCondLst>
                                                <p:cond delay="0"/>
                                              </p:stCondLst>
                                            </p:cTn>
                                            <p:tgtEl>
                                              <p:spTgt spid="72"/>
                                            </p:tgtEl>
                                            <p:attrNameLst>
                                              <p:attrName>style.visibility</p:attrName>
                                            </p:attrNameLst>
                                          </p:cBhvr>
                                          <p:to>
                                            <p:strVal val="visible"/>
                                          </p:to>
                                        </p:set>
                                        <p:anim calcmode="lin" valueType="num">
                                          <p:cBhvr>
                                            <p:cTn id="47" dur="300" fill="hold"/>
                                            <p:tgtEl>
                                              <p:spTgt spid="72"/>
                                            </p:tgtEl>
                                            <p:attrNameLst>
                                              <p:attrName>ppt_w</p:attrName>
                                            </p:attrNameLst>
                                          </p:cBhvr>
                                          <p:tavLst>
                                            <p:tav tm="0">
                                              <p:val>
                                                <p:fltVal val="0"/>
                                              </p:val>
                                            </p:tav>
                                            <p:tav tm="100000">
                                              <p:val>
                                                <p:strVal val="#ppt_w"/>
                                              </p:val>
                                            </p:tav>
                                          </p:tavLst>
                                        </p:anim>
                                        <p:anim calcmode="lin" valueType="num">
                                          <p:cBhvr>
                                            <p:cTn id="48" dur="300" fill="hold"/>
                                            <p:tgtEl>
                                              <p:spTgt spid="72"/>
                                            </p:tgtEl>
                                            <p:attrNameLst>
                                              <p:attrName>ppt_h</p:attrName>
                                            </p:attrNameLst>
                                          </p:cBhvr>
                                          <p:tavLst>
                                            <p:tav tm="0">
                                              <p:val>
                                                <p:fltVal val="0"/>
                                              </p:val>
                                            </p:tav>
                                            <p:tav tm="100000">
                                              <p:val>
                                                <p:strVal val="#ppt_h"/>
                                              </p:val>
                                            </p:tav>
                                          </p:tavLst>
                                        </p:anim>
                                        <p:animEffect transition="in" filter="fade">
                                          <p:cBhvr>
                                            <p:cTn id="49" dur="300"/>
                                            <p:tgtEl>
                                              <p:spTgt spid="72"/>
                                            </p:tgtEl>
                                          </p:cBhvr>
                                        </p:animEffect>
                                      </p:childTnLst>
                                    </p:cTn>
                                  </p:par>
                                  <p:par>
                                    <p:cTn id="50" presetID="6" presetClass="emph" presetSubtype="0" autoRev="1" fill="hold" grpId="1" nodeType="withEffect">
                                      <p:stCondLst>
                                        <p:cond delay="1200"/>
                                      </p:stCondLst>
                                      <p:childTnLst>
                                        <p:animScale>
                                          <p:cBhvr>
                                            <p:cTn id="51" dur="150" fill="hold"/>
                                            <p:tgtEl>
                                              <p:spTgt spid="72"/>
                                            </p:tgtEl>
                                          </p:cBhvr>
                                          <p:by x="110000" y="110000"/>
                                        </p:animScale>
                                      </p:childTnLst>
                                    </p:cTn>
                                  </p:par>
                                  <p:par>
                                    <p:cTn id="52" presetID="53" presetClass="entr" presetSubtype="16" fill="hold" grpId="0" nodeType="withEffect">
                                      <p:stCondLst>
                                        <p:cond delay="900"/>
                                      </p:stCondLst>
                                      <p:childTnLst>
                                        <p:set>
                                          <p:cBhvr>
                                            <p:cTn id="53" dur="1" fill="hold">
                                              <p:stCondLst>
                                                <p:cond delay="0"/>
                                              </p:stCondLst>
                                            </p:cTn>
                                            <p:tgtEl>
                                              <p:spTgt spid="71"/>
                                            </p:tgtEl>
                                            <p:attrNameLst>
                                              <p:attrName>style.visibility</p:attrName>
                                            </p:attrNameLst>
                                          </p:cBhvr>
                                          <p:to>
                                            <p:strVal val="visible"/>
                                          </p:to>
                                        </p:set>
                                        <p:anim calcmode="lin" valueType="num">
                                          <p:cBhvr>
                                            <p:cTn id="54" dur="300" fill="hold"/>
                                            <p:tgtEl>
                                              <p:spTgt spid="71"/>
                                            </p:tgtEl>
                                            <p:attrNameLst>
                                              <p:attrName>ppt_w</p:attrName>
                                            </p:attrNameLst>
                                          </p:cBhvr>
                                          <p:tavLst>
                                            <p:tav tm="0">
                                              <p:val>
                                                <p:fltVal val="0"/>
                                              </p:val>
                                            </p:tav>
                                            <p:tav tm="100000">
                                              <p:val>
                                                <p:strVal val="#ppt_w"/>
                                              </p:val>
                                            </p:tav>
                                          </p:tavLst>
                                        </p:anim>
                                        <p:anim calcmode="lin" valueType="num">
                                          <p:cBhvr>
                                            <p:cTn id="55" dur="300" fill="hold"/>
                                            <p:tgtEl>
                                              <p:spTgt spid="71"/>
                                            </p:tgtEl>
                                            <p:attrNameLst>
                                              <p:attrName>ppt_h</p:attrName>
                                            </p:attrNameLst>
                                          </p:cBhvr>
                                          <p:tavLst>
                                            <p:tav tm="0">
                                              <p:val>
                                                <p:fltVal val="0"/>
                                              </p:val>
                                            </p:tav>
                                            <p:tav tm="100000">
                                              <p:val>
                                                <p:strVal val="#ppt_h"/>
                                              </p:val>
                                            </p:tav>
                                          </p:tavLst>
                                        </p:anim>
                                        <p:animEffect transition="in" filter="fade">
                                          <p:cBhvr>
                                            <p:cTn id="56" dur="300"/>
                                            <p:tgtEl>
                                              <p:spTgt spid="71"/>
                                            </p:tgtEl>
                                          </p:cBhvr>
                                        </p:animEffect>
                                      </p:childTnLst>
                                    </p:cTn>
                                  </p:par>
                                  <p:par>
                                    <p:cTn id="57" presetID="6" presetClass="emph" presetSubtype="0" autoRev="1" fill="hold" grpId="1" nodeType="withEffect">
                                      <p:stCondLst>
                                        <p:cond delay="1200"/>
                                      </p:stCondLst>
                                      <p:childTnLst>
                                        <p:animScale>
                                          <p:cBhvr>
                                            <p:cTn id="58" dur="150" fill="hold"/>
                                            <p:tgtEl>
                                              <p:spTgt spid="71"/>
                                            </p:tgtEl>
                                          </p:cBhvr>
                                          <p:by x="110000" y="110000"/>
                                        </p:animScale>
                                      </p:childTnLst>
                                    </p:cTn>
                                  </p:par>
                                  <p:par>
                                    <p:cTn id="59" presetID="22" presetClass="entr" presetSubtype="2" fill="hold" grpId="0" nodeType="withEffect">
                                      <p:stCondLst>
                                        <p:cond delay="1200"/>
                                      </p:stCondLst>
                                      <p:childTnLst>
                                        <p:set>
                                          <p:cBhvr>
                                            <p:cTn id="60" dur="1" fill="hold">
                                              <p:stCondLst>
                                                <p:cond delay="0"/>
                                              </p:stCondLst>
                                            </p:cTn>
                                            <p:tgtEl>
                                              <p:spTgt spid="38"/>
                                            </p:tgtEl>
                                            <p:attrNameLst>
                                              <p:attrName>style.visibility</p:attrName>
                                            </p:attrNameLst>
                                          </p:cBhvr>
                                          <p:to>
                                            <p:strVal val="visible"/>
                                          </p:to>
                                        </p:set>
                                        <p:animEffect transition="in" filter="wipe(right)">
                                          <p:cBhvr>
                                            <p:cTn id="61" dur="500"/>
                                            <p:tgtEl>
                                              <p:spTgt spid="38"/>
                                            </p:tgtEl>
                                          </p:cBhvr>
                                        </p:animEffect>
                                      </p:childTnLst>
                                    </p:cTn>
                                  </p:par>
                                  <p:par>
                                    <p:cTn id="62" presetID="2" presetClass="entr" presetSubtype="8" fill="hold" grpId="0" nodeType="withEffect">
                                      <p:stCondLst>
                                        <p:cond delay="1700"/>
                                      </p:stCondLst>
                                      <p:childTnLst>
                                        <p:set>
                                          <p:cBhvr>
                                            <p:cTn id="63" dur="1" fill="hold">
                                              <p:stCondLst>
                                                <p:cond delay="0"/>
                                              </p:stCondLst>
                                            </p:cTn>
                                            <p:tgtEl>
                                              <p:spTgt spid="81"/>
                                            </p:tgtEl>
                                            <p:attrNameLst>
                                              <p:attrName>style.visibility</p:attrName>
                                            </p:attrNameLst>
                                          </p:cBhvr>
                                          <p:to>
                                            <p:strVal val="visible"/>
                                          </p:to>
                                        </p:set>
                                        <p:anim calcmode="lin" valueType="num">
                                          <p:cBhvr additive="base">
                                            <p:cTn id="64" dur="500" fill="hold"/>
                                            <p:tgtEl>
                                              <p:spTgt spid="81"/>
                                            </p:tgtEl>
                                            <p:attrNameLst>
                                              <p:attrName>ppt_x</p:attrName>
                                            </p:attrNameLst>
                                          </p:cBhvr>
                                          <p:tavLst>
                                            <p:tav tm="0">
                                              <p:val>
                                                <p:strVal val="0-#ppt_w/2"/>
                                              </p:val>
                                            </p:tav>
                                            <p:tav tm="100000">
                                              <p:val>
                                                <p:strVal val="#ppt_x"/>
                                              </p:val>
                                            </p:tav>
                                          </p:tavLst>
                                        </p:anim>
                                        <p:anim calcmode="lin" valueType="num">
                                          <p:cBhvr additive="base">
                                            <p:cTn id="65" dur="500" fill="hold"/>
                                            <p:tgtEl>
                                              <p:spTgt spid="81"/>
                                            </p:tgtEl>
                                            <p:attrNameLst>
                                              <p:attrName>ppt_y</p:attrName>
                                            </p:attrNameLst>
                                          </p:cBhvr>
                                          <p:tavLst>
                                            <p:tav tm="0">
                                              <p:val>
                                                <p:strVal val="#ppt_y"/>
                                              </p:val>
                                            </p:tav>
                                            <p:tav tm="100000">
                                              <p:val>
                                                <p:strVal val="#ppt_y"/>
                                              </p:val>
                                            </p:tav>
                                          </p:tavLst>
                                        </p:anim>
                                      </p:childTnLst>
                                    </p:cTn>
                                  </p:par>
                                  <p:par>
                                    <p:cTn id="66" presetID="55" presetClass="entr" presetSubtype="0" fill="hold" grpId="0" nodeType="withEffect">
                                      <p:stCondLst>
                                        <p:cond delay="2000"/>
                                      </p:stCondLst>
                                      <p:childTnLst>
                                        <p:set>
                                          <p:cBhvr>
                                            <p:cTn id="67" dur="1" fill="hold">
                                              <p:stCondLst>
                                                <p:cond delay="0"/>
                                              </p:stCondLst>
                                            </p:cTn>
                                            <p:tgtEl>
                                              <p:spTgt spid="80"/>
                                            </p:tgtEl>
                                            <p:attrNameLst>
                                              <p:attrName>style.visibility</p:attrName>
                                            </p:attrNameLst>
                                          </p:cBhvr>
                                          <p:to>
                                            <p:strVal val="visible"/>
                                          </p:to>
                                        </p:set>
                                        <p:anim calcmode="lin" valueType="num">
                                          <p:cBhvr>
                                            <p:cTn id="68" dur="500" fill="hold"/>
                                            <p:tgtEl>
                                              <p:spTgt spid="80"/>
                                            </p:tgtEl>
                                            <p:attrNameLst>
                                              <p:attrName>ppt_w</p:attrName>
                                            </p:attrNameLst>
                                          </p:cBhvr>
                                          <p:tavLst>
                                            <p:tav tm="0">
                                              <p:val>
                                                <p:strVal val="#ppt_w*0.70"/>
                                              </p:val>
                                            </p:tav>
                                            <p:tav tm="100000">
                                              <p:val>
                                                <p:strVal val="#ppt_w"/>
                                              </p:val>
                                            </p:tav>
                                          </p:tavLst>
                                        </p:anim>
                                        <p:anim calcmode="lin" valueType="num">
                                          <p:cBhvr>
                                            <p:cTn id="69" dur="500" fill="hold"/>
                                            <p:tgtEl>
                                              <p:spTgt spid="80"/>
                                            </p:tgtEl>
                                            <p:attrNameLst>
                                              <p:attrName>ppt_h</p:attrName>
                                            </p:attrNameLst>
                                          </p:cBhvr>
                                          <p:tavLst>
                                            <p:tav tm="0">
                                              <p:val>
                                                <p:strVal val="#ppt_h"/>
                                              </p:val>
                                            </p:tav>
                                            <p:tav tm="100000">
                                              <p:val>
                                                <p:strVal val="#ppt_h"/>
                                              </p:val>
                                            </p:tav>
                                          </p:tavLst>
                                        </p:anim>
                                        <p:animEffect transition="in" filter="fade">
                                          <p:cBhvr>
                                            <p:cTn id="70" dur="500"/>
                                            <p:tgtEl>
                                              <p:spTgt spid="80"/>
                                            </p:tgtEl>
                                          </p:cBhvr>
                                        </p:animEffect>
                                      </p:childTnLst>
                                    </p:cTn>
                                  </p:par>
                                  <p:par>
                                    <p:cTn id="71" presetID="22" presetClass="entr" presetSubtype="8" fill="hold" grpId="0" nodeType="withEffect">
                                      <p:stCondLst>
                                        <p:cond delay="1200"/>
                                      </p:stCondLst>
                                      <p:childTnLst>
                                        <p:set>
                                          <p:cBhvr>
                                            <p:cTn id="72" dur="1" fill="hold">
                                              <p:stCondLst>
                                                <p:cond delay="0"/>
                                              </p:stCondLst>
                                            </p:cTn>
                                            <p:tgtEl>
                                              <p:spTgt spid="74"/>
                                            </p:tgtEl>
                                            <p:attrNameLst>
                                              <p:attrName>style.visibility</p:attrName>
                                            </p:attrNameLst>
                                          </p:cBhvr>
                                          <p:to>
                                            <p:strVal val="visible"/>
                                          </p:to>
                                        </p:set>
                                        <p:animEffect transition="in" filter="wipe(left)">
                                          <p:cBhvr>
                                            <p:cTn id="73" dur="500"/>
                                            <p:tgtEl>
                                              <p:spTgt spid="74"/>
                                            </p:tgtEl>
                                          </p:cBhvr>
                                        </p:animEffect>
                                      </p:childTnLst>
                                    </p:cTn>
                                  </p:par>
                                  <p:par>
                                    <p:cTn id="74" presetID="2" presetClass="entr" presetSubtype="2" fill="hold" grpId="0" nodeType="withEffect">
                                      <p:stCondLst>
                                        <p:cond delay="1700"/>
                                      </p:stCondLst>
                                      <p:childTnLst>
                                        <p:set>
                                          <p:cBhvr>
                                            <p:cTn id="75" dur="1" fill="hold">
                                              <p:stCondLst>
                                                <p:cond delay="0"/>
                                              </p:stCondLst>
                                            </p:cTn>
                                            <p:tgtEl>
                                              <p:spTgt spid="77"/>
                                            </p:tgtEl>
                                            <p:attrNameLst>
                                              <p:attrName>style.visibility</p:attrName>
                                            </p:attrNameLst>
                                          </p:cBhvr>
                                          <p:to>
                                            <p:strVal val="visible"/>
                                          </p:to>
                                        </p:set>
                                        <p:anim calcmode="lin" valueType="num">
                                          <p:cBhvr additive="base">
                                            <p:cTn id="76" dur="500" fill="hold"/>
                                            <p:tgtEl>
                                              <p:spTgt spid="77"/>
                                            </p:tgtEl>
                                            <p:attrNameLst>
                                              <p:attrName>ppt_x</p:attrName>
                                            </p:attrNameLst>
                                          </p:cBhvr>
                                          <p:tavLst>
                                            <p:tav tm="0">
                                              <p:val>
                                                <p:strVal val="1+#ppt_w/2"/>
                                              </p:val>
                                            </p:tav>
                                            <p:tav tm="100000">
                                              <p:val>
                                                <p:strVal val="#ppt_x"/>
                                              </p:val>
                                            </p:tav>
                                          </p:tavLst>
                                        </p:anim>
                                        <p:anim calcmode="lin" valueType="num">
                                          <p:cBhvr additive="base">
                                            <p:cTn id="77" dur="500" fill="hold"/>
                                            <p:tgtEl>
                                              <p:spTgt spid="77"/>
                                            </p:tgtEl>
                                            <p:attrNameLst>
                                              <p:attrName>ppt_y</p:attrName>
                                            </p:attrNameLst>
                                          </p:cBhvr>
                                          <p:tavLst>
                                            <p:tav tm="0">
                                              <p:val>
                                                <p:strVal val="#ppt_y"/>
                                              </p:val>
                                            </p:tav>
                                            <p:tav tm="100000">
                                              <p:val>
                                                <p:strVal val="#ppt_y"/>
                                              </p:val>
                                            </p:tav>
                                          </p:tavLst>
                                        </p:anim>
                                      </p:childTnLst>
                                    </p:cTn>
                                  </p:par>
                                  <p:par>
                                    <p:cTn id="78" presetID="55" presetClass="entr" presetSubtype="0" fill="hold" grpId="0" nodeType="withEffect">
                                      <p:stCondLst>
                                        <p:cond delay="2000"/>
                                      </p:stCondLst>
                                      <p:childTnLst>
                                        <p:set>
                                          <p:cBhvr>
                                            <p:cTn id="79" dur="1" fill="hold">
                                              <p:stCondLst>
                                                <p:cond delay="0"/>
                                              </p:stCondLst>
                                            </p:cTn>
                                            <p:tgtEl>
                                              <p:spTgt spid="76"/>
                                            </p:tgtEl>
                                            <p:attrNameLst>
                                              <p:attrName>style.visibility</p:attrName>
                                            </p:attrNameLst>
                                          </p:cBhvr>
                                          <p:to>
                                            <p:strVal val="visible"/>
                                          </p:to>
                                        </p:set>
                                        <p:anim calcmode="lin" valueType="num">
                                          <p:cBhvr>
                                            <p:cTn id="80" dur="500" fill="hold"/>
                                            <p:tgtEl>
                                              <p:spTgt spid="76"/>
                                            </p:tgtEl>
                                            <p:attrNameLst>
                                              <p:attrName>ppt_w</p:attrName>
                                            </p:attrNameLst>
                                          </p:cBhvr>
                                          <p:tavLst>
                                            <p:tav tm="0">
                                              <p:val>
                                                <p:strVal val="#ppt_w*0.70"/>
                                              </p:val>
                                            </p:tav>
                                            <p:tav tm="100000">
                                              <p:val>
                                                <p:strVal val="#ppt_w"/>
                                              </p:val>
                                            </p:tav>
                                          </p:tavLst>
                                        </p:anim>
                                        <p:anim calcmode="lin" valueType="num">
                                          <p:cBhvr>
                                            <p:cTn id="81" dur="500" fill="hold"/>
                                            <p:tgtEl>
                                              <p:spTgt spid="76"/>
                                            </p:tgtEl>
                                            <p:attrNameLst>
                                              <p:attrName>ppt_h</p:attrName>
                                            </p:attrNameLst>
                                          </p:cBhvr>
                                          <p:tavLst>
                                            <p:tav tm="0">
                                              <p:val>
                                                <p:strVal val="#ppt_h"/>
                                              </p:val>
                                            </p:tav>
                                            <p:tav tm="100000">
                                              <p:val>
                                                <p:strVal val="#ppt_h"/>
                                              </p:val>
                                            </p:tav>
                                          </p:tavLst>
                                        </p:anim>
                                        <p:animEffect transition="in" filter="fade">
                                          <p:cBhvr>
                                            <p:cTn id="82" dur="500"/>
                                            <p:tgtEl>
                                              <p:spTgt spid="76"/>
                                            </p:tgtEl>
                                          </p:cBhvr>
                                        </p:animEffect>
                                      </p:childTnLst>
                                    </p:cTn>
                                  </p:par>
                                  <p:par>
                                    <p:cTn id="83" presetID="22" presetClass="entr" presetSubtype="2" fill="hold" grpId="0" nodeType="withEffect">
                                      <p:stCondLst>
                                        <p:cond delay="1200"/>
                                      </p:stCondLst>
                                      <p:childTnLst>
                                        <p:set>
                                          <p:cBhvr>
                                            <p:cTn id="84" dur="1" fill="hold">
                                              <p:stCondLst>
                                                <p:cond delay="0"/>
                                              </p:stCondLst>
                                            </p:cTn>
                                            <p:tgtEl>
                                              <p:spTgt spid="39"/>
                                            </p:tgtEl>
                                            <p:attrNameLst>
                                              <p:attrName>style.visibility</p:attrName>
                                            </p:attrNameLst>
                                          </p:cBhvr>
                                          <p:to>
                                            <p:strVal val="visible"/>
                                          </p:to>
                                        </p:set>
                                        <p:animEffect transition="in" filter="wipe(right)">
                                          <p:cBhvr>
                                            <p:cTn id="85" dur="500"/>
                                            <p:tgtEl>
                                              <p:spTgt spid="39"/>
                                            </p:tgtEl>
                                          </p:cBhvr>
                                        </p:animEffect>
                                      </p:childTnLst>
                                    </p:cTn>
                                  </p:par>
                                  <p:par>
                                    <p:cTn id="86" presetID="2" presetClass="entr" presetSubtype="8" fill="hold" grpId="0" nodeType="withEffect">
                                      <p:stCondLst>
                                        <p:cond delay="1700"/>
                                      </p:stCondLst>
                                      <p:childTnLst>
                                        <p:set>
                                          <p:cBhvr>
                                            <p:cTn id="87" dur="1" fill="hold">
                                              <p:stCondLst>
                                                <p:cond delay="0"/>
                                              </p:stCondLst>
                                            </p:cTn>
                                            <p:tgtEl>
                                              <p:spTgt spid="83"/>
                                            </p:tgtEl>
                                            <p:attrNameLst>
                                              <p:attrName>style.visibility</p:attrName>
                                            </p:attrNameLst>
                                          </p:cBhvr>
                                          <p:to>
                                            <p:strVal val="visible"/>
                                          </p:to>
                                        </p:set>
                                        <p:anim calcmode="lin" valueType="num">
                                          <p:cBhvr additive="base">
                                            <p:cTn id="88" dur="500" fill="hold"/>
                                            <p:tgtEl>
                                              <p:spTgt spid="83"/>
                                            </p:tgtEl>
                                            <p:attrNameLst>
                                              <p:attrName>ppt_x</p:attrName>
                                            </p:attrNameLst>
                                          </p:cBhvr>
                                          <p:tavLst>
                                            <p:tav tm="0">
                                              <p:val>
                                                <p:strVal val="0-#ppt_w/2"/>
                                              </p:val>
                                            </p:tav>
                                            <p:tav tm="100000">
                                              <p:val>
                                                <p:strVal val="#ppt_x"/>
                                              </p:val>
                                            </p:tav>
                                          </p:tavLst>
                                        </p:anim>
                                        <p:anim calcmode="lin" valueType="num">
                                          <p:cBhvr additive="base">
                                            <p:cTn id="89" dur="500" fill="hold"/>
                                            <p:tgtEl>
                                              <p:spTgt spid="83"/>
                                            </p:tgtEl>
                                            <p:attrNameLst>
                                              <p:attrName>ppt_y</p:attrName>
                                            </p:attrNameLst>
                                          </p:cBhvr>
                                          <p:tavLst>
                                            <p:tav tm="0">
                                              <p:val>
                                                <p:strVal val="#ppt_y"/>
                                              </p:val>
                                            </p:tav>
                                            <p:tav tm="100000">
                                              <p:val>
                                                <p:strVal val="#ppt_y"/>
                                              </p:val>
                                            </p:tav>
                                          </p:tavLst>
                                        </p:anim>
                                      </p:childTnLst>
                                    </p:cTn>
                                  </p:par>
                                  <p:par>
                                    <p:cTn id="90" presetID="55" presetClass="entr" presetSubtype="0" fill="hold" grpId="0" nodeType="withEffect">
                                      <p:stCondLst>
                                        <p:cond delay="2000"/>
                                      </p:stCondLst>
                                      <p:childTnLst>
                                        <p:set>
                                          <p:cBhvr>
                                            <p:cTn id="91" dur="1" fill="hold">
                                              <p:stCondLst>
                                                <p:cond delay="0"/>
                                              </p:stCondLst>
                                            </p:cTn>
                                            <p:tgtEl>
                                              <p:spTgt spid="82"/>
                                            </p:tgtEl>
                                            <p:attrNameLst>
                                              <p:attrName>style.visibility</p:attrName>
                                            </p:attrNameLst>
                                          </p:cBhvr>
                                          <p:to>
                                            <p:strVal val="visible"/>
                                          </p:to>
                                        </p:set>
                                        <p:anim calcmode="lin" valueType="num">
                                          <p:cBhvr>
                                            <p:cTn id="92" dur="500" fill="hold"/>
                                            <p:tgtEl>
                                              <p:spTgt spid="82"/>
                                            </p:tgtEl>
                                            <p:attrNameLst>
                                              <p:attrName>ppt_w</p:attrName>
                                            </p:attrNameLst>
                                          </p:cBhvr>
                                          <p:tavLst>
                                            <p:tav tm="0">
                                              <p:val>
                                                <p:strVal val="#ppt_w*0.70"/>
                                              </p:val>
                                            </p:tav>
                                            <p:tav tm="100000">
                                              <p:val>
                                                <p:strVal val="#ppt_w"/>
                                              </p:val>
                                            </p:tav>
                                          </p:tavLst>
                                        </p:anim>
                                        <p:anim calcmode="lin" valueType="num">
                                          <p:cBhvr>
                                            <p:cTn id="93" dur="500" fill="hold"/>
                                            <p:tgtEl>
                                              <p:spTgt spid="82"/>
                                            </p:tgtEl>
                                            <p:attrNameLst>
                                              <p:attrName>ppt_h</p:attrName>
                                            </p:attrNameLst>
                                          </p:cBhvr>
                                          <p:tavLst>
                                            <p:tav tm="0">
                                              <p:val>
                                                <p:strVal val="#ppt_h"/>
                                              </p:val>
                                            </p:tav>
                                            <p:tav tm="100000">
                                              <p:val>
                                                <p:strVal val="#ppt_h"/>
                                              </p:val>
                                            </p:tav>
                                          </p:tavLst>
                                        </p:anim>
                                        <p:animEffect transition="in" filter="fade">
                                          <p:cBhvr>
                                            <p:cTn id="94" dur="500"/>
                                            <p:tgtEl>
                                              <p:spTgt spid="82"/>
                                            </p:tgtEl>
                                          </p:cBhvr>
                                        </p:animEffect>
                                      </p:childTnLst>
                                    </p:cTn>
                                  </p:par>
                                  <p:par>
                                    <p:cTn id="95" presetID="22" presetClass="entr" presetSubtype="8" fill="hold" grpId="0" nodeType="withEffect">
                                      <p:stCondLst>
                                        <p:cond delay="1200"/>
                                      </p:stCondLst>
                                      <p:childTnLst>
                                        <p:set>
                                          <p:cBhvr>
                                            <p:cTn id="96" dur="1" fill="hold">
                                              <p:stCondLst>
                                                <p:cond delay="0"/>
                                              </p:stCondLst>
                                            </p:cTn>
                                            <p:tgtEl>
                                              <p:spTgt spid="75"/>
                                            </p:tgtEl>
                                            <p:attrNameLst>
                                              <p:attrName>style.visibility</p:attrName>
                                            </p:attrNameLst>
                                          </p:cBhvr>
                                          <p:to>
                                            <p:strVal val="visible"/>
                                          </p:to>
                                        </p:set>
                                        <p:animEffect transition="in" filter="wipe(left)">
                                          <p:cBhvr>
                                            <p:cTn id="97" dur="500"/>
                                            <p:tgtEl>
                                              <p:spTgt spid="75"/>
                                            </p:tgtEl>
                                          </p:cBhvr>
                                        </p:animEffect>
                                      </p:childTnLst>
                                    </p:cTn>
                                  </p:par>
                                  <p:par>
                                    <p:cTn id="98" presetID="2" presetClass="entr" presetSubtype="2" fill="hold" grpId="0" nodeType="withEffect">
                                      <p:stCondLst>
                                        <p:cond delay="1700"/>
                                      </p:stCondLst>
                                      <p:childTnLst>
                                        <p:set>
                                          <p:cBhvr>
                                            <p:cTn id="99" dur="1" fill="hold">
                                              <p:stCondLst>
                                                <p:cond delay="0"/>
                                              </p:stCondLst>
                                            </p:cTn>
                                            <p:tgtEl>
                                              <p:spTgt spid="79"/>
                                            </p:tgtEl>
                                            <p:attrNameLst>
                                              <p:attrName>style.visibility</p:attrName>
                                            </p:attrNameLst>
                                          </p:cBhvr>
                                          <p:to>
                                            <p:strVal val="visible"/>
                                          </p:to>
                                        </p:set>
                                        <p:anim calcmode="lin" valueType="num">
                                          <p:cBhvr additive="base">
                                            <p:cTn id="100" dur="500" fill="hold"/>
                                            <p:tgtEl>
                                              <p:spTgt spid="79"/>
                                            </p:tgtEl>
                                            <p:attrNameLst>
                                              <p:attrName>ppt_x</p:attrName>
                                            </p:attrNameLst>
                                          </p:cBhvr>
                                          <p:tavLst>
                                            <p:tav tm="0">
                                              <p:val>
                                                <p:strVal val="1+#ppt_w/2"/>
                                              </p:val>
                                            </p:tav>
                                            <p:tav tm="100000">
                                              <p:val>
                                                <p:strVal val="#ppt_x"/>
                                              </p:val>
                                            </p:tav>
                                          </p:tavLst>
                                        </p:anim>
                                        <p:anim calcmode="lin" valueType="num">
                                          <p:cBhvr additive="base">
                                            <p:cTn id="101" dur="500" fill="hold"/>
                                            <p:tgtEl>
                                              <p:spTgt spid="79"/>
                                            </p:tgtEl>
                                            <p:attrNameLst>
                                              <p:attrName>ppt_y</p:attrName>
                                            </p:attrNameLst>
                                          </p:cBhvr>
                                          <p:tavLst>
                                            <p:tav tm="0">
                                              <p:val>
                                                <p:strVal val="#ppt_y"/>
                                              </p:val>
                                            </p:tav>
                                            <p:tav tm="100000">
                                              <p:val>
                                                <p:strVal val="#ppt_y"/>
                                              </p:val>
                                            </p:tav>
                                          </p:tavLst>
                                        </p:anim>
                                      </p:childTnLst>
                                    </p:cTn>
                                  </p:par>
                                  <p:par>
                                    <p:cTn id="102" presetID="55" presetClass="entr" presetSubtype="0" fill="hold" grpId="0" nodeType="withEffect">
                                      <p:stCondLst>
                                        <p:cond delay="2000"/>
                                      </p:stCondLst>
                                      <p:childTnLst>
                                        <p:set>
                                          <p:cBhvr>
                                            <p:cTn id="103" dur="1" fill="hold">
                                              <p:stCondLst>
                                                <p:cond delay="0"/>
                                              </p:stCondLst>
                                            </p:cTn>
                                            <p:tgtEl>
                                              <p:spTgt spid="78"/>
                                            </p:tgtEl>
                                            <p:attrNameLst>
                                              <p:attrName>style.visibility</p:attrName>
                                            </p:attrNameLst>
                                          </p:cBhvr>
                                          <p:to>
                                            <p:strVal val="visible"/>
                                          </p:to>
                                        </p:set>
                                        <p:anim calcmode="lin" valueType="num">
                                          <p:cBhvr>
                                            <p:cTn id="104" dur="500" fill="hold"/>
                                            <p:tgtEl>
                                              <p:spTgt spid="78"/>
                                            </p:tgtEl>
                                            <p:attrNameLst>
                                              <p:attrName>ppt_w</p:attrName>
                                            </p:attrNameLst>
                                          </p:cBhvr>
                                          <p:tavLst>
                                            <p:tav tm="0">
                                              <p:val>
                                                <p:strVal val="#ppt_w*0.70"/>
                                              </p:val>
                                            </p:tav>
                                            <p:tav tm="100000">
                                              <p:val>
                                                <p:strVal val="#ppt_w"/>
                                              </p:val>
                                            </p:tav>
                                          </p:tavLst>
                                        </p:anim>
                                        <p:anim calcmode="lin" valueType="num">
                                          <p:cBhvr>
                                            <p:cTn id="105" dur="500" fill="hold"/>
                                            <p:tgtEl>
                                              <p:spTgt spid="78"/>
                                            </p:tgtEl>
                                            <p:attrNameLst>
                                              <p:attrName>ppt_h</p:attrName>
                                            </p:attrNameLst>
                                          </p:cBhvr>
                                          <p:tavLst>
                                            <p:tav tm="0">
                                              <p:val>
                                                <p:strVal val="#ppt_h"/>
                                              </p:val>
                                            </p:tav>
                                            <p:tav tm="100000">
                                              <p:val>
                                                <p:strVal val="#ppt_h"/>
                                              </p:val>
                                            </p:tav>
                                          </p:tavLst>
                                        </p:anim>
                                        <p:animEffect transition="in" filter="fade">
                                          <p:cBhvr>
                                            <p:cTn id="106" dur="500"/>
                                            <p:tgtEl>
                                              <p:spTgt spid="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P spid="39" grpId="0" animBg="1"/>
          <p:bldP spid="40" grpId="0" animBg="1"/>
          <p:bldP spid="40" grpId="1" animBg="1"/>
          <p:bldP spid="69" grpId="0"/>
          <p:bldP spid="69" grpId="1"/>
          <p:bldP spid="70" grpId="0"/>
          <p:bldP spid="70" grpId="1"/>
          <p:bldP spid="71" grpId="0"/>
          <p:bldP spid="71" grpId="1"/>
          <p:bldP spid="72" grpId="0"/>
          <p:bldP spid="72" grpId="1"/>
          <p:bldP spid="73" grpId="0"/>
          <p:bldP spid="73" grpId="1"/>
          <p:bldP spid="74" grpId="0" animBg="1"/>
          <p:bldP spid="75" grpId="0" animBg="1"/>
          <p:bldP spid="76" grpId="0"/>
          <p:bldP spid="77" grpId="0" animBg="1"/>
          <p:bldP spid="78" grpId="0"/>
          <p:bldP spid="79" grpId="0" animBg="1"/>
          <p:bldP spid="80" grpId="0"/>
          <p:bldP spid="81" grpId="0" animBg="1"/>
          <p:bldP spid="82" grpId="0"/>
          <p:bldP spid="83" grpId="0" animBg="1"/>
        </p:bldLst>
      </p:timing>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0" y="1977864"/>
            <a:ext cx="390525" cy="1174750"/>
            <a:chOff x="0" y="1977864"/>
            <a:chExt cx="390525" cy="1174750"/>
          </a:xfrm>
          <a:solidFill>
            <a:schemeClr val="bg1"/>
          </a:solidFill>
        </p:grpSpPr>
        <p:cxnSp>
          <p:nvCxnSpPr>
            <p:cNvPr id="3" name="直接连接符 2"/>
            <p:cNvCxnSpPr/>
            <p:nvPr/>
          </p:nvCxnSpPr>
          <p:spPr>
            <a:xfrm flipH="1">
              <a:off x="0" y="2368389"/>
              <a:ext cx="390525" cy="0"/>
            </a:xfrm>
            <a:prstGeom prst="line">
              <a:avLst/>
            </a:prstGeom>
            <a:grpFill/>
            <a:ln w="6350">
              <a:solidFill>
                <a:srgbClr val="62768C"/>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flipH="1">
              <a:off x="0" y="1977864"/>
              <a:ext cx="390525" cy="0"/>
            </a:xfrm>
            <a:prstGeom prst="line">
              <a:avLst/>
            </a:prstGeom>
            <a:grpFill/>
            <a:ln w="6350">
              <a:solidFill>
                <a:srgbClr val="62768C"/>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H="1">
              <a:off x="0" y="2762089"/>
              <a:ext cx="390525" cy="0"/>
            </a:xfrm>
            <a:prstGeom prst="line">
              <a:avLst/>
            </a:prstGeom>
            <a:grpFill/>
            <a:ln w="6350">
              <a:solidFill>
                <a:srgbClr val="62768C"/>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flipH="1">
              <a:off x="0" y="3152614"/>
              <a:ext cx="390525" cy="0"/>
            </a:xfrm>
            <a:prstGeom prst="line">
              <a:avLst/>
            </a:prstGeom>
            <a:grpFill/>
            <a:ln w="6350">
              <a:solidFill>
                <a:srgbClr val="62768C"/>
              </a:solidFill>
            </a:ln>
          </p:spPr>
          <p:style>
            <a:lnRef idx="1">
              <a:schemeClr val="accent1"/>
            </a:lnRef>
            <a:fillRef idx="0">
              <a:schemeClr val="accent1"/>
            </a:fillRef>
            <a:effectRef idx="0">
              <a:schemeClr val="accent1"/>
            </a:effectRef>
            <a:fontRef idx="minor">
              <a:schemeClr val="tx1"/>
            </a:fontRef>
          </p:style>
        </p:cxnSp>
      </p:grpSp>
      <p:grpSp>
        <p:nvGrpSpPr>
          <p:cNvPr id="33" name="组合 32"/>
          <p:cNvGrpSpPr/>
          <p:nvPr/>
        </p:nvGrpSpPr>
        <p:grpSpPr>
          <a:xfrm>
            <a:off x="8632482" y="346839"/>
            <a:ext cx="156623" cy="156623"/>
            <a:chOff x="8689063" y="2493438"/>
            <a:chExt cx="156623" cy="156623"/>
          </a:xfrm>
        </p:grpSpPr>
        <p:sp>
          <p:nvSpPr>
            <p:cNvPr id="26" name="矩形 25"/>
            <p:cNvSpPr/>
            <p:nvPr/>
          </p:nvSpPr>
          <p:spPr>
            <a:xfrm>
              <a:off x="8689063" y="2493438"/>
              <a:ext cx="156623" cy="156623"/>
            </a:xfrm>
            <a:prstGeom prst="rect">
              <a:avLst/>
            </a:prstGeom>
            <a:solidFill>
              <a:srgbClr val="586B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任意多边形 30"/>
            <p:cNvSpPr/>
            <p:nvPr/>
          </p:nvSpPr>
          <p:spPr>
            <a:xfrm rot="10800000">
              <a:off x="8737889" y="2531868"/>
              <a:ext cx="58967" cy="79764"/>
            </a:xfrm>
            <a:custGeom>
              <a:avLst/>
              <a:gdLst>
                <a:gd name="connsiteX0" fmla="*/ 0 w 78581"/>
                <a:gd name="connsiteY0" fmla="*/ 0 h 152400"/>
                <a:gd name="connsiteX1" fmla="*/ 78581 w 78581"/>
                <a:gd name="connsiteY1" fmla="*/ 78581 h 152400"/>
                <a:gd name="connsiteX2" fmla="*/ 4762 w 78581"/>
                <a:gd name="connsiteY2" fmla="*/ 152400 h 152400"/>
              </a:gdLst>
              <a:ahLst/>
              <a:cxnLst>
                <a:cxn ang="0">
                  <a:pos x="connsiteX0" y="connsiteY0"/>
                </a:cxn>
                <a:cxn ang="0">
                  <a:pos x="connsiteX1" y="connsiteY1"/>
                </a:cxn>
                <a:cxn ang="0">
                  <a:pos x="connsiteX2" y="connsiteY2"/>
                </a:cxn>
              </a:cxnLst>
              <a:rect l="l" t="t" r="r" b="b"/>
              <a:pathLst>
                <a:path w="78581" h="152400">
                  <a:moveTo>
                    <a:pt x="0" y="0"/>
                  </a:moveTo>
                  <a:lnTo>
                    <a:pt x="78581" y="78581"/>
                  </a:lnTo>
                  <a:lnTo>
                    <a:pt x="4762" y="152400"/>
                  </a:lnTo>
                </a:path>
              </a:pathLst>
            </a:cu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4" name="组合 33"/>
          <p:cNvGrpSpPr/>
          <p:nvPr/>
        </p:nvGrpSpPr>
        <p:grpSpPr>
          <a:xfrm>
            <a:off x="8789105" y="346839"/>
            <a:ext cx="156623" cy="156623"/>
            <a:chOff x="8845686" y="2493438"/>
            <a:chExt cx="156623" cy="156623"/>
          </a:xfrm>
        </p:grpSpPr>
        <p:sp>
          <p:nvSpPr>
            <p:cNvPr id="30" name="矩形 29"/>
            <p:cNvSpPr/>
            <p:nvPr/>
          </p:nvSpPr>
          <p:spPr>
            <a:xfrm>
              <a:off x="8845686" y="2493438"/>
              <a:ext cx="156623" cy="156623"/>
            </a:xfrm>
            <a:prstGeom prst="rect">
              <a:avLst/>
            </a:prstGeom>
            <a:solidFill>
              <a:srgbClr val="37B0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任意多边形 31"/>
            <p:cNvSpPr/>
            <p:nvPr/>
          </p:nvSpPr>
          <p:spPr>
            <a:xfrm>
              <a:off x="8894513" y="2531868"/>
              <a:ext cx="58967" cy="79764"/>
            </a:xfrm>
            <a:custGeom>
              <a:avLst/>
              <a:gdLst>
                <a:gd name="connsiteX0" fmla="*/ 0 w 78581"/>
                <a:gd name="connsiteY0" fmla="*/ 0 h 152400"/>
                <a:gd name="connsiteX1" fmla="*/ 78581 w 78581"/>
                <a:gd name="connsiteY1" fmla="*/ 78581 h 152400"/>
                <a:gd name="connsiteX2" fmla="*/ 4762 w 78581"/>
                <a:gd name="connsiteY2" fmla="*/ 152400 h 152400"/>
              </a:gdLst>
              <a:ahLst/>
              <a:cxnLst>
                <a:cxn ang="0">
                  <a:pos x="connsiteX0" y="connsiteY0"/>
                </a:cxn>
                <a:cxn ang="0">
                  <a:pos x="connsiteX1" y="connsiteY1"/>
                </a:cxn>
                <a:cxn ang="0">
                  <a:pos x="connsiteX2" y="connsiteY2"/>
                </a:cxn>
              </a:cxnLst>
              <a:rect l="l" t="t" r="r" b="b"/>
              <a:pathLst>
                <a:path w="78581" h="152400">
                  <a:moveTo>
                    <a:pt x="0" y="0"/>
                  </a:moveTo>
                  <a:lnTo>
                    <a:pt x="78581" y="78581"/>
                  </a:lnTo>
                  <a:lnTo>
                    <a:pt x="4762" y="152400"/>
                  </a:lnTo>
                </a:path>
              </a:pathLst>
            </a:cu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5" name="矩形 34">
            <a:hlinkClick r:id="" action="ppaction://hlinkshowjump?jump=previousslide"/>
          </p:cNvPr>
          <p:cNvSpPr/>
          <p:nvPr/>
        </p:nvSpPr>
        <p:spPr>
          <a:xfrm>
            <a:off x="8632479" y="340203"/>
            <a:ext cx="156623" cy="166239"/>
          </a:xfrm>
          <a:prstGeom prst="rect">
            <a:avLst/>
          </a:prstGeom>
          <a:solidFill>
            <a:srgbClr val="37B0E8">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35">
            <a:hlinkClick r:id="" action="ppaction://hlinkshowjump?jump=nextslide"/>
          </p:cNvPr>
          <p:cNvSpPr/>
          <p:nvPr/>
        </p:nvSpPr>
        <p:spPr>
          <a:xfrm>
            <a:off x="8789102" y="340203"/>
            <a:ext cx="156623" cy="166239"/>
          </a:xfrm>
          <a:prstGeom prst="rect">
            <a:avLst/>
          </a:prstGeom>
          <a:solidFill>
            <a:srgbClr val="37B0E8">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矩形 36"/>
          <p:cNvSpPr/>
          <p:nvPr/>
        </p:nvSpPr>
        <p:spPr>
          <a:xfrm>
            <a:off x="-1" y="1588788"/>
            <a:ext cx="1280513" cy="390525"/>
          </a:xfrm>
          <a:prstGeom prst="rect">
            <a:avLst/>
          </a:prstGeom>
          <a:solidFill>
            <a:srgbClr val="37B0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Freeform 11"/>
          <p:cNvSpPr>
            <a:spLocks noEditPoints="1"/>
          </p:cNvSpPr>
          <p:nvPr/>
        </p:nvSpPr>
        <p:spPr bwMode="auto">
          <a:xfrm>
            <a:off x="124293" y="2864285"/>
            <a:ext cx="150176" cy="190798"/>
          </a:xfrm>
          <a:custGeom>
            <a:avLst/>
            <a:gdLst>
              <a:gd name="T0" fmla="*/ 104 w 139"/>
              <a:gd name="T1" fmla="*/ 99 h 177"/>
              <a:gd name="T2" fmla="*/ 91 w 139"/>
              <a:gd name="T3" fmla="*/ 160 h 177"/>
              <a:gd name="T4" fmla="*/ 133 w 139"/>
              <a:gd name="T5" fmla="*/ 164 h 177"/>
              <a:gd name="T6" fmla="*/ 133 w 139"/>
              <a:gd name="T7" fmla="*/ 177 h 177"/>
              <a:gd name="T8" fmla="*/ 0 w 139"/>
              <a:gd name="T9" fmla="*/ 170 h 177"/>
              <a:gd name="T10" fmla="*/ 51 w 139"/>
              <a:gd name="T11" fmla="*/ 164 h 177"/>
              <a:gd name="T12" fmla="*/ 81 w 139"/>
              <a:gd name="T13" fmla="*/ 151 h 177"/>
              <a:gd name="T14" fmla="*/ 10 w 139"/>
              <a:gd name="T15" fmla="*/ 147 h 177"/>
              <a:gd name="T16" fmla="*/ 10 w 139"/>
              <a:gd name="T17" fmla="*/ 139 h 177"/>
              <a:gd name="T18" fmla="*/ 94 w 139"/>
              <a:gd name="T19" fmla="*/ 120 h 177"/>
              <a:gd name="T20" fmla="*/ 84 w 139"/>
              <a:gd name="T21" fmla="*/ 92 h 177"/>
              <a:gd name="T22" fmla="*/ 69 w 139"/>
              <a:gd name="T23" fmla="*/ 94 h 177"/>
              <a:gd name="T24" fmla="*/ 53 w 139"/>
              <a:gd name="T25" fmla="*/ 113 h 177"/>
              <a:gd name="T26" fmla="*/ 46 w 139"/>
              <a:gd name="T27" fmla="*/ 117 h 177"/>
              <a:gd name="T28" fmla="*/ 24 w 139"/>
              <a:gd name="T29" fmla="*/ 109 h 177"/>
              <a:gd name="T30" fmla="*/ 26 w 139"/>
              <a:gd name="T31" fmla="*/ 97 h 177"/>
              <a:gd name="T32" fmla="*/ 21 w 139"/>
              <a:gd name="T33" fmla="*/ 89 h 177"/>
              <a:gd name="T34" fmla="*/ 63 w 139"/>
              <a:gd name="T35" fmla="*/ 24 h 177"/>
              <a:gd name="T36" fmla="*/ 67 w 139"/>
              <a:gd name="T37" fmla="*/ 26 h 177"/>
              <a:gd name="T38" fmla="*/ 69 w 139"/>
              <a:gd name="T39" fmla="*/ 14 h 177"/>
              <a:gd name="T40" fmla="*/ 76 w 139"/>
              <a:gd name="T41" fmla="*/ 2 h 177"/>
              <a:gd name="T42" fmla="*/ 109 w 139"/>
              <a:gd name="T43" fmla="*/ 29 h 177"/>
              <a:gd name="T44" fmla="*/ 96 w 139"/>
              <a:gd name="T45" fmla="*/ 30 h 177"/>
              <a:gd name="T46" fmla="*/ 94 w 139"/>
              <a:gd name="T47" fmla="*/ 42 h 177"/>
              <a:gd name="T48" fmla="*/ 87 w 139"/>
              <a:gd name="T49" fmla="*/ 63 h 177"/>
              <a:gd name="T50" fmla="*/ 92 w 139"/>
              <a:gd name="T51" fmla="*/ 81 h 177"/>
              <a:gd name="T52" fmla="*/ 89 w 139"/>
              <a:gd name="T53" fmla="*/ 26 h 177"/>
              <a:gd name="T54" fmla="*/ 74 w 139"/>
              <a:gd name="T55" fmla="*/ 30 h 177"/>
              <a:gd name="T56" fmla="*/ 89 w 139"/>
              <a:gd name="T57" fmla="*/ 26 h 177"/>
              <a:gd name="T58" fmla="*/ 80 w 139"/>
              <a:gd name="T59" fmla="*/ 59 h 177"/>
              <a:gd name="T60" fmla="*/ 62 w 139"/>
              <a:gd name="T61" fmla="*/ 33 h 177"/>
              <a:gd name="T62" fmla="*/ 54 w 139"/>
              <a:gd name="T63" fmla="*/ 104 h 177"/>
              <a:gd name="T64" fmla="*/ 56 w 139"/>
              <a:gd name="T65" fmla="*/ 76 h 177"/>
              <a:gd name="T66" fmla="*/ 62 w 139"/>
              <a:gd name="T67" fmla="*/ 63 h 177"/>
              <a:gd name="T68" fmla="*/ 82 w 139"/>
              <a:gd name="T69" fmla="*/ 69 h 177"/>
              <a:gd name="T70" fmla="*/ 67 w 139"/>
              <a:gd name="T71" fmla="*/ 69 h 177"/>
              <a:gd name="T72" fmla="*/ 67 w 139"/>
              <a:gd name="T73" fmla="*/ 69 h 177"/>
              <a:gd name="T74" fmla="*/ 75 w 139"/>
              <a:gd name="T75" fmla="*/ 86 h 177"/>
              <a:gd name="T76" fmla="*/ 82 w 139"/>
              <a:gd name="T77" fmla="*/ 83 h 177"/>
              <a:gd name="T78" fmla="*/ 82 w 139"/>
              <a:gd name="T79" fmla="*/ 69 h 177"/>
              <a:gd name="T80" fmla="*/ 33 w 139"/>
              <a:gd name="T81" fmla="*/ 101 h 177"/>
              <a:gd name="T82" fmla="*/ 31 w 139"/>
              <a:gd name="T83" fmla="*/ 104 h 177"/>
              <a:gd name="T84" fmla="*/ 42 w 139"/>
              <a:gd name="T85" fmla="*/ 106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 h="177">
                <a:moveTo>
                  <a:pt x="92" y="81"/>
                </a:moveTo>
                <a:cubicBezTo>
                  <a:pt x="97" y="87"/>
                  <a:pt x="101" y="92"/>
                  <a:pt x="104" y="99"/>
                </a:cubicBezTo>
                <a:cubicBezTo>
                  <a:pt x="106" y="106"/>
                  <a:pt x="108" y="113"/>
                  <a:pt x="108" y="120"/>
                </a:cubicBezTo>
                <a:cubicBezTo>
                  <a:pt x="108" y="136"/>
                  <a:pt x="101" y="150"/>
                  <a:pt x="91" y="160"/>
                </a:cubicBezTo>
                <a:cubicBezTo>
                  <a:pt x="90" y="162"/>
                  <a:pt x="89" y="163"/>
                  <a:pt x="88" y="164"/>
                </a:cubicBezTo>
                <a:cubicBezTo>
                  <a:pt x="133" y="164"/>
                  <a:pt x="133" y="164"/>
                  <a:pt x="133" y="164"/>
                </a:cubicBezTo>
                <a:cubicBezTo>
                  <a:pt x="136" y="164"/>
                  <a:pt x="139" y="167"/>
                  <a:pt x="139" y="170"/>
                </a:cubicBezTo>
                <a:cubicBezTo>
                  <a:pt x="139" y="174"/>
                  <a:pt x="136" y="177"/>
                  <a:pt x="133" y="177"/>
                </a:cubicBezTo>
                <a:cubicBezTo>
                  <a:pt x="91" y="177"/>
                  <a:pt x="49" y="177"/>
                  <a:pt x="7" y="177"/>
                </a:cubicBezTo>
                <a:cubicBezTo>
                  <a:pt x="3" y="177"/>
                  <a:pt x="0" y="174"/>
                  <a:pt x="0" y="170"/>
                </a:cubicBezTo>
                <a:cubicBezTo>
                  <a:pt x="0" y="167"/>
                  <a:pt x="3" y="164"/>
                  <a:pt x="7" y="164"/>
                </a:cubicBezTo>
                <a:cubicBezTo>
                  <a:pt x="51" y="164"/>
                  <a:pt x="51" y="164"/>
                  <a:pt x="51" y="164"/>
                </a:cubicBezTo>
                <a:cubicBezTo>
                  <a:pt x="51" y="164"/>
                  <a:pt x="51" y="164"/>
                  <a:pt x="51" y="164"/>
                </a:cubicBezTo>
                <a:cubicBezTo>
                  <a:pt x="63" y="164"/>
                  <a:pt x="74" y="159"/>
                  <a:pt x="81" y="151"/>
                </a:cubicBezTo>
                <a:cubicBezTo>
                  <a:pt x="83" y="150"/>
                  <a:pt x="84" y="148"/>
                  <a:pt x="85" y="147"/>
                </a:cubicBezTo>
                <a:cubicBezTo>
                  <a:pt x="10" y="147"/>
                  <a:pt x="10" y="147"/>
                  <a:pt x="10" y="147"/>
                </a:cubicBezTo>
                <a:cubicBezTo>
                  <a:pt x="8" y="147"/>
                  <a:pt x="6" y="145"/>
                  <a:pt x="6" y="143"/>
                </a:cubicBezTo>
                <a:cubicBezTo>
                  <a:pt x="6" y="141"/>
                  <a:pt x="8" y="139"/>
                  <a:pt x="10" y="139"/>
                </a:cubicBezTo>
                <a:cubicBezTo>
                  <a:pt x="90" y="139"/>
                  <a:pt x="90" y="139"/>
                  <a:pt x="90" y="139"/>
                </a:cubicBezTo>
                <a:cubicBezTo>
                  <a:pt x="93" y="133"/>
                  <a:pt x="94" y="127"/>
                  <a:pt x="94" y="120"/>
                </a:cubicBezTo>
                <a:cubicBezTo>
                  <a:pt x="94" y="114"/>
                  <a:pt x="93" y="109"/>
                  <a:pt x="91" y="104"/>
                </a:cubicBezTo>
                <a:cubicBezTo>
                  <a:pt x="89" y="100"/>
                  <a:pt x="87" y="96"/>
                  <a:pt x="84" y="92"/>
                </a:cubicBezTo>
                <a:cubicBezTo>
                  <a:pt x="81" y="94"/>
                  <a:pt x="78" y="94"/>
                  <a:pt x="75" y="94"/>
                </a:cubicBezTo>
                <a:cubicBezTo>
                  <a:pt x="73" y="94"/>
                  <a:pt x="71" y="94"/>
                  <a:pt x="69" y="94"/>
                </a:cubicBezTo>
                <a:cubicBezTo>
                  <a:pt x="59" y="111"/>
                  <a:pt x="59" y="111"/>
                  <a:pt x="59" y="111"/>
                </a:cubicBezTo>
                <a:cubicBezTo>
                  <a:pt x="58" y="113"/>
                  <a:pt x="55" y="114"/>
                  <a:pt x="53" y="113"/>
                </a:cubicBezTo>
                <a:cubicBezTo>
                  <a:pt x="50" y="111"/>
                  <a:pt x="50" y="111"/>
                  <a:pt x="50" y="111"/>
                </a:cubicBezTo>
                <a:cubicBezTo>
                  <a:pt x="46" y="117"/>
                  <a:pt x="46" y="117"/>
                  <a:pt x="46" y="117"/>
                </a:cubicBezTo>
                <a:cubicBezTo>
                  <a:pt x="45" y="119"/>
                  <a:pt x="42" y="119"/>
                  <a:pt x="40" y="118"/>
                </a:cubicBezTo>
                <a:cubicBezTo>
                  <a:pt x="24" y="109"/>
                  <a:pt x="24" y="109"/>
                  <a:pt x="24" y="109"/>
                </a:cubicBezTo>
                <a:cubicBezTo>
                  <a:pt x="22" y="108"/>
                  <a:pt x="21" y="105"/>
                  <a:pt x="22" y="103"/>
                </a:cubicBezTo>
                <a:cubicBezTo>
                  <a:pt x="26" y="97"/>
                  <a:pt x="26" y="97"/>
                  <a:pt x="26" y="97"/>
                </a:cubicBezTo>
                <a:cubicBezTo>
                  <a:pt x="22" y="95"/>
                  <a:pt x="22" y="95"/>
                  <a:pt x="22" y="95"/>
                </a:cubicBezTo>
                <a:cubicBezTo>
                  <a:pt x="20" y="94"/>
                  <a:pt x="20" y="91"/>
                  <a:pt x="21" y="89"/>
                </a:cubicBezTo>
                <a:cubicBezTo>
                  <a:pt x="57" y="26"/>
                  <a:pt x="57" y="26"/>
                  <a:pt x="57" y="26"/>
                </a:cubicBezTo>
                <a:cubicBezTo>
                  <a:pt x="58" y="24"/>
                  <a:pt x="61" y="23"/>
                  <a:pt x="63" y="24"/>
                </a:cubicBezTo>
                <a:cubicBezTo>
                  <a:pt x="63" y="24"/>
                  <a:pt x="63" y="24"/>
                  <a:pt x="63" y="24"/>
                </a:cubicBezTo>
                <a:cubicBezTo>
                  <a:pt x="67" y="26"/>
                  <a:pt x="67" y="26"/>
                  <a:pt x="67" y="26"/>
                </a:cubicBezTo>
                <a:cubicBezTo>
                  <a:pt x="73" y="16"/>
                  <a:pt x="73" y="16"/>
                  <a:pt x="73" y="16"/>
                </a:cubicBezTo>
                <a:cubicBezTo>
                  <a:pt x="69" y="14"/>
                  <a:pt x="69" y="14"/>
                  <a:pt x="69" y="14"/>
                </a:cubicBezTo>
                <a:cubicBezTo>
                  <a:pt x="66" y="12"/>
                  <a:pt x="65" y="8"/>
                  <a:pt x="66" y="5"/>
                </a:cubicBezTo>
                <a:cubicBezTo>
                  <a:pt x="68" y="1"/>
                  <a:pt x="72" y="0"/>
                  <a:pt x="76" y="2"/>
                </a:cubicBezTo>
                <a:cubicBezTo>
                  <a:pt x="86" y="8"/>
                  <a:pt x="96" y="14"/>
                  <a:pt x="107" y="20"/>
                </a:cubicBezTo>
                <a:cubicBezTo>
                  <a:pt x="110" y="22"/>
                  <a:pt x="111" y="26"/>
                  <a:pt x="109" y="29"/>
                </a:cubicBezTo>
                <a:cubicBezTo>
                  <a:pt x="107" y="33"/>
                  <a:pt x="103" y="34"/>
                  <a:pt x="100" y="32"/>
                </a:cubicBezTo>
                <a:cubicBezTo>
                  <a:pt x="96" y="30"/>
                  <a:pt x="96" y="30"/>
                  <a:pt x="96" y="30"/>
                </a:cubicBezTo>
                <a:cubicBezTo>
                  <a:pt x="90" y="40"/>
                  <a:pt x="90" y="40"/>
                  <a:pt x="90" y="40"/>
                </a:cubicBezTo>
                <a:cubicBezTo>
                  <a:pt x="94" y="42"/>
                  <a:pt x="94" y="42"/>
                  <a:pt x="94" y="42"/>
                </a:cubicBezTo>
                <a:cubicBezTo>
                  <a:pt x="96" y="43"/>
                  <a:pt x="97" y="46"/>
                  <a:pt x="96" y="48"/>
                </a:cubicBezTo>
                <a:cubicBezTo>
                  <a:pt x="87" y="63"/>
                  <a:pt x="87" y="63"/>
                  <a:pt x="87" y="63"/>
                </a:cubicBezTo>
                <a:cubicBezTo>
                  <a:pt x="91" y="66"/>
                  <a:pt x="93" y="71"/>
                  <a:pt x="93" y="76"/>
                </a:cubicBezTo>
                <a:cubicBezTo>
                  <a:pt x="93" y="78"/>
                  <a:pt x="93" y="80"/>
                  <a:pt x="92" y="81"/>
                </a:cubicBezTo>
                <a:close/>
                <a:moveTo>
                  <a:pt x="89" y="26"/>
                </a:moveTo>
                <a:cubicBezTo>
                  <a:pt x="89" y="26"/>
                  <a:pt x="89" y="26"/>
                  <a:pt x="89" y="26"/>
                </a:cubicBezTo>
                <a:cubicBezTo>
                  <a:pt x="86" y="24"/>
                  <a:pt x="83" y="22"/>
                  <a:pt x="80" y="20"/>
                </a:cubicBezTo>
                <a:cubicBezTo>
                  <a:pt x="74" y="30"/>
                  <a:pt x="74" y="30"/>
                  <a:pt x="74" y="30"/>
                </a:cubicBezTo>
                <a:cubicBezTo>
                  <a:pt x="83" y="36"/>
                  <a:pt x="83" y="36"/>
                  <a:pt x="83" y="36"/>
                </a:cubicBezTo>
                <a:cubicBezTo>
                  <a:pt x="89" y="26"/>
                  <a:pt x="89" y="26"/>
                  <a:pt x="89" y="26"/>
                </a:cubicBezTo>
                <a:close/>
                <a:moveTo>
                  <a:pt x="80" y="59"/>
                </a:moveTo>
                <a:cubicBezTo>
                  <a:pt x="80" y="59"/>
                  <a:pt x="80" y="59"/>
                  <a:pt x="80" y="59"/>
                </a:cubicBezTo>
                <a:cubicBezTo>
                  <a:pt x="87" y="47"/>
                  <a:pt x="87" y="47"/>
                  <a:pt x="87" y="47"/>
                </a:cubicBezTo>
                <a:cubicBezTo>
                  <a:pt x="78" y="43"/>
                  <a:pt x="70" y="38"/>
                  <a:pt x="62" y="33"/>
                </a:cubicBezTo>
                <a:cubicBezTo>
                  <a:pt x="30" y="90"/>
                  <a:pt x="30" y="90"/>
                  <a:pt x="30" y="90"/>
                </a:cubicBezTo>
                <a:cubicBezTo>
                  <a:pt x="38" y="94"/>
                  <a:pt x="46" y="99"/>
                  <a:pt x="54" y="104"/>
                </a:cubicBezTo>
                <a:cubicBezTo>
                  <a:pt x="62" y="90"/>
                  <a:pt x="62" y="90"/>
                  <a:pt x="62" y="90"/>
                </a:cubicBezTo>
                <a:cubicBezTo>
                  <a:pt x="58" y="86"/>
                  <a:pt x="56" y="81"/>
                  <a:pt x="56" y="76"/>
                </a:cubicBezTo>
                <a:cubicBezTo>
                  <a:pt x="56" y="71"/>
                  <a:pt x="58" y="66"/>
                  <a:pt x="62" y="63"/>
                </a:cubicBezTo>
                <a:cubicBezTo>
                  <a:pt x="62" y="63"/>
                  <a:pt x="62" y="63"/>
                  <a:pt x="62" y="63"/>
                </a:cubicBezTo>
                <a:cubicBezTo>
                  <a:pt x="67" y="58"/>
                  <a:pt x="73" y="57"/>
                  <a:pt x="80" y="59"/>
                </a:cubicBezTo>
                <a:close/>
                <a:moveTo>
                  <a:pt x="82" y="69"/>
                </a:moveTo>
                <a:cubicBezTo>
                  <a:pt x="82" y="69"/>
                  <a:pt x="82" y="69"/>
                  <a:pt x="82" y="69"/>
                </a:cubicBezTo>
                <a:cubicBezTo>
                  <a:pt x="78" y="65"/>
                  <a:pt x="71" y="65"/>
                  <a:pt x="67" y="69"/>
                </a:cubicBezTo>
                <a:cubicBezTo>
                  <a:pt x="67" y="69"/>
                  <a:pt x="67" y="69"/>
                  <a:pt x="67" y="69"/>
                </a:cubicBezTo>
                <a:cubicBezTo>
                  <a:pt x="67" y="69"/>
                  <a:pt x="67" y="69"/>
                  <a:pt x="67" y="69"/>
                </a:cubicBezTo>
                <a:cubicBezTo>
                  <a:pt x="65" y="71"/>
                  <a:pt x="64" y="73"/>
                  <a:pt x="64" y="76"/>
                </a:cubicBezTo>
                <a:cubicBezTo>
                  <a:pt x="64" y="82"/>
                  <a:pt x="69" y="86"/>
                  <a:pt x="75" y="86"/>
                </a:cubicBezTo>
                <a:cubicBezTo>
                  <a:pt x="77" y="86"/>
                  <a:pt x="80" y="85"/>
                  <a:pt x="82" y="83"/>
                </a:cubicBezTo>
                <a:cubicBezTo>
                  <a:pt x="82" y="83"/>
                  <a:pt x="82" y="83"/>
                  <a:pt x="82" y="83"/>
                </a:cubicBezTo>
                <a:cubicBezTo>
                  <a:pt x="84" y="81"/>
                  <a:pt x="85" y="79"/>
                  <a:pt x="85" y="76"/>
                </a:cubicBezTo>
                <a:cubicBezTo>
                  <a:pt x="85" y="73"/>
                  <a:pt x="84" y="71"/>
                  <a:pt x="82" y="69"/>
                </a:cubicBezTo>
                <a:cubicBezTo>
                  <a:pt x="82" y="69"/>
                  <a:pt x="82" y="69"/>
                  <a:pt x="82" y="69"/>
                </a:cubicBezTo>
                <a:close/>
                <a:moveTo>
                  <a:pt x="33" y="101"/>
                </a:moveTo>
                <a:cubicBezTo>
                  <a:pt x="33" y="101"/>
                  <a:pt x="33" y="101"/>
                  <a:pt x="33" y="101"/>
                </a:cubicBezTo>
                <a:cubicBezTo>
                  <a:pt x="31" y="104"/>
                  <a:pt x="31" y="104"/>
                  <a:pt x="31" y="104"/>
                </a:cubicBezTo>
                <a:cubicBezTo>
                  <a:pt x="41" y="109"/>
                  <a:pt x="41" y="109"/>
                  <a:pt x="41" y="109"/>
                </a:cubicBezTo>
                <a:cubicBezTo>
                  <a:pt x="42" y="106"/>
                  <a:pt x="42" y="106"/>
                  <a:pt x="42" y="106"/>
                </a:cubicBezTo>
                <a:cubicBezTo>
                  <a:pt x="33" y="101"/>
                  <a:pt x="33" y="101"/>
                  <a:pt x="33" y="101"/>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0" name="Freeform 12"/>
          <p:cNvSpPr>
            <a:spLocks noEditPoints="1"/>
          </p:cNvSpPr>
          <p:nvPr/>
        </p:nvSpPr>
        <p:spPr bwMode="auto">
          <a:xfrm>
            <a:off x="134107" y="2472073"/>
            <a:ext cx="130548" cy="187604"/>
          </a:xfrm>
          <a:custGeom>
            <a:avLst/>
            <a:gdLst>
              <a:gd name="T0" fmla="*/ 3 w 121"/>
              <a:gd name="T1" fmla="*/ 119 h 174"/>
              <a:gd name="T2" fmla="*/ 23 w 121"/>
              <a:gd name="T3" fmla="*/ 115 h 174"/>
              <a:gd name="T4" fmla="*/ 38 w 121"/>
              <a:gd name="T5" fmla="*/ 74 h 174"/>
              <a:gd name="T6" fmla="*/ 38 w 121"/>
              <a:gd name="T7" fmla="*/ 74 h 174"/>
              <a:gd name="T8" fmla="*/ 38 w 121"/>
              <a:gd name="T9" fmla="*/ 29 h 174"/>
              <a:gd name="T10" fmla="*/ 54 w 121"/>
              <a:gd name="T11" fmla="*/ 21 h 174"/>
              <a:gd name="T12" fmla="*/ 60 w 121"/>
              <a:gd name="T13" fmla="*/ 0 h 174"/>
              <a:gd name="T14" fmla="*/ 67 w 121"/>
              <a:gd name="T15" fmla="*/ 21 h 174"/>
              <a:gd name="T16" fmla="*/ 92 w 121"/>
              <a:gd name="T17" fmla="*/ 51 h 174"/>
              <a:gd name="T18" fmla="*/ 82 w 121"/>
              <a:gd name="T19" fmla="*/ 74 h 174"/>
              <a:gd name="T20" fmla="*/ 98 w 121"/>
              <a:gd name="T21" fmla="*/ 115 h 174"/>
              <a:gd name="T22" fmla="*/ 117 w 121"/>
              <a:gd name="T23" fmla="*/ 119 h 174"/>
              <a:gd name="T24" fmla="*/ 102 w 121"/>
              <a:gd name="T25" fmla="*/ 124 h 174"/>
              <a:gd name="T26" fmla="*/ 116 w 121"/>
              <a:gd name="T27" fmla="*/ 159 h 174"/>
              <a:gd name="T28" fmla="*/ 120 w 121"/>
              <a:gd name="T29" fmla="*/ 168 h 174"/>
              <a:gd name="T30" fmla="*/ 113 w 121"/>
              <a:gd name="T31" fmla="*/ 171 h 174"/>
              <a:gd name="T32" fmla="*/ 108 w 121"/>
              <a:gd name="T33" fmla="*/ 162 h 174"/>
              <a:gd name="T34" fmla="*/ 87 w 121"/>
              <a:gd name="T35" fmla="*/ 124 h 174"/>
              <a:gd name="T36" fmla="*/ 67 w 121"/>
              <a:gd name="T37" fmla="*/ 129 h 174"/>
              <a:gd name="T38" fmla="*/ 54 w 121"/>
              <a:gd name="T39" fmla="*/ 129 h 174"/>
              <a:gd name="T40" fmla="*/ 34 w 121"/>
              <a:gd name="T41" fmla="*/ 124 h 174"/>
              <a:gd name="T42" fmla="*/ 13 w 121"/>
              <a:gd name="T43" fmla="*/ 162 h 174"/>
              <a:gd name="T44" fmla="*/ 8 w 121"/>
              <a:gd name="T45" fmla="*/ 171 h 174"/>
              <a:gd name="T46" fmla="*/ 1 w 121"/>
              <a:gd name="T47" fmla="*/ 168 h 174"/>
              <a:gd name="T48" fmla="*/ 5 w 121"/>
              <a:gd name="T49" fmla="*/ 159 h 174"/>
              <a:gd name="T50" fmla="*/ 19 w 121"/>
              <a:gd name="T51" fmla="*/ 124 h 174"/>
              <a:gd name="T52" fmla="*/ 54 w 121"/>
              <a:gd name="T53" fmla="*/ 115 h 174"/>
              <a:gd name="T54" fmla="*/ 54 w 121"/>
              <a:gd name="T55" fmla="*/ 110 h 174"/>
              <a:gd name="T56" fmla="*/ 67 w 121"/>
              <a:gd name="T57" fmla="*/ 110 h 174"/>
              <a:gd name="T58" fmla="*/ 83 w 121"/>
              <a:gd name="T59" fmla="*/ 115 h 174"/>
              <a:gd name="T60" fmla="*/ 54 w 121"/>
              <a:gd name="T61" fmla="*/ 82 h 174"/>
              <a:gd name="T62" fmla="*/ 54 w 121"/>
              <a:gd name="T63" fmla="*/ 115 h 174"/>
              <a:gd name="T64" fmla="*/ 73 w 121"/>
              <a:gd name="T65" fmla="*/ 39 h 174"/>
              <a:gd name="T66" fmla="*/ 48 w 121"/>
              <a:gd name="T67" fmla="*/ 39 h 174"/>
              <a:gd name="T68" fmla="*/ 48 w 121"/>
              <a:gd name="T69" fmla="*/ 64 h 174"/>
              <a:gd name="T70" fmla="*/ 68 w 121"/>
              <a:gd name="T71" fmla="*/ 68 h 174"/>
              <a:gd name="T72" fmla="*/ 73 w 121"/>
              <a:gd name="T73" fmla="*/ 64 h 174"/>
              <a:gd name="T74" fmla="*/ 73 w 121"/>
              <a:gd name="T75" fmla="*/ 39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1" h="174">
                <a:moveTo>
                  <a:pt x="8" y="124"/>
                </a:moveTo>
                <a:cubicBezTo>
                  <a:pt x="5" y="124"/>
                  <a:pt x="3" y="122"/>
                  <a:pt x="3" y="119"/>
                </a:cubicBezTo>
                <a:cubicBezTo>
                  <a:pt x="3" y="117"/>
                  <a:pt x="5" y="115"/>
                  <a:pt x="8" y="115"/>
                </a:cubicBezTo>
                <a:cubicBezTo>
                  <a:pt x="23" y="115"/>
                  <a:pt x="23" y="115"/>
                  <a:pt x="23" y="115"/>
                </a:cubicBezTo>
                <a:cubicBezTo>
                  <a:pt x="42" y="77"/>
                  <a:pt x="42" y="77"/>
                  <a:pt x="42" y="77"/>
                </a:cubicBezTo>
                <a:cubicBezTo>
                  <a:pt x="41" y="76"/>
                  <a:pt x="40" y="75"/>
                  <a:pt x="38" y="74"/>
                </a:cubicBezTo>
                <a:cubicBezTo>
                  <a:pt x="38" y="74"/>
                  <a:pt x="38" y="74"/>
                  <a:pt x="38" y="74"/>
                </a:cubicBezTo>
                <a:cubicBezTo>
                  <a:pt x="38" y="74"/>
                  <a:pt x="38" y="74"/>
                  <a:pt x="38" y="74"/>
                </a:cubicBezTo>
                <a:cubicBezTo>
                  <a:pt x="33" y="68"/>
                  <a:pt x="29" y="60"/>
                  <a:pt x="29" y="51"/>
                </a:cubicBezTo>
                <a:cubicBezTo>
                  <a:pt x="29" y="43"/>
                  <a:pt x="33" y="35"/>
                  <a:pt x="38" y="29"/>
                </a:cubicBezTo>
                <a:cubicBezTo>
                  <a:pt x="39" y="29"/>
                  <a:pt x="39" y="29"/>
                  <a:pt x="39" y="29"/>
                </a:cubicBezTo>
                <a:cubicBezTo>
                  <a:pt x="43" y="25"/>
                  <a:pt x="48" y="22"/>
                  <a:pt x="54" y="21"/>
                </a:cubicBezTo>
                <a:cubicBezTo>
                  <a:pt x="54" y="7"/>
                  <a:pt x="54" y="7"/>
                  <a:pt x="54" y="7"/>
                </a:cubicBezTo>
                <a:cubicBezTo>
                  <a:pt x="54" y="3"/>
                  <a:pt x="57" y="0"/>
                  <a:pt x="60" y="0"/>
                </a:cubicBezTo>
                <a:cubicBezTo>
                  <a:pt x="64" y="0"/>
                  <a:pt x="67" y="3"/>
                  <a:pt x="67" y="7"/>
                </a:cubicBezTo>
                <a:cubicBezTo>
                  <a:pt x="67" y="21"/>
                  <a:pt x="67" y="21"/>
                  <a:pt x="67" y="21"/>
                </a:cubicBezTo>
                <a:cubicBezTo>
                  <a:pt x="73" y="22"/>
                  <a:pt x="78" y="25"/>
                  <a:pt x="82" y="29"/>
                </a:cubicBezTo>
                <a:cubicBezTo>
                  <a:pt x="88" y="35"/>
                  <a:pt x="92" y="43"/>
                  <a:pt x="92" y="51"/>
                </a:cubicBezTo>
                <a:cubicBezTo>
                  <a:pt x="92" y="60"/>
                  <a:pt x="88" y="68"/>
                  <a:pt x="82" y="74"/>
                </a:cubicBezTo>
                <a:cubicBezTo>
                  <a:pt x="82" y="74"/>
                  <a:pt x="82" y="74"/>
                  <a:pt x="82" y="74"/>
                </a:cubicBezTo>
                <a:cubicBezTo>
                  <a:pt x="81" y="75"/>
                  <a:pt x="80" y="76"/>
                  <a:pt x="79" y="77"/>
                </a:cubicBezTo>
                <a:cubicBezTo>
                  <a:pt x="98" y="115"/>
                  <a:pt x="98" y="115"/>
                  <a:pt x="98" y="115"/>
                </a:cubicBezTo>
                <a:cubicBezTo>
                  <a:pt x="113" y="115"/>
                  <a:pt x="113" y="115"/>
                  <a:pt x="113" y="115"/>
                </a:cubicBezTo>
                <a:cubicBezTo>
                  <a:pt x="116" y="115"/>
                  <a:pt x="117" y="117"/>
                  <a:pt x="117" y="119"/>
                </a:cubicBezTo>
                <a:cubicBezTo>
                  <a:pt x="117" y="122"/>
                  <a:pt x="116" y="124"/>
                  <a:pt x="113" y="124"/>
                </a:cubicBezTo>
                <a:cubicBezTo>
                  <a:pt x="102" y="124"/>
                  <a:pt x="102" y="124"/>
                  <a:pt x="102" y="124"/>
                </a:cubicBezTo>
                <a:cubicBezTo>
                  <a:pt x="116" y="153"/>
                  <a:pt x="116" y="153"/>
                  <a:pt x="116" y="153"/>
                </a:cubicBezTo>
                <a:cubicBezTo>
                  <a:pt x="117" y="155"/>
                  <a:pt x="117" y="157"/>
                  <a:pt x="116" y="159"/>
                </a:cubicBezTo>
                <a:cubicBezTo>
                  <a:pt x="117" y="162"/>
                  <a:pt x="117" y="162"/>
                  <a:pt x="117" y="162"/>
                </a:cubicBezTo>
                <a:cubicBezTo>
                  <a:pt x="120" y="168"/>
                  <a:pt x="120" y="168"/>
                  <a:pt x="120" y="168"/>
                </a:cubicBezTo>
                <a:cubicBezTo>
                  <a:pt x="121" y="170"/>
                  <a:pt x="120" y="172"/>
                  <a:pt x="118" y="173"/>
                </a:cubicBezTo>
                <a:cubicBezTo>
                  <a:pt x="116" y="174"/>
                  <a:pt x="114" y="173"/>
                  <a:pt x="113" y="171"/>
                </a:cubicBezTo>
                <a:cubicBezTo>
                  <a:pt x="110" y="165"/>
                  <a:pt x="110" y="165"/>
                  <a:pt x="110" y="165"/>
                </a:cubicBezTo>
                <a:cubicBezTo>
                  <a:pt x="108" y="162"/>
                  <a:pt x="108" y="162"/>
                  <a:pt x="108" y="162"/>
                </a:cubicBezTo>
                <a:cubicBezTo>
                  <a:pt x="106" y="162"/>
                  <a:pt x="104" y="160"/>
                  <a:pt x="103" y="158"/>
                </a:cubicBezTo>
                <a:cubicBezTo>
                  <a:pt x="87" y="124"/>
                  <a:pt x="87" y="124"/>
                  <a:pt x="87" y="124"/>
                </a:cubicBezTo>
                <a:cubicBezTo>
                  <a:pt x="67" y="124"/>
                  <a:pt x="67" y="124"/>
                  <a:pt x="67" y="124"/>
                </a:cubicBezTo>
                <a:cubicBezTo>
                  <a:pt x="67" y="129"/>
                  <a:pt x="67" y="129"/>
                  <a:pt x="67" y="129"/>
                </a:cubicBezTo>
                <a:cubicBezTo>
                  <a:pt x="67" y="132"/>
                  <a:pt x="64" y="136"/>
                  <a:pt x="60" y="136"/>
                </a:cubicBezTo>
                <a:cubicBezTo>
                  <a:pt x="57" y="136"/>
                  <a:pt x="54" y="132"/>
                  <a:pt x="54" y="129"/>
                </a:cubicBezTo>
                <a:cubicBezTo>
                  <a:pt x="54" y="124"/>
                  <a:pt x="54" y="124"/>
                  <a:pt x="54" y="124"/>
                </a:cubicBezTo>
                <a:cubicBezTo>
                  <a:pt x="34" y="124"/>
                  <a:pt x="34" y="124"/>
                  <a:pt x="34" y="124"/>
                </a:cubicBezTo>
                <a:cubicBezTo>
                  <a:pt x="17" y="158"/>
                  <a:pt x="17" y="158"/>
                  <a:pt x="17" y="158"/>
                </a:cubicBezTo>
                <a:cubicBezTo>
                  <a:pt x="16" y="160"/>
                  <a:pt x="15" y="162"/>
                  <a:pt x="13" y="162"/>
                </a:cubicBezTo>
                <a:cubicBezTo>
                  <a:pt x="11" y="165"/>
                  <a:pt x="11" y="165"/>
                  <a:pt x="11" y="165"/>
                </a:cubicBezTo>
                <a:cubicBezTo>
                  <a:pt x="8" y="171"/>
                  <a:pt x="8" y="171"/>
                  <a:pt x="8" y="171"/>
                </a:cubicBezTo>
                <a:cubicBezTo>
                  <a:pt x="7" y="173"/>
                  <a:pt x="5" y="174"/>
                  <a:pt x="3" y="173"/>
                </a:cubicBezTo>
                <a:cubicBezTo>
                  <a:pt x="1" y="172"/>
                  <a:pt x="0" y="170"/>
                  <a:pt x="1" y="168"/>
                </a:cubicBezTo>
                <a:cubicBezTo>
                  <a:pt x="4" y="162"/>
                  <a:pt x="4" y="162"/>
                  <a:pt x="4" y="162"/>
                </a:cubicBezTo>
                <a:cubicBezTo>
                  <a:pt x="5" y="159"/>
                  <a:pt x="5" y="159"/>
                  <a:pt x="5" y="159"/>
                </a:cubicBezTo>
                <a:cubicBezTo>
                  <a:pt x="4" y="157"/>
                  <a:pt x="4" y="155"/>
                  <a:pt x="5" y="153"/>
                </a:cubicBezTo>
                <a:cubicBezTo>
                  <a:pt x="19" y="124"/>
                  <a:pt x="19" y="124"/>
                  <a:pt x="19" y="124"/>
                </a:cubicBezTo>
                <a:cubicBezTo>
                  <a:pt x="8" y="124"/>
                  <a:pt x="8" y="124"/>
                  <a:pt x="8" y="124"/>
                </a:cubicBezTo>
                <a:close/>
                <a:moveTo>
                  <a:pt x="54" y="115"/>
                </a:moveTo>
                <a:cubicBezTo>
                  <a:pt x="54" y="115"/>
                  <a:pt x="54" y="115"/>
                  <a:pt x="54" y="115"/>
                </a:cubicBezTo>
                <a:cubicBezTo>
                  <a:pt x="54" y="110"/>
                  <a:pt x="54" y="110"/>
                  <a:pt x="54" y="110"/>
                </a:cubicBezTo>
                <a:cubicBezTo>
                  <a:pt x="54" y="107"/>
                  <a:pt x="57" y="103"/>
                  <a:pt x="60" y="103"/>
                </a:cubicBezTo>
                <a:cubicBezTo>
                  <a:pt x="64" y="103"/>
                  <a:pt x="67" y="107"/>
                  <a:pt x="67" y="110"/>
                </a:cubicBezTo>
                <a:cubicBezTo>
                  <a:pt x="67" y="115"/>
                  <a:pt x="67" y="115"/>
                  <a:pt x="67" y="115"/>
                </a:cubicBezTo>
                <a:cubicBezTo>
                  <a:pt x="83" y="115"/>
                  <a:pt x="83" y="115"/>
                  <a:pt x="83" y="115"/>
                </a:cubicBezTo>
                <a:cubicBezTo>
                  <a:pt x="67" y="82"/>
                  <a:pt x="67" y="82"/>
                  <a:pt x="67" y="82"/>
                </a:cubicBezTo>
                <a:cubicBezTo>
                  <a:pt x="63" y="83"/>
                  <a:pt x="58" y="83"/>
                  <a:pt x="54" y="82"/>
                </a:cubicBezTo>
                <a:cubicBezTo>
                  <a:pt x="38" y="115"/>
                  <a:pt x="38" y="115"/>
                  <a:pt x="38" y="115"/>
                </a:cubicBezTo>
                <a:cubicBezTo>
                  <a:pt x="54" y="115"/>
                  <a:pt x="54" y="115"/>
                  <a:pt x="54" y="115"/>
                </a:cubicBezTo>
                <a:close/>
                <a:moveTo>
                  <a:pt x="73" y="39"/>
                </a:moveTo>
                <a:cubicBezTo>
                  <a:pt x="73" y="39"/>
                  <a:pt x="73" y="39"/>
                  <a:pt x="73" y="39"/>
                </a:cubicBezTo>
                <a:cubicBezTo>
                  <a:pt x="66" y="32"/>
                  <a:pt x="55" y="32"/>
                  <a:pt x="48" y="39"/>
                </a:cubicBezTo>
                <a:cubicBezTo>
                  <a:pt x="48" y="39"/>
                  <a:pt x="48" y="39"/>
                  <a:pt x="48" y="39"/>
                </a:cubicBezTo>
                <a:cubicBezTo>
                  <a:pt x="45" y="42"/>
                  <a:pt x="43" y="47"/>
                  <a:pt x="43" y="51"/>
                </a:cubicBezTo>
                <a:cubicBezTo>
                  <a:pt x="43" y="56"/>
                  <a:pt x="45" y="61"/>
                  <a:pt x="48" y="64"/>
                </a:cubicBezTo>
                <a:cubicBezTo>
                  <a:pt x="53" y="69"/>
                  <a:pt x="61" y="71"/>
                  <a:pt x="67" y="68"/>
                </a:cubicBezTo>
                <a:cubicBezTo>
                  <a:pt x="68" y="68"/>
                  <a:pt x="68" y="68"/>
                  <a:pt x="68" y="68"/>
                </a:cubicBezTo>
                <a:cubicBezTo>
                  <a:pt x="69" y="67"/>
                  <a:pt x="71" y="66"/>
                  <a:pt x="73" y="64"/>
                </a:cubicBezTo>
                <a:cubicBezTo>
                  <a:pt x="73" y="64"/>
                  <a:pt x="73" y="64"/>
                  <a:pt x="73" y="64"/>
                </a:cubicBezTo>
                <a:cubicBezTo>
                  <a:pt x="76" y="61"/>
                  <a:pt x="78" y="56"/>
                  <a:pt x="78" y="51"/>
                </a:cubicBezTo>
                <a:cubicBezTo>
                  <a:pt x="78" y="47"/>
                  <a:pt x="76" y="42"/>
                  <a:pt x="73" y="39"/>
                </a:cubicBezTo>
                <a:cubicBezTo>
                  <a:pt x="73" y="39"/>
                  <a:pt x="73" y="39"/>
                  <a:pt x="73" y="39"/>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1" name="Freeform 13"/>
          <p:cNvSpPr>
            <a:spLocks noEditPoints="1"/>
          </p:cNvSpPr>
          <p:nvPr/>
        </p:nvSpPr>
        <p:spPr bwMode="auto">
          <a:xfrm>
            <a:off x="93026" y="1695727"/>
            <a:ext cx="212710" cy="176648"/>
          </a:xfrm>
          <a:custGeom>
            <a:avLst/>
            <a:gdLst>
              <a:gd name="T0" fmla="*/ 111 w 197"/>
              <a:gd name="T1" fmla="*/ 11 h 164"/>
              <a:gd name="T2" fmla="*/ 0 w 197"/>
              <a:gd name="T3" fmla="*/ 15 h 164"/>
              <a:gd name="T4" fmla="*/ 105 w 197"/>
              <a:gd name="T5" fmla="*/ 164 h 164"/>
              <a:gd name="T6" fmla="*/ 136 w 197"/>
              <a:gd name="T7" fmla="*/ 159 h 164"/>
              <a:gd name="T8" fmla="*/ 196 w 197"/>
              <a:gd name="T9" fmla="*/ 142 h 164"/>
              <a:gd name="T10" fmla="*/ 52 w 197"/>
              <a:gd name="T11" fmla="*/ 150 h 164"/>
              <a:gd name="T12" fmla="*/ 52 w 197"/>
              <a:gd name="T13" fmla="*/ 22 h 164"/>
              <a:gd name="T14" fmla="*/ 99 w 197"/>
              <a:gd name="T15" fmla="*/ 150 h 164"/>
              <a:gd name="T16" fmla="*/ 99 w 197"/>
              <a:gd name="T17" fmla="*/ 22 h 164"/>
              <a:gd name="T18" fmla="*/ 147 w 197"/>
              <a:gd name="T19" fmla="*/ 149 h 164"/>
              <a:gd name="T20" fmla="*/ 181 w 197"/>
              <a:gd name="T21" fmla="*/ 139 h 164"/>
              <a:gd name="T22" fmla="*/ 23 w 197"/>
              <a:gd name="T23" fmla="*/ 133 h 164"/>
              <a:gd name="T24" fmla="*/ 42 w 197"/>
              <a:gd name="T25" fmla="*/ 134 h 164"/>
              <a:gd name="T26" fmla="*/ 43 w 197"/>
              <a:gd name="T27" fmla="*/ 114 h 164"/>
              <a:gd name="T28" fmla="*/ 23 w 197"/>
              <a:gd name="T29" fmla="*/ 114 h 164"/>
              <a:gd name="T30" fmla="*/ 29 w 197"/>
              <a:gd name="T31" fmla="*/ 120 h 164"/>
              <a:gd name="T32" fmla="*/ 37 w 197"/>
              <a:gd name="T33" fmla="*/ 120 h 164"/>
              <a:gd name="T34" fmla="*/ 37 w 197"/>
              <a:gd name="T35" fmla="*/ 128 h 164"/>
              <a:gd name="T36" fmla="*/ 29 w 197"/>
              <a:gd name="T37" fmla="*/ 127 h 164"/>
              <a:gd name="T38" fmla="*/ 32 w 197"/>
              <a:gd name="T39" fmla="*/ 91 h 164"/>
              <a:gd name="T40" fmla="*/ 36 w 197"/>
              <a:gd name="T41" fmla="*/ 38 h 164"/>
              <a:gd name="T42" fmla="*/ 28 w 197"/>
              <a:gd name="T43" fmla="*/ 87 h 164"/>
              <a:gd name="T44" fmla="*/ 134 w 197"/>
              <a:gd name="T45" fmla="*/ 31 h 164"/>
              <a:gd name="T46" fmla="*/ 149 w 197"/>
              <a:gd name="T47" fmla="*/ 86 h 164"/>
              <a:gd name="T48" fmla="*/ 134 w 197"/>
              <a:gd name="T49" fmla="*/ 31 h 164"/>
              <a:gd name="T50" fmla="*/ 69 w 197"/>
              <a:gd name="T51" fmla="*/ 133 h 164"/>
              <a:gd name="T52" fmla="*/ 88 w 197"/>
              <a:gd name="T53" fmla="*/ 133 h 164"/>
              <a:gd name="T54" fmla="*/ 79 w 197"/>
              <a:gd name="T55" fmla="*/ 110 h 164"/>
              <a:gd name="T56" fmla="*/ 65 w 197"/>
              <a:gd name="T57" fmla="*/ 124 h 164"/>
              <a:gd name="T58" fmla="*/ 75 w 197"/>
              <a:gd name="T59" fmla="*/ 120 h 164"/>
              <a:gd name="T60" fmla="*/ 82 w 197"/>
              <a:gd name="T61" fmla="*/ 120 h 164"/>
              <a:gd name="T62" fmla="*/ 82 w 197"/>
              <a:gd name="T63" fmla="*/ 128 h 164"/>
              <a:gd name="T64" fmla="*/ 74 w 197"/>
              <a:gd name="T65" fmla="*/ 127 h 164"/>
              <a:gd name="T66" fmla="*/ 81 w 197"/>
              <a:gd name="T67" fmla="*/ 91 h 164"/>
              <a:gd name="T68" fmla="*/ 85 w 197"/>
              <a:gd name="T69" fmla="*/ 38 h 164"/>
              <a:gd name="T70" fmla="*/ 77 w 197"/>
              <a:gd name="T71" fmla="*/ 87 h 164"/>
              <a:gd name="T72" fmla="*/ 148 w 197"/>
              <a:gd name="T73" fmla="*/ 109 h 164"/>
              <a:gd name="T74" fmla="*/ 148 w 197"/>
              <a:gd name="T75" fmla="*/ 128 h 164"/>
              <a:gd name="T76" fmla="*/ 167 w 197"/>
              <a:gd name="T77" fmla="*/ 128 h 164"/>
              <a:gd name="T78" fmla="*/ 168 w 197"/>
              <a:gd name="T79" fmla="*/ 109 h 164"/>
              <a:gd name="T80" fmla="*/ 158 w 197"/>
              <a:gd name="T81" fmla="*/ 105 h 164"/>
              <a:gd name="T82" fmla="*/ 154 w 197"/>
              <a:gd name="T83" fmla="*/ 114 h 164"/>
              <a:gd name="T84" fmla="*/ 163 w 197"/>
              <a:gd name="T85" fmla="*/ 118 h 164"/>
              <a:gd name="T86" fmla="*/ 154 w 197"/>
              <a:gd name="T87" fmla="*/ 122 h 164"/>
              <a:gd name="T88" fmla="*/ 154 w 197"/>
              <a:gd name="T89" fmla="*/ 114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97" h="164">
                <a:moveTo>
                  <a:pt x="159" y="6"/>
                </a:moveTo>
                <a:cubicBezTo>
                  <a:pt x="158" y="2"/>
                  <a:pt x="155" y="0"/>
                  <a:pt x="151" y="1"/>
                </a:cubicBezTo>
                <a:cubicBezTo>
                  <a:pt x="111" y="11"/>
                  <a:pt x="111" y="11"/>
                  <a:pt x="111" y="11"/>
                </a:cubicBezTo>
                <a:cubicBezTo>
                  <a:pt x="110" y="10"/>
                  <a:pt x="108" y="8"/>
                  <a:pt x="105" y="8"/>
                </a:cubicBezTo>
                <a:cubicBezTo>
                  <a:pt x="7" y="8"/>
                  <a:pt x="7" y="8"/>
                  <a:pt x="7" y="8"/>
                </a:cubicBezTo>
                <a:cubicBezTo>
                  <a:pt x="3" y="8"/>
                  <a:pt x="0" y="11"/>
                  <a:pt x="0" y="15"/>
                </a:cubicBezTo>
                <a:cubicBezTo>
                  <a:pt x="0" y="157"/>
                  <a:pt x="0" y="157"/>
                  <a:pt x="0" y="157"/>
                </a:cubicBezTo>
                <a:cubicBezTo>
                  <a:pt x="0" y="161"/>
                  <a:pt x="3" y="164"/>
                  <a:pt x="7" y="164"/>
                </a:cubicBezTo>
                <a:cubicBezTo>
                  <a:pt x="105" y="164"/>
                  <a:pt x="105" y="164"/>
                  <a:pt x="105" y="164"/>
                </a:cubicBezTo>
                <a:cubicBezTo>
                  <a:pt x="109" y="164"/>
                  <a:pt x="112" y="161"/>
                  <a:pt x="112" y="157"/>
                </a:cubicBezTo>
                <a:cubicBezTo>
                  <a:pt x="112" y="71"/>
                  <a:pt x="112" y="71"/>
                  <a:pt x="112" y="71"/>
                </a:cubicBezTo>
                <a:cubicBezTo>
                  <a:pt x="136" y="159"/>
                  <a:pt x="136" y="159"/>
                  <a:pt x="136" y="159"/>
                </a:cubicBezTo>
                <a:cubicBezTo>
                  <a:pt x="136" y="162"/>
                  <a:pt x="140" y="164"/>
                  <a:pt x="144" y="163"/>
                </a:cubicBezTo>
                <a:cubicBezTo>
                  <a:pt x="191" y="151"/>
                  <a:pt x="191" y="151"/>
                  <a:pt x="191" y="151"/>
                </a:cubicBezTo>
                <a:cubicBezTo>
                  <a:pt x="195" y="150"/>
                  <a:pt x="197" y="146"/>
                  <a:pt x="196" y="142"/>
                </a:cubicBezTo>
                <a:cubicBezTo>
                  <a:pt x="159" y="6"/>
                  <a:pt x="159" y="6"/>
                  <a:pt x="159" y="6"/>
                </a:cubicBezTo>
                <a:close/>
                <a:moveTo>
                  <a:pt x="52" y="150"/>
                </a:moveTo>
                <a:cubicBezTo>
                  <a:pt x="52" y="150"/>
                  <a:pt x="52" y="150"/>
                  <a:pt x="52" y="150"/>
                </a:cubicBezTo>
                <a:cubicBezTo>
                  <a:pt x="14" y="150"/>
                  <a:pt x="14" y="150"/>
                  <a:pt x="14" y="150"/>
                </a:cubicBezTo>
                <a:cubicBezTo>
                  <a:pt x="14" y="22"/>
                  <a:pt x="14" y="22"/>
                  <a:pt x="14" y="22"/>
                </a:cubicBezTo>
                <a:cubicBezTo>
                  <a:pt x="52" y="22"/>
                  <a:pt x="52" y="22"/>
                  <a:pt x="52" y="22"/>
                </a:cubicBezTo>
                <a:cubicBezTo>
                  <a:pt x="52" y="150"/>
                  <a:pt x="52" y="150"/>
                  <a:pt x="52" y="150"/>
                </a:cubicBezTo>
                <a:close/>
                <a:moveTo>
                  <a:pt x="99" y="150"/>
                </a:moveTo>
                <a:cubicBezTo>
                  <a:pt x="99" y="150"/>
                  <a:pt x="99" y="150"/>
                  <a:pt x="99" y="150"/>
                </a:cubicBezTo>
                <a:cubicBezTo>
                  <a:pt x="60" y="150"/>
                  <a:pt x="60" y="150"/>
                  <a:pt x="60" y="150"/>
                </a:cubicBezTo>
                <a:cubicBezTo>
                  <a:pt x="60" y="22"/>
                  <a:pt x="60" y="22"/>
                  <a:pt x="60" y="22"/>
                </a:cubicBezTo>
                <a:cubicBezTo>
                  <a:pt x="99" y="22"/>
                  <a:pt x="99" y="22"/>
                  <a:pt x="99" y="22"/>
                </a:cubicBezTo>
                <a:cubicBezTo>
                  <a:pt x="99" y="150"/>
                  <a:pt x="99" y="150"/>
                  <a:pt x="99" y="150"/>
                </a:cubicBezTo>
                <a:close/>
                <a:moveTo>
                  <a:pt x="147" y="149"/>
                </a:moveTo>
                <a:cubicBezTo>
                  <a:pt x="147" y="149"/>
                  <a:pt x="147" y="149"/>
                  <a:pt x="147" y="149"/>
                </a:cubicBezTo>
                <a:cubicBezTo>
                  <a:pt x="114" y="25"/>
                  <a:pt x="114" y="25"/>
                  <a:pt x="114" y="25"/>
                </a:cubicBezTo>
                <a:cubicBezTo>
                  <a:pt x="148" y="16"/>
                  <a:pt x="148" y="16"/>
                  <a:pt x="148" y="16"/>
                </a:cubicBezTo>
                <a:cubicBezTo>
                  <a:pt x="181" y="139"/>
                  <a:pt x="181" y="139"/>
                  <a:pt x="181" y="139"/>
                </a:cubicBezTo>
                <a:cubicBezTo>
                  <a:pt x="147" y="149"/>
                  <a:pt x="147" y="149"/>
                  <a:pt x="147" y="149"/>
                </a:cubicBezTo>
                <a:close/>
                <a:moveTo>
                  <a:pt x="23" y="133"/>
                </a:moveTo>
                <a:cubicBezTo>
                  <a:pt x="23" y="133"/>
                  <a:pt x="23" y="133"/>
                  <a:pt x="23" y="133"/>
                </a:cubicBezTo>
                <a:cubicBezTo>
                  <a:pt x="23" y="133"/>
                  <a:pt x="23" y="133"/>
                  <a:pt x="23" y="133"/>
                </a:cubicBezTo>
                <a:cubicBezTo>
                  <a:pt x="26" y="136"/>
                  <a:pt x="29" y="137"/>
                  <a:pt x="33" y="137"/>
                </a:cubicBezTo>
                <a:cubicBezTo>
                  <a:pt x="37" y="137"/>
                  <a:pt x="40" y="136"/>
                  <a:pt x="42" y="134"/>
                </a:cubicBezTo>
                <a:cubicBezTo>
                  <a:pt x="43" y="133"/>
                  <a:pt x="43" y="133"/>
                  <a:pt x="43" y="133"/>
                </a:cubicBezTo>
                <a:cubicBezTo>
                  <a:pt x="45" y="131"/>
                  <a:pt x="47" y="127"/>
                  <a:pt x="47" y="124"/>
                </a:cubicBezTo>
                <a:cubicBezTo>
                  <a:pt x="47" y="120"/>
                  <a:pt x="45" y="116"/>
                  <a:pt x="43" y="114"/>
                </a:cubicBezTo>
                <a:cubicBezTo>
                  <a:pt x="42" y="114"/>
                  <a:pt x="42" y="114"/>
                  <a:pt x="42" y="114"/>
                </a:cubicBezTo>
                <a:cubicBezTo>
                  <a:pt x="40" y="112"/>
                  <a:pt x="37" y="110"/>
                  <a:pt x="33" y="110"/>
                </a:cubicBezTo>
                <a:cubicBezTo>
                  <a:pt x="29" y="110"/>
                  <a:pt x="26" y="112"/>
                  <a:pt x="23" y="114"/>
                </a:cubicBezTo>
                <a:cubicBezTo>
                  <a:pt x="21" y="116"/>
                  <a:pt x="19" y="120"/>
                  <a:pt x="19" y="124"/>
                </a:cubicBezTo>
                <a:cubicBezTo>
                  <a:pt x="19" y="127"/>
                  <a:pt x="21" y="131"/>
                  <a:pt x="23" y="133"/>
                </a:cubicBezTo>
                <a:close/>
                <a:moveTo>
                  <a:pt x="29" y="120"/>
                </a:moveTo>
                <a:cubicBezTo>
                  <a:pt x="29" y="120"/>
                  <a:pt x="29" y="120"/>
                  <a:pt x="29" y="120"/>
                </a:cubicBezTo>
                <a:cubicBezTo>
                  <a:pt x="30" y="119"/>
                  <a:pt x="31" y="118"/>
                  <a:pt x="33" y="118"/>
                </a:cubicBezTo>
                <a:cubicBezTo>
                  <a:pt x="34" y="118"/>
                  <a:pt x="36" y="119"/>
                  <a:pt x="37" y="120"/>
                </a:cubicBezTo>
                <a:cubicBezTo>
                  <a:pt x="37" y="120"/>
                  <a:pt x="37" y="120"/>
                  <a:pt x="37" y="120"/>
                </a:cubicBezTo>
                <a:cubicBezTo>
                  <a:pt x="38" y="121"/>
                  <a:pt x="38" y="122"/>
                  <a:pt x="38" y="124"/>
                </a:cubicBezTo>
                <a:cubicBezTo>
                  <a:pt x="38" y="125"/>
                  <a:pt x="38" y="127"/>
                  <a:pt x="37" y="128"/>
                </a:cubicBezTo>
                <a:cubicBezTo>
                  <a:pt x="36" y="129"/>
                  <a:pt x="34" y="129"/>
                  <a:pt x="33" y="129"/>
                </a:cubicBezTo>
                <a:cubicBezTo>
                  <a:pt x="31" y="129"/>
                  <a:pt x="30" y="129"/>
                  <a:pt x="29" y="128"/>
                </a:cubicBezTo>
                <a:cubicBezTo>
                  <a:pt x="29" y="127"/>
                  <a:pt x="29" y="127"/>
                  <a:pt x="29" y="127"/>
                </a:cubicBezTo>
                <a:cubicBezTo>
                  <a:pt x="28" y="126"/>
                  <a:pt x="27" y="125"/>
                  <a:pt x="27" y="124"/>
                </a:cubicBezTo>
                <a:cubicBezTo>
                  <a:pt x="27" y="122"/>
                  <a:pt x="28" y="121"/>
                  <a:pt x="29" y="120"/>
                </a:cubicBezTo>
                <a:close/>
                <a:moveTo>
                  <a:pt x="32" y="91"/>
                </a:moveTo>
                <a:cubicBezTo>
                  <a:pt x="32" y="91"/>
                  <a:pt x="32" y="91"/>
                  <a:pt x="32" y="91"/>
                </a:cubicBezTo>
                <a:cubicBezTo>
                  <a:pt x="34" y="91"/>
                  <a:pt x="36" y="89"/>
                  <a:pt x="36" y="87"/>
                </a:cubicBezTo>
                <a:cubicBezTo>
                  <a:pt x="36" y="38"/>
                  <a:pt x="36" y="38"/>
                  <a:pt x="36" y="38"/>
                </a:cubicBezTo>
                <a:cubicBezTo>
                  <a:pt x="36" y="35"/>
                  <a:pt x="34" y="34"/>
                  <a:pt x="32" y="34"/>
                </a:cubicBezTo>
                <a:cubicBezTo>
                  <a:pt x="29" y="34"/>
                  <a:pt x="28" y="35"/>
                  <a:pt x="28" y="38"/>
                </a:cubicBezTo>
                <a:cubicBezTo>
                  <a:pt x="28" y="87"/>
                  <a:pt x="28" y="87"/>
                  <a:pt x="28" y="87"/>
                </a:cubicBezTo>
                <a:cubicBezTo>
                  <a:pt x="28" y="89"/>
                  <a:pt x="29" y="91"/>
                  <a:pt x="32" y="91"/>
                </a:cubicBezTo>
                <a:close/>
                <a:moveTo>
                  <a:pt x="134" y="31"/>
                </a:moveTo>
                <a:cubicBezTo>
                  <a:pt x="134" y="31"/>
                  <a:pt x="134" y="31"/>
                  <a:pt x="134" y="31"/>
                </a:cubicBezTo>
                <a:cubicBezTo>
                  <a:pt x="132" y="32"/>
                  <a:pt x="131" y="34"/>
                  <a:pt x="131" y="36"/>
                </a:cubicBezTo>
                <a:cubicBezTo>
                  <a:pt x="144" y="84"/>
                  <a:pt x="144" y="84"/>
                  <a:pt x="144" y="84"/>
                </a:cubicBezTo>
                <a:cubicBezTo>
                  <a:pt x="144" y="86"/>
                  <a:pt x="146" y="87"/>
                  <a:pt x="149" y="86"/>
                </a:cubicBezTo>
                <a:cubicBezTo>
                  <a:pt x="151" y="86"/>
                  <a:pt x="152" y="84"/>
                  <a:pt x="152" y="82"/>
                </a:cubicBezTo>
                <a:cubicBezTo>
                  <a:pt x="139" y="34"/>
                  <a:pt x="139" y="34"/>
                  <a:pt x="139" y="34"/>
                </a:cubicBezTo>
                <a:cubicBezTo>
                  <a:pt x="138" y="32"/>
                  <a:pt x="136" y="31"/>
                  <a:pt x="134" y="31"/>
                </a:cubicBezTo>
                <a:close/>
                <a:moveTo>
                  <a:pt x="69" y="133"/>
                </a:moveTo>
                <a:cubicBezTo>
                  <a:pt x="69" y="133"/>
                  <a:pt x="69" y="133"/>
                  <a:pt x="69" y="133"/>
                </a:cubicBezTo>
                <a:cubicBezTo>
                  <a:pt x="69" y="133"/>
                  <a:pt x="69" y="133"/>
                  <a:pt x="69" y="133"/>
                </a:cubicBezTo>
                <a:cubicBezTo>
                  <a:pt x="71" y="136"/>
                  <a:pt x="75" y="137"/>
                  <a:pt x="79" y="137"/>
                </a:cubicBezTo>
                <a:cubicBezTo>
                  <a:pt x="82" y="137"/>
                  <a:pt x="86" y="136"/>
                  <a:pt x="88" y="134"/>
                </a:cubicBezTo>
                <a:cubicBezTo>
                  <a:pt x="88" y="133"/>
                  <a:pt x="88" y="133"/>
                  <a:pt x="88" y="133"/>
                </a:cubicBezTo>
                <a:cubicBezTo>
                  <a:pt x="91" y="131"/>
                  <a:pt x="92" y="127"/>
                  <a:pt x="92" y="124"/>
                </a:cubicBezTo>
                <a:cubicBezTo>
                  <a:pt x="92" y="120"/>
                  <a:pt x="91" y="116"/>
                  <a:pt x="88" y="114"/>
                </a:cubicBezTo>
                <a:cubicBezTo>
                  <a:pt x="86" y="112"/>
                  <a:pt x="82" y="110"/>
                  <a:pt x="79" y="110"/>
                </a:cubicBezTo>
                <a:cubicBezTo>
                  <a:pt x="75" y="110"/>
                  <a:pt x="71" y="112"/>
                  <a:pt x="69" y="114"/>
                </a:cubicBezTo>
                <a:cubicBezTo>
                  <a:pt x="69" y="114"/>
                  <a:pt x="69" y="114"/>
                  <a:pt x="69" y="114"/>
                </a:cubicBezTo>
                <a:cubicBezTo>
                  <a:pt x="66" y="116"/>
                  <a:pt x="65" y="120"/>
                  <a:pt x="65" y="124"/>
                </a:cubicBezTo>
                <a:cubicBezTo>
                  <a:pt x="65" y="127"/>
                  <a:pt x="66" y="131"/>
                  <a:pt x="69" y="133"/>
                </a:cubicBezTo>
                <a:close/>
                <a:moveTo>
                  <a:pt x="75" y="120"/>
                </a:moveTo>
                <a:cubicBezTo>
                  <a:pt x="75" y="120"/>
                  <a:pt x="75" y="120"/>
                  <a:pt x="75" y="120"/>
                </a:cubicBezTo>
                <a:cubicBezTo>
                  <a:pt x="76" y="119"/>
                  <a:pt x="77" y="118"/>
                  <a:pt x="79" y="118"/>
                </a:cubicBezTo>
                <a:cubicBezTo>
                  <a:pt x="80" y="118"/>
                  <a:pt x="81" y="119"/>
                  <a:pt x="82" y="120"/>
                </a:cubicBezTo>
                <a:cubicBezTo>
                  <a:pt x="82" y="120"/>
                  <a:pt x="82" y="120"/>
                  <a:pt x="82" y="120"/>
                </a:cubicBezTo>
                <a:cubicBezTo>
                  <a:pt x="84" y="121"/>
                  <a:pt x="84" y="122"/>
                  <a:pt x="84" y="124"/>
                </a:cubicBezTo>
                <a:cubicBezTo>
                  <a:pt x="84" y="125"/>
                  <a:pt x="84" y="127"/>
                  <a:pt x="83" y="128"/>
                </a:cubicBezTo>
                <a:cubicBezTo>
                  <a:pt x="82" y="128"/>
                  <a:pt x="82" y="128"/>
                  <a:pt x="82" y="128"/>
                </a:cubicBezTo>
                <a:cubicBezTo>
                  <a:pt x="81" y="129"/>
                  <a:pt x="80" y="129"/>
                  <a:pt x="79" y="129"/>
                </a:cubicBezTo>
                <a:cubicBezTo>
                  <a:pt x="77" y="129"/>
                  <a:pt x="76" y="129"/>
                  <a:pt x="75" y="128"/>
                </a:cubicBezTo>
                <a:cubicBezTo>
                  <a:pt x="74" y="127"/>
                  <a:pt x="74" y="127"/>
                  <a:pt x="74" y="127"/>
                </a:cubicBezTo>
                <a:cubicBezTo>
                  <a:pt x="74" y="126"/>
                  <a:pt x="73" y="125"/>
                  <a:pt x="73" y="124"/>
                </a:cubicBezTo>
                <a:cubicBezTo>
                  <a:pt x="73" y="122"/>
                  <a:pt x="74" y="121"/>
                  <a:pt x="75" y="120"/>
                </a:cubicBezTo>
                <a:close/>
                <a:moveTo>
                  <a:pt x="81" y="91"/>
                </a:moveTo>
                <a:cubicBezTo>
                  <a:pt x="81" y="91"/>
                  <a:pt x="81" y="91"/>
                  <a:pt x="81" y="91"/>
                </a:cubicBezTo>
                <a:cubicBezTo>
                  <a:pt x="83" y="91"/>
                  <a:pt x="85" y="89"/>
                  <a:pt x="85" y="87"/>
                </a:cubicBezTo>
                <a:cubicBezTo>
                  <a:pt x="85" y="38"/>
                  <a:pt x="85" y="38"/>
                  <a:pt x="85" y="38"/>
                </a:cubicBezTo>
                <a:cubicBezTo>
                  <a:pt x="85" y="35"/>
                  <a:pt x="83" y="34"/>
                  <a:pt x="81" y="34"/>
                </a:cubicBezTo>
                <a:cubicBezTo>
                  <a:pt x="79" y="34"/>
                  <a:pt x="77" y="35"/>
                  <a:pt x="77" y="38"/>
                </a:cubicBezTo>
                <a:cubicBezTo>
                  <a:pt x="77" y="87"/>
                  <a:pt x="77" y="87"/>
                  <a:pt x="77" y="87"/>
                </a:cubicBezTo>
                <a:cubicBezTo>
                  <a:pt x="77" y="89"/>
                  <a:pt x="79" y="91"/>
                  <a:pt x="81" y="91"/>
                </a:cubicBezTo>
                <a:close/>
                <a:moveTo>
                  <a:pt x="148" y="109"/>
                </a:moveTo>
                <a:cubicBezTo>
                  <a:pt x="148" y="109"/>
                  <a:pt x="148" y="109"/>
                  <a:pt x="148" y="109"/>
                </a:cubicBezTo>
                <a:cubicBezTo>
                  <a:pt x="146" y="111"/>
                  <a:pt x="144" y="114"/>
                  <a:pt x="144" y="118"/>
                </a:cubicBezTo>
                <a:cubicBezTo>
                  <a:pt x="144" y="122"/>
                  <a:pt x="146" y="125"/>
                  <a:pt x="148" y="128"/>
                </a:cubicBezTo>
                <a:cubicBezTo>
                  <a:pt x="148" y="128"/>
                  <a:pt x="148" y="128"/>
                  <a:pt x="148" y="128"/>
                </a:cubicBezTo>
                <a:cubicBezTo>
                  <a:pt x="151" y="130"/>
                  <a:pt x="154" y="132"/>
                  <a:pt x="158" y="132"/>
                </a:cubicBezTo>
                <a:cubicBezTo>
                  <a:pt x="161" y="132"/>
                  <a:pt x="165" y="131"/>
                  <a:pt x="167" y="128"/>
                </a:cubicBezTo>
                <a:cubicBezTo>
                  <a:pt x="167" y="128"/>
                  <a:pt x="167" y="128"/>
                  <a:pt x="167" y="128"/>
                </a:cubicBezTo>
                <a:cubicBezTo>
                  <a:pt x="168" y="128"/>
                  <a:pt x="168" y="128"/>
                  <a:pt x="168" y="128"/>
                </a:cubicBezTo>
                <a:cubicBezTo>
                  <a:pt x="170" y="126"/>
                  <a:pt x="171" y="122"/>
                  <a:pt x="171" y="118"/>
                </a:cubicBezTo>
                <a:cubicBezTo>
                  <a:pt x="171" y="114"/>
                  <a:pt x="170" y="111"/>
                  <a:pt x="168" y="109"/>
                </a:cubicBezTo>
                <a:cubicBezTo>
                  <a:pt x="168" y="109"/>
                  <a:pt x="168" y="109"/>
                  <a:pt x="168" y="109"/>
                </a:cubicBezTo>
                <a:cubicBezTo>
                  <a:pt x="168" y="109"/>
                  <a:pt x="168" y="109"/>
                  <a:pt x="168" y="109"/>
                </a:cubicBezTo>
                <a:cubicBezTo>
                  <a:pt x="165" y="106"/>
                  <a:pt x="162" y="105"/>
                  <a:pt x="158" y="105"/>
                </a:cubicBezTo>
                <a:cubicBezTo>
                  <a:pt x="154" y="105"/>
                  <a:pt x="151" y="106"/>
                  <a:pt x="148" y="109"/>
                </a:cubicBezTo>
                <a:close/>
                <a:moveTo>
                  <a:pt x="154" y="114"/>
                </a:moveTo>
                <a:cubicBezTo>
                  <a:pt x="154" y="114"/>
                  <a:pt x="154" y="114"/>
                  <a:pt x="154" y="114"/>
                </a:cubicBezTo>
                <a:cubicBezTo>
                  <a:pt x="155" y="113"/>
                  <a:pt x="156" y="113"/>
                  <a:pt x="158" y="113"/>
                </a:cubicBezTo>
                <a:cubicBezTo>
                  <a:pt x="159" y="113"/>
                  <a:pt x="161" y="113"/>
                  <a:pt x="162" y="114"/>
                </a:cubicBezTo>
                <a:cubicBezTo>
                  <a:pt x="163" y="115"/>
                  <a:pt x="163" y="117"/>
                  <a:pt x="163" y="118"/>
                </a:cubicBezTo>
                <a:cubicBezTo>
                  <a:pt x="163" y="120"/>
                  <a:pt x="163" y="121"/>
                  <a:pt x="162" y="122"/>
                </a:cubicBezTo>
                <a:cubicBezTo>
                  <a:pt x="161" y="123"/>
                  <a:pt x="159" y="124"/>
                  <a:pt x="158" y="124"/>
                </a:cubicBezTo>
                <a:cubicBezTo>
                  <a:pt x="156" y="124"/>
                  <a:pt x="155" y="123"/>
                  <a:pt x="154" y="122"/>
                </a:cubicBezTo>
                <a:cubicBezTo>
                  <a:pt x="154" y="122"/>
                  <a:pt x="154" y="122"/>
                  <a:pt x="154" y="122"/>
                </a:cubicBezTo>
                <a:cubicBezTo>
                  <a:pt x="153" y="121"/>
                  <a:pt x="152" y="120"/>
                  <a:pt x="152" y="118"/>
                </a:cubicBezTo>
                <a:cubicBezTo>
                  <a:pt x="152" y="117"/>
                  <a:pt x="153" y="115"/>
                  <a:pt x="154" y="114"/>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8" name="Freeform 10"/>
          <p:cNvSpPr>
            <a:spLocks noEditPoints="1"/>
          </p:cNvSpPr>
          <p:nvPr/>
        </p:nvSpPr>
        <p:spPr bwMode="auto">
          <a:xfrm>
            <a:off x="107850" y="2091788"/>
            <a:ext cx="174824" cy="175280"/>
          </a:xfrm>
          <a:custGeom>
            <a:avLst/>
            <a:gdLst>
              <a:gd name="T0" fmla="*/ 47 w 162"/>
              <a:gd name="T1" fmla="*/ 34 h 163"/>
              <a:gd name="T2" fmla="*/ 34 w 162"/>
              <a:gd name="T3" fmla="*/ 47 h 163"/>
              <a:gd name="T4" fmla="*/ 32 w 162"/>
              <a:gd name="T5" fmla="*/ 61 h 163"/>
              <a:gd name="T6" fmla="*/ 41 w 162"/>
              <a:gd name="T7" fmla="*/ 52 h 163"/>
              <a:gd name="T8" fmla="*/ 52 w 162"/>
              <a:gd name="T9" fmla="*/ 41 h 163"/>
              <a:gd name="T10" fmla="*/ 60 w 162"/>
              <a:gd name="T11" fmla="*/ 32 h 163"/>
              <a:gd name="T12" fmla="*/ 160 w 162"/>
              <a:gd name="T13" fmla="*/ 150 h 163"/>
              <a:gd name="T14" fmla="*/ 130 w 162"/>
              <a:gd name="T15" fmla="*/ 121 h 163"/>
              <a:gd name="T16" fmla="*/ 147 w 162"/>
              <a:gd name="T17" fmla="*/ 74 h 163"/>
              <a:gd name="T18" fmla="*/ 142 w 162"/>
              <a:gd name="T19" fmla="*/ 46 h 163"/>
              <a:gd name="T20" fmla="*/ 126 w 162"/>
              <a:gd name="T21" fmla="*/ 22 h 163"/>
              <a:gd name="T22" fmla="*/ 74 w 162"/>
              <a:gd name="T23" fmla="*/ 0 h 163"/>
              <a:gd name="T24" fmla="*/ 6 w 162"/>
              <a:gd name="T25" fmla="*/ 46 h 163"/>
              <a:gd name="T26" fmla="*/ 5 w 162"/>
              <a:gd name="T27" fmla="*/ 102 h 163"/>
              <a:gd name="T28" fmla="*/ 21 w 162"/>
              <a:gd name="T29" fmla="*/ 126 h 163"/>
              <a:gd name="T30" fmla="*/ 45 w 162"/>
              <a:gd name="T31" fmla="*/ 142 h 163"/>
              <a:gd name="T32" fmla="*/ 45 w 162"/>
              <a:gd name="T33" fmla="*/ 142 h 163"/>
              <a:gd name="T34" fmla="*/ 102 w 162"/>
              <a:gd name="T35" fmla="*/ 142 h 163"/>
              <a:gd name="T36" fmla="*/ 150 w 162"/>
              <a:gd name="T37" fmla="*/ 160 h 163"/>
              <a:gd name="T38" fmla="*/ 160 w 162"/>
              <a:gd name="T39" fmla="*/ 150 h 163"/>
              <a:gd name="T40" fmla="*/ 116 w 162"/>
              <a:gd name="T41" fmla="*/ 117 h 163"/>
              <a:gd name="T42" fmla="*/ 97 w 162"/>
              <a:gd name="T43" fmla="*/ 130 h 163"/>
              <a:gd name="T44" fmla="*/ 51 w 162"/>
              <a:gd name="T45" fmla="*/ 130 h 163"/>
              <a:gd name="T46" fmla="*/ 31 w 162"/>
              <a:gd name="T47" fmla="*/ 117 h 163"/>
              <a:gd name="T48" fmla="*/ 31 w 162"/>
              <a:gd name="T49" fmla="*/ 117 h 163"/>
              <a:gd name="T50" fmla="*/ 18 w 162"/>
              <a:gd name="T51" fmla="*/ 97 h 163"/>
              <a:gd name="T52" fmla="*/ 18 w 162"/>
              <a:gd name="T53" fmla="*/ 51 h 163"/>
              <a:gd name="T54" fmla="*/ 74 w 162"/>
              <a:gd name="T55" fmla="*/ 14 h 163"/>
              <a:gd name="T56" fmla="*/ 116 w 162"/>
              <a:gd name="T57" fmla="*/ 31 h 163"/>
              <a:gd name="T58" fmla="*/ 129 w 162"/>
              <a:gd name="T59" fmla="*/ 51 h 163"/>
              <a:gd name="T60" fmla="*/ 134 w 162"/>
              <a:gd name="T61" fmla="*/ 74 h 163"/>
              <a:gd name="T62" fmla="*/ 116 w 162"/>
              <a:gd name="T63" fmla="*/ 117 h 163"/>
              <a:gd name="T64" fmla="*/ 117 w 162"/>
              <a:gd name="T65" fmla="*/ 70 h 163"/>
              <a:gd name="T66" fmla="*/ 110 w 162"/>
              <a:gd name="T67" fmla="*/ 89 h 163"/>
              <a:gd name="T68" fmla="*/ 102 w 162"/>
              <a:gd name="T69" fmla="*/ 102 h 163"/>
              <a:gd name="T70" fmla="*/ 74 w 162"/>
              <a:gd name="T71" fmla="*/ 114 h 163"/>
              <a:gd name="T72" fmla="*/ 74 w 162"/>
              <a:gd name="T73" fmla="*/ 122 h 163"/>
              <a:gd name="T74" fmla="*/ 107 w 162"/>
              <a:gd name="T75" fmla="*/ 108 h 163"/>
              <a:gd name="T76" fmla="*/ 118 w 162"/>
              <a:gd name="T77" fmla="*/ 92 h 163"/>
              <a:gd name="T78" fmla="*/ 117 w 162"/>
              <a:gd name="T79" fmla="*/ 70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62" h="163">
                <a:moveTo>
                  <a:pt x="55" y="30"/>
                </a:moveTo>
                <a:cubicBezTo>
                  <a:pt x="52" y="31"/>
                  <a:pt x="50" y="33"/>
                  <a:pt x="47" y="34"/>
                </a:cubicBezTo>
                <a:cubicBezTo>
                  <a:pt x="44" y="36"/>
                  <a:pt x="42" y="38"/>
                  <a:pt x="40" y="40"/>
                </a:cubicBezTo>
                <a:cubicBezTo>
                  <a:pt x="38" y="42"/>
                  <a:pt x="36" y="45"/>
                  <a:pt x="34" y="47"/>
                </a:cubicBezTo>
                <a:cubicBezTo>
                  <a:pt x="32" y="50"/>
                  <a:pt x="31" y="53"/>
                  <a:pt x="30" y="55"/>
                </a:cubicBezTo>
                <a:cubicBezTo>
                  <a:pt x="29" y="57"/>
                  <a:pt x="30" y="60"/>
                  <a:pt x="32" y="61"/>
                </a:cubicBezTo>
                <a:cubicBezTo>
                  <a:pt x="34" y="62"/>
                  <a:pt x="36" y="61"/>
                  <a:pt x="37" y="59"/>
                </a:cubicBezTo>
                <a:cubicBezTo>
                  <a:pt x="38" y="56"/>
                  <a:pt x="39" y="54"/>
                  <a:pt x="41" y="52"/>
                </a:cubicBezTo>
                <a:cubicBezTo>
                  <a:pt x="42" y="50"/>
                  <a:pt x="44" y="48"/>
                  <a:pt x="46" y="46"/>
                </a:cubicBezTo>
                <a:cubicBezTo>
                  <a:pt x="48" y="44"/>
                  <a:pt x="49" y="43"/>
                  <a:pt x="52" y="41"/>
                </a:cubicBezTo>
                <a:cubicBezTo>
                  <a:pt x="54" y="40"/>
                  <a:pt x="56" y="38"/>
                  <a:pt x="58" y="37"/>
                </a:cubicBezTo>
                <a:cubicBezTo>
                  <a:pt x="60" y="37"/>
                  <a:pt x="61" y="34"/>
                  <a:pt x="60" y="32"/>
                </a:cubicBezTo>
                <a:cubicBezTo>
                  <a:pt x="59" y="30"/>
                  <a:pt x="57" y="29"/>
                  <a:pt x="55" y="30"/>
                </a:cubicBezTo>
                <a:close/>
                <a:moveTo>
                  <a:pt x="160" y="150"/>
                </a:moveTo>
                <a:cubicBezTo>
                  <a:pt x="160" y="150"/>
                  <a:pt x="160" y="150"/>
                  <a:pt x="160" y="150"/>
                </a:cubicBezTo>
                <a:cubicBezTo>
                  <a:pt x="130" y="121"/>
                  <a:pt x="130" y="121"/>
                  <a:pt x="130" y="121"/>
                </a:cubicBezTo>
                <a:cubicBezTo>
                  <a:pt x="135" y="115"/>
                  <a:pt x="139" y="109"/>
                  <a:pt x="142" y="102"/>
                </a:cubicBezTo>
                <a:cubicBezTo>
                  <a:pt x="145" y="93"/>
                  <a:pt x="147" y="84"/>
                  <a:pt x="147" y="74"/>
                </a:cubicBezTo>
                <a:cubicBezTo>
                  <a:pt x="147" y="64"/>
                  <a:pt x="145" y="55"/>
                  <a:pt x="142" y="46"/>
                </a:cubicBezTo>
                <a:cubicBezTo>
                  <a:pt x="142" y="46"/>
                  <a:pt x="142" y="46"/>
                  <a:pt x="142" y="46"/>
                </a:cubicBezTo>
                <a:cubicBezTo>
                  <a:pt x="138" y="37"/>
                  <a:pt x="133" y="29"/>
                  <a:pt x="126" y="22"/>
                </a:cubicBezTo>
                <a:cubicBezTo>
                  <a:pt x="126" y="22"/>
                  <a:pt x="126" y="22"/>
                  <a:pt x="126" y="22"/>
                </a:cubicBezTo>
                <a:cubicBezTo>
                  <a:pt x="119" y="15"/>
                  <a:pt x="111" y="10"/>
                  <a:pt x="102" y="6"/>
                </a:cubicBezTo>
                <a:cubicBezTo>
                  <a:pt x="93" y="2"/>
                  <a:pt x="84" y="0"/>
                  <a:pt x="74" y="0"/>
                </a:cubicBezTo>
                <a:cubicBezTo>
                  <a:pt x="53" y="0"/>
                  <a:pt x="35" y="8"/>
                  <a:pt x="21" y="22"/>
                </a:cubicBezTo>
                <a:cubicBezTo>
                  <a:pt x="15" y="29"/>
                  <a:pt x="9" y="37"/>
                  <a:pt x="6" y="46"/>
                </a:cubicBezTo>
                <a:cubicBezTo>
                  <a:pt x="2" y="55"/>
                  <a:pt x="0" y="64"/>
                  <a:pt x="0" y="74"/>
                </a:cubicBezTo>
                <a:cubicBezTo>
                  <a:pt x="0" y="84"/>
                  <a:pt x="2" y="93"/>
                  <a:pt x="5" y="102"/>
                </a:cubicBezTo>
                <a:cubicBezTo>
                  <a:pt x="6" y="102"/>
                  <a:pt x="6" y="102"/>
                  <a:pt x="6" y="102"/>
                </a:cubicBezTo>
                <a:cubicBezTo>
                  <a:pt x="9" y="111"/>
                  <a:pt x="15" y="119"/>
                  <a:pt x="21" y="126"/>
                </a:cubicBezTo>
                <a:cubicBezTo>
                  <a:pt x="22" y="126"/>
                  <a:pt x="22" y="126"/>
                  <a:pt x="22" y="126"/>
                </a:cubicBezTo>
                <a:cubicBezTo>
                  <a:pt x="28" y="133"/>
                  <a:pt x="36" y="138"/>
                  <a:pt x="45" y="142"/>
                </a:cubicBezTo>
                <a:cubicBezTo>
                  <a:pt x="45" y="142"/>
                  <a:pt x="45" y="142"/>
                  <a:pt x="45" y="142"/>
                </a:cubicBezTo>
                <a:cubicBezTo>
                  <a:pt x="45" y="142"/>
                  <a:pt x="45" y="142"/>
                  <a:pt x="45" y="142"/>
                </a:cubicBezTo>
                <a:cubicBezTo>
                  <a:pt x="54" y="146"/>
                  <a:pt x="64" y="148"/>
                  <a:pt x="74" y="148"/>
                </a:cubicBezTo>
                <a:cubicBezTo>
                  <a:pt x="84" y="148"/>
                  <a:pt x="93" y="146"/>
                  <a:pt x="102" y="142"/>
                </a:cubicBezTo>
                <a:cubicBezTo>
                  <a:pt x="109" y="139"/>
                  <a:pt x="115" y="135"/>
                  <a:pt x="121" y="131"/>
                </a:cubicBezTo>
                <a:cubicBezTo>
                  <a:pt x="150" y="160"/>
                  <a:pt x="150" y="160"/>
                  <a:pt x="150" y="160"/>
                </a:cubicBezTo>
                <a:cubicBezTo>
                  <a:pt x="153" y="163"/>
                  <a:pt x="157" y="163"/>
                  <a:pt x="160" y="160"/>
                </a:cubicBezTo>
                <a:cubicBezTo>
                  <a:pt x="162" y="157"/>
                  <a:pt x="162" y="153"/>
                  <a:pt x="160" y="150"/>
                </a:cubicBezTo>
                <a:close/>
                <a:moveTo>
                  <a:pt x="116" y="117"/>
                </a:moveTo>
                <a:cubicBezTo>
                  <a:pt x="116" y="117"/>
                  <a:pt x="116" y="117"/>
                  <a:pt x="116" y="117"/>
                </a:cubicBezTo>
                <a:cubicBezTo>
                  <a:pt x="116" y="117"/>
                  <a:pt x="116" y="117"/>
                  <a:pt x="116" y="117"/>
                </a:cubicBezTo>
                <a:cubicBezTo>
                  <a:pt x="111" y="122"/>
                  <a:pt x="104" y="127"/>
                  <a:pt x="97" y="130"/>
                </a:cubicBezTo>
                <a:cubicBezTo>
                  <a:pt x="90" y="133"/>
                  <a:pt x="82" y="134"/>
                  <a:pt x="74" y="134"/>
                </a:cubicBezTo>
                <a:cubicBezTo>
                  <a:pt x="65" y="134"/>
                  <a:pt x="58" y="133"/>
                  <a:pt x="51" y="130"/>
                </a:cubicBezTo>
                <a:cubicBezTo>
                  <a:pt x="51" y="130"/>
                  <a:pt x="51" y="130"/>
                  <a:pt x="51" y="130"/>
                </a:cubicBezTo>
                <a:cubicBezTo>
                  <a:pt x="43" y="127"/>
                  <a:pt x="37" y="122"/>
                  <a:pt x="31" y="117"/>
                </a:cubicBezTo>
                <a:cubicBezTo>
                  <a:pt x="31" y="117"/>
                  <a:pt x="31" y="117"/>
                  <a:pt x="31" y="117"/>
                </a:cubicBezTo>
                <a:cubicBezTo>
                  <a:pt x="31" y="117"/>
                  <a:pt x="31" y="117"/>
                  <a:pt x="31" y="117"/>
                </a:cubicBezTo>
                <a:cubicBezTo>
                  <a:pt x="26" y="111"/>
                  <a:pt x="21" y="104"/>
                  <a:pt x="18" y="97"/>
                </a:cubicBezTo>
                <a:cubicBezTo>
                  <a:pt x="18" y="97"/>
                  <a:pt x="18" y="97"/>
                  <a:pt x="18" y="97"/>
                </a:cubicBezTo>
                <a:cubicBezTo>
                  <a:pt x="15" y="90"/>
                  <a:pt x="13" y="82"/>
                  <a:pt x="13" y="74"/>
                </a:cubicBezTo>
                <a:cubicBezTo>
                  <a:pt x="13" y="66"/>
                  <a:pt x="15" y="58"/>
                  <a:pt x="18" y="51"/>
                </a:cubicBezTo>
                <a:cubicBezTo>
                  <a:pt x="21" y="44"/>
                  <a:pt x="26" y="37"/>
                  <a:pt x="31" y="31"/>
                </a:cubicBezTo>
                <a:cubicBezTo>
                  <a:pt x="42" y="21"/>
                  <a:pt x="57" y="14"/>
                  <a:pt x="74" y="14"/>
                </a:cubicBezTo>
                <a:cubicBezTo>
                  <a:pt x="82" y="14"/>
                  <a:pt x="90" y="15"/>
                  <a:pt x="97" y="18"/>
                </a:cubicBezTo>
                <a:cubicBezTo>
                  <a:pt x="104" y="21"/>
                  <a:pt x="111" y="26"/>
                  <a:pt x="116" y="31"/>
                </a:cubicBezTo>
                <a:cubicBezTo>
                  <a:pt x="117" y="32"/>
                  <a:pt x="117" y="32"/>
                  <a:pt x="117" y="32"/>
                </a:cubicBezTo>
                <a:cubicBezTo>
                  <a:pt x="122" y="37"/>
                  <a:pt x="126" y="44"/>
                  <a:pt x="129" y="51"/>
                </a:cubicBezTo>
                <a:cubicBezTo>
                  <a:pt x="129" y="51"/>
                  <a:pt x="129" y="51"/>
                  <a:pt x="129" y="51"/>
                </a:cubicBezTo>
                <a:cubicBezTo>
                  <a:pt x="132" y="58"/>
                  <a:pt x="134" y="66"/>
                  <a:pt x="134" y="74"/>
                </a:cubicBezTo>
                <a:cubicBezTo>
                  <a:pt x="134" y="82"/>
                  <a:pt x="132" y="90"/>
                  <a:pt x="129" y="97"/>
                </a:cubicBezTo>
                <a:cubicBezTo>
                  <a:pt x="126" y="104"/>
                  <a:pt x="122" y="111"/>
                  <a:pt x="116" y="117"/>
                </a:cubicBezTo>
                <a:close/>
                <a:moveTo>
                  <a:pt x="117" y="70"/>
                </a:moveTo>
                <a:cubicBezTo>
                  <a:pt x="117" y="70"/>
                  <a:pt x="117" y="70"/>
                  <a:pt x="117" y="70"/>
                </a:cubicBezTo>
                <a:cubicBezTo>
                  <a:pt x="115" y="70"/>
                  <a:pt x="113" y="72"/>
                  <a:pt x="113" y="74"/>
                </a:cubicBezTo>
                <a:cubicBezTo>
                  <a:pt x="113" y="79"/>
                  <a:pt x="112" y="84"/>
                  <a:pt x="110" y="89"/>
                </a:cubicBezTo>
                <a:cubicBezTo>
                  <a:pt x="110" y="89"/>
                  <a:pt x="110" y="89"/>
                  <a:pt x="110" y="89"/>
                </a:cubicBezTo>
                <a:cubicBezTo>
                  <a:pt x="108" y="94"/>
                  <a:pt x="105" y="98"/>
                  <a:pt x="102" y="102"/>
                </a:cubicBezTo>
                <a:cubicBezTo>
                  <a:pt x="98" y="106"/>
                  <a:pt x="94" y="109"/>
                  <a:pt x="89" y="111"/>
                </a:cubicBezTo>
                <a:cubicBezTo>
                  <a:pt x="84" y="113"/>
                  <a:pt x="79" y="114"/>
                  <a:pt x="74" y="114"/>
                </a:cubicBezTo>
                <a:cubicBezTo>
                  <a:pt x="71" y="114"/>
                  <a:pt x="70" y="115"/>
                  <a:pt x="70" y="118"/>
                </a:cubicBezTo>
                <a:cubicBezTo>
                  <a:pt x="70" y="120"/>
                  <a:pt x="71" y="122"/>
                  <a:pt x="74" y="122"/>
                </a:cubicBezTo>
                <a:cubicBezTo>
                  <a:pt x="80" y="122"/>
                  <a:pt x="86" y="120"/>
                  <a:pt x="92" y="118"/>
                </a:cubicBezTo>
                <a:cubicBezTo>
                  <a:pt x="98" y="116"/>
                  <a:pt x="103" y="112"/>
                  <a:pt x="107" y="108"/>
                </a:cubicBezTo>
                <a:cubicBezTo>
                  <a:pt x="112" y="103"/>
                  <a:pt x="115" y="98"/>
                  <a:pt x="118" y="92"/>
                </a:cubicBezTo>
                <a:cubicBezTo>
                  <a:pt x="118" y="92"/>
                  <a:pt x="118" y="92"/>
                  <a:pt x="118" y="92"/>
                </a:cubicBezTo>
                <a:cubicBezTo>
                  <a:pt x="120" y="86"/>
                  <a:pt x="121" y="80"/>
                  <a:pt x="121" y="74"/>
                </a:cubicBezTo>
                <a:cubicBezTo>
                  <a:pt x="121" y="72"/>
                  <a:pt x="120" y="70"/>
                  <a:pt x="117" y="70"/>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48" name="矩形 47"/>
          <p:cNvSpPr/>
          <p:nvPr/>
        </p:nvSpPr>
        <p:spPr>
          <a:xfrm>
            <a:off x="5867400" y="262034"/>
            <a:ext cx="2665040" cy="285078"/>
          </a:xfrm>
          <a:prstGeom prst="rect">
            <a:avLst/>
          </a:prstGeom>
        </p:spPr>
        <p:txBody>
          <a:bodyPr wrap="square" lIns="0" tIns="0" rIns="0" bIns="0" anchor="ctr" anchorCtr="0">
            <a:spAutoFit/>
          </a:bodyPr>
          <a:lstStyle/>
          <a:p>
            <a:pPr algn="r">
              <a:lnSpc>
                <a:spcPct val="150000"/>
              </a:lnSpc>
            </a:pPr>
            <a:r>
              <a:rPr lang="zh-CN" altLang="en-US" sz="1400" b="1" dirty="0">
                <a:solidFill>
                  <a:srgbClr val="354454"/>
                </a:solidFill>
                <a:latin typeface="微软雅黑" pitchFamily="34" charset="-122"/>
                <a:ea typeface="微软雅黑" pitchFamily="34" charset="-122"/>
              </a:rPr>
              <a:t>主要贡献与创新</a:t>
            </a:r>
          </a:p>
        </p:txBody>
      </p:sp>
      <p:sp>
        <p:nvSpPr>
          <p:cNvPr id="283" name="矩形 282"/>
          <p:cNvSpPr/>
          <p:nvPr/>
        </p:nvSpPr>
        <p:spPr>
          <a:xfrm>
            <a:off x="614945" y="1653245"/>
            <a:ext cx="441146" cy="246221"/>
          </a:xfrm>
          <a:prstGeom prst="rect">
            <a:avLst/>
          </a:prstGeom>
        </p:spPr>
        <p:txBody>
          <a:bodyPr wrap="none">
            <a:spAutoFit/>
          </a:bodyPr>
          <a:lstStyle/>
          <a:p>
            <a:pPr algn="ctr"/>
            <a:r>
              <a:rPr lang="zh-CN" altLang="en-US" sz="1000" dirty="0">
                <a:ln w="6350">
                  <a:noFill/>
                </a:ln>
                <a:solidFill>
                  <a:schemeClr val="bg1"/>
                </a:solidFill>
                <a:latin typeface="Impact" pitchFamily="34" charset="0"/>
                <a:ea typeface="微软雅黑" pitchFamily="34" charset="-122"/>
              </a:rPr>
              <a:t>绪论</a:t>
            </a:r>
          </a:p>
        </p:txBody>
      </p:sp>
      <p:sp>
        <p:nvSpPr>
          <p:cNvPr id="284" name="矩形 283"/>
          <p:cNvSpPr/>
          <p:nvPr/>
        </p:nvSpPr>
        <p:spPr>
          <a:xfrm>
            <a:off x="422584" y="2036065"/>
            <a:ext cx="825867" cy="246221"/>
          </a:xfrm>
          <a:prstGeom prst="rect">
            <a:avLst/>
          </a:prstGeom>
        </p:spPr>
        <p:txBody>
          <a:bodyPr wrap="none">
            <a:spAutoFit/>
          </a:bodyPr>
          <a:lstStyle/>
          <a:p>
            <a:pPr algn="ctr"/>
            <a:r>
              <a:rPr lang="zh-CN" altLang="en-US" sz="1000" dirty="0">
                <a:ln w="6350">
                  <a:noFill/>
                </a:ln>
                <a:solidFill>
                  <a:srgbClr val="586B7F"/>
                </a:solidFill>
                <a:latin typeface="Impact" pitchFamily="34" charset="0"/>
                <a:ea typeface="微软雅黑" pitchFamily="34" charset="-122"/>
              </a:rPr>
              <a:t>思路与方法</a:t>
            </a:r>
          </a:p>
        </p:txBody>
      </p:sp>
      <p:sp>
        <p:nvSpPr>
          <p:cNvPr id="285" name="矩形 284"/>
          <p:cNvSpPr/>
          <p:nvPr/>
        </p:nvSpPr>
        <p:spPr>
          <a:xfrm>
            <a:off x="422585" y="2823369"/>
            <a:ext cx="825867" cy="246221"/>
          </a:xfrm>
          <a:prstGeom prst="rect">
            <a:avLst/>
          </a:prstGeom>
        </p:spPr>
        <p:txBody>
          <a:bodyPr wrap="none">
            <a:spAutoFit/>
          </a:bodyPr>
          <a:lstStyle/>
          <a:p>
            <a:pPr algn="ctr"/>
            <a:r>
              <a:rPr lang="zh-CN" altLang="en-US" sz="1000" dirty="0">
                <a:ln w="6350">
                  <a:noFill/>
                </a:ln>
                <a:solidFill>
                  <a:srgbClr val="586B7F"/>
                </a:solidFill>
                <a:latin typeface="Impact" pitchFamily="34" charset="0"/>
                <a:ea typeface="微软雅黑" pitchFamily="34" charset="-122"/>
              </a:rPr>
              <a:t>成果与应用</a:t>
            </a:r>
          </a:p>
        </p:txBody>
      </p:sp>
      <p:sp>
        <p:nvSpPr>
          <p:cNvPr id="286" name="矩形 285"/>
          <p:cNvSpPr/>
          <p:nvPr/>
        </p:nvSpPr>
        <p:spPr>
          <a:xfrm>
            <a:off x="422585" y="2432846"/>
            <a:ext cx="825867" cy="246221"/>
          </a:xfrm>
          <a:prstGeom prst="rect">
            <a:avLst/>
          </a:prstGeom>
        </p:spPr>
        <p:txBody>
          <a:bodyPr wrap="none">
            <a:spAutoFit/>
          </a:bodyPr>
          <a:lstStyle/>
          <a:p>
            <a:pPr algn="ctr"/>
            <a:r>
              <a:rPr lang="zh-CN" altLang="en-US" sz="1000" dirty="0">
                <a:ln w="6350">
                  <a:noFill/>
                </a:ln>
                <a:solidFill>
                  <a:srgbClr val="586B7F"/>
                </a:solidFill>
                <a:latin typeface="Impact" pitchFamily="34" charset="0"/>
                <a:ea typeface="微软雅黑" pitchFamily="34" charset="-122"/>
              </a:rPr>
              <a:t>技术与难点</a:t>
            </a:r>
          </a:p>
        </p:txBody>
      </p:sp>
      <p:sp>
        <p:nvSpPr>
          <p:cNvPr id="288" name="Freeform 9"/>
          <p:cNvSpPr>
            <a:spLocks noEditPoints="1"/>
          </p:cNvSpPr>
          <p:nvPr/>
        </p:nvSpPr>
        <p:spPr bwMode="auto">
          <a:xfrm>
            <a:off x="83442" y="3272333"/>
            <a:ext cx="231878" cy="151086"/>
          </a:xfrm>
          <a:custGeom>
            <a:avLst/>
            <a:gdLst>
              <a:gd name="T0" fmla="*/ 58 w 215"/>
              <a:gd name="T1" fmla="*/ 83 h 140"/>
              <a:gd name="T2" fmla="*/ 58 w 215"/>
              <a:gd name="T3" fmla="*/ 91 h 140"/>
              <a:gd name="T4" fmla="*/ 161 w 215"/>
              <a:gd name="T5" fmla="*/ 87 h 140"/>
              <a:gd name="T6" fmla="*/ 58 w 215"/>
              <a:gd name="T7" fmla="*/ 73 h 140"/>
              <a:gd name="T8" fmla="*/ 98 w 215"/>
              <a:gd name="T9" fmla="*/ 73 h 140"/>
              <a:gd name="T10" fmla="*/ 102 w 215"/>
              <a:gd name="T11" fmla="*/ 34 h 140"/>
              <a:gd name="T12" fmla="*/ 58 w 215"/>
              <a:gd name="T13" fmla="*/ 30 h 140"/>
              <a:gd name="T14" fmla="*/ 54 w 215"/>
              <a:gd name="T15" fmla="*/ 69 h 140"/>
              <a:gd name="T16" fmla="*/ 63 w 215"/>
              <a:gd name="T17" fmla="*/ 38 h 140"/>
              <a:gd name="T18" fmla="*/ 94 w 215"/>
              <a:gd name="T19" fmla="*/ 38 h 140"/>
              <a:gd name="T20" fmla="*/ 63 w 215"/>
              <a:gd name="T21" fmla="*/ 65 h 140"/>
              <a:gd name="T22" fmla="*/ 27 w 215"/>
              <a:gd name="T23" fmla="*/ 121 h 140"/>
              <a:gd name="T24" fmla="*/ 189 w 215"/>
              <a:gd name="T25" fmla="*/ 121 h 140"/>
              <a:gd name="T26" fmla="*/ 196 w 215"/>
              <a:gd name="T27" fmla="*/ 7 h 140"/>
              <a:gd name="T28" fmla="*/ 27 w 215"/>
              <a:gd name="T29" fmla="*/ 0 h 140"/>
              <a:gd name="T30" fmla="*/ 20 w 215"/>
              <a:gd name="T31" fmla="*/ 114 h 140"/>
              <a:gd name="T32" fmla="*/ 33 w 215"/>
              <a:gd name="T33" fmla="*/ 13 h 140"/>
              <a:gd name="T34" fmla="*/ 182 w 215"/>
              <a:gd name="T35" fmla="*/ 13 h 140"/>
              <a:gd name="T36" fmla="*/ 33 w 215"/>
              <a:gd name="T37" fmla="*/ 107 h 140"/>
              <a:gd name="T38" fmla="*/ 157 w 215"/>
              <a:gd name="T39" fmla="*/ 48 h 140"/>
              <a:gd name="T40" fmla="*/ 111 w 215"/>
              <a:gd name="T41" fmla="*/ 48 h 140"/>
              <a:gd name="T42" fmla="*/ 111 w 215"/>
              <a:gd name="T43" fmla="*/ 56 h 140"/>
              <a:gd name="T44" fmla="*/ 161 w 215"/>
              <a:gd name="T45" fmla="*/ 52 h 140"/>
              <a:gd name="T46" fmla="*/ 157 w 215"/>
              <a:gd name="T47" fmla="*/ 65 h 140"/>
              <a:gd name="T48" fmla="*/ 111 w 215"/>
              <a:gd name="T49" fmla="*/ 65 h 140"/>
              <a:gd name="T50" fmla="*/ 111 w 215"/>
              <a:gd name="T51" fmla="*/ 73 h 140"/>
              <a:gd name="T52" fmla="*/ 161 w 215"/>
              <a:gd name="T53" fmla="*/ 69 h 140"/>
              <a:gd name="T54" fmla="*/ 157 w 215"/>
              <a:gd name="T55" fmla="*/ 30 h 140"/>
              <a:gd name="T56" fmla="*/ 111 w 215"/>
              <a:gd name="T57" fmla="*/ 30 h 140"/>
              <a:gd name="T58" fmla="*/ 111 w 215"/>
              <a:gd name="T59" fmla="*/ 38 h 140"/>
              <a:gd name="T60" fmla="*/ 161 w 215"/>
              <a:gd name="T61" fmla="*/ 34 h 140"/>
              <a:gd name="T62" fmla="*/ 209 w 215"/>
              <a:gd name="T63" fmla="*/ 127 h 140"/>
              <a:gd name="T64" fmla="*/ 7 w 215"/>
              <a:gd name="T65" fmla="*/ 127 h 140"/>
              <a:gd name="T66" fmla="*/ 7 w 215"/>
              <a:gd name="T67" fmla="*/ 140 h 140"/>
              <a:gd name="T68" fmla="*/ 215 w 215"/>
              <a:gd name="T69" fmla="*/ 13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15" h="140">
                <a:moveTo>
                  <a:pt x="157" y="83"/>
                </a:moveTo>
                <a:cubicBezTo>
                  <a:pt x="58" y="83"/>
                  <a:pt x="58" y="83"/>
                  <a:pt x="58" y="83"/>
                </a:cubicBezTo>
                <a:cubicBezTo>
                  <a:pt x="56" y="83"/>
                  <a:pt x="54" y="84"/>
                  <a:pt x="54" y="87"/>
                </a:cubicBezTo>
                <a:cubicBezTo>
                  <a:pt x="54" y="89"/>
                  <a:pt x="56" y="91"/>
                  <a:pt x="58" y="91"/>
                </a:cubicBezTo>
                <a:cubicBezTo>
                  <a:pt x="157" y="91"/>
                  <a:pt x="157" y="91"/>
                  <a:pt x="157" y="91"/>
                </a:cubicBezTo>
                <a:cubicBezTo>
                  <a:pt x="159" y="91"/>
                  <a:pt x="161" y="89"/>
                  <a:pt x="161" y="87"/>
                </a:cubicBezTo>
                <a:cubicBezTo>
                  <a:pt x="161" y="84"/>
                  <a:pt x="159" y="83"/>
                  <a:pt x="157" y="83"/>
                </a:cubicBezTo>
                <a:close/>
                <a:moveTo>
                  <a:pt x="58" y="73"/>
                </a:moveTo>
                <a:cubicBezTo>
                  <a:pt x="58" y="73"/>
                  <a:pt x="58" y="73"/>
                  <a:pt x="58" y="73"/>
                </a:cubicBezTo>
                <a:cubicBezTo>
                  <a:pt x="98" y="73"/>
                  <a:pt x="98" y="73"/>
                  <a:pt x="98" y="73"/>
                </a:cubicBezTo>
                <a:cubicBezTo>
                  <a:pt x="100" y="73"/>
                  <a:pt x="102" y="71"/>
                  <a:pt x="102" y="69"/>
                </a:cubicBezTo>
                <a:cubicBezTo>
                  <a:pt x="102" y="34"/>
                  <a:pt x="102" y="34"/>
                  <a:pt x="102" y="34"/>
                </a:cubicBezTo>
                <a:cubicBezTo>
                  <a:pt x="102" y="32"/>
                  <a:pt x="100" y="30"/>
                  <a:pt x="98" y="30"/>
                </a:cubicBezTo>
                <a:cubicBezTo>
                  <a:pt x="58" y="30"/>
                  <a:pt x="58" y="30"/>
                  <a:pt x="58" y="30"/>
                </a:cubicBezTo>
                <a:cubicBezTo>
                  <a:pt x="56" y="30"/>
                  <a:pt x="54" y="32"/>
                  <a:pt x="54" y="34"/>
                </a:cubicBezTo>
                <a:cubicBezTo>
                  <a:pt x="54" y="69"/>
                  <a:pt x="54" y="69"/>
                  <a:pt x="54" y="69"/>
                </a:cubicBezTo>
                <a:cubicBezTo>
                  <a:pt x="54" y="71"/>
                  <a:pt x="56" y="73"/>
                  <a:pt x="58" y="73"/>
                </a:cubicBezTo>
                <a:close/>
                <a:moveTo>
                  <a:pt x="63" y="38"/>
                </a:moveTo>
                <a:cubicBezTo>
                  <a:pt x="63" y="38"/>
                  <a:pt x="63" y="38"/>
                  <a:pt x="63" y="38"/>
                </a:cubicBezTo>
                <a:cubicBezTo>
                  <a:pt x="94" y="38"/>
                  <a:pt x="94" y="38"/>
                  <a:pt x="94" y="38"/>
                </a:cubicBezTo>
                <a:cubicBezTo>
                  <a:pt x="94" y="65"/>
                  <a:pt x="94" y="65"/>
                  <a:pt x="94" y="65"/>
                </a:cubicBezTo>
                <a:cubicBezTo>
                  <a:pt x="63" y="65"/>
                  <a:pt x="63" y="65"/>
                  <a:pt x="63" y="65"/>
                </a:cubicBezTo>
                <a:cubicBezTo>
                  <a:pt x="63" y="38"/>
                  <a:pt x="63" y="38"/>
                  <a:pt x="63" y="38"/>
                </a:cubicBezTo>
                <a:close/>
                <a:moveTo>
                  <a:pt x="27" y="121"/>
                </a:moveTo>
                <a:cubicBezTo>
                  <a:pt x="27" y="121"/>
                  <a:pt x="27" y="121"/>
                  <a:pt x="27" y="121"/>
                </a:cubicBezTo>
                <a:cubicBezTo>
                  <a:pt x="189" y="121"/>
                  <a:pt x="189" y="121"/>
                  <a:pt x="189" y="121"/>
                </a:cubicBezTo>
                <a:cubicBezTo>
                  <a:pt x="193" y="121"/>
                  <a:pt x="196" y="118"/>
                  <a:pt x="196" y="114"/>
                </a:cubicBezTo>
                <a:cubicBezTo>
                  <a:pt x="196" y="7"/>
                  <a:pt x="196" y="7"/>
                  <a:pt x="196" y="7"/>
                </a:cubicBezTo>
                <a:cubicBezTo>
                  <a:pt x="196" y="3"/>
                  <a:pt x="193" y="0"/>
                  <a:pt x="189" y="0"/>
                </a:cubicBezTo>
                <a:cubicBezTo>
                  <a:pt x="27" y="0"/>
                  <a:pt x="27" y="0"/>
                  <a:pt x="27" y="0"/>
                </a:cubicBezTo>
                <a:cubicBezTo>
                  <a:pt x="23" y="0"/>
                  <a:pt x="20" y="3"/>
                  <a:pt x="20" y="7"/>
                </a:cubicBezTo>
                <a:cubicBezTo>
                  <a:pt x="20" y="114"/>
                  <a:pt x="20" y="114"/>
                  <a:pt x="20" y="114"/>
                </a:cubicBezTo>
                <a:cubicBezTo>
                  <a:pt x="20" y="118"/>
                  <a:pt x="23" y="121"/>
                  <a:pt x="27" y="121"/>
                </a:cubicBezTo>
                <a:close/>
                <a:moveTo>
                  <a:pt x="33" y="13"/>
                </a:moveTo>
                <a:cubicBezTo>
                  <a:pt x="33" y="13"/>
                  <a:pt x="33" y="13"/>
                  <a:pt x="33" y="13"/>
                </a:cubicBezTo>
                <a:cubicBezTo>
                  <a:pt x="182" y="13"/>
                  <a:pt x="182" y="13"/>
                  <a:pt x="182" y="13"/>
                </a:cubicBezTo>
                <a:cubicBezTo>
                  <a:pt x="182" y="107"/>
                  <a:pt x="182" y="107"/>
                  <a:pt x="182" y="107"/>
                </a:cubicBezTo>
                <a:cubicBezTo>
                  <a:pt x="33" y="107"/>
                  <a:pt x="33" y="107"/>
                  <a:pt x="33" y="107"/>
                </a:cubicBezTo>
                <a:cubicBezTo>
                  <a:pt x="33" y="13"/>
                  <a:pt x="33" y="13"/>
                  <a:pt x="33" y="13"/>
                </a:cubicBezTo>
                <a:close/>
                <a:moveTo>
                  <a:pt x="157" y="48"/>
                </a:moveTo>
                <a:cubicBezTo>
                  <a:pt x="157" y="48"/>
                  <a:pt x="157" y="48"/>
                  <a:pt x="157" y="48"/>
                </a:cubicBezTo>
                <a:cubicBezTo>
                  <a:pt x="111" y="48"/>
                  <a:pt x="111" y="48"/>
                  <a:pt x="111" y="48"/>
                </a:cubicBezTo>
                <a:cubicBezTo>
                  <a:pt x="108" y="48"/>
                  <a:pt x="107" y="49"/>
                  <a:pt x="107" y="52"/>
                </a:cubicBezTo>
                <a:cubicBezTo>
                  <a:pt x="107" y="54"/>
                  <a:pt x="108" y="56"/>
                  <a:pt x="111" y="56"/>
                </a:cubicBezTo>
                <a:cubicBezTo>
                  <a:pt x="157" y="56"/>
                  <a:pt x="157" y="56"/>
                  <a:pt x="157" y="56"/>
                </a:cubicBezTo>
                <a:cubicBezTo>
                  <a:pt x="159" y="56"/>
                  <a:pt x="161" y="54"/>
                  <a:pt x="161" y="52"/>
                </a:cubicBezTo>
                <a:cubicBezTo>
                  <a:pt x="161" y="49"/>
                  <a:pt x="159" y="48"/>
                  <a:pt x="157" y="48"/>
                </a:cubicBezTo>
                <a:close/>
                <a:moveTo>
                  <a:pt x="157" y="65"/>
                </a:moveTo>
                <a:cubicBezTo>
                  <a:pt x="157" y="65"/>
                  <a:pt x="157" y="65"/>
                  <a:pt x="157" y="65"/>
                </a:cubicBezTo>
                <a:cubicBezTo>
                  <a:pt x="111" y="65"/>
                  <a:pt x="111" y="65"/>
                  <a:pt x="111" y="65"/>
                </a:cubicBezTo>
                <a:cubicBezTo>
                  <a:pt x="108" y="65"/>
                  <a:pt x="107" y="67"/>
                  <a:pt x="107" y="69"/>
                </a:cubicBezTo>
                <a:cubicBezTo>
                  <a:pt x="107" y="71"/>
                  <a:pt x="108" y="73"/>
                  <a:pt x="111" y="73"/>
                </a:cubicBezTo>
                <a:cubicBezTo>
                  <a:pt x="157" y="73"/>
                  <a:pt x="157" y="73"/>
                  <a:pt x="157" y="73"/>
                </a:cubicBezTo>
                <a:cubicBezTo>
                  <a:pt x="159" y="73"/>
                  <a:pt x="161" y="71"/>
                  <a:pt x="161" y="69"/>
                </a:cubicBezTo>
                <a:cubicBezTo>
                  <a:pt x="161" y="67"/>
                  <a:pt x="159" y="65"/>
                  <a:pt x="157" y="65"/>
                </a:cubicBezTo>
                <a:close/>
                <a:moveTo>
                  <a:pt x="157" y="30"/>
                </a:moveTo>
                <a:cubicBezTo>
                  <a:pt x="157" y="30"/>
                  <a:pt x="157" y="30"/>
                  <a:pt x="157" y="30"/>
                </a:cubicBezTo>
                <a:cubicBezTo>
                  <a:pt x="111" y="30"/>
                  <a:pt x="111" y="30"/>
                  <a:pt x="111" y="30"/>
                </a:cubicBezTo>
                <a:cubicBezTo>
                  <a:pt x="108" y="30"/>
                  <a:pt x="107" y="32"/>
                  <a:pt x="107" y="34"/>
                </a:cubicBezTo>
                <a:cubicBezTo>
                  <a:pt x="107" y="37"/>
                  <a:pt x="108" y="38"/>
                  <a:pt x="111" y="38"/>
                </a:cubicBezTo>
                <a:cubicBezTo>
                  <a:pt x="157" y="38"/>
                  <a:pt x="157" y="38"/>
                  <a:pt x="157" y="38"/>
                </a:cubicBezTo>
                <a:cubicBezTo>
                  <a:pt x="159" y="38"/>
                  <a:pt x="161" y="37"/>
                  <a:pt x="161" y="34"/>
                </a:cubicBezTo>
                <a:cubicBezTo>
                  <a:pt x="161" y="32"/>
                  <a:pt x="159" y="30"/>
                  <a:pt x="157" y="30"/>
                </a:cubicBezTo>
                <a:close/>
                <a:moveTo>
                  <a:pt x="209" y="127"/>
                </a:moveTo>
                <a:cubicBezTo>
                  <a:pt x="209" y="127"/>
                  <a:pt x="209" y="127"/>
                  <a:pt x="209" y="127"/>
                </a:cubicBezTo>
                <a:cubicBezTo>
                  <a:pt x="7" y="127"/>
                  <a:pt x="7" y="127"/>
                  <a:pt x="7" y="127"/>
                </a:cubicBezTo>
                <a:cubicBezTo>
                  <a:pt x="3" y="127"/>
                  <a:pt x="0" y="130"/>
                  <a:pt x="0" y="134"/>
                </a:cubicBezTo>
                <a:cubicBezTo>
                  <a:pt x="0" y="137"/>
                  <a:pt x="3" y="140"/>
                  <a:pt x="7" y="140"/>
                </a:cubicBezTo>
                <a:cubicBezTo>
                  <a:pt x="209" y="140"/>
                  <a:pt x="209" y="140"/>
                  <a:pt x="209" y="140"/>
                </a:cubicBezTo>
                <a:cubicBezTo>
                  <a:pt x="212" y="140"/>
                  <a:pt x="215" y="137"/>
                  <a:pt x="215" y="134"/>
                </a:cubicBezTo>
                <a:cubicBezTo>
                  <a:pt x="215" y="130"/>
                  <a:pt x="212" y="127"/>
                  <a:pt x="209" y="127"/>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289" name="矩形 288"/>
          <p:cNvSpPr/>
          <p:nvPr/>
        </p:nvSpPr>
        <p:spPr>
          <a:xfrm>
            <a:off x="422585" y="3224765"/>
            <a:ext cx="825867" cy="246221"/>
          </a:xfrm>
          <a:prstGeom prst="rect">
            <a:avLst/>
          </a:prstGeom>
        </p:spPr>
        <p:txBody>
          <a:bodyPr wrap="none">
            <a:spAutoFit/>
          </a:bodyPr>
          <a:lstStyle/>
          <a:p>
            <a:pPr algn="ctr"/>
            <a:r>
              <a:rPr lang="zh-CN" altLang="en-US" sz="1000" dirty="0">
                <a:ln w="6350">
                  <a:noFill/>
                </a:ln>
                <a:solidFill>
                  <a:srgbClr val="586B7F"/>
                </a:solidFill>
                <a:latin typeface="Impact" pitchFamily="34" charset="0"/>
                <a:ea typeface="微软雅黑" pitchFamily="34" charset="-122"/>
              </a:rPr>
              <a:t>建议与总结</a:t>
            </a:r>
          </a:p>
        </p:txBody>
      </p:sp>
      <p:sp>
        <p:nvSpPr>
          <p:cNvPr id="84" name="Freeform 20"/>
          <p:cNvSpPr/>
          <p:nvPr/>
        </p:nvSpPr>
        <p:spPr bwMode="auto">
          <a:xfrm>
            <a:off x="3569313" y="1577210"/>
            <a:ext cx="1054320" cy="705076"/>
          </a:xfrm>
          <a:custGeom>
            <a:avLst/>
            <a:gdLst>
              <a:gd name="T0" fmla="*/ 880 w 1200"/>
              <a:gd name="T1" fmla="*/ 0 h 800"/>
              <a:gd name="T2" fmla="*/ 24 w 1200"/>
              <a:gd name="T3" fmla="*/ 0 h 800"/>
              <a:gd name="T4" fmla="*/ 0 w 1200"/>
              <a:gd name="T5" fmla="*/ 23 h 800"/>
              <a:gd name="T6" fmla="*/ 0 w 1200"/>
              <a:gd name="T7" fmla="*/ 479 h 800"/>
              <a:gd name="T8" fmla="*/ 320 w 1200"/>
              <a:gd name="T9" fmla="*/ 800 h 800"/>
              <a:gd name="T10" fmla="*/ 1176 w 1200"/>
              <a:gd name="T11" fmla="*/ 800 h 800"/>
              <a:gd name="T12" fmla="*/ 1200 w 1200"/>
              <a:gd name="T13" fmla="*/ 775 h 800"/>
              <a:gd name="T14" fmla="*/ 1200 w 1200"/>
              <a:gd name="T15" fmla="*/ 319 h 800"/>
              <a:gd name="T16" fmla="*/ 880 w 1200"/>
              <a:gd name="T17" fmla="*/ 0 h 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00" h="800">
                <a:moveTo>
                  <a:pt x="880" y="0"/>
                </a:moveTo>
                <a:cubicBezTo>
                  <a:pt x="24" y="0"/>
                  <a:pt x="24" y="0"/>
                  <a:pt x="24" y="0"/>
                </a:cubicBezTo>
                <a:cubicBezTo>
                  <a:pt x="11" y="0"/>
                  <a:pt x="0" y="10"/>
                  <a:pt x="0" y="23"/>
                </a:cubicBezTo>
                <a:cubicBezTo>
                  <a:pt x="0" y="479"/>
                  <a:pt x="0" y="479"/>
                  <a:pt x="0" y="479"/>
                </a:cubicBezTo>
                <a:cubicBezTo>
                  <a:pt x="0" y="656"/>
                  <a:pt x="144" y="800"/>
                  <a:pt x="320" y="800"/>
                </a:cubicBezTo>
                <a:cubicBezTo>
                  <a:pt x="1176" y="800"/>
                  <a:pt x="1176" y="800"/>
                  <a:pt x="1176" y="800"/>
                </a:cubicBezTo>
                <a:cubicBezTo>
                  <a:pt x="1190" y="800"/>
                  <a:pt x="1200" y="788"/>
                  <a:pt x="1200" y="775"/>
                </a:cubicBezTo>
                <a:cubicBezTo>
                  <a:pt x="1200" y="319"/>
                  <a:pt x="1200" y="319"/>
                  <a:pt x="1200" y="319"/>
                </a:cubicBezTo>
                <a:cubicBezTo>
                  <a:pt x="1200" y="142"/>
                  <a:pt x="1057" y="0"/>
                  <a:pt x="880" y="0"/>
                </a:cubicBezTo>
                <a:close/>
              </a:path>
            </a:pathLst>
          </a:custGeom>
          <a:solidFill>
            <a:schemeClr val="bg1"/>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ln w="6350">
                <a:noFill/>
              </a:ln>
              <a:gradFill flip="none" rotWithShape="1">
                <a:gsLst>
                  <a:gs pos="73000">
                    <a:srgbClr val="00C373"/>
                  </a:gs>
                  <a:gs pos="88000">
                    <a:srgbClr val="08ECDB"/>
                  </a:gs>
                  <a:gs pos="29000">
                    <a:srgbClr val="00C373"/>
                  </a:gs>
                  <a:gs pos="72000">
                    <a:srgbClr val="08ECDB"/>
                  </a:gs>
                </a:gsLst>
                <a:lin ang="1200000" scaled="0"/>
                <a:tileRect/>
              </a:gradFill>
              <a:effectLst>
                <a:innerShdw blurRad="63500" dist="50800" dir="16200000">
                  <a:prstClr val="black">
                    <a:alpha val="50000"/>
                  </a:prstClr>
                </a:innerShdw>
              </a:effectLst>
              <a:latin typeface="Impact" pitchFamily="34" charset="0"/>
              <a:ea typeface="微软雅黑" pitchFamily="34" charset="-122"/>
            </a:endParaRPr>
          </a:p>
        </p:txBody>
      </p:sp>
      <p:sp>
        <p:nvSpPr>
          <p:cNvPr id="85" name="Freeform 21"/>
          <p:cNvSpPr/>
          <p:nvPr/>
        </p:nvSpPr>
        <p:spPr bwMode="auto">
          <a:xfrm>
            <a:off x="5827361" y="1577210"/>
            <a:ext cx="1054320" cy="705076"/>
          </a:xfrm>
          <a:custGeom>
            <a:avLst/>
            <a:gdLst>
              <a:gd name="T0" fmla="*/ 1174 w 1200"/>
              <a:gd name="T1" fmla="*/ 0 h 800"/>
              <a:gd name="T2" fmla="*/ 318 w 1200"/>
              <a:gd name="T3" fmla="*/ 0 h 800"/>
              <a:gd name="T4" fmla="*/ 0 w 1200"/>
              <a:gd name="T5" fmla="*/ 319 h 800"/>
              <a:gd name="T6" fmla="*/ 0 w 1200"/>
              <a:gd name="T7" fmla="*/ 775 h 800"/>
              <a:gd name="T8" fmla="*/ 22 w 1200"/>
              <a:gd name="T9" fmla="*/ 800 h 800"/>
              <a:gd name="T10" fmla="*/ 878 w 1200"/>
              <a:gd name="T11" fmla="*/ 800 h 800"/>
              <a:gd name="T12" fmla="*/ 1200 w 1200"/>
              <a:gd name="T13" fmla="*/ 479 h 800"/>
              <a:gd name="T14" fmla="*/ 1200 w 1200"/>
              <a:gd name="T15" fmla="*/ 23 h 800"/>
              <a:gd name="T16" fmla="*/ 1174 w 1200"/>
              <a:gd name="T17" fmla="*/ 0 h 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00" h="800">
                <a:moveTo>
                  <a:pt x="1174" y="0"/>
                </a:moveTo>
                <a:cubicBezTo>
                  <a:pt x="318" y="0"/>
                  <a:pt x="318" y="0"/>
                  <a:pt x="318" y="0"/>
                </a:cubicBezTo>
                <a:cubicBezTo>
                  <a:pt x="141" y="0"/>
                  <a:pt x="0" y="142"/>
                  <a:pt x="0" y="319"/>
                </a:cubicBezTo>
                <a:cubicBezTo>
                  <a:pt x="0" y="775"/>
                  <a:pt x="0" y="775"/>
                  <a:pt x="0" y="775"/>
                </a:cubicBezTo>
                <a:cubicBezTo>
                  <a:pt x="0" y="788"/>
                  <a:pt x="9" y="800"/>
                  <a:pt x="22" y="800"/>
                </a:cubicBezTo>
                <a:cubicBezTo>
                  <a:pt x="878" y="800"/>
                  <a:pt x="878" y="800"/>
                  <a:pt x="878" y="800"/>
                </a:cubicBezTo>
                <a:cubicBezTo>
                  <a:pt x="1055" y="800"/>
                  <a:pt x="1200" y="656"/>
                  <a:pt x="1200" y="479"/>
                </a:cubicBezTo>
                <a:cubicBezTo>
                  <a:pt x="1200" y="23"/>
                  <a:pt x="1200" y="23"/>
                  <a:pt x="1200" y="23"/>
                </a:cubicBezTo>
                <a:cubicBezTo>
                  <a:pt x="1200" y="10"/>
                  <a:pt x="1187" y="0"/>
                  <a:pt x="1174" y="0"/>
                </a:cubicBezTo>
                <a:close/>
              </a:path>
            </a:pathLst>
          </a:custGeom>
          <a:solidFill>
            <a:schemeClr val="bg1"/>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ln w="6350">
                <a:noFill/>
              </a:ln>
              <a:gradFill flip="none" rotWithShape="1">
                <a:gsLst>
                  <a:gs pos="73000">
                    <a:srgbClr val="00C373"/>
                  </a:gs>
                  <a:gs pos="88000">
                    <a:srgbClr val="08ECDB"/>
                  </a:gs>
                  <a:gs pos="29000">
                    <a:srgbClr val="00C373"/>
                  </a:gs>
                  <a:gs pos="72000">
                    <a:srgbClr val="08ECDB"/>
                  </a:gs>
                </a:gsLst>
                <a:lin ang="1200000" scaled="0"/>
                <a:tileRect/>
              </a:gradFill>
              <a:effectLst>
                <a:innerShdw blurRad="63500" dist="50800" dir="16200000">
                  <a:prstClr val="black">
                    <a:alpha val="50000"/>
                  </a:prstClr>
                </a:innerShdw>
              </a:effectLst>
              <a:latin typeface="Impact" pitchFamily="34" charset="0"/>
              <a:ea typeface="微软雅黑" pitchFamily="34" charset="-122"/>
            </a:endParaRPr>
          </a:p>
        </p:txBody>
      </p:sp>
      <p:sp>
        <p:nvSpPr>
          <p:cNvPr id="86" name="Freeform 22"/>
          <p:cNvSpPr/>
          <p:nvPr/>
        </p:nvSpPr>
        <p:spPr bwMode="auto">
          <a:xfrm>
            <a:off x="3569313" y="2968828"/>
            <a:ext cx="1054320" cy="705076"/>
          </a:xfrm>
          <a:custGeom>
            <a:avLst/>
            <a:gdLst>
              <a:gd name="T0" fmla="*/ 1176 w 1200"/>
              <a:gd name="T1" fmla="*/ 0 h 800"/>
              <a:gd name="T2" fmla="*/ 320 w 1200"/>
              <a:gd name="T3" fmla="*/ 0 h 800"/>
              <a:gd name="T4" fmla="*/ 0 w 1200"/>
              <a:gd name="T5" fmla="*/ 321 h 800"/>
              <a:gd name="T6" fmla="*/ 0 w 1200"/>
              <a:gd name="T7" fmla="*/ 777 h 800"/>
              <a:gd name="T8" fmla="*/ 24 w 1200"/>
              <a:gd name="T9" fmla="*/ 800 h 800"/>
              <a:gd name="T10" fmla="*/ 880 w 1200"/>
              <a:gd name="T11" fmla="*/ 800 h 800"/>
              <a:gd name="T12" fmla="*/ 1200 w 1200"/>
              <a:gd name="T13" fmla="*/ 481 h 800"/>
              <a:gd name="T14" fmla="*/ 1200 w 1200"/>
              <a:gd name="T15" fmla="*/ 25 h 800"/>
              <a:gd name="T16" fmla="*/ 1176 w 1200"/>
              <a:gd name="T17" fmla="*/ 0 h 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00" h="800">
                <a:moveTo>
                  <a:pt x="1176" y="0"/>
                </a:moveTo>
                <a:cubicBezTo>
                  <a:pt x="320" y="0"/>
                  <a:pt x="320" y="0"/>
                  <a:pt x="320" y="0"/>
                </a:cubicBezTo>
                <a:cubicBezTo>
                  <a:pt x="144" y="0"/>
                  <a:pt x="0" y="144"/>
                  <a:pt x="0" y="321"/>
                </a:cubicBezTo>
                <a:cubicBezTo>
                  <a:pt x="0" y="777"/>
                  <a:pt x="0" y="777"/>
                  <a:pt x="0" y="777"/>
                </a:cubicBezTo>
                <a:cubicBezTo>
                  <a:pt x="0" y="790"/>
                  <a:pt x="11" y="800"/>
                  <a:pt x="24" y="800"/>
                </a:cubicBezTo>
                <a:cubicBezTo>
                  <a:pt x="880" y="800"/>
                  <a:pt x="880" y="800"/>
                  <a:pt x="880" y="800"/>
                </a:cubicBezTo>
                <a:cubicBezTo>
                  <a:pt x="1057" y="800"/>
                  <a:pt x="1200" y="658"/>
                  <a:pt x="1200" y="481"/>
                </a:cubicBezTo>
                <a:cubicBezTo>
                  <a:pt x="1200" y="25"/>
                  <a:pt x="1200" y="25"/>
                  <a:pt x="1200" y="25"/>
                </a:cubicBezTo>
                <a:cubicBezTo>
                  <a:pt x="1200" y="12"/>
                  <a:pt x="1190" y="0"/>
                  <a:pt x="1176" y="0"/>
                </a:cubicBezTo>
                <a:close/>
              </a:path>
            </a:pathLst>
          </a:custGeom>
          <a:solidFill>
            <a:schemeClr val="bg1"/>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ln w="6350">
                <a:noFill/>
              </a:ln>
              <a:gradFill flip="none" rotWithShape="1">
                <a:gsLst>
                  <a:gs pos="73000">
                    <a:srgbClr val="00C373"/>
                  </a:gs>
                  <a:gs pos="88000">
                    <a:srgbClr val="08ECDB"/>
                  </a:gs>
                  <a:gs pos="29000">
                    <a:srgbClr val="00C373"/>
                  </a:gs>
                  <a:gs pos="72000">
                    <a:srgbClr val="08ECDB"/>
                  </a:gs>
                </a:gsLst>
                <a:lin ang="1200000" scaled="0"/>
                <a:tileRect/>
              </a:gradFill>
              <a:effectLst>
                <a:innerShdw blurRad="63500" dist="50800" dir="16200000">
                  <a:prstClr val="black">
                    <a:alpha val="50000"/>
                  </a:prstClr>
                </a:innerShdw>
              </a:effectLst>
              <a:latin typeface="Impact" pitchFamily="34" charset="0"/>
              <a:ea typeface="微软雅黑" pitchFamily="34" charset="-122"/>
            </a:endParaRPr>
          </a:p>
        </p:txBody>
      </p:sp>
      <p:sp>
        <p:nvSpPr>
          <p:cNvPr id="87" name="Freeform 23"/>
          <p:cNvSpPr/>
          <p:nvPr/>
        </p:nvSpPr>
        <p:spPr bwMode="auto">
          <a:xfrm>
            <a:off x="5827361" y="2968828"/>
            <a:ext cx="1054320" cy="705076"/>
          </a:xfrm>
          <a:custGeom>
            <a:avLst/>
            <a:gdLst>
              <a:gd name="T0" fmla="*/ 878 w 1200"/>
              <a:gd name="T1" fmla="*/ 0 h 800"/>
              <a:gd name="T2" fmla="*/ 22 w 1200"/>
              <a:gd name="T3" fmla="*/ 0 h 800"/>
              <a:gd name="T4" fmla="*/ 0 w 1200"/>
              <a:gd name="T5" fmla="*/ 25 h 800"/>
              <a:gd name="T6" fmla="*/ 0 w 1200"/>
              <a:gd name="T7" fmla="*/ 481 h 800"/>
              <a:gd name="T8" fmla="*/ 318 w 1200"/>
              <a:gd name="T9" fmla="*/ 800 h 800"/>
              <a:gd name="T10" fmla="*/ 1174 w 1200"/>
              <a:gd name="T11" fmla="*/ 800 h 800"/>
              <a:gd name="T12" fmla="*/ 1200 w 1200"/>
              <a:gd name="T13" fmla="*/ 777 h 800"/>
              <a:gd name="T14" fmla="*/ 1200 w 1200"/>
              <a:gd name="T15" fmla="*/ 321 h 800"/>
              <a:gd name="T16" fmla="*/ 878 w 1200"/>
              <a:gd name="T17" fmla="*/ 0 h 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00" h="800">
                <a:moveTo>
                  <a:pt x="878" y="0"/>
                </a:moveTo>
                <a:cubicBezTo>
                  <a:pt x="22" y="0"/>
                  <a:pt x="22" y="0"/>
                  <a:pt x="22" y="0"/>
                </a:cubicBezTo>
                <a:cubicBezTo>
                  <a:pt x="9" y="0"/>
                  <a:pt x="0" y="12"/>
                  <a:pt x="0" y="25"/>
                </a:cubicBezTo>
                <a:cubicBezTo>
                  <a:pt x="0" y="481"/>
                  <a:pt x="0" y="481"/>
                  <a:pt x="0" y="481"/>
                </a:cubicBezTo>
                <a:cubicBezTo>
                  <a:pt x="0" y="658"/>
                  <a:pt x="141" y="800"/>
                  <a:pt x="318" y="800"/>
                </a:cubicBezTo>
                <a:cubicBezTo>
                  <a:pt x="1174" y="800"/>
                  <a:pt x="1174" y="800"/>
                  <a:pt x="1174" y="800"/>
                </a:cubicBezTo>
                <a:cubicBezTo>
                  <a:pt x="1187" y="800"/>
                  <a:pt x="1200" y="790"/>
                  <a:pt x="1200" y="777"/>
                </a:cubicBezTo>
                <a:cubicBezTo>
                  <a:pt x="1200" y="321"/>
                  <a:pt x="1200" y="321"/>
                  <a:pt x="1200" y="321"/>
                </a:cubicBezTo>
                <a:cubicBezTo>
                  <a:pt x="1200" y="144"/>
                  <a:pt x="1055" y="0"/>
                  <a:pt x="878" y="0"/>
                </a:cubicBezTo>
                <a:close/>
              </a:path>
            </a:pathLst>
          </a:custGeom>
          <a:solidFill>
            <a:schemeClr val="bg1"/>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ln w="6350">
                <a:noFill/>
              </a:ln>
              <a:gradFill flip="none" rotWithShape="1">
                <a:gsLst>
                  <a:gs pos="73000">
                    <a:srgbClr val="00C373"/>
                  </a:gs>
                  <a:gs pos="88000">
                    <a:srgbClr val="08ECDB"/>
                  </a:gs>
                  <a:gs pos="29000">
                    <a:srgbClr val="00C373"/>
                  </a:gs>
                  <a:gs pos="72000">
                    <a:srgbClr val="08ECDB"/>
                  </a:gs>
                </a:gsLst>
                <a:lin ang="1200000" scaled="0"/>
                <a:tileRect/>
              </a:gradFill>
              <a:effectLst>
                <a:innerShdw blurRad="63500" dist="50800" dir="16200000">
                  <a:prstClr val="black">
                    <a:alpha val="50000"/>
                  </a:prstClr>
                </a:innerShdw>
              </a:effectLst>
              <a:latin typeface="Impact" pitchFamily="34" charset="0"/>
              <a:ea typeface="微软雅黑" pitchFamily="34" charset="-122"/>
            </a:endParaRPr>
          </a:p>
        </p:txBody>
      </p:sp>
      <p:grpSp>
        <p:nvGrpSpPr>
          <p:cNvPr id="88" name="组合 87"/>
          <p:cNvGrpSpPr/>
          <p:nvPr/>
        </p:nvGrpSpPr>
        <p:grpSpPr>
          <a:xfrm>
            <a:off x="4349316" y="1706222"/>
            <a:ext cx="1751052" cy="2924532"/>
            <a:chOff x="3695819" y="1490836"/>
            <a:chExt cx="1751052" cy="2924532"/>
          </a:xfrm>
          <a:solidFill>
            <a:srgbClr val="37B0E8"/>
          </a:solidFill>
          <a:effectLst/>
        </p:grpSpPr>
        <p:sp>
          <p:nvSpPr>
            <p:cNvPr id="89" name="Freeform 24"/>
            <p:cNvSpPr/>
            <p:nvPr/>
          </p:nvSpPr>
          <p:spPr bwMode="auto">
            <a:xfrm>
              <a:off x="3949898" y="1746880"/>
              <a:ext cx="1241584" cy="1721584"/>
            </a:xfrm>
            <a:custGeom>
              <a:avLst/>
              <a:gdLst>
                <a:gd name="T0" fmla="*/ 811 w 948"/>
                <a:gd name="T1" fmla="*/ 852 h 1311"/>
                <a:gd name="T2" fmla="*/ 718 w 948"/>
                <a:gd name="T3" fmla="*/ 1002 h 1311"/>
                <a:gd name="T4" fmla="*/ 626 w 948"/>
                <a:gd name="T5" fmla="*/ 1247 h 1311"/>
                <a:gd name="T6" fmla="*/ 544 w 948"/>
                <a:gd name="T7" fmla="*/ 1311 h 1311"/>
                <a:gd name="T8" fmla="*/ 405 w 948"/>
                <a:gd name="T9" fmla="*/ 1311 h 1311"/>
                <a:gd name="T10" fmla="*/ 322 w 948"/>
                <a:gd name="T11" fmla="*/ 1247 h 1311"/>
                <a:gd name="T12" fmla="*/ 230 w 948"/>
                <a:gd name="T13" fmla="*/ 1002 h 1311"/>
                <a:gd name="T14" fmla="*/ 138 w 948"/>
                <a:gd name="T15" fmla="*/ 852 h 1311"/>
                <a:gd name="T16" fmla="*/ 0 w 948"/>
                <a:gd name="T17" fmla="*/ 442 h 1311"/>
                <a:gd name="T18" fmla="*/ 136 w 948"/>
                <a:gd name="T19" fmla="*/ 135 h 1311"/>
                <a:gd name="T20" fmla="*/ 474 w 948"/>
                <a:gd name="T21" fmla="*/ 0 h 1311"/>
                <a:gd name="T22" fmla="*/ 812 w 948"/>
                <a:gd name="T23" fmla="*/ 135 h 1311"/>
                <a:gd name="T24" fmla="*/ 948 w 948"/>
                <a:gd name="T25" fmla="*/ 442 h 1311"/>
                <a:gd name="T26" fmla="*/ 811 w 948"/>
                <a:gd name="T27" fmla="*/ 852 h 13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48" h="1311">
                  <a:moveTo>
                    <a:pt x="811" y="852"/>
                  </a:moveTo>
                  <a:cubicBezTo>
                    <a:pt x="782" y="896"/>
                    <a:pt x="749" y="946"/>
                    <a:pt x="718" y="1002"/>
                  </a:cubicBezTo>
                  <a:cubicBezTo>
                    <a:pt x="672" y="1087"/>
                    <a:pt x="644" y="1171"/>
                    <a:pt x="626" y="1247"/>
                  </a:cubicBezTo>
                  <a:cubicBezTo>
                    <a:pt x="617" y="1285"/>
                    <a:pt x="583" y="1311"/>
                    <a:pt x="544" y="1311"/>
                  </a:cubicBezTo>
                  <a:cubicBezTo>
                    <a:pt x="405" y="1311"/>
                    <a:pt x="405" y="1311"/>
                    <a:pt x="405" y="1311"/>
                  </a:cubicBezTo>
                  <a:cubicBezTo>
                    <a:pt x="365" y="1311"/>
                    <a:pt x="332" y="1285"/>
                    <a:pt x="322" y="1247"/>
                  </a:cubicBezTo>
                  <a:cubicBezTo>
                    <a:pt x="305" y="1171"/>
                    <a:pt x="276" y="1087"/>
                    <a:pt x="230" y="1002"/>
                  </a:cubicBezTo>
                  <a:cubicBezTo>
                    <a:pt x="199" y="946"/>
                    <a:pt x="166" y="896"/>
                    <a:pt x="138" y="852"/>
                  </a:cubicBezTo>
                  <a:cubicBezTo>
                    <a:pt x="55" y="727"/>
                    <a:pt x="0" y="644"/>
                    <a:pt x="0" y="442"/>
                  </a:cubicBezTo>
                  <a:cubicBezTo>
                    <a:pt x="0" y="328"/>
                    <a:pt x="49" y="219"/>
                    <a:pt x="136" y="135"/>
                  </a:cubicBezTo>
                  <a:cubicBezTo>
                    <a:pt x="227" y="48"/>
                    <a:pt x="347" y="0"/>
                    <a:pt x="474" y="0"/>
                  </a:cubicBezTo>
                  <a:cubicBezTo>
                    <a:pt x="601" y="0"/>
                    <a:pt x="721" y="48"/>
                    <a:pt x="812" y="135"/>
                  </a:cubicBezTo>
                  <a:cubicBezTo>
                    <a:pt x="900" y="219"/>
                    <a:pt x="948" y="328"/>
                    <a:pt x="948" y="442"/>
                  </a:cubicBezTo>
                  <a:cubicBezTo>
                    <a:pt x="948" y="644"/>
                    <a:pt x="893" y="727"/>
                    <a:pt x="811" y="852"/>
                  </a:cubicBezTo>
                  <a:close/>
                </a:path>
              </a:pathLst>
            </a:custGeom>
            <a:solidFill>
              <a:srgbClr val="F0F1F3"/>
            </a:solidFill>
            <a:ln>
              <a:noFill/>
            </a:ln>
            <a:effectLst/>
          </p:spPr>
          <p:txBody>
            <a:bodyPr vert="horz" wrap="square" lIns="91440" tIns="45720" rIns="91440" bIns="45720" numCol="1" anchor="t" anchorCtr="0" compatLnSpc="1"/>
            <a:lstStyle/>
            <a:p>
              <a:endParaRPr lang="zh-CN" altLang="en-US"/>
            </a:p>
          </p:txBody>
        </p:sp>
        <p:grpSp>
          <p:nvGrpSpPr>
            <p:cNvPr id="90" name="组合 89"/>
            <p:cNvGrpSpPr/>
            <p:nvPr/>
          </p:nvGrpSpPr>
          <p:grpSpPr>
            <a:xfrm>
              <a:off x="3695819" y="1490836"/>
              <a:ext cx="1751052" cy="2924532"/>
              <a:chOff x="3695819" y="1490836"/>
              <a:chExt cx="1751052" cy="2924532"/>
            </a:xfrm>
            <a:grpFill/>
          </p:grpSpPr>
          <p:sp>
            <p:nvSpPr>
              <p:cNvPr id="91" name="Freeform 25"/>
              <p:cNvSpPr>
                <a:spLocks noEditPoints="1"/>
              </p:cNvSpPr>
              <p:nvPr/>
            </p:nvSpPr>
            <p:spPr bwMode="auto">
              <a:xfrm>
                <a:off x="3695819" y="1490836"/>
                <a:ext cx="1751052" cy="2233672"/>
              </a:xfrm>
              <a:custGeom>
                <a:avLst/>
                <a:gdLst>
                  <a:gd name="T0" fmla="*/ 668 w 1337"/>
                  <a:gd name="T1" fmla="*/ 0 h 1701"/>
                  <a:gd name="T2" fmla="*/ 0 w 1337"/>
                  <a:gd name="T3" fmla="*/ 637 h 1701"/>
                  <a:gd name="T4" fmla="*/ 253 w 1337"/>
                  <a:gd name="T5" fmla="*/ 1290 h 1701"/>
                  <a:gd name="T6" fmla="*/ 348 w 1337"/>
                  <a:gd name="T7" fmla="*/ 1623 h 1701"/>
                  <a:gd name="T8" fmla="*/ 432 w 1337"/>
                  <a:gd name="T9" fmla="*/ 1701 h 1701"/>
                  <a:gd name="T10" fmla="*/ 668 w 1337"/>
                  <a:gd name="T11" fmla="*/ 1701 h 1701"/>
                  <a:gd name="T12" fmla="*/ 904 w 1337"/>
                  <a:gd name="T13" fmla="*/ 1701 h 1701"/>
                  <a:gd name="T14" fmla="*/ 988 w 1337"/>
                  <a:gd name="T15" fmla="*/ 1623 h 1701"/>
                  <a:gd name="T16" fmla="*/ 1084 w 1337"/>
                  <a:gd name="T17" fmla="*/ 1290 h 1701"/>
                  <a:gd name="T18" fmla="*/ 1337 w 1337"/>
                  <a:gd name="T19" fmla="*/ 637 h 1701"/>
                  <a:gd name="T20" fmla="*/ 668 w 1337"/>
                  <a:gd name="T21" fmla="*/ 0 h 1701"/>
                  <a:gd name="T22" fmla="*/ 1005 w 1337"/>
                  <a:gd name="T23" fmla="*/ 1047 h 1701"/>
                  <a:gd name="T24" fmla="*/ 912 w 1337"/>
                  <a:gd name="T25" fmla="*/ 1197 h 1701"/>
                  <a:gd name="T26" fmla="*/ 820 w 1337"/>
                  <a:gd name="T27" fmla="*/ 1442 h 1701"/>
                  <a:gd name="T28" fmla="*/ 738 w 1337"/>
                  <a:gd name="T29" fmla="*/ 1506 h 1701"/>
                  <a:gd name="T30" fmla="*/ 599 w 1337"/>
                  <a:gd name="T31" fmla="*/ 1506 h 1701"/>
                  <a:gd name="T32" fmla="*/ 516 w 1337"/>
                  <a:gd name="T33" fmla="*/ 1442 h 1701"/>
                  <a:gd name="T34" fmla="*/ 424 w 1337"/>
                  <a:gd name="T35" fmla="*/ 1197 h 1701"/>
                  <a:gd name="T36" fmla="*/ 332 w 1337"/>
                  <a:gd name="T37" fmla="*/ 1047 h 1701"/>
                  <a:gd name="T38" fmla="*/ 194 w 1337"/>
                  <a:gd name="T39" fmla="*/ 637 h 1701"/>
                  <a:gd name="T40" fmla="*/ 330 w 1337"/>
                  <a:gd name="T41" fmla="*/ 330 h 1701"/>
                  <a:gd name="T42" fmla="*/ 668 w 1337"/>
                  <a:gd name="T43" fmla="*/ 195 h 1701"/>
                  <a:gd name="T44" fmla="*/ 1006 w 1337"/>
                  <a:gd name="T45" fmla="*/ 330 h 1701"/>
                  <a:gd name="T46" fmla="*/ 1142 w 1337"/>
                  <a:gd name="T47" fmla="*/ 637 h 1701"/>
                  <a:gd name="T48" fmla="*/ 1005 w 1337"/>
                  <a:gd name="T49" fmla="*/ 1047 h 17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337" h="1701">
                    <a:moveTo>
                      <a:pt x="668" y="0"/>
                    </a:moveTo>
                    <a:cubicBezTo>
                      <a:pt x="299" y="0"/>
                      <a:pt x="0" y="293"/>
                      <a:pt x="0" y="637"/>
                    </a:cubicBezTo>
                    <a:cubicBezTo>
                      <a:pt x="0" y="981"/>
                      <a:pt x="142" y="1087"/>
                      <a:pt x="253" y="1290"/>
                    </a:cubicBezTo>
                    <a:cubicBezTo>
                      <a:pt x="321" y="1417"/>
                      <a:pt x="342" y="1545"/>
                      <a:pt x="348" y="1623"/>
                    </a:cubicBezTo>
                    <a:cubicBezTo>
                      <a:pt x="352" y="1667"/>
                      <a:pt x="388" y="1701"/>
                      <a:pt x="432" y="1701"/>
                    </a:cubicBezTo>
                    <a:cubicBezTo>
                      <a:pt x="668" y="1701"/>
                      <a:pt x="668" y="1701"/>
                      <a:pt x="668" y="1701"/>
                    </a:cubicBezTo>
                    <a:cubicBezTo>
                      <a:pt x="904" y="1701"/>
                      <a:pt x="904" y="1701"/>
                      <a:pt x="904" y="1701"/>
                    </a:cubicBezTo>
                    <a:cubicBezTo>
                      <a:pt x="948" y="1701"/>
                      <a:pt x="985" y="1667"/>
                      <a:pt x="988" y="1623"/>
                    </a:cubicBezTo>
                    <a:cubicBezTo>
                      <a:pt x="994" y="1545"/>
                      <a:pt x="1015" y="1417"/>
                      <a:pt x="1084" y="1290"/>
                    </a:cubicBezTo>
                    <a:cubicBezTo>
                      <a:pt x="1194" y="1087"/>
                      <a:pt x="1337" y="981"/>
                      <a:pt x="1337" y="637"/>
                    </a:cubicBezTo>
                    <a:cubicBezTo>
                      <a:pt x="1337" y="293"/>
                      <a:pt x="1037" y="0"/>
                      <a:pt x="668" y="0"/>
                    </a:cubicBezTo>
                    <a:close/>
                    <a:moveTo>
                      <a:pt x="1005" y="1047"/>
                    </a:moveTo>
                    <a:cubicBezTo>
                      <a:pt x="976" y="1091"/>
                      <a:pt x="943" y="1141"/>
                      <a:pt x="912" y="1197"/>
                    </a:cubicBezTo>
                    <a:cubicBezTo>
                      <a:pt x="866" y="1282"/>
                      <a:pt x="838" y="1366"/>
                      <a:pt x="820" y="1442"/>
                    </a:cubicBezTo>
                    <a:cubicBezTo>
                      <a:pt x="811" y="1480"/>
                      <a:pt x="777" y="1506"/>
                      <a:pt x="738" y="1506"/>
                    </a:cubicBezTo>
                    <a:cubicBezTo>
                      <a:pt x="599" y="1506"/>
                      <a:pt x="599" y="1506"/>
                      <a:pt x="599" y="1506"/>
                    </a:cubicBezTo>
                    <a:cubicBezTo>
                      <a:pt x="559" y="1506"/>
                      <a:pt x="526" y="1480"/>
                      <a:pt x="516" y="1442"/>
                    </a:cubicBezTo>
                    <a:cubicBezTo>
                      <a:pt x="499" y="1366"/>
                      <a:pt x="470" y="1282"/>
                      <a:pt x="424" y="1197"/>
                    </a:cubicBezTo>
                    <a:cubicBezTo>
                      <a:pt x="393" y="1141"/>
                      <a:pt x="360" y="1091"/>
                      <a:pt x="332" y="1047"/>
                    </a:cubicBezTo>
                    <a:cubicBezTo>
                      <a:pt x="249" y="922"/>
                      <a:pt x="194" y="839"/>
                      <a:pt x="194" y="637"/>
                    </a:cubicBezTo>
                    <a:cubicBezTo>
                      <a:pt x="194" y="523"/>
                      <a:pt x="243" y="414"/>
                      <a:pt x="330" y="330"/>
                    </a:cubicBezTo>
                    <a:cubicBezTo>
                      <a:pt x="421" y="243"/>
                      <a:pt x="541" y="195"/>
                      <a:pt x="668" y="195"/>
                    </a:cubicBezTo>
                    <a:cubicBezTo>
                      <a:pt x="795" y="195"/>
                      <a:pt x="915" y="243"/>
                      <a:pt x="1006" y="330"/>
                    </a:cubicBezTo>
                    <a:cubicBezTo>
                      <a:pt x="1094" y="414"/>
                      <a:pt x="1142" y="523"/>
                      <a:pt x="1142" y="637"/>
                    </a:cubicBezTo>
                    <a:cubicBezTo>
                      <a:pt x="1142" y="839"/>
                      <a:pt x="1087" y="922"/>
                      <a:pt x="1005" y="1047"/>
                    </a:cubicBezTo>
                    <a:close/>
                  </a:path>
                </a:pathLst>
              </a:custGeom>
              <a:grpFill/>
              <a:ln w="635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0">
                  <a:ln w="6350">
                    <a:noFill/>
                  </a:ln>
                  <a:solidFill>
                    <a:schemeClr val="bg1"/>
                  </a:solidFill>
                  <a:latin typeface="Impact" pitchFamily="34" charset="0"/>
                  <a:ea typeface="微软雅黑" pitchFamily="34" charset="-122"/>
                </a:endParaRPr>
              </a:p>
            </p:txBody>
          </p:sp>
          <p:sp>
            <p:nvSpPr>
              <p:cNvPr id="92" name="Freeform 26"/>
              <p:cNvSpPr/>
              <p:nvPr/>
            </p:nvSpPr>
            <p:spPr bwMode="auto">
              <a:xfrm>
                <a:off x="4154210" y="3767727"/>
                <a:ext cx="832961" cy="186631"/>
              </a:xfrm>
              <a:custGeom>
                <a:avLst/>
                <a:gdLst>
                  <a:gd name="T0" fmla="*/ 565 w 636"/>
                  <a:gd name="T1" fmla="*/ 0 h 142"/>
                  <a:gd name="T2" fmla="*/ 71 w 636"/>
                  <a:gd name="T3" fmla="*/ 0 h 142"/>
                  <a:gd name="T4" fmla="*/ 0 w 636"/>
                  <a:gd name="T5" fmla="*/ 71 h 142"/>
                  <a:gd name="T6" fmla="*/ 71 w 636"/>
                  <a:gd name="T7" fmla="*/ 142 h 142"/>
                  <a:gd name="T8" fmla="*/ 565 w 636"/>
                  <a:gd name="T9" fmla="*/ 142 h 142"/>
                  <a:gd name="T10" fmla="*/ 636 w 636"/>
                  <a:gd name="T11" fmla="*/ 71 h 142"/>
                  <a:gd name="T12" fmla="*/ 565 w 636"/>
                  <a:gd name="T13" fmla="*/ 0 h 142"/>
                </a:gdLst>
                <a:ahLst/>
                <a:cxnLst>
                  <a:cxn ang="0">
                    <a:pos x="T0" y="T1"/>
                  </a:cxn>
                  <a:cxn ang="0">
                    <a:pos x="T2" y="T3"/>
                  </a:cxn>
                  <a:cxn ang="0">
                    <a:pos x="T4" y="T5"/>
                  </a:cxn>
                  <a:cxn ang="0">
                    <a:pos x="T6" y="T7"/>
                  </a:cxn>
                  <a:cxn ang="0">
                    <a:pos x="T8" y="T9"/>
                  </a:cxn>
                  <a:cxn ang="0">
                    <a:pos x="T10" y="T11"/>
                  </a:cxn>
                  <a:cxn ang="0">
                    <a:pos x="T12" y="T13"/>
                  </a:cxn>
                </a:cxnLst>
                <a:rect l="0" t="0" r="r" b="b"/>
                <a:pathLst>
                  <a:path w="636" h="142">
                    <a:moveTo>
                      <a:pt x="565" y="0"/>
                    </a:moveTo>
                    <a:cubicBezTo>
                      <a:pt x="71" y="0"/>
                      <a:pt x="71" y="0"/>
                      <a:pt x="71" y="0"/>
                    </a:cubicBezTo>
                    <a:cubicBezTo>
                      <a:pt x="32" y="0"/>
                      <a:pt x="0" y="32"/>
                      <a:pt x="0" y="71"/>
                    </a:cubicBezTo>
                    <a:cubicBezTo>
                      <a:pt x="0" y="110"/>
                      <a:pt x="32" y="142"/>
                      <a:pt x="71" y="142"/>
                    </a:cubicBezTo>
                    <a:cubicBezTo>
                      <a:pt x="565" y="142"/>
                      <a:pt x="565" y="142"/>
                      <a:pt x="565" y="142"/>
                    </a:cubicBezTo>
                    <a:cubicBezTo>
                      <a:pt x="604" y="142"/>
                      <a:pt x="636" y="110"/>
                      <a:pt x="636" y="71"/>
                    </a:cubicBezTo>
                    <a:cubicBezTo>
                      <a:pt x="636" y="32"/>
                      <a:pt x="604" y="0"/>
                      <a:pt x="565" y="0"/>
                    </a:cubicBezTo>
                    <a:close/>
                  </a:path>
                </a:pathLst>
              </a:custGeom>
              <a:grpFill/>
              <a:ln w="635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0">
                  <a:ln w="6350">
                    <a:noFill/>
                  </a:ln>
                  <a:solidFill>
                    <a:schemeClr val="bg1"/>
                  </a:solidFill>
                  <a:latin typeface="Impact" pitchFamily="34" charset="0"/>
                  <a:ea typeface="微软雅黑" pitchFamily="34" charset="-122"/>
                </a:endParaRPr>
              </a:p>
            </p:txBody>
          </p:sp>
          <p:sp>
            <p:nvSpPr>
              <p:cNvPr id="93" name="Freeform 27"/>
              <p:cNvSpPr/>
              <p:nvPr/>
            </p:nvSpPr>
            <p:spPr bwMode="auto">
              <a:xfrm>
                <a:off x="4154210" y="3997577"/>
                <a:ext cx="832961" cy="187940"/>
              </a:xfrm>
              <a:custGeom>
                <a:avLst/>
                <a:gdLst>
                  <a:gd name="T0" fmla="*/ 565 w 636"/>
                  <a:gd name="T1" fmla="*/ 0 h 143"/>
                  <a:gd name="T2" fmla="*/ 71 w 636"/>
                  <a:gd name="T3" fmla="*/ 0 h 143"/>
                  <a:gd name="T4" fmla="*/ 0 w 636"/>
                  <a:gd name="T5" fmla="*/ 71 h 143"/>
                  <a:gd name="T6" fmla="*/ 71 w 636"/>
                  <a:gd name="T7" fmla="*/ 143 h 143"/>
                  <a:gd name="T8" fmla="*/ 565 w 636"/>
                  <a:gd name="T9" fmla="*/ 143 h 143"/>
                  <a:gd name="T10" fmla="*/ 636 w 636"/>
                  <a:gd name="T11" fmla="*/ 71 h 143"/>
                  <a:gd name="T12" fmla="*/ 565 w 636"/>
                  <a:gd name="T13" fmla="*/ 0 h 143"/>
                </a:gdLst>
                <a:ahLst/>
                <a:cxnLst>
                  <a:cxn ang="0">
                    <a:pos x="T0" y="T1"/>
                  </a:cxn>
                  <a:cxn ang="0">
                    <a:pos x="T2" y="T3"/>
                  </a:cxn>
                  <a:cxn ang="0">
                    <a:pos x="T4" y="T5"/>
                  </a:cxn>
                  <a:cxn ang="0">
                    <a:pos x="T6" y="T7"/>
                  </a:cxn>
                  <a:cxn ang="0">
                    <a:pos x="T8" y="T9"/>
                  </a:cxn>
                  <a:cxn ang="0">
                    <a:pos x="T10" y="T11"/>
                  </a:cxn>
                  <a:cxn ang="0">
                    <a:pos x="T12" y="T13"/>
                  </a:cxn>
                </a:cxnLst>
                <a:rect l="0" t="0" r="r" b="b"/>
                <a:pathLst>
                  <a:path w="636" h="143">
                    <a:moveTo>
                      <a:pt x="565" y="0"/>
                    </a:moveTo>
                    <a:cubicBezTo>
                      <a:pt x="71" y="0"/>
                      <a:pt x="71" y="0"/>
                      <a:pt x="71" y="0"/>
                    </a:cubicBezTo>
                    <a:cubicBezTo>
                      <a:pt x="32" y="0"/>
                      <a:pt x="0" y="32"/>
                      <a:pt x="0" y="71"/>
                    </a:cubicBezTo>
                    <a:cubicBezTo>
                      <a:pt x="0" y="111"/>
                      <a:pt x="32" y="143"/>
                      <a:pt x="71" y="143"/>
                    </a:cubicBezTo>
                    <a:cubicBezTo>
                      <a:pt x="565" y="143"/>
                      <a:pt x="565" y="143"/>
                      <a:pt x="565" y="143"/>
                    </a:cubicBezTo>
                    <a:cubicBezTo>
                      <a:pt x="604" y="143"/>
                      <a:pt x="636" y="111"/>
                      <a:pt x="636" y="71"/>
                    </a:cubicBezTo>
                    <a:cubicBezTo>
                      <a:pt x="636" y="32"/>
                      <a:pt x="604" y="0"/>
                      <a:pt x="565" y="0"/>
                    </a:cubicBezTo>
                    <a:close/>
                  </a:path>
                </a:pathLst>
              </a:custGeom>
              <a:grpFill/>
              <a:ln w="635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0">
                  <a:ln w="6350">
                    <a:noFill/>
                  </a:ln>
                  <a:solidFill>
                    <a:schemeClr val="bg1"/>
                  </a:solidFill>
                  <a:latin typeface="Impact" pitchFamily="34" charset="0"/>
                  <a:ea typeface="微软雅黑" pitchFamily="34" charset="-122"/>
                </a:endParaRPr>
              </a:p>
            </p:txBody>
          </p:sp>
          <p:sp>
            <p:nvSpPr>
              <p:cNvPr id="94" name="Freeform 28"/>
              <p:cNvSpPr/>
              <p:nvPr/>
            </p:nvSpPr>
            <p:spPr bwMode="auto">
              <a:xfrm>
                <a:off x="4286488" y="4227428"/>
                <a:ext cx="569714" cy="187940"/>
              </a:xfrm>
              <a:custGeom>
                <a:avLst/>
                <a:gdLst>
                  <a:gd name="T0" fmla="*/ 363 w 435"/>
                  <a:gd name="T1" fmla="*/ 0 h 143"/>
                  <a:gd name="T2" fmla="*/ 71 w 435"/>
                  <a:gd name="T3" fmla="*/ 0 h 143"/>
                  <a:gd name="T4" fmla="*/ 0 w 435"/>
                  <a:gd name="T5" fmla="*/ 71 h 143"/>
                  <a:gd name="T6" fmla="*/ 71 w 435"/>
                  <a:gd name="T7" fmla="*/ 143 h 143"/>
                  <a:gd name="T8" fmla="*/ 363 w 435"/>
                  <a:gd name="T9" fmla="*/ 143 h 143"/>
                  <a:gd name="T10" fmla="*/ 435 w 435"/>
                  <a:gd name="T11" fmla="*/ 71 h 143"/>
                  <a:gd name="T12" fmla="*/ 363 w 435"/>
                  <a:gd name="T13" fmla="*/ 0 h 143"/>
                </a:gdLst>
                <a:ahLst/>
                <a:cxnLst>
                  <a:cxn ang="0">
                    <a:pos x="T0" y="T1"/>
                  </a:cxn>
                  <a:cxn ang="0">
                    <a:pos x="T2" y="T3"/>
                  </a:cxn>
                  <a:cxn ang="0">
                    <a:pos x="T4" y="T5"/>
                  </a:cxn>
                  <a:cxn ang="0">
                    <a:pos x="T6" y="T7"/>
                  </a:cxn>
                  <a:cxn ang="0">
                    <a:pos x="T8" y="T9"/>
                  </a:cxn>
                  <a:cxn ang="0">
                    <a:pos x="T10" y="T11"/>
                  </a:cxn>
                  <a:cxn ang="0">
                    <a:pos x="T12" y="T13"/>
                  </a:cxn>
                </a:cxnLst>
                <a:rect l="0" t="0" r="r" b="b"/>
                <a:pathLst>
                  <a:path w="435" h="143">
                    <a:moveTo>
                      <a:pt x="363" y="0"/>
                    </a:moveTo>
                    <a:cubicBezTo>
                      <a:pt x="71" y="0"/>
                      <a:pt x="71" y="0"/>
                      <a:pt x="71" y="0"/>
                    </a:cubicBezTo>
                    <a:cubicBezTo>
                      <a:pt x="32" y="0"/>
                      <a:pt x="0" y="32"/>
                      <a:pt x="0" y="71"/>
                    </a:cubicBezTo>
                    <a:cubicBezTo>
                      <a:pt x="0" y="111"/>
                      <a:pt x="32" y="143"/>
                      <a:pt x="71" y="143"/>
                    </a:cubicBezTo>
                    <a:cubicBezTo>
                      <a:pt x="363" y="143"/>
                      <a:pt x="363" y="143"/>
                      <a:pt x="363" y="143"/>
                    </a:cubicBezTo>
                    <a:cubicBezTo>
                      <a:pt x="403" y="143"/>
                      <a:pt x="435" y="111"/>
                      <a:pt x="435" y="71"/>
                    </a:cubicBezTo>
                    <a:cubicBezTo>
                      <a:pt x="435" y="32"/>
                      <a:pt x="403" y="0"/>
                      <a:pt x="363" y="0"/>
                    </a:cubicBezTo>
                    <a:close/>
                  </a:path>
                </a:pathLst>
              </a:custGeom>
              <a:grpFill/>
              <a:ln w="635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0">
                  <a:ln w="6350">
                    <a:noFill/>
                  </a:ln>
                  <a:solidFill>
                    <a:schemeClr val="bg1"/>
                  </a:solidFill>
                  <a:latin typeface="Impact" pitchFamily="34" charset="0"/>
                  <a:ea typeface="微软雅黑" pitchFamily="34" charset="-122"/>
                </a:endParaRPr>
              </a:p>
            </p:txBody>
          </p:sp>
        </p:grpSp>
      </p:grpSp>
      <p:sp>
        <p:nvSpPr>
          <p:cNvPr id="95" name="Freeform 29"/>
          <p:cNvSpPr>
            <a:spLocks noEditPoints="1"/>
          </p:cNvSpPr>
          <p:nvPr/>
        </p:nvSpPr>
        <p:spPr bwMode="auto">
          <a:xfrm>
            <a:off x="5062333" y="2815459"/>
            <a:ext cx="323710" cy="335934"/>
          </a:xfrm>
          <a:custGeom>
            <a:avLst/>
            <a:gdLst>
              <a:gd name="T0" fmla="*/ 132 w 278"/>
              <a:gd name="T1" fmla="*/ 287 h 288"/>
              <a:gd name="T2" fmla="*/ 146 w 278"/>
              <a:gd name="T3" fmla="*/ 287 h 288"/>
              <a:gd name="T4" fmla="*/ 159 w 278"/>
              <a:gd name="T5" fmla="*/ 242 h 288"/>
              <a:gd name="T6" fmla="*/ 177 w 278"/>
              <a:gd name="T7" fmla="*/ 234 h 288"/>
              <a:gd name="T8" fmla="*/ 213 w 278"/>
              <a:gd name="T9" fmla="*/ 264 h 288"/>
              <a:gd name="T10" fmla="*/ 229 w 278"/>
              <a:gd name="T11" fmla="*/ 256 h 288"/>
              <a:gd name="T12" fmla="*/ 213 w 278"/>
              <a:gd name="T13" fmla="*/ 211 h 288"/>
              <a:gd name="T14" fmla="*/ 222 w 278"/>
              <a:gd name="T15" fmla="*/ 195 h 288"/>
              <a:gd name="T16" fmla="*/ 269 w 278"/>
              <a:gd name="T17" fmla="*/ 198 h 288"/>
              <a:gd name="T18" fmla="*/ 278 w 278"/>
              <a:gd name="T19" fmla="*/ 181 h 288"/>
              <a:gd name="T20" fmla="*/ 239 w 278"/>
              <a:gd name="T21" fmla="*/ 155 h 288"/>
              <a:gd name="T22" fmla="*/ 237 w 278"/>
              <a:gd name="T23" fmla="*/ 136 h 288"/>
              <a:gd name="T24" fmla="*/ 276 w 278"/>
              <a:gd name="T25" fmla="*/ 111 h 288"/>
              <a:gd name="T26" fmla="*/ 274 w 278"/>
              <a:gd name="T27" fmla="*/ 93 h 288"/>
              <a:gd name="T28" fmla="*/ 226 w 278"/>
              <a:gd name="T29" fmla="*/ 95 h 288"/>
              <a:gd name="T30" fmla="*/ 213 w 278"/>
              <a:gd name="T31" fmla="*/ 80 h 288"/>
              <a:gd name="T32" fmla="*/ 231 w 278"/>
              <a:gd name="T33" fmla="*/ 37 h 288"/>
              <a:gd name="T34" fmla="*/ 218 w 278"/>
              <a:gd name="T35" fmla="*/ 24 h 288"/>
              <a:gd name="T36" fmla="*/ 181 w 278"/>
              <a:gd name="T37" fmla="*/ 53 h 288"/>
              <a:gd name="T38" fmla="*/ 162 w 278"/>
              <a:gd name="T39" fmla="*/ 49 h 288"/>
              <a:gd name="T40" fmla="*/ 150 w 278"/>
              <a:gd name="T41" fmla="*/ 3 h 288"/>
              <a:gd name="T42" fmla="*/ 132 w 278"/>
              <a:gd name="T43" fmla="*/ 0 h 288"/>
              <a:gd name="T44" fmla="*/ 119 w 278"/>
              <a:gd name="T45" fmla="*/ 46 h 288"/>
              <a:gd name="T46" fmla="*/ 102 w 278"/>
              <a:gd name="T47" fmla="*/ 53 h 288"/>
              <a:gd name="T48" fmla="*/ 65 w 278"/>
              <a:gd name="T49" fmla="*/ 24 h 288"/>
              <a:gd name="T50" fmla="*/ 49 w 278"/>
              <a:gd name="T51" fmla="*/ 32 h 288"/>
              <a:gd name="T52" fmla="*/ 65 w 278"/>
              <a:gd name="T53" fmla="*/ 76 h 288"/>
              <a:gd name="T54" fmla="*/ 56 w 278"/>
              <a:gd name="T55" fmla="*/ 93 h 288"/>
              <a:gd name="T56" fmla="*/ 9 w 278"/>
              <a:gd name="T57" fmla="*/ 90 h 288"/>
              <a:gd name="T58" fmla="*/ 0 w 278"/>
              <a:gd name="T59" fmla="*/ 106 h 288"/>
              <a:gd name="T60" fmla="*/ 40 w 278"/>
              <a:gd name="T61" fmla="*/ 132 h 288"/>
              <a:gd name="T62" fmla="*/ 42 w 278"/>
              <a:gd name="T63" fmla="*/ 151 h 288"/>
              <a:gd name="T64" fmla="*/ 2 w 278"/>
              <a:gd name="T65" fmla="*/ 177 h 288"/>
              <a:gd name="T66" fmla="*/ 5 w 278"/>
              <a:gd name="T67" fmla="*/ 195 h 288"/>
              <a:gd name="T68" fmla="*/ 52 w 278"/>
              <a:gd name="T69" fmla="*/ 193 h 288"/>
              <a:gd name="T70" fmla="*/ 65 w 278"/>
              <a:gd name="T71" fmla="*/ 207 h 288"/>
              <a:gd name="T72" fmla="*/ 48 w 278"/>
              <a:gd name="T73" fmla="*/ 251 h 288"/>
              <a:gd name="T74" fmla="*/ 60 w 278"/>
              <a:gd name="T75" fmla="*/ 264 h 288"/>
              <a:gd name="T76" fmla="*/ 98 w 278"/>
              <a:gd name="T77" fmla="*/ 235 h 288"/>
              <a:gd name="T78" fmla="*/ 116 w 278"/>
              <a:gd name="T79" fmla="*/ 239 h 288"/>
              <a:gd name="T80" fmla="*/ 128 w 278"/>
              <a:gd name="T81" fmla="*/ 284 h 288"/>
              <a:gd name="T82" fmla="*/ 139 w 278"/>
              <a:gd name="T83" fmla="*/ 75 h 288"/>
              <a:gd name="T84" fmla="*/ 139 w 278"/>
              <a:gd name="T85" fmla="*/ 213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78" h="288">
                <a:moveTo>
                  <a:pt x="128" y="284"/>
                </a:moveTo>
                <a:cubicBezTo>
                  <a:pt x="129" y="286"/>
                  <a:pt x="130" y="287"/>
                  <a:pt x="132" y="287"/>
                </a:cubicBezTo>
                <a:cubicBezTo>
                  <a:pt x="134" y="288"/>
                  <a:pt x="137" y="288"/>
                  <a:pt x="139" y="288"/>
                </a:cubicBezTo>
                <a:cubicBezTo>
                  <a:pt x="142" y="288"/>
                  <a:pt x="144" y="288"/>
                  <a:pt x="146" y="287"/>
                </a:cubicBezTo>
                <a:cubicBezTo>
                  <a:pt x="148" y="287"/>
                  <a:pt x="150" y="286"/>
                  <a:pt x="150" y="284"/>
                </a:cubicBezTo>
                <a:cubicBezTo>
                  <a:pt x="159" y="242"/>
                  <a:pt x="159" y="242"/>
                  <a:pt x="159" y="242"/>
                </a:cubicBezTo>
                <a:cubicBezTo>
                  <a:pt x="159" y="240"/>
                  <a:pt x="160" y="239"/>
                  <a:pt x="162" y="239"/>
                </a:cubicBezTo>
                <a:cubicBezTo>
                  <a:pt x="167" y="238"/>
                  <a:pt x="172" y="236"/>
                  <a:pt x="177" y="234"/>
                </a:cubicBezTo>
                <a:cubicBezTo>
                  <a:pt x="178" y="234"/>
                  <a:pt x="180" y="234"/>
                  <a:pt x="181" y="235"/>
                </a:cubicBezTo>
                <a:cubicBezTo>
                  <a:pt x="213" y="264"/>
                  <a:pt x="213" y="264"/>
                  <a:pt x="213" y="264"/>
                </a:cubicBezTo>
                <a:cubicBezTo>
                  <a:pt x="214" y="265"/>
                  <a:pt x="216" y="265"/>
                  <a:pt x="218" y="264"/>
                </a:cubicBezTo>
                <a:cubicBezTo>
                  <a:pt x="222" y="262"/>
                  <a:pt x="226" y="259"/>
                  <a:pt x="229" y="256"/>
                </a:cubicBezTo>
                <a:cubicBezTo>
                  <a:pt x="231" y="255"/>
                  <a:pt x="231" y="253"/>
                  <a:pt x="231" y="251"/>
                </a:cubicBezTo>
                <a:cubicBezTo>
                  <a:pt x="213" y="211"/>
                  <a:pt x="213" y="211"/>
                  <a:pt x="213" y="211"/>
                </a:cubicBezTo>
                <a:cubicBezTo>
                  <a:pt x="212" y="210"/>
                  <a:pt x="212" y="208"/>
                  <a:pt x="213" y="207"/>
                </a:cubicBezTo>
                <a:cubicBezTo>
                  <a:pt x="217" y="203"/>
                  <a:pt x="220" y="199"/>
                  <a:pt x="222" y="195"/>
                </a:cubicBezTo>
                <a:cubicBezTo>
                  <a:pt x="223" y="194"/>
                  <a:pt x="225" y="193"/>
                  <a:pt x="226" y="193"/>
                </a:cubicBezTo>
                <a:cubicBezTo>
                  <a:pt x="269" y="198"/>
                  <a:pt x="269" y="198"/>
                  <a:pt x="269" y="198"/>
                </a:cubicBezTo>
                <a:cubicBezTo>
                  <a:pt x="271" y="198"/>
                  <a:pt x="273" y="197"/>
                  <a:pt x="273" y="195"/>
                </a:cubicBezTo>
                <a:cubicBezTo>
                  <a:pt x="278" y="181"/>
                  <a:pt x="278" y="181"/>
                  <a:pt x="278" y="181"/>
                </a:cubicBezTo>
                <a:cubicBezTo>
                  <a:pt x="278" y="180"/>
                  <a:pt x="278" y="178"/>
                  <a:pt x="276" y="177"/>
                </a:cubicBezTo>
                <a:cubicBezTo>
                  <a:pt x="239" y="155"/>
                  <a:pt x="239" y="155"/>
                  <a:pt x="239" y="155"/>
                </a:cubicBezTo>
                <a:cubicBezTo>
                  <a:pt x="237" y="154"/>
                  <a:pt x="236" y="153"/>
                  <a:pt x="237" y="151"/>
                </a:cubicBezTo>
                <a:cubicBezTo>
                  <a:pt x="237" y="146"/>
                  <a:pt x="237" y="141"/>
                  <a:pt x="237" y="136"/>
                </a:cubicBezTo>
                <a:cubicBezTo>
                  <a:pt x="236" y="135"/>
                  <a:pt x="237" y="133"/>
                  <a:pt x="239" y="132"/>
                </a:cubicBezTo>
                <a:cubicBezTo>
                  <a:pt x="276" y="111"/>
                  <a:pt x="276" y="111"/>
                  <a:pt x="276" y="111"/>
                </a:cubicBezTo>
                <a:cubicBezTo>
                  <a:pt x="278" y="110"/>
                  <a:pt x="278" y="108"/>
                  <a:pt x="278" y="106"/>
                </a:cubicBezTo>
                <a:cubicBezTo>
                  <a:pt x="277" y="102"/>
                  <a:pt x="275" y="97"/>
                  <a:pt x="274" y="93"/>
                </a:cubicBezTo>
                <a:cubicBezTo>
                  <a:pt x="273" y="91"/>
                  <a:pt x="271" y="90"/>
                  <a:pt x="269" y="90"/>
                </a:cubicBezTo>
                <a:cubicBezTo>
                  <a:pt x="226" y="95"/>
                  <a:pt x="226" y="95"/>
                  <a:pt x="226" y="95"/>
                </a:cubicBezTo>
                <a:cubicBezTo>
                  <a:pt x="225" y="95"/>
                  <a:pt x="223" y="94"/>
                  <a:pt x="223" y="93"/>
                </a:cubicBezTo>
                <a:cubicBezTo>
                  <a:pt x="220" y="88"/>
                  <a:pt x="217" y="84"/>
                  <a:pt x="213" y="80"/>
                </a:cubicBezTo>
                <a:cubicBezTo>
                  <a:pt x="213" y="79"/>
                  <a:pt x="212" y="78"/>
                  <a:pt x="213" y="76"/>
                </a:cubicBezTo>
                <a:cubicBezTo>
                  <a:pt x="231" y="37"/>
                  <a:pt x="231" y="37"/>
                  <a:pt x="231" y="37"/>
                </a:cubicBezTo>
                <a:cubicBezTo>
                  <a:pt x="231" y="35"/>
                  <a:pt x="231" y="33"/>
                  <a:pt x="229" y="32"/>
                </a:cubicBezTo>
                <a:cubicBezTo>
                  <a:pt x="218" y="24"/>
                  <a:pt x="218" y="24"/>
                  <a:pt x="218" y="24"/>
                </a:cubicBezTo>
                <a:cubicBezTo>
                  <a:pt x="216" y="22"/>
                  <a:pt x="214" y="23"/>
                  <a:pt x="213" y="24"/>
                </a:cubicBezTo>
                <a:cubicBezTo>
                  <a:pt x="181" y="53"/>
                  <a:pt x="181" y="53"/>
                  <a:pt x="181" y="53"/>
                </a:cubicBezTo>
                <a:cubicBezTo>
                  <a:pt x="180" y="54"/>
                  <a:pt x="178" y="54"/>
                  <a:pt x="177" y="53"/>
                </a:cubicBezTo>
                <a:cubicBezTo>
                  <a:pt x="172" y="52"/>
                  <a:pt x="167" y="50"/>
                  <a:pt x="162" y="49"/>
                </a:cubicBezTo>
                <a:cubicBezTo>
                  <a:pt x="160" y="48"/>
                  <a:pt x="159" y="47"/>
                  <a:pt x="159" y="46"/>
                </a:cubicBezTo>
                <a:cubicBezTo>
                  <a:pt x="150" y="3"/>
                  <a:pt x="150" y="3"/>
                  <a:pt x="150" y="3"/>
                </a:cubicBezTo>
                <a:cubicBezTo>
                  <a:pt x="150" y="2"/>
                  <a:pt x="148" y="0"/>
                  <a:pt x="146" y="0"/>
                </a:cubicBezTo>
                <a:cubicBezTo>
                  <a:pt x="132" y="0"/>
                  <a:pt x="132" y="0"/>
                  <a:pt x="132" y="0"/>
                </a:cubicBezTo>
                <a:cubicBezTo>
                  <a:pt x="130" y="0"/>
                  <a:pt x="129" y="2"/>
                  <a:pt x="128" y="3"/>
                </a:cubicBezTo>
                <a:cubicBezTo>
                  <a:pt x="119" y="46"/>
                  <a:pt x="119" y="46"/>
                  <a:pt x="119" y="46"/>
                </a:cubicBezTo>
                <a:cubicBezTo>
                  <a:pt x="119" y="47"/>
                  <a:pt x="118" y="48"/>
                  <a:pt x="116" y="49"/>
                </a:cubicBezTo>
                <a:cubicBezTo>
                  <a:pt x="111" y="50"/>
                  <a:pt x="106" y="52"/>
                  <a:pt x="102" y="53"/>
                </a:cubicBezTo>
                <a:cubicBezTo>
                  <a:pt x="100" y="54"/>
                  <a:pt x="99" y="54"/>
                  <a:pt x="98" y="53"/>
                </a:cubicBezTo>
                <a:cubicBezTo>
                  <a:pt x="65" y="24"/>
                  <a:pt x="65" y="24"/>
                  <a:pt x="65" y="24"/>
                </a:cubicBezTo>
                <a:cubicBezTo>
                  <a:pt x="64" y="23"/>
                  <a:pt x="62" y="22"/>
                  <a:pt x="60" y="23"/>
                </a:cubicBezTo>
                <a:cubicBezTo>
                  <a:pt x="56" y="26"/>
                  <a:pt x="53" y="29"/>
                  <a:pt x="49" y="32"/>
                </a:cubicBezTo>
                <a:cubicBezTo>
                  <a:pt x="47" y="33"/>
                  <a:pt x="47" y="35"/>
                  <a:pt x="48" y="37"/>
                </a:cubicBezTo>
                <a:cubicBezTo>
                  <a:pt x="65" y="76"/>
                  <a:pt x="65" y="76"/>
                  <a:pt x="65" y="76"/>
                </a:cubicBezTo>
                <a:cubicBezTo>
                  <a:pt x="66" y="78"/>
                  <a:pt x="66" y="79"/>
                  <a:pt x="65" y="80"/>
                </a:cubicBezTo>
                <a:cubicBezTo>
                  <a:pt x="61" y="84"/>
                  <a:pt x="58" y="88"/>
                  <a:pt x="56" y="93"/>
                </a:cubicBezTo>
                <a:cubicBezTo>
                  <a:pt x="55" y="94"/>
                  <a:pt x="53" y="95"/>
                  <a:pt x="52" y="95"/>
                </a:cubicBezTo>
                <a:cubicBezTo>
                  <a:pt x="9" y="90"/>
                  <a:pt x="9" y="90"/>
                  <a:pt x="9" y="90"/>
                </a:cubicBezTo>
                <a:cubicBezTo>
                  <a:pt x="7" y="90"/>
                  <a:pt x="5" y="91"/>
                  <a:pt x="5" y="93"/>
                </a:cubicBezTo>
                <a:cubicBezTo>
                  <a:pt x="3" y="97"/>
                  <a:pt x="1" y="102"/>
                  <a:pt x="0" y="106"/>
                </a:cubicBezTo>
                <a:cubicBezTo>
                  <a:pt x="0" y="108"/>
                  <a:pt x="1" y="110"/>
                  <a:pt x="2" y="111"/>
                </a:cubicBezTo>
                <a:cubicBezTo>
                  <a:pt x="40" y="132"/>
                  <a:pt x="40" y="132"/>
                  <a:pt x="40" y="132"/>
                </a:cubicBezTo>
                <a:cubicBezTo>
                  <a:pt x="41" y="133"/>
                  <a:pt x="42" y="135"/>
                  <a:pt x="42" y="136"/>
                </a:cubicBezTo>
                <a:cubicBezTo>
                  <a:pt x="41" y="141"/>
                  <a:pt x="41" y="146"/>
                  <a:pt x="42" y="151"/>
                </a:cubicBezTo>
                <a:cubicBezTo>
                  <a:pt x="42" y="153"/>
                  <a:pt x="41" y="154"/>
                  <a:pt x="40" y="155"/>
                </a:cubicBezTo>
                <a:cubicBezTo>
                  <a:pt x="2" y="177"/>
                  <a:pt x="2" y="177"/>
                  <a:pt x="2" y="177"/>
                </a:cubicBezTo>
                <a:cubicBezTo>
                  <a:pt x="1" y="178"/>
                  <a:pt x="0" y="180"/>
                  <a:pt x="0" y="181"/>
                </a:cubicBezTo>
                <a:cubicBezTo>
                  <a:pt x="1" y="186"/>
                  <a:pt x="3" y="191"/>
                  <a:pt x="5" y="195"/>
                </a:cubicBezTo>
                <a:cubicBezTo>
                  <a:pt x="5" y="197"/>
                  <a:pt x="7" y="198"/>
                  <a:pt x="9" y="198"/>
                </a:cubicBezTo>
                <a:cubicBezTo>
                  <a:pt x="52" y="193"/>
                  <a:pt x="52" y="193"/>
                  <a:pt x="52" y="193"/>
                </a:cubicBezTo>
                <a:cubicBezTo>
                  <a:pt x="53" y="193"/>
                  <a:pt x="55" y="194"/>
                  <a:pt x="56" y="195"/>
                </a:cubicBezTo>
                <a:cubicBezTo>
                  <a:pt x="58" y="199"/>
                  <a:pt x="61" y="203"/>
                  <a:pt x="65" y="207"/>
                </a:cubicBezTo>
                <a:cubicBezTo>
                  <a:pt x="66" y="208"/>
                  <a:pt x="66" y="210"/>
                  <a:pt x="65" y="211"/>
                </a:cubicBezTo>
                <a:cubicBezTo>
                  <a:pt x="48" y="251"/>
                  <a:pt x="48" y="251"/>
                  <a:pt x="48" y="251"/>
                </a:cubicBezTo>
                <a:cubicBezTo>
                  <a:pt x="47" y="253"/>
                  <a:pt x="47" y="255"/>
                  <a:pt x="49" y="256"/>
                </a:cubicBezTo>
                <a:cubicBezTo>
                  <a:pt x="53" y="259"/>
                  <a:pt x="56" y="262"/>
                  <a:pt x="60" y="264"/>
                </a:cubicBezTo>
                <a:cubicBezTo>
                  <a:pt x="62" y="265"/>
                  <a:pt x="64" y="265"/>
                  <a:pt x="65" y="264"/>
                </a:cubicBezTo>
                <a:cubicBezTo>
                  <a:pt x="98" y="235"/>
                  <a:pt x="98" y="235"/>
                  <a:pt x="98" y="235"/>
                </a:cubicBezTo>
                <a:cubicBezTo>
                  <a:pt x="99" y="234"/>
                  <a:pt x="100" y="234"/>
                  <a:pt x="102" y="234"/>
                </a:cubicBezTo>
                <a:cubicBezTo>
                  <a:pt x="106" y="236"/>
                  <a:pt x="111" y="238"/>
                  <a:pt x="116" y="239"/>
                </a:cubicBezTo>
                <a:cubicBezTo>
                  <a:pt x="118" y="239"/>
                  <a:pt x="119" y="240"/>
                  <a:pt x="119" y="242"/>
                </a:cubicBezTo>
                <a:lnTo>
                  <a:pt x="128" y="284"/>
                </a:lnTo>
                <a:close/>
                <a:moveTo>
                  <a:pt x="70" y="144"/>
                </a:moveTo>
                <a:cubicBezTo>
                  <a:pt x="70" y="106"/>
                  <a:pt x="101" y="75"/>
                  <a:pt x="139" y="75"/>
                </a:cubicBezTo>
                <a:cubicBezTo>
                  <a:pt x="177" y="75"/>
                  <a:pt x="208" y="106"/>
                  <a:pt x="208" y="144"/>
                </a:cubicBezTo>
                <a:cubicBezTo>
                  <a:pt x="208" y="182"/>
                  <a:pt x="177" y="213"/>
                  <a:pt x="139" y="213"/>
                </a:cubicBezTo>
                <a:cubicBezTo>
                  <a:pt x="101" y="213"/>
                  <a:pt x="70" y="182"/>
                  <a:pt x="70" y="144"/>
                </a:cubicBezTo>
                <a:close/>
              </a:path>
            </a:pathLst>
          </a:custGeom>
          <a:solidFill>
            <a:srgbClr val="37B0E8"/>
          </a:solidFill>
          <a:ln>
            <a:noFill/>
          </a:ln>
        </p:spPr>
        <p:txBody>
          <a:bodyPr vert="horz" wrap="square" lIns="91440" tIns="45720" rIns="91440" bIns="45720" numCol="1" anchor="t" anchorCtr="0" compatLnSpc="1"/>
          <a:lstStyle/>
          <a:p>
            <a:endParaRPr lang="zh-CN" altLang="en-US"/>
          </a:p>
        </p:txBody>
      </p:sp>
      <p:sp>
        <p:nvSpPr>
          <p:cNvPr id="96" name="Text Box 38"/>
          <p:cNvSpPr txBox="1">
            <a:spLocks noChangeArrowheads="1"/>
          </p:cNvSpPr>
          <p:nvPr/>
        </p:nvSpPr>
        <p:spPr bwMode="auto">
          <a:xfrm>
            <a:off x="6183711" y="1640469"/>
            <a:ext cx="62228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dirty="0">
                <a:ln w="6350">
                  <a:noFill/>
                </a:ln>
                <a:solidFill>
                  <a:schemeClr val="tx1">
                    <a:lumMod val="65000"/>
                    <a:lumOff val="35000"/>
                  </a:schemeClr>
                </a:solidFill>
                <a:latin typeface="Impact" pitchFamily="34" charset="0"/>
                <a:ea typeface="微软雅黑" pitchFamily="34" charset="-122"/>
              </a:rPr>
              <a:t>03</a:t>
            </a:r>
            <a:endParaRPr lang="zh-CN" altLang="zh-CN" sz="3200" dirty="0">
              <a:ln w="6350">
                <a:noFill/>
              </a:ln>
              <a:solidFill>
                <a:schemeClr val="tx1">
                  <a:lumMod val="65000"/>
                  <a:lumOff val="35000"/>
                </a:schemeClr>
              </a:solidFill>
              <a:latin typeface="Impact" pitchFamily="34" charset="0"/>
              <a:ea typeface="微软雅黑" pitchFamily="34" charset="-122"/>
            </a:endParaRPr>
          </a:p>
        </p:txBody>
      </p:sp>
      <p:sp>
        <p:nvSpPr>
          <p:cNvPr id="97" name="Rectangle 34"/>
          <p:cNvSpPr>
            <a:spLocks noChangeArrowheads="1"/>
          </p:cNvSpPr>
          <p:nvPr/>
        </p:nvSpPr>
        <p:spPr bwMode="auto">
          <a:xfrm>
            <a:off x="7210896" y="1468083"/>
            <a:ext cx="1438584"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lvl="0" algn="just" fontAlgn="base">
              <a:spcBef>
                <a:spcPct val="0"/>
              </a:spcBef>
              <a:spcAft>
                <a:spcPct val="0"/>
              </a:spcAft>
            </a:pPr>
            <a:r>
              <a:rPr lang="zh-CN" altLang="en-US" sz="1000" dirty="0">
                <a:solidFill>
                  <a:prstClr val="black">
                    <a:lumMod val="50000"/>
                    <a:lumOff val="50000"/>
                  </a:prstClr>
                </a:solidFill>
                <a:latin typeface="Arial" pitchFamily="34" charset="0"/>
                <a:ea typeface="微软雅黑" pitchFamily="34" charset="-122"/>
              </a:rPr>
              <a:t>此处可输入相关说明文本内容，或者复制文本内容后粘贴，并选择只保留文字。文本内容建议简洁明了、提纲挈领，尽量保持整体风格统一。</a:t>
            </a:r>
            <a:endParaRPr lang="zh-CN" altLang="zh-CN" sz="1000" dirty="0">
              <a:solidFill>
                <a:prstClr val="black">
                  <a:lumMod val="50000"/>
                  <a:lumOff val="50000"/>
                </a:prstClr>
              </a:solidFill>
              <a:latin typeface="Arial" pitchFamily="34" charset="0"/>
              <a:ea typeface="微软雅黑" pitchFamily="34" charset="-122"/>
            </a:endParaRPr>
          </a:p>
        </p:txBody>
      </p:sp>
      <p:sp>
        <p:nvSpPr>
          <p:cNvPr id="98" name="Text Box 38"/>
          <p:cNvSpPr txBox="1">
            <a:spLocks noChangeArrowheads="1"/>
          </p:cNvSpPr>
          <p:nvPr/>
        </p:nvSpPr>
        <p:spPr bwMode="auto">
          <a:xfrm>
            <a:off x="6183711" y="3035188"/>
            <a:ext cx="60946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dirty="0">
                <a:ln w="6350">
                  <a:noFill/>
                </a:ln>
                <a:solidFill>
                  <a:schemeClr val="tx1">
                    <a:lumMod val="65000"/>
                    <a:lumOff val="35000"/>
                  </a:schemeClr>
                </a:solidFill>
                <a:latin typeface="Impact" pitchFamily="34" charset="0"/>
                <a:ea typeface="微软雅黑" pitchFamily="34" charset="-122"/>
              </a:rPr>
              <a:t>04</a:t>
            </a:r>
            <a:endParaRPr lang="zh-CN" altLang="zh-CN" sz="3200" dirty="0">
              <a:ln w="6350">
                <a:noFill/>
              </a:ln>
              <a:solidFill>
                <a:schemeClr val="tx1">
                  <a:lumMod val="65000"/>
                  <a:lumOff val="35000"/>
                </a:schemeClr>
              </a:solidFill>
              <a:latin typeface="Impact" pitchFamily="34" charset="0"/>
              <a:ea typeface="微软雅黑" pitchFamily="34" charset="-122"/>
            </a:endParaRPr>
          </a:p>
        </p:txBody>
      </p:sp>
      <p:sp>
        <p:nvSpPr>
          <p:cNvPr id="99" name="Rectangle 34"/>
          <p:cNvSpPr>
            <a:spLocks noChangeArrowheads="1"/>
          </p:cNvSpPr>
          <p:nvPr/>
        </p:nvSpPr>
        <p:spPr bwMode="auto">
          <a:xfrm>
            <a:off x="7210896" y="2890546"/>
            <a:ext cx="1438584"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lvl="0" algn="just" fontAlgn="base">
              <a:spcBef>
                <a:spcPct val="0"/>
              </a:spcBef>
              <a:spcAft>
                <a:spcPct val="0"/>
              </a:spcAft>
            </a:pPr>
            <a:r>
              <a:rPr lang="zh-CN" altLang="en-US" sz="1000" dirty="0">
                <a:solidFill>
                  <a:prstClr val="black">
                    <a:lumMod val="50000"/>
                    <a:lumOff val="50000"/>
                  </a:prstClr>
                </a:solidFill>
                <a:latin typeface="Arial" pitchFamily="34" charset="0"/>
                <a:ea typeface="微软雅黑" pitchFamily="34" charset="-122"/>
              </a:rPr>
              <a:t>此处可输入相关说明文本内容，或者复制文本内容后粘贴，并选择只保留文字。文本内容建议简洁明了、提纲挈领，尽量保持整体风格统一。</a:t>
            </a:r>
            <a:endParaRPr lang="zh-CN" altLang="zh-CN" sz="1000" dirty="0">
              <a:solidFill>
                <a:prstClr val="black">
                  <a:lumMod val="50000"/>
                  <a:lumOff val="50000"/>
                </a:prstClr>
              </a:solidFill>
              <a:latin typeface="Arial" pitchFamily="34" charset="0"/>
              <a:ea typeface="微软雅黑" pitchFamily="34" charset="-122"/>
            </a:endParaRPr>
          </a:p>
        </p:txBody>
      </p:sp>
      <p:sp>
        <p:nvSpPr>
          <p:cNvPr id="100" name="Text Box 38"/>
          <p:cNvSpPr txBox="1">
            <a:spLocks noChangeArrowheads="1"/>
          </p:cNvSpPr>
          <p:nvPr/>
        </p:nvSpPr>
        <p:spPr bwMode="auto">
          <a:xfrm>
            <a:off x="3732059" y="1640469"/>
            <a:ext cx="56137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zh-CN" sz="3200" dirty="0">
                <a:ln w="6350">
                  <a:noFill/>
                </a:ln>
                <a:solidFill>
                  <a:schemeClr val="tx1">
                    <a:lumMod val="65000"/>
                    <a:lumOff val="35000"/>
                  </a:schemeClr>
                </a:solidFill>
                <a:latin typeface="Impact" pitchFamily="34" charset="0"/>
                <a:ea typeface="微软雅黑" pitchFamily="34" charset="-122"/>
              </a:rPr>
              <a:t>01</a:t>
            </a:r>
          </a:p>
        </p:txBody>
      </p:sp>
      <p:sp>
        <p:nvSpPr>
          <p:cNvPr id="101" name="Text Box 38"/>
          <p:cNvSpPr txBox="1">
            <a:spLocks noChangeArrowheads="1"/>
          </p:cNvSpPr>
          <p:nvPr/>
        </p:nvSpPr>
        <p:spPr bwMode="auto">
          <a:xfrm>
            <a:off x="3732059" y="3035188"/>
            <a:ext cx="61106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dirty="0">
                <a:ln w="6350">
                  <a:noFill/>
                </a:ln>
                <a:solidFill>
                  <a:schemeClr val="tx1">
                    <a:lumMod val="65000"/>
                    <a:lumOff val="35000"/>
                  </a:schemeClr>
                </a:solidFill>
                <a:latin typeface="Impact" pitchFamily="34" charset="0"/>
                <a:ea typeface="微软雅黑" pitchFamily="34" charset="-122"/>
              </a:rPr>
              <a:t>02</a:t>
            </a:r>
            <a:endParaRPr lang="zh-CN" altLang="zh-CN" sz="3200" dirty="0">
              <a:ln w="6350">
                <a:noFill/>
              </a:ln>
              <a:solidFill>
                <a:schemeClr val="tx1">
                  <a:lumMod val="65000"/>
                  <a:lumOff val="35000"/>
                </a:schemeClr>
              </a:solidFill>
              <a:latin typeface="Impact" pitchFamily="34" charset="0"/>
              <a:ea typeface="微软雅黑" pitchFamily="34" charset="-122"/>
            </a:endParaRPr>
          </a:p>
        </p:txBody>
      </p:sp>
      <p:sp>
        <p:nvSpPr>
          <p:cNvPr id="102" name="Rectangle 34"/>
          <p:cNvSpPr>
            <a:spLocks noChangeArrowheads="1"/>
          </p:cNvSpPr>
          <p:nvPr/>
        </p:nvSpPr>
        <p:spPr bwMode="auto">
          <a:xfrm>
            <a:off x="1837272" y="1468083"/>
            <a:ext cx="1438584"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lvl="0" algn="just" fontAlgn="base">
              <a:spcBef>
                <a:spcPct val="0"/>
              </a:spcBef>
              <a:spcAft>
                <a:spcPct val="0"/>
              </a:spcAft>
            </a:pPr>
            <a:r>
              <a:rPr lang="zh-CN" altLang="en-US" sz="1000" dirty="0">
                <a:solidFill>
                  <a:prstClr val="black">
                    <a:lumMod val="50000"/>
                    <a:lumOff val="50000"/>
                  </a:prstClr>
                </a:solidFill>
                <a:latin typeface="Arial" pitchFamily="34" charset="0"/>
                <a:ea typeface="微软雅黑" pitchFamily="34" charset="-122"/>
              </a:rPr>
              <a:t>此处可输入相关说明文本内容，或者复制文本内容后粘贴，并选择只保留文字。文本内容建议简洁明了、提纲挈领，尽量保持整体风格统一。</a:t>
            </a:r>
            <a:endParaRPr lang="zh-CN" altLang="zh-CN" sz="1000" dirty="0">
              <a:solidFill>
                <a:prstClr val="black">
                  <a:lumMod val="50000"/>
                  <a:lumOff val="50000"/>
                </a:prstClr>
              </a:solidFill>
              <a:latin typeface="Arial" pitchFamily="34" charset="0"/>
              <a:ea typeface="微软雅黑" pitchFamily="34" charset="-122"/>
            </a:endParaRPr>
          </a:p>
        </p:txBody>
      </p:sp>
      <p:sp>
        <p:nvSpPr>
          <p:cNvPr id="103" name="Rectangle 34"/>
          <p:cNvSpPr>
            <a:spLocks noChangeArrowheads="1"/>
          </p:cNvSpPr>
          <p:nvPr/>
        </p:nvSpPr>
        <p:spPr bwMode="auto">
          <a:xfrm>
            <a:off x="1837272" y="2890546"/>
            <a:ext cx="1438584"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lvl="0" algn="just" fontAlgn="base">
              <a:spcBef>
                <a:spcPct val="0"/>
              </a:spcBef>
              <a:spcAft>
                <a:spcPct val="0"/>
              </a:spcAft>
            </a:pPr>
            <a:r>
              <a:rPr lang="zh-CN" altLang="en-US" sz="1000" dirty="0">
                <a:solidFill>
                  <a:prstClr val="black">
                    <a:lumMod val="50000"/>
                    <a:lumOff val="50000"/>
                  </a:prstClr>
                </a:solidFill>
                <a:latin typeface="Arial" pitchFamily="34" charset="0"/>
                <a:ea typeface="微软雅黑" pitchFamily="34" charset="-122"/>
              </a:rPr>
              <a:t>此处可输入相关说明文本内容，或者复制文本内容后粘贴，并选择只保留文字。文本内容建议简洁明了、提纲挈领，尽量保持整体风格统一。</a:t>
            </a:r>
            <a:endParaRPr lang="zh-CN" altLang="zh-CN" sz="1000" dirty="0">
              <a:solidFill>
                <a:prstClr val="black">
                  <a:lumMod val="50000"/>
                  <a:lumOff val="50000"/>
                </a:prstClr>
              </a:solidFill>
              <a:latin typeface="Arial" pitchFamily="34" charset="0"/>
              <a:ea typeface="微软雅黑" pitchFamily="34" charset="-122"/>
            </a:endParaRPr>
          </a:p>
        </p:txBody>
      </p:sp>
      <p:sp>
        <p:nvSpPr>
          <p:cNvPr id="104" name="矩形 103"/>
          <p:cNvSpPr/>
          <p:nvPr/>
        </p:nvSpPr>
        <p:spPr>
          <a:xfrm>
            <a:off x="4722795" y="2282286"/>
            <a:ext cx="1005403" cy="416974"/>
          </a:xfrm>
          <a:prstGeom prst="rect">
            <a:avLst/>
          </a:prstGeom>
        </p:spPr>
        <p:txBody>
          <a:bodyPr wrap="none">
            <a:spAutoFit/>
          </a:bodyPr>
          <a:lstStyle/>
          <a:p>
            <a:pPr algn="ctr">
              <a:lnSpc>
                <a:spcPct val="150000"/>
              </a:lnSpc>
            </a:pPr>
            <a:r>
              <a:rPr lang="zh-CN" altLang="en-US" sz="1600" b="1" dirty="0">
                <a:ln w="6350">
                  <a:noFill/>
                </a:ln>
                <a:solidFill>
                  <a:srgbClr val="37B0E8"/>
                </a:solidFill>
                <a:latin typeface="Impact" pitchFamily="34" charset="0"/>
                <a:ea typeface="微软雅黑" pitchFamily="34" charset="-122"/>
              </a:rPr>
              <a:t>主要创新</a:t>
            </a:r>
          </a:p>
        </p:txBody>
      </p:sp>
      <p:pic>
        <p:nvPicPr>
          <p:cNvPr id="49" name="图片 4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643649" y="714563"/>
            <a:ext cx="1568698" cy="699598"/>
          </a:xfrm>
          <a:prstGeom prst="rect">
            <a:avLst/>
          </a:prstGeom>
        </p:spPr>
      </p:pic>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88"/>
                                        </p:tgtEl>
                                        <p:attrNameLst>
                                          <p:attrName>style.visibility</p:attrName>
                                        </p:attrNameLst>
                                      </p:cBhvr>
                                      <p:to>
                                        <p:strVal val="visible"/>
                                      </p:to>
                                    </p:set>
                                    <p:animEffect transition="in" filter="fade">
                                      <p:cBhvr>
                                        <p:cTn id="7" dur="750"/>
                                        <p:tgtEl>
                                          <p:spTgt spid="88"/>
                                        </p:tgtEl>
                                      </p:cBhvr>
                                    </p:animEffect>
                                    <p:anim calcmode="lin" valueType="num">
                                      <p:cBhvr>
                                        <p:cTn id="8" dur="750" fill="hold"/>
                                        <p:tgtEl>
                                          <p:spTgt spid="88"/>
                                        </p:tgtEl>
                                        <p:attrNameLst>
                                          <p:attrName>ppt_x</p:attrName>
                                        </p:attrNameLst>
                                      </p:cBhvr>
                                      <p:tavLst>
                                        <p:tav tm="0">
                                          <p:val>
                                            <p:strVal val="#ppt_x"/>
                                          </p:val>
                                        </p:tav>
                                        <p:tav tm="100000">
                                          <p:val>
                                            <p:strVal val="#ppt_x"/>
                                          </p:val>
                                        </p:tav>
                                      </p:tavLst>
                                    </p:anim>
                                    <p:anim calcmode="lin" valueType="num">
                                      <p:cBhvr>
                                        <p:cTn id="9" dur="750" fill="hold"/>
                                        <p:tgtEl>
                                          <p:spTgt spid="88"/>
                                        </p:tgtEl>
                                        <p:attrNameLst>
                                          <p:attrName>ppt_y</p:attrName>
                                        </p:attrNameLst>
                                      </p:cBhvr>
                                      <p:tavLst>
                                        <p:tav tm="0">
                                          <p:val>
                                            <p:strVal val="#ppt_y+.1"/>
                                          </p:val>
                                        </p:tav>
                                        <p:tav tm="100000">
                                          <p:val>
                                            <p:strVal val="#ppt_y"/>
                                          </p:val>
                                        </p:tav>
                                      </p:tavLst>
                                    </p:anim>
                                  </p:childTnLst>
                                </p:cTn>
                              </p:par>
                              <p:par>
                                <p:cTn id="10" presetID="53" presetClass="entr" presetSubtype="16" fill="hold" grpId="0" nodeType="withEffect">
                                  <p:stCondLst>
                                    <p:cond delay="500"/>
                                  </p:stCondLst>
                                  <p:childTnLst>
                                    <p:set>
                                      <p:cBhvr>
                                        <p:cTn id="11" dur="1" fill="hold">
                                          <p:stCondLst>
                                            <p:cond delay="0"/>
                                          </p:stCondLst>
                                        </p:cTn>
                                        <p:tgtEl>
                                          <p:spTgt spid="104"/>
                                        </p:tgtEl>
                                        <p:attrNameLst>
                                          <p:attrName>style.visibility</p:attrName>
                                        </p:attrNameLst>
                                      </p:cBhvr>
                                      <p:to>
                                        <p:strVal val="visible"/>
                                      </p:to>
                                    </p:set>
                                    <p:anim calcmode="lin" valueType="num">
                                      <p:cBhvr>
                                        <p:cTn id="12" dur="300" fill="hold"/>
                                        <p:tgtEl>
                                          <p:spTgt spid="104"/>
                                        </p:tgtEl>
                                        <p:attrNameLst>
                                          <p:attrName>ppt_w</p:attrName>
                                        </p:attrNameLst>
                                      </p:cBhvr>
                                      <p:tavLst>
                                        <p:tav tm="0">
                                          <p:val>
                                            <p:fltVal val="0"/>
                                          </p:val>
                                        </p:tav>
                                        <p:tav tm="100000">
                                          <p:val>
                                            <p:strVal val="#ppt_w"/>
                                          </p:val>
                                        </p:tav>
                                      </p:tavLst>
                                    </p:anim>
                                    <p:anim calcmode="lin" valueType="num">
                                      <p:cBhvr>
                                        <p:cTn id="13" dur="300" fill="hold"/>
                                        <p:tgtEl>
                                          <p:spTgt spid="104"/>
                                        </p:tgtEl>
                                        <p:attrNameLst>
                                          <p:attrName>ppt_h</p:attrName>
                                        </p:attrNameLst>
                                      </p:cBhvr>
                                      <p:tavLst>
                                        <p:tav tm="0">
                                          <p:val>
                                            <p:fltVal val="0"/>
                                          </p:val>
                                        </p:tav>
                                        <p:tav tm="100000">
                                          <p:val>
                                            <p:strVal val="#ppt_h"/>
                                          </p:val>
                                        </p:tav>
                                      </p:tavLst>
                                    </p:anim>
                                    <p:animEffect transition="in" filter="fade">
                                      <p:cBhvr>
                                        <p:cTn id="14" dur="300"/>
                                        <p:tgtEl>
                                          <p:spTgt spid="104"/>
                                        </p:tgtEl>
                                      </p:cBhvr>
                                    </p:animEffect>
                                  </p:childTnLst>
                                </p:cTn>
                              </p:par>
                              <p:par>
                                <p:cTn id="15" presetID="6" presetClass="emph" presetSubtype="0" autoRev="1" fill="hold" grpId="1" nodeType="withEffect">
                                  <p:stCondLst>
                                    <p:cond delay="800"/>
                                  </p:stCondLst>
                                  <p:childTnLst>
                                    <p:animScale>
                                      <p:cBhvr>
                                        <p:cTn id="16" dur="150" fill="hold"/>
                                        <p:tgtEl>
                                          <p:spTgt spid="104"/>
                                        </p:tgtEl>
                                      </p:cBhvr>
                                      <p:by x="110000" y="110000"/>
                                    </p:animScale>
                                  </p:childTnLst>
                                </p:cTn>
                              </p:par>
                              <p:par>
                                <p:cTn id="17" presetID="53" presetClass="entr" presetSubtype="16" fill="hold" grpId="0" nodeType="withEffect">
                                  <p:stCondLst>
                                    <p:cond delay="800"/>
                                  </p:stCondLst>
                                  <p:childTnLst>
                                    <p:set>
                                      <p:cBhvr>
                                        <p:cTn id="18" dur="1" fill="hold">
                                          <p:stCondLst>
                                            <p:cond delay="0"/>
                                          </p:stCondLst>
                                        </p:cTn>
                                        <p:tgtEl>
                                          <p:spTgt spid="95"/>
                                        </p:tgtEl>
                                        <p:attrNameLst>
                                          <p:attrName>style.visibility</p:attrName>
                                        </p:attrNameLst>
                                      </p:cBhvr>
                                      <p:to>
                                        <p:strVal val="visible"/>
                                      </p:to>
                                    </p:set>
                                    <p:anim calcmode="lin" valueType="num">
                                      <p:cBhvr>
                                        <p:cTn id="19" dur="300" fill="hold"/>
                                        <p:tgtEl>
                                          <p:spTgt spid="95"/>
                                        </p:tgtEl>
                                        <p:attrNameLst>
                                          <p:attrName>ppt_w</p:attrName>
                                        </p:attrNameLst>
                                      </p:cBhvr>
                                      <p:tavLst>
                                        <p:tav tm="0">
                                          <p:val>
                                            <p:fltVal val="0"/>
                                          </p:val>
                                        </p:tav>
                                        <p:tav tm="100000">
                                          <p:val>
                                            <p:strVal val="#ppt_w"/>
                                          </p:val>
                                        </p:tav>
                                      </p:tavLst>
                                    </p:anim>
                                    <p:anim calcmode="lin" valueType="num">
                                      <p:cBhvr>
                                        <p:cTn id="20" dur="300" fill="hold"/>
                                        <p:tgtEl>
                                          <p:spTgt spid="95"/>
                                        </p:tgtEl>
                                        <p:attrNameLst>
                                          <p:attrName>ppt_h</p:attrName>
                                        </p:attrNameLst>
                                      </p:cBhvr>
                                      <p:tavLst>
                                        <p:tav tm="0">
                                          <p:val>
                                            <p:fltVal val="0"/>
                                          </p:val>
                                        </p:tav>
                                        <p:tav tm="100000">
                                          <p:val>
                                            <p:strVal val="#ppt_h"/>
                                          </p:val>
                                        </p:tav>
                                      </p:tavLst>
                                    </p:anim>
                                    <p:animEffect transition="in" filter="fade">
                                      <p:cBhvr>
                                        <p:cTn id="21" dur="300"/>
                                        <p:tgtEl>
                                          <p:spTgt spid="95"/>
                                        </p:tgtEl>
                                      </p:cBhvr>
                                    </p:animEffect>
                                  </p:childTnLst>
                                </p:cTn>
                              </p:par>
                              <p:par>
                                <p:cTn id="22" presetID="6" presetClass="emph" presetSubtype="0" autoRev="1" fill="hold" grpId="1" nodeType="withEffect">
                                  <p:stCondLst>
                                    <p:cond delay="1100"/>
                                  </p:stCondLst>
                                  <p:childTnLst>
                                    <p:animScale>
                                      <p:cBhvr>
                                        <p:cTn id="23" dur="150" fill="hold"/>
                                        <p:tgtEl>
                                          <p:spTgt spid="95"/>
                                        </p:tgtEl>
                                      </p:cBhvr>
                                      <p:by x="110000" y="110000"/>
                                    </p:animScale>
                                  </p:childTnLst>
                                </p:cTn>
                              </p:par>
                              <p:par>
                                <p:cTn id="24" presetID="12" presetClass="entr" presetSubtype="2" fill="hold" grpId="0" nodeType="withEffect">
                                  <p:stCondLst>
                                    <p:cond delay="700"/>
                                  </p:stCondLst>
                                  <p:childTnLst>
                                    <p:set>
                                      <p:cBhvr>
                                        <p:cTn id="25" dur="1" fill="hold">
                                          <p:stCondLst>
                                            <p:cond delay="0"/>
                                          </p:stCondLst>
                                        </p:cTn>
                                        <p:tgtEl>
                                          <p:spTgt spid="84"/>
                                        </p:tgtEl>
                                        <p:attrNameLst>
                                          <p:attrName>style.visibility</p:attrName>
                                        </p:attrNameLst>
                                      </p:cBhvr>
                                      <p:to>
                                        <p:strVal val="visible"/>
                                      </p:to>
                                    </p:set>
                                    <p:anim calcmode="lin" valueType="num">
                                      <p:cBhvr additive="base">
                                        <p:cTn id="26" dur="500"/>
                                        <p:tgtEl>
                                          <p:spTgt spid="84"/>
                                        </p:tgtEl>
                                        <p:attrNameLst>
                                          <p:attrName>ppt_x</p:attrName>
                                        </p:attrNameLst>
                                      </p:cBhvr>
                                      <p:tavLst>
                                        <p:tav tm="0">
                                          <p:val>
                                            <p:strVal val="#ppt_x+#ppt_w*1.125000"/>
                                          </p:val>
                                        </p:tav>
                                        <p:tav tm="100000">
                                          <p:val>
                                            <p:strVal val="#ppt_x"/>
                                          </p:val>
                                        </p:tav>
                                      </p:tavLst>
                                    </p:anim>
                                    <p:animEffect transition="in" filter="wipe(left)">
                                      <p:cBhvr>
                                        <p:cTn id="27" dur="500"/>
                                        <p:tgtEl>
                                          <p:spTgt spid="84"/>
                                        </p:tgtEl>
                                      </p:cBhvr>
                                    </p:animEffect>
                                  </p:childTnLst>
                                </p:cTn>
                              </p:par>
                              <p:par>
                                <p:cTn id="28" presetID="12" presetClass="entr" presetSubtype="8" fill="hold" grpId="0" nodeType="withEffect">
                                  <p:stCondLst>
                                    <p:cond delay="700"/>
                                  </p:stCondLst>
                                  <p:childTnLst>
                                    <p:set>
                                      <p:cBhvr>
                                        <p:cTn id="29" dur="1" fill="hold">
                                          <p:stCondLst>
                                            <p:cond delay="0"/>
                                          </p:stCondLst>
                                        </p:cTn>
                                        <p:tgtEl>
                                          <p:spTgt spid="85"/>
                                        </p:tgtEl>
                                        <p:attrNameLst>
                                          <p:attrName>style.visibility</p:attrName>
                                        </p:attrNameLst>
                                      </p:cBhvr>
                                      <p:to>
                                        <p:strVal val="visible"/>
                                      </p:to>
                                    </p:set>
                                    <p:anim calcmode="lin" valueType="num">
                                      <p:cBhvr additive="base">
                                        <p:cTn id="30" dur="500"/>
                                        <p:tgtEl>
                                          <p:spTgt spid="85"/>
                                        </p:tgtEl>
                                        <p:attrNameLst>
                                          <p:attrName>ppt_x</p:attrName>
                                        </p:attrNameLst>
                                      </p:cBhvr>
                                      <p:tavLst>
                                        <p:tav tm="0">
                                          <p:val>
                                            <p:strVal val="#ppt_x-#ppt_w*1.125000"/>
                                          </p:val>
                                        </p:tav>
                                        <p:tav tm="100000">
                                          <p:val>
                                            <p:strVal val="#ppt_x"/>
                                          </p:val>
                                        </p:tav>
                                      </p:tavLst>
                                    </p:anim>
                                    <p:animEffect transition="in" filter="wipe(right)">
                                      <p:cBhvr>
                                        <p:cTn id="31" dur="500"/>
                                        <p:tgtEl>
                                          <p:spTgt spid="85"/>
                                        </p:tgtEl>
                                      </p:cBhvr>
                                    </p:animEffect>
                                  </p:childTnLst>
                                </p:cTn>
                              </p:par>
                              <p:par>
                                <p:cTn id="32" presetID="12" presetClass="entr" presetSubtype="8" fill="hold" grpId="0" nodeType="withEffect">
                                  <p:stCondLst>
                                    <p:cond delay="700"/>
                                  </p:stCondLst>
                                  <p:childTnLst>
                                    <p:set>
                                      <p:cBhvr>
                                        <p:cTn id="33" dur="1" fill="hold">
                                          <p:stCondLst>
                                            <p:cond delay="0"/>
                                          </p:stCondLst>
                                        </p:cTn>
                                        <p:tgtEl>
                                          <p:spTgt spid="87"/>
                                        </p:tgtEl>
                                        <p:attrNameLst>
                                          <p:attrName>style.visibility</p:attrName>
                                        </p:attrNameLst>
                                      </p:cBhvr>
                                      <p:to>
                                        <p:strVal val="visible"/>
                                      </p:to>
                                    </p:set>
                                    <p:anim calcmode="lin" valueType="num">
                                      <p:cBhvr additive="base">
                                        <p:cTn id="34" dur="500"/>
                                        <p:tgtEl>
                                          <p:spTgt spid="87"/>
                                        </p:tgtEl>
                                        <p:attrNameLst>
                                          <p:attrName>ppt_x</p:attrName>
                                        </p:attrNameLst>
                                      </p:cBhvr>
                                      <p:tavLst>
                                        <p:tav tm="0">
                                          <p:val>
                                            <p:strVal val="#ppt_x-#ppt_w*1.125000"/>
                                          </p:val>
                                        </p:tav>
                                        <p:tav tm="100000">
                                          <p:val>
                                            <p:strVal val="#ppt_x"/>
                                          </p:val>
                                        </p:tav>
                                      </p:tavLst>
                                    </p:anim>
                                    <p:animEffect transition="in" filter="wipe(right)">
                                      <p:cBhvr>
                                        <p:cTn id="35" dur="500"/>
                                        <p:tgtEl>
                                          <p:spTgt spid="87"/>
                                        </p:tgtEl>
                                      </p:cBhvr>
                                    </p:animEffect>
                                  </p:childTnLst>
                                </p:cTn>
                              </p:par>
                              <p:par>
                                <p:cTn id="36" presetID="12" presetClass="entr" presetSubtype="2" fill="hold" grpId="0" nodeType="withEffect">
                                  <p:stCondLst>
                                    <p:cond delay="700"/>
                                  </p:stCondLst>
                                  <p:childTnLst>
                                    <p:set>
                                      <p:cBhvr>
                                        <p:cTn id="37" dur="1" fill="hold">
                                          <p:stCondLst>
                                            <p:cond delay="0"/>
                                          </p:stCondLst>
                                        </p:cTn>
                                        <p:tgtEl>
                                          <p:spTgt spid="86"/>
                                        </p:tgtEl>
                                        <p:attrNameLst>
                                          <p:attrName>style.visibility</p:attrName>
                                        </p:attrNameLst>
                                      </p:cBhvr>
                                      <p:to>
                                        <p:strVal val="visible"/>
                                      </p:to>
                                    </p:set>
                                    <p:anim calcmode="lin" valueType="num">
                                      <p:cBhvr additive="base">
                                        <p:cTn id="38" dur="500"/>
                                        <p:tgtEl>
                                          <p:spTgt spid="86"/>
                                        </p:tgtEl>
                                        <p:attrNameLst>
                                          <p:attrName>ppt_x</p:attrName>
                                        </p:attrNameLst>
                                      </p:cBhvr>
                                      <p:tavLst>
                                        <p:tav tm="0">
                                          <p:val>
                                            <p:strVal val="#ppt_x+#ppt_w*1.125000"/>
                                          </p:val>
                                        </p:tav>
                                        <p:tav tm="100000">
                                          <p:val>
                                            <p:strVal val="#ppt_x"/>
                                          </p:val>
                                        </p:tav>
                                      </p:tavLst>
                                    </p:anim>
                                    <p:animEffect transition="in" filter="wipe(left)">
                                      <p:cBhvr>
                                        <p:cTn id="39" dur="500"/>
                                        <p:tgtEl>
                                          <p:spTgt spid="86"/>
                                        </p:tgtEl>
                                      </p:cBhvr>
                                    </p:animEffect>
                                  </p:childTnLst>
                                </p:cTn>
                              </p:par>
                              <p:par>
                                <p:cTn id="40" presetID="53" presetClass="entr" presetSubtype="16" fill="hold" grpId="0" nodeType="withEffect">
                                  <p:stCondLst>
                                    <p:cond delay="1100"/>
                                  </p:stCondLst>
                                  <p:childTnLst>
                                    <p:set>
                                      <p:cBhvr>
                                        <p:cTn id="41" dur="1" fill="hold">
                                          <p:stCondLst>
                                            <p:cond delay="0"/>
                                          </p:stCondLst>
                                        </p:cTn>
                                        <p:tgtEl>
                                          <p:spTgt spid="100"/>
                                        </p:tgtEl>
                                        <p:attrNameLst>
                                          <p:attrName>style.visibility</p:attrName>
                                        </p:attrNameLst>
                                      </p:cBhvr>
                                      <p:to>
                                        <p:strVal val="visible"/>
                                      </p:to>
                                    </p:set>
                                    <p:anim calcmode="lin" valueType="num">
                                      <p:cBhvr>
                                        <p:cTn id="42" dur="300" fill="hold"/>
                                        <p:tgtEl>
                                          <p:spTgt spid="100"/>
                                        </p:tgtEl>
                                        <p:attrNameLst>
                                          <p:attrName>ppt_w</p:attrName>
                                        </p:attrNameLst>
                                      </p:cBhvr>
                                      <p:tavLst>
                                        <p:tav tm="0">
                                          <p:val>
                                            <p:fltVal val="0"/>
                                          </p:val>
                                        </p:tav>
                                        <p:tav tm="100000">
                                          <p:val>
                                            <p:strVal val="#ppt_w"/>
                                          </p:val>
                                        </p:tav>
                                      </p:tavLst>
                                    </p:anim>
                                    <p:anim calcmode="lin" valueType="num">
                                      <p:cBhvr>
                                        <p:cTn id="43" dur="300" fill="hold"/>
                                        <p:tgtEl>
                                          <p:spTgt spid="100"/>
                                        </p:tgtEl>
                                        <p:attrNameLst>
                                          <p:attrName>ppt_h</p:attrName>
                                        </p:attrNameLst>
                                      </p:cBhvr>
                                      <p:tavLst>
                                        <p:tav tm="0">
                                          <p:val>
                                            <p:fltVal val="0"/>
                                          </p:val>
                                        </p:tav>
                                        <p:tav tm="100000">
                                          <p:val>
                                            <p:strVal val="#ppt_h"/>
                                          </p:val>
                                        </p:tav>
                                      </p:tavLst>
                                    </p:anim>
                                    <p:animEffect transition="in" filter="fade">
                                      <p:cBhvr>
                                        <p:cTn id="44" dur="300"/>
                                        <p:tgtEl>
                                          <p:spTgt spid="100"/>
                                        </p:tgtEl>
                                      </p:cBhvr>
                                    </p:animEffect>
                                  </p:childTnLst>
                                </p:cTn>
                              </p:par>
                              <p:par>
                                <p:cTn id="45" presetID="6" presetClass="emph" presetSubtype="0" autoRev="1" fill="hold" grpId="1" nodeType="withEffect">
                                  <p:stCondLst>
                                    <p:cond delay="1400"/>
                                  </p:stCondLst>
                                  <p:childTnLst>
                                    <p:animScale>
                                      <p:cBhvr>
                                        <p:cTn id="46" dur="150" fill="hold"/>
                                        <p:tgtEl>
                                          <p:spTgt spid="100"/>
                                        </p:tgtEl>
                                      </p:cBhvr>
                                      <p:by x="110000" y="110000"/>
                                    </p:animScale>
                                  </p:childTnLst>
                                </p:cTn>
                              </p:par>
                              <p:par>
                                <p:cTn id="47" presetID="53" presetClass="entr" presetSubtype="16" fill="hold" grpId="0" nodeType="withEffect">
                                  <p:stCondLst>
                                    <p:cond delay="1100"/>
                                  </p:stCondLst>
                                  <p:childTnLst>
                                    <p:set>
                                      <p:cBhvr>
                                        <p:cTn id="48" dur="1" fill="hold">
                                          <p:stCondLst>
                                            <p:cond delay="0"/>
                                          </p:stCondLst>
                                        </p:cTn>
                                        <p:tgtEl>
                                          <p:spTgt spid="101"/>
                                        </p:tgtEl>
                                        <p:attrNameLst>
                                          <p:attrName>style.visibility</p:attrName>
                                        </p:attrNameLst>
                                      </p:cBhvr>
                                      <p:to>
                                        <p:strVal val="visible"/>
                                      </p:to>
                                    </p:set>
                                    <p:anim calcmode="lin" valueType="num">
                                      <p:cBhvr>
                                        <p:cTn id="49" dur="300" fill="hold"/>
                                        <p:tgtEl>
                                          <p:spTgt spid="101"/>
                                        </p:tgtEl>
                                        <p:attrNameLst>
                                          <p:attrName>ppt_w</p:attrName>
                                        </p:attrNameLst>
                                      </p:cBhvr>
                                      <p:tavLst>
                                        <p:tav tm="0">
                                          <p:val>
                                            <p:fltVal val="0"/>
                                          </p:val>
                                        </p:tav>
                                        <p:tav tm="100000">
                                          <p:val>
                                            <p:strVal val="#ppt_w"/>
                                          </p:val>
                                        </p:tav>
                                      </p:tavLst>
                                    </p:anim>
                                    <p:anim calcmode="lin" valueType="num">
                                      <p:cBhvr>
                                        <p:cTn id="50" dur="300" fill="hold"/>
                                        <p:tgtEl>
                                          <p:spTgt spid="101"/>
                                        </p:tgtEl>
                                        <p:attrNameLst>
                                          <p:attrName>ppt_h</p:attrName>
                                        </p:attrNameLst>
                                      </p:cBhvr>
                                      <p:tavLst>
                                        <p:tav tm="0">
                                          <p:val>
                                            <p:fltVal val="0"/>
                                          </p:val>
                                        </p:tav>
                                        <p:tav tm="100000">
                                          <p:val>
                                            <p:strVal val="#ppt_h"/>
                                          </p:val>
                                        </p:tav>
                                      </p:tavLst>
                                    </p:anim>
                                    <p:animEffect transition="in" filter="fade">
                                      <p:cBhvr>
                                        <p:cTn id="51" dur="300"/>
                                        <p:tgtEl>
                                          <p:spTgt spid="101"/>
                                        </p:tgtEl>
                                      </p:cBhvr>
                                    </p:animEffect>
                                  </p:childTnLst>
                                </p:cTn>
                              </p:par>
                              <p:par>
                                <p:cTn id="52" presetID="6" presetClass="emph" presetSubtype="0" autoRev="1" fill="hold" grpId="1" nodeType="withEffect">
                                  <p:stCondLst>
                                    <p:cond delay="1400"/>
                                  </p:stCondLst>
                                  <p:childTnLst>
                                    <p:animScale>
                                      <p:cBhvr>
                                        <p:cTn id="53" dur="150" fill="hold"/>
                                        <p:tgtEl>
                                          <p:spTgt spid="101"/>
                                        </p:tgtEl>
                                      </p:cBhvr>
                                      <p:by x="110000" y="110000"/>
                                    </p:animScale>
                                  </p:childTnLst>
                                </p:cTn>
                              </p:par>
                              <p:par>
                                <p:cTn id="54" presetID="53" presetClass="entr" presetSubtype="16" fill="hold" grpId="0" nodeType="withEffect">
                                  <p:stCondLst>
                                    <p:cond delay="1100"/>
                                  </p:stCondLst>
                                  <p:childTnLst>
                                    <p:set>
                                      <p:cBhvr>
                                        <p:cTn id="55" dur="1" fill="hold">
                                          <p:stCondLst>
                                            <p:cond delay="0"/>
                                          </p:stCondLst>
                                        </p:cTn>
                                        <p:tgtEl>
                                          <p:spTgt spid="98"/>
                                        </p:tgtEl>
                                        <p:attrNameLst>
                                          <p:attrName>style.visibility</p:attrName>
                                        </p:attrNameLst>
                                      </p:cBhvr>
                                      <p:to>
                                        <p:strVal val="visible"/>
                                      </p:to>
                                    </p:set>
                                    <p:anim calcmode="lin" valueType="num">
                                      <p:cBhvr>
                                        <p:cTn id="56" dur="300" fill="hold"/>
                                        <p:tgtEl>
                                          <p:spTgt spid="98"/>
                                        </p:tgtEl>
                                        <p:attrNameLst>
                                          <p:attrName>ppt_w</p:attrName>
                                        </p:attrNameLst>
                                      </p:cBhvr>
                                      <p:tavLst>
                                        <p:tav tm="0">
                                          <p:val>
                                            <p:fltVal val="0"/>
                                          </p:val>
                                        </p:tav>
                                        <p:tav tm="100000">
                                          <p:val>
                                            <p:strVal val="#ppt_w"/>
                                          </p:val>
                                        </p:tav>
                                      </p:tavLst>
                                    </p:anim>
                                    <p:anim calcmode="lin" valueType="num">
                                      <p:cBhvr>
                                        <p:cTn id="57" dur="300" fill="hold"/>
                                        <p:tgtEl>
                                          <p:spTgt spid="98"/>
                                        </p:tgtEl>
                                        <p:attrNameLst>
                                          <p:attrName>ppt_h</p:attrName>
                                        </p:attrNameLst>
                                      </p:cBhvr>
                                      <p:tavLst>
                                        <p:tav tm="0">
                                          <p:val>
                                            <p:fltVal val="0"/>
                                          </p:val>
                                        </p:tav>
                                        <p:tav tm="100000">
                                          <p:val>
                                            <p:strVal val="#ppt_h"/>
                                          </p:val>
                                        </p:tav>
                                      </p:tavLst>
                                    </p:anim>
                                    <p:animEffect transition="in" filter="fade">
                                      <p:cBhvr>
                                        <p:cTn id="58" dur="300"/>
                                        <p:tgtEl>
                                          <p:spTgt spid="98"/>
                                        </p:tgtEl>
                                      </p:cBhvr>
                                    </p:animEffect>
                                  </p:childTnLst>
                                </p:cTn>
                              </p:par>
                              <p:par>
                                <p:cTn id="59" presetID="6" presetClass="emph" presetSubtype="0" autoRev="1" fill="hold" grpId="1" nodeType="withEffect">
                                  <p:stCondLst>
                                    <p:cond delay="1400"/>
                                  </p:stCondLst>
                                  <p:childTnLst>
                                    <p:animScale>
                                      <p:cBhvr>
                                        <p:cTn id="60" dur="150" fill="hold"/>
                                        <p:tgtEl>
                                          <p:spTgt spid="98"/>
                                        </p:tgtEl>
                                      </p:cBhvr>
                                      <p:by x="110000" y="110000"/>
                                    </p:animScale>
                                  </p:childTnLst>
                                </p:cTn>
                              </p:par>
                              <p:par>
                                <p:cTn id="61" presetID="53" presetClass="entr" presetSubtype="16" fill="hold" grpId="0" nodeType="withEffect">
                                  <p:stCondLst>
                                    <p:cond delay="1100"/>
                                  </p:stCondLst>
                                  <p:childTnLst>
                                    <p:set>
                                      <p:cBhvr>
                                        <p:cTn id="62" dur="1" fill="hold">
                                          <p:stCondLst>
                                            <p:cond delay="0"/>
                                          </p:stCondLst>
                                        </p:cTn>
                                        <p:tgtEl>
                                          <p:spTgt spid="96"/>
                                        </p:tgtEl>
                                        <p:attrNameLst>
                                          <p:attrName>style.visibility</p:attrName>
                                        </p:attrNameLst>
                                      </p:cBhvr>
                                      <p:to>
                                        <p:strVal val="visible"/>
                                      </p:to>
                                    </p:set>
                                    <p:anim calcmode="lin" valueType="num">
                                      <p:cBhvr>
                                        <p:cTn id="63" dur="300" fill="hold"/>
                                        <p:tgtEl>
                                          <p:spTgt spid="96"/>
                                        </p:tgtEl>
                                        <p:attrNameLst>
                                          <p:attrName>ppt_w</p:attrName>
                                        </p:attrNameLst>
                                      </p:cBhvr>
                                      <p:tavLst>
                                        <p:tav tm="0">
                                          <p:val>
                                            <p:fltVal val="0"/>
                                          </p:val>
                                        </p:tav>
                                        <p:tav tm="100000">
                                          <p:val>
                                            <p:strVal val="#ppt_w"/>
                                          </p:val>
                                        </p:tav>
                                      </p:tavLst>
                                    </p:anim>
                                    <p:anim calcmode="lin" valueType="num">
                                      <p:cBhvr>
                                        <p:cTn id="64" dur="300" fill="hold"/>
                                        <p:tgtEl>
                                          <p:spTgt spid="96"/>
                                        </p:tgtEl>
                                        <p:attrNameLst>
                                          <p:attrName>ppt_h</p:attrName>
                                        </p:attrNameLst>
                                      </p:cBhvr>
                                      <p:tavLst>
                                        <p:tav tm="0">
                                          <p:val>
                                            <p:fltVal val="0"/>
                                          </p:val>
                                        </p:tav>
                                        <p:tav tm="100000">
                                          <p:val>
                                            <p:strVal val="#ppt_h"/>
                                          </p:val>
                                        </p:tav>
                                      </p:tavLst>
                                    </p:anim>
                                    <p:animEffect transition="in" filter="fade">
                                      <p:cBhvr>
                                        <p:cTn id="65" dur="300"/>
                                        <p:tgtEl>
                                          <p:spTgt spid="96"/>
                                        </p:tgtEl>
                                      </p:cBhvr>
                                    </p:animEffect>
                                  </p:childTnLst>
                                </p:cTn>
                              </p:par>
                              <p:par>
                                <p:cTn id="66" presetID="6" presetClass="emph" presetSubtype="0" autoRev="1" fill="hold" grpId="1" nodeType="withEffect">
                                  <p:stCondLst>
                                    <p:cond delay="1400"/>
                                  </p:stCondLst>
                                  <p:childTnLst>
                                    <p:animScale>
                                      <p:cBhvr>
                                        <p:cTn id="67" dur="150" fill="hold"/>
                                        <p:tgtEl>
                                          <p:spTgt spid="96"/>
                                        </p:tgtEl>
                                      </p:cBhvr>
                                      <p:by x="110000" y="110000"/>
                                    </p:animScale>
                                  </p:childTnLst>
                                </p:cTn>
                              </p:par>
                              <p:par>
                                <p:cTn id="68" presetID="55" presetClass="entr" presetSubtype="0" fill="hold" grpId="0" nodeType="withEffect">
                                  <p:stCondLst>
                                    <p:cond delay="1500"/>
                                  </p:stCondLst>
                                  <p:childTnLst>
                                    <p:set>
                                      <p:cBhvr>
                                        <p:cTn id="69" dur="1" fill="hold">
                                          <p:stCondLst>
                                            <p:cond delay="0"/>
                                          </p:stCondLst>
                                        </p:cTn>
                                        <p:tgtEl>
                                          <p:spTgt spid="97"/>
                                        </p:tgtEl>
                                        <p:attrNameLst>
                                          <p:attrName>style.visibility</p:attrName>
                                        </p:attrNameLst>
                                      </p:cBhvr>
                                      <p:to>
                                        <p:strVal val="visible"/>
                                      </p:to>
                                    </p:set>
                                    <p:anim calcmode="lin" valueType="num">
                                      <p:cBhvr>
                                        <p:cTn id="70" dur="500" fill="hold"/>
                                        <p:tgtEl>
                                          <p:spTgt spid="97"/>
                                        </p:tgtEl>
                                        <p:attrNameLst>
                                          <p:attrName>ppt_w</p:attrName>
                                        </p:attrNameLst>
                                      </p:cBhvr>
                                      <p:tavLst>
                                        <p:tav tm="0">
                                          <p:val>
                                            <p:strVal val="#ppt_w*0.70"/>
                                          </p:val>
                                        </p:tav>
                                        <p:tav tm="100000">
                                          <p:val>
                                            <p:strVal val="#ppt_w"/>
                                          </p:val>
                                        </p:tav>
                                      </p:tavLst>
                                    </p:anim>
                                    <p:anim calcmode="lin" valueType="num">
                                      <p:cBhvr>
                                        <p:cTn id="71" dur="500" fill="hold"/>
                                        <p:tgtEl>
                                          <p:spTgt spid="97"/>
                                        </p:tgtEl>
                                        <p:attrNameLst>
                                          <p:attrName>ppt_h</p:attrName>
                                        </p:attrNameLst>
                                      </p:cBhvr>
                                      <p:tavLst>
                                        <p:tav tm="0">
                                          <p:val>
                                            <p:strVal val="#ppt_h"/>
                                          </p:val>
                                        </p:tav>
                                        <p:tav tm="100000">
                                          <p:val>
                                            <p:strVal val="#ppt_h"/>
                                          </p:val>
                                        </p:tav>
                                      </p:tavLst>
                                    </p:anim>
                                    <p:animEffect transition="in" filter="fade">
                                      <p:cBhvr>
                                        <p:cTn id="72" dur="500"/>
                                        <p:tgtEl>
                                          <p:spTgt spid="97"/>
                                        </p:tgtEl>
                                      </p:cBhvr>
                                    </p:animEffect>
                                  </p:childTnLst>
                                </p:cTn>
                              </p:par>
                              <p:par>
                                <p:cTn id="73" presetID="55" presetClass="entr" presetSubtype="0" fill="hold" grpId="0" nodeType="withEffect">
                                  <p:stCondLst>
                                    <p:cond delay="1500"/>
                                  </p:stCondLst>
                                  <p:childTnLst>
                                    <p:set>
                                      <p:cBhvr>
                                        <p:cTn id="74" dur="1" fill="hold">
                                          <p:stCondLst>
                                            <p:cond delay="0"/>
                                          </p:stCondLst>
                                        </p:cTn>
                                        <p:tgtEl>
                                          <p:spTgt spid="99"/>
                                        </p:tgtEl>
                                        <p:attrNameLst>
                                          <p:attrName>style.visibility</p:attrName>
                                        </p:attrNameLst>
                                      </p:cBhvr>
                                      <p:to>
                                        <p:strVal val="visible"/>
                                      </p:to>
                                    </p:set>
                                    <p:anim calcmode="lin" valueType="num">
                                      <p:cBhvr>
                                        <p:cTn id="75" dur="500" fill="hold"/>
                                        <p:tgtEl>
                                          <p:spTgt spid="99"/>
                                        </p:tgtEl>
                                        <p:attrNameLst>
                                          <p:attrName>ppt_w</p:attrName>
                                        </p:attrNameLst>
                                      </p:cBhvr>
                                      <p:tavLst>
                                        <p:tav tm="0">
                                          <p:val>
                                            <p:strVal val="#ppt_w*0.70"/>
                                          </p:val>
                                        </p:tav>
                                        <p:tav tm="100000">
                                          <p:val>
                                            <p:strVal val="#ppt_w"/>
                                          </p:val>
                                        </p:tav>
                                      </p:tavLst>
                                    </p:anim>
                                    <p:anim calcmode="lin" valueType="num">
                                      <p:cBhvr>
                                        <p:cTn id="76" dur="500" fill="hold"/>
                                        <p:tgtEl>
                                          <p:spTgt spid="99"/>
                                        </p:tgtEl>
                                        <p:attrNameLst>
                                          <p:attrName>ppt_h</p:attrName>
                                        </p:attrNameLst>
                                      </p:cBhvr>
                                      <p:tavLst>
                                        <p:tav tm="0">
                                          <p:val>
                                            <p:strVal val="#ppt_h"/>
                                          </p:val>
                                        </p:tav>
                                        <p:tav tm="100000">
                                          <p:val>
                                            <p:strVal val="#ppt_h"/>
                                          </p:val>
                                        </p:tav>
                                      </p:tavLst>
                                    </p:anim>
                                    <p:animEffect transition="in" filter="fade">
                                      <p:cBhvr>
                                        <p:cTn id="77" dur="500"/>
                                        <p:tgtEl>
                                          <p:spTgt spid="99"/>
                                        </p:tgtEl>
                                      </p:cBhvr>
                                    </p:animEffect>
                                  </p:childTnLst>
                                </p:cTn>
                              </p:par>
                              <p:par>
                                <p:cTn id="78" presetID="55" presetClass="entr" presetSubtype="0" fill="hold" grpId="0" nodeType="withEffect">
                                  <p:stCondLst>
                                    <p:cond delay="1500"/>
                                  </p:stCondLst>
                                  <p:childTnLst>
                                    <p:set>
                                      <p:cBhvr>
                                        <p:cTn id="79" dur="1" fill="hold">
                                          <p:stCondLst>
                                            <p:cond delay="0"/>
                                          </p:stCondLst>
                                        </p:cTn>
                                        <p:tgtEl>
                                          <p:spTgt spid="102"/>
                                        </p:tgtEl>
                                        <p:attrNameLst>
                                          <p:attrName>style.visibility</p:attrName>
                                        </p:attrNameLst>
                                      </p:cBhvr>
                                      <p:to>
                                        <p:strVal val="visible"/>
                                      </p:to>
                                    </p:set>
                                    <p:anim calcmode="lin" valueType="num">
                                      <p:cBhvr>
                                        <p:cTn id="80" dur="500" fill="hold"/>
                                        <p:tgtEl>
                                          <p:spTgt spid="102"/>
                                        </p:tgtEl>
                                        <p:attrNameLst>
                                          <p:attrName>ppt_w</p:attrName>
                                        </p:attrNameLst>
                                      </p:cBhvr>
                                      <p:tavLst>
                                        <p:tav tm="0">
                                          <p:val>
                                            <p:strVal val="#ppt_w*0.70"/>
                                          </p:val>
                                        </p:tav>
                                        <p:tav tm="100000">
                                          <p:val>
                                            <p:strVal val="#ppt_w"/>
                                          </p:val>
                                        </p:tav>
                                      </p:tavLst>
                                    </p:anim>
                                    <p:anim calcmode="lin" valueType="num">
                                      <p:cBhvr>
                                        <p:cTn id="81" dur="500" fill="hold"/>
                                        <p:tgtEl>
                                          <p:spTgt spid="102"/>
                                        </p:tgtEl>
                                        <p:attrNameLst>
                                          <p:attrName>ppt_h</p:attrName>
                                        </p:attrNameLst>
                                      </p:cBhvr>
                                      <p:tavLst>
                                        <p:tav tm="0">
                                          <p:val>
                                            <p:strVal val="#ppt_h"/>
                                          </p:val>
                                        </p:tav>
                                        <p:tav tm="100000">
                                          <p:val>
                                            <p:strVal val="#ppt_h"/>
                                          </p:val>
                                        </p:tav>
                                      </p:tavLst>
                                    </p:anim>
                                    <p:animEffect transition="in" filter="fade">
                                      <p:cBhvr>
                                        <p:cTn id="82" dur="500"/>
                                        <p:tgtEl>
                                          <p:spTgt spid="102"/>
                                        </p:tgtEl>
                                      </p:cBhvr>
                                    </p:animEffect>
                                  </p:childTnLst>
                                </p:cTn>
                              </p:par>
                              <p:par>
                                <p:cTn id="83" presetID="55" presetClass="entr" presetSubtype="0" fill="hold" grpId="0" nodeType="withEffect">
                                  <p:stCondLst>
                                    <p:cond delay="1500"/>
                                  </p:stCondLst>
                                  <p:childTnLst>
                                    <p:set>
                                      <p:cBhvr>
                                        <p:cTn id="84" dur="1" fill="hold">
                                          <p:stCondLst>
                                            <p:cond delay="0"/>
                                          </p:stCondLst>
                                        </p:cTn>
                                        <p:tgtEl>
                                          <p:spTgt spid="103"/>
                                        </p:tgtEl>
                                        <p:attrNameLst>
                                          <p:attrName>style.visibility</p:attrName>
                                        </p:attrNameLst>
                                      </p:cBhvr>
                                      <p:to>
                                        <p:strVal val="visible"/>
                                      </p:to>
                                    </p:set>
                                    <p:anim calcmode="lin" valueType="num">
                                      <p:cBhvr>
                                        <p:cTn id="85" dur="500" fill="hold"/>
                                        <p:tgtEl>
                                          <p:spTgt spid="103"/>
                                        </p:tgtEl>
                                        <p:attrNameLst>
                                          <p:attrName>ppt_w</p:attrName>
                                        </p:attrNameLst>
                                      </p:cBhvr>
                                      <p:tavLst>
                                        <p:tav tm="0">
                                          <p:val>
                                            <p:strVal val="#ppt_w*0.70"/>
                                          </p:val>
                                        </p:tav>
                                        <p:tav tm="100000">
                                          <p:val>
                                            <p:strVal val="#ppt_w"/>
                                          </p:val>
                                        </p:tav>
                                      </p:tavLst>
                                    </p:anim>
                                    <p:anim calcmode="lin" valueType="num">
                                      <p:cBhvr>
                                        <p:cTn id="86" dur="500" fill="hold"/>
                                        <p:tgtEl>
                                          <p:spTgt spid="103"/>
                                        </p:tgtEl>
                                        <p:attrNameLst>
                                          <p:attrName>ppt_h</p:attrName>
                                        </p:attrNameLst>
                                      </p:cBhvr>
                                      <p:tavLst>
                                        <p:tav tm="0">
                                          <p:val>
                                            <p:strVal val="#ppt_h"/>
                                          </p:val>
                                        </p:tav>
                                        <p:tav tm="100000">
                                          <p:val>
                                            <p:strVal val="#ppt_h"/>
                                          </p:val>
                                        </p:tav>
                                      </p:tavLst>
                                    </p:anim>
                                    <p:animEffect transition="in" filter="fade">
                                      <p:cBhvr>
                                        <p:cTn id="87" dur="500"/>
                                        <p:tgtEl>
                                          <p:spTgt spid="1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 grpId="0" animBg="1"/>
      <p:bldP spid="85" grpId="0" animBg="1"/>
      <p:bldP spid="86" grpId="0" animBg="1"/>
      <p:bldP spid="87" grpId="0" animBg="1"/>
      <p:bldP spid="95" grpId="0" animBg="1"/>
      <p:bldP spid="95" grpId="1" animBg="1"/>
      <p:bldP spid="96" grpId="0"/>
      <p:bldP spid="96" grpId="1"/>
      <p:bldP spid="97" grpId="0"/>
      <p:bldP spid="98" grpId="0"/>
      <p:bldP spid="98" grpId="1"/>
      <p:bldP spid="99" grpId="0"/>
      <p:bldP spid="100" grpId="0"/>
      <p:bldP spid="100" grpId="1"/>
      <p:bldP spid="101" grpId="0"/>
      <p:bldP spid="101" grpId="1"/>
      <p:bldP spid="102" grpId="0"/>
      <p:bldP spid="103" grpId="0"/>
      <p:bldP spid="104" grpId="0"/>
      <p:bldP spid="104" grpId="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932757"/>
            <a:ext cx="9144000" cy="1274812"/>
          </a:xfrm>
          <a:prstGeom prst="rect">
            <a:avLst/>
          </a:prstGeom>
          <a:solidFill>
            <a:srgbClr val="54667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2853008" y="1364795"/>
            <a:ext cx="1152128" cy="1152128"/>
          </a:xfrm>
          <a:prstGeom prst="rect">
            <a:avLst/>
          </a:prstGeom>
          <a:solidFill>
            <a:srgbClr val="F0F1F3"/>
          </a:solidFill>
          <a:ln w="6350">
            <a:solidFill>
              <a:srgbClr val="37B0E8"/>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2956949" y="1468736"/>
            <a:ext cx="944246" cy="944246"/>
          </a:xfrm>
          <a:prstGeom prst="rect">
            <a:avLst/>
          </a:prstGeom>
          <a:solidFill>
            <a:srgbClr val="37B0E8"/>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Rectangle 44"/>
          <p:cNvSpPr>
            <a:spLocks noChangeArrowheads="1"/>
          </p:cNvSpPr>
          <p:nvPr/>
        </p:nvSpPr>
        <p:spPr bwMode="auto">
          <a:xfrm>
            <a:off x="4546476" y="2237892"/>
            <a:ext cx="1427625" cy="6645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marL="171450" indent="-171450">
              <a:lnSpc>
                <a:spcPct val="150000"/>
              </a:lnSpc>
              <a:buClr>
                <a:srgbClr val="37B0E8"/>
              </a:buClr>
              <a:buFont typeface="Wingdings" pitchFamily="2" charset="2"/>
              <a:buChar char="ü"/>
            </a:pPr>
            <a:r>
              <a:rPr lang="zh-CN" altLang="en-US" sz="1000" dirty="0">
                <a:ln w="6350">
                  <a:noFill/>
                </a:ln>
                <a:solidFill>
                  <a:schemeClr val="bg1"/>
                </a:solidFill>
                <a:latin typeface="Impact" pitchFamily="34" charset="0"/>
                <a:ea typeface="微软雅黑" pitchFamily="34" charset="-122"/>
              </a:rPr>
              <a:t>研究思路</a:t>
            </a:r>
          </a:p>
          <a:p>
            <a:pPr marL="171450" indent="-171450">
              <a:lnSpc>
                <a:spcPct val="150000"/>
              </a:lnSpc>
              <a:buClr>
                <a:srgbClr val="37B0E8"/>
              </a:buClr>
              <a:buFont typeface="Wingdings" pitchFamily="2" charset="2"/>
              <a:buChar char="ü"/>
            </a:pPr>
            <a:r>
              <a:rPr lang="zh-CN" altLang="en-US" sz="1000" dirty="0">
                <a:ln w="6350">
                  <a:noFill/>
                </a:ln>
                <a:solidFill>
                  <a:schemeClr val="bg1"/>
                </a:solidFill>
                <a:latin typeface="Impact" pitchFamily="34" charset="0"/>
                <a:ea typeface="微软雅黑" pitchFamily="34" charset="-122"/>
              </a:rPr>
              <a:t>研究方法</a:t>
            </a:r>
          </a:p>
          <a:p>
            <a:pPr marL="171450" indent="-171450">
              <a:lnSpc>
                <a:spcPct val="150000"/>
              </a:lnSpc>
              <a:buClr>
                <a:srgbClr val="37B0E8"/>
              </a:buClr>
              <a:buFont typeface="Wingdings" pitchFamily="2" charset="2"/>
              <a:buChar char="ü"/>
            </a:pPr>
            <a:r>
              <a:rPr lang="zh-CN" altLang="en-US" sz="1000" dirty="0">
                <a:ln w="6350">
                  <a:noFill/>
                </a:ln>
                <a:solidFill>
                  <a:schemeClr val="bg1"/>
                </a:solidFill>
                <a:latin typeface="Impact" pitchFamily="34" charset="0"/>
                <a:ea typeface="微软雅黑" pitchFamily="34" charset="-122"/>
              </a:rPr>
              <a:t>研究方案可行性说明</a:t>
            </a:r>
          </a:p>
        </p:txBody>
      </p:sp>
      <p:sp>
        <p:nvSpPr>
          <p:cNvPr id="7" name="Rectangle 44"/>
          <p:cNvSpPr>
            <a:spLocks noChangeArrowheads="1"/>
          </p:cNvSpPr>
          <p:nvPr/>
        </p:nvSpPr>
        <p:spPr bwMode="auto">
          <a:xfrm>
            <a:off x="4570472" y="1357990"/>
            <a:ext cx="2377792"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nSpc>
                <a:spcPct val="150000"/>
              </a:lnSpc>
              <a:buClr>
                <a:srgbClr val="37B0E8"/>
              </a:buClr>
            </a:pPr>
            <a:r>
              <a:rPr lang="en-US" altLang="zh-CN" sz="2400" b="1" dirty="0">
                <a:ln w="6350">
                  <a:noFill/>
                </a:ln>
                <a:solidFill>
                  <a:srgbClr val="37B0E8"/>
                </a:solidFill>
                <a:latin typeface="微软雅黑" pitchFamily="34" charset="-122"/>
                <a:ea typeface="微软雅黑" pitchFamily="34" charset="-122"/>
              </a:rPr>
              <a:t>02 </a:t>
            </a:r>
            <a:r>
              <a:rPr lang="en-US" altLang="zh-CN" sz="2400" dirty="0">
                <a:ln w="6350">
                  <a:noFill/>
                </a:ln>
                <a:solidFill>
                  <a:srgbClr val="37B0E8"/>
                </a:solidFill>
                <a:latin typeface="微软雅黑" pitchFamily="34" charset="-122"/>
                <a:ea typeface="微软雅黑" pitchFamily="34" charset="-122"/>
              </a:rPr>
              <a:t>| </a:t>
            </a:r>
            <a:r>
              <a:rPr lang="zh-CN" altLang="en-US" sz="2400" b="1" dirty="0">
                <a:ln w="6350">
                  <a:noFill/>
                </a:ln>
                <a:solidFill>
                  <a:srgbClr val="37B0E8"/>
                </a:solidFill>
                <a:latin typeface="微软雅黑" pitchFamily="34" charset="-122"/>
                <a:ea typeface="微软雅黑" pitchFamily="34" charset="-122"/>
              </a:rPr>
              <a:t>思路与方法</a:t>
            </a:r>
          </a:p>
        </p:txBody>
      </p:sp>
      <p:sp>
        <p:nvSpPr>
          <p:cNvPr id="8" name="Freeform 10"/>
          <p:cNvSpPr>
            <a:spLocks noEditPoints="1"/>
          </p:cNvSpPr>
          <p:nvPr/>
        </p:nvSpPr>
        <p:spPr bwMode="auto">
          <a:xfrm>
            <a:off x="3222314" y="1725460"/>
            <a:ext cx="413516" cy="414594"/>
          </a:xfrm>
          <a:custGeom>
            <a:avLst/>
            <a:gdLst>
              <a:gd name="T0" fmla="*/ 47 w 162"/>
              <a:gd name="T1" fmla="*/ 34 h 163"/>
              <a:gd name="T2" fmla="*/ 34 w 162"/>
              <a:gd name="T3" fmla="*/ 47 h 163"/>
              <a:gd name="T4" fmla="*/ 32 w 162"/>
              <a:gd name="T5" fmla="*/ 61 h 163"/>
              <a:gd name="T6" fmla="*/ 41 w 162"/>
              <a:gd name="T7" fmla="*/ 52 h 163"/>
              <a:gd name="T8" fmla="*/ 52 w 162"/>
              <a:gd name="T9" fmla="*/ 41 h 163"/>
              <a:gd name="T10" fmla="*/ 60 w 162"/>
              <a:gd name="T11" fmla="*/ 32 h 163"/>
              <a:gd name="T12" fmla="*/ 160 w 162"/>
              <a:gd name="T13" fmla="*/ 150 h 163"/>
              <a:gd name="T14" fmla="*/ 130 w 162"/>
              <a:gd name="T15" fmla="*/ 121 h 163"/>
              <a:gd name="T16" fmla="*/ 147 w 162"/>
              <a:gd name="T17" fmla="*/ 74 h 163"/>
              <a:gd name="T18" fmla="*/ 142 w 162"/>
              <a:gd name="T19" fmla="*/ 46 h 163"/>
              <a:gd name="T20" fmla="*/ 126 w 162"/>
              <a:gd name="T21" fmla="*/ 22 h 163"/>
              <a:gd name="T22" fmla="*/ 74 w 162"/>
              <a:gd name="T23" fmla="*/ 0 h 163"/>
              <a:gd name="T24" fmla="*/ 6 w 162"/>
              <a:gd name="T25" fmla="*/ 46 h 163"/>
              <a:gd name="T26" fmla="*/ 5 w 162"/>
              <a:gd name="T27" fmla="*/ 102 h 163"/>
              <a:gd name="T28" fmla="*/ 21 w 162"/>
              <a:gd name="T29" fmla="*/ 126 h 163"/>
              <a:gd name="T30" fmla="*/ 45 w 162"/>
              <a:gd name="T31" fmla="*/ 142 h 163"/>
              <a:gd name="T32" fmla="*/ 45 w 162"/>
              <a:gd name="T33" fmla="*/ 142 h 163"/>
              <a:gd name="T34" fmla="*/ 102 w 162"/>
              <a:gd name="T35" fmla="*/ 142 h 163"/>
              <a:gd name="T36" fmla="*/ 150 w 162"/>
              <a:gd name="T37" fmla="*/ 160 h 163"/>
              <a:gd name="T38" fmla="*/ 160 w 162"/>
              <a:gd name="T39" fmla="*/ 150 h 163"/>
              <a:gd name="T40" fmla="*/ 116 w 162"/>
              <a:gd name="T41" fmla="*/ 117 h 163"/>
              <a:gd name="T42" fmla="*/ 97 w 162"/>
              <a:gd name="T43" fmla="*/ 130 h 163"/>
              <a:gd name="T44" fmla="*/ 51 w 162"/>
              <a:gd name="T45" fmla="*/ 130 h 163"/>
              <a:gd name="T46" fmla="*/ 31 w 162"/>
              <a:gd name="T47" fmla="*/ 117 h 163"/>
              <a:gd name="T48" fmla="*/ 31 w 162"/>
              <a:gd name="T49" fmla="*/ 117 h 163"/>
              <a:gd name="T50" fmla="*/ 18 w 162"/>
              <a:gd name="T51" fmla="*/ 97 h 163"/>
              <a:gd name="T52" fmla="*/ 18 w 162"/>
              <a:gd name="T53" fmla="*/ 51 h 163"/>
              <a:gd name="T54" fmla="*/ 74 w 162"/>
              <a:gd name="T55" fmla="*/ 14 h 163"/>
              <a:gd name="T56" fmla="*/ 116 w 162"/>
              <a:gd name="T57" fmla="*/ 31 h 163"/>
              <a:gd name="T58" fmla="*/ 129 w 162"/>
              <a:gd name="T59" fmla="*/ 51 h 163"/>
              <a:gd name="T60" fmla="*/ 134 w 162"/>
              <a:gd name="T61" fmla="*/ 74 h 163"/>
              <a:gd name="T62" fmla="*/ 116 w 162"/>
              <a:gd name="T63" fmla="*/ 117 h 163"/>
              <a:gd name="T64" fmla="*/ 117 w 162"/>
              <a:gd name="T65" fmla="*/ 70 h 163"/>
              <a:gd name="T66" fmla="*/ 110 w 162"/>
              <a:gd name="T67" fmla="*/ 89 h 163"/>
              <a:gd name="T68" fmla="*/ 102 w 162"/>
              <a:gd name="T69" fmla="*/ 102 h 163"/>
              <a:gd name="T70" fmla="*/ 74 w 162"/>
              <a:gd name="T71" fmla="*/ 114 h 163"/>
              <a:gd name="T72" fmla="*/ 74 w 162"/>
              <a:gd name="T73" fmla="*/ 122 h 163"/>
              <a:gd name="T74" fmla="*/ 107 w 162"/>
              <a:gd name="T75" fmla="*/ 108 h 163"/>
              <a:gd name="T76" fmla="*/ 118 w 162"/>
              <a:gd name="T77" fmla="*/ 92 h 163"/>
              <a:gd name="T78" fmla="*/ 117 w 162"/>
              <a:gd name="T79" fmla="*/ 70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62" h="163">
                <a:moveTo>
                  <a:pt x="55" y="30"/>
                </a:moveTo>
                <a:cubicBezTo>
                  <a:pt x="52" y="31"/>
                  <a:pt x="50" y="33"/>
                  <a:pt x="47" y="34"/>
                </a:cubicBezTo>
                <a:cubicBezTo>
                  <a:pt x="44" y="36"/>
                  <a:pt x="42" y="38"/>
                  <a:pt x="40" y="40"/>
                </a:cubicBezTo>
                <a:cubicBezTo>
                  <a:pt x="38" y="42"/>
                  <a:pt x="36" y="45"/>
                  <a:pt x="34" y="47"/>
                </a:cubicBezTo>
                <a:cubicBezTo>
                  <a:pt x="32" y="50"/>
                  <a:pt x="31" y="53"/>
                  <a:pt x="30" y="55"/>
                </a:cubicBezTo>
                <a:cubicBezTo>
                  <a:pt x="29" y="57"/>
                  <a:pt x="30" y="60"/>
                  <a:pt x="32" y="61"/>
                </a:cubicBezTo>
                <a:cubicBezTo>
                  <a:pt x="34" y="62"/>
                  <a:pt x="36" y="61"/>
                  <a:pt x="37" y="59"/>
                </a:cubicBezTo>
                <a:cubicBezTo>
                  <a:pt x="38" y="56"/>
                  <a:pt x="39" y="54"/>
                  <a:pt x="41" y="52"/>
                </a:cubicBezTo>
                <a:cubicBezTo>
                  <a:pt x="42" y="50"/>
                  <a:pt x="44" y="48"/>
                  <a:pt x="46" y="46"/>
                </a:cubicBezTo>
                <a:cubicBezTo>
                  <a:pt x="48" y="44"/>
                  <a:pt x="49" y="43"/>
                  <a:pt x="52" y="41"/>
                </a:cubicBezTo>
                <a:cubicBezTo>
                  <a:pt x="54" y="40"/>
                  <a:pt x="56" y="38"/>
                  <a:pt x="58" y="37"/>
                </a:cubicBezTo>
                <a:cubicBezTo>
                  <a:pt x="60" y="37"/>
                  <a:pt x="61" y="34"/>
                  <a:pt x="60" y="32"/>
                </a:cubicBezTo>
                <a:cubicBezTo>
                  <a:pt x="59" y="30"/>
                  <a:pt x="57" y="29"/>
                  <a:pt x="55" y="30"/>
                </a:cubicBezTo>
                <a:close/>
                <a:moveTo>
                  <a:pt x="160" y="150"/>
                </a:moveTo>
                <a:cubicBezTo>
                  <a:pt x="160" y="150"/>
                  <a:pt x="160" y="150"/>
                  <a:pt x="160" y="150"/>
                </a:cubicBezTo>
                <a:cubicBezTo>
                  <a:pt x="130" y="121"/>
                  <a:pt x="130" y="121"/>
                  <a:pt x="130" y="121"/>
                </a:cubicBezTo>
                <a:cubicBezTo>
                  <a:pt x="135" y="115"/>
                  <a:pt x="139" y="109"/>
                  <a:pt x="142" y="102"/>
                </a:cubicBezTo>
                <a:cubicBezTo>
                  <a:pt x="145" y="93"/>
                  <a:pt x="147" y="84"/>
                  <a:pt x="147" y="74"/>
                </a:cubicBezTo>
                <a:cubicBezTo>
                  <a:pt x="147" y="64"/>
                  <a:pt x="145" y="55"/>
                  <a:pt x="142" y="46"/>
                </a:cubicBezTo>
                <a:cubicBezTo>
                  <a:pt x="142" y="46"/>
                  <a:pt x="142" y="46"/>
                  <a:pt x="142" y="46"/>
                </a:cubicBezTo>
                <a:cubicBezTo>
                  <a:pt x="138" y="37"/>
                  <a:pt x="133" y="29"/>
                  <a:pt x="126" y="22"/>
                </a:cubicBezTo>
                <a:cubicBezTo>
                  <a:pt x="126" y="22"/>
                  <a:pt x="126" y="22"/>
                  <a:pt x="126" y="22"/>
                </a:cubicBezTo>
                <a:cubicBezTo>
                  <a:pt x="119" y="15"/>
                  <a:pt x="111" y="10"/>
                  <a:pt x="102" y="6"/>
                </a:cubicBezTo>
                <a:cubicBezTo>
                  <a:pt x="93" y="2"/>
                  <a:pt x="84" y="0"/>
                  <a:pt x="74" y="0"/>
                </a:cubicBezTo>
                <a:cubicBezTo>
                  <a:pt x="53" y="0"/>
                  <a:pt x="35" y="8"/>
                  <a:pt x="21" y="22"/>
                </a:cubicBezTo>
                <a:cubicBezTo>
                  <a:pt x="15" y="29"/>
                  <a:pt x="9" y="37"/>
                  <a:pt x="6" y="46"/>
                </a:cubicBezTo>
                <a:cubicBezTo>
                  <a:pt x="2" y="55"/>
                  <a:pt x="0" y="64"/>
                  <a:pt x="0" y="74"/>
                </a:cubicBezTo>
                <a:cubicBezTo>
                  <a:pt x="0" y="84"/>
                  <a:pt x="2" y="93"/>
                  <a:pt x="5" y="102"/>
                </a:cubicBezTo>
                <a:cubicBezTo>
                  <a:pt x="6" y="102"/>
                  <a:pt x="6" y="102"/>
                  <a:pt x="6" y="102"/>
                </a:cubicBezTo>
                <a:cubicBezTo>
                  <a:pt x="9" y="111"/>
                  <a:pt x="15" y="119"/>
                  <a:pt x="21" y="126"/>
                </a:cubicBezTo>
                <a:cubicBezTo>
                  <a:pt x="22" y="126"/>
                  <a:pt x="22" y="126"/>
                  <a:pt x="22" y="126"/>
                </a:cubicBezTo>
                <a:cubicBezTo>
                  <a:pt x="28" y="133"/>
                  <a:pt x="36" y="138"/>
                  <a:pt x="45" y="142"/>
                </a:cubicBezTo>
                <a:cubicBezTo>
                  <a:pt x="45" y="142"/>
                  <a:pt x="45" y="142"/>
                  <a:pt x="45" y="142"/>
                </a:cubicBezTo>
                <a:cubicBezTo>
                  <a:pt x="45" y="142"/>
                  <a:pt x="45" y="142"/>
                  <a:pt x="45" y="142"/>
                </a:cubicBezTo>
                <a:cubicBezTo>
                  <a:pt x="54" y="146"/>
                  <a:pt x="64" y="148"/>
                  <a:pt x="74" y="148"/>
                </a:cubicBezTo>
                <a:cubicBezTo>
                  <a:pt x="84" y="148"/>
                  <a:pt x="93" y="146"/>
                  <a:pt x="102" y="142"/>
                </a:cubicBezTo>
                <a:cubicBezTo>
                  <a:pt x="109" y="139"/>
                  <a:pt x="115" y="135"/>
                  <a:pt x="121" y="131"/>
                </a:cubicBezTo>
                <a:cubicBezTo>
                  <a:pt x="150" y="160"/>
                  <a:pt x="150" y="160"/>
                  <a:pt x="150" y="160"/>
                </a:cubicBezTo>
                <a:cubicBezTo>
                  <a:pt x="153" y="163"/>
                  <a:pt x="157" y="163"/>
                  <a:pt x="160" y="160"/>
                </a:cubicBezTo>
                <a:cubicBezTo>
                  <a:pt x="162" y="157"/>
                  <a:pt x="162" y="153"/>
                  <a:pt x="160" y="150"/>
                </a:cubicBezTo>
                <a:close/>
                <a:moveTo>
                  <a:pt x="116" y="117"/>
                </a:moveTo>
                <a:cubicBezTo>
                  <a:pt x="116" y="117"/>
                  <a:pt x="116" y="117"/>
                  <a:pt x="116" y="117"/>
                </a:cubicBezTo>
                <a:cubicBezTo>
                  <a:pt x="116" y="117"/>
                  <a:pt x="116" y="117"/>
                  <a:pt x="116" y="117"/>
                </a:cubicBezTo>
                <a:cubicBezTo>
                  <a:pt x="111" y="122"/>
                  <a:pt x="104" y="127"/>
                  <a:pt x="97" y="130"/>
                </a:cubicBezTo>
                <a:cubicBezTo>
                  <a:pt x="90" y="133"/>
                  <a:pt x="82" y="134"/>
                  <a:pt x="74" y="134"/>
                </a:cubicBezTo>
                <a:cubicBezTo>
                  <a:pt x="65" y="134"/>
                  <a:pt x="58" y="133"/>
                  <a:pt x="51" y="130"/>
                </a:cubicBezTo>
                <a:cubicBezTo>
                  <a:pt x="51" y="130"/>
                  <a:pt x="51" y="130"/>
                  <a:pt x="51" y="130"/>
                </a:cubicBezTo>
                <a:cubicBezTo>
                  <a:pt x="43" y="127"/>
                  <a:pt x="37" y="122"/>
                  <a:pt x="31" y="117"/>
                </a:cubicBezTo>
                <a:cubicBezTo>
                  <a:pt x="31" y="117"/>
                  <a:pt x="31" y="117"/>
                  <a:pt x="31" y="117"/>
                </a:cubicBezTo>
                <a:cubicBezTo>
                  <a:pt x="31" y="117"/>
                  <a:pt x="31" y="117"/>
                  <a:pt x="31" y="117"/>
                </a:cubicBezTo>
                <a:cubicBezTo>
                  <a:pt x="26" y="111"/>
                  <a:pt x="21" y="104"/>
                  <a:pt x="18" y="97"/>
                </a:cubicBezTo>
                <a:cubicBezTo>
                  <a:pt x="18" y="97"/>
                  <a:pt x="18" y="97"/>
                  <a:pt x="18" y="97"/>
                </a:cubicBezTo>
                <a:cubicBezTo>
                  <a:pt x="15" y="90"/>
                  <a:pt x="13" y="82"/>
                  <a:pt x="13" y="74"/>
                </a:cubicBezTo>
                <a:cubicBezTo>
                  <a:pt x="13" y="66"/>
                  <a:pt x="15" y="58"/>
                  <a:pt x="18" y="51"/>
                </a:cubicBezTo>
                <a:cubicBezTo>
                  <a:pt x="21" y="44"/>
                  <a:pt x="26" y="37"/>
                  <a:pt x="31" y="31"/>
                </a:cubicBezTo>
                <a:cubicBezTo>
                  <a:pt x="42" y="21"/>
                  <a:pt x="57" y="14"/>
                  <a:pt x="74" y="14"/>
                </a:cubicBezTo>
                <a:cubicBezTo>
                  <a:pt x="82" y="14"/>
                  <a:pt x="90" y="15"/>
                  <a:pt x="97" y="18"/>
                </a:cubicBezTo>
                <a:cubicBezTo>
                  <a:pt x="104" y="21"/>
                  <a:pt x="111" y="26"/>
                  <a:pt x="116" y="31"/>
                </a:cubicBezTo>
                <a:cubicBezTo>
                  <a:pt x="117" y="32"/>
                  <a:pt x="117" y="32"/>
                  <a:pt x="117" y="32"/>
                </a:cubicBezTo>
                <a:cubicBezTo>
                  <a:pt x="122" y="37"/>
                  <a:pt x="126" y="44"/>
                  <a:pt x="129" y="51"/>
                </a:cubicBezTo>
                <a:cubicBezTo>
                  <a:pt x="129" y="51"/>
                  <a:pt x="129" y="51"/>
                  <a:pt x="129" y="51"/>
                </a:cubicBezTo>
                <a:cubicBezTo>
                  <a:pt x="132" y="58"/>
                  <a:pt x="134" y="66"/>
                  <a:pt x="134" y="74"/>
                </a:cubicBezTo>
                <a:cubicBezTo>
                  <a:pt x="134" y="82"/>
                  <a:pt x="132" y="90"/>
                  <a:pt x="129" y="97"/>
                </a:cubicBezTo>
                <a:cubicBezTo>
                  <a:pt x="126" y="104"/>
                  <a:pt x="122" y="111"/>
                  <a:pt x="116" y="117"/>
                </a:cubicBezTo>
                <a:close/>
                <a:moveTo>
                  <a:pt x="117" y="70"/>
                </a:moveTo>
                <a:cubicBezTo>
                  <a:pt x="117" y="70"/>
                  <a:pt x="117" y="70"/>
                  <a:pt x="117" y="70"/>
                </a:cubicBezTo>
                <a:cubicBezTo>
                  <a:pt x="115" y="70"/>
                  <a:pt x="113" y="72"/>
                  <a:pt x="113" y="74"/>
                </a:cubicBezTo>
                <a:cubicBezTo>
                  <a:pt x="113" y="79"/>
                  <a:pt x="112" y="84"/>
                  <a:pt x="110" y="89"/>
                </a:cubicBezTo>
                <a:cubicBezTo>
                  <a:pt x="110" y="89"/>
                  <a:pt x="110" y="89"/>
                  <a:pt x="110" y="89"/>
                </a:cubicBezTo>
                <a:cubicBezTo>
                  <a:pt x="108" y="94"/>
                  <a:pt x="105" y="98"/>
                  <a:pt x="102" y="102"/>
                </a:cubicBezTo>
                <a:cubicBezTo>
                  <a:pt x="98" y="106"/>
                  <a:pt x="94" y="109"/>
                  <a:pt x="89" y="111"/>
                </a:cubicBezTo>
                <a:cubicBezTo>
                  <a:pt x="84" y="113"/>
                  <a:pt x="79" y="114"/>
                  <a:pt x="74" y="114"/>
                </a:cubicBezTo>
                <a:cubicBezTo>
                  <a:pt x="71" y="114"/>
                  <a:pt x="70" y="115"/>
                  <a:pt x="70" y="118"/>
                </a:cubicBezTo>
                <a:cubicBezTo>
                  <a:pt x="70" y="120"/>
                  <a:pt x="71" y="122"/>
                  <a:pt x="74" y="122"/>
                </a:cubicBezTo>
                <a:cubicBezTo>
                  <a:pt x="80" y="122"/>
                  <a:pt x="86" y="120"/>
                  <a:pt x="92" y="118"/>
                </a:cubicBezTo>
                <a:cubicBezTo>
                  <a:pt x="98" y="116"/>
                  <a:pt x="103" y="112"/>
                  <a:pt x="107" y="108"/>
                </a:cubicBezTo>
                <a:cubicBezTo>
                  <a:pt x="112" y="103"/>
                  <a:pt x="115" y="98"/>
                  <a:pt x="118" y="92"/>
                </a:cubicBezTo>
                <a:cubicBezTo>
                  <a:pt x="118" y="92"/>
                  <a:pt x="118" y="92"/>
                  <a:pt x="118" y="92"/>
                </a:cubicBezTo>
                <a:cubicBezTo>
                  <a:pt x="120" y="86"/>
                  <a:pt x="121" y="80"/>
                  <a:pt x="121" y="74"/>
                </a:cubicBezTo>
                <a:cubicBezTo>
                  <a:pt x="121" y="72"/>
                  <a:pt x="120" y="70"/>
                  <a:pt x="117" y="70"/>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pic>
        <p:nvPicPr>
          <p:cNvPr id="9" name="图片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868144" y="3579068"/>
            <a:ext cx="2898511" cy="1059606"/>
          </a:xfrm>
          <a:prstGeom prst="rect">
            <a:avLst/>
          </a:prstGeom>
        </p:spPr>
      </p:pic>
    </p:spTree>
  </p:cSld>
  <p:clrMapOvr>
    <a:masterClrMapping/>
  </p:clrMapOvr>
  <p:transition spd="slow">
    <p:push dir="u"/>
  </p:transition>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300" fill="hold"/>
                                            <p:tgtEl>
                                              <p:spTgt spid="3"/>
                                            </p:tgtEl>
                                            <p:attrNameLst>
                                              <p:attrName>ppt_w</p:attrName>
                                            </p:attrNameLst>
                                          </p:cBhvr>
                                          <p:tavLst>
                                            <p:tav tm="0">
                                              <p:val>
                                                <p:fltVal val="0"/>
                                              </p:val>
                                            </p:tav>
                                            <p:tav tm="100000">
                                              <p:val>
                                                <p:strVal val="#ppt_w"/>
                                              </p:val>
                                            </p:tav>
                                          </p:tavLst>
                                        </p:anim>
                                        <p:anim calcmode="lin" valueType="num">
                                          <p:cBhvr>
                                            <p:cTn id="8" dur="300" fill="hold"/>
                                            <p:tgtEl>
                                              <p:spTgt spid="3"/>
                                            </p:tgtEl>
                                            <p:attrNameLst>
                                              <p:attrName>ppt_h</p:attrName>
                                            </p:attrNameLst>
                                          </p:cBhvr>
                                          <p:tavLst>
                                            <p:tav tm="0">
                                              <p:val>
                                                <p:fltVal val="0"/>
                                              </p:val>
                                            </p:tav>
                                            <p:tav tm="100000">
                                              <p:val>
                                                <p:strVal val="#ppt_h"/>
                                              </p:val>
                                            </p:tav>
                                          </p:tavLst>
                                        </p:anim>
                                        <p:animEffect transition="in" filter="fade">
                                          <p:cBhvr>
                                            <p:cTn id="9" dur="300"/>
                                            <p:tgtEl>
                                              <p:spTgt spid="3"/>
                                            </p:tgtEl>
                                          </p:cBhvr>
                                        </p:animEffect>
                                      </p:childTnLst>
                                    </p:cTn>
                                  </p:par>
                                  <p:par>
                                    <p:cTn id="10" presetID="6" presetClass="emph" presetSubtype="0" autoRev="1" fill="hold" grpId="1" nodeType="withEffect">
                                      <p:stCondLst>
                                        <p:cond delay="300"/>
                                      </p:stCondLst>
                                      <p:childTnLst>
                                        <p:animScale>
                                          <p:cBhvr>
                                            <p:cTn id="11" dur="150" fill="hold"/>
                                            <p:tgtEl>
                                              <p:spTgt spid="3"/>
                                            </p:tgtEl>
                                          </p:cBhvr>
                                          <p:by x="110000" y="110000"/>
                                        </p:animScale>
                                      </p:childTnLst>
                                    </p:cTn>
                                  </p:par>
                                  <p:par>
                                    <p:cTn id="12" presetID="53" presetClass="entr" presetSubtype="16" fill="hold" grpId="0" nodeType="withEffect">
                                      <p:stCondLst>
                                        <p:cond delay="100"/>
                                      </p:stCondLst>
                                      <p:childTnLst>
                                        <p:set>
                                          <p:cBhvr>
                                            <p:cTn id="13" dur="1" fill="hold">
                                              <p:stCondLst>
                                                <p:cond delay="0"/>
                                              </p:stCondLst>
                                            </p:cTn>
                                            <p:tgtEl>
                                              <p:spTgt spid="4"/>
                                            </p:tgtEl>
                                            <p:attrNameLst>
                                              <p:attrName>style.visibility</p:attrName>
                                            </p:attrNameLst>
                                          </p:cBhvr>
                                          <p:to>
                                            <p:strVal val="visible"/>
                                          </p:to>
                                        </p:set>
                                        <p:anim calcmode="lin" valueType="num">
                                          <p:cBhvr>
                                            <p:cTn id="14" dur="300" fill="hold"/>
                                            <p:tgtEl>
                                              <p:spTgt spid="4"/>
                                            </p:tgtEl>
                                            <p:attrNameLst>
                                              <p:attrName>ppt_w</p:attrName>
                                            </p:attrNameLst>
                                          </p:cBhvr>
                                          <p:tavLst>
                                            <p:tav tm="0">
                                              <p:val>
                                                <p:fltVal val="0"/>
                                              </p:val>
                                            </p:tav>
                                            <p:tav tm="100000">
                                              <p:val>
                                                <p:strVal val="#ppt_w"/>
                                              </p:val>
                                            </p:tav>
                                          </p:tavLst>
                                        </p:anim>
                                        <p:anim calcmode="lin" valueType="num">
                                          <p:cBhvr>
                                            <p:cTn id="15" dur="300" fill="hold"/>
                                            <p:tgtEl>
                                              <p:spTgt spid="4"/>
                                            </p:tgtEl>
                                            <p:attrNameLst>
                                              <p:attrName>ppt_h</p:attrName>
                                            </p:attrNameLst>
                                          </p:cBhvr>
                                          <p:tavLst>
                                            <p:tav tm="0">
                                              <p:val>
                                                <p:fltVal val="0"/>
                                              </p:val>
                                            </p:tav>
                                            <p:tav tm="100000">
                                              <p:val>
                                                <p:strVal val="#ppt_h"/>
                                              </p:val>
                                            </p:tav>
                                          </p:tavLst>
                                        </p:anim>
                                        <p:animEffect transition="in" filter="fade">
                                          <p:cBhvr>
                                            <p:cTn id="16" dur="300"/>
                                            <p:tgtEl>
                                              <p:spTgt spid="4"/>
                                            </p:tgtEl>
                                          </p:cBhvr>
                                        </p:animEffect>
                                      </p:childTnLst>
                                    </p:cTn>
                                  </p:par>
                                  <p:par>
                                    <p:cTn id="17" presetID="6" presetClass="emph" presetSubtype="0" autoRev="1" fill="hold" grpId="1" nodeType="withEffect">
                                      <p:stCondLst>
                                        <p:cond delay="400"/>
                                      </p:stCondLst>
                                      <p:childTnLst>
                                        <p:animScale>
                                          <p:cBhvr>
                                            <p:cTn id="18" dur="150" fill="hold"/>
                                            <p:tgtEl>
                                              <p:spTgt spid="4"/>
                                            </p:tgtEl>
                                          </p:cBhvr>
                                          <p:by x="110000" y="110000"/>
                                        </p:animScale>
                                      </p:childTnLst>
                                    </p:cTn>
                                  </p:par>
                                  <p:par>
                                    <p:cTn id="19" presetID="2" presetClass="entr" presetSubtype="2" fill="hold" grpId="0" nodeType="withEffect" p14:presetBounceEnd="60000">
                                      <p:stCondLst>
                                        <p:cond delay="500"/>
                                      </p:stCondLst>
                                      <p:childTnLst>
                                        <p:set>
                                          <p:cBhvr>
                                            <p:cTn id="20" dur="1" fill="hold">
                                              <p:stCondLst>
                                                <p:cond delay="0"/>
                                              </p:stCondLst>
                                            </p:cTn>
                                            <p:tgtEl>
                                              <p:spTgt spid="5"/>
                                            </p:tgtEl>
                                            <p:attrNameLst>
                                              <p:attrName>style.visibility</p:attrName>
                                            </p:attrNameLst>
                                          </p:cBhvr>
                                          <p:to>
                                            <p:strVal val="visible"/>
                                          </p:to>
                                        </p:set>
                                        <p:anim calcmode="lin" valueType="num" p14:bounceEnd="60000">
                                          <p:cBhvr additive="base">
                                            <p:cTn id="21" dur="500" fill="hold"/>
                                            <p:tgtEl>
                                              <p:spTgt spid="5"/>
                                            </p:tgtEl>
                                            <p:attrNameLst>
                                              <p:attrName>ppt_x</p:attrName>
                                            </p:attrNameLst>
                                          </p:cBhvr>
                                          <p:tavLst>
                                            <p:tav tm="0">
                                              <p:val>
                                                <p:strVal val="1+#ppt_w/2"/>
                                              </p:val>
                                            </p:tav>
                                            <p:tav tm="100000">
                                              <p:val>
                                                <p:strVal val="#ppt_x"/>
                                              </p:val>
                                            </p:tav>
                                          </p:tavLst>
                                        </p:anim>
                                        <p:anim calcmode="lin" valueType="num" p14:bounceEnd="60000">
                                          <p:cBhvr additive="base">
                                            <p:cTn id="22" dur="500" fill="hold"/>
                                            <p:tgtEl>
                                              <p:spTgt spid="5"/>
                                            </p:tgtEl>
                                            <p:attrNameLst>
                                              <p:attrName>ppt_y</p:attrName>
                                            </p:attrNameLst>
                                          </p:cBhvr>
                                          <p:tavLst>
                                            <p:tav tm="0">
                                              <p:val>
                                                <p:strVal val="#ppt_y"/>
                                              </p:val>
                                            </p:tav>
                                            <p:tav tm="100000">
                                              <p:val>
                                                <p:strVal val="#ppt_y"/>
                                              </p:val>
                                            </p:tav>
                                          </p:tavLst>
                                        </p:anim>
                                      </p:childTnLst>
                                    </p:cTn>
                                  </p:par>
                                  <p:par>
                                    <p:cTn id="23" presetID="2" presetClass="entr" presetSubtype="2" fill="hold" grpId="0" nodeType="withEffect" p14:presetBounceEnd="60000">
                                      <p:stCondLst>
                                        <p:cond delay="500"/>
                                      </p:stCondLst>
                                      <p:childTnLst>
                                        <p:set>
                                          <p:cBhvr>
                                            <p:cTn id="24" dur="1" fill="hold">
                                              <p:stCondLst>
                                                <p:cond delay="0"/>
                                              </p:stCondLst>
                                            </p:cTn>
                                            <p:tgtEl>
                                              <p:spTgt spid="7"/>
                                            </p:tgtEl>
                                            <p:attrNameLst>
                                              <p:attrName>style.visibility</p:attrName>
                                            </p:attrNameLst>
                                          </p:cBhvr>
                                          <p:to>
                                            <p:strVal val="visible"/>
                                          </p:to>
                                        </p:set>
                                        <p:anim calcmode="lin" valueType="num" p14:bounceEnd="60000">
                                          <p:cBhvr additive="base">
                                            <p:cTn id="25" dur="500" fill="hold"/>
                                            <p:tgtEl>
                                              <p:spTgt spid="7"/>
                                            </p:tgtEl>
                                            <p:attrNameLst>
                                              <p:attrName>ppt_x</p:attrName>
                                            </p:attrNameLst>
                                          </p:cBhvr>
                                          <p:tavLst>
                                            <p:tav tm="0">
                                              <p:val>
                                                <p:strVal val="1+#ppt_w/2"/>
                                              </p:val>
                                            </p:tav>
                                            <p:tav tm="100000">
                                              <p:val>
                                                <p:strVal val="#ppt_x"/>
                                              </p:val>
                                            </p:tav>
                                          </p:tavLst>
                                        </p:anim>
                                        <p:anim calcmode="lin" valueType="num" p14:bounceEnd="60000">
                                          <p:cBhvr additive="base">
                                            <p:cTn id="26" dur="500" fill="hold"/>
                                            <p:tgtEl>
                                              <p:spTgt spid="7"/>
                                            </p:tgtEl>
                                            <p:attrNameLst>
                                              <p:attrName>ppt_y</p:attrName>
                                            </p:attrNameLst>
                                          </p:cBhvr>
                                          <p:tavLst>
                                            <p:tav tm="0">
                                              <p:val>
                                                <p:strVal val="#ppt_y"/>
                                              </p:val>
                                            </p:tav>
                                            <p:tav tm="100000">
                                              <p:val>
                                                <p:strVal val="#ppt_y"/>
                                              </p:val>
                                            </p:tav>
                                          </p:tavLst>
                                        </p:anim>
                                      </p:childTnLst>
                                    </p:cTn>
                                  </p:par>
                                  <p:par>
                                    <p:cTn id="27" presetID="53" presetClass="entr" presetSubtype="16" fill="hold" grpId="0" nodeType="withEffect">
                                      <p:stCondLst>
                                        <p:cond delay="200"/>
                                      </p:stCondLst>
                                      <p:childTnLst>
                                        <p:set>
                                          <p:cBhvr>
                                            <p:cTn id="28" dur="1" fill="hold">
                                              <p:stCondLst>
                                                <p:cond delay="0"/>
                                              </p:stCondLst>
                                            </p:cTn>
                                            <p:tgtEl>
                                              <p:spTgt spid="8"/>
                                            </p:tgtEl>
                                            <p:attrNameLst>
                                              <p:attrName>style.visibility</p:attrName>
                                            </p:attrNameLst>
                                          </p:cBhvr>
                                          <p:to>
                                            <p:strVal val="visible"/>
                                          </p:to>
                                        </p:set>
                                        <p:anim calcmode="lin" valueType="num">
                                          <p:cBhvr>
                                            <p:cTn id="29" dur="300" fill="hold"/>
                                            <p:tgtEl>
                                              <p:spTgt spid="8"/>
                                            </p:tgtEl>
                                            <p:attrNameLst>
                                              <p:attrName>ppt_w</p:attrName>
                                            </p:attrNameLst>
                                          </p:cBhvr>
                                          <p:tavLst>
                                            <p:tav tm="0">
                                              <p:val>
                                                <p:fltVal val="0"/>
                                              </p:val>
                                            </p:tav>
                                            <p:tav tm="100000">
                                              <p:val>
                                                <p:strVal val="#ppt_w"/>
                                              </p:val>
                                            </p:tav>
                                          </p:tavLst>
                                        </p:anim>
                                        <p:anim calcmode="lin" valueType="num">
                                          <p:cBhvr>
                                            <p:cTn id="30" dur="300" fill="hold"/>
                                            <p:tgtEl>
                                              <p:spTgt spid="8"/>
                                            </p:tgtEl>
                                            <p:attrNameLst>
                                              <p:attrName>ppt_h</p:attrName>
                                            </p:attrNameLst>
                                          </p:cBhvr>
                                          <p:tavLst>
                                            <p:tav tm="0">
                                              <p:val>
                                                <p:fltVal val="0"/>
                                              </p:val>
                                            </p:tav>
                                            <p:tav tm="100000">
                                              <p:val>
                                                <p:strVal val="#ppt_h"/>
                                              </p:val>
                                            </p:tav>
                                          </p:tavLst>
                                        </p:anim>
                                        <p:animEffect transition="in" filter="fade">
                                          <p:cBhvr>
                                            <p:cTn id="31" dur="300"/>
                                            <p:tgtEl>
                                              <p:spTgt spid="8"/>
                                            </p:tgtEl>
                                          </p:cBhvr>
                                        </p:animEffect>
                                      </p:childTnLst>
                                    </p:cTn>
                                  </p:par>
                                  <p:par>
                                    <p:cTn id="32" presetID="6" presetClass="emph" presetSubtype="0" autoRev="1" fill="hold" grpId="1" nodeType="withEffect">
                                      <p:stCondLst>
                                        <p:cond delay="500"/>
                                      </p:stCondLst>
                                      <p:childTnLst>
                                        <p:animScale>
                                          <p:cBhvr>
                                            <p:cTn id="33" dur="150" fill="hold"/>
                                            <p:tgtEl>
                                              <p:spTgt spid="8"/>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P spid="4" grpId="0" animBg="1"/>
          <p:bldP spid="4" grpId="1" animBg="1"/>
          <p:bldP spid="5" grpId="0"/>
          <p:bldP spid="7" grpId="0"/>
          <p:bldP spid="8" grpId="0" animBg="1"/>
          <p:bldP spid="8" grpId="1"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300" fill="hold"/>
                                            <p:tgtEl>
                                              <p:spTgt spid="3"/>
                                            </p:tgtEl>
                                            <p:attrNameLst>
                                              <p:attrName>ppt_w</p:attrName>
                                            </p:attrNameLst>
                                          </p:cBhvr>
                                          <p:tavLst>
                                            <p:tav tm="0">
                                              <p:val>
                                                <p:fltVal val="0"/>
                                              </p:val>
                                            </p:tav>
                                            <p:tav tm="100000">
                                              <p:val>
                                                <p:strVal val="#ppt_w"/>
                                              </p:val>
                                            </p:tav>
                                          </p:tavLst>
                                        </p:anim>
                                        <p:anim calcmode="lin" valueType="num">
                                          <p:cBhvr>
                                            <p:cTn id="8" dur="300" fill="hold"/>
                                            <p:tgtEl>
                                              <p:spTgt spid="3"/>
                                            </p:tgtEl>
                                            <p:attrNameLst>
                                              <p:attrName>ppt_h</p:attrName>
                                            </p:attrNameLst>
                                          </p:cBhvr>
                                          <p:tavLst>
                                            <p:tav tm="0">
                                              <p:val>
                                                <p:fltVal val="0"/>
                                              </p:val>
                                            </p:tav>
                                            <p:tav tm="100000">
                                              <p:val>
                                                <p:strVal val="#ppt_h"/>
                                              </p:val>
                                            </p:tav>
                                          </p:tavLst>
                                        </p:anim>
                                        <p:animEffect transition="in" filter="fade">
                                          <p:cBhvr>
                                            <p:cTn id="9" dur="300"/>
                                            <p:tgtEl>
                                              <p:spTgt spid="3"/>
                                            </p:tgtEl>
                                          </p:cBhvr>
                                        </p:animEffect>
                                      </p:childTnLst>
                                    </p:cTn>
                                  </p:par>
                                  <p:par>
                                    <p:cTn id="10" presetID="6" presetClass="emph" presetSubtype="0" autoRev="1" fill="hold" grpId="1" nodeType="withEffect">
                                      <p:stCondLst>
                                        <p:cond delay="300"/>
                                      </p:stCondLst>
                                      <p:childTnLst>
                                        <p:animScale>
                                          <p:cBhvr>
                                            <p:cTn id="11" dur="150" fill="hold"/>
                                            <p:tgtEl>
                                              <p:spTgt spid="3"/>
                                            </p:tgtEl>
                                          </p:cBhvr>
                                          <p:by x="110000" y="110000"/>
                                        </p:animScale>
                                      </p:childTnLst>
                                    </p:cTn>
                                  </p:par>
                                  <p:par>
                                    <p:cTn id="12" presetID="53" presetClass="entr" presetSubtype="16" fill="hold" grpId="0" nodeType="withEffect">
                                      <p:stCondLst>
                                        <p:cond delay="100"/>
                                      </p:stCondLst>
                                      <p:childTnLst>
                                        <p:set>
                                          <p:cBhvr>
                                            <p:cTn id="13" dur="1" fill="hold">
                                              <p:stCondLst>
                                                <p:cond delay="0"/>
                                              </p:stCondLst>
                                            </p:cTn>
                                            <p:tgtEl>
                                              <p:spTgt spid="4"/>
                                            </p:tgtEl>
                                            <p:attrNameLst>
                                              <p:attrName>style.visibility</p:attrName>
                                            </p:attrNameLst>
                                          </p:cBhvr>
                                          <p:to>
                                            <p:strVal val="visible"/>
                                          </p:to>
                                        </p:set>
                                        <p:anim calcmode="lin" valueType="num">
                                          <p:cBhvr>
                                            <p:cTn id="14" dur="300" fill="hold"/>
                                            <p:tgtEl>
                                              <p:spTgt spid="4"/>
                                            </p:tgtEl>
                                            <p:attrNameLst>
                                              <p:attrName>ppt_w</p:attrName>
                                            </p:attrNameLst>
                                          </p:cBhvr>
                                          <p:tavLst>
                                            <p:tav tm="0">
                                              <p:val>
                                                <p:fltVal val="0"/>
                                              </p:val>
                                            </p:tav>
                                            <p:tav tm="100000">
                                              <p:val>
                                                <p:strVal val="#ppt_w"/>
                                              </p:val>
                                            </p:tav>
                                          </p:tavLst>
                                        </p:anim>
                                        <p:anim calcmode="lin" valueType="num">
                                          <p:cBhvr>
                                            <p:cTn id="15" dur="300" fill="hold"/>
                                            <p:tgtEl>
                                              <p:spTgt spid="4"/>
                                            </p:tgtEl>
                                            <p:attrNameLst>
                                              <p:attrName>ppt_h</p:attrName>
                                            </p:attrNameLst>
                                          </p:cBhvr>
                                          <p:tavLst>
                                            <p:tav tm="0">
                                              <p:val>
                                                <p:fltVal val="0"/>
                                              </p:val>
                                            </p:tav>
                                            <p:tav tm="100000">
                                              <p:val>
                                                <p:strVal val="#ppt_h"/>
                                              </p:val>
                                            </p:tav>
                                          </p:tavLst>
                                        </p:anim>
                                        <p:animEffect transition="in" filter="fade">
                                          <p:cBhvr>
                                            <p:cTn id="16" dur="300"/>
                                            <p:tgtEl>
                                              <p:spTgt spid="4"/>
                                            </p:tgtEl>
                                          </p:cBhvr>
                                        </p:animEffect>
                                      </p:childTnLst>
                                    </p:cTn>
                                  </p:par>
                                  <p:par>
                                    <p:cTn id="17" presetID="6" presetClass="emph" presetSubtype="0" autoRev="1" fill="hold" grpId="1" nodeType="withEffect">
                                      <p:stCondLst>
                                        <p:cond delay="400"/>
                                      </p:stCondLst>
                                      <p:childTnLst>
                                        <p:animScale>
                                          <p:cBhvr>
                                            <p:cTn id="18" dur="150" fill="hold"/>
                                            <p:tgtEl>
                                              <p:spTgt spid="4"/>
                                            </p:tgtEl>
                                          </p:cBhvr>
                                          <p:by x="110000" y="110000"/>
                                        </p:animScale>
                                      </p:childTnLst>
                                    </p:cTn>
                                  </p:par>
                                  <p:par>
                                    <p:cTn id="19" presetID="2" presetClass="entr" presetSubtype="2" fill="hold" grpId="0" nodeType="withEffect">
                                      <p:stCondLst>
                                        <p:cond delay="500"/>
                                      </p:stCondLst>
                                      <p:childTnLst>
                                        <p:set>
                                          <p:cBhvr>
                                            <p:cTn id="20" dur="1" fill="hold">
                                              <p:stCondLst>
                                                <p:cond delay="0"/>
                                              </p:stCondLst>
                                            </p:cTn>
                                            <p:tgtEl>
                                              <p:spTgt spid="5"/>
                                            </p:tgtEl>
                                            <p:attrNameLst>
                                              <p:attrName>style.visibility</p:attrName>
                                            </p:attrNameLst>
                                          </p:cBhvr>
                                          <p:to>
                                            <p:strVal val="visible"/>
                                          </p:to>
                                        </p:set>
                                        <p:anim calcmode="lin" valueType="num">
                                          <p:cBhvr additive="base">
                                            <p:cTn id="21" dur="500" fill="hold"/>
                                            <p:tgtEl>
                                              <p:spTgt spid="5"/>
                                            </p:tgtEl>
                                            <p:attrNameLst>
                                              <p:attrName>ppt_x</p:attrName>
                                            </p:attrNameLst>
                                          </p:cBhvr>
                                          <p:tavLst>
                                            <p:tav tm="0">
                                              <p:val>
                                                <p:strVal val="1+#ppt_w/2"/>
                                              </p:val>
                                            </p:tav>
                                            <p:tav tm="100000">
                                              <p:val>
                                                <p:strVal val="#ppt_x"/>
                                              </p:val>
                                            </p:tav>
                                          </p:tavLst>
                                        </p:anim>
                                        <p:anim calcmode="lin" valueType="num">
                                          <p:cBhvr additive="base">
                                            <p:cTn id="22" dur="500" fill="hold"/>
                                            <p:tgtEl>
                                              <p:spTgt spid="5"/>
                                            </p:tgtEl>
                                            <p:attrNameLst>
                                              <p:attrName>ppt_y</p:attrName>
                                            </p:attrNameLst>
                                          </p:cBhvr>
                                          <p:tavLst>
                                            <p:tav tm="0">
                                              <p:val>
                                                <p:strVal val="#ppt_y"/>
                                              </p:val>
                                            </p:tav>
                                            <p:tav tm="100000">
                                              <p:val>
                                                <p:strVal val="#ppt_y"/>
                                              </p:val>
                                            </p:tav>
                                          </p:tavLst>
                                        </p:anim>
                                      </p:childTnLst>
                                    </p:cTn>
                                  </p:par>
                                  <p:par>
                                    <p:cTn id="23" presetID="2" presetClass="entr" presetSubtype="2" fill="hold" grpId="0" nodeType="withEffect">
                                      <p:stCondLst>
                                        <p:cond delay="500"/>
                                      </p:stCondLst>
                                      <p:childTnLst>
                                        <p:set>
                                          <p:cBhvr>
                                            <p:cTn id="24" dur="1" fill="hold">
                                              <p:stCondLst>
                                                <p:cond delay="0"/>
                                              </p:stCondLst>
                                            </p:cTn>
                                            <p:tgtEl>
                                              <p:spTgt spid="7"/>
                                            </p:tgtEl>
                                            <p:attrNameLst>
                                              <p:attrName>style.visibility</p:attrName>
                                            </p:attrNameLst>
                                          </p:cBhvr>
                                          <p:to>
                                            <p:strVal val="visible"/>
                                          </p:to>
                                        </p:set>
                                        <p:anim calcmode="lin" valueType="num">
                                          <p:cBhvr additive="base">
                                            <p:cTn id="25" dur="500" fill="hold"/>
                                            <p:tgtEl>
                                              <p:spTgt spid="7"/>
                                            </p:tgtEl>
                                            <p:attrNameLst>
                                              <p:attrName>ppt_x</p:attrName>
                                            </p:attrNameLst>
                                          </p:cBhvr>
                                          <p:tavLst>
                                            <p:tav tm="0">
                                              <p:val>
                                                <p:strVal val="1+#ppt_w/2"/>
                                              </p:val>
                                            </p:tav>
                                            <p:tav tm="100000">
                                              <p:val>
                                                <p:strVal val="#ppt_x"/>
                                              </p:val>
                                            </p:tav>
                                          </p:tavLst>
                                        </p:anim>
                                        <p:anim calcmode="lin" valueType="num">
                                          <p:cBhvr additive="base">
                                            <p:cTn id="26" dur="500" fill="hold"/>
                                            <p:tgtEl>
                                              <p:spTgt spid="7"/>
                                            </p:tgtEl>
                                            <p:attrNameLst>
                                              <p:attrName>ppt_y</p:attrName>
                                            </p:attrNameLst>
                                          </p:cBhvr>
                                          <p:tavLst>
                                            <p:tav tm="0">
                                              <p:val>
                                                <p:strVal val="#ppt_y"/>
                                              </p:val>
                                            </p:tav>
                                            <p:tav tm="100000">
                                              <p:val>
                                                <p:strVal val="#ppt_y"/>
                                              </p:val>
                                            </p:tav>
                                          </p:tavLst>
                                        </p:anim>
                                      </p:childTnLst>
                                    </p:cTn>
                                  </p:par>
                                  <p:par>
                                    <p:cTn id="27" presetID="53" presetClass="entr" presetSubtype="16" fill="hold" grpId="0" nodeType="withEffect">
                                      <p:stCondLst>
                                        <p:cond delay="200"/>
                                      </p:stCondLst>
                                      <p:childTnLst>
                                        <p:set>
                                          <p:cBhvr>
                                            <p:cTn id="28" dur="1" fill="hold">
                                              <p:stCondLst>
                                                <p:cond delay="0"/>
                                              </p:stCondLst>
                                            </p:cTn>
                                            <p:tgtEl>
                                              <p:spTgt spid="8"/>
                                            </p:tgtEl>
                                            <p:attrNameLst>
                                              <p:attrName>style.visibility</p:attrName>
                                            </p:attrNameLst>
                                          </p:cBhvr>
                                          <p:to>
                                            <p:strVal val="visible"/>
                                          </p:to>
                                        </p:set>
                                        <p:anim calcmode="lin" valueType="num">
                                          <p:cBhvr>
                                            <p:cTn id="29" dur="300" fill="hold"/>
                                            <p:tgtEl>
                                              <p:spTgt spid="8"/>
                                            </p:tgtEl>
                                            <p:attrNameLst>
                                              <p:attrName>ppt_w</p:attrName>
                                            </p:attrNameLst>
                                          </p:cBhvr>
                                          <p:tavLst>
                                            <p:tav tm="0">
                                              <p:val>
                                                <p:fltVal val="0"/>
                                              </p:val>
                                            </p:tav>
                                            <p:tav tm="100000">
                                              <p:val>
                                                <p:strVal val="#ppt_w"/>
                                              </p:val>
                                            </p:tav>
                                          </p:tavLst>
                                        </p:anim>
                                        <p:anim calcmode="lin" valueType="num">
                                          <p:cBhvr>
                                            <p:cTn id="30" dur="300" fill="hold"/>
                                            <p:tgtEl>
                                              <p:spTgt spid="8"/>
                                            </p:tgtEl>
                                            <p:attrNameLst>
                                              <p:attrName>ppt_h</p:attrName>
                                            </p:attrNameLst>
                                          </p:cBhvr>
                                          <p:tavLst>
                                            <p:tav tm="0">
                                              <p:val>
                                                <p:fltVal val="0"/>
                                              </p:val>
                                            </p:tav>
                                            <p:tav tm="100000">
                                              <p:val>
                                                <p:strVal val="#ppt_h"/>
                                              </p:val>
                                            </p:tav>
                                          </p:tavLst>
                                        </p:anim>
                                        <p:animEffect transition="in" filter="fade">
                                          <p:cBhvr>
                                            <p:cTn id="31" dur="300"/>
                                            <p:tgtEl>
                                              <p:spTgt spid="8"/>
                                            </p:tgtEl>
                                          </p:cBhvr>
                                        </p:animEffect>
                                      </p:childTnLst>
                                    </p:cTn>
                                  </p:par>
                                  <p:par>
                                    <p:cTn id="32" presetID="6" presetClass="emph" presetSubtype="0" autoRev="1" fill="hold" grpId="1" nodeType="withEffect">
                                      <p:stCondLst>
                                        <p:cond delay="500"/>
                                      </p:stCondLst>
                                      <p:childTnLst>
                                        <p:animScale>
                                          <p:cBhvr>
                                            <p:cTn id="33" dur="150" fill="hold"/>
                                            <p:tgtEl>
                                              <p:spTgt spid="8"/>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P spid="4" grpId="0" animBg="1"/>
          <p:bldP spid="4" grpId="1" animBg="1"/>
          <p:bldP spid="5" grpId="0"/>
          <p:bldP spid="7" grpId="0"/>
          <p:bldP spid="8" grpId="0" animBg="1"/>
          <p:bldP spid="8" grpId="1" animBg="1"/>
        </p:bldLst>
      </p:timing>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nvCxnSpPr>
        <p:spPr>
          <a:xfrm flipH="1">
            <a:off x="0" y="2368389"/>
            <a:ext cx="390525" cy="0"/>
          </a:xfrm>
          <a:prstGeom prst="line">
            <a:avLst/>
          </a:prstGeom>
          <a:ln w="6350">
            <a:solidFill>
              <a:srgbClr val="62768C"/>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flipH="1">
            <a:off x="0" y="1977864"/>
            <a:ext cx="390525" cy="0"/>
          </a:xfrm>
          <a:prstGeom prst="line">
            <a:avLst/>
          </a:prstGeom>
          <a:ln w="6350">
            <a:solidFill>
              <a:srgbClr val="62768C"/>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H="1">
            <a:off x="0" y="2762089"/>
            <a:ext cx="390525" cy="0"/>
          </a:xfrm>
          <a:prstGeom prst="line">
            <a:avLst/>
          </a:prstGeom>
          <a:ln w="6350">
            <a:solidFill>
              <a:srgbClr val="62768C"/>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flipH="1">
            <a:off x="0" y="3152614"/>
            <a:ext cx="390525" cy="0"/>
          </a:xfrm>
          <a:prstGeom prst="line">
            <a:avLst/>
          </a:prstGeom>
          <a:ln w="6350">
            <a:solidFill>
              <a:srgbClr val="62768C"/>
            </a:solidFill>
          </a:ln>
        </p:spPr>
        <p:style>
          <a:lnRef idx="1">
            <a:schemeClr val="accent1"/>
          </a:lnRef>
          <a:fillRef idx="0">
            <a:schemeClr val="accent1"/>
          </a:fillRef>
          <a:effectRef idx="0">
            <a:schemeClr val="accent1"/>
          </a:effectRef>
          <a:fontRef idx="minor">
            <a:schemeClr val="tx1"/>
          </a:fontRef>
        </p:style>
      </p:cxnSp>
      <p:sp>
        <p:nvSpPr>
          <p:cNvPr id="37" name="矩形 36"/>
          <p:cNvSpPr/>
          <p:nvPr/>
        </p:nvSpPr>
        <p:spPr>
          <a:xfrm>
            <a:off x="-1" y="1971608"/>
            <a:ext cx="1280513" cy="390525"/>
          </a:xfrm>
          <a:prstGeom prst="rect">
            <a:avLst/>
          </a:prstGeom>
          <a:solidFill>
            <a:srgbClr val="37B0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Freeform 11"/>
          <p:cNvSpPr>
            <a:spLocks noEditPoints="1"/>
          </p:cNvSpPr>
          <p:nvPr/>
        </p:nvSpPr>
        <p:spPr bwMode="auto">
          <a:xfrm>
            <a:off x="124293" y="2864285"/>
            <a:ext cx="150176" cy="190798"/>
          </a:xfrm>
          <a:custGeom>
            <a:avLst/>
            <a:gdLst>
              <a:gd name="T0" fmla="*/ 104 w 139"/>
              <a:gd name="T1" fmla="*/ 99 h 177"/>
              <a:gd name="T2" fmla="*/ 91 w 139"/>
              <a:gd name="T3" fmla="*/ 160 h 177"/>
              <a:gd name="T4" fmla="*/ 133 w 139"/>
              <a:gd name="T5" fmla="*/ 164 h 177"/>
              <a:gd name="T6" fmla="*/ 133 w 139"/>
              <a:gd name="T7" fmla="*/ 177 h 177"/>
              <a:gd name="T8" fmla="*/ 0 w 139"/>
              <a:gd name="T9" fmla="*/ 170 h 177"/>
              <a:gd name="T10" fmla="*/ 51 w 139"/>
              <a:gd name="T11" fmla="*/ 164 h 177"/>
              <a:gd name="T12" fmla="*/ 81 w 139"/>
              <a:gd name="T13" fmla="*/ 151 h 177"/>
              <a:gd name="T14" fmla="*/ 10 w 139"/>
              <a:gd name="T15" fmla="*/ 147 h 177"/>
              <a:gd name="T16" fmla="*/ 10 w 139"/>
              <a:gd name="T17" fmla="*/ 139 h 177"/>
              <a:gd name="T18" fmla="*/ 94 w 139"/>
              <a:gd name="T19" fmla="*/ 120 h 177"/>
              <a:gd name="T20" fmla="*/ 84 w 139"/>
              <a:gd name="T21" fmla="*/ 92 h 177"/>
              <a:gd name="T22" fmla="*/ 69 w 139"/>
              <a:gd name="T23" fmla="*/ 94 h 177"/>
              <a:gd name="T24" fmla="*/ 53 w 139"/>
              <a:gd name="T25" fmla="*/ 113 h 177"/>
              <a:gd name="T26" fmla="*/ 46 w 139"/>
              <a:gd name="T27" fmla="*/ 117 h 177"/>
              <a:gd name="T28" fmla="*/ 24 w 139"/>
              <a:gd name="T29" fmla="*/ 109 h 177"/>
              <a:gd name="T30" fmla="*/ 26 w 139"/>
              <a:gd name="T31" fmla="*/ 97 h 177"/>
              <a:gd name="T32" fmla="*/ 21 w 139"/>
              <a:gd name="T33" fmla="*/ 89 h 177"/>
              <a:gd name="T34" fmla="*/ 63 w 139"/>
              <a:gd name="T35" fmla="*/ 24 h 177"/>
              <a:gd name="T36" fmla="*/ 67 w 139"/>
              <a:gd name="T37" fmla="*/ 26 h 177"/>
              <a:gd name="T38" fmla="*/ 69 w 139"/>
              <a:gd name="T39" fmla="*/ 14 h 177"/>
              <a:gd name="T40" fmla="*/ 76 w 139"/>
              <a:gd name="T41" fmla="*/ 2 h 177"/>
              <a:gd name="T42" fmla="*/ 109 w 139"/>
              <a:gd name="T43" fmla="*/ 29 h 177"/>
              <a:gd name="T44" fmla="*/ 96 w 139"/>
              <a:gd name="T45" fmla="*/ 30 h 177"/>
              <a:gd name="T46" fmla="*/ 94 w 139"/>
              <a:gd name="T47" fmla="*/ 42 h 177"/>
              <a:gd name="T48" fmla="*/ 87 w 139"/>
              <a:gd name="T49" fmla="*/ 63 h 177"/>
              <a:gd name="T50" fmla="*/ 92 w 139"/>
              <a:gd name="T51" fmla="*/ 81 h 177"/>
              <a:gd name="T52" fmla="*/ 89 w 139"/>
              <a:gd name="T53" fmla="*/ 26 h 177"/>
              <a:gd name="T54" fmla="*/ 74 w 139"/>
              <a:gd name="T55" fmla="*/ 30 h 177"/>
              <a:gd name="T56" fmla="*/ 89 w 139"/>
              <a:gd name="T57" fmla="*/ 26 h 177"/>
              <a:gd name="T58" fmla="*/ 80 w 139"/>
              <a:gd name="T59" fmla="*/ 59 h 177"/>
              <a:gd name="T60" fmla="*/ 62 w 139"/>
              <a:gd name="T61" fmla="*/ 33 h 177"/>
              <a:gd name="T62" fmla="*/ 54 w 139"/>
              <a:gd name="T63" fmla="*/ 104 h 177"/>
              <a:gd name="T64" fmla="*/ 56 w 139"/>
              <a:gd name="T65" fmla="*/ 76 h 177"/>
              <a:gd name="T66" fmla="*/ 62 w 139"/>
              <a:gd name="T67" fmla="*/ 63 h 177"/>
              <a:gd name="T68" fmla="*/ 82 w 139"/>
              <a:gd name="T69" fmla="*/ 69 h 177"/>
              <a:gd name="T70" fmla="*/ 67 w 139"/>
              <a:gd name="T71" fmla="*/ 69 h 177"/>
              <a:gd name="T72" fmla="*/ 67 w 139"/>
              <a:gd name="T73" fmla="*/ 69 h 177"/>
              <a:gd name="T74" fmla="*/ 75 w 139"/>
              <a:gd name="T75" fmla="*/ 86 h 177"/>
              <a:gd name="T76" fmla="*/ 82 w 139"/>
              <a:gd name="T77" fmla="*/ 83 h 177"/>
              <a:gd name="T78" fmla="*/ 82 w 139"/>
              <a:gd name="T79" fmla="*/ 69 h 177"/>
              <a:gd name="T80" fmla="*/ 33 w 139"/>
              <a:gd name="T81" fmla="*/ 101 h 177"/>
              <a:gd name="T82" fmla="*/ 31 w 139"/>
              <a:gd name="T83" fmla="*/ 104 h 177"/>
              <a:gd name="T84" fmla="*/ 42 w 139"/>
              <a:gd name="T85" fmla="*/ 106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 h="177">
                <a:moveTo>
                  <a:pt x="92" y="81"/>
                </a:moveTo>
                <a:cubicBezTo>
                  <a:pt x="97" y="87"/>
                  <a:pt x="101" y="92"/>
                  <a:pt x="104" y="99"/>
                </a:cubicBezTo>
                <a:cubicBezTo>
                  <a:pt x="106" y="106"/>
                  <a:pt x="108" y="113"/>
                  <a:pt x="108" y="120"/>
                </a:cubicBezTo>
                <a:cubicBezTo>
                  <a:pt x="108" y="136"/>
                  <a:pt x="101" y="150"/>
                  <a:pt x="91" y="160"/>
                </a:cubicBezTo>
                <a:cubicBezTo>
                  <a:pt x="90" y="162"/>
                  <a:pt x="89" y="163"/>
                  <a:pt x="88" y="164"/>
                </a:cubicBezTo>
                <a:cubicBezTo>
                  <a:pt x="133" y="164"/>
                  <a:pt x="133" y="164"/>
                  <a:pt x="133" y="164"/>
                </a:cubicBezTo>
                <a:cubicBezTo>
                  <a:pt x="136" y="164"/>
                  <a:pt x="139" y="167"/>
                  <a:pt x="139" y="170"/>
                </a:cubicBezTo>
                <a:cubicBezTo>
                  <a:pt x="139" y="174"/>
                  <a:pt x="136" y="177"/>
                  <a:pt x="133" y="177"/>
                </a:cubicBezTo>
                <a:cubicBezTo>
                  <a:pt x="91" y="177"/>
                  <a:pt x="49" y="177"/>
                  <a:pt x="7" y="177"/>
                </a:cubicBezTo>
                <a:cubicBezTo>
                  <a:pt x="3" y="177"/>
                  <a:pt x="0" y="174"/>
                  <a:pt x="0" y="170"/>
                </a:cubicBezTo>
                <a:cubicBezTo>
                  <a:pt x="0" y="167"/>
                  <a:pt x="3" y="164"/>
                  <a:pt x="7" y="164"/>
                </a:cubicBezTo>
                <a:cubicBezTo>
                  <a:pt x="51" y="164"/>
                  <a:pt x="51" y="164"/>
                  <a:pt x="51" y="164"/>
                </a:cubicBezTo>
                <a:cubicBezTo>
                  <a:pt x="51" y="164"/>
                  <a:pt x="51" y="164"/>
                  <a:pt x="51" y="164"/>
                </a:cubicBezTo>
                <a:cubicBezTo>
                  <a:pt x="63" y="164"/>
                  <a:pt x="74" y="159"/>
                  <a:pt x="81" y="151"/>
                </a:cubicBezTo>
                <a:cubicBezTo>
                  <a:pt x="83" y="150"/>
                  <a:pt x="84" y="148"/>
                  <a:pt x="85" y="147"/>
                </a:cubicBezTo>
                <a:cubicBezTo>
                  <a:pt x="10" y="147"/>
                  <a:pt x="10" y="147"/>
                  <a:pt x="10" y="147"/>
                </a:cubicBezTo>
                <a:cubicBezTo>
                  <a:pt x="8" y="147"/>
                  <a:pt x="6" y="145"/>
                  <a:pt x="6" y="143"/>
                </a:cubicBezTo>
                <a:cubicBezTo>
                  <a:pt x="6" y="141"/>
                  <a:pt x="8" y="139"/>
                  <a:pt x="10" y="139"/>
                </a:cubicBezTo>
                <a:cubicBezTo>
                  <a:pt x="90" y="139"/>
                  <a:pt x="90" y="139"/>
                  <a:pt x="90" y="139"/>
                </a:cubicBezTo>
                <a:cubicBezTo>
                  <a:pt x="93" y="133"/>
                  <a:pt x="94" y="127"/>
                  <a:pt x="94" y="120"/>
                </a:cubicBezTo>
                <a:cubicBezTo>
                  <a:pt x="94" y="114"/>
                  <a:pt x="93" y="109"/>
                  <a:pt x="91" y="104"/>
                </a:cubicBezTo>
                <a:cubicBezTo>
                  <a:pt x="89" y="100"/>
                  <a:pt x="87" y="96"/>
                  <a:pt x="84" y="92"/>
                </a:cubicBezTo>
                <a:cubicBezTo>
                  <a:pt x="81" y="94"/>
                  <a:pt x="78" y="94"/>
                  <a:pt x="75" y="94"/>
                </a:cubicBezTo>
                <a:cubicBezTo>
                  <a:pt x="73" y="94"/>
                  <a:pt x="71" y="94"/>
                  <a:pt x="69" y="94"/>
                </a:cubicBezTo>
                <a:cubicBezTo>
                  <a:pt x="59" y="111"/>
                  <a:pt x="59" y="111"/>
                  <a:pt x="59" y="111"/>
                </a:cubicBezTo>
                <a:cubicBezTo>
                  <a:pt x="58" y="113"/>
                  <a:pt x="55" y="114"/>
                  <a:pt x="53" y="113"/>
                </a:cubicBezTo>
                <a:cubicBezTo>
                  <a:pt x="50" y="111"/>
                  <a:pt x="50" y="111"/>
                  <a:pt x="50" y="111"/>
                </a:cubicBezTo>
                <a:cubicBezTo>
                  <a:pt x="46" y="117"/>
                  <a:pt x="46" y="117"/>
                  <a:pt x="46" y="117"/>
                </a:cubicBezTo>
                <a:cubicBezTo>
                  <a:pt x="45" y="119"/>
                  <a:pt x="42" y="119"/>
                  <a:pt x="40" y="118"/>
                </a:cubicBezTo>
                <a:cubicBezTo>
                  <a:pt x="24" y="109"/>
                  <a:pt x="24" y="109"/>
                  <a:pt x="24" y="109"/>
                </a:cubicBezTo>
                <a:cubicBezTo>
                  <a:pt x="22" y="108"/>
                  <a:pt x="21" y="105"/>
                  <a:pt x="22" y="103"/>
                </a:cubicBezTo>
                <a:cubicBezTo>
                  <a:pt x="26" y="97"/>
                  <a:pt x="26" y="97"/>
                  <a:pt x="26" y="97"/>
                </a:cubicBezTo>
                <a:cubicBezTo>
                  <a:pt x="22" y="95"/>
                  <a:pt x="22" y="95"/>
                  <a:pt x="22" y="95"/>
                </a:cubicBezTo>
                <a:cubicBezTo>
                  <a:pt x="20" y="94"/>
                  <a:pt x="20" y="91"/>
                  <a:pt x="21" y="89"/>
                </a:cubicBezTo>
                <a:cubicBezTo>
                  <a:pt x="57" y="26"/>
                  <a:pt x="57" y="26"/>
                  <a:pt x="57" y="26"/>
                </a:cubicBezTo>
                <a:cubicBezTo>
                  <a:pt x="58" y="24"/>
                  <a:pt x="61" y="23"/>
                  <a:pt x="63" y="24"/>
                </a:cubicBezTo>
                <a:cubicBezTo>
                  <a:pt x="63" y="24"/>
                  <a:pt x="63" y="24"/>
                  <a:pt x="63" y="24"/>
                </a:cubicBezTo>
                <a:cubicBezTo>
                  <a:pt x="67" y="26"/>
                  <a:pt x="67" y="26"/>
                  <a:pt x="67" y="26"/>
                </a:cubicBezTo>
                <a:cubicBezTo>
                  <a:pt x="73" y="16"/>
                  <a:pt x="73" y="16"/>
                  <a:pt x="73" y="16"/>
                </a:cubicBezTo>
                <a:cubicBezTo>
                  <a:pt x="69" y="14"/>
                  <a:pt x="69" y="14"/>
                  <a:pt x="69" y="14"/>
                </a:cubicBezTo>
                <a:cubicBezTo>
                  <a:pt x="66" y="12"/>
                  <a:pt x="65" y="8"/>
                  <a:pt x="66" y="5"/>
                </a:cubicBezTo>
                <a:cubicBezTo>
                  <a:pt x="68" y="1"/>
                  <a:pt x="72" y="0"/>
                  <a:pt x="76" y="2"/>
                </a:cubicBezTo>
                <a:cubicBezTo>
                  <a:pt x="86" y="8"/>
                  <a:pt x="96" y="14"/>
                  <a:pt x="107" y="20"/>
                </a:cubicBezTo>
                <a:cubicBezTo>
                  <a:pt x="110" y="22"/>
                  <a:pt x="111" y="26"/>
                  <a:pt x="109" y="29"/>
                </a:cubicBezTo>
                <a:cubicBezTo>
                  <a:pt x="107" y="33"/>
                  <a:pt x="103" y="34"/>
                  <a:pt x="100" y="32"/>
                </a:cubicBezTo>
                <a:cubicBezTo>
                  <a:pt x="96" y="30"/>
                  <a:pt x="96" y="30"/>
                  <a:pt x="96" y="30"/>
                </a:cubicBezTo>
                <a:cubicBezTo>
                  <a:pt x="90" y="40"/>
                  <a:pt x="90" y="40"/>
                  <a:pt x="90" y="40"/>
                </a:cubicBezTo>
                <a:cubicBezTo>
                  <a:pt x="94" y="42"/>
                  <a:pt x="94" y="42"/>
                  <a:pt x="94" y="42"/>
                </a:cubicBezTo>
                <a:cubicBezTo>
                  <a:pt x="96" y="43"/>
                  <a:pt x="97" y="46"/>
                  <a:pt x="96" y="48"/>
                </a:cubicBezTo>
                <a:cubicBezTo>
                  <a:pt x="87" y="63"/>
                  <a:pt x="87" y="63"/>
                  <a:pt x="87" y="63"/>
                </a:cubicBezTo>
                <a:cubicBezTo>
                  <a:pt x="91" y="66"/>
                  <a:pt x="93" y="71"/>
                  <a:pt x="93" y="76"/>
                </a:cubicBezTo>
                <a:cubicBezTo>
                  <a:pt x="93" y="78"/>
                  <a:pt x="93" y="80"/>
                  <a:pt x="92" y="81"/>
                </a:cubicBezTo>
                <a:close/>
                <a:moveTo>
                  <a:pt x="89" y="26"/>
                </a:moveTo>
                <a:cubicBezTo>
                  <a:pt x="89" y="26"/>
                  <a:pt x="89" y="26"/>
                  <a:pt x="89" y="26"/>
                </a:cubicBezTo>
                <a:cubicBezTo>
                  <a:pt x="86" y="24"/>
                  <a:pt x="83" y="22"/>
                  <a:pt x="80" y="20"/>
                </a:cubicBezTo>
                <a:cubicBezTo>
                  <a:pt x="74" y="30"/>
                  <a:pt x="74" y="30"/>
                  <a:pt x="74" y="30"/>
                </a:cubicBezTo>
                <a:cubicBezTo>
                  <a:pt x="83" y="36"/>
                  <a:pt x="83" y="36"/>
                  <a:pt x="83" y="36"/>
                </a:cubicBezTo>
                <a:cubicBezTo>
                  <a:pt x="89" y="26"/>
                  <a:pt x="89" y="26"/>
                  <a:pt x="89" y="26"/>
                </a:cubicBezTo>
                <a:close/>
                <a:moveTo>
                  <a:pt x="80" y="59"/>
                </a:moveTo>
                <a:cubicBezTo>
                  <a:pt x="80" y="59"/>
                  <a:pt x="80" y="59"/>
                  <a:pt x="80" y="59"/>
                </a:cubicBezTo>
                <a:cubicBezTo>
                  <a:pt x="87" y="47"/>
                  <a:pt x="87" y="47"/>
                  <a:pt x="87" y="47"/>
                </a:cubicBezTo>
                <a:cubicBezTo>
                  <a:pt x="78" y="43"/>
                  <a:pt x="70" y="38"/>
                  <a:pt x="62" y="33"/>
                </a:cubicBezTo>
                <a:cubicBezTo>
                  <a:pt x="30" y="90"/>
                  <a:pt x="30" y="90"/>
                  <a:pt x="30" y="90"/>
                </a:cubicBezTo>
                <a:cubicBezTo>
                  <a:pt x="38" y="94"/>
                  <a:pt x="46" y="99"/>
                  <a:pt x="54" y="104"/>
                </a:cubicBezTo>
                <a:cubicBezTo>
                  <a:pt x="62" y="90"/>
                  <a:pt x="62" y="90"/>
                  <a:pt x="62" y="90"/>
                </a:cubicBezTo>
                <a:cubicBezTo>
                  <a:pt x="58" y="86"/>
                  <a:pt x="56" y="81"/>
                  <a:pt x="56" y="76"/>
                </a:cubicBezTo>
                <a:cubicBezTo>
                  <a:pt x="56" y="71"/>
                  <a:pt x="58" y="66"/>
                  <a:pt x="62" y="63"/>
                </a:cubicBezTo>
                <a:cubicBezTo>
                  <a:pt x="62" y="63"/>
                  <a:pt x="62" y="63"/>
                  <a:pt x="62" y="63"/>
                </a:cubicBezTo>
                <a:cubicBezTo>
                  <a:pt x="67" y="58"/>
                  <a:pt x="73" y="57"/>
                  <a:pt x="80" y="59"/>
                </a:cubicBezTo>
                <a:close/>
                <a:moveTo>
                  <a:pt x="82" y="69"/>
                </a:moveTo>
                <a:cubicBezTo>
                  <a:pt x="82" y="69"/>
                  <a:pt x="82" y="69"/>
                  <a:pt x="82" y="69"/>
                </a:cubicBezTo>
                <a:cubicBezTo>
                  <a:pt x="78" y="65"/>
                  <a:pt x="71" y="65"/>
                  <a:pt x="67" y="69"/>
                </a:cubicBezTo>
                <a:cubicBezTo>
                  <a:pt x="67" y="69"/>
                  <a:pt x="67" y="69"/>
                  <a:pt x="67" y="69"/>
                </a:cubicBezTo>
                <a:cubicBezTo>
                  <a:pt x="67" y="69"/>
                  <a:pt x="67" y="69"/>
                  <a:pt x="67" y="69"/>
                </a:cubicBezTo>
                <a:cubicBezTo>
                  <a:pt x="65" y="71"/>
                  <a:pt x="64" y="73"/>
                  <a:pt x="64" y="76"/>
                </a:cubicBezTo>
                <a:cubicBezTo>
                  <a:pt x="64" y="82"/>
                  <a:pt x="69" y="86"/>
                  <a:pt x="75" y="86"/>
                </a:cubicBezTo>
                <a:cubicBezTo>
                  <a:pt x="77" y="86"/>
                  <a:pt x="80" y="85"/>
                  <a:pt x="82" y="83"/>
                </a:cubicBezTo>
                <a:cubicBezTo>
                  <a:pt x="82" y="83"/>
                  <a:pt x="82" y="83"/>
                  <a:pt x="82" y="83"/>
                </a:cubicBezTo>
                <a:cubicBezTo>
                  <a:pt x="84" y="81"/>
                  <a:pt x="85" y="79"/>
                  <a:pt x="85" y="76"/>
                </a:cubicBezTo>
                <a:cubicBezTo>
                  <a:pt x="85" y="73"/>
                  <a:pt x="84" y="71"/>
                  <a:pt x="82" y="69"/>
                </a:cubicBezTo>
                <a:cubicBezTo>
                  <a:pt x="82" y="69"/>
                  <a:pt x="82" y="69"/>
                  <a:pt x="82" y="69"/>
                </a:cubicBezTo>
                <a:close/>
                <a:moveTo>
                  <a:pt x="33" y="101"/>
                </a:moveTo>
                <a:cubicBezTo>
                  <a:pt x="33" y="101"/>
                  <a:pt x="33" y="101"/>
                  <a:pt x="33" y="101"/>
                </a:cubicBezTo>
                <a:cubicBezTo>
                  <a:pt x="31" y="104"/>
                  <a:pt x="31" y="104"/>
                  <a:pt x="31" y="104"/>
                </a:cubicBezTo>
                <a:cubicBezTo>
                  <a:pt x="41" y="109"/>
                  <a:pt x="41" y="109"/>
                  <a:pt x="41" y="109"/>
                </a:cubicBezTo>
                <a:cubicBezTo>
                  <a:pt x="42" y="106"/>
                  <a:pt x="42" y="106"/>
                  <a:pt x="42" y="106"/>
                </a:cubicBezTo>
                <a:cubicBezTo>
                  <a:pt x="33" y="101"/>
                  <a:pt x="33" y="101"/>
                  <a:pt x="33" y="101"/>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0" name="Freeform 12"/>
          <p:cNvSpPr>
            <a:spLocks noEditPoints="1"/>
          </p:cNvSpPr>
          <p:nvPr/>
        </p:nvSpPr>
        <p:spPr bwMode="auto">
          <a:xfrm>
            <a:off x="134107" y="2472073"/>
            <a:ext cx="130548" cy="187604"/>
          </a:xfrm>
          <a:custGeom>
            <a:avLst/>
            <a:gdLst>
              <a:gd name="T0" fmla="*/ 3 w 121"/>
              <a:gd name="T1" fmla="*/ 119 h 174"/>
              <a:gd name="T2" fmla="*/ 23 w 121"/>
              <a:gd name="T3" fmla="*/ 115 h 174"/>
              <a:gd name="T4" fmla="*/ 38 w 121"/>
              <a:gd name="T5" fmla="*/ 74 h 174"/>
              <a:gd name="T6" fmla="*/ 38 w 121"/>
              <a:gd name="T7" fmla="*/ 74 h 174"/>
              <a:gd name="T8" fmla="*/ 38 w 121"/>
              <a:gd name="T9" fmla="*/ 29 h 174"/>
              <a:gd name="T10" fmla="*/ 54 w 121"/>
              <a:gd name="T11" fmla="*/ 21 h 174"/>
              <a:gd name="T12" fmla="*/ 60 w 121"/>
              <a:gd name="T13" fmla="*/ 0 h 174"/>
              <a:gd name="T14" fmla="*/ 67 w 121"/>
              <a:gd name="T15" fmla="*/ 21 h 174"/>
              <a:gd name="T16" fmla="*/ 92 w 121"/>
              <a:gd name="T17" fmla="*/ 51 h 174"/>
              <a:gd name="T18" fmla="*/ 82 w 121"/>
              <a:gd name="T19" fmla="*/ 74 h 174"/>
              <a:gd name="T20" fmla="*/ 98 w 121"/>
              <a:gd name="T21" fmla="*/ 115 h 174"/>
              <a:gd name="T22" fmla="*/ 117 w 121"/>
              <a:gd name="T23" fmla="*/ 119 h 174"/>
              <a:gd name="T24" fmla="*/ 102 w 121"/>
              <a:gd name="T25" fmla="*/ 124 h 174"/>
              <a:gd name="T26" fmla="*/ 116 w 121"/>
              <a:gd name="T27" fmla="*/ 159 h 174"/>
              <a:gd name="T28" fmla="*/ 120 w 121"/>
              <a:gd name="T29" fmla="*/ 168 h 174"/>
              <a:gd name="T30" fmla="*/ 113 w 121"/>
              <a:gd name="T31" fmla="*/ 171 h 174"/>
              <a:gd name="T32" fmla="*/ 108 w 121"/>
              <a:gd name="T33" fmla="*/ 162 h 174"/>
              <a:gd name="T34" fmla="*/ 87 w 121"/>
              <a:gd name="T35" fmla="*/ 124 h 174"/>
              <a:gd name="T36" fmla="*/ 67 w 121"/>
              <a:gd name="T37" fmla="*/ 129 h 174"/>
              <a:gd name="T38" fmla="*/ 54 w 121"/>
              <a:gd name="T39" fmla="*/ 129 h 174"/>
              <a:gd name="T40" fmla="*/ 34 w 121"/>
              <a:gd name="T41" fmla="*/ 124 h 174"/>
              <a:gd name="T42" fmla="*/ 13 w 121"/>
              <a:gd name="T43" fmla="*/ 162 h 174"/>
              <a:gd name="T44" fmla="*/ 8 w 121"/>
              <a:gd name="T45" fmla="*/ 171 h 174"/>
              <a:gd name="T46" fmla="*/ 1 w 121"/>
              <a:gd name="T47" fmla="*/ 168 h 174"/>
              <a:gd name="T48" fmla="*/ 5 w 121"/>
              <a:gd name="T49" fmla="*/ 159 h 174"/>
              <a:gd name="T50" fmla="*/ 19 w 121"/>
              <a:gd name="T51" fmla="*/ 124 h 174"/>
              <a:gd name="T52" fmla="*/ 54 w 121"/>
              <a:gd name="T53" fmla="*/ 115 h 174"/>
              <a:gd name="T54" fmla="*/ 54 w 121"/>
              <a:gd name="T55" fmla="*/ 110 h 174"/>
              <a:gd name="T56" fmla="*/ 67 w 121"/>
              <a:gd name="T57" fmla="*/ 110 h 174"/>
              <a:gd name="T58" fmla="*/ 83 w 121"/>
              <a:gd name="T59" fmla="*/ 115 h 174"/>
              <a:gd name="T60" fmla="*/ 54 w 121"/>
              <a:gd name="T61" fmla="*/ 82 h 174"/>
              <a:gd name="T62" fmla="*/ 54 w 121"/>
              <a:gd name="T63" fmla="*/ 115 h 174"/>
              <a:gd name="T64" fmla="*/ 73 w 121"/>
              <a:gd name="T65" fmla="*/ 39 h 174"/>
              <a:gd name="T66" fmla="*/ 48 w 121"/>
              <a:gd name="T67" fmla="*/ 39 h 174"/>
              <a:gd name="T68" fmla="*/ 48 w 121"/>
              <a:gd name="T69" fmla="*/ 64 h 174"/>
              <a:gd name="T70" fmla="*/ 68 w 121"/>
              <a:gd name="T71" fmla="*/ 68 h 174"/>
              <a:gd name="T72" fmla="*/ 73 w 121"/>
              <a:gd name="T73" fmla="*/ 64 h 174"/>
              <a:gd name="T74" fmla="*/ 73 w 121"/>
              <a:gd name="T75" fmla="*/ 39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1" h="174">
                <a:moveTo>
                  <a:pt x="8" y="124"/>
                </a:moveTo>
                <a:cubicBezTo>
                  <a:pt x="5" y="124"/>
                  <a:pt x="3" y="122"/>
                  <a:pt x="3" y="119"/>
                </a:cubicBezTo>
                <a:cubicBezTo>
                  <a:pt x="3" y="117"/>
                  <a:pt x="5" y="115"/>
                  <a:pt x="8" y="115"/>
                </a:cubicBezTo>
                <a:cubicBezTo>
                  <a:pt x="23" y="115"/>
                  <a:pt x="23" y="115"/>
                  <a:pt x="23" y="115"/>
                </a:cubicBezTo>
                <a:cubicBezTo>
                  <a:pt x="42" y="77"/>
                  <a:pt x="42" y="77"/>
                  <a:pt x="42" y="77"/>
                </a:cubicBezTo>
                <a:cubicBezTo>
                  <a:pt x="41" y="76"/>
                  <a:pt x="40" y="75"/>
                  <a:pt x="38" y="74"/>
                </a:cubicBezTo>
                <a:cubicBezTo>
                  <a:pt x="38" y="74"/>
                  <a:pt x="38" y="74"/>
                  <a:pt x="38" y="74"/>
                </a:cubicBezTo>
                <a:cubicBezTo>
                  <a:pt x="38" y="74"/>
                  <a:pt x="38" y="74"/>
                  <a:pt x="38" y="74"/>
                </a:cubicBezTo>
                <a:cubicBezTo>
                  <a:pt x="33" y="68"/>
                  <a:pt x="29" y="60"/>
                  <a:pt x="29" y="51"/>
                </a:cubicBezTo>
                <a:cubicBezTo>
                  <a:pt x="29" y="43"/>
                  <a:pt x="33" y="35"/>
                  <a:pt x="38" y="29"/>
                </a:cubicBezTo>
                <a:cubicBezTo>
                  <a:pt x="39" y="29"/>
                  <a:pt x="39" y="29"/>
                  <a:pt x="39" y="29"/>
                </a:cubicBezTo>
                <a:cubicBezTo>
                  <a:pt x="43" y="25"/>
                  <a:pt x="48" y="22"/>
                  <a:pt x="54" y="21"/>
                </a:cubicBezTo>
                <a:cubicBezTo>
                  <a:pt x="54" y="7"/>
                  <a:pt x="54" y="7"/>
                  <a:pt x="54" y="7"/>
                </a:cubicBezTo>
                <a:cubicBezTo>
                  <a:pt x="54" y="3"/>
                  <a:pt x="57" y="0"/>
                  <a:pt x="60" y="0"/>
                </a:cubicBezTo>
                <a:cubicBezTo>
                  <a:pt x="64" y="0"/>
                  <a:pt x="67" y="3"/>
                  <a:pt x="67" y="7"/>
                </a:cubicBezTo>
                <a:cubicBezTo>
                  <a:pt x="67" y="21"/>
                  <a:pt x="67" y="21"/>
                  <a:pt x="67" y="21"/>
                </a:cubicBezTo>
                <a:cubicBezTo>
                  <a:pt x="73" y="22"/>
                  <a:pt x="78" y="25"/>
                  <a:pt x="82" y="29"/>
                </a:cubicBezTo>
                <a:cubicBezTo>
                  <a:pt x="88" y="35"/>
                  <a:pt x="92" y="43"/>
                  <a:pt x="92" y="51"/>
                </a:cubicBezTo>
                <a:cubicBezTo>
                  <a:pt x="92" y="60"/>
                  <a:pt x="88" y="68"/>
                  <a:pt x="82" y="74"/>
                </a:cubicBezTo>
                <a:cubicBezTo>
                  <a:pt x="82" y="74"/>
                  <a:pt x="82" y="74"/>
                  <a:pt x="82" y="74"/>
                </a:cubicBezTo>
                <a:cubicBezTo>
                  <a:pt x="81" y="75"/>
                  <a:pt x="80" y="76"/>
                  <a:pt x="79" y="77"/>
                </a:cubicBezTo>
                <a:cubicBezTo>
                  <a:pt x="98" y="115"/>
                  <a:pt x="98" y="115"/>
                  <a:pt x="98" y="115"/>
                </a:cubicBezTo>
                <a:cubicBezTo>
                  <a:pt x="113" y="115"/>
                  <a:pt x="113" y="115"/>
                  <a:pt x="113" y="115"/>
                </a:cubicBezTo>
                <a:cubicBezTo>
                  <a:pt x="116" y="115"/>
                  <a:pt x="117" y="117"/>
                  <a:pt x="117" y="119"/>
                </a:cubicBezTo>
                <a:cubicBezTo>
                  <a:pt x="117" y="122"/>
                  <a:pt x="116" y="124"/>
                  <a:pt x="113" y="124"/>
                </a:cubicBezTo>
                <a:cubicBezTo>
                  <a:pt x="102" y="124"/>
                  <a:pt x="102" y="124"/>
                  <a:pt x="102" y="124"/>
                </a:cubicBezTo>
                <a:cubicBezTo>
                  <a:pt x="116" y="153"/>
                  <a:pt x="116" y="153"/>
                  <a:pt x="116" y="153"/>
                </a:cubicBezTo>
                <a:cubicBezTo>
                  <a:pt x="117" y="155"/>
                  <a:pt x="117" y="157"/>
                  <a:pt x="116" y="159"/>
                </a:cubicBezTo>
                <a:cubicBezTo>
                  <a:pt x="117" y="162"/>
                  <a:pt x="117" y="162"/>
                  <a:pt x="117" y="162"/>
                </a:cubicBezTo>
                <a:cubicBezTo>
                  <a:pt x="120" y="168"/>
                  <a:pt x="120" y="168"/>
                  <a:pt x="120" y="168"/>
                </a:cubicBezTo>
                <a:cubicBezTo>
                  <a:pt x="121" y="170"/>
                  <a:pt x="120" y="172"/>
                  <a:pt x="118" y="173"/>
                </a:cubicBezTo>
                <a:cubicBezTo>
                  <a:pt x="116" y="174"/>
                  <a:pt x="114" y="173"/>
                  <a:pt x="113" y="171"/>
                </a:cubicBezTo>
                <a:cubicBezTo>
                  <a:pt x="110" y="165"/>
                  <a:pt x="110" y="165"/>
                  <a:pt x="110" y="165"/>
                </a:cubicBezTo>
                <a:cubicBezTo>
                  <a:pt x="108" y="162"/>
                  <a:pt x="108" y="162"/>
                  <a:pt x="108" y="162"/>
                </a:cubicBezTo>
                <a:cubicBezTo>
                  <a:pt x="106" y="162"/>
                  <a:pt x="104" y="160"/>
                  <a:pt x="103" y="158"/>
                </a:cubicBezTo>
                <a:cubicBezTo>
                  <a:pt x="87" y="124"/>
                  <a:pt x="87" y="124"/>
                  <a:pt x="87" y="124"/>
                </a:cubicBezTo>
                <a:cubicBezTo>
                  <a:pt x="67" y="124"/>
                  <a:pt x="67" y="124"/>
                  <a:pt x="67" y="124"/>
                </a:cubicBezTo>
                <a:cubicBezTo>
                  <a:pt x="67" y="129"/>
                  <a:pt x="67" y="129"/>
                  <a:pt x="67" y="129"/>
                </a:cubicBezTo>
                <a:cubicBezTo>
                  <a:pt x="67" y="132"/>
                  <a:pt x="64" y="136"/>
                  <a:pt x="60" y="136"/>
                </a:cubicBezTo>
                <a:cubicBezTo>
                  <a:pt x="57" y="136"/>
                  <a:pt x="54" y="132"/>
                  <a:pt x="54" y="129"/>
                </a:cubicBezTo>
                <a:cubicBezTo>
                  <a:pt x="54" y="124"/>
                  <a:pt x="54" y="124"/>
                  <a:pt x="54" y="124"/>
                </a:cubicBezTo>
                <a:cubicBezTo>
                  <a:pt x="34" y="124"/>
                  <a:pt x="34" y="124"/>
                  <a:pt x="34" y="124"/>
                </a:cubicBezTo>
                <a:cubicBezTo>
                  <a:pt x="17" y="158"/>
                  <a:pt x="17" y="158"/>
                  <a:pt x="17" y="158"/>
                </a:cubicBezTo>
                <a:cubicBezTo>
                  <a:pt x="16" y="160"/>
                  <a:pt x="15" y="162"/>
                  <a:pt x="13" y="162"/>
                </a:cubicBezTo>
                <a:cubicBezTo>
                  <a:pt x="11" y="165"/>
                  <a:pt x="11" y="165"/>
                  <a:pt x="11" y="165"/>
                </a:cubicBezTo>
                <a:cubicBezTo>
                  <a:pt x="8" y="171"/>
                  <a:pt x="8" y="171"/>
                  <a:pt x="8" y="171"/>
                </a:cubicBezTo>
                <a:cubicBezTo>
                  <a:pt x="7" y="173"/>
                  <a:pt x="5" y="174"/>
                  <a:pt x="3" y="173"/>
                </a:cubicBezTo>
                <a:cubicBezTo>
                  <a:pt x="1" y="172"/>
                  <a:pt x="0" y="170"/>
                  <a:pt x="1" y="168"/>
                </a:cubicBezTo>
                <a:cubicBezTo>
                  <a:pt x="4" y="162"/>
                  <a:pt x="4" y="162"/>
                  <a:pt x="4" y="162"/>
                </a:cubicBezTo>
                <a:cubicBezTo>
                  <a:pt x="5" y="159"/>
                  <a:pt x="5" y="159"/>
                  <a:pt x="5" y="159"/>
                </a:cubicBezTo>
                <a:cubicBezTo>
                  <a:pt x="4" y="157"/>
                  <a:pt x="4" y="155"/>
                  <a:pt x="5" y="153"/>
                </a:cubicBezTo>
                <a:cubicBezTo>
                  <a:pt x="19" y="124"/>
                  <a:pt x="19" y="124"/>
                  <a:pt x="19" y="124"/>
                </a:cubicBezTo>
                <a:cubicBezTo>
                  <a:pt x="8" y="124"/>
                  <a:pt x="8" y="124"/>
                  <a:pt x="8" y="124"/>
                </a:cubicBezTo>
                <a:close/>
                <a:moveTo>
                  <a:pt x="54" y="115"/>
                </a:moveTo>
                <a:cubicBezTo>
                  <a:pt x="54" y="115"/>
                  <a:pt x="54" y="115"/>
                  <a:pt x="54" y="115"/>
                </a:cubicBezTo>
                <a:cubicBezTo>
                  <a:pt x="54" y="110"/>
                  <a:pt x="54" y="110"/>
                  <a:pt x="54" y="110"/>
                </a:cubicBezTo>
                <a:cubicBezTo>
                  <a:pt x="54" y="107"/>
                  <a:pt x="57" y="103"/>
                  <a:pt x="60" y="103"/>
                </a:cubicBezTo>
                <a:cubicBezTo>
                  <a:pt x="64" y="103"/>
                  <a:pt x="67" y="107"/>
                  <a:pt x="67" y="110"/>
                </a:cubicBezTo>
                <a:cubicBezTo>
                  <a:pt x="67" y="115"/>
                  <a:pt x="67" y="115"/>
                  <a:pt x="67" y="115"/>
                </a:cubicBezTo>
                <a:cubicBezTo>
                  <a:pt x="83" y="115"/>
                  <a:pt x="83" y="115"/>
                  <a:pt x="83" y="115"/>
                </a:cubicBezTo>
                <a:cubicBezTo>
                  <a:pt x="67" y="82"/>
                  <a:pt x="67" y="82"/>
                  <a:pt x="67" y="82"/>
                </a:cubicBezTo>
                <a:cubicBezTo>
                  <a:pt x="63" y="83"/>
                  <a:pt x="58" y="83"/>
                  <a:pt x="54" y="82"/>
                </a:cubicBezTo>
                <a:cubicBezTo>
                  <a:pt x="38" y="115"/>
                  <a:pt x="38" y="115"/>
                  <a:pt x="38" y="115"/>
                </a:cubicBezTo>
                <a:cubicBezTo>
                  <a:pt x="54" y="115"/>
                  <a:pt x="54" y="115"/>
                  <a:pt x="54" y="115"/>
                </a:cubicBezTo>
                <a:close/>
                <a:moveTo>
                  <a:pt x="73" y="39"/>
                </a:moveTo>
                <a:cubicBezTo>
                  <a:pt x="73" y="39"/>
                  <a:pt x="73" y="39"/>
                  <a:pt x="73" y="39"/>
                </a:cubicBezTo>
                <a:cubicBezTo>
                  <a:pt x="66" y="32"/>
                  <a:pt x="55" y="32"/>
                  <a:pt x="48" y="39"/>
                </a:cubicBezTo>
                <a:cubicBezTo>
                  <a:pt x="48" y="39"/>
                  <a:pt x="48" y="39"/>
                  <a:pt x="48" y="39"/>
                </a:cubicBezTo>
                <a:cubicBezTo>
                  <a:pt x="45" y="42"/>
                  <a:pt x="43" y="47"/>
                  <a:pt x="43" y="51"/>
                </a:cubicBezTo>
                <a:cubicBezTo>
                  <a:pt x="43" y="56"/>
                  <a:pt x="45" y="61"/>
                  <a:pt x="48" y="64"/>
                </a:cubicBezTo>
                <a:cubicBezTo>
                  <a:pt x="53" y="69"/>
                  <a:pt x="61" y="71"/>
                  <a:pt x="67" y="68"/>
                </a:cubicBezTo>
                <a:cubicBezTo>
                  <a:pt x="68" y="68"/>
                  <a:pt x="68" y="68"/>
                  <a:pt x="68" y="68"/>
                </a:cubicBezTo>
                <a:cubicBezTo>
                  <a:pt x="69" y="67"/>
                  <a:pt x="71" y="66"/>
                  <a:pt x="73" y="64"/>
                </a:cubicBezTo>
                <a:cubicBezTo>
                  <a:pt x="73" y="64"/>
                  <a:pt x="73" y="64"/>
                  <a:pt x="73" y="64"/>
                </a:cubicBezTo>
                <a:cubicBezTo>
                  <a:pt x="76" y="61"/>
                  <a:pt x="78" y="56"/>
                  <a:pt x="78" y="51"/>
                </a:cubicBezTo>
                <a:cubicBezTo>
                  <a:pt x="78" y="47"/>
                  <a:pt x="76" y="42"/>
                  <a:pt x="73" y="39"/>
                </a:cubicBezTo>
                <a:cubicBezTo>
                  <a:pt x="73" y="39"/>
                  <a:pt x="73" y="39"/>
                  <a:pt x="73" y="39"/>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1" name="Freeform 13"/>
          <p:cNvSpPr>
            <a:spLocks noEditPoints="1"/>
          </p:cNvSpPr>
          <p:nvPr/>
        </p:nvSpPr>
        <p:spPr bwMode="auto">
          <a:xfrm>
            <a:off x="93026" y="1695727"/>
            <a:ext cx="212710" cy="176648"/>
          </a:xfrm>
          <a:custGeom>
            <a:avLst/>
            <a:gdLst>
              <a:gd name="T0" fmla="*/ 111 w 197"/>
              <a:gd name="T1" fmla="*/ 11 h 164"/>
              <a:gd name="T2" fmla="*/ 0 w 197"/>
              <a:gd name="T3" fmla="*/ 15 h 164"/>
              <a:gd name="T4" fmla="*/ 105 w 197"/>
              <a:gd name="T5" fmla="*/ 164 h 164"/>
              <a:gd name="T6" fmla="*/ 136 w 197"/>
              <a:gd name="T7" fmla="*/ 159 h 164"/>
              <a:gd name="T8" fmla="*/ 196 w 197"/>
              <a:gd name="T9" fmla="*/ 142 h 164"/>
              <a:gd name="T10" fmla="*/ 52 w 197"/>
              <a:gd name="T11" fmla="*/ 150 h 164"/>
              <a:gd name="T12" fmla="*/ 52 w 197"/>
              <a:gd name="T13" fmla="*/ 22 h 164"/>
              <a:gd name="T14" fmla="*/ 99 w 197"/>
              <a:gd name="T15" fmla="*/ 150 h 164"/>
              <a:gd name="T16" fmla="*/ 99 w 197"/>
              <a:gd name="T17" fmla="*/ 22 h 164"/>
              <a:gd name="T18" fmla="*/ 147 w 197"/>
              <a:gd name="T19" fmla="*/ 149 h 164"/>
              <a:gd name="T20" fmla="*/ 181 w 197"/>
              <a:gd name="T21" fmla="*/ 139 h 164"/>
              <a:gd name="T22" fmla="*/ 23 w 197"/>
              <a:gd name="T23" fmla="*/ 133 h 164"/>
              <a:gd name="T24" fmla="*/ 42 w 197"/>
              <a:gd name="T25" fmla="*/ 134 h 164"/>
              <a:gd name="T26" fmla="*/ 43 w 197"/>
              <a:gd name="T27" fmla="*/ 114 h 164"/>
              <a:gd name="T28" fmla="*/ 23 w 197"/>
              <a:gd name="T29" fmla="*/ 114 h 164"/>
              <a:gd name="T30" fmla="*/ 29 w 197"/>
              <a:gd name="T31" fmla="*/ 120 h 164"/>
              <a:gd name="T32" fmla="*/ 37 w 197"/>
              <a:gd name="T33" fmla="*/ 120 h 164"/>
              <a:gd name="T34" fmla="*/ 37 w 197"/>
              <a:gd name="T35" fmla="*/ 128 h 164"/>
              <a:gd name="T36" fmla="*/ 29 w 197"/>
              <a:gd name="T37" fmla="*/ 127 h 164"/>
              <a:gd name="T38" fmla="*/ 32 w 197"/>
              <a:gd name="T39" fmla="*/ 91 h 164"/>
              <a:gd name="T40" fmla="*/ 36 w 197"/>
              <a:gd name="T41" fmla="*/ 38 h 164"/>
              <a:gd name="T42" fmla="*/ 28 w 197"/>
              <a:gd name="T43" fmla="*/ 87 h 164"/>
              <a:gd name="T44" fmla="*/ 134 w 197"/>
              <a:gd name="T45" fmla="*/ 31 h 164"/>
              <a:gd name="T46" fmla="*/ 149 w 197"/>
              <a:gd name="T47" fmla="*/ 86 h 164"/>
              <a:gd name="T48" fmla="*/ 134 w 197"/>
              <a:gd name="T49" fmla="*/ 31 h 164"/>
              <a:gd name="T50" fmla="*/ 69 w 197"/>
              <a:gd name="T51" fmla="*/ 133 h 164"/>
              <a:gd name="T52" fmla="*/ 88 w 197"/>
              <a:gd name="T53" fmla="*/ 133 h 164"/>
              <a:gd name="T54" fmla="*/ 79 w 197"/>
              <a:gd name="T55" fmla="*/ 110 h 164"/>
              <a:gd name="T56" fmla="*/ 65 w 197"/>
              <a:gd name="T57" fmla="*/ 124 h 164"/>
              <a:gd name="T58" fmla="*/ 75 w 197"/>
              <a:gd name="T59" fmla="*/ 120 h 164"/>
              <a:gd name="T60" fmla="*/ 82 w 197"/>
              <a:gd name="T61" fmla="*/ 120 h 164"/>
              <a:gd name="T62" fmla="*/ 82 w 197"/>
              <a:gd name="T63" fmla="*/ 128 h 164"/>
              <a:gd name="T64" fmla="*/ 74 w 197"/>
              <a:gd name="T65" fmla="*/ 127 h 164"/>
              <a:gd name="T66" fmla="*/ 81 w 197"/>
              <a:gd name="T67" fmla="*/ 91 h 164"/>
              <a:gd name="T68" fmla="*/ 85 w 197"/>
              <a:gd name="T69" fmla="*/ 38 h 164"/>
              <a:gd name="T70" fmla="*/ 77 w 197"/>
              <a:gd name="T71" fmla="*/ 87 h 164"/>
              <a:gd name="T72" fmla="*/ 148 w 197"/>
              <a:gd name="T73" fmla="*/ 109 h 164"/>
              <a:gd name="T74" fmla="*/ 148 w 197"/>
              <a:gd name="T75" fmla="*/ 128 h 164"/>
              <a:gd name="T76" fmla="*/ 167 w 197"/>
              <a:gd name="T77" fmla="*/ 128 h 164"/>
              <a:gd name="T78" fmla="*/ 168 w 197"/>
              <a:gd name="T79" fmla="*/ 109 h 164"/>
              <a:gd name="T80" fmla="*/ 158 w 197"/>
              <a:gd name="T81" fmla="*/ 105 h 164"/>
              <a:gd name="T82" fmla="*/ 154 w 197"/>
              <a:gd name="T83" fmla="*/ 114 h 164"/>
              <a:gd name="T84" fmla="*/ 163 w 197"/>
              <a:gd name="T85" fmla="*/ 118 h 164"/>
              <a:gd name="T86" fmla="*/ 154 w 197"/>
              <a:gd name="T87" fmla="*/ 122 h 164"/>
              <a:gd name="T88" fmla="*/ 154 w 197"/>
              <a:gd name="T89" fmla="*/ 114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97" h="164">
                <a:moveTo>
                  <a:pt x="159" y="6"/>
                </a:moveTo>
                <a:cubicBezTo>
                  <a:pt x="158" y="2"/>
                  <a:pt x="155" y="0"/>
                  <a:pt x="151" y="1"/>
                </a:cubicBezTo>
                <a:cubicBezTo>
                  <a:pt x="111" y="11"/>
                  <a:pt x="111" y="11"/>
                  <a:pt x="111" y="11"/>
                </a:cubicBezTo>
                <a:cubicBezTo>
                  <a:pt x="110" y="10"/>
                  <a:pt x="108" y="8"/>
                  <a:pt x="105" y="8"/>
                </a:cubicBezTo>
                <a:cubicBezTo>
                  <a:pt x="7" y="8"/>
                  <a:pt x="7" y="8"/>
                  <a:pt x="7" y="8"/>
                </a:cubicBezTo>
                <a:cubicBezTo>
                  <a:pt x="3" y="8"/>
                  <a:pt x="0" y="11"/>
                  <a:pt x="0" y="15"/>
                </a:cubicBezTo>
                <a:cubicBezTo>
                  <a:pt x="0" y="157"/>
                  <a:pt x="0" y="157"/>
                  <a:pt x="0" y="157"/>
                </a:cubicBezTo>
                <a:cubicBezTo>
                  <a:pt x="0" y="161"/>
                  <a:pt x="3" y="164"/>
                  <a:pt x="7" y="164"/>
                </a:cubicBezTo>
                <a:cubicBezTo>
                  <a:pt x="105" y="164"/>
                  <a:pt x="105" y="164"/>
                  <a:pt x="105" y="164"/>
                </a:cubicBezTo>
                <a:cubicBezTo>
                  <a:pt x="109" y="164"/>
                  <a:pt x="112" y="161"/>
                  <a:pt x="112" y="157"/>
                </a:cubicBezTo>
                <a:cubicBezTo>
                  <a:pt x="112" y="71"/>
                  <a:pt x="112" y="71"/>
                  <a:pt x="112" y="71"/>
                </a:cubicBezTo>
                <a:cubicBezTo>
                  <a:pt x="136" y="159"/>
                  <a:pt x="136" y="159"/>
                  <a:pt x="136" y="159"/>
                </a:cubicBezTo>
                <a:cubicBezTo>
                  <a:pt x="136" y="162"/>
                  <a:pt x="140" y="164"/>
                  <a:pt x="144" y="163"/>
                </a:cubicBezTo>
                <a:cubicBezTo>
                  <a:pt x="191" y="151"/>
                  <a:pt x="191" y="151"/>
                  <a:pt x="191" y="151"/>
                </a:cubicBezTo>
                <a:cubicBezTo>
                  <a:pt x="195" y="150"/>
                  <a:pt x="197" y="146"/>
                  <a:pt x="196" y="142"/>
                </a:cubicBezTo>
                <a:cubicBezTo>
                  <a:pt x="159" y="6"/>
                  <a:pt x="159" y="6"/>
                  <a:pt x="159" y="6"/>
                </a:cubicBezTo>
                <a:close/>
                <a:moveTo>
                  <a:pt x="52" y="150"/>
                </a:moveTo>
                <a:cubicBezTo>
                  <a:pt x="52" y="150"/>
                  <a:pt x="52" y="150"/>
                  <a:pt x="52" y="150"/>
                </a:cubicBezTo>
                <a:cubicBezTo>
                  <a:pt x="14" y="150"/>
                  <a:pt x="14" y="150"/>
                  <a:pt x="14" y="150"/>
                </a:cubicBezTo>
                <a:cubicBezTo>
                  <a:pt x="14" y="22"/>
                  <a:pt x="14" y="22"/>
                  <a:pt x="14" y="22"/>
                </a:cubicBezTo>
                <a:cubicBezTo>
                  <a:pt x="52" y="22"/>
                  <a:pt x="52" y="22"/>
                  <a:pt x="52" y="22"/>
                </a:cubicBezTo>
                <a:cubicBezTo>
                  <a:pt x="52" y="150"/>
                  <a:pt x="52" y="150"/>
                  <a:pt x="52" y="150"/>
                </a:cubicBezTo>
                <a:close/>
                <a:moveTo>
                  <a:pt x="99" y="150"/>
                </a:moveTo>
                <a:cubicBezTo>
                  <a:pt x="99" y="150"/>
                  <a:pt x="99" y="150"/>
                  <a:pt x="99" y="150"/>
                </a:cubicBezTo>
                <a:cubicBezTo>
                  <a:pt x="60" y="150"/>
                  <a:pt x="60" y="150"/>
                  <a:pt x="60" y="150"/>
                </a:cubicBezTo>
                <a:cubicBezTo>
                  <a:pt x="60" y="22"/>
                  <a:pt x="60" y="22"/>
                  <a:pt x="60" y="22"/>
                </a:cubicBezTo>
                <a:cubicBezTo>
                  <a:pt x="99" y="22"/>
                  <a:pt x="99" y="22"/>
                  <a:pt x="99" y="22"/>
                </a:cubicBezTo>
                <a:cubicBezTo>
                  <a:pt x="99" y="150"/>
                  <a:pt x="99" y="150"/>
                  <a:pt x="99" y="150"/>
                </a:cubicBezTo>
                <a:close/>
                <a:moveTo>
                  <a:pt x="147" y="149"/>
                </a:moveTo>
                <a:cubicBezTo>
                  <a:pt x="147" y="149"/>
                  <a:pt x="147" y="149"/>
                  <a:pt x="147" y="149"/>
                </a:cubicBezTo>
                <a:cubicBezTo>
                  <a:pt x="114" y="25"/>
                  <a:pt x="114" y="25"/>
                  <a:pt x="114" y="25"/>
                </a:cubicBezTo>
                <a:cubicBezTo>
                  <a:pt x="148" y="16"/>
                  <a:pt x="148" y="16"/>
                  <a:pt x="148" y="16"/>
                </a:cubicBezTo>
                <a:cubicBezTo>
                  <a:pt x="181" y="139"/>
                  <a:pt x="181" y="139"/>
                  <a:pt x="181" y="139"/>
                </a:cubicBezTo>
                <a:cubicBezTo>
                  <a:pt x="147" y="149"/>
                  <a:pt x="147" y="149"/>
                  <a:pt x="147" y="149"/>
                </a:cubicBezTo>
                <a:close/>
                <a:moveTo>
                  <a:pt x="23" y="133"/>
                </a:moveTo>
                <a:cubicBezTo>
                  <a:pt x="23" y="133"/>
                  <a:pt x="23" y="133"/>
                  <a:pt x="23" y="133"/>
                </a:cubicBezTo>
                <a:cubicBezTo>
                  <a:pt x="23" y="133"/>
                  <a:pt x="23" y="133"/>
                  <a:pt x="23" y="133"/>
                </a:cubicBezTo>
                <a:cubicBezTo>
                  <a:pt x="26" y="136"/>
                  <a:pt x="29" y="137"/>
                  <a:pt x="33" y="137"/>
                </a:cubicBezTo>
                <a:cubicBezTo>
                  <a:pt x="37" y="137"/>
                  <a:pt x="40" y="136"/>
                  <a:pt x="42" y="134"/>
                </a:cubicBezTo>
                <a:cubicBezTo>
                  <a:pt x="43" y="133"/>
                  <a:pt x="43" y="133"/>
                  <a:pt x="43" y="133"/>
                </a:cubicBezTo>
                <a:cubicBezTo>
                  <a:pt x="45" y="131"/>
                  <a:pt x="47" y="127"/>
                  <a:pt x="47" y="124"/>
                </a:cubicBezTo>
                <a:cubicBezTo>
                  <a:pt x="47" y="120"/>
                  <a:pt x="45" y="116"/>
                  <a:pt x="43" y="114"/>
                </a:cubicBezTo>
                <a:cubicBezTo>
                  <a:pt x="42" y="114"/>
                  <a:pt x="42" y="114"/>
                  <a:pt x="42" y="114"/>
                </a:cubicBezTo>
                <a:cubicBezTo>
                  <a:pt x="40" y="112"/>
                  <a:pt x="37" y="110"/>
                  <a:pt x="33" y="110"/>
                </a:cubicBezTo>
                <a:cubicBezTo>
                  <a:pt x="29" y="110"/>
                  <a:pt x="26" y="112"/>
                  <a:pt x="23" y="114"/>
                </a:cubicBezTo>
                <a:cubicBezTo>
                  <a:pt x="21" y="116"/>
                  <a:pt x="19" y="120"/>
                  <a:pt x="19" y="124"/>
                </a:cubicBezTo>
                <a:cubicBezTo>
                  <a:pt x="19" y="127"/>
                  <a:pt x="21" y="131"/>
                  <a:pt x="23" y="133"/>
                </a:cubicBezTo>
                <a:close/>
                <a:moveTo>
                  <a:pt x="29" y="120"/>
                </a:moveTo>
                <a:cubicBezTo>
                  <a:pt x="29" y="120"/>
                  <a:pt x="29" y="120"/>
                  <a:pt x="29" y="120"/>
                </a:cubicBezTo>
                <a:cubicBezTo>
                  <a:pt x="30" y="119"/>
                  <a:pt x="31" y="118"/>
                  <a:pt x="33" y="118"/>
                </a:cubicBezTo>
                <a:cubicBezTo>
                  <a:pt x="34" y="118"/>
                  <a:pt x="36" y="119"/>
                  <a:pt x="37" y="120"/>
                </a:cubicBezTo>
                <a:cubicBezTo>
                  <a:pt x="37" y="120"/>
                  <a:pt x="37" y="120"/>
                  <a:pt x="37" y="120"/>
                </a:cubicBezTo>
                <a:cubicBezTo>
                  <a:pt x="38" y="121"/>
                  <a:pt x="38" y="122"/>
                  <a:pt x="38" y="124"/>
                </a:cubicBezTo>
                <a:cubicBezTo>
                  <a:pt x="38" y="125"/>
                  <a:pt x="38" y="127"/>
                  <a:pt x="37" y="128"/>
                </a:cubicBezTo>
                <a:cubicBezTo>
                  <a:pt x="36" y="129"/>
                  <a:pt x="34" y="129"/>
                  <a:pt x="33" y="129"/>
                </a:cubicBezTo>
                <a:cubicBezTo>
                  <a:pt x="31" y="129"/>
                  <a:pt x="30" y="129"/>
                  <a:pt x="29" y="128"/>
                </a:cubicBezTo>
                <a:cubicBezTo>
                  <a:pt x="29" y="127"/>
                  <a:pt x="29" y="127"/>
                  <a:pt x="29" y="127"/>
                </a:cubicBezTo>
                <a:cubicBezTo>
                  <a:pt x="28" y="126"/>
                  <a:pt x="27" y="125"/>
                  <a:pt x="27" y="124"/>
                </a:cubicBezTo>
                <a:cubicBezTo>
                  <a:pt x="27" y="122"/>
                  <a:pt x="28" y="121"/>
                  <a:pt x="29" y="120"/>
                </a:cubicBezTo>
                <a:close/>
                <a:moveTo>
                  <a:pt x="32" y="91"/>
                </a:moveTo>
                <a:cubicBezTo>
                  <a:pt x="32" y="91"/>
                  <a:pt x="32" y="91"/>
                  <a:pt x="32" y="91"/>
                </a:cubicBezTo>
                <a:cubicBezTo>
                  <a:pt x="34" y="91"/>
                  <a:pt x="36" y="89"/>
                  <a:pt x="36" y="87"/>
                </a:cubicBezTo>
                <a:cubicBezTo>
                  <a:pt x="36" y="38"/>
                  <a:pt x="36" y="38"/>
                  <a:pt x="36" y="38"/>
                </a:cubicBezTo>
                <a:cubicBezTo>
                  <a:pt x="36" y="35"/>
                  <a:pt x="34" y="34"/>
                  <a:pt x="32" y="34"/>
                </a:cubicBezTo>
                <a:cubicBezTo>
                  <a:pt x="29" y="34"/>
                  <a:pt x="28" y="35"/>
                  <a:pt x="28" y="38"/>
                </a:cubicBezTo>
                <a:cubicBezTo>
                  <a:pt x="28" y="87"/>
                  <a:pt x="28" y="87"/>
                  <a:pt x="28" y="87"/>
                </a:cubicBezTo>
                <a:cubicBezTo>
                  <a:pt x="28" y="89"/>
                  <a:pt x="29" y="91"/>
                  <a:pt x="32" y="91"/>
                </a:cubicBezTo>
                <a:close/>
                <a:moveTo>
                  <a:pt x="134" y="31"/>
                </a:moveTo>
                <a:cubicBezTo>
                  <a:pt x="134" y="31"/>
                  <a:pt x="134" y="31"/>
                  <a:pt x="134" y="31"/>
                </a:cubicBezTo>
                <a:cubicBezTo>
                  <a:pt x="132" y="32"/>
                  <a:pt x="131" y="34"/>
                  <a:pt x="131" y="36"/>
                </a:cubicBezTo>
                <a:cubicBezTo>
                  <a:pt x="144" y="84"/>
                  <a:pt x="144" y="84"/>
                  <a:pt x="144" y="84"/>
                </a:cubicBezTo>
                <a:cubicBezTo>
                  <a:pt x="144" y="86"/>
                  <a:pt x="146" y="87"/>
                  <a:pt x="149" y="86"/>
                </a:cubicBezTo>
                <a:cubicBezTo>
                  <a:pt x="151" y="86"/>
                  <a:pt x="152" y="84"/>
                  <a:pt x="152" y="82"/>
                </a:cubicBezTo>
                <a:cubicBezTo>
                  <a:pt x="139" y="34"/>
                  <a:pt x="139" y="34"/>
                  <a:pt x="139" y="34"/>
                </a:cubicBezTo>
                <a:cubicBezTo>
                  <a:pt x="138" y="32"/>
                  <a:pt x="136" y="31"/>
                  <a:pt x="134" y="31"/>
                </a:cubicBezTo>
                <a:close/>
                <a:moveTo>
                  <a:pt x="69" y="133"/>
                </a:moveTo>
                <a:cubicBezTo>
                  <a:pt x="69" y="133"/>
                  <a:pt x="69" y="133"/>
                  <a:pt x="69" y="133"/>
                </a:cubicBezTo>
                <a:cubicBezTo>
                  <a:pt x="69" y="133"/>
                  <a:pt x="69" y="133"/>
                  <a:pt x="69" y="133"/>
                </a:cubicBezTo>
                <a:cubicBezTo>
                  <a:pt x="71" y="136"/>
                  <a:pt x="75" y="137"/>
                  <a:pt x="79" y="137"/>
                </a:cubicBezTo>
                <a:cubicBezTo>
                  <a:pt x="82" y="137"/>
                  <a:pt x="86" y="136"/>
                  <a:pt x="88" y="134"/>
                </a:cubicBezTo>
                <a:cubicBezTo>
                  <a:pt x="88" y="133"/>
                  <a:pt x="88" y="133"/>
                  <a:pt x="88" y="133"/>
                </a:cubicBezTo>
                <a:cubicBezTo>
                  <a:pt x="91" y="131"/>
                  <a:pt x="92" y="127"/>
                  <a:pt x="92" y="124"/>
                </a:cubicBezTo>
                <a:cubicBezTo>
                  <a:pt x="92" y="120"/>
                  <a:pt x="91" y="116"/>
                  <a:pt x="88" y="114"/>
                </a:cubicBezTo>
                <a:cubicBezTo>
                  <a:pt x="86" y="112"/>
                  <a:pt x="82" y="110"/>
                  <a:pt x="79" y="110"/>
                </a:cubicBezTo>
                <a:cubicBezTo>
                  <a:pt x="75" y="110"/>
                  <a:pt x="71" y="112"/>
                  <a:pt x="69" y="114"/>
                </a:cubicBezTo>
                <a:cubicBezTo>
                  <a:pt x="69" y="114"/>
                  <a:pt x="69" y="114"/>
                  <a:pt x="69" y="114"/>
                </a:cubicBezTo>
                <a:cubicBezTo>
                  <a:pt x="66" y="116"/>
                  <a:pt x="65" y="120"/>
                  <a:pt x="65" y="124"/>
                </a:cubicBezTo>
                <a:cubicBezTo>
                  <a:pt x="65" y="127"/>
                  <a:pt x="66" y="131"/>
                  <a:pt x="69" y="133"/>
                </a:cubicBezTo>
                <a:close/>
                <a:moveTo>
                  <a:pt x="75" y="120"/>
                </a:moveTo>
                <a:cubicBezTo>
                  <a:pt x="75" y="120"/>
                  <a:pt x="75" y="120"/>
                  <a:pt x="75" y="120"/>
                </a:cubicBezTo>
                <a:cubicBezTo>
                  <a:pt x="76" y="119"/>
                  <a:pt x="77" y="118"/>
                  <a:pt x="79" y="118"/>
                </a:cubicBezTo>
                <a:cubicBezTo>
                  <a:pt x="80" y="118"/>
                  <a:pt x="81" y="119"/>
                  <a:pt x="82" y="120"/>
                </a:cubicBezTo>
                <a:cubicBezTo>
                  <a:pt x="82" y="120"/>
                  <a:pt x="82" y="120"/>
                  <a:pt x="82" y="120"/>
                </a:cubicBezTo>
                <a:cubicBezTo>
                  <a:pt x="84" y="121"/>
                  <a:pt x="84" y="122"/>
                  <a:pt x="84" y="124"/>
                </a:cubicBezTo>
                <a:cubicBezTo>
                  <a:pt x="84" y="125"/>
                  <a:pt x="84" y="127"/>
                  <a:pt x="83" y="128"/>
                </a:cubicBezTo>
                <a:cubicBezTo>
                  <a:pt x="82" y="128"/>
                  <a:pt x="82" y="128"/>
                  <a:pt x="82" y="128"/>
                </a:cubicBezTo>
                <a:cubicBezTo>
                  <a:pt x="81" y="129"/>
                  <a:pt x="80" y="129"/>
                  <a:pt x="79" y="129"/>
                </a:cubicBezTo>
                <a:cubicBezTo>
                  <a:pt x="77" y="129"/>
                  <a:pt x="76" y="129"/>
                  <a:pt x="75" y="128"/>
                </a:cubicBezTo>
                <a:cubicBezTo>
                  <a:pt x="74" y="127"/>
                  <a:pt x="74" y="127"/>
                  <a:pt x="74" y="127"/>
                </a:cubicBezTo>
                <a:cubicBezTo>
                  <a:pt x="74" y="126"/>
                  <a:pt x="73" y="125"/>
                  <a:pt x="73" y="124"/>
                </a:cubicBezTo>
                <a:cubicBezTo>
                  <a:pt x="73" y="122"/>
                  <a:pt x="74" y="121"/>
                  <a:pt x="75" y="120"/>
                </a:cubicBezTo>
                <a:close/>
                <a:moveTo>
                  <a:pt x="81" y="91"/>
                </a:moveTo>
                <a:cubicBezTo>
                  <a:pt x="81" y="91"/>
                  <a:pt x="81" y="91"/>
                  <a:pt x="81" y="91"/>
                </a:cubicBezTo>
                <a:cubicBezTo>
                  <a:pt x="83" y="91"/>
                  <a:pt x="85" y="89"/>
                  <a:pt x="85" y="87"/>
                </a:cubicBezTo>
                <a:cubicBezTo>
                  <a:pt x="85" y="38"/>
                  <a:pt x="85" y="38"/>
                  <a:pt x="85" y="38"/>
                </a:cubicBezTo>
                <a:cubicBezTo>
                  <a:pt x="85" y="35"/>
                  <a:pt x="83" y="34"/>
                  <a:pt x="81" y="34"/>
                </a:cubicBezTo>
                <a:cubicBezTo>
                  <a:pt x="79" y="34"/>
                  <a:pt x="77" y="35"/>
                  <a:pt x="77" y="38"/>
                </a:cubicBezTo>
                <a:cubicBezTo>
                  <a:pt x="77" y="87"/>
                  <a:pt x="77" y="87"/>
                  <a:pt x="77" y="87"/>
                </a:cubicBezTo>
                <a:cubicBezTo>
                  <a:pt x="77" y="89"/>
                  <a:pt x="79" y="91"/>
                  <a:pt x="81" y="91"/>
                </a:cubicBezTo>
                <a:close/>
                <a:moveTo>
                  <a:pt x="148" y="109"/>
                </a:moveTo>
                <a:cubicBezTo>
                  <a:pt x="148" y="109"/>
                  <a:pt x="148" y="109"/>
                  <a:pt x="148" y="109"/>
                </a:cubicBezTo>
                <a:cubicBezTo>
                  <a:pt x="146" y="111"/>
                  <a:pt x="144" y="114"/>
                  <a:pt x="144" y="118"/>
                </a:cubicBezTo>
                <a:cubicBezTo>
                  <a:pt x="144" y="122"/>
                  <a:pt x="146" y="125"/>
                  <a:pt x="148" y="128"/>
                </a:cubicBezTo>
                <a:cubicBezTo>
                  <a:pt x="148" y="128"/>
                  <a:pt x="148" y="128"/>
                  <a:pt x="148" y="128"/>
                </a:cubicBezTo>
                <a:cubicBezTo>
                  <a:pt x="151" y="130"/>
                  <a:pt x="154" y="132"/>
                  <a:pt x="158" y="132"/>
                </a:cubicBezTo>
                <a:cubicBezTo>
                  <a:pt x="161" y="132"/>
                  <a:pt x="165" y="131"/>
                  <a:pt x="167" y="128"/>
                </a:cubicBezTo>
                <a:cubicBezTo>
                  <a:pt x="167" y="128"/>
                  <a:pt x="167" y="128"/>
                  <a:pt x="167" y="128"/>
                </a:cubicBezTo>
                <a:cubicBezTo>
                  <a:pt x="168" y="128"/>
                  <a:pt x="168" y="128"/>
                  <a:pt x="168" y="128"/>
                </a:cubicBezTo>
                <a:cubicBezTo>
                  <a:pt x="170" y="126"/>
                  <a:pt x="171" y="122"/>
                  <a:pt x="171" y="118"/>
                </a:cubicBezTo>
                <a:cubicBezTo>
                  <a:pt x="171" y="114"/>
                  <a:pt x="170" y="111"/>
                  <a:pt x="168" y="109"/>
                </a:cubicBezTo>
                <a:cubicBezTo>
                  <a:pt x="168" y="109"/>
                  <a:pt x="168" y="109"/>
                  <a:pt x="168" y="109"/>
                </a:cubicBezTo>
                <a:cubicBezTo>
                  <a:pt x="168" y="109"/>
                  <a:pt x="168" y="109"/>
                  <a:pt x="168" y="109"/>
                </a:cubicBezTo>
                <a:cubicBezTo>
                  <a:pt x="165" y="106"/>
                  <a:pt x="162" y="105"/>
                  <a:pt x="158" y="105"/>
                </a:cubicBezTo>
                <a:cubicBezTo>
                  <a:pt x="154" y="105"/>
                  <a:pt x="151" y="106"/>
                  <a:pt x="148" y="109"/>
                </a:cubicBezTo>
                <a:close/>
                <a:moveTo>
                  <a:pt x="154" y="114"/>
                </a:moveTo>
                <a:cubicBezTo>
                  <a:pt x="154" y="114"/>
                  <a:pt x="154" y="114"/>
                  <a:pt x="154" y="114"/>
                </a:cubicBezTo>
                <a:cubicBezTo>
                  <a:pt x="155" y="113"/>
                  <a:pt x="156" y="113"/>
                  <a:pt x="158" y="113"/>
                </a:cubicBezTo>
                <a:cubicBezTo>
                  <a:pt x="159" y="113"/>
                  <a:pt x="161" y="113"/>
                  <a:pt x="162" y="114"/>
                </a:cubicBezTo>
                <a:cubicBezTo>
                  <a:pt x="163" y="115"/>
                  <a:pt x="163" y="117"/>
                  <a:pt x="163" y="118"/>
                </a:cubicBezTo>
                <a:cubicBezTo>
                  <a:pt x="163" y="120"/>
                  <a:pt x="163" y="121"/>
                  <a:pt x="162" y="122"/>
                </a:cubicBezTo>
                <a:cubicBezTo>
                  <a:pt x="161" y="123"/>
                  <a:pt x="159" y="124"/>
                  <a:pt x="158" y="124"/>
                </a:cubicBezTo>
                <a:cubicBezTo>
                  <a:pt x="156" y="124"/>
                  <a:pt x="155" y="123"/>
                  <a:pt x="154" y="122"/>
                </a:cubicBezTo>
                <a:cubicBezTo>
                  <a:pt x="154" y="122"/>
                  <a:pt x="154" y="122"/>
                  <a:pt x="154" y="122"/>
                </a:cubicBezTo>
                <a:cubicBezTo>
                  <a:pt x="153" y="121"/>
                  <a:pt x="152" y="120"/>
                  <a:pt x="152" y="118"/>
                </a:cubicBezTo>
                <a:cubicBezTo>
                  <a:pt x="152" y="117"/>
                  <a:pt x="153" y="115"/>
                  <a:pt x="154" y="114"/>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8" name="Freeform 10"/>
          <p:cNvSpPr>
            <a:spLocks noEditPoints="1"/>
          </p:cNvSpPr>
          <p:nvPr/>
        </p:nvSpPr>
        <p:spPr bwMode="auto">
          <a:xfrm>
            <a:off x="107850" y="2091788"/>
            <a:ext cx="174824" cy="175280"/>
          </a:xfrm>
          <a:custGeom>
            <a:avLst/>
            <a:gdLst>
              <a:gd name="T0" fmla="*/ 47 w 162"/>
              <a:gd name="T1" fmla="*/ 34 h 163"/>
              <a:gd name="T2" fmla="*/ 34 w 162"/>
              <a:gd name="T3" fmla="*/ 47 h 163"/>
              <a:gd name="T4" fmla="*/ 32 w 162"/>
              <a:gd name="T5" fmla="*/ 61 h 163"/>
              <a:gd name="T6" fmla="*/ 41 w 162"/>
              <a:gd name="T7" fmla="*/ 52 h 163"/>
              <a:gd name="T8" fmla="*/ 52 w 162"/>
              <a:gd name="T9" fmla="*/ 41 h 163"/>
              <a:gd name="T10" fmla="*/ 60 w 162"/>
              <a:gd name="T11" fmla="*/ 32 h 163"/>
              <a:gd name="T12" fmla="*/ 160 w 162"/>
              <a:gd name="T13" fmla="*/ 150 h 163"/>
              <a:gd name="T14" fmla="*/ 130 w 162"/>
              <a:gd name="T15" fmla="*/ 121 h 163"/>
              <a:gd name="T16" fmla="*/ 147 w 162"/>
              <a:gd name="T17" fmla="*/ 74 h 163"/>
              <a:gd name="T18" fmla="*/ 142 w 162"/>
              <a:gd name="T19" fmla="*/ 46 h 163"/>
              <a:gd name="T20" fmla="*/ 126 w 162"/>
              <a:gd name="T21" fmla="*/ 22 h 163"/>
              <a:gd name="T22" fmla="*/ 74 w 162"/>
              <a:gd name="T23" fmla="*/ 0 h 163"/>
              <a:gd name="T24" fmla="*/ 6 w 162"/>
              <a:gd name="T25" fmla="*/ 46 h 163"/>
              <a:gd name="T26" fmla="*/ 5 w 162"/>
              <a:gd name="T27" fmla="*/ 102 h 163"/>
              <a:gd name="T28" fmla="*/ 21 w 162"/>
              <a:gd name="T29" fmla="*/ 126 h 163"/>
              <a:gd name="T30" fmla="*/ 45 w 162"/>
              <a:gd name="T31" fmla="*/ 142 h 163"/>
              <a:gd name="T32" fmla="*/ 45 w 162"/>
              <a:gd name="T33" fmla="*/ 142 h 163"/>
              <a:gd name="T34" fmla="*/ 102 w 162"/>
              <a:gd name="T35" fmla="*/ 142 h 163"/>
              <a:gd name="T36" fmla="*/ 150 w 162"/>
              <a:gd name="T37" fmla="*/ 160 h 163"/>
              <a:gd name="T38" fmla="*/ 160 w 162"/>
              <a:gd name="T39" fmla="*/ 150 h 163"/>
              <a:gd name="T40" fmla="*/ 116 w 162"/>
              <a:gd name="T41" fmla="*/ 117 h 163"/>
              <a:gd name="T42" fmla="*/ 97 w 162"/>
              <a:gd name="T43" fmla="*/ 130 h 163"/>
              <a:gd name="T44" fmla="*/ 51 w 162"/>
              <a:gd name="T45" fmla="*/ 130 h 163"/>
              <a:gd name="T46" fmla="*/ 31 w 162"/>
              <a:gd name="T47" fmla="*/ 117 h 163"/>
              <a:gd name="T48" fmla="*/ 31 w 162"/>
              <a:gd name="T49" fmla="*/ 117 h 163"/>
              <a:gd name="T50" fmla="*/ 18 w 162"/>
              <a:gd name="T51" fmla="*/ 97 h 163"/>
              <a:gd name="T52" fmla="*/ 18 w 162"/>
              <a:gd name="T53" fmla="*/ 51 h 163"/>
              <a:gd name="T54" fmla="*/ 74 w 162"/>
              <a:gd name="T55" fmla="*/ 14 h 163"/>
              <a:gd name="T56" fmla="*/ 116 w 162"/>
              <a:gd name="T57" fmla="*/ 31 h 163"/>
              <a:gd name="T58" fmla="*/ 129 w 162"/>
              <a:gd name="T59" fmla="*/ 51 h 163"/>
              <a:gd name="T60" fmla="*/ 134 w 162"/>
              <a:gd name="T61" fmla="*/ 74 h 163"/>
              <a:gd name="T62" fmla="*/ 116 w 162"/>
              <a:gd name="T63" fmla="*/ 117 h 163"/>
              <a:gd name="T64" fmla="*/ 117 w 162"/>
              <a:gd name="T65" fmla="*/ 70 h 163"/>
              <a:gd name="T66" fmla="*/ 110 w 162"/>
              <a:gd name="T67" fmla="*/ 89 h 163"/>
              <a:gd name="T68" fmla="*/ 102 w 162"/>
              <a:gd name="T69" fmla="*/ 102 h 163"/>
              <a:gd name="T70" fmla="*/ 74 w 162"/>
              <a:gd name="T71" fmla="*/ 114 h 163"/>
              <a:gd name="T72" fmla="*/ 74 w 162"/>
              <a:gd name="T73" fmla="*/ 122 h 163"/>
              <a:gd name="T74" fmla="*/ 107 w 162"/>
              <a:gd name="T75" fmla="*/ 108 h 163"/>
              <a:gd name="T76" fmla="*/ 118 w 162"/>
              <a:gd name="T77" fmla="*/ 92 h 163"/>
              <a:gd name="T78" fmla="*/ 117 w 162"/>
              <a:gd name="T79" fmla="*/ 70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62" h="163">
                <a:moveTo>
                  <a:pt x="55" y="30"/>
                </a:moveTo>
                <a:cubicBezTo>
                  <a:pt x="52" y="31"/>
                  <a:pt x="50" y="33"/>
                  <a:pt x="47" y="34"/>
                </a:cubicBezTo>
                <a:cubicBezTo>
                  <a:pt x="44" y="36"/>
                  <a:pt x="42" y="38"/>
                  <a:pt x="40" y="40"/>
                </a:cubicBezTo>
                <a:cubicBezTo>
                  <a:pt x="38" y="42"/>
                  <a:pt x="36" y="45"/>
                  <a:pt x="34" y="47"/>
                </a:cubicBezTo>
                <a:cubicBezTo>
                  <a:pt x="32" y="50"/>
                  <a:pt x="31" y="53"/>
                  <a:pt x="30" y="55"/>
                </a:cubicBezTo>
                <a:cubicBezTo>
                  <a:pt x="29" y="57"/>
                  <a:pt x="30" y="60"/>
                  <a:pt x="32" y="61"/>
                </a:cubicBezTo>
                <a:cubicBezTo>
                  <a:pt x="34" y="62"/>
                  <a:pt x="36" y="61"/>
                  <a:pt x="37" y="59"/>
                </a:cubicBezTo>
                <a:cubicBezTo>
                  <a:pt x="38" y="56"/>
                  <a:pt x="39" y="54"/>
                  <a:pt x="41" y="52"/>
                </a:cubicBezTo>
                <a:cubicBezTo>
                  <a:pt x="42" y="50"/>
                  <a:pt x="44" y="48"/>
                  <a:pt x="46" y="46"/>
                </a:cubicBezTo>
                <a:cubicBezTo>
                  <a:pt x="48" y="44"/>
                  <a:pt x="49" y="43"/>
                  <a:pt x="52" y="41"/>
                </a:cubicBezTo>
                <a:cubicBezTo>
                  <a:pt x="54" y="40"/>
                  <a:pt x="56" y="38"/>
                  <a:pt x="58" y="37"/>
                </a:cubicBezTo>
                <a:cubicBezTo>
                  <a:pt x="60" y="37"/>
                  <a:pt x="61" y="34"/>
                  <a:pt x="60" y="32"/>
                </a:cubicBezTo>
                <a:cubicBezTo>
                  <a:pt x="59" y="30"/>
                  <a:pt x="57" y="29"/>
                  <a:pt x="55" y="30"/>
                </a:cubicBezTo>
                <a:close/>
                <a:moveTo>
                  <a:pt x="160" y="150"/>
                </a:moveTo>
                <a:cubicBezTo>
                  <a:pt x="160" y="150"/>
                  <a:pt x="160" y="150"/>
                  <a:pt x="160" y="150"/>
                </a:cubicBezTo>
                <a:cubicBezTo>
                  <a:pt x="130" y="121"/>
                  <a:pt x="130" y="121"/>
                  <a:pt x="130" y="121"/>
                </a:cubicBezTo>
                <a:cubicBezTo>
                  <a:pt x="135" y="115"/>
                  <a:pt x="139" y="109"/>
                  <a:pt x="142" y="102"/>
                </a:cubicBezTo>
                <a:cubicBezTo>
                  <a:pt x="145" y="93"/>
                  <a:pt x="147" y="84"/>
                  <a:pt x="147" y="74"/>
                </a:cubicBezTo>
                <a:cubicBezTo>
                  <a:pt x="147" y="64"/>
                  <a:pt x="145" y="55"/>
                  <a:pt x="142" y="46"/>
                </a:cubicBezTo>
                <a:cubicBezTo>
                  <a:pt x="142" y="46"/>
                  <a:pt x="142" y="46"/>
                  <a:pt x="142" y="46"/>
                </a:cubicBezTo>
                <a:cubicBezTo>
                  <a:pt x="138" y="37"/>
                  <a:pt x="133" y="29"/>
                  <a:pt x="126" y="22"/>
                </a:cubicBezTo>
                <a:cubicBezTo>
                  <a:pt x="126" y="22"/>
                  <a:pt x="126" y="22"/>
                  <a:pt x="126" y="22"/>
                </a:cubicBezTo>
                <a:cubicBezTo>
                  <a:pt x="119" y="15"/>
                  <a:pt x="111" y="10"/>
                  <a:pt x="102" y="6"/>
                </a:cubicBezTo>
                <a:cubicBezTo>
                  <a:pt x="93" y="2"/>
                  <a:pt x="84" y="0"/>
                  <a:pt x="74" y="0"/>
                </a:cubicBezTo>
                <a:cubicBezTo>
                  <a:pt x="53" y="0"/>
                  <a:pt x="35" y="8"/>
                  <a:pt x="21" y="22"/>
                </a:cubicBezTo>
                <a:cubicBezTo>
                  <a:pt x="15" y="29"/>
                  <a:pt x="9" y="37"/>
                  <a:pt x="6" y="46"/>
                </a:cubicBezTo>
                <a:cubicBezTo>
                  <a:pt x="2" y="55"/>
                  <a:pt x="0" y="64"/>
                  <a:pt x="0" y="74"/>
                </a:cubicBezTo>
                <a:cubicBezTo>
                  <a:pt x="0" y="84"/>
                  <a:pt x="2" y="93"/>
                  <a:pt x="5" y="102"/>
                </a:cubicBezTo>
                <a:cubicBezTo>
                  <a:pt x="6" y="102"/>
                  <a:pt x="6" y="102"/>
                  <a:pt x="6" y="102"/>
                </a:cubicBezTo>
                <a:cubicBezTo>
                  <a:pt x="9" y="111"/>
                  <a:pt x="15" y="119"/>
                  <a:pt x="21" y="126"/>
                </a:cubicBezTo>
                <a:cubicBezTo>
                  <a:pt x="22" y="126"/>
                  <a:pt x="22" y="126"/>
                  <a:pt x="22" y="126"/>
                </a:cubicBezTo>
                <a:cubicBezTo>
                  <a:pt x="28" y="133"/>
                  <a:pt x="36" y="138"/>
                  <a:pt x="45" y="142"/>
                </a:cubicBezTo>
                <a:cubicBezTo>
                  <a:pt x="45" y="142"/>
                  <a:pt x="45" y="142"/>
                  <a:pt x="45" y="142"/>
                </a:cubicBezTo>
                <a:cubicBezTo>
                  <a:pt x="45" y="142"/>
                  <a:pt x="45" y="142"/>
                  <a:pt x="45" y="142"/>
                </a:cubicBezTo>
                <a:cubicBezTo>
                  <a:pt x="54" y="146"/>
                  <a:pt x="64" y="148"/>
                  <a:pt x="74" y="148"/>
                </a:cubicBezTo>
                <a:cubicBezTo>
                  <a:pt x="84" y="148"/>
                  <a:pt x="93" y="146"/>
                  <a:pt x="102" y="142"/>
                </a:cubicBezTo>
                <a:cubicBezTo>
                  <a:pt x="109" y="139"/>
                  <a:pt x="115" y="135"/>
                  <a:pt x="121" y="131"/>
                </a:cubicBezTo>
                <a:cubicBezTo>
                  <a:pt x="150" y="160"/>
                  <a:pt x="150" y="160"/>
                  <a:pt x="150" y="160"/>
                </a:cubicBezTo>
                <a:cubicBezTo>
                  <a:pt x="153" y="163"/>
                  <a:pt x="157" y="163"/>
                  <a:pt x="160" y="160"/>
                </a:cubicBezTo>
                <a:cubicBezTo>
                  <a:pt x="162" y="157"/>
                  <a:pt x="162" y="153"/>
                  <a:pt x="160" y="150"/>
                </a:cubicBezTo>
                <a:close/>
                <a:moveTo>
                  <a:pt x="116" y="117"/>
                </a:moveTo>
                <a:cubicBezTo>
                  <a:pt x="116" y="117"/>
                  <a:pt x="116" y="117"/>
                  <a:pt x="116" y="117"/>
                </a:cubicBezTo>
                <a:cubicBezTo>
                  <a:pt x="116" y="117"/>
                  <a:pt x="116" y="117"/>
                  <a:pt x="116" y="117"/>
                </a:cubicBezTo>
                <a:cubicBezTo>
                  <a:pt x="111" y="122"/>
                  <a:pt x="104" y="127"/>
                  <a:pt x="97" y="130"/>
                </a:cubicBezTo>
                <a:cubicBezTo>
                  <a:pt x="90" y="133"/>
                  <a:pt x="82" y="134"/>
                  <a:pt x="74" y="134"/>
                </a:cubicBezTo>
                <a:cubicBezTo>
                  <a:pt x="65" y="134"/>
                  <a:pt x="58" y="133"/>
                  <a:pt x="51" y="130"/>
                </a:cubicBezTo>
                <a:cubicBezTo>
                  <a:pt x="51" y="130"/>
                  <a:pt x="51" y="130"/>
                  <a:pt x="51" y="130"/>
                </a:cubicBezTo>
                <a:cubicBezTo>
                  <a:pt x="43" y="127"/>
                  <a:pt x="37" y="122"/>
                  <a:pt x="31" y="117"/>
                </a:cubicBezTo>
                <a:cubicBezTo>
                  <a:pt x="31" y="117"/>
                  <a:pt x="31" y="117"/>
                  <a:pt x="31" y="117"/>
                </a:cubicBezTo>
                <a:cubicBezTo>
                  <a:pt x="31" y="117"/>
                  <a:pt x="31" y="117"/>
                  <a:pt x="31" y="117"/>
                </a:cubicBezTo>
                <a:cubicBezTo>
                  <a:pt x="26" y="111"/>
                  <a:pt x="21" y="104"/>
                  <a:pt x="18" y="97"/>
                </a:cubicBezTo>
                <a:cubicBezTo>
                  <a:pt x="18" y="97"/>
                  <a:pt x="18" y="97"/>
                  <a:pt x="18" y="97"/>
                </a:cubicBezTo>
                <a:cubicBezTo>
                  <a:pt x="15" y="90"/>
                  <a:pt x="13" y="82"/>
                  <a:pt x="13" y="74"/>
                </a:cubicBezTo>
                <a:cubicBezTo>
                  <a:pt x="13" y="66"/>
                  <a:pt x="15" y="58"/>
                  <a:pt x="18" y="51"/>
                </a:cubicBezTo>
                <a:cubicBezTo>
                  <a:pt x="21" y="44"/>
                  <a:pt x="26" y="37"/>
                  <a:pt x="31" y="31"/>
                </a:cubicBezTo>
                <a:cubicBezTo>
                  <a:pt x="42" y="21"/>
                  <a:pt x="57" y="14"/>
                  <a:pt x="74" y="14"/>
                </a:cubicBezTo>
                <a:cubicBezTo>
                  <a:pt x="82" y="14"/>
                  <a:pt x="90" y="15"/>
                  <a:pt x="97" y="18"/>
                </a:cubicBezTo>
                <a:cubicBezTo>
                  <a:pt x="104" y="21"/>
                  <a:pt x="111" y="26"/>
                  <a:pt x="116" y="31"/>
                </a:cubicBezTo>
                <a:cubicBezTo>
                  <a:pt x="117" y="32"/>
                  <a:pt x="117" y="32"/>
                  <a:pt x="117" y="32"/>
                </a:cubicBezTo>
                <a:cubicBezTo>
                  <a:pt x="122" y="37"/>
                  <a:pt x="126" y="44"/>
                  <a:pt x="129" y="51"/>
                </a:cubicBezTo>
                <a:cubicBezTo>
                  <a:pt x="129" y="51"/>
                  <a:pt x="129" y="51"/>
                  <a:pt x="129" y="51"/>
                </a:cubicBezTo>
                <a:cubicBezTo>
                  <a:pt x="132" y="58"/>
                  <a:pt x="134" y="66"/>
                  <a:pt x="134" y="74"/>
                </a:cubicBezTo>
                <a:cubicBezTo>
                  <a:pt x="134" y="82"/>
                  <a:pt x="132" y="90"/>
                  <a:pt x="129" y="97"/>
                </a:cubicBezTo>
                <a:cubicBezTo>
                  <a:pt x="126" y="104"/>
                  <a:pt x="122" y="111"/>
                  <a:pt x="116" y="117"/>
                </a:cubicBezTo>
                <a:close/>
                <a:moveTo>
                  <a:pt x="117" y="70"/>
                </a:moveTo>
                <a:cubicBezTo>
                  <a:pt x="117" y="70"/>
                  <a:pt x="117" y="70"/>
                  <a:pt x="117" y="70"/>
                </a:cubicBezTo>
                <a:cubicBezTo>
                  <a:pt x="115" y="70"/>
                  <a:pt x="113" y="72"/>
                  <a:pt x="113" y="74"/>
                </a:cubicBezTo>
                <a:cubicBezTo>
                  <a:pt x="113" y="79"/>
                  <a:pt x="112" y="84"/>
                  <a:pt x="110" y="89"/>
                </a:cubicBezTo>
                <a:cubicBezTo>
                  <a:pt x="110" y="89"/>
                  <a:pt x="110" y="89"/>
                  <a:pt x="110" y="89"/>
                </a:cubicBezTo>
                <a:cubicBezTo>
                  <a:pt x="108" y="94"/>
                  <a:pt x="105" y="98"/>
                  <a:pt x="102" y="102"/>
                </a:cubicBezTo>
                <a:cubicBezTo>
                  <a:pt x="98" y="106"/>
                  <a:pt x="94" y="109"/>
                  <a:pt x="89" y="111"/>
                </a:cubicBezTo>
                <a:cubicBezTo>
                  <a:pt x="84" y="113"/>
                  <a:pt x="79" y="114"/>
                  <a:pt x="74" y="114"/>
                </a:cubicBezTo>
                <a:cubicBezTo>
                  <a:pt x="71" y="114"/>
                  <a:pt x="70" y="115"/>
                  <a:pt x="70" y="118"/>
                </a:cubicBezTo>
                <a:cubicBezTo>
                  <a:pt x="70" y="120"/>
                  <a:pt x="71" y="122"/>
                  <a:pt x="74" y="122"/>
                </a:cubicBezTo>
                <a:cubicBezTo>
                  <a:pt x="80" y="122"/>
                  <a:pt x="86" y="120"/>
                  <a:pt x="92" y="118"/>
                </a:cubicBezTo>
                <a:cubicBezTo>
                  <a:pt x="98" y="116"/>
                  <a:pt x="103" y="112"/>
                  <a:pt x="107" y="108"/>
                </a:cubicBezTo>
                <a:cubicBezTo>
                  <a:pt x="112" y="103"/>
                  <a:pt x="115" y="98"/>
                  <a:pt x="118" y="92"/>
                </a:cubicBezTo>
                <a:cubicBezTo>
                  <a:pt x="118" y="92"/>
                  <a:pt x="118" y="92"/>
                  <a:pt x="118" y="92"/>
                </a:cubicBezTo>
                <a:cubicBezTo>
                  <a:pt x="120" y="86"/>
                  <a:pt x="121" y="80"/>
                  <a:pt x="121" y="74"/>
                </a:cubicBezTo>
                <a:cubicBezTo>
                  <a:pt x="121" y="72"/>
                  <a:pt x="120" y="70"/>
                  <a:pt x="117" y="70"/>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grpSp>
        <p:nvGrpSpPr>
          <p:cNvPr id="27" name="组合 26"/>
          <p:cNvGrpSpPr/>
          <p:nvPr/>
        </p:nvGrpSpPr>
        <p:grpSpPr>
          <a:xfrm>
            <a:off x="8632482" y="346839"/>
            <a:ext cx="156623" cy="156623"/>
            <a:chOff x="8689063" y="2493438"/>
            <a:chExt cx="156623" cy="156623"/>
          </a:xfrm>
        </p:grpSpPr>
        <p:sp>
          <p:nvSpPr>
            <p:cNvPr id="28" name="矩形 27"/>
            <p:cNvSpPr/>
            <p:nvPr/>
          </p:nvSpPr>
          <p:spPr>
            <a:xfrm>
              <a:off x="8689063" y="2493438"/>
              <a:ext cx="156623" cy="156623"/>
            </a:xfrm>
            <a:prstGeom prst="rect">
              <a:avLst/>
            </a:prstGeom>
            <a:solidFill>
              <a:srgbClr val="586B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任意多边形 28"/>
            <p:cNvSpPr/>
            <p:nvPr/>
          </p:nvSpPr>
          <p:spPr>
            <a:xfrm rot="10800000">
              <a:off x="8737889" y="2531868"/>
              <a:ext cx="58967" cy="79764"/>
            </a:xfrm>
            <a:custGeom>
              <a:avLst/>
              <a:gdLst>
                <a:gd name="connsiteX0" fmla="*/ 0 w 78581"/>
                <a:gd name="connsiteY0" fmla="*/ 0 h 152400"/>
                <a:gd name="connsiteX1" fmla="*/ 78581 w 78581"/>
                <a:gd name="connsiteY1" fmla="*/ 78581 h 152400"/>
                <a:gd name="connsiteX2" fmla="*/ 4762 w 78581"/>
                <a:gd name="connsiteY2" fmla="*/ 152400 h 152400"/>
              </a:gdLst>
              <a:ahLst/>
              <a:cxnLst>
                <a:cxn ang="0">
                  <a:pos x="connsiteX0" y="connsiteY0"/>
                </a:cxn>
                <a:cxn ang="0">
                  <a:pos x="connsiteX1" y="connsiteY1"/>
                </a:cxn>
                <a:cxn ang="0">
                  <a:pos x="connsiteX2" y="connsiteY2"/>
                </a:cxn>
              </a:cxnLst>
              <a:rect l="l" t="t" r="r" b="b"/>
              <a:pathLst>
                <a:path w="78581" h="152400">
                  <a:moveTo>
                    <a:pt x="0" y="0"/>
                  </a:moveTo>
                  <a:lnTo>
                    <a:pt x="78581" y="78581"/>
                  </a:lnTo>
                  <a:lnTo>
                    <a:pt x="4762" y="152400"/>
                  </a:lnTo>
                </a:path>
              </a:pathLst>
            </a:cu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3" name="组合 42"/>
          <p:cNvGrpSpPr/>
          <p:nvPr/>
        </p:nvGrpSpPr>
        <p:grpSpPr>
          <a:xfrm>
            <a:off x="8789105" y="346839"/>
            <a:ext cx="156623" cy="156623"/>
            <a:chOff x="8845686" y="2493438"/>
            <a:chExt cx="156623" cy="156623"/>
          </a:xfrm>
        </p:grpSpPr>
        <p:sp>
          <p:nvSpPr>
            <p:cNvPr id="44" name="矩形 43"/>
            <p:cNvSpPr/>
            <p:nvPr/>
          </p:nvSpPr>
          <p:spPr>
            <a:xfrm>
              <a:off x="8845686" y="2493438"/>
              <a:ext cx="156623" cy="156623"/>
            </a:xfrm>
            <a:prstGeom prst="rect">
              <a:avLst/>
            </a:prstGeom>
            <a:solidFill>
              <a:srgbClr val="37B0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任意多边形 44"/>
            <p:cNvSpPr/>
            <p:nvPr/>
          </p:nvSpPr>
          <p:spPr>
            <a:xfrm>
              <a:off x="8894513" y="2531868"/>
              <a:ext cx="58967" cy="79764"/>
            </a:xfrm>
            <a:custGeom>
              <a:avLst/>
              <a:gdLst>
                <a:gd name="connsiteX0" fmla="*/ 0 w 78581"/>
                <a:gd name="connsiteY0" fmla="*/ 0 h 152400"/>
                <a:gd name="connsiteX1" fmla="*/ 78581 w 78581"/>
                <a:gd name="connsiteY1" fmla="*/ 78581 h 152400"/>
                <a:gd name="connsiteX2" fmla="*/ 4762 w 78581"/>
                <a:gd name="connsiteY2" fmla="*/ 152400 h 152400"/>
              </a:gdLst>
              <a:ahLst/>
              <a:cxnLst>
                <a:cxn ang="0">
                  <a:pos x="connsiteX0" y="connsiteY0"/>
                </a:cxn>
                <a:cxn ang="0">
                  <a:pos x="connsiteX1" y="connsiteY1"/>
                </a:cxn>
                <a:cxn ang="0">
                  <a:pos x="connsiteX2" y="connsiteY2"/>
                </a:cxn>
              </a:cxnLst>
              <a:rect l="l" t="t" r="r" b="b"/>
              <a:pathLst>
                <a:path w="78581" h="152400">
                  <a:moveTo>
                    <a:pt x="0" y="0"/>
                  </a:moveTo>
                  <a:lnTo>
                    <a:pt x="78581" y="78581"/>
                  </a:lnTo>
                  <a:lnTo>
                    <a:pt x="4762" y="152400"/>
                  </a:lnTo>
                </a:path>
              </a:pathLst>
            </a:cu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6" name="矩形 45">
            <a:hlinkClick r:id="" action="ppaction://hlinkshowjump?jump=previousslide"/>
          </p:cNvPr>
          <p:cNvSpPr/>
          <p:nvPr/>
        </p:nvSpPr>
        <p:spPr>
          <a:xfrm>
            <a:off x="8632479" y="340203"/>
            <a:ext cx="156623" cy="166239"/>
          </a:xfrm>
          <a:prstGeom prst="rect">
            <a:avLst/>
          </a:prstGeom>
          <a:solidFill>
            <a:srgbClr val="37B0E8">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矩形 46">
            <a:hlinkClick r:id="" action="ppaction://hlinkshowjump?jump=nextslide"/>
          </p:cNvPr>
          <p:cNvSpPr/>
          <p:nvPr/>
        </p:nvSpPr>
        <p:spPr>
          <a:xfrm>
            <a:off x="8789102" y="340203"/>
            <a:ext cx="156623" cy="166239"/>
          </a:xfrm>
          <a:prstGeom prst="rect">
            <a:avLst/>
          </a:prstGeom>
          <a:solidFill>
            <a:srgbClr val="37B0E8">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矩形 47"/>
          <p:cNvSpPr/>
          <p:nvPr/>
        </p:nvSpPr>
        <p:spPr>
          <a:xfrm>
            <a:off x="5867400" y="262034"/>
            <a:ext cx="2665040" cy="285078"/>
          </a:xfrm>
          <a:prstGeom prst="rect">
            <a:avLst/>
          </a:prstGeom>
        </p:spPr>
        <p:txBody>
          <a:bodyPr wrap="square" lIns="0" tIns="0" rIns="0" bIns="0" anchor="ctr" anchorCtr="0">
            <a:spAutoFit/>
          </a:bodyPr>
          <a:lstStyle/>
          <a:p>
            <a:pPr algn="r">
              <a:lnSpc>
                <a:spcPct val="150000"/>
              </a:lnSpc>
            </a:pPr>
            <a:r>
              <a:rPr lang="zh-CN" altLang="en-US" sz="1400" b="1" dirty="0">
                <a:solidFill>
                  <a:srgbClr val="354454"/>
                </a:solidFill>
                <a:latin typeface="微软雅黑" pitchFamily="34" charset="-122"/>
                <a:ea typeface="微软雅黑" pitchFamily="34" charset="-122"/>
              </a:rPr>
              <a:t>研究思路</a:t>
            </a:r>
          </a:p>
        </p:txBody>
      </p:sp>
      <p:sp>
        <p:nvSpPr>
          <p:cNvPr id="25" name="矩形 24"/>
          <p:cNvSpPr/>
          <p:nvPr/>
        </p:nvSpPr>
        <p:spPr>
          <a:xfrm>
            <a:off x="614945" y="1653245"/>
            <a:ext cx="441146" cy="246221"/>
          </a:xfrm>
          <a:prstGeom prst="rect">
            <a:avLst/>
          </a:prstGeom>
        </p:spPr>
        <p:txBody>
          <a:bodyPr wrap="none">
            <a:spAutoFit/>
          </a:bodyPr>
          <a:lstStyle/>
          <a:p>
            <a:pPr algn="ctr"/>
            <a:r>
              <a:rPr lang="zh-CN" altLang="en-US" sz="1000" dirty="0">
                <a:ln w="6350">
                  <a:noFill/>
                </a:ln>
                <a:solidFill>
                  <a:srgbClr val="586B7F"/>
                </a:solidFill>
                <a:latin typeface="Impact" pitchFamily="34" charset="0"/>
                <a:ea typeface="微软雅黑" pitchFamily="34" charset="-122"/>
              </a:rPr>
              <a:t>绪论</a:t>
            </a:r>
          </a:p>
        </p:txBody>
      </p:sp>
      <p:sp>
        <p:nvSpPr>
          <p:cNvPr id="26" name="矩形 25"/>
          <p:cNvSpPr/>
          <p:nvPr/>
        </p:nvSpPr>
        <p:spPr>
          <a:xfrm>
            <a:off x="422584" y="2036065"/>
            <a:ext cx="825867" cy="246221"/>
          </a:xfrm>
          <a:prstGeom prst="rect">
            <a:avLst/>
          </a:prstGeom>
        </p:spPr>
        <p:txBody>
          <a:bodyPr wrap="none">
            <a:spAutoFit/>
          </a:bodyPr>
          <a:lstStyle/>
          <a:p>
            <a:pPr algn="ctr"/>
            <a:r>
              <a:rPr lang="zh-CN" altLang="en-US" sz="1000" dirty="0">
                <a:ln w="6350">
                  <a:noFill/>
                </a:ln>
                <a:solidFill>
                  <a:schemeClr val="bg1"/>
                </a:solidFill>
                <a:latin typeface="Impact" pitchFamily="34" charset="0"/>
                <a:ea typeface="微软雅黑" pitchFamily="34" charset="-122"/>
              </a:rPr>
              <a:t>思路与方法</a:t>
            </a:r>
          </a:p>
        </p:txBody>
      </p:sp>
      <p:sp>
        <p:nvSpPr>
          <p:cNvPr id="30" name="矩形 29"/>
          <p:cNvSpPr/>
          <p:nvPr/>
        </p:nvSpPr>
        <p:spPr>
          <a:xfrm>
            <a:off x="422585" y="2823369"/>
            <a:ext cx="825867" cy="246221"/>
          </a:xfrm>
          <a:prstGeom prst="rect">
            <a:avLst/>
          </a:prstGeom>
        </p:spPr>
        <p:txBody>
          <a:bodyPr wrap="none">
            <a:spAutoFit/>
          </a:bodyPr>
          <a:lstStyle/>
          <a:p>
            <a:pPr algn="ctr"/>
            <a:r>
              <a:rPr lang="zh-CN" altLang="en-US" sz="1000" dirty="0">
                <a:ln w="6350">
                  <a:noFill/>
                </a:ln>
                <a:solidFill>
                  <a:srgbClr val="586B7F"/>
                </a:solidFill>
                <a:latin typeface="Impact" pitchFamily="34" charset="0"/>
                <a:ea typeface="微软雅黑" pitchFamily="34" charset="-122"/>
              </a:rPr>
              <a:t>成果与应用</a:t>
            </a:r>
          </a:p>
        </p:txBody>
      </p:sp>
      <p:sp>
        <p:nvSpPr>
          <p:cNvPr id="31" name="矩形 30"/>
          <p:cNvSpPr/>
          <p:nvPr/>
        </p:nvSpPr>
        <p:spPr>
          <a:xfrm>
            <a:off x="422585" y="2432846"/>
            <a:ext cx="825867" cy="246221"/>
          </a:xfrm>
          <a:prstGeom prst="rect">
            <a:avLst/>
          </a:prstGeom>
        </p:spPr>
        <p:txBody>
          <a:bodyPr wrap="none">
            <a:spAutoFit/>
          </a:bodyPr>
          <a:lstStyle/>
          <a:p>
            <a:pPr algn="ctr"/>
            <a:r>
              <a:rPr lang="zh-CN" altLang="en-US" sz="1000" dirty="0">
                <a:ln w="6350">
                  <a:noFill/>
                </a:ln>
                <a:solidFill>
                  <a:srgbClr val="586B7F"/>
                </a:solidFill>
                <a:latin typeface="Impact" pitchFamily="34" charset="0"/>
                <a:ea typeface="微软雅黑" pitchFamily="34" charset="-122"/>
              </a:rPr>
              <a:t>技术与难点</a:t>
            </a:r>
          </a:p>
        </p:txBody>
      </p:sp>
      <p:sp>
        <p:nvSpPr>
          <p:cNvPr id="33" name="Freeform 9"/>
          <p:cNvSpPr>
            <a:spLocks noEditPoints="1"/>
          </p:cNvSpPr>
          <p:nvPr/>
        </p:nvSpPr>
        <p:spPr bwMode="auto">
          <a:xfrm>
            <a:off x="83442" y="3272333"/>
            <a:ext cx="231878" cy="151086"/>
          </a:xfrm>
          <a:custGeom>
            <a:avLst/>
            <a:gdLst>
              <a:gd name="T0" fmla="*/ 58 w 215"/>
              <a:gd name="T1" fmla="*/ 83 h 140"/>
              <a:gd name="T2" fmla="*/ 58 w 215"/>
              <a:gd name="T3" fmla="*/ 91 h 140"/>
              <a:gd name="T4" fmla="*/ 161 w 215"/>
              <a:gd name="T5" fmla="*/ 87 h 140"/>
              <a:gd name="T6" fmla="*/ 58 w 215"/>
              <a:gd name="T7" fmla="*/ 73 h 140"/>
              <a:gd name="T8" fmla="*/ 98 w 215"/>
              <a:gd name="T9" fmla="*/ 73 h 140"/>
              <a:gd name="T10" fmla="*/ 102 w 215"/>
              <a:gd name="T11" fmla="*/ 34 h 140"/>
              <a:gd name="T12" fmla="*/ 58 w 215"/>
              <a:gd name="T13" fmla="*/ 30 h 140"/>
              <a:gd name="T14" fmla="*/ 54 w 215"/>
              <a:gd name="T15" fmla="*/ 69 h 140"/>
              <a:gd name="T16" fmla="*/ 63 w 215"/>
              <a:gd name="T17" fmla="*/ 38 h 140"/>
              <a:gd name="T18" fmla="*/ 94 w 215"/>
              <a:gd name="T19" fmla="*/ 38 h 140"/>
              <a:gd name="T20" fmla="*/ 63 w 215"/>
              <a:gd name="T21" fmla="*/ 65 h 140"/>
              <a:gd name="T22" fmla="*/ 27 w 215"/>
              <a:gd name="T23" fmla="*/ 121 h 140"/>
              <a:gd name="T24" fmla="*/ 189 w 215"/>
              <a:gd name="T25" fmla="*/ 121 h 140"/>
              <a:gd name="T26" fmla="*/ 196 w 215"/>
              <a:gd name="T27" fmla="*/ 7 h 140"/>
              <a:gd name="T28" fmla="*/ 27 w 215"/>
              <a:gd name="T29" fmla="*/ 0 h 140"/>
              <a:gd name="T30" fmla="*/ 20 w 215"/>
              <a:gd name="T31" fmla="*/ 114 h 140"/>
              <a:gd name="T32" fmla="*/ 33 w 215"/>
              <a:gd name="T33" fmla="*/ 13 h 140"/>
              <a:gd name="T34" fmla="*/ 182 w 215"/>
              <a:gd name="T35" fmla="*/ 13 h 140"/>
              <a:gd name="T36" fmla="*/ 33 w 215"/>
              <a:gd name="T37" fmla="*/ 107 h 140"/>
              <a:gd name="T38" fmla="*/ 157 w 215"/>
              <a:gd name="T39" fmla="*/ 48 h 140"/>
              <a:gd name="T40" fmla="*/ 111 w 215"/>
              <a:gd name="T41" fmla="*/ 48 h 140"/>
              <a:gd name="T42" fmla="*/ 111 w 215"/>
              <a:gd name="T43" fmla="*/ 56 h 140"/>
              <a:gd name="T44" fmla="*/ 161 w 215"/>
              <a:gd name="T45" fmla="*/ 52 h 140"/>
              <a:gd name="T46" fmla="*/ 157 w 215"/>
              <a:gd name="T47" fmla="*/ 65 h 140"/>
              <a:gd name="T48" fmla="*/ 111 w 215"/>
              <a:gd name="T49" fmla="*/ 65 h 140"/>
              <a:gd name="T50" fmla="*/ 111 w 215"/>
              <a:gd name="T51" fmla="*/ 73 h 140"/>
              <a:gd name="T52" fmla="*/ 161 w 215"/>
              <a:gd name="T53" fmla="*/ 69 h 140"/>
              <a:gd name="T54" fmla="*/ 157 w 215"/>
              <a:gd name="T55" fmla="*/ 30 h 140"/>
              <a:gd name="T56" fmla="*/ 111 w 215"/>
              <a:gd name="T57" fmla="*/ 30 h 140"/>
              <a:gd name="T58" fmla="*/ 111 w 215"/>
              <a:gd name="T59" fmla="*/ 38 h 140"/>
              <a:gd name="T60" fmla="*/ 161 w 215"/>
              <a:gd name="T61" fmla="*/ 34 h 140"/>
              <a:gd name="T62" fmla="*/ 209 w 215"/>
              <a:gd name="T63" fmla="*/ 127 h 140"/>
              <a:gd name="T64" fmla="*/ 7 w 215"/>
              <a:gd name="T65" fmla="*/ 127 h 140"/>
              <a:gd name="T66" fmla="*/ 7 w 215"/>
              <a:gd name="T67" fmla="*/ 140 h 140"/>
              <a:gd name="T68" fmla="*/ 215 w 215"/>
              <a:gd name="T69" fmla="*/ 13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15" h="140">
                <a:moveTo>
                  <a:pt x="157" y="83"/>
                </a:moveTo>
                <a:cubicBezTo>
                  <a:pt x="58" y="83"/>
                  <a:pt x="58" y="83"/>
                  <a:pt x="58" y="83"/>
                </a:cubicBezTo>
                <a:cubicBezTo>
                  <a:pt x="56" y="83"/>
                  <a:pt x="54" y="84"/>
                  <a:pt x="54" y="87"/>
                </a:cubicBezTo>
                <a:cubicBezTo>
                  <a:pt x="54" y="89"/>
                  <a:pt x="56" y="91"/>
                  <a:pt x="58" y="91"/>
                </a:cubicBezTo>
                <a:cubicBezTo>
                  <a:pt x="157" y="91"/>
                  <a:pt x="157" y="91"/>
                  <a:pt x="157" y="91"/>
                </a:cubicBezTo>
                <a:cubicBezTo>
                  <a:pt x="159" y="91"/>
                  <a:pt x="161" y="89"/>
                  <a:pt x="161" y="87"/>
                </a:cubicBezTo>
                <a:cubicBezTo>
                  <a:pt x="161" y="84"/>
                  <a:pt x="159" y="83"/>
                  <a:pt x="157" y="83"/>
                </a:cubicBezTo>
                <a:close/>
                <a:moveTo>
                  <a:pt x="58" y="73"/>
                </a:moveTo>
                <a:cubicBezTo>
                  <a:pt x="58" y="73"/>
                  <a:pt x="58" y="73"/>
                  <a:pt x="58" y="73"/>
                </a:cubicBezTo>
                <a:cubicBezTo>
                  <a:pt x="98" y="73"/>
                  <a:pt x="98" y="73"/>
                  <a:pt x="98" y="73"/>
                </a:cubicBezTo>
                <a:cubicBezTo>
                  <a:pt x="100" y="73"/>
                  <a:pt x="102" y="71"/>
                  <a:pt x="102" y="69"/>
                </a:cubicBezTo>
                <a:cubicBezTo>
                  <a:pt x="102" y="34"/>
                  <a:pt x="102" y="34"/>
                  <a:pt x="102" y="34"/>
                </a:cubicBezTo>
                <a:cubicBezTo>
                  <a:pt x="102" y="32"/>
                  <a:pt x="100" y="30"/>
                  <a:pt x="98" y="30"/>
                </a:cubicBezTo>
                <a:cubicBezTo>
                  <a:pt x="58" y="30"/>
                  <a:pt x="58" y="30"/>
                  <a:pt x="58" y="30"/>
                </a:cubicBezTo>
                <a:cubicBezTo>
                  <a:pt x="56" y="30"/>
                  <a:pt x="54" y="32"/>
                  <a:pt x="54" y="34"/>
                </a:cubicBezTo>
                <a:cubicBezTo>
                  <a:pt x="54" y="69"/>
                  <a:pt x="54" y="69"/>
                  <a:pt x="54" y="69"/>
                </a:cubicBezTo>
                <a:cubicBezTo>
                  <a:pt x="54" y="71"/>
                  <a:pt x="56" y="73"/>
                  <a:pt x="58" y="73"/>
                </a:cubicBezTo>
                <a:close/>
                <a:moveTo>
                  <a:pt x="63" y="38"/>
                </a:moveTo>
                <a:cubicBezTo>
                  <a:pt x="63" y="38"/>
                  <a:pt x="63" y="38"/>
                  <a:pt x="63" y="38"/>
                </a:cubicBezTo>
                <a:cubicBezTo>
                  <a:pt x="94" y="38"/>
                  <a:pt x="94" y="38"/>
                  <a:pt x="94" y="38"/>
                </a:cubicBezTo>
                <a:cubicBezTo>
                  <a:pt x="94" y="65"/>
                  <a:pt x="94" y="65"/>
                  <a:pt x="94" y="65"/>
                </a:cubicBezTo>
                <a:cubicBezTo>
                  <a:pt x="63" y="65"/>
                  <a:pt x="63" y="65"/>
                  <a:pt x="63" y="65"/>
                </a:cubicBezTo>
                <a:cubicBezTo>
                  <a:pt x="63" y="38"/>
                  <a:pt x="63" y="38"/>
                  <a:pt x="63" y="38"/>
                </a:cubicBezTo>
                <a:close/>
                <a:moveTo>
                  <a:pt x="27" y="121"/>
                </a:moveTo>
                <a:cubicBezTo>
                  <a:pt x="27" y="121"/>
                  <a:pt x="27" y="121"/>
                  <a:pt x="27" y="121"/>
                </a:cubicBezTo>
                <a:cubicBezTo>
                  <a:pt x="189" y="121"/>
                  <a:pt x="189" y="121"/>
                  <a:pt x="189" y="121"/>
                </a:cubicBezTo>
                <a:cubicBezTo>
                  <a:pt x="193" y="121"/>
                  <a:pt x="196" y="118"/>
                  <a:pt x="196" y="114"/>
                </a:cubicBezTo>
                <a:cubicBezTo>
                  <a:pt x="196" y="7"/>
                  <a:pt x="196" y="7"/>
                  <a:pt x="196" y="7"/>
                </a:cubicBezTo>
                <a:cubicBezTo>
                  <a:pt x="196" y="3"/>
                  <a:pt x="193" y="0"/>
                  <a:pt x="189" y="0"/>
                </a:cubicBezTo>
                <a:cubicBezTo>
                  <a:pt x="27" y="0"/>
                  <a:pt x="27" y="0"/>
                  <a:pt x="27" y="0"/>
                </a:cubicBezTo>
                <a:cubicBezTo>
                  <a:pt x="23" y="0"/>
                  <a:pt x="20" y="3"/>
                  <a:pt x="20" y="7"/>
                </a:cubicBezTo>
                <a:cubicBezTo>
                  <a:pt x="20" y="114"/>
                  <a:pt x="20" y="114"/>
                  <a:pt x="20" y="114"/>
                </a:cubicBezTo>
                <a:cubicBezTo>
                  <a:pt x="20" y="118"/>
                  <a:pt x="23" y="121"/>
                  <a:pt x="27" y="121"/>
                </a:cubicBezTo>
                <a:close/>
                <a:moveTo>
                  <a:pt x="33" y="13"/>
                </a:moveTo>
                <a:cubicBezTo>
                  <a:pt x="33" y="13"/>
                  <a:pt x="33" y="13"/>
                  <a:pt x="33" y="13"/>
                </a:cubicBezTo>
                <a:cubicBezTo>
                  <a:pt x="182" y="13"/>
                  <a:pt x="182" y="13"/>
                  <a:pt x="182" y="13"/>
                </a:cubicBezTo>
                <a:cubicBezTo>
                  <a:pt x="182" y="107"/>
                  <a:pt x="182" y="107"/>
                  <a:pt x="182" y="107"/>
                </a:cubicBezTo>
                <a:cubicBezTo>
                  <a:pt x="33" y="107"/>
                  <a:pt x="33" y="107"/>
                  <a:pt x="33" y="107"/>
                </a:cubicBezTo>
                <a:cubicBezTo>
                  <a:pt x="33" y="13"/>
                  <a:pt x="33" y="13"/>
                  <a:pt x="33" y="13"/>
                </a:cubicBezTo>
                <a:close/>
                <a:moveTo>
                  <a:pt x="157" y="48"/>
                </a:moveTo>
                <a:cubicBezTo>
                  <a:pt x="157" y="48"/>
                  <a:pt x="157" y="48"/>
                  <a:pt x="157" y="48"/>
                </a:cubicBezTo>
                <a:cubicBezTo>
                  <a:pt x="111" y="48"/>
                  <a:pt x="111" y="48"/>
                  <a:pt x="111" y="48"/>
                </a:cubicBezTo>
                <a:cubicBezTo>
                  <a:pt x="108" y="48"/>
                  <a:pt x="107" y="49"/>
                  <a:pt x="107" y="52"/>
                </a:cubicBezTo>
                <a:cubicBezTo>
                  <a:pt x="107" y="54"/>
                  <a:pt x="108" y="56"/>
                  <a:pt x="111" y="56"/>
                </a:cubicBezTo>
                <a:cubicBezTo>
                  <a:pt x="157" y="56"/>
                  <a:pt x="157" y="56"/>
                  <a:pt x="157" y="56"/>
                </a:cubicBezTo>
                <a:cubicBezTo>
                  <a:pt x="159" y="56"/>
                  <a:pt x="161" y="54"/>
                  <a:pt x="161" y="52"/>
                </a:cubicBezTo>
                <a:cubicBezTo>
                  <a:pt x="161" y="49"/>
                  <a:pt x="159" y="48"/>
                  <a:pt x="157" y="48"/>
                </a:cubicBezTo>
                <a:close/>
                <a:moveTo>
                  <a:pt x="157" y="65"/>
                </a:moveTo>
                <a:cubicBezTo>
                  <a:pt x="157" y="65"/>
                  <a:pt x="157" y="65"/>
                  <a:pt x="157" y="65"/>
                </a:cubicBezTo>
                <a:cubicBezTo>
                  <a:pt x="111" y="65"/>
                  <a:pt x="111" y="65"/>
                  <a:pt x="111" y="65"/>
                </a:cubicBezTo>
                <a:cubicBezTo>
                  <a:pt x="108" y="65"/>
                  <a:pt x="107" y="67"/>
                  <a:pt x="107" y="69"/>
                </a:cubicBezTo>
                <a:cubicBezTo>
                  <a:pt x="107" y="71"/>
                  <a:pt x="108" y="73"/>
                  <a:pt x="111" y="73"/>
                </a:cubicBezTo>
                <a:cubicBezTo>
                  <a:pt x="157" y="73"/>
                  <a:pt x="157" y="73"/>
                  <a:pt x="157" y="73"/>
                </a:cubicBezTo>
                <a:cubicBezTo>
                  <a:pt x="159" y="73"/>
                  <a:pt x="161" y="71"/>
                  <a:pt x="161" y="69"/>
                </a:cubicBezTo>
                <a:cubicBezTo>
                  <a:pt x="161" y="67"/>
                  <a:pt x="159" y="65"/>
                  <a:pt x="157" y="65"/>
                </a:cubicBezTo>
                <a:close/>
                <a:moveTo>
                  <a:pt x="157" y="30"/>
                </a:moveTo>
                <a:cubicBezTo>
                  <a:pt x="157" y="30"/>
                  <a:pt x="157" y="30"/>
                  <a:pt x="157" y="30"/>
                </a:cubicBezTo>
                <a:cubicBezTo>
                  <a:pt x="111" y="30"/>
                  <a:pt x="111" y="30"/>
                  <a:pt x="111" y="30"/>
                </a:cubicBezTo>
                <a:cubicBezTo>
                  <a:pt x="108" y="30"/>
                  <a:pt x="107" y="32"/>
                  <a:pt x="107" y="34"/>
                </a:cubicBezTo>
                <a:cubicBezTo>
                  <a:pt x="107" y="37"/>
                  <a:pt x="108" y="38"/>
                  <a:pt x="111" y="38"/>
                </a:cubicBezTo>
                <a:cubicBezTo>
                  <a:pt x="157" y="38"/>
                  <a:pt x="157" y="38"/>
                  <a:pt x="157" y="38"/>
                </a:cubicBezTo>
                <a:cubicBezTo>
                  <a:pt x="159" y="38"/>
                  <a:pt x="161" y="37"/>
                  <a:pt x="161" y="34"/>
                </a:cubicBezTo>
                <a:cubicBezTo>
                  <a:pt x="161" y="32"/>
                  <a:pt x="159" y="30"/>
                  <a:pt x="157" y="30"/>
                </a:cubicBezTo>
                <a:close/>
                <a:moveTo>
                  <a:pt x="209" y="127"/>
                </a:moveTo>
                <a:cubicBezTo>
                  <a:pt x="209" y="127"/>
                  <a:pt x="209" y="127"/>
                  <a:pt x="209" y="127"/>
                </a:cubicBezTo>
                <a:cubicBezTo>
                  <a:pt x="7" y="127"/>
                  <a:pt x="7" y="127"/>
                  <a:pt x="7" y="127"/>
                </a:cubicBezTo>
                <a:cubicBezTo>
                  <a:pt x="3" y="127"/>
                  <a:pt x="0" y="130"/>
                  <a:pt x="0" y="134"/>
                </a:cubicBezTo>
                <a:cubicBezTo>
                  <a:pt x="0" y="137"/>
                  <a:pt x="3" y="140"/>
                  <a:pt x="7" y="140"/>
                </a:cubicBezTo>
                <a:cubicBezTo>
                  <a:pt x="209" y="140"/>
                  <a:pt x="209" y="140"/>
                  <a:pt x="209" y="140"/>
                </a:cubicBezTo>
                <a:cubicBezTo>
                  <a:pt x="212" y="140"/>
                  <a:pt x="215" y="137"/>
                  <a:pt x="215" y="134"/>
                </a:cubicBezTo>
                <a:cubicBezTo>
                  <a:pt x="215" y="130"/>
                  <a:pt x="212" y="127"/>
                  <a:pt x="209" y="127"/>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34" name="矩形 33"/>
          <p:cNvSpPr/>
          <p:nvPr/>
        </p:nvSpPr>
        <p:spPr>
          <a:xfrm>
            <a:off x="422585" y="3224765"/>
            <a:ext cx="825867" cy="246221"/>
          </a:xfrm>
          <a:prstGeom prst="rect">
            <a:avLst/>
          </a:prstGeom>
        </p:spPr>
        <p:txBody>
          <a:bodyPr wrap="none">
            <a:spAutoFit/>
          </a:bodyPr>
          <a:lstStyle/>
          <a:p>
            <a:pPr algn="ctr"/>
            <a:r>
              <a:rPr lang="zh-CN" altLang="en-US" sz="1000" dirty="0">
                <a:ln w="6350">
                  <a:noFill/>
                </a:ln>
                <a:solidFill>
                  <a:srgbClr val="586B7F"/>
                </a:solidFill>
                <a:latin typeface="Impact" pitchFamily="34" charset="0"/>
                <a:ea typeface="微软雅黑" pitchFamily="34" charset="-122"/>
              </a:rPr>
              <a:t>建议与总结</a:t>
            </a:r>
          </a:p>
        </p:txBody>
      </p:sp>
      <p:grpSp>
        <p:nvGrpSpPr>
          <p:cNvPr id="32" name="组合 31"/>
          <p:cNvGrpSpPr/>
          <p:nvPr/>
        </p:nvGrpSpPr>
        <p:grpSpPr>
          <a:xfrm>
            <a:off x="1450196" y="1568768"/>
            <a:ext cx="3846134" cy="3579813"/>
            <a:chOff x="974092" y="1272064"/>
            <a:chExt cx="3736975" cy="3478213"/>
          </a:xfrm>
          <a:solidFill>
            <a:srgbClr val="EAEAEA"/>
          </a:solidFill>
        </p:grpSpPr>
        <p:sp>
          <p:nvSpPr>
            <p:cNvPr id="35" name="Freeform 6"/>
            <p:cNvSpPr>
              <a:spLocks noEditPoints="1"/>
            </p:cNvSpPr>
            <p:nvPr/>
          </p:nvSpPr>
          <p:spPr bwMode="auto">
            <a:xfrm>
              <a:off x="2077405" y="1719739"/>
              <a:ext cx="1001713" cy="658813"/>
            </a:xfrm>
            <a:custGeom>
              <a:avLst/>
              <a:gdLst>
                <a:gd name="T0" fmla="*/ 16 w 336"/>
                <a:gd name="T1" fmla="*/ 49 h 221"/>
                <a:gd name="T2" fmla="*/ 87 w 336"/>
                <a:gd name="T3" fmla="*/ 0 h 221"/>
                <a:gd name="T4" fmla="*/ 173 w 336"/>
                <a:gd name="T5" fmla="*/ 216 h 221"/>
                <a:gd name="T6" fmla="*/ 77 w 336"/>
                <a:gd name="T7" fmla="*/ 128 h 221"/>
                <a:gd name="T8" fmla="*/ 16 w 336"/>
                <a:gd name="T9" fmla="*/ 49 h 221"/>
                <a:gd name="T10" fmla="*/ 202 w 336"/>
                <a:gd name="T11" fmla="*/ 39 h 221"/>
                <a:gd name="T12" fmla="*/ 187 w 336"/>
                <a:gd name="T13" fmla="*/ 54 h 221"/>
                <a:gd name="T14" fmla="*/ 202 w 336"/>
                <a:gd name="T15" fmla="*/ 69 h 221"/>
                <a:gd name="T16" fmla="*/ 216 w 336"/>
                <a:gd name="T17" fmla="*/ 54 h 221"/>
                <a:gd name="T18" fmla="*/ 202 w 336"/>
                <a:gd name="T19" fmla="*/ 39 h 221"/>
                <a:gd name="T20" fmla="*/ 235 w 336"/>
                <a:gd name="T21" fmla="*/ 97 h 221"/>
                <a:gd name="T22" fmla="*/ 216 w 336"/>
                <a:gd name="T23" fmla="*/ 78 h 221"/>
                <a:gd name="T24" fmla="*/ 197 w 336"/>
                <a:gd name="T25" fmla="*/ 97 h 221"/>
                <a:gd name="T26" fmla="*/ 216 w 336"/>
                <a:gd name="T27" fmla="*/ 117 h 221"/>
                <a:gd name="T28" fmla="*/ 235 w 336"/>
                <a:gd name="T29" fmla="*/ 97 h 221"/>
                <a:gd name="T30" fmla="*/ 203 w 336"/>
                <a:gd name="T31" fmla="*/ 168 h 221"/>
                <a:gd name="T32" fmla="*/ 225 w 336"/>
                <a:gd name="T33" fmla="*/ 145 h 221"/>
                <a:gd name="T34" fmla="*/ 203 w 336"/>
                <a:gd name="T35" fmla="*/ 123 h 221"/>
                <a:gd name="T36" fmla="*/ 181 w 336"/>
                <a:gd name="T37" fmla="*/ 145 h 221"/>
                <a:gd name="T38" fmla="*/ 203 w 336"/>
                <a:gd name="T39" fmla="*/ 168 h 221"/>
                <a:gd name="T40" fmla="*/ 163 w 336"/>
                <a:gd name="T41" fmla="*/ 205 h 221"/>
                <a:gd name="T42" fmla="*/ 187 w 336"/>
                <a:gd name="T43" fmla="*/ 181 h 221"/>
                <a:gd name="T44" fmla="*/ 163 w 336"/>
                <a:gd name="T45" fmla="*/ 157 h 221"/>
                <a:gd name="T46" fmla="*/ 139 w 336"/>
                <a:gd name="T47" fmla="*/ 181 h 221"/>
                <a:gd name="T48" fmla="*/ 163 w 336"/>
                <a:gd name="T49" fmla="*/ 205 h 221"/>
                <a:gd name="T50" fmla="*/ 65 w 336"/>
                <a:gd name="T51" fmla="*/ 94 h 221"/>
                <a:gd name="T52" fmla="*/ 94 w 336"/>
                <a:gd name="T53" fmla="*/ 65 h 221"/>
                <a:gd name="T54" fmla="*/ 65 w 336"/>
                <a:gd name="T55" fmla="*/ 36 h 221"/>
                <a:gd name="T56" fmla="*/ 36 w 336"/>
                <a:gd name="T57" fmla="*/ 65 h 221"/>
                <a:gd name="T58" fmla="*/ 65 w 336"/>
                <a:gd name="T59" fmla="*/ 94 h 2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36" h="221">
                  <a:moveTo>
                    <a:pt x="16" y="49"/>
                  </a:moveTo>
                  <a:cubicBezTo>
                    <a:pt x="32" y="5"/>
                    <a:pt x="87" y="0"/>
                    <a:pt x="87" y="0"/>
                  </a:cubicBezTo>
                  <a:cubicBezTo>
                    <a:pt x="336" y="4"/>
                    <a:pt x="237" y="212"/>
                    <a:pt x="173" y="216"/>
                  </a:cubicBezTo>
                  <a:cubicBezTo>
                    <a:pt x="108" y="221"/>
                    <a:pt x="118" y="144"/>
                    <a:pt x="77" y="128"/>
                  </a:cubicBezTo>
                  <a:cubicBezTo>
                    <a:pt x="36" y="111"/>
                    <a:pt x="0" y="92"/>
                    <a:pt x="16" y="49"/>
                  </a:cubicBezTo>
                  <a:close/>
                  <a:moveTo>
                    <a:pt x="202" y="39"/>
                  </a:moveTo>
                  <a:cubicBezTo>
                    <a:pt x="194" y="39"/>
                    <a:pt x="187" y="46"/>
                    <a:pt x="187" y="54"/>
                  </a:cubicBezTo>
                  <a:cubicBezTo>
                    <a:pt x="187" y="62"/>
                    <a:pt x="194" y="69"/>
                    <a:pt x="202" y="69"/>
                  </a:cubicBezTo>
                  <a:cubicBezTo>
                    <a:pt x="210" y="69"/>
                    <a:pt x="216" y="62"/>
                    <a:pt x="216" y="54"/>
                  </a:cubicBezTo>
                  <a:cubicBezTo>
                    <a:pt x="216" y="46"/>
                    <a:pt x="210" y="39"/>
                    <a:pt x="202" y="39"/>
                  </a:cubicBezTo>
                  <a:close/>
                  <a:moveTo>
                    <a:pt x="235" y="97"/>
                  </a:moveTo>
                  <a:cubicBezTo>
                    <a:pt x="235" y="87"/>
                    <a:pt x="227" y="78"/>
                    <a:pt x="216" y="78"/>
                  </a:cubicBezTo>
                  <a:cubicBezTo>
                    <a:pt x="205" y="78"/>
                    <a:pt x="197" y="87"/>
                    <a:pt x="197" y="97"/>
                  </a:cubicBezTo>
                  <a:cubicBezTo>
                    <a:pt x="197" y="108"/>
                    <a:pt x="205" y="117"/>
                    <a:pt x="216" y="117"/>
                  </a:cubicBezTo>
                  <a:cubicBezTo>
                    <a:pt x="227" y="117"/>
                    <a:pt x="235" y="108"/>
                    <a:pt x="235" y="97"/>
                  </a:cubicBezTo>
                  <a:close/>
                  <a:moveTo>
                    <a:pt x="203" y="168"/>
                  </a:moveTo>
                  <a:cubicBezTo>
                    <a:pt x="215" y="168"/>
                    <a:pt x="225" y="158"/>
                    <a:pt x="225" y="145"/>
                  </a:cubicBezTo>
                  <a:cubicBezTo>
                    <a:pt x="225" y="133"/>
                    <a:pt x="215" y="123"/>
                    <a:pt x="203" y="123"/>
                  </a:cubicBezTo>
                  <a:cubicBezTo>
                    <a:pt x="190" y="123"/>
                    <a:pt x="181" y="133"/>
                    <a:pt x="181" y="145"/>
                  </a:cubicBezTo>
                  <a:cubicBezTo>
                    <a:pt x="181" y="158"/>
                    <a:pt x="190" y="168"/>
                    <a:pt x="203" y="168"/>
                  </a:cubicBezTo>
                  <a:close/>
                  <a:moveTo>
                    <a:pt x="163" y="205"/>
                  </a:moveTo>
                  <a:cubicBezTo>
                    <a:pt x="176" y="205"/>
                    <a:pt x="187" y="195"/>
                    <a:pt x="187" y="181"/>
                  </a:cubicBezTo>
                  <a:cubicBezTo>
                    <a:pt x="187" y="168"/>
                    <a:pt x="176" y="157"/>
                    <a:pt x="163" y="157"/>
                  </a:cubicBezTo>
                  <a:cubicBezTo>
                    <a:pt x="150" y="157"/>
                    <a:pt x="139" y="168"/>
                    <a:pt x="139" y="181"/>
                  </a:cubicBezTo>
                  <a:cubicBezTo>
                    <a:pt x="139" y="195"/>
                    <a:pt x="150" y="205"/>
                    <a:pt x="163" y="205"/>
                  </a:cubicBezTo>
                  <a:close/>
                  <a:moveTo>
                    <a:pt x="65" y="94"/>
                  </a:moveTo>
                  <a:cubicBezTo>
                    <a:pt x="81" y="94"/>
                    <a:pt x="94" y="81"/>
                    <a:pt x="94" y="65"/>
                  </a:cubicBezTo>
                  <a:cubicBezTo>
                    <a:pt x="94" y="49"/>
                    <a:pt x="81" y="36"/>
                    <a:pt x="65" y="36"/>
                  </a:cubicBezTo>
                  <a:cubicBezTo>
                    <a:pt x="49" y="36"/>
                    <a:pt x="36" y="49"/>
                    <a:pt x="36" y="65"/>
                  </a:cubicBezTo>
                  <a:cubicBezTo>
                    <a:pt x="36" y="81"/>
                    <a:pt x="49" y="94"/>
                    <a:pt x="65" y="9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6" name="Freeform 7"/>
            <p:cNvSpPr/>
            <p:nvPr/>
          </p:nvSpPr>
          <p:spPr bwMode="auto">
            <a:xfrm>
              <a:off x="2691767" y="1272064"/>
              <a:ext cx="450850" cy="200025"/>
            </a:xfrm>
            <a:custGeom>
              <a:avLst/>
              <a:gdLst>
                <a:gd name="T0" fmla="*/ 143 w 284"/>
                <a:gd name="T1" fmla="*/ 126 h 126"/>
                <a:gd name="T2" fmla="*/ 284 w 284"/>
                <a:gd name="T3" fmla="*/ 64 h 126"/>
                <a:gd name="T4" fmla="*/ 139 w 284"/>
                <a:gd name="T5" fmla="*/ 0 h 126"/>
                <a:gd name="T6" fmla="*/ 0 w 284"/>
                <a:gd name="T7" fmla="*/ 62 h 126"/>
                <a:gd name="T8" fmla="*/ 143 w 284"/>
                <a:gd name="T9" fmla="*/ 126 h 126"/>
              </a:gdLst>
              <a:ahLst/>
              <a:cxnLst>
                <a:cxn ang="0">
                  <a:pos x="T0" y="T1"/>
                </a:cxn>
                <a:cxn ang="0">
                  <a:pos x="T2" y="T3"/>
                </a:cxn>
                <a:cxn ang="0">
                  <a:pos x="T4" y="T5"/>
                </a:cxn>
                <a:cxn ang="0">
                  <a:pos x="T6" y="T7"/>
                </a:cxn>
                <a:cxn ang="0">
                  <a:pos x="T8" y="T9"/>
                </a:cxn>
              </a:cxnLst>
              <a:rect l="0" t="0" r="r" b="b"/>
              <a:pathLst>
                <a:path w="284" h="126">
                  <a:moveTo>
                    <a:pt x="143" y="126"/>
                  </a:moveTo>
                  <a:lnTo>
                    <a:pt x="284" y="64"/>
                  </a:lnTo>
                  <a:lnTo>
                    <a:pt x="139" y="0"/>
                  </a:lnTo>
                  <a:lnTo>
                    <a:pt x="0" y="62"/>
                  </a:lnTo>
                  <a:lnTo>
                    <a:pt x="143" y="12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8" name="Rectangle 8"/>
            <p:cNvSpPr>
              <a:spLocks noChangeArrowheads="1"/>
            </p:cNvSpPr>
            <p:nvPr/>
          </p:nvSpPr>
          <p:spPr bwMode="auto">
            <a:xfrm>
              <a:off x="2698117" y="1367314"/>
              <a:ext cx="14288" cy="1460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39" name="Oval 9"/>
            <p:cNvSpPr>
              <a:spLocks noChangeArrowheads="1"/>
            </p:cNvSpPr>
            <p:nvPr/>
          </p:nvSpPr>
          <p:spPr bwMode="auto">
            <a:xfrm>
              <a:off x="2682242" y="1495902"/>
              <a:ext cx="46038" cy="44450"/>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0" name="Freeform 10"/>
            <p:cNvSpPr/>
            <p:nvPr/>
          </p:nvSpPr>
          <p:spPr bwMode="auto">
            <a:xfrm>
              <a:off x="2701292" y="1522889"/>
              <a:ext cx="31750" cy="98425"/>
            </a:xfrm>
            <a:custGeom>
              <a:avLst/>
              <a:gdLst>
                <a:gd name="T0" fmla="*/ 5 w 11"/>
                <a:gd name="T1" fmla="*/ 1 h 33"/>
                <a:gd name="T2" fmla="*/ 8 w 11"/>
                <a:gd name="T3" fmla="*/ 33 h 33"/>
                <a:gd name="T4" fmla="*/ 0 w 11"/>
                <a:gd name="T5" fmla="*/ 33 h 33"/>
                <a:gd name="T6" fmla="*/ 0 w 11"/>
                <a:gd name="T7" fmla="*/ 0 h 33"/>
                <a:gd name="T8" fmla="*/ 5 w 11"/>
                <a:gd name="T9" fmla="*/ 1 h 33"/>
              </a:gdLst>
              <a:ahLst/>
              <a:cxnLst>
                <a:cxn ang="0">
                  <a:pos x="T0" y="T1"/>
                </a:cxn>
                <a:cxn ang="0">
                  <a:pos x="T2" y="T3"/>
                </a:cxn>
                <a:cxn ang="0">
                  <a:pos x="T4" y="T5"/>
                </a:cxn>
                <a:cxn ang="0">
                  <a:pos x="T6" y="T7"/>
                </a:cxn>
                <a:cxn ang="0">
                  <a:pos x="T8" y="T9"/>
                </a:cxn>
              </a:cxnLst>
              <a:rect l="0" t="0" r="r" b="b"/>
              <a:pathLst>
                <a:path w="11" h="33">
                  <a:moveTo>
                    <a:pt x="5" y="1"/>
                  </a:moveTo>
                  <a:cubicBezTo>
                    <a:pt x="5" y="1"/>
                    <a:pt x="11" y="14"/>
                    <a:pt x="8" y="33"/>
                  </a:cubicBezTo>
                  <a:cubicBezTo>
                    <a:pt x="0" y="33"/>
                    <a:pt x="0" y="33"/>
                    <a:pt x="0" y="33"/>
                  </a:cubicBezTo>
                  <a:cubicBezTo>
                    <a:pt x="0" y="0"/>
                    <a:pt x="0" y="0"/>
                    <a:pt x="0" y="0"/>
                  </a:cubicBezTo>
                  <a:cubicBezTo>
                    <a:pt x="0" y="0"/>
                    <a:pt x="5" y="2"/>
                    <a:pt x="5"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1" name="Freeform 11"/>
            <p:cNvSpPr/>
            <p:nvPr/>
          </p:nvSpPr>
          <p:spPr bwMode="auto">
            <a:xfrm>
              <a:off x="2674305" y="1522889"/>
              <a:ext cx="33338" cy="98425"/>
            </a:xfrm>
            <a:custGeom>
              <a:avLst/>
              <a:gdLst>
                <a:gd name="T0" fmla="*/ 6 w 11"/>
                <a:gd name="T1" fmla="*/ 1 h 33"/>
                <a:gd name="T2" fmla="*/ 3 w 11"/>
                <a:gd name="T3" fmla="*/ 33 h 33"/>
                <a:gd name="T4" fmla="*/ 11 w 11"/>
                <a:gd name="T5" fmla="*/ 33 h 33"/>
                <a:gd name="T6" fmla="*/ 11 w 11"/>
                <a:gd name="T7" fmla="*/ 0 h 33"/>
                <a:gd name="T8" fmla="*/ 6 w 11"/>
                <a:gd name="T9" fmla="*/ 1 h 33"/>
              </a:gdLst>
              <a:ahLst/>
              <a:cxnLst>
                <a:cxn ang="0">
                  <a:pos x="T0" y="T1"/>
                </a:cxn>
                <a:cxn ang="0">
                  <a:pos x="T2" y="T3"/>
                </a:cxn>
                <a:cxn ang="0">
                  <a:pos x="T4" y="T5"/>
                </a:cxn>
                <a:cxn ang="0">
                  <a:pos x="T6" y="T7"/>
                </a:cxn>
                <a:cxn ang="0">
                  <a:pos x="T8" y="T9"/>
                </a:cxn>
              </a:cxnLst>
              <a:rect l="0" t="0" r="r" b="b"/>
              <a:pathLst>
                <a:path w="11" h="33">
                  <a:moveTo>
                    <a:pt x="6" y="1"/>
                  </a:moveTo>
                  <a:cubicBezTo>
                    <a:pt x="6" y="1"/>
                    <a:pt x="0" y="14"/>
                    <a:pt x="3" y="33"/>
                  </a:cubicBezTo>
                  <a:cubicBezTo>
                    <a:pt x="11" y="33"/>
                    <a:pt x="11" y="33"/>
                    <a:pt x="11" y="33"/>
                  </a:cubicBezTo>
                  <a:cubicBezTo>
                    <a:pt x="11" y="0"/>
                    <a:pt x="11" y="0"/>
                    <a:pt x="11" y="0"/>
                  </a:cubicBezTo>
                  <a:cubicBezTo>
                    <a:pt x="11" y="0"/>
                    <a:pt x="6" y="2"/>
                    <a:pt x="6"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2" name="Freeform 12"/>
            <p:cNvSpPr/>
            <p:nvPr/>
          </p:nvSpPr>
          <p:spPr bwMode="auto">
            <a:xfrm>
              <a:off x="2793367" y="1433989"/>
              <a:ext cx="258763" cy="193675"/>
            </a:xfrm>
            <a:custGeom>
              <a:avLst/>
              <a:gdLst>
                <a:gd name="T0" fmla="*/ 0 w 87"/>
                <a:gd name="T1" fmla="*/ 0 h 65"/>
                <a:gd name="T2" fmla="*/ 43 w 87"/>
                <a:gd name="T3" fmla="*/ 20 h 65"/>
                <a:gd name="T4" fmla="*/ 87 w 87"/>
                <a:gd name="T5" fmla="*/ 0 h 65"/>
                <a:gd name="T6" fmla="*/ 87 w 87"/>
                <a:gd name="T7" fmla="*/ 50 h 65"/>
                <a:gd name="T8" fmla="*/ 45 w 87"/>
                <a:gd name="T9" fmla="*/ 65 h 65"/>
                <a:gd name="T10" fmla="*/ 45 w 87"/>
                <a:gd name="T11" fmla="*/ 65 h 65"/>
                <a:gd name="T12" fmla="*/ 43 w 87"/>
                <a:gd name="T13" fmla="*/ 65 h 65"/>
                <a:gd name="T14" fmla="*/ 42 w 87"/>
                <a:gd name="T15" fmla="*/ 65 h 65"/>
                <a:gd name="T16" fmla="*/ 42 w 87"/>
                <a:gd name="T17" fmla="*/ 65 h 65"/>
                <a:gd name="T18" fmla="*/ 0 w 87"/>
                <a:gd name="T19" fmla="*/ 50 h 65"/>
                <a:gd name="T20" fmla="*/ 0 w 87"/>
                <a:gd name="T21" fmla="*/ 0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7" h="65">
                  <a:moveTo>
                    <a:pt x="0" y="0"/>
                  </a:moveTo>
                  <a:cubicBezTo>
                    <a:pt x="0" y="0"/>
                    <a:pt x="36" y="17"/>
                    <a:pt x="43" y="20"/>
                  </a:cubicBezTo>
                  <a:cubicBezTo>
                    <a:pt x="50" y="17"/>
                    <a:pt x="87" y="0"/>
                    <a:pt x="87" y="0"/>
                  </a:cubicBezTo>
                  <a:cubicBezTo>
                    <a:pt x="87" y="50"/>
                    <a:pt x="87" y="50"/>
                    <a:pt x="87" y="50"/>
                  </a:cubicBezTo>
                  <a:cubicBezTo>
                    <a:pt x="75" y="63"/>
                    <a:pt x="52" y="65"/>
                    <a:pt x="45" y="65"/>
                  </a:cubicBezTo>
                  <a:cubicBezTo>
                    <a:pt x="45" y="65"/>
                    <a:pt x="45" y="65"/>
                    <a:pt x="45" y="65"/>
                  </a:cubicBezTo>
                  <a:cubicBezTo>
                    <a:pt x="45" y="65"/>
                    <a:pt x="44" y="65"/>
                    <a:pt x="43" y="65"/>
                  </a:cubicBezTo>
                  <a:cubicBezTo>
                    <a:pt x="43" y="65"/>
                    <a:pt x="42" y="65"/>
                    <a:pt x="42" y="65"/>
                  </a:cubicBezTo>
                  <a:cubicBezTo>
                    <a:pt x="42" y="65"/>
                    <a:pt x="42" y="65"/>
                    <a:pt x="42" y="65"/>
                  </a:cubicBezTo>
                  <a:cubicBezTo>
                    <a:pt x="35" y="65"/>
                    <a:pt x="12" y="63"/>
                    <a:pt x="0" y="50"/>
                  </a:cubicBez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9" name="Freeform 13"/>
            <p:cNvSpPr/>
            <p:nvPr/>
          </p:nvSpPr>
          <p:spPr bwMode="auto">
            <a:xfrm>
              <a:off x="3485517" y="2167414"/>
              <a:ext cx="450850" cy="203200"/>
            </a:xfrm>
            <a:custGeom>
              <a:avLst/>
              <a:gdLst>
                <a:gd name="T0" fmla="*/ 143 w 284"/>
                <a:gd name="T1" fmla="*/ 128 h 128"/>
                <a:gd name="T2" fmla="*/ 284 w 284"/>
                <a:gd name="T3" fmla="*/ 64 h 128"/>
                <a:gd name="T4" fmla="*/ 139 w 284"/>
                <a:gd name="T5" fmla="*/ 0 h 128"/>
                <a:gd name="T6" fmla="*/ 0 w 284"/>
                <a:gd name="T7" fmla="*/ 62 h 128"/>
                <a:gd name="T8" fmla="*/ 143 w 284"/>
                <a:gd name="T9" fmla="*/ 128 h 128"/>
              </a:gdLst>
              <a:ahLst/>
              <a:cxnLst>
                <a:cxn ang="0">
                  <a:pos x="T0" y="T1"/>
                </a:cxn>
                <a:cxn ang="0">
                  <a:pos x="T2" y="T3"/>
                </a:cxn>
                <a:cxn ang="0">
                  <a:pos x="T4" y="T5"/>
                </a:cxn>
                <a:cxn ang="0">
                  <a:pos x="T6" y="T7"/>
                </a:cxn>
                <a:cxn ang="0">
                  <a:pos x="T8" y="T9"/>
                </a:cxn>
              </a:cxnLst>
              <a:rect l="0" t="0" r="r" b="b"/>
              <a:pathLst>
                <a:path w="284" h="128">
                  <a:moveTo>
                    <a:pt x="143" y="128"/>
                  </a:moveTo>
                  <a:lnTo>
                    <a:pt x="284" y="64"/>
                  </a:lnTo>
                  <a:lnTo>
                    <a:pt x="139" y="0"/>
                  </a:lnTo>
                  <a:lnTo>
                    <a:pt x="0" y="62"/>
                  </a:lnTo>
                  <a:lnTo>
                    <a:pt x="143" y="12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0" name="Rectangle 14"/>
            <p:cNvSpPr>
              <a:spLocks noChangeArrowheads="1"/>
            </p:cNvSpPr>
            <p:nvPr/>
          </p:nvSpPr>
          <p:spPr bwMode="auto">
            <a:xfrm>
              <a:off x="3491867" y="2262664"/>
              <a:ext cx="14288" cy="1492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51" name="Oval 15"/>
            <p:cNvSpPr>
              <a:spLocks noChangeArrowheads="1"/>
            </p:cNvSpPr>
            <p:nvPr/>
          </p:nvSpPr>
          <p:spPr bwMode="auto">
            <a:xfrm>
              <a:off x="3475992" y="2394427"/>
              <a:ext cx="44450" cy="44450"/>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2" name="Freeform 16"/>
            <p:cNvSpPr/>
            <p:nvPr/>
          </p:nvSpPr>
          <p:spPr bwMode="auto">
            <a:xfrm>
              <a:off x="3495042" y="2418239"/>
              <a:ext cx="31750" cy="98425"/>
            </a:xfrm>
            <a:custGeom>
              <a:avLst/>
              <a:gdLst>
                <a:gd name="T0" fmla="*/ 5 w 11"/>
                <a:gd name="T1" fmla="*/ 2 h 33"/>
                <a:gd name="T2" fmla="*/ 8 w 11"/>
                <a:gd name="T3" fmla="*/ 33 h 33"/>
                <a:gd name="T4" fmla="*/ 0 w 11"/>
                <a:gd name="T5" fmla="*/ 33 h 33"/>
                <a:gd name="T6" fmla="*/ 0 w 11"/>
                <a:gd name="T7" fmla="*/ 0 h 33"/>
                <a:gd name="T8" fmla="*/ 5 w 11"/>
                <a:gd name="T9" fmla="*/ 2 h 33"/>
              </a:gdLst>
              <a:ahLst/>
              <a:cxnLst>
                <a:cxn ang="0">
                  <a:pos x="T0" y="T1"/>
                </a:cxn>
                <a:cxn ang="0">
                  <a:pos x="T2" y="T3"/>
                </a:cxn>
                <a:cxn ang="0">
                  <a:pos x="T4" y="T5"/>
                </a:cxn>
                <a:cxn ang="0">
                  <a:pos x="T6" y="T7"/>
                </a:cxn>
                <a:cxn ang="0">
                  <a:pos x="T8" y="T9"/>
                </a:cxn>
              </a:cxnLst>
              <a:rect l="0" t="0" r="r" b="b"/>
              <a:pathLst>
                <a:path w="11" h="33">
                  <a:moveTo>
                    <a:pt x="5" y="2"/>
                  </a:moveTo>
                  <a:cubicBezTo>
                    <a:pt x="5" y="2"/>
                    <a:pt x="11" y="14"/>
                    <a:pt x="8" y="33"/>
                  </a:cubicBezTo>
                  <a:cubicBezTo>
                    <a:pt x="0" y="33"/>
                    <a:pt x="0" y="33"/>
                    <a:pt x="0" y="33"/>
                  </a:cubicBezTo>
                  <a:cubicBezTo>
                    <a:pt x="0" y="0"/>
                    <a:pt x="0" y="0"/>
                    <a:pt x="0" y="0"/>
                  </a:cubicBezTo>
                  <a:cubicBezTo>
                    <a:pt x="0" y="0"/>
                    <a:pt x="5" y="3"/>
                    <a:pt x="5"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3" name="Freeform 17"/>
            <p:cNvSpPr/>
            <p:nvPr/>
          </p:nvSpPr>
          <p:spPr bwMode="auto">
            <a:xfrm>
              <a:off x="3468055" y="2418239"/>
              <a:ext cx="31750" cy="98425"/>
            </a:xfrm>
            <a:custGeom>
              <a:avLst/>
              <a:gdLst>
                <a:gd name="T0" fmla="*/ 6 w 11"/>
                <a:gd name="T1" fmla="*/ 2 h 33"/>
                <a:gd name="T2" fmla="*/ 3 w 11"/>
                <a:gd name="T3" fmla="*/ 33 h 33"/>
                <a:gd name="T4" fmla="*/ 11 w 11"/>
                <a:gd name="T5" fmla="*/ 33 h 33"/>
                <a:gd name="T6" fmla="*/ 11 w 11"/>
                <a:gd name="T7" fmla="*/ 0 h 33"/>
                <a:gd name="T8" fmla="*/ 6 w 11"/>
                <a:gd name="T9" fmla="*/ 2 h 33"/>
              </a:gdLst>
              <a:ahLst/>
              <a:cxnLst>
                <a:cxn ang="0">
                  <a:pos x="T0" y="T1"/>
                </a:cxn>
                <a:cxn ang="0">
                  <a:pos x="T2" y="T3"/>
                </a:cxn>
                <a:cxn ang="0">
                  <a:pos x="T4" y="T5"/>
                </a:cxn>
                <a:cxn ang="0">
                  <a:pos x="T6" y="T7"/>
                </a:cxn>
                <a:cxn ang="0">
                  <a:pos x="T8" y="T9"/>
                </a:cxn>
              </a:cxnLst>
              <a:rect l="0" t="0" r="r" b="b"/>
              <a:pathLst>
                <a:path w="11" h="33">
                  <a:moveTo>
                    <a:pt x="6" y="2"/>
                  </a:moveTo>
                  <a:cubicBezTo>
                    <a:pt x="6" y="2"/>
                    <a:pt x="0" y="14"/>
                    <a:pt x="3" y="33"/>
                  </a:cubicBezTo>
                  <a:cubicBezTo>
                    <a:pt x="11" y="33"/>
                    <a:pt x="11" y="33"/>
                    <a:pt x="11" y="33"/>
                  </a:cubicBezTo>
                  <a:cubicBezTo>
                    <a:pt x="11" y="0"/>
                    <a:pt x="11" y="0"/>
                    <a:pt x="11" y="0"/>
                  </a:cubicBezTo>
                  <a:cubicBezTo>
                    <a:pt x="11" y="0"/>
                    <a:pt x="6" y="3"/>
                    <a:pt x="6"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4" name="Freeform 18"/>
            <p:cNvSpPr/>
            <p:nvPr/>
          </p:nvSpPr>
          <p:spPr bwMode="auto">
            <a:xfrm>
              <a:off x="3587117" y="2327752"/>
              <a:ext cx="258763" cy="193675"/>
            </a:xfrm>
            <a:custGeom>
              <a:avLst/>
              <a:gdLst>
                <a:gd name="T0" fmla="*/ 0 w 87"/>
                <a:gd name="T1" fmla="*/ 0 h 65"/>
                <a:gd name="T2" fmla="*/ 43 w 87"/>
                <a:gd name="T3" fmla="*/ 21 h 65"/>
                <a:gd name="T4" fmla="*/ 87 w 87"/>
                <a:gd name="T5" fmla="*/ 0 h 65"/>
                <a:gd name="T6" fmla="*/ 87 w 87"/>
                <a:gd name="T7" fmla="*/ 51 h 65"/>
                <a:gd name="T8" fmla="*/ 45 w 87"/>
                <a:gd name="T9" fmla="*/ 65 h 65"/>
                <a:gd name="T10" fmla="*/ 45 w 87"/>
                <a:gd name="T11" fmla="*/ 65 h 65"/>
                <a:gd name="T12" fmla="*/ 43 w 87"/>
                <a:gd name="T13" fmla="*/ 65 h 65"/>
                <a:gd name="T14" fmla="*/ 42 w 87"/>
                <a:gd name="T15" fmla="*/ 65 h 65"/>
                <a:gd name="T16" fmla="*/ 42 w 87"/>
                <a:gd name="T17" fmla="*/ 65 h 65"/>
                <a:gd name="T18" fmla="*/ 0 w 87"/>
                <a:gd name="T19" fmla="*/ 51 h 65"/>
                <a:gd name="T20" fmla="*/ 0 w 87"/>
                <a:gd name="T21" fmla="*/ 0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7" h="65">
                  <a:moveTo>
                    <a:pt x="0" y="0"/>
                  </a:moveTo>
                  <a:cubicBezTo>
                    <a:pt x="0" y="1"/>
                    <a:pt x="36" y="18"/>
                    <a:pt x="43" y="21"/>
                  </a:cubicBezTo>
                  <a:cubicBezTo>
                    <a:pt x="50" y="18"/>
                    <a:pt x="87" y="1"/>
                    <a:pt x="87" y="0"/>
                  </a:cubicBezTo>
                  <a:cubicBezTo>
                    <a:pt x="87" y="51"/>
                    <a:pt x="87" y="51"/>
                    <a:pt x="87" y="51"/>
                  </a:cubicBezTo>
                  <a:cubicBezTo>
                    <a:pt x="75" y="63"/>
                    <a:pt x="52" y="65"/>
                    <a:pt x="45" y="65"/>
                  </a:cubicBezTo>
                  <a:cubicBezTo>
                    <a:pt x="45" y="65"/>
                    <a:pt x="45" y="65"/>
                    <a:pt x="45" y="65"/>
                  </a:cubicBezTo>
                  <a:cubicBezTo>
                    <a:pt x="45" y="65"/>
                    <a:pt x="44" y="65"/>
                    <a:pt x="43" y="65"/>
                  </a:cubicBezTo>
                  <a:cubicBezTo>
                    <a:pt x="43" y="65"/>
                    <a:pt x="42" y="65"/>
                    <a:pt x="42" y="65"/>
                  </a:cubicBezTo>
                  <a:cubicBezTo>
                    <a:pt x="42" y="65"/>
                    <a:pt x="42" y="65"/>
                    <a:pt x="42" y="65"/>
                  </a:cubicBezTo>
                  <a:cubicBezTo>
                    <a:pt x="35" y="65"/>
                    <a:pt x="12" y="63"/>
                    <a:pt x="0" y="51"/>
                  </a:cubicBez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5" name="Freeform 19"/>
            <p:cNvSpPr>
              <a:spLocks noEditPoints="1"/>
            </p:cNvSpPr>
            <p:nvPr/>
          </p:nvSpPr>
          <p:spPr bwMode="auto">
            <a:xfrm>
              <a:off x="3676017" y="3137377"/>
              <a:ext cx="325438" cy="323850"/>
            </a:xfrm>
            <a:custGeom>
              <a:avLst/>
              <a:gdLst>
                <a:gd name="T0" fmla="*/ 39 w 109"/>
                <a:gd name="T1" fmla="*/ 53 h 109"/>
                <a:gd name="T2" fmla="*/ 42 w 109"/>
                <a:gd name="T3" fmla="*/ 46 h 109"/>
                <a:gd name="T4" fmla="*/ 42 w 109"/>
                <a:gd name="T5" fmla="*/ 21 h 109"/>
                <a:gd name="T6" fmla="*/ 39 w 109"/>
                <a:gd name="T7" fmla="*/ 17 h 109"/>
                <a:gd name="T8" fmla="*/ 39 w 109"/>
                <a:gd name="T9" fmla="*/ 17 h 109"/>
                <a:gd name="T10" fmla="*/ 39 w 109"/>
                <a:gd name="T11" fmla="*/ 6 h 109"/>
                <a:gd name="T12" fmla="*/ 39 w 109"/>
                <a:gd name="T13" fmla="*/ 6 h 109"/>
                <a:gd name="T14" fmla="*/ 39 w 109"/>
                <a:gd name="T15" fmla="*/ 6 h 109"/>
                <a:gd name="T16" fmla="*/ 55 w 109"/>
                <a:gd name="T17" fmla="*/ 0 h 109"/>
                <a:gd name="T18" fmla="*/ 70 w 109"/>
                <a:gd name="T19" fmla="*/ 6 h 109"/>
                <a:gd name="T20" fmla="*/ 70 w 109"/>
                <a:gd name="T21" fmla="*/ 6 h 109"/>
                <a:gd name="T22" fmla="*/ 71 w 109"/>
                <a:gd name="T23" fmla="*/ 6 h 109"/>
                <a:gd name="T24" fmla="*/ 71 w 109"/>
                <a:gd name="T25" fmla="*/ 17 h 109"/>
                <a:gd name="T26" fmla="*/ 70 w 109"/>
                <a:gd name="T27" fmla="*/ 17 h 109"/>
                <a:gd name="T28" fmla="*/ 66 w 109"/>
                <a:gd name="T29" fmla="*/ 21 h 109"/>
                <a:gd name="T30" fmla="*/ 66 w 109"/>
                <a:gd name="T31" fmla="*/ 46 h 109"/>
                <a:gd name="T32" fmla="*/ 69 w 109"/>
                <a:gd name="T33" fmla="*/ 53 h 109"/>
                <a:gd name="T34" fmla="*/ 94 w 109"/>
                <a:gd name="T35" fmla="*/ 100 h 109"/>
                <a:gd name="T36" fmla="*/ 55 w 109"/>
                <a:gd name="T37" fmla="*/ 109 h 109"/>
                <a:gd name="T38" fmla="*/ 15 w 109"/>
                <a:gd name="T39" fmla="*/ 100 h 109"/>
                <a:gd name="T40" fmla="*/ 39 w 109"/>
                <a:gd name="T41" fmla="*/ 53 h 109"/>
                <a:gd name="T42" fmla="*/ 40 w 109"/>
                <a:gd name="T43" fmla="*/ 101 h 109"/>
                <a:gd name="T44" fmla="*/ 23 w 109"/>
                <a:gd name="T45" fmla="*/ 89 h 109"/>
                <a:gd name="T46" fmla="*/ 38 w 109"/>
                <a:gd name="T47" fmla="*/ 63 h 109"/>
                <a:gd name="T48" fmla="*/ 17 w 109"/>
                <a:gd name="T49" fmla="*/ 90 h 109"/>
                <a:gd name="T50" fmla="*/ 40 w 109"/>
                <a:gd name="T51" fmla="*/ 101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09" h="109">
                  <a:moveTo>
                    <a:pt x="39" y="53"/>
                  </a:moveTo>
                  <a:cubicBezTo>
                    <a:pt x="39" y="53"/>
                    <a:pt x="42" y="51"/>
                    <a:pt x="42" y="46"/>
                  </a:cubicBezTo>
                  <a:cubicBezTo>
                    <a:pt x="42" y="42"/>
                    <a:pt x="42" y="26"/>
                    <a:pt x="42" y="21"/>
                  </a:cubicBezTo>
                  <a:cubicBezTo>
                    <a:pt x="40" y="20"/>
                    <a:pt x="39" y="19"/>
                    <a:pt x="39" y="17"/>
                  </a:cubicBezTo>
                  <a:cubicBezTo>
                    <a:pt x="39" y="17"/>
                    <a:pt x="39" y="17"/>
                    <a:pt x="39" y="17"/>
                  </a:cubicBezTo>
                  <a:cubicBezTo>
                    <a:pt x="39" y="6"/>
                    <a:pt x="39" y="6"/>
                    <a:pt x="39" y="6"/>
                  </a:cubicBezTo>
                  <a:cubicBezTo>
                    <a:pt x="39" y="6"/>
                    <a:pt x="39" y="6"/>
                    <a:pt x="39" y="6"/>
                  </a:cubicBezTo>
                  <a:cubicBezTo>
                    <a:pt x="39" y="6"/>
                    <a:pt x="39" y="6"/>
                    <a:pt x="39" y="6"/>
                  </a:cubicBezTo>
                  <a:cubicBezTo>
                    <a:pt x="39" y="2"/>
                    <a:pt x="46" y="0"/>
                    <a:pt x="55" y="0"/>
                  </a:cubicBezTo>
                  <a:cubicBezTo>
                    <a:pt x="63" y="0"/>
                    <a:pt x="70" y="2"/>
                    <a:pt x="70" y="6"/>
                  </a:cubicBezTo>
                  <a:cubicBezTo>
                    <a:pt x="70" y="6"/>
                    <a:pt x="70" y="6"/>
                    <a:pt x="70" y="6"/>
                  </a:cubicBezTo>
                  <a:cubicBezTo>
                    <a:pt x="71" y="6"/>
                    <a:pt x="71" y="6"/>
                    <a:pt x="71" y="6"/>
                  </a:cubicBezTo>
                  <a:cubicBezTo>
                    <a:pt x="71" y="17"/>
                    <a:pt x="71" y="17"/>
                    <a:pt x="71" y="17"/>
                  </a:cubicBezTo>
                  <a:cubicBezTo>
                    <a:pt x="70" y="17"/>
                    <a:pt x="70" y="17"/>
                    <a:pt x="70" y="17"/>
                  </a:cubicBezTo>
                  <a:cubicBezTo>
                    <a:pt x="70" y="19"/>
                    <a:pt x="69" y="20"/>
                    <a:pt x="66" y="21"/>
                  </a:cubicBezTo>
                  <a:cubicBezTo>
                    <a:pt x="66" y="26"/>
                    <a:pt x="66" y="42"/>
                    <a:pt x="66" y="46"/>
                  </a:cubicBezTo>
                  <a:cubicBezTo>
                    <a:pt x="66" y="51"/>
                    <a:pt x="69" y="53"/>
                    <a:pt x="69" y="53"/>
                  </a:cubicBezTo>
                  <a:cubicBezTo>
                    <a:pt x="75" y="56"/>
                    <a:pt x="109" y="90"/>
                    <a:pt x="94" y="100"/>
                  </a:cubicBezTo>
                  <a:cubicBezTo>
                    <a:pt x="81" y="109"/>
                    <a:pt x="59" y="109"/>
                    <a:pt x="55" y="109"/>
                  </a:cubicBezTo>
                  <a:cubicBezTo>
                    <a:pt x="50" y="109"/>
                    <a:pt x="28" y="109"/>
                    <a:pt x="15" y="100"/>
                  </a:cubicBezTo>
                  <a:cubicBezTo>
                    <a:pt x="0" y="90"/>
                    <a:pt x="34" y="56"/>
                    <a:pt x="39" y="53"/>
                  </a:cubicBezTo>
                  <a:close/>
                  <a:moveTo>
                    <a:pt x="40" y="101"/>
                  </a:moveTo>
                  <a:cubicBezTo>
                    <a:pt x="40" y="101"/>
                    <a:pt x="24" y="97"/>
                    <a:pt x="23" y="89"/>
                  </a:cubicBezTo>
                  <a:cubicBezTo>
                    <a:pt x="22" y="80"/>
                    <a:pt x="38" y="63"/>
                    <a:pt x="38" y="63"/>
                  </a:cubicBezTo>
                  <a:cubicBezTo>
                    <a:pt x="38" y="63"/>
                    <a:pt x="17" y="79"/>
                    <a:pt x="17" y="90"/>
                  </a:cubicBezTo>
                  <a:cubicBezTo>
                    <a:pt x="18" y="101"/>
                    <a:pt x="40" y="101"/>
                    <a:pt x="40" y="10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6" name="Freeform 20"/>
            <p:cNvSpPr>
              <a:spLocks noEditPoints="1"/>
            </p:cNvSpPr>
            <p:nvPr/>
          </p:nvSpPr>
          <p:spPr bwMode="auto">
            <a:xfrm>
              <a:off x="4218942" y="2242027"/>
              <a:ext cx="403225" cy="404813"/>
            </a:xfrm>
            <a:custGeom>
              <a:avLst/>
              <a:gdLst>
                <a:gd name="T0" fmla="*/ 67 w 135"/>
                <a:gd name="T1" fmla="*/ 0 h 136"/>
                <a:gd name="T2" fmla="*/ 135 w 135"/>
                <a:gd name="T3" fmla="*/ 68 h 136"/>
                <a:gd name="T4" fmla="*/ 67 w 135"/>
                <a:gd name="T5" fmla="*/ 136 h 136"/>
                <a:gd name="T6" fmla="*/ 0 w 135"/>
                <a:gd name="T7" fmla="*/ 68 h 136"/>
                <a:gd name="T8" fmla="*/ 67 w 135"/>
                <a:gd name="T9" fmla="*/ 0 h 136"/>
                <a:gd name="T10" fmla="*/ 67 w 135"/>
                <a:gd name="T11" fmla="*/ 133 h 136"/>
                <a:gd name="T12" fmla="*/ 132 w 135"/>
                <a:gd name="T13" fmla="*/ 68 h 136"/>
                <a:gd name="T14" fmla="*/ 67 w 135"/>
                <a:gd name="T15" fmla="*/ 3 h 136"/>
                <a:gd name="T16" fmla="*/ 3 w 135"/>
                <a:gd name="T17" fmla="*/ 68 h 136"/>
                <a:gd name="T18" fmla="*/ 67 w 135"/>
                <a:gd name="T19" fmla="*/ 133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5" h="136">
                  <a:moveTo>
                    <a:pt x="67" y="0"/>
                  </a:moveTo>
                  <a:cubicBezTo>
                    <a:pt x="105" y="0"/>
                    <a:pt x="135" y="30"/>
                    <a:pt x="135" y="68"/>
                  </a:cubicBezTo>
                  <a:cubicBezTo>
                    <a:pt x="135" y="105"/>
                    <a:pt x="105" y="136"/>
                    <a:pt x="67" y="136"/>
                  </a:cubicBezTo>
                  <a:cubicBezTo>
                    <a:pt x="30" y="136"/>
                    <a:pt x="0" y="105"/>
                    <a:pt x="0" y="68"/>
                  </a:cubicBezTo>
                  <a:cubicBezTo>
                    <a:pt x="0" y="30"/>
                    <a:pt x="30" y="0"/>
                    <a:pt x="67" y="0"/>
                  </a:cubicBezTo>
                  <a:close/>
                  <a:moveTo>
                    <a:pt x="67" y="133"/>
                  </a:moveTo>
                  <a:cubicBezTo>
                    <a:pt x="103" y="133"/>
                    <a:pt x="132" y="104"/>
                    <a:pt x="132" y="68"/>
                  </a:cubicBezTo>
                  <a:cubicBezTo>
                    <a:pt x="132" y="32"/>
                    <a:pt x="103" y="3"/>
                    <a:pt x="67" y="3"/>
                  </a:cubicBezTo>
                  <a:cubicBezTo>
                    <a:pt x="32" y="3"/>
                    <a:pt x="3" y="32"/>
                    <a:pt x="3" y="68"/>
                  </a:cubicBezTo>
                  <a:cubicBezTo>
                    <a:pt x="3" y="104"/>
                    <a:pt x="32" y="133"/>
                    <a:pt x="67"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7" name="Freeform 21"/>
            <p:cNvSpPr/>
            <p:nvPr/>
          </p:nvSpPr>
          <p:spPr bwMode="auto">
            <a:xfrm>
              <a:off x="4180842" y="2249964"/>
              <a:ext cx="452438" cy="396875"/>
            </a:xfrm>
            <a:custGeom>
              <a:avLst/>
              <a:gdLst>
                <a:gd name="T0" fmla="*/ 108 w 152"/>
                <a:gd name="T1" fmla="*/ 10 h 133"/>
                <a:gd name="T2" fmla="*/ 111 w 152"/>
                <a:gd name="T3" fmla="*/ 15 h 133"/>
                <a:gd name="T4" fmla="*/ 114 w 152"/>
                <a:gd name="T5" fmla="*/ 19 h 133"/>
                <a:gd name="T6" fmla="*/ 116 w 152"/>
                <a:gd name="T7" fmla="*/ 17 h 133"/>
                <a:gd name="T8" fmla="*/ 117 w 152"/>
                <a:gd name="T9" fmla="*/ 21 h 133"/>
                <a:gd name="T10" fmla="*/ 124 w 152"/>
                <a:gd name="T11" fmla="*/ 23 h 133"/>
                <a:gd name="T12" fmla="*/ 128 w 152"/>
                <a:gd name="T13" fmla="*/ 27 h 133"/>
                <a:gd name="T14" fmla="*/ 134 w 152"/>
                <a:gd name="T15" fmla="*/ 35 h 133"/>
                <a:gd name="T16" fmla="*/ 137 w 152"/>
                <a:gd name="T17" fmla="*/ 41 h 133"/>
                <a:gd name="T18" fmla="*/ 134 w 152"/>
                <a:gd name="T19" fmla="*/ 44 h 133"/>
                <a:gd name="T20" fmla="*/ 134 w 152"/>
                <a:gd name="T21" fmla="*/ 46 h 133"/>
                <a:gd name="T22" fmla="*/ 137 w 152"/>
                <a:gd name="T23" fmla="*/ 44 h 133"/>
                <a:gd name="T24" fmla="*/ 139 w 152"/>
                <a:gd name="T25" fmla="*/ 40 h 133"/>
                <a:gd name="T26" fmla="*/ 141 w 152"/>
                <a:gd name="T27" fmla="*/ 46 h 133"/>
                <a:gd name="T28" fmla="*/ 140 w 152"/>
                <a:gd name="T29" fmla="*/ 55 h 133"/>
                <a:gd name="T30" fmla="*/ 136 w 152"/>
                <a:gd name="T31" fmla="*/ 53 h 133"/>
                <a:gd name="T32" fmla="*/ 130 w 152"/>
                <a:gd name="T33" fmla="*/ 59 h 133"/>
                <a:gd name="T34" fmla="*/ 124 w 152"/>
                <a:gd name="T35" fmla="*/ 65 h 133"/>
                <a:gd name="T36" fmla="*/ 118 w 152"/>
                <a:gd name="T37" fmla="*/ 70 h 133"/>
                <a:gd name="T38" fmla="*/ 111 w 152"/>
                <a:gd name="T39" fmla="*/ 78 h 133"/>
                <a:gd name="T40" fmla="*/ 113 w 152"/>
                <a:gd name="T41" fmla="*/ 90 h 133"/>
                <a:gd name="T42" fmla="*/ 119 w 152"/>
                <a:gd name="T43" fmla="*/ 103 h 133"/>
                <a:gd name="T44" fmla="*/ 117 w 152"/>
                <a:gd name="T45" fmla="*/ 113 h 133"/>
                <a:gd name="T46" fmla="*/ 121 w 152"/>
                <a:gd name="T47" fmla="*/ 114 h 133"/>
                <a:gd name="T48" fmla="*/ 130 w 152"/>
                <a:gd name="T49" fmla="*/ 99 h 133"/>
                <a:gd name="T50" fmla="*/ 141 w 152"/>
                <a:gd name="T51" fmla="*/ 75 h 133"/>
                <a:gd name="T52" fmla="*/ 144 w 152"/>
                <a:gd name="T53" fmla="*/ 58 h 133"/>
                <a:gd name="T54" fmla="*/ 103 w 152"/>
                <a:gd name="T55" fmla="*/ 122 h 133"/>
                <a:gd name="T56" fmla="*/ 92 w 152"/>
                <a:gd name="T57" fmla="*/ 121 h 133"/>
                <a:gd name="T58" fmla="*/ 78 w 152"/>
                <a:gd name="T59" fmla="*/ 119 h 133"/>
                <a:gd name="T60" fmla="*/ 79 w 152"/>
                <a:gd name="T61" fmla="*/ 125 h 133"/>
                <a:gd name="T62" fmla="*/ 71 w 152"/>
                <a:gd name="T63" fmla="*/ 124 h 133"/>
                <a:gd name="T64" fmla="*/ 59 w 152"/>
                <a:gd name="T65" fmla="*/ 123 h 133"/>
                <a:gd name="T66" fmla="*/ 60 w 152"/>
                <a:gd name="T67" fmla="*/ 1 h 133"/>
                <a:gd name="T68" fmla="*/ 20 w 152"/>
                <a:gd name="T69" fmla="*/ 42 h 133"/>
                <a:gd name="T70" fmla="*/ 26 w 152"/>
                <a:gd name="T71" fmla="*/ 39 h 133"/>
                <a:gd name="T72" fmla="*/ 31 w 152"/>
                <a:gd name="T73" fmla="*/ 49 h 133"/>
                <a:gd name="T74" fmla="*/ 38 w 152"/>
                <a:gd name="T75" fmla="*/ 39 h 133"/>
                <a:gd name="T76" fmla="*/ 35 w 152"/>
                <a:gd name="T77" fmla="*/ 50 h 133"/>
                <a:gd name="T78" fmla="*/ 28 w 152"/>
                <a:gd name="T79" fmla="*/ 52 h 133"/>
                <a:gd name="T80" fmla="*/ 31 w 152"/>
                <a:gd name="T81" fmla="*/ 67 h 133"/>
                <a:gd name="T82" fmla="*/ 35 w 152"/>
                <a:gd name="T83" fmla="*/ 82 h 133"/>
                <a:gd name="T84" fmla="*/ 40 w 152"/>
                <a:gd name="T85" fmla="*/ 91 h 133"/>
                <a:gd name="T86" fmla="*/ 54 w 152"/>
                <a:gd name="T87" fmla="*/ 103 h 133"/>
                <a:gd name="T88" fmla="*/ 57 w 152"/>
                <a:gd name="T89" fmla="*/ 93 h 133"/>
                <a:gd name="T90" fmla="*/ 57 w 152"/>
                <a:gd name="T91" fmla="*/ 80 h 133"/>
                <a:gd name="T92" fmla="*/ 62 w 152"/>
                <a:gd name="T93" fmla="*/ 67 h 133"/>
                <a:gd name="T94" fmla="*/ 68 w 152"/>
                <a:gd name="T95" fmla="*/ 60 h 133"/>
                <a:gd name="T96" fmla="*/ 86 w 152"/>
                <a:gd name="T97" fmla="*/ 60 h 133"/>
                <a:gd name="T98" fmla="*/ 92 w 152"/>
                <a:gd name="T99" fmla="*/ 51 h 133"/>
                <a:gd name="T100" fmla="*/ 85 w 152"/>
                <a:gd name="T101" fmla="*/ 33 h 133"/>
                <a:gd name="T102" fmla="*/ 72 w 152"/>
                <a:gd name="T103" fmla="*/ 27 h 133"/>
                <a:gd name="T104" fmla="*/ 65 w 152"/>
                <a:gd name="T105" fmla="*/ 31 h 133"/>
                <a:gd name="T106" fmla="*/ 54 w 152"/>
                <a:gd name="T107" fmla="*/ 31 h 133"/>
                <a:gd name="T108" fmla="*/ 44 w 152"/>
                <a:gd name="T109" fmla="*/ 29 h 133"/>
                <a:gd name="T110" fmla="*/ 53 w 152"/>
                <a:gd name="T111" fmla="*/ 25 h 133"/>
                <a:gd name="T112" fmla="*/ 54 w 152"/>
                <a:gd name="T113" fmla="*/ 21 h 133"/>
                <a:gd name="T114" fmla="*/ 67 w 152"/>
                <a:gd name="T115" fmla="*/ 21 h 133"/>
                <a:gd name="T116" fmla="*/ 78 w 152"/>
                <a:gd name="T117" fmla="*/ 25 h 133"/>
                <a:gd name="T118" fmla="*/ 80 w 152"/>
                <a:gd name="T119" fmla="*/ 14 h 133"/>
                <a:gd name="T120" fmla="*/ 88 w 152"/>
                <a:gd name="T121" fmla="*/ 7 h 133"/>
                <a:gd name="T122" fmla="*/ 79 w 152"/>
                <a:gd name="T123" fmla="*/ 2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52" h="133">
                  <a:moveTo>
                    <a:pt x="90" y="0"/>
                  </a:moveTo>
                  <a:cubicBezTo>
                    <a:pt x="90" y="0"/>
                    <a:pt x="113" y="3"/>
                    <a:pt x="128" y="21"/>
                  </a:cubicBezTo>
                  <a:cubicBezTo>
                    <a:pt x="128" y="21"/>
                    <a:pt x="117" y="8"/>
                    <a:pt x="109" y="8"/>
                  </a:cubicBezTo>
                  <a:cubicBezTo>
                    <a:pt x="108" y="9"/>
                    <a:pt x="108" y="9"/>
                    <a:pt x="108" y="9"/>
                  </a:cubicBezTo>
                  <a:cubicBezTo>
                    <a:pt x="108" y="9"/>
                    <a:pt x="108" y="10"/>
                    <a:pt x="108" y="10"/>
                  </a:cubicBezTo>
                  <a:cubicBezTo>
                    <a:pt x="108" y="10"/>
                    <a:pt x="109" y="11"/>
                    <a:pt x="109" y="12"/>
                  </a:cubicBezTo>
                  <a:cubicBezTo>
                    <a:pt x="109" y="12"/>
                    <a:pt x="109" y="13"/>
                    <a:pt x="109" y="13"/>
                  </a:cubicBezTo>
                  <a:cubicBezTo>
                    <a:pt x="110" y="14"/>
                    <a:pt x="110" y="14"/>
                    <a:pt x="110" y="14"/>
                  </a:cubicBezTo>
                  <a:cubicBezTo>
                    <a:pt x="110" y="14"/>
                    <a:pt x="110" y="14"/>
                    <a:pt x="110" y="14"/>
                  </a:cubicBezTo>
                  <a:cubicBezTo>
                    <a:pt x="111" y="15"/>
                    <a:pt x="111" y="15"/>
                    <a:pt x="111" y="15"/>
                  </a:cubicBezTo>
                  <a:cubicBezTo>
                    <a:pt x="111" y="16"/>
                    <a:pt x="111" y="16"/>
                    <a:pt x="111" y="16"/>
                  </a:cubicBezTo>
                  <a:cubicBezTo>
                    <a:pt x="111" y="18"/>
                    <a:pt x="111" y="18"/>
                    <a:pt x="111" y="18"/>
                  </a:cubicBezTo>
                  <a:cubicBezTo>
                    <a:pt x="111" y="18"/>
                    <a:pt x="111" y="18"/>
                    <a:pt x="111" y="18"/>
                  </a:cubicBezTo>
                  <a:cubicBezTo>
                    <a:pt x="112" y="19"/>
                    <a:pt x="112" y="19"/>
                    <a:pt x="112" y="19"/>
                  </a:cubicBezTo>
                  <a:cubicBezTo>
                    <a:pt x="112" y="19"/>
                    <a:pt x="113" y="19"/>
                    <a:pt x="114" y="19"/>
                  </a:cubicBezTo>
                  <a:cubicBezTo>
                    <a:pt x="114" y="19"/>
                    <a:pt x="114" y="18"/>
                    <a:pt x="114" y="18"/>
                  </a:cubicBezTo>
                  <a:cubicBezTo>
                    <a:pt x="113" y="17"/>
                    <a:pt x="113" y="17"/>
                    <a:pt x="113" y="17"/>
                  </a:cubicBezTo>
                  <a:cubicBezTo>
                    <a:pt x="113" y="17"/>
                    <a:pt x="113" y="17"/>
                    <a:pt x="113" y="17"/>
                  </a:cubicBezTo>
                  <a:cubicBezTo>
                    <a:pt x="114" y="16"/>
                    <a:pt x="113" y="16"/>
                    <a:pt x="114" y="16"/>
                  </a:cubicBezTo>
                  <a:cubicBezTo>
                    <a:pt x="115" y="16"/>
                    <a:pt x="116" y="17"/>
                    <a:pt x="116" y="17"/>
                  </a:cubicBezTo>
                  <a:cubicBezTo>
                    <a:pt x="117" y="18"/>
                    <a:pt x="117" y="18"/>
                    <a:pt x="117" y="18"/>
                  </a:cubicBezTo>
                  <a:cubicBezTo>
                    <a:pt x="117" y="18"/>
                    <a:pt x="118" y="19"/>
                    <a:pt x="117" y="19"/>
                  </a:cubicBezTo>
                  <a:cubicBezTo>
                    <a:pt x="117" y="19"/>
                    <a:pt x="117" y="19"/>
                    <a:pt x="117" y="19"/>
                  </a:cubicBezTo>
                  <a:cubicBezTo>
                    <a:pt x="117" y="19"/>
                    <a:pt x="116" y="20"/>
                    <a:pt x="116" y="20"/>
                  </a:cubicBezTo>
                  <a:cubicBezTo>
                    <a:pt x="116" y="21"/>
                    <a:pt x="117" y="21"/>
                    <a:pt x="117" y="21"/>
                  </a:cubicBezTo>
                  <a:cubicBezTo>
                    <a:pt x="117" y="21"/>
                    <a:pt x="117" y="22"/>
                    <a:pt x="118" y="22"/>
                  </a:cubicBezTo>
                  <a:cubicBezTo>
                    <a:pt x="119" y="21"/>
                    <a:pt x="119" y="21"/>
                    <a:pt x="120" y="21"/>
                  </a:cubicBezTo>
                  <a:cubicBezTo>
                    <a:pt x="120" y="21"/>
                    <a:pt x="121" y="21"/>
                    <a:pt x="121" y="21"/>
                  </a:cubicBezTo>
                  <a:cubicBezTo>
                    <a:pt x="122" y="21"/>
                    <a:pt x="122" y="21"/>
                    <a:pt x="122" y="21"/>
                  </a:cubicBezTo>
                  <a:cubicBezTo>
                    <a:pt x="122" y="22"/>
                    <a:pt x="124" y="23"/>
                    <a:pt x="124" y="23"/>
                  </a:cubicBezTo>
                  <a:cubicBezTo>
                    <a:pt x="124" y="23"/>
                    <a:pt x="124" y="23"/>
                    <a:pt x="124" y="23"/>
                  </a:cubicBezTo>
                  <a:cubicBezTo>
                    <a:pt x="124" y="23"/>
                    <a:pt x="125" y="25"/>
                    <a:pt x="125" y="25"/>
                  </a:cubicBezTo>
                  <a:cubicBezTo>
                    <a:pt x="125" y="25"/>
                    <a:pt x="125" y="25"/>
                    <a:pt x="126" y="25"/>
                  </a:cubicBezTo>
                  <a:cubicBezTo>
                    <a:pt x="127" y="26"/>
                    <a:pt x="127" y="26"/>
                    <a:pt x="127" y="26"/>
                  </a:cubicBezTo>
                  <a:cubicBezTo>
                    <a:pt x="128" y="27"/>
                    <a:pt x="128" y="27"/>
                    <a:pt x="128" y="27"/>
                  </a:cubicBezTo>
                  <a:cubicBezTo>
                    <a:pt x="128" y="27"/>
                    <a:pt x="129" y="28"/>
                    <a:pt x="129" y="28"/>
                  </a:cubicBezTo>
                  <a:cubicBezTo>
                    <a:pt x="130" y="29"/>
                    <a:pt x="131" y="30"/>
                    <a:pt x="132" y="30"/>
                  </a:cubicBezTo>
                  <a:cubicBezTo>
                    <a:pt x="132" y="30"/>
                    <a:pt x="132" y="31"/>
                    <a:pt x="133" y="32"/>
                  </a:cubicBezTo>
                  <a:cubicBezTo>
                    <a:pt x="133" y="32"/>
                    <a:pt x="133" y="33"/>
                    <a:pt x="133" y="34"/>
                  </a:cubicBezTo>
                  <a:cubicBezTo>
                    <a:pt x="133" y="34"/>
                    <a:pt x="134" y="35"/>
                    <a:pt x="134" y="35"/>
                  </a:cubicBezTo>
                  <a:cubicBezTo>
                    <a:pt x="134" y="36"/>
                    <a:pt x="134" y="37"/>
                    <a:pt x="135" y="37"/>
                  </a:cubicBezTo>
                  <a:cubicBezTo>
                    <a:pt x="135" y="37"/>
                    <a:pt x="135" y="38"/>
                    <a:pt x="136" y="38"/>
                  </a:cubicBezTo>
                  <a:cubicBezTo>
                    <a:pt x="136" y="38"/>
                    <a:pt x="137" y="38"/>
                    <a:pt x="138" y="39"/>
                  </a:cubicBezTo>
                  <a:cubicBezTo>
                    <a:pt x="138" y="39"/>
                    <a:pt x="138" y="40"/>
                    <a:pt x="138" y="40"/>
                  </a:cubicBezTo>
                  <a:cubicBezTo>
                    <a:pt x="138" y="40"/>
                    <a:pt x="138" y="41"/>
                    <a:pt x="137" y="41"/>
                  </a:cubicBezTo>
                  <a:cubicBezTo>
                    <a:pt x="137" y="41"/>
                    <a:pt x="136" y="41"/>
                    <a:pt x="136" y="41"/>
                  </a:cubicBezTo>
                  <a:cubicBezTo>
                    <a:pt x="136" y="41"/>
                    <a:pt x="136" y="42"/>
                    <a:pt x="136" y="42"/>
                  </a:cubicBezTo>
                  <a:cubicBezTo>
                    <a:pt x="136" y="43"/>
                    <a:pt x="137" y="44"/>
                    <a:pt x="136" y="44"/>
                  </a:cubicBezTo>
                  <a:cubicBezTo>
                    <a:pt x="136" y="44"/>
                    <a:pt x="135" y="44"/>
                    <a:pt x="135" y="44"/>
                  </a:cubicBezTo>
                  <a:cubicBezTo>
                    <a:pt x="134" y="44"/>
                    <a:pt x="134" y="44"/>
                    <a:pt x="134" y="44"/>
                  </a:cubicBezTo>
                  <a:cubicBezTo>
                    <a:pt x="133" y="45"/>
                    <a:pt x="133" y="45"/>
                    <a:pt x="133" y="45"/>
                  </a:cubicBezTo>
                  <a:cubicBezTo>
                    <a:pt x="132" y="45"/>
                    <a:pt x="132" y="45"/>
                    <a:pt x="132" y="45"/>
                  </a:cubicBezTo>
                  <a:cubicBezTo>
                    <a:pt x="132" y="45"/>
                    <a:pt x="132" y="46"/>
                    <a:pt x="133" y="46"/>
                  </a:cubicBezTo>
                  <a:cubicBezTo>
                    <a:pt x="133" y="47"/>
                    <a:pt x="133" y="47"/>
                    <a:pt x="133" y="47"/>
                  </a:cubicBezTo>
                  <a:cubicBezTo>
                    <a:pt x="134" y="47"/>
                    <a:pt x="133" y="47"/>
                    <a:pt x="134" y="46"/>
                  </a:cubicBezTo>
                  <a:cubicBezTo>
                    <a:pt x="134" y="46"/>
                    <a:pt x="134" y="46"/>
                    <a:pt x="134" y="46"/>
                  </a:cubicBezTo>
                  <a:cubicBezTo>
                    <a:pt x="135" y="45"/>
                    <a:pt x="135" y="46"/>
                    <a:pt x="136" y="46"/>
                  </a:cubicBezTo>
                  <a:cubicBezTo>
                    <a:pt x="136" y="46"/>
                    <a:pt x="136" y="46"/>
                    <a:pt x="137" y="45"/>
                  </a:cubicBezTo>
                  <a:cubicBezTo>
                    <a:pt x="137" y="45"/>
                    <a:pt x="137" y="46"/>
                    <a:pt x="137" y="45"/>
                  </a:cubicBezTo>
                  <a:cubicBezTo>
                    <a:pt x="137" y="44"/>
                    <a:pt x="137" y="44"/>
                    <a:pt x="137" y="44"/>
                  </a:cubicBezTo>
                  <a:cubicBezTo>
                    <a:pt x="137" y="43"/>
                    <a:pt x="137" y="43"/>
                    <a:pt x="138" y="43"/>
                  </a:cubicBezTo>
                  <a:cubicBezTo>
                    <a:pt x="138" y="43"/>
                    <a:pt x="138" y="43"/>
                    <a:pt x="138" y="43"/>
                  </a:cubicBezTo>
                  <a:cubicBezTo>
                    <a:pt x="139" y="42"/>
                    <a:pt x="139" y="42"/>
                    <a:pt x="139" y="42"/>
                  </a:cubicBezTo>
                  <a:cubicBezTo>
                    <a:pt x="139" y="42"/>
                    <a:pt x="140" y="42"/>
                    <a:pt x="140" y="42"/>
                  </a:cubicBezTo>
                  <a:cubicBezTo>
                    <a:pt x="140" y="41"/>
                    <a:pt x="139" y="40"/>
                    <a:pt x="139" y="40"/>
                  </a:cubicBezTo>
                  <a:cubicBezTo>
                    <a:pt x="139" y="40"/>
                    <a:pt x="139" y="39"/>
                    <a:pt x="139" y="39"/>
                  </a:cubicBezTo>
                  <a:cubicBezTo>
                    <a:pt x="139" y="38"/>
                    <a:pt x="139" y="36"/>
                    <a:pt x="139" y="36"/>
                  </a:cubicBezTo>
                  <a:cubicBezTo>
                    <a:pt x="139" y="36"/>
                    <a:pt x="141" y="41"/>
                    <a:pt x="142" y="44"/>
                  </a:cubicBezTo>
                  <a:cubicBezTo>
                    <a:pt x="142" y="44"/>
                    <a:pt x="141" y="44"/>
                    <a:pt x="141" y="44"/>
                  </a:cubicBezTo>
                  <a:cubicBezTo>
                    <a:pt x="141" y="45"/>
                    <a:pt x="141" y="45"/>
                    <a:pt x="141" y="46"/>
                  </a:cubicBezTo>
                  <a:cubicBezTo>
                    <a:pt x="141" y="46"/>
                    <a:pt x="141" y="46"/>
                    <a:pt x="141" y="48"/>
                  </a:cubicBezTo>
                  <a:cubicBezTo>
                    <a:pt x="141" y="49"/>
                    <a:pt x="140" y="50"/>
                    <a:pt x="141" y="50"/>
                  </a:cubicBezTo>
                  <a:cubicBezTo>
                    <a:pt x="141" y="51"/>
                    <a:pt x="141" y="52"/>
                    <a:pt x="141" y="52"/>
                  </a:cubicBezTo>
                  <a:cubicBezTo>
                    <a:pt x="141" y="53"/>
                    <a:pt x="141" y="54"/>
                    <a:pt x="141" y="55"/>
                  </a:cubicBezTo>
                  <a:cubicBezTo>
                    <a:pt x="140" y="55"/>
                    <a:pt x="140" y="55"/>
                    <a:pt x="140" y="55"/>
                  </a:cubicBezTo>
                  <a:cubicBezTo>
                    <a:pt x="140" y="56"/>
                    <a:pt x="141" y="57"/>
                    <a:pt x="140" y="56"/>
                  </a:cubicBezTo>
                  <a:cubicBezTo>
                    <a:pt x="139" y="54"/>
                    <a:pt x="139" y="54"/>
                    <a:pt x="139" y="54"/>
                  </a:cubicBezTo>
                  <a:cubicBezTo>
                    <a:pt x="138" y="53"/>
                    <a:pt x="138" y="53"/>
                    <a:pt x="138" y="53"/>
                  </a:cubicBezTo>
                  <a:cubicBezTo>
                    <a:pt x="138" y="53"/>
                    <a:pt x="138" y="52"/>
                    <a:pt x="137" y="53"/>
                  </a:cubicBezTo>
                  <a:cubicBezTo>
                    <a:pt x="136" y="53"/>
                    <a:pt x="136" y="53"/>
                    <a:pt x="136" y="53"/>
                  </a:cubicBezTo>
                  <a:cubicBezTo>
                    <a:pt x="135" y="53"/>
                    <a:pt x="136" y="55"/>
                    <a:pt x="136" y="55"/>
                  </a:cubicBezTo>
                  <a:cubicBezTo>
                    <a:pt x="135" y="55"/>
                    <a:pt x="133" y="54"/>
                    <a:pt x="133" y="54"/>
                  </a:cubicBezTo>
                  <a:cubicBezTo>
                    <a:pt x="133" y="54"/>
                    <a:pt x="132" y="54"/>
                    <a:pt x="132" y="55"/>
                  </a:cubicBezTo>
                  <a:cubicBezTo>
                    <a:pt x="132" y="56"/>
                    <a:pt x="131" y="57"/>
                    <a:pt x="131" y="57"/>
                  </a:cubicBezTo>
                  <a:cubicBezTo>
                    <a:pt x="131" y="57"/>
                    <a:pt x="131" y="58"/>
                    <a:pt x="130" y="59"/>
                  </a:cubicBezTo>
                  <a:cubicBezTo>
                    <a:pt x="130" y="59"/>
                    <a:pt x="129" y="60"/>
                    <a:pt x="129" y="60"/>
                  </a:cubicBezTo>
                  <a:cubicBezTo>
                    <a:pt x="128" y="60"/>
                    <a:pt x="127" y="60"/>
                    <a:pt x="126" y="60"/>
                  </a:cubicBezTo>
                  <a:cubicBezTo>
                    <a:pt x="126" y="60"/>
                    <a:pt x="126" y="61"/>
                    <a:pt x="126" y="61"/>
                  </a:cubicBezTo>
                  <a:cubicBezTo>
                    <a:pt x="125" y="62"/>
                    <a:pt x="124" y="63"/>
                    <a:pt x="124" y="63"/>
                  </a:cubicBezTo>
                  <a:cubicBezTo>
                    <a:pt x="124" y="63"/>
                    <a:pt x="124" y="65"/>
                    <a:pt x="124" y="65"/>
                  </a:cubicBezTo>
                  <a:cubicBezTo>
                    <a:pt x="125" y="66"/>
                    <a:pt x="124" y="66"/>
                    <a:pt x="124" y="66"/>
                  </a:cubicBezTo>
                  <a:cubicBezTo>
                    <a:pt x="123" y="66"/>
                    <a:pt x="122" y="67"/>
                    <a:pt x="122" y="67"/>
                  </a:cubicBezTo>
                  <a:cubicBezTo>
                    <a:pt x="122" y="67"/>
                    <a:pt x="123" y="68"/>
                    <a:pt x="122" y="68"/>
                  </a:cubicBezTo>
                  <a:cubicBezTo>
                    <a:pt x="121" y="69"/>
                    <a:pt x="119" y="69"/>
                    <a:pt x="119" y="69"/>
                  </a:cubicBezTo>
                  <a:cubicBezTo>
                    <a:pt x="119" y="69"/>
                    <a:pt x="120" y="70"/>
                    <a:pt x="118" y="70"/>
                  </a:cubicBezTo>
                  <a:cubicBezTo>
                    <a:pt x="117" y="70"/>
                    <a:pt x="116" y="70"/>
                    <a:pt x="115" y="70"/>
                  </a:cubicBezTo>
                  <a:cubicBezTo>
                    <a:pt x="115" y="71"/>
                    <a:pt x="115" y="72"/>
                    <a:pt x="114" y="73"/>
                  </a:cubicBezTo>
                  <a:cubicBezTo>
                    <a:pt x="112" y="74"/>
                    <a:pt x="111" y="74"/>
                    <a:pt x="111" y="74"/>
                  </a:cubicBezTo>
                  <a:cubicBezTo>
                    <a:pt x="110" y="74"/>
                    <a:pt x="110" y="74"/>
                    <a:pt x="110" y="75"/>
                  </a:cubicBezTo>
                  <a:cubicBezTo>
                    <a:pt x="110" y="77"/>
                    <a:pt x="110" y="77"/>
                    <a:pt x="111" y="78"/>
                  </a:cubicBezTo>
                  <a:cubicBezTo>
                    <a:pt x="112" y="78"/>
                    <a:pt x="112" y="80"/>
                    <a:pt x="113" y="81"/>
                  </a:cubicBezTo>
                  <a:cubicBezTo>
                    <a:pt x="113" y="81"/>
                    <a:pt x="114" y="82"/>
                    <a:pt x="113" y="83"/>
                  </a:cubicBezTo>
                  <a:cubicBezTo>
                    <a:pt x="113" y="84"/>
                    <a:pt x="112" y="85"/>
                    <a:pt x="112" y="85"/>
                  </a:cubicBezTo>
                  <a:cubicBezTo>
                    <a:pt x="112" y="86"/>
                    <a:pt x="112" y="87"/>
                    <a:pt x="112" y="88"/>
                  </a:cubicBezTo>
                  <a:cubicBezTo>
                    <a:pt x="113" y="89"/>
                    <a:pt x="113" y="90"/>
                    <a:pt x="113" y="90"/>
                  </a:cubicBezTo>
                  <a:cubicBezTo>
                    <a:pt x="113" y="90"/>
                    <a:pt x="112" y="91"/>
                    <a:pt x="113" y="91"/>
                  </a:cubicBezTo>
                  <a:cubicBezTo>
                    <a:pt x="114" y="92"/>
                    <a:pt x="115" y="93"/>
                    <a:pt x="116" y="93"/>
                  </a:cubicBezTo>
                  <a:cubicBezTo>
                    <a:pt x="116" y="94"/>
                    <a:pt x="118" y="95"/>
                    <a:pt x="118" y="95"/>
                  </a:cubicBezTo>
                  <a:cubicBezTo>
                    <a:pt x="118" y="95"/>
                    <a:pt x="117" y="97"/>
                    <a:pt x="118" y="98"/>
                  </a:cubicBezTo>
                  <a:cubicBezTo>
                    <a:pt x="118" y="98"/>
                    <a:pt x="120" y="103"/>
                    <a:pt x="119" y="103"/>
                  </a:cubicBezTo>
                  <a:cubicBezTo>
                    <a:pt x="118" y="104"/>
                    <a:pt x="118" y="105"/>
                    <a:pt x="118" y="106"/>
                  </a:cubicBezTo>
                  <a:cubicBezTo>
                    <a:pt x="119" y="107"/>
                    <a:pt x="119" y="107"/>
                    <a:pt x="119" y="107"/>
                  </a:cubicBezTo>
                  <a:cubicBezTo>
                    <a:pt x="119" y="108"/>
                    <a:pt x="121" y="107"/>
                    <a:pt x="120" y="109"/>
                  </a:cubicBezTo>
                  <a:cubicBezTo>
                    <a:pt x="119" y="110"/>
                    <a:pt x="119" y="110"/>
                    <a:pt x="118" y="111"/>
                  </a:cubicBezTo>
                  <a:cubicBezTo>
                    <a:pt x="118" y="112"/>
                    <a:pt x="118" y="112"/>
                    <a:pt x="117" y="113"/>
                  </a:cubicBezTo>
                  <a:cubicBezTo>
                    <a:pt x="117" y="114"/>
                    <a:pt x="116" y="115"/>
                    <a:pt x="116" y="116"/>
                  </a:cubicBezTo>
                  <a:cubicBezTo>
                    <a:pt x="115" y="116"/>
                    <a:pt x="114" y="117"/>
                    <a:pt x="114" y="117"/>
                  </a:cubicBezTo>
                  <a:cubicBezTo>
                    <a:pt x="114" y="118"/>
                    <a:pt x="112" y="120"/>
                    <a:pt x="114" y="118"/>
                  </a:cubicBezTo>
                  <a:cubicBezTo>
                    <a:pt x="116" y="117"/>
                    <a:pt x="115" y="118"/>
                    <a:pt x="117" y="116"/>
                  </a:cubicBezTo>
                  <a:cubicBezTo>
                    <a:pt x="119" y="114"/>
                    <a:pt x="120" y="115"/>
                    <a:pt x="121" y="114"/>
                  </a:cubicBezTo>
                  <a:cubicBezTo>
                    <a:pt x="122" y="113"/>
                    <a:pt x="120" y="117"/>
                    <a:pt x="122" y="112"/>
                  </a:cubicBezTo>
                  <a:cubicBezTo>
                    <a:pt x="124" y="107"/>
                    <a:pt x="125" y="107"/>
                    <a:pt x="125" y="106"/>
                  </a:cubicBezTo>
                  <a:cubicBezTo>
                    <a:pt x="126" y="105"/>
                    <a:pt x="126" y="106"/>
                    <a:pt x="127" y="104"/>
                  </a:cubicBezTo>
                  <a:cubicBezTo>
                    <a:pt x="128" y="101"/>
                    <a:pt x="127" y="103"/>
                    <a:pt x="128" y="101"/>
                  </a:cubicBezTo>
                  <a:cubicBezTo>
                    <a:pt x="130" y="99"/>
                    <a:pt x="130" y="102"/>
                    <a:pt x="130" y="99"/>
                  </a:cubicBezTo>
                  <a:cubicBezTo>
                    <a:pt x="131" y="96"/>
                    <a:pt x="131" y="98"/>
                    <a:pt x="132" y="94"/>
                  </a:cubicBezTo>
                  <a:cubicBezTo>
                    <a:pt x="133" y="91"/>
                    <a:pt x="131" y="91"/>
                    <a:pt x="133" y="89"/>
                  </a:cubicBezTo>
                  <a:cubicBezTo>
                    <a:pt x="135" y="87"/>
                    <a:pt x="135" y="88"/>
                    <a:pt x="136" y="87"/>
                  </a:cubicBezTo>
                  <a:cubicBezTo>
                    <a:pt x="136" y="86"/>
                    <a:pt x="135" y="87"/>
                    <a:pt x="137" y="84"/>
                  </a:cubicBezTo>
                  <a:cubicBezTo>
                    <a:pt x="139" y="81"/>
                    <a:pt x="141" y="80"/>
                    <a:pt x="141" y="75"/>
                  </a:cubicBezTo>
                  <a:cubicBezTo>
                    <a:pt x="141" y="70"/>
                    <a:pt x="141" y="69"/>
                    <a:pt x="141" y="69"/>
                  </a:cubicBezTo>
                  <a:cubicBezTo>
                    <a:pt x="141" y="69"/>
                    <a:pt x="143" y="67"/>
                    <a:pt x="142" y="64"/>
                  </a:cubicBezTo>
                  <a:cubicBezTo>
                    <a:pt x="142" y="61"/>
                    <a:pt x="141" y="62"/>
                    <a:pt x="142" y="61"/>
                  </a:cubicBezTo>
                  <a:cubicBezTo>
                    <a:pt x="142" y="61"/>
                    <a:pt x="142" y="61"/>
                    <a:pt x="143" y="60"/>
                  </a:cubicBezTo>
                  <a:cubicBezTo>
                    <a:pt x="144" y="58"/>
                    <a:pt x="144" y="59"/>
                    <a:pt x="144" y="58"/>
                  </a:cubicBezTo>
                  <a:cubicBezTo>
                    <a:pt x="144" y="57"/>
                    <a:pt x="145" y="56"/>
                    <a:pt x="145" y="56"/>
                  </a:cubicBezTo>
                  <a:cubicBezTo>
                    <a:pt x="145" y="56"/>
                    <a:pt x="145" y="56"/>
                    <a:pt x="145" y="56"/>
                  </a:cubicBezTo>
                  <a:cubicBezTo>
                    <a:pt x="145" y="56"/>
                    <a:pt x="152" y="122"/>
                    <a:pt x="87" y="131"/>
                  </a:cubicBezTo>
                  <a:cubicBezTo>
                    <a:pt x="87" y="131"/>
                    <a:pt x="102" y="128"/>
                    <a:pt x="103" y="125"/>
                  </a:cubicBezTo>
                  <a:cubicBezTo>
                    <a:pt x="103" y="125"/>
                    <a:pt x="103" y="122"/>
                    <a:pt x="103" y="122"/>
                  </a:cubicBezTo>
                  <a:cubicBezTo>
                    <a:pt x="102" y="122"/>
                    <a:pt x="101" y="123"/>
                    <a:pt x="100" y="122"/>
                  </a:cubicBezTo>
                  <a:cubicBezTo>
                    <a:pt x="99" y="121"/>
                    <a:pt x="98" y="120"/>
                    <a:pt x="98" y="120"/>
                  </a:cubicBezTo>
                  <a:cubicBezTo>
                    <a:pt x="98" y="121"/>
                    <a:pt x="98" y="121"/>
                    <a:pt x="98" y="121"/>
                  </a:cubicBezTo>
                  <a:cubicBezTo>
                    <a:pt x="98" y="121"/>
                    <a:pt x="99" y="122"/>
                    <a:pt x="96" y="121"/>
                  </a:cubicBezTo>
                  <a:cubicBezTo>
                    <a:pt x="93" y="121"/>
                    <a:pt x="93" y="121"/>
                    <a:pt x="92" y="121"/>
                  </a:cubicBezTo>
                  <a:cubicBezTo>
                    <a:pt x="91" y="120"/>
                    <a:pt x="90" y="118"/>
                    <a:pt x="89" y="119"/>
                  </a:cubicBezTo>
                  <a:cubicBezTo>
                    <a:pt x="88" y="121"/>
                    <a:pt x="90" y="120"/>
                    <a:pt x="88" y="121"/>
                  </a:cubicBezTo>
                  <a:cubicBezTo>
                    <a:pt x="87" y="121"/>
                    <a:pt x="84" y="120"/>
                    <a:pt x="84" y="120"/>
                  </a:cubicBezTo>
                  <a:cubicBezTo>
                    <a:pt x="84" y="120"/>
                    <a:pt x="80" y="121"/>
                    <a:pt x="79" y="120"/>
                  </a:cubicBezTo>
                  <a:cubicBezTo>
                    <a:pt x="79" y="120"/>
                    <a:pt x="79" y="119"/>
                    <a:pt x="78" y="119"/>
                  </a:cubicBezTo>
                  <a:cubicBezTo>
                    <a:pt x="77" y="119"/>
                    <a:pt x="77" y="120"/>
                    <a:pt x="77" y="120"/>
                  </a:cubicBezTo>
                  <a:cubicBezTo>
                    <a:pt x="79" y="122"/>
                    <a:pt x="79" y="122"/>
                    <a:pt x="79" y="122"/>
                  </a:cubicBezTo>
                  <a:cubicBezTo>
                    <a:pt x="82" y="123"/>
                    <a:pt x="82" y="123"/>
                    <a:pt x="82" y="123"/>
                  </a:cubicBezTo>
                  <a:cubicBezTo>
                    <a:pt x="82" y="123"/>
                    <a:pt x="83" y="124"/>
                    <a:pt x="82" y="124"/>
                  </a:cubicBezTo>
                  <a:cubicBezTo>
                    <a:pt x="81" y="125"/>
                    <a:pt x="80" y="125"/>
                    <a:pt x="79" y="125"/>
                  </a:cubicBezTo>
                  <a:cubicBezTo>
                    <a:pt x="78" y="125"/>
                    <a:pt x="76" y="127"/>
                    <a:pt x="75" y="126"/>
                  </a:cubicBezTo>
                  <a:cubicBezTo>
                    <a:pt x="74" y="124"/>
                    <a:pt x="74" y="124"/>
                    <a:pt x="74" y="123"/>
                  </a:cubicBezTo>
                  <a:cubicBezTo>
                    <a:pt x="73" y="123"/>
                    <a:pt x="73" y="122"/>
                    <a:pt x="72" y="122"/>
                  </a:cubicBezTo>
                  <a:cubicBezTo>
                    <a:pt x="71" y="122"/>
                    <a:pt x="70" y="122"/>
                    <a:pt x="70" y="122"/>
                  </a:cubicBezTo>
                  <a:cubicBezTo>
                    <a:pt x="71" y="124"/>
                    <a:pt x="71" y="124"/>
                    <a:pt x="71" y="124"/>
                  </a:cubicBezTo>
                  <a:cubicBezTo>
                    <a:pt x="71" y="124"/>
                    <a:pt x="69" y="124"/>
                    <a:pt x="69" y="124"/>
                  </a:cubicBezTo>
                  <a:cubicBezTo>
                    <a:pt x="68" y="124"/>
                    <a:pt x="68" y="125"/>
                    <a:pt x="67" y="124"/>
                  </a:cubicBezTo>
                  <a:cubicBezTo>
                    <a:pt x="65" y="123"/>
                    <a:pt x="65" y="123"/>
                    <a:pt x="64" y="123"/>
                  </a:cubicBezTo>
                  <a:cubicBezTo>
                    <a:pt x="63" y="123"/>
                    <a:pt x="62" y="122"/>
                    <a:pt x="61" y="122"/>
                  </a:cubicBezTo>
                  <a:cubicBezTo>
                    <a:pt x="61" y="123"/>
                    <a:pt x="60" y="123"/>
                    <a:pt x="59" y="123"/>
                  </a:cubicBezTo>
                  <a:cubicBezTo>
                    <a:pt x="59" y="123"/>
                    <a:pt x="56" y="124"/>
                    <a:pt x="56" y="124"/>
                  </a:cubicBezTo>
                  <a:cubicBezTo>
                    <a:pt x="55" y="124"/>
                    <a:pt x="53" y="124"/>
                    <a:pt x="53" y="124"/>
                  </a:cubicBezTo>
                  <a:cubicBezTo>
                    <a:pt x="53" y="124"/>
                    <a:pt x="60" y="131"/>
                    <a:pt x="76" y="131"/>
                  </a:cubicBezTo>
                  <a:cubicBezTo>
                    <a:pt x="76" y="131"/>
                    <a:pt x="40" y="133"/>
                    <a:pt x="20" y="98"/>
                  </a:cubicBezTo>
                  <a:cubicBezTo>
                    <a:pt x="0" y="62"/>
                    <a:pt x="14" y="17"/>
                    <a:pt x="60" y="1"/>
                  </a:cubicBezTo>
                  <a:cubicBezTo>
                    <a:pt x="60" y="1"/>
                    <a:pt x="26" y="14"/>
                    <a:pt x="16" y="48"/>
                  </a:cubicBezTo>
                  <a:cubicBezTo>
                    <a:pt x="17" y="48"/>
                    <a:pt x="17" y="48"/>
                    <a:pt x="17" y="48"/>
                  </a:cubicBezTo>
                  <a:cubicBezTo>
                    <a:pt x="18" y="47"/>
                    <a:pt x="18" y="48"/>
                    <a:pt x="18" y="46"/>
                  </a:cubicBezTo>
                  <a:cubicBezTo>
                    <a:pt x="19" y="45"/>
                    <a:pt x="19" y="45"/>
                    <a:pt x="19" y="44"/>
                  </a:cubicBezTo>
                  <a:cubicBezTo>
                    <a:pt x="20" y="43"/>
                    <a:pt x="20" y="44"/>
                    <a:pt x="20" y="42"/>
                  </a:cubicBezTo>
                  <a:cubicBezTo>
                    <a:pt x="21" y="41"/>
                    <a:pt x="21" y="42"/>
                    <a:pt x="22" y="41"/>
                  </a:cubicBezTo>
                  <a:cubicBezTo>
                    <a:pt x="23" y="40"/>
                    <a:pt x="23" y="38"/>
                    <a:pt x="24" y="38"/>
                  </a:cubicBezTo>
                  <a:cubicBezTo>
                    <a:pt x="24" y="37"/>
                    <a:pt x="26" y="37"/>
                    <a:pt x="26" y="37"/>
                  </a:cubicBezTo>
                  <a:cubicBezTo>
                    <a:pt x="27" y="37"/>
                    <a:pt x="26" y="36"/>
                    <a:pt x="27" y="37"/>
                  </a:cubicBezTo>
                  <a:cubicBezTo>
                    <a:pt x="27" y="37"/>
                    <a:pt x="26" y="39"/>
                    <a:pt x="26" y="39"/>
                  </a:cubicBezTo>
                  <a:cubicBezTo>
                    <a:pt x="26" y="41"/>
                    <a:pt x="26" y="41"/>
                    <a:pt x="26" y="41"/>
                  </a:cubicBezTo>
                  <a:cubicBezTo>
                    <a:pt x="26" y="41"/>
                    <a:pt x="25" y="43"/>
                    <a:pt x="25" y="44"/>
                  </a:cubicBezTo>
                  <a:cubicBezTo>
                    <a:pt x="25" y="45"/>
                    <a:pt x="26" y="46"/>
                    <a:pt x="26" y="46"/>
                  </a:cubicBezTo>
                  <a:cubicBezTo>
                    <a:pt x="26" y="46"/>
                    <a:pt x="26" y="48"/>
                    <a:pt x="27" y="49"/>
                  </a:cubicBezTo>
                  <a:cubicBezTo>
                    <a:pt x="27" y="49"/>
                    <a:pt x="31" y="49"/>
                    <a:pt x="31" y="49"/>
                  </a:cubicBezTo>
                  <a:cubicBezTo>
                    <a:pt x="31" y="49"/>
                    <a:pt x="32" y="48"/>
                    <a:pt x="33" y="47"/>
                  </a:cubicBezTo>
                  <a:cubicBezTo>
                    <a:pt x="33" y="46"/>
                    <a:pt x="35" y="46"/>
                    <a:pt x="35" y="45"/>
                  </a:cubicBezTo>
                  <a:cubicBezTo>
                    <a:pt x="36" y="45"/>
                    <a:pt x="35" y="44"/>
                    <a:pt x="36" y="43"/>
                  </a:cubicBezTo>
                  <a:cubicBezTo>
                    <a:pt x="37" y="41"/>
                    <a:pt x="36" y="42"/>
                    <a:pt x="37" y="41"/>
                  </a:cubicBezTo>
                  <a:cubicBezTo>
                    <a:pt x="38" y="39"/>
                    <a:pt x="38" y="39"/>
                    <a:pt x="38" y="39"/>
                  </a:cubicBezTo>
                  <a:cubicBezTo>
                    <a:pt x="38" y="39"/>
                    <a:pt x="41" y="39"/>
                    <a:pt x="40" y="40"/>
                  </a:cubicBezTo>
                  <a:cubicBezTo>
                    <a:pt x="39" y="42"/>
                    <a:pt x="40" y="43"/>
                    <a:pt x="40" y="44"/>
                  </a:cubicBezTo>
                  <a:cubicBezTo>
                    <a:pt x="39" y="44"/>
                    <a:pt x="38" y="43"/>
                    <a:pt x="38" y="44"/>
                  </a:cubicBezTo>
                  <a:cubicBezTo>
                    <a:pt x="37" y="46"/>
                    <a:pt x="37" y="46"/>
                    <a:pt x="37" y="47"/>
                  </a:cubicBezTo>
                  <a:cubicBezTo>
                    <a:pt x="36" y="47"/>
                    <a:pt x="36" y="49"/>
                    <a:pt x="35" y="50"/>
                  </a:cubicBezTo>
                  <a:cubicBezTo>
                    <a:pt x="35" y="50"/>
                    <a:pt x="33" y="50"/>
                    <a:pt x="33" y="50"/>
                  </a:cubicBezTo>
                  <a:cubicBezTo>
                    <a:pt x="33" y="51"/>
                    <a:pt x="34" y="52"/>
                    <a:pt x="33" y="53"/>
                  </a:cubicBezTo>
                  <a:cubicBezTo>
                    <a:pt x="32" y="53"/>
                    <a:pt x="32" y="53"/>
                    <a:pt x="31" y="53"/>
                  </a:cubicBezTo>
                  <a:cubicBezTo>
                    <a:pt x="31" y="53"/>
                    <a:pt x="31" y="53"/>
                    <a:pt x="30" y="53"/>
                  </a:cubicBezTo>
                  <a:cubicBezTo>
                    <a:pt x="29" y="52"/>
                    <a:pt x="28" y="52"/>
                    <a:pt x="28" y="52"/>
                  </a:cubicBezTo>
                  <a:cubicBezTo>
                    <a:pt x="28" y="52"/>
                    <a:pt x="26" y="53"/>
                    <a:pt x="26" y="54"/>
                  </a:cubicBezTo>
                  <a:cubicBezTo>
                    <a:pt x="26" y="54"/>
                    <a:pt x="27" y="57"/>
                    <a:pt x="27" y="57"/>
                  </a:cubicBezTo>
                  <a:cubicBezTo>
                    <a:pt x="28" y="60"/>
                    <a:pt x="28" y="60"/>
                    <a:pt x="28" y="60"/>
                  </a:cubicBezTo>
                  <a:cubicBezTo>
                    <a:pt x="28" y="60"/>
                    <a:pt x="28" y="64"/>
                    <a:pt x="29" y="64"/>
                  </a:cubicBezTo>
                  <a:cubicBezTo>
                    <a:pt x="29" y="64"/>
                    <a:pt x="30" y="66"/>
                    <a:pt x="31" y="67"/>
                  </a:cubicBezTo>
                  <a:cubicBezTo>
                    <a:pt x="31" y="67"/>
                    <a:pt x="31" y="70"/>
                    <a:pt x="31" y="70"/>
                  </a:cubicBezTo>
                  <a:cubicBezTo>
                    <a:pt x="33" y="72"/>
                    <a:pt x="33" y="72"/>
                    <a:pt x="33" y="72"/>
                  </a:cubicBezTo>
                  <a:cubicBezTo>
                    <a:pt x="33" y="72"/>
                    <a:pt x="33" y="74"/>
                    <a:pt x="33" y="75"/>
                  </a:cubicBezTo>
                  <a:cubicBezTo>
                    <a:pt x="33" y="75"/>
                    <a:pt x="32" y="78"/>
                    <a:pt x="33" y="79"/>
                  </a:cubicBezTo>
                  <a:cubicBezTo>
                    <a:pt x="33" y="80"/>
                    <a:pt x="35" y="82"/>
                    <a:pt x="35" y="82"/>
                  </a:cubicBezTo>
                  <a:cubicBezTo>
                    <a:pt x="35" y="82"/>
                    <a:pt x="32" y="84"/>
                    <a:pt x="34" y="84"/>
                  </a:cubicBezTo>
                  <a:cubicBezTo>
                    <a:pt x="35" y="84"/>
                    <a:pt x="36" y="86"/>
                    <a:pt x="36" y="87"/>
                  </a:cubicBezTo>
                  <a:cubicBezTo>
                    <a:pt x="37" y="87"/>
                    <a:pt x="37" y="88"/>
                    <a:pt x="37" y="88"/>
                  </a:cubicBezTo>
                  <a:cubicBezTo>
                    <a:pt x="38" y="88"/>
                    <a:pt x="40" y="89"/>
                    <a:pt x="40" y="89"/>
                  </a:cubicBezTo>
                  <a:cubicBezTo>
                    <a:pt x="40" y="90"/>
                    <a:pt x="40" y="91"/>
                    <a:pt x="40" y="91"/>
                  </a:cubicBezTo>
                  <a:cubicBezTo>
                    <a:pt x="42" y="95"/>
                    <a:pt x="42" y="95"/>
                    <a:pt x="42" y="95"/>
                  </a:cubicBezTo>
                  <a:cubicBezTo>
                    <a:pt x="45" y="98"/>
                    <a:pt x="45" y="98"/>
                    <a:pt x="45" y="98"/>
                  </a:cubicBezTo>
                  <a:cubicBezTo>
                    <a:pt x="45" y="98"/>
                    <a:pt x="45" y="99"/>
                    <a:pt x="46" y="99"/>
                  </a:cubicBezTo>
                  <a:cubicBezTo>
                    <a:pt x="46" y="100"/>
                    <a:pt x="50" y="101"/>
                    <a:pt x="50" y="101"/>
                  </a:cubicBezTo>
                  <a:cubicBezTo>
                    <a:pt x="51" y="102"/>
                    <a:pt x="53" y="103"/>
                    <a:pt x="54" y="103"/>
                  </a:cubicBezTo>
                  <a:cubicBezTo>
                    <a:pt x="54" y="103"/>
                    <a:pt x="53" y="105"/>
                    <a:pt x="54" y="103"/>
                  </a:cubicBezTo>
                  <a:cubicBezTo>
                    <a:pt x="56" y="101"/>
                    <a:pt x="55" y="102"/>
                    <a:pt x="56" y="100"/>
                  </a:cubicBezTo>
                  <a:cubicBezTo>
                    <a:pt x="57" y="97"/>
                    <a:pt x="57" y="99"/>
                    <a:pt x="57" y="97"/>
                  </a:cubicBezTo>
                  <a:cubicBezTo>
                    <a:pt x="57" y="95"/>
                    <a:pt x="57" y="97"/>
                    <a:pt x="57" y="95"/>
                  </a:cubicBezTo>
                  <a:cubicBezTo>
                    <a:pt x="57" y="93"/>
                    <a:pt x="56" y="95"/>
                    <a:pt x="57" y="93"/>
                  </a:cubicBezTo>
                  <a:cubicBezTo>
                    <a:pt x="58" y="91"/>
                    <a:pt x="58" y="91"/>
                    <a:pt x="59" y="90"/>
                  </a:cubicBezTo>
                  <a:cubicBezTo>
                    <a:pt x="61" y="89"/>
                    <a:pt x="62" y="90"/>
                    <a:pt x="61" y="88"/>
                  </a:cubicBezTo>
                  <a:cubicBezTo>
                    <a:pt x="60" y="86"/>
                    <a:pt x="60" y="88"/>
                    <a:pt x="60" y="86"/>
                  </a:cubicBezTo>
                  <a:cubicBezTo>
                    <a:pt x="60" y="84"/>
                    <a:pt x="60" y="84"/>
                    <a:pt x="59" y="83"/>
                  </a:cubicBezTo>
                  <a:cubicBezTo>
                    <a:pt x="58" y="82"/>
                    <a:pt x="57" y="82"/>
                    <a:pt x="57" y="80"/>
                  </a:cubicBezTo>
                  <a:cubicBezTo>
                    <a:pt x="57" y="79"/>
                    <a:pt x="57" y="79"/>
                    <a:pt x="57" y="78"/>
                  </a:cubicBezTo>
                  <a:cubicBezTo>
                    <a:pt x="58" y="77"/>
                    <a:pt x="59" y="76"/>
                    <a:pt x="59" y="75"/>
                  </a:cubicBezTo>
                  <a:cubicBezTo>
                    <a:pt x="59" y="75"/>
                    <a:pt x="59" y="75"/>
                    <a:pt x="60" y="74"/>
                  </a:cubicBezTo>
                  <a:cubicBezTo>
                    <a:pt x="61" y="72"/>
                    <a:pt x="62" y="72"/>
                    <a:pt x="62" y="72"/>
                  </a:cubicBezTo>
                  <a:cubicBezTo>
                    <a:pt x="62" y="72"/>
                    <a:pt x="62" y="68"/>
                    <a:pt x="62" y="67"/>
                  </a:cubicBezTo>
                  <a:cubicBezTo>
                    <a:pt x="62" y="66"/>
                    <a:pt x="62" y="68"/>
                    <a:pt x="62" y="66"/>
                  </a:cubicBezTo>
                  <a:cubicBezTo>
                    <a:pt x="61" y="64"/>
                    <a:pt x="61" y="63"/>
                    <a:pt x="61" y="63"/>
                  </a:cubicBezTo>
                  <a:cubicBezTo>
                    <a:pt x="61" y="63"/>
                    <a:pt x="64" y="61"/>
                    <a:pt x="64" y="61"/>
                  </a:cubicBezTo>
                  <a:cubicBezTo>
                    <a:pt x="65" y="61"/>
                    <a:pt x="65" y="63"/>
                    <a:pt x="67" y="62"/>
                  </a:cubicBezTo>
                  <a:cubicBezTo>
                    <a:pt x="68" y="61"/>
                    <a:pt x="68" y="60"/>
                    <a:pt x="68" y="60"/>
                  </a:cubicBezTo>
                  <a:cubicBezTo>
                    <a:pt x="69" y="59"/>
                    <a:pt x="70" y="59"/>
                    <a:pt x="70" y="60"/>
                  </a:cubicBezTo>
                  <a:cubicBezTo>
                    <a:pt x="71" y="60"/>
                    <a:pt x="73" y="60"/>
                    <a:pt x="74" y="61"/>
                  </a:cubicBezTo>
                  <a:cubicBezTo>
                    <a:pt x="76" y="62"/>
                    <a:pt x="76" y="61"/>
                    <a:pt x="78" y="61"/>
                  </a:cubicBezTo>
                  <a:cubicBezTo>
                    <a:pt x="80" y="61"/>
                    <a:pt x="82" y="62"/>
                    <a:pt x="83" y="61"/>
                  </a:cubicBezTo>
                  <a:cubicBezTo>
                    <a:pt x="85" y="60"/>
                    <a:pt x="85" y="62"/>
                    <a:pt x="86" y="60"/>
                  </a:cubicBezTo>
                  <a:cubicBezTo>
                    <a:pt x="86" y="58"/>
                    <a:pt x="86" y="59"/>
                    <a:pt x="87" y="58"/>
                  </a:cubicBezTo>
                  <a:cubicBezTo>
                    <a:pt x="88" y="57"/>
                    <a:pt x="89" y="58"/>
                    <a:pt x="89" y="56"/>
                  </a:cubicBezTo>
                  <a:cubicBezTo>
                    <a:pt x="89" y="55"/>
                    <a:pt x="88" y="55"/>
                    <a:pt x="89" y="54"/>
                  </a:cubicBezTo>
                  <a:cubicBezTo>
                    <a:pt x="90" y="53"/>
                    <a:pt x="89" y="55"/>
                    <a:pt x="90" y="53"/>
                  </a:cubicBezTo>
                  <a:cubicBezTo>
                    <a:pt x="92" y="51"/>
                    <a:pt x="93" y="52"/>
                    <a:pt x="92" y="51"/>
                  </a:cubicBezTo>
                  <a:cubicBezTo>
                    <a:pt x="92" y="49"/>
                    <a:pt x="91" y="50"/>
                    <a:pt x="91" y="48"/>
                  </a:cubicBezTo>
                  <a:cubicBezTo>
                    <a:pt x="91" y="46"/>
                    <a:pt x="88" y="49"/>
                    <a:pt x="90" y="45"/>
                  </a:cubicBezTo>
                  <a:cubicBezTo>
                    <a:pt x="92" y="42"/>
                    <a:pt x="92" y="42"/>
                    <a:pt x="90" y="40"/>
                  </a:cubicBezTo>
                  <a:cubicBezTo>
                    <a:pt x="89" y="37"/>
                    <a:pt x="87" y="36"/>
                    <a:pt x="87" y="35"/>
                  </a:cubicBezTo>
                  <a:cubicBezTo>
                    <a:pt x="86" y="35"/>
                    <a:pt x="86" y="33"/>
                    <a:pt x="85" y="33"/>
                  </a:cubicBezTo>
                  <a:cubicBezTo>
                    <a:pt x="84" y="32"/>
                    <a:pt x="85" y="32"/>
                    <a:pt x="83" y="32"/>
                  </a:cubicBezTo>
                  <a:cubicBezTo>
                    <a:pt x="82" y="32"/>
                    <a:pt x="80" y="31"/>
                    <a:pt x="80" y="30"/>
                  </a:cubicBezTo>
                  <a:cubicBezTo>
                    <a:pt x="79" y="30"/>
                    <a:pt x="77" y="28"/>
                    <a:pt x="77" y="28"/>
                  </a:cubicBezTo>
                  <a:cubicBezTo>
                    <a:pt x="76" y="28"/>
                    <a:pt x="76" y="28"/>
                    <a:pt x="75" y="28"/>
                  </a:cubicBezTo>
                  <a:cubicBezTo>
                    <a:pt x="74" y="28"/>
                    <a:pt x="73" y="27"/>
                    <a:pt x="72" y="27"/>
                  </a:cubicBezTo>
                  <a:cubicBezTo>
                    <a:pt x="71" y="27"/>
                    <a:pt x="73" y="28"/>
                    <a:pt x="71" y="27"/>
                  </a:cubicBezTo>
                  <a:cubicBezTo>
                    <a:pt x="68" y="27"/>
                    <a:pt x="69" y="27"/>
                    <a:pt x="68" y="27"/>
                  </a:cubicBezTo>
                  <a:cubicBezTo>
                    <a:pt x="67" y="27"/>
                    <a:pt x="68" y="27"/>
                    <a:pt x="67" y="27"/>
                  </a:cubicBezTo>
                  <a:cubicBezTo>
                    <a:pt x="66" y="27"/>
                    <a:pt x="66" y="25"/>
                    <a:pt x="66" y="27"/>
                  </a:cubicBezTo>
                  <a:cubicBezTo>
                    <a:pt x="65" y="30"/>
                    <a:pt x="67" y="31"/>
                    <a:pt x="65" y="31"/>
                  </a:cubicBezTo>
                  <a:cubicBezTo>
                    <a:pt x="63" y="31"/>
                    <a:pt x="65" y="31"/>
                    <a:pt x="63" y="31"/>
                  </a:cubicBezTo>
                  <a:cubicBezTo>
                    <a:pt x="61" y="31"/>
                    <a:pt x="61" y="31"/>
                    <a:pt x="60" y="32"/>
                  </a:cubicBezTo>
                  <a:cubicBezTo>
                    <a:pt x="60" y="32"/>
                    <a:pt x="59" y="33"/>
                    <a:pt x="58" y="33"/>
                  </a:cubicBezTo>
                  <a:cubicBezTo>
                    <a:pt x="56" y="33"/>
                    <a:pt x="58" y="35"/>
                    <a:pt x="56" y="33"/>
                  </a:cubicBezTo>
                  <a:cubicBezTo>
                    <a:pt x="54" y="31"/>
                    <a:pt x="58" y="30"/>
                    <a:pt x="54" y="31"/>
                  </a:cubicBezTo>
                  <a:cubicBezTo>
                    <a:pt x="51" y="31"/>
                    <a:pt x="50" y="32"/>
                    <a:pt x="50" y="32"/>
                  </a:cubicBezTo>
                  <a:cubicBezTo>
                    <a:pt x="49" y="31"/>
                    <a:pt x="49" y="32"/>
                    <a:pt x="47" y="31"/>
                  </a:cubicBezTo>
                  <a:cubicBezTo>
                    <a:pt x="46" y="30"/>
                    <a:pt x="46" y="30"/>
                    <a:pt x="45" y="31"/>
                  </a:cubicBezTo>
                  <a:cubicBezTo>
                    <a:pt x="44" y="31"/>
                    <a:pt x="44" y="32"/>
                    <a:pt x="44" y="31"/>
                  </a:cubicBezTo>
                  <a:cubicBezTo>
                    <a:pt x="43" y="30"/>
                    <a:pt x="42" y="30"/>
                    <a:pt x="44" y="29"/>
                  </a:cubicBezTo>
                  <a:cubicBezTo>
                    <a:pt x="46" y="28"/>
                    <a:pt x="46" y="29"/>
                    <a:pt x="46" y="28"/>
                  </a:cubicBezTo>
                  <a:cubicBezTo>
                    <a:pt x="47" y="27"/>
                    <a:pt x="45" y="27"/>
                    <a:pt x="47" y="27"/>
                  </a:cubicBezTo>
                  <a:cubicBezTo>
                    <a:pt x="49" y="26"/>
                    <a:pt x="48" y="26"/>
                    <a:pt x="50" y="26"/>
                  </a:cubicBezTo>
                  <a:cubicBezTo>
                    <a:pt x="51" y="25"/>
                    <a:pt x="53" y="27"/>
                    <a:pt x="53" y="26"/>
                  </a:cubicBezTo>
                  <a:cubicBezTo>
                    <a:pt x="53" y="25"/>
                    <a:pt x="56" y="27"/>
                    <a:pt x="53" y="25"/>
                  </a:cubicBezTo>
                  <a:cubicBezTo>
                    <a:pt x="51" y="22"/>
                    <a:pt x="52" y="21"/>
                    <a:pt x="50" y="22"/>
                  </a:cubicBezTo>
                  <a:cubicBezTo>
                    <a:pt x="49" y="22"/>
                    <a:pt x="49" y="24"/>
                    <a:pt x="48" y="23"/>
                  </a:cubicBezTo>
                  <a:cubicBezTo>
                    <a:pt x="47" y="22"/>
                    <a:pt x="45" y="21"/>
                    <a:pt x="47" y="20"/>
                  </a:cubicBezTo>
                  <a:cubicBezTo>
                    <a:pt x="49" y="18"/>
                    <a:pt x="47" y="19"/>
                    <a:pt x="49" y="18"/>
                  </a:cubicBezTo>
                  <a:cubicBezTo>
                    <a:pt x="51" y="17"/>
                    <a:pt x="53" y="22"/>
                    <a:pt x="54" y="21"/>
                  </a:cubicBezTo>
                  <a:cubicBezTo>
                    <a:pt x="55" y="21"/>
                    <a:pt x="56" y="20"/>
                    <a:pt x="56" y="20"/>
                  </a:cubicBezTo>
                  <a:cubicBezTo>
                    <a:pt x="57" y="21"/>
                    <a:pt x="57" y="22"/>
                    <a:pt x="57" y="24"/>
                  </a:cubicBezTo>
                  <a:cubicBezTo>
                    <a:pt x="57" y="25"/>
                    <a:pt x="56" y="25"/>
                    <a:pt x="58" y="24"/>
                  </a:cubicBezTo>
                  <a:cubicBezTo>
                    <a:pt x="60" y="23"/>
                    <a:pt x="56" y="24"/>
                    <a:pt x="60" y="22"/>
                  </a:cubicBezTo>
                  <a:cubicBezTo>
                    <a:pt x="65" y="20"/>
                    <a:pt x="66" y="21"/>
                    <a:pt x="67" y="21"/>
                  </a:cubicBezTo>
                  <a:cubicBezTo>
                    <a:pt x="68" y="22"/>
                    <a:pt x="69" y="22"/>
                    <a:pt x="69" y="22"/>
                  </a:cubicBezTo>
                  <a:cubicBezTo>
                    <a:pt x="69" y="23"/>
                    <a:pt x="68" y="24"/>
                    <a:pt x="69" y="23"/>
                  </a:cubicBezTo>
                  <a:cubicBezTo>
                    <a:pt x="71" y="22"/>
                    <a:pt x="73" y="23"/>
                    <a:pt x="73" y="23"/>
                  </a:cubicBezTo>
                  <a:cubicBezTo>
                    <a:pt x="73" y="23"/>
                    <a:pt x="74" y="23"/>
                    <a:pt x="75" y="24"/>
                  </a:cubicBezTo>
                  <a:cubicBezTo>
                    <a:pt x="75" y="24"/>
                    <a:pt x="77" y="25"/>
                    <a:pt x="78" y="25"/>
                  </a:cubicBezTo>
                  <a:cubicBezTo>
                    <a:pt x="79" y="24"/>
                    <a:pt x="81" y="25"/>
                    <a:pt x="79" y="23"/>
                  </a:cubicBezTo>
                  <a:cubicBezTo>
                    <a:pt x="77" y="21"/>
                    <a:pt x="79" y="22"/>
                    <a:pt x="76" y="21"/>
                  </a:cubicBezTo>
                  <a:cubicBezTo>
                    <a:pt x="73" y="20"/>
                    <a:pt x="69" y="19"/>
                    <a:pt x="73" y="19"/>
                  </a:cubicBezTo>
                  <a:cubicBezTo>
                    <a:pt x="76" y="18"/>
                    <a:pt x="71" y="18"/>
                    <a:pt x="76" y="16"/>
                  </a:cubicBezTo>
                  <a:cubicBezTo>
                    <a:pt x="80" y="14"/>
                    <a:pt x="80" y="16"/>
                    <a:pt x="80" y="14"/>
                  </a:cubicBezTo>
                  <a:cubicBezTo>
                    <a:pt x="80" y="11"/>
                    <a:pt x="80" y="10"/>
                    <a:pt x="81" y="11"/>
                  </a:cubicBezTo>
                  <a:cubicBezTo>
                    <a:pt x="82" y="11"/>
                    <a:pt x="85" y="11"/>
                    <a:pt x="86" y="11"/>
                  </a:cubicBezTo>
                  <a:cubicBezTo>
                    <a:pt x="87" y="12"/>
                    <a:pt x="86" y="13"/>
                    <a:pt x="88" y="11"/>
                  </a:cubicBezTo>
                  <a:cubicBezTo>
                    <a:pt x="90" y="10"/>
                    <a:pt x="91" y="12"/>
                    <a:pt x="90" y="10"/>
                  </a:cubicBezTo>
                  <a:cubicBezTo>
                    <a:pt x="89" y="8"/>
                    <a:pt x="89" y="8"/>
                    <a:pt x="88" y="7"/>
                  </a:cubicBezTo>
                  <a:cubicBezTo>
                    <a:pt x="87" y="6"/>
                    <a:pt x="87" y="2"/>
                    <a:pt x="84" y="3"/>
                  </a:cubicBezTo>
                  <a:cubicBezTo>
                    <a:pt x="81" y="5"/>
                    <a:pt x="82" y="4"/>
                    <a:pt x="79" y="4"/>
                  </a:cubicBezTo>
                  <a:cubicBezTo>
                    <a:pt x="77" y="5"/>
                    <a:pt x="76" y="4"/>
                    <a:pt x="76" y="4"/>
                  </a:cubicBezTo>
                  <a:cubicBezTo>
                    <a:pt x="76" y="3"/>
                    <a:pt x="79" y="2"/>
                    <a:pt x="79" y="2"/>
                  </a:cubicBezTo>
                  <a:cubicBezTo>
                    <a:pt x="79" y="2"/>
                    <a:pt x="80" y="2"/>
                    <a:pt x="79" y="2"/>
                  </a:cubicBezTo>
                  <a:cubicBezTo>
                    <a:pt x="79" y="1"/>
                    <a:pt x="78" y="0"/>
                    <a:pt x="78" y="0"/>
                  </a:cubicBezTo>
                  <a:cubicBezTo>
                    <a:pt x="79" y="0"/>
                    <a:pt x="79" y="0"/>
                    <a:pt x="79" y="0"/>
                  </a:cubicBezTo>
                  <a:cubicBezTo>
                    <a:pt x="79" y="0"/>
                    <a:pt x="88" y="0"/>
                    <a:pt x="9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8" name="Freeform 22"/>
            <p:cNvSpPr>
              <a:spLocks noEditPoints="1"/>
            </p:cNvSpPr>
            <p:nvPr/>
          </p:nvSpPr>
          <p:spPr bwMode="auto">
            <a:xfrm>
              <a:off x="1105855" y="3437414"/>
              <a:ext cx="404813" cy="406400"/>
            </a:xfrm>
            <a:custGeom>
              <a:avLst/>
              <a:gdLst>
                <a:gd name="T0" fmla="*/ 68 w 136"/>
                <a:gd name="T1" fmla="*/ 0 h 136"/>
                <a:gd name="T2" fmla="*/ 136 w 136"/>
                <a:gd name="T3" fmla="*/ 68 h 136"/>
                <a:gd name="T4" fmla="*/ 68 w 136"/>
                <a:gd name="T5" fmla="*/ 136 h 136"/>
                <a:gd name="T6" fmla="*/ 0 w 136"/>
                <a:gd name="T7" fmla="*/ 68 h 136"/>
                <a:gd name="T8" fmla="*/ 68 w 136"/>
                <a:gd name="T9" fmla="*/ 0 h 136"/>
                <a:gd name="T10" fmla="*/ 68 w 136"/>
                <a:gd name="T11" fmla="*/ 133 h 136"/>
                <a:gd name="T12" fmla="*/ 133 w 136"/>
                <a:gd name="T13" fmla="*/ 68 h 136"/>
                <a:gd name="T14" fmla="*/ 68 w 136"/>
                <a:gd name="T15" fmla="*/ 3 h 136"/>
                <a:gd name="T16" fmla="*/ 3 w 136"/>
                <a:gd name="T17" fmla="*/ 68 h 136"/>
                <a:gd name="T18" fmla="*/ 68 w 136"/>
                <a:gd name="T19" fmla="*/ 133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6" h="136">
                  <a:moveTo>
                    <a:pt x="68" y="0"/>
                  </a:moveTo>
                  <a:cubicBezTo>
                    <a:pt x="105" y="0"/>
                    <a:pt x="136" y="31"/>
                    <a:pt x="136" y="68"/>
                  </a:cubicBezTo>
                  <a:cubicBezTo>
                    <a:pt x="136" y="106"/>
                    <a:pt x="105" y="136"/>
                    <a:pt x="68" y="136"/>
                  </a:cubicBezTo>
                  <a:cubicBezTo>
                    <a:pt x="31" y="136"/>
                    <a:pt x="0" y="106"/>
                    <a:pt x="0" y="68"/>
                  </a:cubicBezTo>
                  <a:cubicBezTo>
                    <a:pt x="0" y="31"/>
                    <a:pt x="31" y="0"/>
                    <a:pt x="68" y="0"/>
                  </a:cubicBezTo>
                  <a:close/>
                  <a:moveTo>
                    <a:pt x="68" y="133"/>
                  </a:moveTo>
                  <a:cubicBezTo>
                    <a:pt x="104" y="133"/>
                    <a:pt x="133" y="104"/>
                    <a:pt x="133" y="68"/>
                  </a:cubicBezTo>
                  <a:cubicBezTo>
                    <a:pt x="133" y="32"/>
                    <a:pt x="104" y="3"/>
                    <a:pt x="68" y="3"/>
                  </a:cubicBezTo>
                  <a:cubicBezTo>
                    <a:pt x="32" y="3"/>
                    <a:pt x="3" y="32"/>
                    <a:pt x="3" y="68"/>
                  </a:cubicBezTo>
                  <a:cubicBezTo>
                    <a:pt x="3" y="104"/>
                    <a:pt x="32" y="133"/>
                    <a:pt x="68"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9" name="Freeform 23"/>
            <p:cNvSpPr/>
            <p:nvPr/>
          </p:nvSpPr>
          <p:spPr bwMode="auto">
            <a:xfrm>
              <a:off x="1066167" y="3446939"/>
              <a:ext cx="454025" cy="396875"/>
            </a:xfrm>
            <a:custGeom>
              <a:avLst/>
              <a:gdLst>
                <a:gd name="T0" fmla="*/ 109 w 152"/>
                <a:gd name="T1" fmla="*/ 10 h 133"/>
                <a:gd name="T2" fmla="*/ 111 w 152"/>
                <a:gd name="T3" fmla="*/ 15 h 133"/>
                <a:gd name="T4" fmla="*/ 114 w 152"/>
                <a:gd name="T5" fmla="*/ 19 h 133"/>
                <a:gd name="T6" fmla="*/ 117 w 152"/>
                <a:gd name="T7" fmla="*/ 17 h 133"/>
                <a:gd name="T8" fmla="*/ 117 w 152"/>
                <a:gd name="T9" fmla="*/ 22 h 133"/>
                <a:gd name="T10" fmla="*/ 124 w 152"/>
                <a:gd name="T11" fmla="*/ 23 h 133"/>
                <a:gd name="T12" fmla="*/ 128 w 152"/>
                <a:gd name="T13" fmla="*/ 27 h 133"/>
                <a:gd name="T14" fmla="*/ 134 w 152"/>
                <a:gd name="T15" fmla="*/ 36 h 133"/>
                <a:gd name="T16" fmla="*/ 138 w 152"/>
                <a:gd name="T17" fmla="*/ 41 h 133"/>
                <a:gd name="T18" fmla="*/ 135 w 152"/>
                <a:gd name="T19" fmla="*/ 45 h 133"/>
                <a:gd name="T20" fmla="*/ 134 w 152"/>
                <a:gd name="T21" fmla="*/ 47 h 133"/>
                <a:gd name="T22" fmla="*/ 137 w 152"/>
                <a:gd name="T23" fmla="*/ 44 h 133"/>
                <a:gd name="T24" fmla="*/ 140 w 152"/>
                <a:gd name="T25" fmla="*/ 40 h 133"/>
                <a:gd name="T26" fmla="*/ 141 w 152"/>
                <a:gd name="T27" fmla="*/ 46 h 133"/>
                <a:gd name="T28" fmla="*/ 141 w 152"/>
                <a:gd name="T29" fmla="*/ 56 h 133"/>
                <a:gd name="T30" fmla="*/ 136 w 152"/>
                <a:gd name="T31" fmla="*/ 53 h 133"/>
                <a:gd name="T32" fmla="*/ 131 w 152"/>
                <a:gd name="T33" fmla="*/ 59 h 133"/>
                <a:gd name="T34" fmla="*/ 125 w 152"/>
                <a:gd name="T35" fmla="*/ 65 h 133"/>
                <a:gd name="T36" fmla="*/ 119 w 152"/>
                <a:gd name="T37" fmla="*/ 71 h 133"/>
                <a:gd name="T38" fmla="*/ 111 w 152"/>
                <a:gd name="T39" fmla="*/ 78 h 133"/>
                <a:gd name="T40" fmla="*/ 114 w 152"/>
                <a:gd name="T41" fmla="*/ 90 h 133"/>
                <a:gd name="T42" fmla="*/ 120 w 152"/>
                <a:gd name="T43" fmla="*/ 104 h 133"/>
                <a:gd name="T44" fmla="*/ 118 w 152"/>
                <a:gd name="T45" fmla="*/ 114 h 133"/>
                <a:gd name="T46" fmla="*/ 122 w 152"/>
                <a:gd name="T47" fmla="*/ 114 h 133"/>
                <a:gd name="T48" fmla="*/ 131 w 152"/>
                <a:gd name="T49" fmla="*/ 99 h 133"/>
                <a:gd name="T50" fmla="*/ 141 w 152"/>
                <a:gd name="T51" fmla="*/ 75 h 133"/>
                <a:gd name="T52" fmla="*/ 145 w 152"/>
                <a:gd name="T53" fmla="*/ 58 h 133"/>
                <a:gd name="T54" fmla="*/ 103 w 152"/>
                <a:gd name="T55" fmla="*/ 123 h 133"/>
                <a:gd name="T56" fmla="*/ 93 w 152"/>
                <a:gd name="T57" fmla="*/ 121 h 133"/>
                <a:gd name="T58" fmla="*/ 79 w 152"/>
                <a:gd name="T59" fmla="*/ 119 h 133"/>
                <a:gd name="T60" fmla="*/ 80 w 152"/>
                <a:gd name="T61" fmla="*/ 125 h 133"/>
                <a:gd name="T62" fmla="*/ 72 w 152"/>
                <a:gd name="T63" fmla="*/ 124 h 133"/>
                <a:gd name="T64" fmla="*/ 60 w 152"/>
                <a:gd name="T65" fmla="*/ 123 h 133"/>
                <a:gd name="T66" fmla="*/ 61 w 152"/>
                <a:gd name="T67" fmla="*/ 2 h 133"/>
                <a:gd name="T68" fmla="*/ 21 w 152"/>
                <a:gd name="T69" fmla="*/ 43 h 133"/>
                <a:gd name="T70" fmla="*/ 26 w 152"/>
                <a:gd name="T71" fmla="*/ 39 h 133"/>
                <a:gd name="T72" fmla="*/ 31 w 152"/>
                <a:gd name="T73" fmla="*/ 50 h 133"/>
                <a:gd name="T74" fmla="*/ 39 w 152"/>
                <a:gd name="T75" fmla="*/ 40 h 133"/>
                <a:gd name="T76" fmla="*/ 36 w 152"/>
                <a:gd name="T77" fmla="*/ 50 h 133"/>
                <a:gd name="T78" fmla="*/ 28 w 152"/>
                <a:gd name="T79" fmla="*/ 53 h 133"/>
                <a:gd name="T80" fmla="*/ 31 w 152"/>
                <a:gd name="T81" fmla="*/ 67 h 133"/>
                <a:gd name="T82" fmla="*/ 35 w 152"/>
                <a:gd name="T83" fmla="*/ 82 h 133"/>
                <a:gd name="T84" fmla="*/ 40 w 152"/>
                <a:gd name="T85" fmla="*/ 92 h 133"/>
                <a:gd name="T86" fmla="*/ 54 w 152"/>
                <a:gd name="T87" fmla="*/ 103 h 133"/>
                <a:gd name="T88" fmla="*/ 58 w 152"/>
                <a:gd name="T89" fmla="*/ 93 h 133"/>
                <a:gd name="T90" fmla="*/ 57 w 152"/>
                <a:gd name="T91" fmla="*/ 81 h 133"/>
                <a:gd name="T92" fmla="*/ 62 w 152"/>
                <a:gd name="T93" fmla="*/ 68 h 133"/>
                <a:gd name="T94" fmla="*/ 69 w 152"/>
                <a:gd name="T95" fmla="*/ 60 h 133"/>
                <a:gd name="T96" fmla="*/ 86 w 152"/>
                <a:gd name="T97" fmla="*/ 60 h 133"/>
                <a:gd name="T98" fmla="*/ 93 w 152"/>
                <a:gd name="T99" fmla="*/ 51 h 133"/>
                <a:gd name="T100" fmla="*/ 86 w 152"/>
                <a:gd name="T101" fmla="*/ 33 h 133"/>
                <a:gd name="T102" fmla="*/ 73 w 152"/>
                <a:gd name="T103" fmla="*/ 28 h 133"/>
                <a:gd name="T104" fmla="*/ 65 w 152"/>
                <a:gd name="T105" fmla="*/ 31 h 133"/>
                <a:gd name="T106" fmla="*/ 55 w 152"/>
                <a:gd name="T107" fmla="*/ 31 h 133"/>
                <a:gd name="T108" fmla="*/ 44 w 152"/>
                <a:gd name="T109" fmla="*/ 29 h 133"/>
                <a:gd name="T110" fmla="*/ 54 w 152"/>
                <a:gd name="T111" fmla="*/ 25 h 133"/>
                <a:gd name="T112" fmla="*/ 55 w 152"/>
                <a:gd name="T113" fmla="*/ 21 h 133"/>
                <a:gd name="T114" fmla="*/ 68 w 152"/>
                <a:gd name="T115" fmla="*/ 22 h 133"/>
                <a:gd name="T116" fmla="*/ 78 w 152"/>
                <a:gd name="T117" fmla="*/ 25 h 133"/>
                <a:gd name="T118" fmla="*/ 81 w 152"/>
                <a:gd name="T119" fmla="*/ 14 h 133"/>
                <a:gd name="T120" fmla="*/ 88 w 152"/>
                <a:gd name="T121" fmla="*/ 7 h 133"/>
                <a:gd name="T122" fmla="*/ 80 w 152"/>
                <a:gd name="T123" fmla="*/ 2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52" h="133">
                  <a:moveTo>
                    <a:pt x="91" y="0"/>
                  </a:moveTo>
                  <a:cubicBezTo>
                    <a:pt x="91" y="0"/>
                    <a:pt x="113" y="3"/>
                    <a:pt x="129" y="21"/>
                  </a:cubicBezTo>
                  <a:cubicBezTo>
                    <a:pt x="129" y="21"/>
                    <a:pt x="117" y="9"/>
                    <a:pt x="110" y="9"/>
                  </a:cubicBezTo>
                  <a:cubicBezTo>
                    <a:pt x="108" y="9"/>
                    <a:pt x="108" y="9"/>
                    <a:pt x="108" y="9"/>
                  </a:cubicBezTo>
                  <a:cubicBezTo>
                    <a:pt x="108" y="9"/>
                    <a:pt x="108" y="10"/>
                    <a:pt x="109" y="10"/>
                  </a:cubicBezTo>
                  <a:cubicBezTo>
                    <a:pt x="109" y="11"/>
                    <a:pt x="110" y="12"/>
                    <a:pt x="110" y="12"/>
                  </a:cubicBezTo>
                  <a:cubicBezTo>
                    <a:pt x="110" y="12"/>
                    <a:pt x="110" y="13"/>
                    <a:pt x="110" y="13"/>
                  </a:cubicBezTo>
                  <a:cubicBezTo>
                    <a:pt x="110" y="14"/>
                    <a:pt x="110" y="14"/>
                    <a:pt x="110" y="14"/>
                  </a:cubicBezTo>
                  <a:cubicBezTo>
                    <a:pt x="110" y="14"/>
                    <a:pt x="111" y="14"/>
                    <a:pt x="111" y="15"/>
                  </a:cubicBezTo>
                  <a:cubicBezTo>
                    <a:pt x="111" y="15"/>
                    <a:pt x="111" y="15"/>
                    <a:pt x="111" y="15"/>
                  </a:cubicBezTo>
                  <a:cubicBezTo>
                    <a:pt x="111" y="16"/>
                    <a:pt x="111" y="17"/>
                    <a:pt x="111" y="17"/>
                  </a:cubicBezTo>
                  <a:cubicBezTo>
                    <a:pt x="111" y="18"/>
                    <a:pt x="111" y="18"/>
                    <a:pt x="111" y="18"/>
                  </a:cubicBezTo>
                  <a:cubicBezTo>
                    <a:pt x="112" y="19"/>
                    <a:pt x="112" y="19"/>
                    <a:pt x="112" y="19"/>
                  </a:cubicBezTo>
                  <a:cubicBezTo>
                    <a:pt x="113" y="19"/>
                    <a:pt x="113" y="19"/>
                    <a:pt x="113" y="19"/>
                  </a:cubicBezTo>
                  <a:cubicBezTo>
                    <a:pt x="113" y="19"/>
                    <a:pt x="114" y="20"/>
                    <a:pt x="114" y="19"/>
                  </a:cubicBezTo>
                  <a:cubicBezTo>
                    <a:pt x="115" y="19"/>
                    <a:pt x="115" y="18"/>
                    <a:pt x="115" y="18"/>
                  </a:cubicBezTo>
                  <a:cubicBezTo>
                    <a:pt x="113" y="17"/>
                    <a:pt x="113" y="17"/>
                    <a:pt x="113" y="17"/>
                  </a:cubicBezTo>
                  <a:cubicBezTo>
                    <a:pt x="113" y="17"/>
                    <a:pt x="113" y="17"/>
                    <a:pt x="114" y="17"/>
                  </a:cubicBezTo>
                  <a:cubicBezTo>
                    <a:pt x="114" y="17"/>
                    <a:pt x="114" y="16"/>
                    <a:pt x="115" y="16"/>
                  </a:cubicBezTo>
                  <a:cubicBezTo>
                    <a:pt x="115" y="16"/>
                    <a:pt x="117" y="17"/>
                    <a:pt x="117" y="17"/>
                  </a:cubicBezTo>
                  <a:cubicBezTo>
                    <a:pt x="118" y="18"/>
                    <a:pt x="118" y="18"/>
                    <a:pt x="118" y="18"/>
                  </a:cubicBezTo>
                  <a:cubicBezTo>
                    <a:pt x="118" y="18"/>
                    <a:pt x="118" y="19"/>
                    <a:pt x="118" y="19"/>
                  </a:cubicBezTo>
                  <a:cubicBezTo>
                    <a:pt x="118" y="19"/>
                    <a:pt x="117" y="20"/>
                    <a:pt x="117" y="20"/>
                  </a:cubicBezTo>
                  <a:cubicBezTo>
                    <a:pt x="117" y="20"/>
                    <a:pt x="117" y="20"/>
                    <a:pt x="117" y="21"/>
                  </a:cubicBezTo>
                  <a:cubicBezTo>
                    <a:pt x="117" y="21"/>
                    <a:pt x="117" y="22"/>
                    <a:pt x="117" y="22"/>
                  </a:cubicBezTo>
                  <a:cubicBezTo>
                    <a:pt x="117" y="22"/>
                    <a:pt x="118" y="22"/>
                    <a:pt x="118" y="22"/>
                  </a:cubicBezTo>
                  <a:cubicBezTo>
                    <a:pt x="119" y="22"/>
                    <a:pt x="120" y="22"/>
                    <a:pt x="120" y="21"/>
                  </a:cubicBezTo>
                  <a:cubicBezTo>
                    <a:pt x="121" y="21"/>
                    <a:pt x="121" y="21"/>
                    <a:pt x="122" y="21"/>
                  </a:cubicBezTo>
                  <a:cubicBezTo>
                    <a:pt x="122" y="21"/>
                    <a:pt x="122" y="22"/>
                    <a:pt x="122" y="22"/>
                  </a:cubicBezTo>
                  <a:cubicBezTo>
                    <a:pt x="123" y="22"/>
                    <a:pt x="124" y="23"/>
                    <a:pt x="124" y="23"/>
                  </a:cubicBezTo>
                  <a:cubicBezTo>
                    <a:pt x="124" y="23"/>
                    <a:pt x="125" y="23"/>
                    <a:pt x="125" y="23"/>
                  </a:cubicBezTo>
                  <a:cubicBezTo>
                    <a:pt x="125" y="24"/>
                    <a:pt x="125" y="25"/>
                    <a:pt x="125" y="25"/>
                  </a:cubicBezTo>
                  <a:cubicBezTo>
                    <a:pt x="125" y="25"/>
                    <a:pt x="126" y="26"/>
                    <a:pt x="127" y="26"/>
                  </a:cubicBezTo>
                  <a:cubicBezTo>
                    <a:pt x="128" y="26"/>
                    <a:pt x="128" y="26"/>
                    <a:pt x="128" y="26"/>
                  </a:cubicBezTo>
                  <a:cubicBezTo>
                    <a:pt x="128" y="27"/>
                    <a:pt x="128" y="27"/>
                    <a:pt x="128" y="27"/>
                  </a:cubicBezTo>
                  <a:cubicBezTo>
                    <a:pt x="128" y="27"/>
                    <a:pt x="129" y="28"/>
                    <a:pt x="130" y="29"/>
                  </a:cubicBezTo>
                  <a:cubicBezTo>
                    <a:pt x="130" y="29"/>
                    <a:pt x="132" y="31"/>
                    <a:pt x="132" y="31"/>
                  </a:cubicBezTo>
                  <a:cubicBezTo>
                    <a:pt x="132" y="31"/>
                    <a:pt x="133" y="31"/>
                    <a:pt x="133" y="32"/>
                  </a:cubicBezTo>
                  <a:cubicBezTo>
                    <a:pt x="134" y="33"/>
                    <a:pt x="133" y="34"/>
                    <a:pt x="134" y="34"/>
                  </a:cubicBezTo>
                  <a:cubicBezTo>
                    <a:pt x="134" y="34"/>
                    <a:pt x="134" y="35"/>
                    <a:pt x="134" y="36"/>
                  </a:cubicBezTo>
                  <a:cubicBezTo>
                    <a:pt x="134" y="36"/>
                    <a:pt x="135" y="37"/>
                    <a:pt x="135" y="37"/>
                  </a:cubicBezTo>
                  <a:cubicBezTo>
                    <a:pt x="135" y="38"/>
                    <a:pt x="136" y="38"/>
                    <a:pt x="136" y="38"/>
                  </a:cubicBezTo>
                  <a:cubicBezTo>
                    <a:pt x="136" y="38"/>
                    <a:pt x="138" y="39"/>
                    <a:pt x="138" y="39"/>
                  </a:cubicBezTo>
                  <a:cubicBezTo>
                    <a:pt x="139" y="39"/>
                    <a:pt x="139" y="40"/>
                    <a:pt x="139" y="40"/>
                  </a:cubicBezTo>
                  <a:cubicBezTo>
                    <a:pt x="139" y="41"/>
                    <a:pt x="138" y="41"/>
                    <a:pt x="138" y="41"/>
                  </a:cubicBezTo>
                  <a:cubicBezTo>
                    <a:pt x="138" y="41"/>
                    <a:pt x="137" y="41"/>
                    <a:pt x="137" y="41"/>
                  </a:cubicBezTo>
                  <a:cubicBezTo>
                    <a:pt x="137" y="41"/>
                    <a:pt x="137" y="43"/>
                    <a:pt x="137" y="43"/>
                  </a:cubicBezTo>
                  <a:cubicBezTo>
                    <a:pt x="137" y="43"/>
                    <a:pt x="137" y="44"/>
                    <a:pt x="137" y="44"/>
                  </a:cubicBezTo>
                  <a:cubicBezTo>
                    <a:pt x="136" y="44"/>
                    <a:pt x="136" y="44"/>
                    <a:pt x="136" y="44"/>
                  </a:cubicBezTo>
                  <a:cubicBezTo>
                    <a:pt x="135" y="45"/>
                    <a:pt x="135" y="45"/>
                    <a:pt x="135" y="45"/>
                  </a:cubicBezTo>
                  <a:cubicBezTo>
                    <a:pt x="133" y="45"/>
                    <a:pt x="133" y="45"/>
                    <a:pt x="133" y="45"/>
                  </a:cubicBezTo>
                  <a:cubicBezTo>
                    <a:pt x="133" y="46"/>
                    <a:pt x="133" y="46"/>
                    <a:pt x="133" y="46"/>
                  </a:cubicBezTo>
                  <a:cubicBezTo>
                    <a:pt x="133" y="46"/>
                    <a:pt x="133" y="47"/>
                    <a:pt x="133" y="47"/>
                  </a:cubicBezTo>
                  <a:cubicBezTo>
                    <a:pt x="133" y="47"/>
                    <a:pt x="134" y="48"/>
                    <a:pt x="134" y="47"/>
                  </a:cubicBezTo>
                  <a:cubicBezTo>
                    <a:pt x="134" y="47"/>
                    <a:pt x="134" y="47"/>
                    <a:pt x="134" y="47"/>
                  </a:cubicBezTo>
                  <a:cubicBezTo>
                    <a:pt x="134" y="46"/>
                    <a:pt x="134" y="46"/>
                    <a:pt x="135" y="46"/>
                  </a:cubicBezTo>
                  <a:cubicBezTo>
                    <a:pt x="135" y="46"/>
                    <a:pt x="136" y="46"/>
                    <a:pt x="136" y="46"/>
                  </a:cubicBezTo>
                  <a:cubicBezTo>
                    <a:pt x="136" y="46"/>
                    <a:pt x="137" y="46"/>
                    <a:pt x="137" y="46"/>
                  </a:cubicBezTo>
                  <a:cubicBezTo>
                    <a:pt x="138" y="45"/>
                    <a:pt x="138" y="46"/>
                    <a:pt x="138" y="45"/>
                  </a:cubicBezTo>
                  <a:cubicBezTo>
                    <a:pt x="138" y="44"/>
                    <a:pt x="137" y="44"/>
                    <a:pt x="137" y="44"/>
                  </a:cubicBezTo>
                  <a:cubicBezTo>
                    <a:pt x="138" y="44"/>
                    <a:pt x="138" y="43"/>
                    <a:pt x="138" y="43"/>
                  </a:cubicBezTo>
                  <a:cubicBezTo>
                    <a:pt x="139" y="43"/>
                    <a:pt x="138" y="43"/>
                    <a:pt x="139" y="43"/>
                  </a:cubicBezTo>
                  <a:cubicBezTo>
                    <a:pt x="139" y="42"/>
                    <a:pt x="139" y="42"/>
                    <a:pt x="140" y="42"/>
                  </a:cubicBezTo>
                  <a:cubicBezTo>
                    <a:pt x="140" y="42"/>
                    <a:pt x="140" y="42"/>
                    <a:pt x="140" y="42"/>
                  </a:cubicBezTo>
                  <a:cubicBezTo>
                    <a:pt x="140" y="41"/>
                    <a:pt x="140" y="41"/>
                    <a:pt x="140" y="40"/>
                  </a:cubicBezTo>
                  <a:cubicBezTo>
                    <a:pt x="140" y="40"/>
                    <a:pt x="140" y="39"/>
                    <a:pt x="140" y="39"/>
                  </a:cubicBezTo>
                  <a:cubicBezTo>
                    <a:pt x="140" y="39"/>
                    <a:pt x="139" y="37"/>
                    <a:pt x="139" y="37"/>
                  </a:cubicBezTo>
                  <a:cubicBezTo>
                    <a:pt x="139" y="37"/>
                    <a:pt x="141" y="41"/>
                    <a:pt x="142" y="44"/>
                  </a:cubicBezTo>
                  <a:cubicBezTo>
                    <a:pt x="142" y="44"/>
                    <a:pt x="141" y="44"/>
                    <a:pt x="141" y="44"/>
                  </a:cubicBezTo>
                  <a:cubicBezTo>
                    <a:pt x="141" y="45"/>
                    <a:pt x="141" y="45"/>
                    <a:pt x="141" y="46"/>
                  </a:cubicBezTo>
                  <a:cubicBezTo>
                    <a:pt x="141" y="46"/>
                    <a:pt x="141" y="46"/>
                    <a:pt x="141" y="48"/>
                  </a:cubicBezTo>
                  <a:cubicBezTo>
                    <a:pt x="141" y="50"/>
                    <a:pt x="141" y="50"/>
                    <a:pt x="141" y="51"/>
                  </a:cubicBezTo>
                  <a:cubicBezTo>
                    <a:pt x="141" y="51"/>
                    <a:pt x="142" y="52"/>
                    <a:pt x="142" y="52"/>
                  </a:cubicBezTo>
                  <a:cubicBezTo>
                    <a:pt x="142" y="53"/>
                    <a:pt x="141" y="55"/>
                    <a:pt x="141" y="55"/>
                  </a:cubicBezTo>
                  <a:cubicBezTo>
                    <a:pt x="141" y="55"/>
                    <a:pt x="141" y="55"/>
                    <a:pt x="141" y="56"/>
                  </a:cubicBezTo>
                  <a:cubicBezTo>
                    <a:pt x="140" y="56"/>
                    <a:pt x="141" y="57"/>
                    <a:pt x="140" y="56"/>
                  </a:cubicBezTo>
                  <a:cubicBezTo>
                    <a:pt x="140" y="55"/>
                    <a:pt x="139" y="54"/>
                    <a:pt x="139" y="54"/>
                  </a:cubicBezTo>
                  <a:cubicBezTo>
                    <a:pt x="139" y="54"/>
                    <a:pt x="139" y="54"/>
                    <a:pt x="139" y="54"/>
                  </a:cubicBezTo>
                  <a:cubicBezTo>
                    <a:pt x="139" y="54"/>
                    <a:pt x="139" y="53"/>
                    <a:pt x="138" y="53"/>
                  </a:cubicBezTo>
                  <a:cubicBezTo>
                    <a:pt x="137" y="53"/>
                    <a:pt x="137" y="53"/>
                    <a:pt x="136" y="53"/>
                  </a:cubicBezTo>
                  <a:cubicBezTo>
                    <a:pt x="136" y="54"/>
                    <a:pt x="137" y="55"/>
                    <a:pt x="136" y="55"/>
                  </a:cubicBezTo>
                  <a:cubicBezTo>
                    <a:pt x="136" y="55"/>
                    <a:pt x="134" y="54"/>
                    <a:pt x="134" y="54"/>
                  </a:cubicBezTo>
                  <a:cubicBezTo>
                    <a:pt x="133" y="55"/>
                    <a:pt x="133" y="55"/>
                    <a:pt x="132" y="55"/>
                  </a:cubicBezTo>
                  <a:cubicBezTo>
                    <a:pt x="132" y="56"/>
                    <a:pt x="132" y="57"/>
                    <a:pt x="132" y="57"/>
                  </a:cubicBezTo>
                  <a:cubicBezTo>
                    <a:pt x="131" y="58"/>
                    <a:pt x="131" y="58"/>
                    <a:pt x="131" y="59"/>
                  </a:cubicBezTo>
                  <a:cubicBezTo>
                    <a:pt x="131" y="60"/>
                    <a:pt x="129" y="60"/>
                    <a:pt x="129" y="60"/>
                  </a:cubicBezTo>
                  <a:cubicBezTo>
                    <a:pt x="129" y="60"/>
                    <a:pt x="127" y="60"/>
                    <a:pt x="127" y="61"/>
                  </a:cubicBezTo>
                  <a:cubicBezTo>
                    <a:pt x="126" y="61"/>
                    <a:pt x="127" y="62"/>
                    <a:pt x="126" y="62"/>
                  </a:cubicBezTo>
                  <a:cubicBezTo>
                    <a:pt x="125" y="62"/>
                    <a:pt x="125" y="64"/>
                    <a:pt x="125" y="64"/>
                  </a:cubicBezTo>
                  <a:cubicBezTo>
                    <a:pt x="125" y="64"/>
                    <a:pt x="125" y="65"/>
                    <a:pt x="125" y="65"/>
                  </a:cubicBezTo>
                  <a:cubicBezTo>
                    <a:pt x="125" y="66"/>
                    <a:pt x="125" y="67"/>
                    <a:pt x="125" y="67"/>
                  </a:cubicBezTo>
                  <a:cubicBezTo>
                    <a:pt x="124" y="67"/>
                    <a:pt x="123" y="67"/>
                    <a:pt x="123" y="67"/>
                  </a:cubicBezTo>
                  <a:cubicBezTo>
                    <a:pt x="123" y="67"/>
                    <a:pt x="123" y="68"/>
                    <a:pt x="122" y="68"/>
                  </a:cubicBezTo>
                  <a:cubicBezTo>
                    <a:pt x="121" y="69"/>
                    <a:pt x="120" y="69"/>
                    <a:pt x="120" y="69"/>
                  </a:cubicBezTo>
                  <a:cubicBezTo>
                    <a:pt x="119" y="70"/>
                    <a:pt x="120" y="71"/>
                    <a:pt x="119" y="71"/>
                  </a:cubicBezTo>
                  <a:cubicBezTo>
                    <a:pt x="118" y="70"/>
                    <a:pt x="116" y="70"/>
                    <a:pt x="116" y="71"/>
                  </a:cubicBezTo>
                  <a:cubicBezTo>
                    <a:pt x="115" y="71"/>
                    <a:pt x="116" y="72"/>
                    <a:pt x="114" y="73"/>
                  </a:cubicBezTo>
                  <a:cubicBezTo>
                    <a:pt x="112" y="74"/>
                    <a:pt x="112" y="74"/>
                    <a:pt x="111" y="74"/>
                  </a:cubicBezTo>
                  <a:cubicBezTo>
                    <a:pt x="111" y="75"/>
                    <a:pt x="110" y="74"/>
                    <a:pt x="110" y="76"/>
                  </a:cubicBezTo>
                  <a:cubicBezTo>
                    <a:pt x="111" y="77"/>
                    <a:pt x="111" y="78"/>
                    <a:pt x="111" y="78"/>
                  </a:cubicBezTo>
                  <a:cubicBezTo>
                    <a:pt x="112" y="79"/>
                    <a:pt x="113" y="80"/>
                    <a:pt x="113" y="81"/>
                  </a:cubicBezTo>
                  <a:cubicBezTo>
                    <a:pt x="114" y="82"/>
                    <a:pt x="114" y="82"/>
                    <a:pt x="114" y="83"/>
                  </a:cubicBezTo>
                  <a:cubicBezTo>
                    <a:pt x="113" y="84"/>
                    <a:pt x="113" y="85"/>
                    <a:pt x="113" y="86"/>
                  </a:cubicBezTo>
                  <a:cubicBezTo>
                    <a:pt x="113" y="86"/>
                    <a:pt x="113" y="88"/>
                    <a:pt x="113" y="88"/>
                  </a:cubicBezTo>
                  <a:cubicBezTo>
                    <a:pt x="113" y="89"/>
                    <a:pt x="114" y="90"/>
                    <a:pt x="114" y="90"/>
                  </a:cubicBezTo>
                  <a:cubicBezTo>
                    <a:pt x="114" y="90"/>
                    <a:pt x="113" y="91"/>
                    <a:pt x="114" y="92"/>
                  </a:cubicBezTo>
                  <a:cubicBezTo>
                    <a:pt x="114" y="93"/>
                    <a:pt x="116" y="94"/>
                    <a:pt x="116" y="94"/>
                  </a:cubicBezTo>
                  <a:cubicBezTo>
                    <a:pt x="117" y="94"/>
                    <a:pt x="118" y="95"/>
                    <a:pt x="118" y="95"/>
                  </a:cubicBezTo>
                  <a:cubicBezTo>
                    <a:pt x="118" y="95"/>
                    <a:pt x="118" y="98"/>
                    <a:pt x="118" y="98"/>
                  </a:cubicBezTo>
                  <a:cubicBezTo>
                    <a:pt x="118" y="99"/>
                    <a:pt x="121" y="103"/>
                    <a:pt x="120" y="104"/>
                  </a:cubicBezTo>
                  <a:cubicBezTo>
                    <a:pt x="119" y="105"/>
                    <a:pt x="119" y="106"/>
                    <a:pt x="119" y="106"/>
                  </a:cubicBezTo>
                  <a:cubicBezTo>
                    <a:pt x="119" y="107"/>
                    <a:pt x="120" y="107"/>
                    <a:pt x="120" y="107"/>
                  </a:cubicBezTo>
                  <a:cubicBezTo>
                    <a:pt x="120" y="108"/>
                    <a:pt x="122" y="108"/>
                    <a:pt x="121" y="109"/>
                  </a:cubicBezTo>
                  <a:cubicBezTo>
                    <a:pt x="120" y="110"/>
                    <a:pt x="119" y="111"/>
                    <a:pt x="119" y="112"/>
                  </a:cubicBezTo>
                  <a:cubicBezTo>
                    <a:pt x="118" y="112"/>
                    <a:pt x="118" y="113"/>
                    <a:pt x="118" y="114"/>
                  </a:cubicBezTo>
                  <a:cubicBezTo>
                    <a:pt x="117" y="114"/>
                    <a:pt x="117" y="115"/>
                    <a:pt x="116" y="116"/>
                  </a:cubicBezTo>
                  <a:cubicBezTo>
                    <a:pt x="115" y="116"/>
                    <a:pt x="115" y="117"/>
                    <a:pt x="115" y="118"/>
                  </a:cubicBezTo>
                  <a:cubicBezTo>
                    <a:pt x="115" y="118"/>
                    <a:pt x="113" y="120"/>
                    <a:pt x="115" y="119"/>
                  </a:cubicBezTo>
                  <a:cubicBezTo>
                    <a:pt x="117" y="117"/>
                    <a:pt x="115" y="119"/>
                    <a:pt x="117" y="117"/>
                  </a:cubicBezTo>
                  <a:cubicBezTo>
                    <a:pt x="120" y="115"/>
                    <a:pt x="120" y="116"/>
                    <a:pt x="122" y="114"/>
                  </a:cubicBezTo>
                  <a:cubicBezTo>
                    <a:pt x="123" y="113"/>
                    <a:pt x="121" y="117"/>
                    <a:pt x="123" y="112"/>
                  </a:cubicBezTo>
                  <a:cubicBezTo>
                    <a:pt x="125" y="107"/>
                    <a:pt x="125" y="108"/>
                    <a:pt x="126" y="107"/>
                  </a:cubicBezTo>
                  <a:cubicBezTo>
                    <a:pt x="126" y="105"/>
                    <a:pt x="126" y="107"/>
                    <a:pt x="128" y="104"/>
                  </a:cubicBezTo>
                  <a:cubicBezTo>
                    <a:pt x="129" y="101"/>
                    <a:pt x="128" y="103"/>
                    <a:pt x="129" y="101"/>
                  </a:cubicBezTo>
                  <a:cubicBezTo>
                    <a:pt x="130" y="100"/>
                    <a:pt x="130" y="102"/>
                    <a:pt x="131" y="99"/>
                  </a:cubicBezTo>
                  <a:cubicBezTo>
                    <a:pt x="132" y="96"/>
                    <a:pt x="132" y="98"/>
                    <a:pt x="132" y="95"/>
                  </a:cubicBezTo>
                  <a:cubicBezTo>
                    <a:pt x="133" y="91"/>
                    <a:pt x="132" y="91"/>
                    <a:pt x="134" y="89"/>
                  </a:cubicBezTo>
                  <a:cubicBezTo>
                    <a:pt x="136" y="88"/>
                    <a:pt x="135" y="89"/>
                    <a:pt x="136" y="87"/>
                  </a:cubicBezTo>
                  <a:cubicBezTo>
                    <a:pt x="137" y="86"/>
                    <a:pt x="136" y="87"/>
                    <a:pt x="138" y="84"/>
                  </a:cubicBezTo>
                  <a:cubicBezTo>
                    <a:pt x="139" y="82"/>
                    <a:pt x="141" y="80"/>
                    <a:pt x="141" y="75"/>
                  </a:cubicBezTo>
                  <a:cubicBezTo>
                    <a:pt x="141" y="70"/>
                    <a:pt x="141" y="70"/>
                    <a:pt x="141" y="70"/>
                  </a:cubicBezTo>
                  <a:cubicBezTo>
                    <a:pt x="141" y="70"/>
                    <a:pt x="144" y="68"/>
                    <a:pt x="143" y="65"/>
                  </a:cubicBezTo>
                  <a:cubicBezTo>
                    <a:pt x="142" y="62"/>
                    <a:pt x="142" y="63"/>
                    <a:pt x="142" y="62"/>
                  </a:cubicBezTo>
                  <a:cubicBezTo>
                    <a:pt x="142" y="61"/>
                    <a:pt x="143" y="61"/>
                    <a:pt x="144" y="60"/>
                  </a:cubicBezTo>
                  <a:cubicBezTo>
                    <a:pt x="144" y="59"/>
                    <a:pt x="144" y="59"/>
                    <a:pt x="145" y="58"/>
                  </a:cubicBezTo>
                  <a:cubicBezTo>
                    <a:pt x="145" y="57"/>
                    <a:pt x="145" y="56"/>
                    <a:pt x="145" y="56"/>
                  </a:cubicBezTo>
                  <a:cubicBezTo>
                    <a:pt x="146" y="56"/>
                    <a:pt x="146" y="56"/>
                    <a:pt x="146" y="56"/>
                  </a:cubicBezTo>
                  <a:cubicBezTo>
                    <a:pt x="146" y="56"/>
                    <a:pt x="152" y="122"/>
                    <a:pt x="87" y="132"/>
                  </a:cubicBezTo>
                  <a:cubicBezTo>
                    <a:pt x="87" y="132"/>
                    <a:pt x="102" y="128"/>
                    <a:pt x="104" y="125"/>
                  </a:cubicBezTo>
                  <a:cubicBezTo>
                    <a:pt x="104" y="125"/>
                    <a:pt x="104" y="123"/>
                    <a:pt x="103" y="123"/>
                  </a:cubicBezTo>
                  <a:cubicBezTo>
                    <a:pt x="103" y="123"/>
                    <a:pt x="102" y="123"/>
                    <a:pt x="101" y="122"/>
                  </a:cubicBezTo>
                  <a:cubicBezTo>
                    <a:pt x="100" y="121"/>
                    <a:pt x="99" y="121"/>
                    <a:pt x="99" y="121"/>
                  </a:cubicBezTo>
                  <a:cubicBezTo>
                    <a:pt x="99" y="122"/>
                    <a:pt x="99" y="122"/>
                    <a:pt x="99" y="122"/>
                  </a:cubicBezTo>
                  <a:cubicBezTo>
                    <a:pt x="99" y="122"/>
                    <a:pt x="100" y="122"/>
                    <a:pt x="97" y="121"/>
                  </a:cubicBezTo>
                  <a:cubicBezTo>
                    <a:pt x="94" y="121"/>
                    <a:pt x="94" y="121"/>
                    <a:pt x="93" y="121"/>
                  </a:cubicBezTo>
                  <a:cubicBezTo>
                    <a:pt x="91" y="120"/>
                    <a:pt x="90" y="118"/>
                    <a:pt x="90" y="119"/>
                  </a:cubicBezTo>
                  <a:cubicBezTo>
                    <a:pt x="89" y="121"/>
                    <a:pt x="90" y="120"/>
                    <a:pt x="89" y="121"/>
                  </a:cubicBezTo>
                  <a:cubicBezTo>
                    <a:pt x="88" y="121"/>
                    <a:pt x="85" y="121"/>
                    <a:pt x="85" y="121"/>
                  </a:cubicBezTo>
                  <a:cubicBezTo>
                    <a:pt x="85" y="121"/>
                    <a:pt x="80" y="121"/>
                    <a:pt x="80" y="120"/>
                  </a:cubicBezTo>
                  <a:cubicBezTo>
                    <a:pt x="79" y="120"/>
                    <a:pt x="79" y="119"/>
                    <a:pt x="79" y="119"/>
                  </a:cubicBezTo>
                  <a:cubicBezTo>
                    <a:pt x="78" y="119"/>
                    <a:pt x="77" y="121"/>
                    <a:pt x="77" y="121"/>
                  </a:cubicBezTo>
                  <a:cubicBezTo>
                    <a:pt x="80" y="122"/>
                    <a:pt x="80" y="122"/>
                    <a:pt x="80" y="122"/>
                  </a:cubicBezTo>
                  <a:cubicBezTo>
                    <a:pt x="82" y="124"/>
                    <a:pt x="82" y="124"/>
                    <a:pt x="82" y="124"/>
                  </a:cubicBezTo>
                  <a:cubicBezTo>
                    <a:pt x="82" y="124"/>
                    <a:pt x="83" y="124"/>
                    <a:pt x="82" y="125"/>
                  </a:cubicBezTo>
                  <a:cubicBezTo>
                    <a:pt x="82" y="125"/>
                    <a:pt x="81" y="125"/>
                    <a:pt x="80" y="125"/>
                  </a:cubicBezTo>
                  <a:cubicBezTo>
                    <a:pt x="79" y="125"/>
                    <a:pt x="76" y="127"/>
                    <a:pt x="76" y="126"/>
                  </a:cubicBezTo>
                  <a:cubicBezTo>
                    <a:pt x="75" y="125"/>
                    <a:pt x="75" y="125"/>
                    <a:pt x="74" y="124"/>
                  </a:cubicBezTo>
                  <a:cubicBezTo>
                    <a:pt x="74" y="123"/>
                    <a:pt x="74" y="122"/>
                    <a:pt x="73" y="122"/>
                  </a:cubicBezTo>
                  <a:cubicBezTo>
                    <a:pt x="72" y="122"/>
                    <a:pt x="71" y="122"/>
                    <a:pt x="71" y="122"/>
                  </a:cubicBezTo>
                  <a:cubicBezTo>
                    <a:pt x="72" y="124"/>
                    <a:pt x="72" y="124"/>
                    <a:pt x="72" y="124"/>
                  </a:cubicBezTo>
                  <a:cubicBezTo>
                    <a:pt x="72" y="124"/>
                    <a:pt x="70" y="124"/>
                    <a:pt x="69" y="124"/>
                  </a:cubicBezTo>
                  <a:cubicBezTo>
                    <a:pt x="68" y="124"/>
                    <a:pt x="68" y="126"/>
                    <a:pt x="67" y="124"/>
                  </a:cubicBezTo>
                  <a:cubicBezTo>
                    <a:pt x="66" y="123"/>
                    <a:pt x="66" y="123"/>
                    <a:pt x="65" y="123"/>
                  </a:cubicBezTo>
                  <a:cubicBezTo>
                    <a:pt x="64" y="123"/>
                    <a:pt x="62" y="123"/>
                    <a:pt x="62" y="123"/>
                  </a:cubicBezTo>
                  <a:cubicBezTo>
                    <a:pt x="61" y="123"/>
                    <a:pt x="60" y="123"/>
                    <a:pt x="60" y="123"/>
                  </a:cubicBezTo>
                  <a:cubicBezTo>
                    <a:pt x="59" y="123"/>
                    <a:pt x="57" y="125"/>
                    <a:pt x="57" y="124"/>
                  </a:cubicBezTo>
                  <a:cubicBezTo>
                    <a:pt x="56" y="124"/>
                    <a:pt x="53" y="124"/>
                    <a:pt x="53" y="124"/>
                  </a:cubicBezTo>
                  <a:cubicBezTo>
                    <a:pt x="53" y="124"/>
                    <a:pt x="61" y="131"/>
                    <a:pt x="77" y="132"/>
                  </a:cubicBezTo>
                  <a:cubicBezTo>
                    <a:pt x="77" y="132"/>
                    <a:pt x="41" y="133"/>
                    <a:pt x="21" y="98"/>
                  </a:cubicBezTo>
                  <a:cubicBezTo>
                    <a:pt x="0" y="63"/>
                    <a:pt x="14" y="18"/>
                    <a:pt x="61" y="2"/>
                  </a:cubicBezTo>
                  <a:cubicBezTo>
                    <a:pt x="61" y="2"/>
                    <a:pt x="26" y="15"/>
                    <a:pt x="17" y="48"/>
                  </a:cubicBezTo>
                  <a:cubicBezTo>
                    <a:pt x="17" y="49"/>
                    <a:pt x="17" y="49"/>
                    <a:pt x="17" y="49"/>
                  </a:cubicBezTo>
                  <a:cubicBezTo>
                    <a:pt x="18" y="48"/>
                    <a:pt x="18" y="48"/>
                    <a:pt x="19" y="47"/>
                  </a:cubicBezTo>
                  <a:cubicBezTo>
                    <a:pt x="20" y="45"/>
                    <a:pt x="19" y="45"/>
                    <a:pt x="20" y="44"/>
                  </a:cubicBezTo>
                  <a:cubicBezTo>
                    <a:pt x="20" y="43"/>
                    <a:pt x="20" y="44"/>
                    <a:pt x="21" y="43"/>
                  </a:cubicBezTo>
                  <a:cubicBezTo>
                    <a:pt x="22" y="42"/>
                    <a:pt x="22" y="42"/>
                    <a:pt x="23" y="41"/>
                  </a:cubicBezTo>
                  <a:cubicBezTo>
                    <a:pt x="23" y="41"/>
                    <a:pt x="24" y="39"/>
                    <a:pt x="24" y="38"/>
                  </a:cubicBezTo>
                  <a:cubicBezTo>
                    <a:pt x="25" y="37"/>
                    <a:pt x="26" y="37"/>
                    <a:pt x="27" y="37"/>
                  </a:cubicBezTo>
                  <a:cubicBezTo>
                    <a:pt x="27" y="37"/>
                    <a:pt x="27" y="36"/>
                    <a:pt x="27" y="37"/>
                  </a:cubicBezTo>
                  <a:cubicBezTo>
                    <a:pt x="28" y="38"/>
                    <a:pt x="26" y="39"/>
                    <a:pt x="26" y="39"/>
                  </a:cubicBezTo>
                  <a:cubicBezTo>
                    <a:pt x="26" y="41"/>
                    <a:pt x="26" y="41"/>
                    <a:pt x="26" y="41"/>
                  </a:cubicBezTo>
                  <a:cubicBezTo>
                    <a:pt x="26" y="41"/>
                    <a:pt x="25" y="44"/>
                    <a:pt x="25" y="44"/>
                  </a:cubicBezTo>
                  <a:cubicBezTo>
                    <a:pt x="25" y="45"/>
                    <a:pt x="26" y="47"/>
                    <a:pt x="26" y="47"/>
                  </a:cubicBezTo>
                  <a:cubicBezTo>
                    <a:pt x="26" y="47"/>
                    <a:pt x="27" y="49"/>
                    <a:pt x="27" y="49"/>
                  </a:cubicBezTo>
                  <a:cubicBezTo>
                    <a:pt x="28" y="49"/>
                    <a:pt x="31" y="50"/>
                    <a:pt x="31" y="50"/>
                  </a:cubicBezTo>
                  <a:cubicBezTo>
                    <a:pt x="31" y="50"/>
                    <a:pt x="32" y="49"/>
                    <a:pt x="33" y="47"/>
                  </a:cubicBezTo>
                  <a:cubicBezTo>
                    <a:pt x="34" y="46"/>
                    <a:pt x="36" y="46"/>
                    <a:pt x="36" y="46"/>
                  </a:cubicBezTo>
                  <a:cubicBezTo>
                    <a:pt x="36" y="45"/>
                    <a:pt x="36" y="44"/>
                    <a:pt x="36" y="43"/>
                  </a:cubicBezTo>
                  <a:cubicBezTo>
                    <a:pt x="37" y="42"/>
                    <a:pt x="36" y="42"/>
                    <a:pt x="38" y="41"/>
                  </a:cubicBezTo>
                  <a:cubicBezTo>
                    <a:pt x="39" y="40"/>
                    <a:pt x="39" y="40"/>
                    <a:pt x="39" y="40"/>
                  </a:cubicBezTo>
                  <a:cubicBezTo>
                    <a:pt x="39" y="40"/>
                    <a:pt x="42" y="39"/>
                    <a:pt x="41" y="40"/>
                  </a:cubicBezTo>
                  <a:cubicBezTo>
                    <a:pt x="40" y="42"/>
                    <a:pt x="41" y="44"/>
                    <a:pt x="40" y="44"/>
                  </a:cubicBezTo>
                  <a:cubicBezTo>
                    <a:pt x="39" y="44"/>
                    <a:pt x="39" y="43"/>
                    <a:pt x="38" y="45"/>
                  </a:cubicBezTo>
                  <a:cubicBezTo>
                    <a:pt x="38" y="46"/>
                    <a:pt x="38" y="47"/>
                    <a:pt x="37" y="47"/>
                  </a:cubicBezTo>
                  <a:cubicBezTo>
                    <a:pt x="37" y="48"/>
                    <a:pt x="36" y="50"/>
                    <a:pt x="36" y="50"/>
                  </a:cubicBezTo>
                  <a:cubicBezTo>
                    <a:pt x="35" y="50"/>
                    <a:pt x="34" y="50"/>
                    <a:pt x="34" y="51"/>
                  </a:cubicBezTo>
                  <a:cubicBezTo>
                    <a:pt x="34" y="51"/>
                    <a:pt x="35" y="53"/>
                    <a:pt x="34" y="53"/>
                  </a:cubicBezTo>
                  <a:cubicBezTo>
                    <a:pt x="33" y="53"/>
                    <a:pt x="32" y="54"/>
                    <a:pt x="32" y="54"/>
                  </a:cubicBezTo>
                  <a:cubicBezTo>
                    <a:pt x="31" y="53"/>
                    <a:pt x="32" y="54"/>
                    <a:pt x="30" y="53"/>
                  </a:cubicBezTo>
                  <a:cubicBezTo>
                    <a:pt x="29" y="53"/>
                    <a:pt x="28" y="53"/>
                    <a:pt x="28" y="53"/>
                  </a:cubicBezTo>
                  <a:cubicBezTo>
                    <a:pt x="28" y="53"/>
                    <a:pt x="27" y="54"/>
                    <a:pt x="27" y="54"/>
                  </a:cubicBezTo>
                  <a:cubicBezTo>
                    <a:pt x="27" y="55"/>
                    <a:pt x="27" y="57"/>
                    <a:pt x="27" y="57"/>
                  </a:cubicBezTo>
                  <a:cubicBezTo>
                    <a:pt x="29" y="60"/>
                    <a:pt x="29" y="60"/>
                    <a:pt x="29" y="60"/>
                  </a:cubicBezTo>
                  <a:cubicBezTo>
                    <a:pt x="29" y="60"/>
                    <a:pt x="28" y="65"/>
                    <a:pt x="29" y="65"/>
                  </a:cubicBezTo>
                  <a:cubicBezTo>
                    <a:pt x="30" y="65"/>
                    <a:pt x="31" y="67"/>
                    <a:pt x="31" y="67"/>
                  </a:cubicBezTo>
                  <a:cubicBezTo>
                    <a:pt x="32" y="67"/>
                    <a:pt x="32" y="70"/>
                    <a:pt x="32" y="70"/>
                  </a:cubicBezTo>
                  <a:cubicBezTo>
                    <a:pt x="33" y="72"/>
                    <a:pt x="33" y="72"/>
                    <a:pt x="33" y="72"/>
                  </a:cubicBezTo>
                  <a:cubicBezTo>
                    <a:pt x="33" y="72"/>
                    <a:pt x="34" y="75"/>
                    <a:pt x="33" y="75"/>
                  </a:cubicBezTo>
                  <a:cubicBezTo>
                    <a:pt x="33" y="76"/>
                    <a:pt x="33" y="78"/>
                    <a:pt x="33" y="79"/>
                  </a:cubicBezTo>
                  <a:cubicBezTo>
                    <a:pt x="34" y="81"/>
                    <a:pt x="35" y="82"/>
                    <a:pt x="35" y="82"/>
                  </a:cubicBezTo>
                  <a:cubicBezTo>
                    <a:pt x="35" y="82"/>
                    <a:pt x="33" y="84"/>
                    <a:pt x="34" y="84"/>
                  </a:cubicBezTo>
                  <a:cubicBezTo>
                    <a:pt x="35" y="85"/>
                    <a:pt x="37" y="87"/>
                    <a:pt x="37" y="87"/>
                  </a:cubicBezTo>
                  <a:cubicBezTo>
                    <a:pt x="37" y="88"/>
                    <a:pt x="37" y="89"/>
                    <a:pt x="38" y="89"/>
                  </a:cubicBezTo>
                  <a:cubicBezTo>
                    <a:pt x="39" y="89"/>
                    <a:pt x="40" y="89"/>
                    <a:pt x="40" y="89"/>
                  </a:cubicBezTo>
                  <a:cubicBezTo>
                    <a:pt x="40" y="90"/>
                    <a:pt x="40" y="92"/>
                    <a:pt x="40" y="92"/>
                  </a:cubicBezTo>
                  <a:cubicBezTo>
                    <a:pt x="43" y="95"/>
                    <a:pt x="43" y="95"/>
                    <a:pt x="43" y="95"/>
                  </a:cubicBezTo>
                  <a:cubicBezTo>
                    <a:pt x="45" y="98"/>
                    <a:pt x="45" y="98"/>
                    <a:pt x="45" y="98"/>
                  </a:cubicBezTo>
                  <a:cubicBezTo>
                    <a:pt x="45" y="98"/>
                    <a:pt x="45" y="100"/>
                    <a:pt x="46" y="100"/>
                  </a:cubicBezTo>
                  <a:cubicBezTo>
                    <a:pt x="47" y="100"/>
                    <a:pt x="50" y="101"/>
                    <a:pt x="51" y="102"/>
                  </a:cubicBezTo>
                  <a:cubicBezTo>
                    <a:pt x="51" y="102"/>
                    <a:pt x="53" y="103"/>
                    <a:pt x="54" y="103"/>
                  </a:cubicBezTo>
                  <a:cubicBezTo>
                    <a:pt x="55" y="103"/>
                    <a:pt x="54" y="105"/>
                    <a:pt x="55" y="103"/>
                  </a:cubicBezTo>
                  <a:cubicBezTo>
                    <a:pt x="56" y="101"/>
                    <a:pt x="55" y="102"/>
                    <a:pt x="56" y="100"/>
                  </a:cubicBezTo>
                  <a:cubicBezTo>
                    <a:pt x="57" y="97"/>
                    <a:pt x="57" y="99"/>
                    <a:pt x="57" y="97"/>
                  </a:cubicBezTo>
                  <a:cubicBezTo>
                    <a:pt x="57" y="96"/>
                    <a:pt x="57" y="97"/>
                    <a:pt x="57" y="96"/>
                  </a:cubicBezTo>
                  <a:cubicBezTo>
                    <a:pt x="58" y="94"/>
                    <a:pt x="57" y="95"/>
                    <a:pt x="58" y="93"/>
                  </a:cubicBezTo>
                  <a:cubicBezTo>
                    <a:pt x="59" y="91"/>
                    <a:pt x="59" y="92"/>
                    <a:pt x="60" y="90"/>
                  </a:cubicBezTo>
                  <a:cubicBezTo>
                    <a:pt x="61" y="89"/>
                    <a:pt x="62" y="90"/>
                    <a:pt x="61" y="88"/>
                  </a:cubicBezTo>
                  <a:cubicBezTo>
                    <a:pt x="61" y="86"/>
                    <a:pt x="61" y="88"/>
                    <a:pt x="61" y="86"/>
                  </a:cubicBezTo>
                  <a:cubicBezTo>
                    <a:pt x="60" y="84"/>
                    <a:pt x="61" y="84"/>
                    <a:pt x="59" y="83"/>
                  </a:cubicBezTo>
                  <a:cubicBezTo>
                    <a:pt x="58" y="82"/>
                    <a:pt x="57" y="82"/>
                    <a:pt x="57" y="81"/>
                  </a:cubicBezTo>
                  <a:cubicBezTo>
                    <a:pt x="57" y="79"/>
                    <a:pt x="57" y="79"/>
                    <a:pt x="58" y="78"/>
                  </a:cubicBezTo>
                  <a:cubicBezTo>
                    <a:pt x="58" y="77"/>
                    <a:pt x="59" y="76"/>
                    <a:pt x="59" y="76"/>
                  </a:cubicBezTo>
                  <a:cubicBezTo>
                    <a:pt x="60" y="75"/>
                    <a:pt x="60" y="76"/>
                    <a:pt x="61" y="74"/>
                  </a:cubicBezTo>
                  <a:cubicBezTo>
                    <a:pt x="61" y="73"/>
                    <a:pt x="62" y="72"/>
                    <a:pt x="62" y="72"/>
                  </a:cubicBezTo>
                  <a:cubicBezTo>
                    <a:pt x="62" y="72"/>
                    <a:pt x="62" y="69"/>
                    <a:pt x="62" y="68"/>
                  </a:cubicBezTo>
                  <a:cubicBezTo>
                    <a:pt x="62" y="66"/>
                    <a:pt x="63" y="68"/>
                    <a:pt x="62" y="66"/>
                  </a:cubicBezTo>
                  <a:cubicBezTo>
                    <a:pt x="62" y="64"/>
                    <a:pt x="62" y="63"/>
                    <a:pt x="62" y="63"/>
                  </a:cubicBezTo>
                  <a:cubicBezTo>
                    <a:pt x="62" y="63"/>
                    <a:pt x="64" y="61"/>
                    <a:pt x="65" y="62"/>
                  </a:cubicBezTo>
                  <a:cubicBezTo>
                    <a:pt x="66" y="62"/>
                    <a:pt x="66" y="63"/>
                    <a:pt x="67" y="62"/>
                  </a:cubicBezTo>
                  <a:cubicBezTo>
                    <a:pt x="69" y="61"/>
                    <a:pt x="68" y="60"/>
                    <a:pt x="69" y="60"/>
                  </a:cubicBezTo>
                  <a:cubicBezTo>
                    <a:pt x="69" y="60"/>
                    <a:pt x="70" y="59"/>
                    <a:pt x="71" y="60"/>
                  </a:cubicBezTo>
                  <a:cubicBezTo>
                    <a:pt x="72" y="61"/>
                    <a:pt x="73" y="61"/>
                    <a:pt x="75" y="61"/>
                  </a:cubicBezTo>
                  <a:cubicBezTo>
                    <a:pt x="76" y="62"/>
                    <a:pt x="77" y="62"/>
                    <a:pt x="79" y="62"/>
                  </a:cubicBezTo>
                  <a:cubicBezTo>
                    <a:pt x="80" y="62"/>
                    <a:pt x="83" y="62"/>
                    <a:pt x="84" y="62"/>
                  </a:cubicBezTo>
                  <a:cubicBezTo>
                    <a:pt x="85" y="61"/>
                    <a:pt x="86" y="62"/>
                    <a:pt x="86" y="60"/>
                  </a:cubicBezTo>
                  <a:cubicBezTo>
                    <a:pt x="87" y="59"/>
                    <a:pt x="86" y="59"/>
                    <a:pt x="88" y="58"/>
                  </a:cubicBezTo>
                  <a:cubicBezTo>
                    <a:pt x="89" y="57"/>
                    <a:pt x="89" y="58"/>
                    <a:pt x="89" y="57"/>
                  </a:cubicBezTo>
                  <a:cubicBezTo>
                    <a:pt x="90" y="55"/>
                    <a:pt x="89" y="56"/>
                    <a:pt x="90" y="54"/>
                  </a:cubicBezTo>
                  <a:cubicBezTo>
                    <a:pt x="91" y="53"/>
                    <a:pt x="89" y="55"/>
                    <a:pt x="91" y="53"/>
                  </a:cubicBezTo>
                  <a:cubicBezTo>
                    <a:pt x="93" y="51"/>
                    <a:pt x="93" y="53"/>
                    <a:pt x="93" y="51"/>
                  </a:cubicBezTo>
                  <a:cubicBezTo>
                    <a:pt x="92" y="50"/>
                    <a:pt x="92" y="51"/>
                    <a:pt x="92" y="49"/>
                  </a:cubicBezTo>
                  <a:cubicBezTo>
                    <a:pt x="92" y="47"/>
                    <a:pt x="89" y="49"/>
                    <a:pt x="91" y="46"/>
                  </a:cubicBezTo>
                  <a:cubicBezTo>
                    <a:pt x="92" y="42"/>
                    <a:pt x="93" y="43"/>
                    <a:pt x="91" y="40"/>
                  </a:cubicBezTo>
                  <a:cubicBezTo>
                    <a:pt x="89" y="37"/>
                    <a:pt x="87" y="36"/>
                    <a:pt x="87" y="36"/>
                  </a:cubicBezTo>
                  <a:cubicBezTo>
                    <a:pt x="87" y="35"/>
                    <a:pt x="86" y="33"/>
                    <a:pt x="86" y="33"/>
                  </a:cubicBezTo>
                  <a:cubicBezTo>
                    <a:pt x="85" y="33"/>
                    <a:pt x="85" y="32"/>
                    <a:pt x="84" y="32"/>
                  </a:cubicBezTo>
                  <a:cubicBezTo>
                    <a:pt x="83" y="32"/>
                    <a:pt x="81" y="32"/>
                    <a:pt x="80" y="31"/>
                  </a:cubicBezTo>
                  <a:cubicBezTo>
                    <a:pt x="79" y="30"/>
                    <a:pt x="78" y="28"/>
                    <a:pt x="77" y="28"/>
                  </a:cubicBezTo>
                  <a:cubicBezTo>
                    <a:pt x="77" y="28"/>
                    <a:pt x="77" y="28"/>
                    <a:pt x="76" y="28"/>
                  </a:cubicBezTo>
                  <a:cubicBezTo>
                    <a:pt x="74" y="28"/>
                    <a:pt x="74" y="28"/>
                    <a:pt x="73" y="28"/>
                  </a:cubicBezTo>
                  <a:cubicBezTo>
                    <a:pt x="72" y="28"/>
                    <a:pt x="74" y="28"/>
                    <a:pt x="71" y="28"/>
                  </a:cubicBezTo>
                  <a:cubicBezTo>
                    <a:pt x="69" y="27"/>
                    <a:pt x="69" y="27"/>
                    <a:pt x="69" y="27"/>
                  </a:cubicBezTo>
                  <a:cubicBezTo>
                    <a:pt x="68" y="27"/>
                    <a:pt x="68" y="27"/>
                    <a:pt x="67" y="27"/>
                  </a:cubicBezTo>
                  <a:cubicBezTo>
                    <a:pt x="66" y="28"/>
                    <a:pt x="66" y="25"/>
                    <a:pt x="66" y="28"/>
                  </a:cubicBezTo>
                  <a:cubicBezTo>
                    <a:pt x="66" y="30"/>
                    <a:pt x="67" y="31"/>
                    <a:pt x="65" y="31"/>
                  </a:cubicBezTo>
                  <a:cubicBezTo>
                    <a:pt x="63" y="31"/>
                    <a:pt x="65" y="31"/>
                    <a:pt x="63" y="31"/>
                  </a:cubicBezTo>
                  <a:cubicBezTo>
                    <a:pt x="61" y="31"/>
                    <a:pt x="62" y="32"/>
                    <a:pt x="61" y="32"/>
                  </a:cubicBezTo>
                  <a:cubicBezTo>
                    <a:pt x="60" y="33"/>
                    <a:pt x="60" y="33"/>
                    <a:pt x="58" y="33"/>
                  </a:cubicBezTo>
                  <a:cubicBezTo>
                    <a:pt x="57" y="33"/>
                    <a:pt x="59" y="35"/>
                    <a:pt x="57" y="33"/>
                  </a:cubicBezTo>
                  <a:cubicBezTo>
                    <a:pt x="55" y="31"/>
                    <a:pt x="58" y="31"/>
                    <a:pt x="55" y="31"/>
                  </a:cubicBezTo>
                  <a:cubicBezTo>
                    <a:pt x="51" y="31"/>
                    <a:pt x="51" y="32"/>
                    <a:pt x="50" y="32"/>
                  </a:cubicBezTo>
                  <a:cubicBezTo>
                    <a:pt x="50" y="32"/>
                    <a:pt x="49" y="32"/>
                    <a:pt x="48" y="31"/>
                  </a:cubicBezTo>
                  <a:cubicBezTo>
                    <a:pt x="46" y="31"/>
                    <a:pt x="46" y="31"/>
                    <a:pt x="45" y="31"/>
                  </a:cubicBezTo>
                  <a:cubicBezTo>
                    <a:pt x="45" y="31"/>
                    <a:pt x="45" y="33"/>
                    <a:pt x="44" y="31"/>
                  </a:cubicBezTo>
                  <a:cubicBezTo>
                    <a:pt x="44" y="30"/>
                    <a:pt x="42" y="30"/>
                    <a:pt x="44" y="29"/>
                  </a:cubicBezTo>
                  <a:cubicBezTo>
                    <a:pt x="46" y="28"/>
                    <a:pt x="47" y="30"/>
                    <a:pt x="47" y="28"/>
                  </a:cubicBezTo>
                  <a:cubicBezTo>
                    <a:pt x="47" y="27"/>
                    <a:pt x="45" y="27"/>
                    <a:pt x="47" y="27"/>
                  </a:cubicBezTo>
                  <a:cubicBezTo>
                    <a:pt x="49" y="27"/>
                    <a:pt x="49" y="27"/>
                    <a:pt x="50" y="26"/>
                  </a:cubicBezTo>
                  <a:cubicBezTo>
                    <a:pt x="52" y="26"/>
                    <a:pt x="53" y="28"/>
                    <a:pt x="54" y="26"/>
                  </a:cubicBezTo>
                  <a:cubicBezTo>
                    <a:pt x="54" y="25"/>
                    <a:pt x="57" y="27"/>
                    <a:pt x="54" y="25"/>
                  </a:cubicBezTo>
                  <a:cubicBezTo>
                    <a:pt x="51" y="23"/>
                    <a:pt x="52" y="22"/>
                    <a:pt x="51" y="22"/>
                  </a:cubicBezTo>
                  <a:cubicBezTo>
                    <a:pt x="49" y="23"/>
                    <a:pt x="50" y="24"/>
                    <a:pt x="48" y="23"/>
                  </a:cubicBezTo>
                  <a:cubicBezTo>
                    <a:pt x="47" y="22"/>
                    <a:pt x="45" y="22"/>
                    <a:pt x="47" y="20"/>
                  </a:cubicBezTo>
                  <a:cubicBezTo>
                    <a:pt x="49" y="19"/>
                    <a:pt x="48" y="19"/>
                    <a:pt x="50" y="19"/>
                  </a:cubicBezTo>
                  <a:cubicBezTo>
                    <a:pt x="52" y="18"/>
                    <a:pt x="54" y="22"/>
                    <a:pt x="55" y="21"/>
                  </a:cubicBezTo>
                  <a:cubicBezTo>
                    <a:pt x="56" y="21"/>
                    <a:pt x="56" y="20"/>
                    <a:pt x="57" y="21"/>
                  </a:cubicBezTo>
                  <a:cubicBezTo>
                    <a:pt x="57" y="21"/>
                    <a:pt x="57" y="23"/>
                    <a:pt x="58" y="24"/>
                  </a:cubicBezTo>
                  <a:cubicBezTo>
                    <a:pt x="58" y="25"/>
                    <a:pt x="57" y="26"/>
                    <a:pt x="59" y="25"/>
                  </a:cubicBezTo>
                  <a:cubicBezTo>
                    <a:pt x="61" y="24"/>
                    <a:pt x="56" y="24"/>
                    <a:pt x="61" y="22"/>
                  </a:cubicBezTo>
                  <a:cubicBezTo>
                    <a:pt x="65" y="21"/>
                    <a:pt x="67" y="21"/>
                    <a:pt x="68" y="22"/>
                  </a:cubicBezTo>
                  <a:cubicBezTo>
                    <a:pt x="68" y="22"/>
                    <a:pt x="69" y="22"/>
                    <a:pt x="70" y="23"/>
                  </a:cubicBezTo>
                  <a:cubicBezTo>
                    <a:pt x="70" y="23"/>
                    <a:pt x="68" y="24"/>
                    <a:pt x="70" y="23"/>
                  </a:cubicBezTo>
                  <a:cubicBezTo>
                    <a:pt x="72" y="22"/>
                    <a:pt x="74" y="24"/>
                    <a:pt x="74" y="24"/>
                  </a:cubicBezTo>
                  <a:cubicBezTo>
                    <a:pt x="74" y="24"/>
                    <a:pt x="74" y="23"/>
                    <a:pt x="75" y="24"/>
                  </a:cubicBezTo>
                  <a:cubicBezTo>
                    <a:pt x="76" y="25"/>
                    <a:pt x="77" y="25"/>
                    <a:pt x="78" y="25"/>
                  </a:cubicBezTo>
                  <a:cubicBezTo>
                    <a:pt x="79" y="25"/>
                    <a:pt x="81" y="25"/>
                    <a:pt x="80" y="23"/>
                  </a:cubicBezTo>
                  <a:cubicBezTo>
                    <a:pt x="78" y="21"/>
                    <a:pt x="79" y="22"/>
                    <a:pt x="77" y="21"/>
                  </a:cubicBezTo>
                  <a:cubicBezTo>
                    <a:pt x="74" y="20"/>
                    <a:pt x="70" y="20"/>
                    <a:pt x="73" y="19"/>
                  </a:cubicBezTo>
                  <a:cubicBezTo>
                    <a:pt x="77" y="18"/>
                    <a:pt x="72" y="18"/>
                    <a:pt x="76" y="16"/>
                  </a:cubicBezTo>
                  <a:cubicBezTo>
                    <a:pt x="81" y="14"/>
                    <a:pt x="81" y="17"/>
                    <a:pt x="81" y="14"/>
                  </a:cubicBezTo>
                  <a:cubicBezTo>
                    <a:pt x="80" y="11"/>
                    <a:pt x="81" y="11"/>
                    <a:pt x="82" y="11"/>
                  </a:cubicBezTo>
                  <a:cubicBezTo>
                    <a:pt x="83" y="11"/>
                    <a:pt x="86" y="12"/>
                    <a:pt x="87" y="12"/>
                  </a:cubicBezTo>
                  <a:cubicBezTo>
                    <a:pt x="88" y="12"/>
                    <a:pt x="86" y="13"/>
                    <a:pt x="88" y="12"/>
                  </a:cubicBezTo>
                  <a:cubicBezTo>
                    <a:pt x="91" y="10"/>
                    <a:pt x="91" y="12"/>
                    <a:pt x="91" y="10"/>
                  </a:cubicBezTo>
                  <a:cubicBezTo>
                    <a:pt x="90" y="9"/>
                    <a:pt x="90" y="8"/>
                    <a:pt x="88" y="7"/>
                  </a:cubicBezTo>
                  <a:cubicBezTo>
                    <a:pt x="87" y="6"/>
                    <a:pt x="87" y="2"/>
                    <a:pt x="84" y="4"/>
                  </a:cubicBezTo>
                  <a:cubicBezTo>
                    <a:pt x="81" y="5"/>
                    <a:pt x="82" y="5"/>
                    <a:pt x="80" y="5"/>
                  </a:cubicBezTo>
                  <a:cubicBezTo>
                    <a:pt x="77" y="5"/>
                    <a:pt x="76" y="5"/>
                    <a:pt x="76" y="4"/>
                  </a:cubicBezTo>
                  <a:cubicBezTo>
                    <a:pt x="76" y="4"/>
                    <a:pt x="79" y="2"/>
                    <a:pt x="79" y="2"/>
                  </a:cubicBezTo>
                  <a:cubicBezTo>
                    <a:pt x="79" y="2"/>
                    <a:pt x="80" y="2"/>
                    <a:pt x="80" y="2"/>
                  </a:cubicBezTo>
                  <a:cubicBezTo>
                    <a:pt x="79" y="2"/>
                    <a:pt x="79" y="1"/>
                    <a:pt x="79" y="1"/>
                  </a:cubicBezTo>
                  <a:cubicBezTo>
                    <a:pt x="80" y="0"/>
                    <a:pt x="80" y="0"/>
                    <a:pt x="80" y="0"/>
                  </a:cubicBezTo>
                  <a:cubicBezTo>
                    <a:pt x="80" y="0"/>
                    <a:pt x="88" y="0"/>
                    <a:pt x="9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0" name="Freeform 24"/>
            <p:cNvSpPr>
              <a:spLocks noEditPoints="1"/>
            </p:cNvSpPr>
            <p:nvPr/>
          </p:nvSpPr>
          <p:spPr bwMode="auto">
            <a:xfrm>
              <a:off x="3323592" y="4204177"/>
              <a:ext cx="492125" cy="325438"/>
            </a:xfrm>
            <a:custGeom>
              <a:avLst/>
              <a:gdLst>
                <a:gd name="T0" fmla="*/ 7 w 165"/>
                <a:gd name="T1" fmla="*/ 24 h 109"/>
                <a:gd name="T2" fmla="*/ 42 w 165"/>
                <a:gd name="T3" fmla="*/ 0 h 109"/>
                <a:gd name="T4" fmla="*/ 84 w 165"/>
                <a:gd name="T5" fmla="*/ 107 h 109"/>
                <a:gd name="T6" fmla="*/ 37 w 165"/>
                <a:gd name="T7" fmla="*/ 63 h 109"/>
                <a:gd name="T8" fmla="*/ 7 w 165"/>
                <a:gd name="T9" fmla="*/ 24 h 109"/>
                <a:gd name="T10" fmla="*/ 99 w 165"/>
                <a:gd name="T11" fmla="*/ 20 h 109"/>
                <a:gd name="T12" fmla="*/ 92 w 165"/>
                <a:gd name="T13" fmla="*/ 27 h 109"/>
                <a:gd name="T14" fmla="*/ 99 w 165"/>
                <a:gd name="T15" fmla="*/ 34 h 109"/>
                <a:gd name="T16" fmla="*/ 106 w 165"/>
                <a:gd name="T17" fmla="*/ 27 h 109"/>
                <a:gd name="T18" fmla="*/ 99 w 165"/>
                <a:gd name="T19" fmla="*/ 20 h 109"/>
                <a:gd name="T20" fmla="*/ 115 w 165"/>
                <a:gd name="T21" fmla="*/ 48 h 109"/>
                <a:gd name="T22" fmla="*/ 106 w 165"/>
                <a:gd name="T23" fmla="*/ 39 h 109"/>
                <a:gd name="T24" fmla="*/ 96 w 165"/>
                <a:gd name="T25" fmla="*/ 48 h 109"/>
                <a:gd name="T26" fmla="*/ 106 w 165"/>
                <a:gd name="T27" fmla="*/ 58 h 109"/>
                <a:gd name="T28" fmla="*/ 115 w 165"/>
                <a:gd name="T29" fmla="*/ 48 h 109"/>
                <a:gd name="T30" fmla="*/ 99 w 165"/>
                <a:gd name="T31" fmla="*/ 83 h 109"/>
                <a:gd name="T32" fmla="*/ 110 w 165"/>
                <a:gd name="T33" fmla="*/ 72 h 109"/>
                <a:gd name="T34" fmla="*/ 99 w 165"/>
                <a:gd name="T35" fmla="*/ 61 h 109"/>
                <a:gd name="T36" fmla="*/ 88 w 165"/>
                <a:gd name="T37" fmla="*/ 72 h 109"/>
                <a:gd name="T38" fmla="*/ 99 w 165"/>
                <a:gd name="T39" fmla="*/ 83 h 109"/>
                <a:gd name="T40" fmla="*/ 80 w 165"/>
                <a:gd name="T41" fmla="*/ 101 h 109"/>
                <a:gd name="T42" fmla="*/ 91 w 165"/>
                <a:gd name="T43" fmla="*/ 90 h 109"/>
                <a:gd name="T44" fmla="*/ 80 w 165"/>
                <a:gd name="T45" fmla="*/ 78 h 109"/>
                <a:gd name="T46" fmla="*/ 68 w 165"/>
                <a:gd name="T47" fmla="*/ 90 h 109"/>
                <a:gd name="T48" fmla="*/ 80 w 165"/>
                <a:gd name="T49" fmla="*/ 101 h 109"/>
                <a:gd name="T50" fmla="*/ 32 w 165"/>
                <a:gd name="T51" fmla="*/ 47 h 109"/>
                <a:gd name="T52" fmla="*/ 46 w 165"/>
                <a:gd name="T53" fmla="*/ 32 h 109"/>
                <a:gd name="T54" fmla="*/ 32 w 165"/>
                <a:gd name="T55" fmla="*/ 18 h 109"/>
                <a:gd name="T56" fmla="*/ 17 w 165"/>
                <a:gd name="T57" fmla="*/ 32 h 109"/>
                <a:gd name="T58" fmla="*/ 32 w 165"/>
                <a:gd name="T59" fmla="*/ 47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65" h="109">
                  <a:moveTo>
                    <a:pt x="7" y="24"/>
                  </a:moveTo>
                  <a:cubicBezTo>
                    <a:pt x="15" y="3"/>
                    <a:pt x="42" y="0"/>
                    <a:pt x="42" y="0"/>
                  </a:cubicBezTo>
                  <a:cubicBezTo>
                    <a:pt x="165" y="2"/>
                    <a:pt x="116" y="104"/>
                    <a:pt x="84" y="107"/>
                  </a:cubicBezTo>
                  <a:cubicBezTo>
                    <a:pt x="53" y="109"/>
                    <a:pt x="58" y="71"/>
                    <a:pt x="37" y="63"/>
                  </a:cubicBezTo>
                  <a:cubicBezTo>
                    <a:pt x="17" y="55"/>
                    <a:pt x="0" y="46"/>
                    <a:pt x="7" y="24"/>
                  </a:cubicBezTo>
                  <a:close/>
                  <a:moveTo>
                    <a:pt x="99" y="20"/>
                  </a:moveTo>
                  <a:cubicBezTo>
                    <a:pt x="95" y="20"/>
                    <a:pt x="92" y="23"/>
                    <a:pt x="92" y="27"/>
                  </a:cubicBezTo>
                  <a:cubicBezTo>
                    <a:pt x="92" y="31"/>
                    <a:pt x="95" y="34"/>
                    <a:pt x="99" y="34"/>
                  </a:cubicBezTo>
                  <a:cubicBezTo>
                    <a:pt x="103" y="34"/>
                    <a:pt x="106" y="31"/>
                    <a:pt x="106" y="27"/>
                  </a:cubicBezTo>
                  <a:cubicBezTo>
                    <a:pt x="106" y="23"/>
                    <a:pt x="103" y="20"/>
                    <a:pt x="99" y="20"/>
                  </a:cubicBezTo>
                  <a:close/>
                  <a:moveTo>
                    <a:pt x="115" y="48"/>
                  </a:moveTo>
                  <a:cubicBezTo>
                    <a:pt x="115" y="43"/>
                    <a:pt x="111" y="39"/>
                    <a:pt x="106" y="39"/>
                  </a:cubicBezTo>
                  <a:cubicBezTo>
                    <a:pt x="100" y="39"/>
                    <a:pt x="96" y="43"/>
                    <a:pt x="96" y="48"/>
                  </a:cubicBezTo>
                  <a:cubicBezTo>
                    <a:pt x="96" y="54"/>
                    <a:pt x="100" y="58"/>
                    <a:pt x="106" y="58"/>
                  </a:cubicBezTo>
                  <a:cubicBezTo>
                    <a:pt x="111" y="58"/>
                    <a:pt x="115" y="54"/>
                    <a:pt x="115" y="48"/>
                  </a:cubicBezTo>
                  <a:close/>
                  <a:moveTo>
                    <a:pt x="99" y="83"/>
                  </a:moveTo>
                  <a:cubicBezTo>
                    <a:pt x="105" y="83"/>
                    <a:pt x="110" y="78"/>
                    <a:pt x="110" y="72"/>
                  </a:cubicBezTo>
                  <a:cubicBezTo>
                    <a:pt x="110" y="66"/>
                    <a:pt x="105" y="61"/>
                    <a:pt x="99" y="61"/>
                  </a:cubicBezTo>
                  <a:cubicBezTo>
                    <a:pt x="93" y="61"/>
                    <a:pt x="88" y="66"/>
                    <a:pt x="88" y="72"/>
                  </a:cubicBezTo>
                  <a:cubicBezTo>
                    <a:pt x="88" y="78"/>
                    <a:pt x="93" y="83"/>
                    <a:pt x="99" y="83"/>
                  </a:cubicBezTo>
                  <a:close/>
                  <a:moveTo>
                    <a:pt x="80" y="101"/>
                  </a:moveTo>
                  <a:cubicBezTo>
                    <a:pt x="86" y="101"/>
                    <a:pt x="91" y="96"/>
                    <a:pt x="91" y="90"/>
                  </a:cubicBezTo>
                  <a:cubicBezTo>
                    <a:pt x="91" y="83"/>
                    <a:pt x="86" y="78"/>
                    <a:pt x="80" y="78"/>
                  </a:cubicBezTo>
                  <a:cubicBezTo>
                    <a:pt x="73" y="78"/>
                    <a:pt x="68" y="83"/>
                    <a:pt x="68" y="90"/>
                  </a:cubicBezTo>
                  <a:cubicBezTo>
                    <a:pt x="68" y="96"/>
                    <a:pt x="73" y="101"/>
                    <a:pt x="80" y="101"/>
                  </a:cubicBezTo>
                  <a:close/>
                  <a:moveTo>
                    <a:pt x="32" y="47"/>
                  </a:moveTo>
                  <a:cubicBezTo>
                    <a:pt x="39" y="47"/>
                    <a:pt x="46" y="40"/>
                    <a:pt x="46" y="32"/>
                  </a:cubicBezTo>
                  <a:cubicBezTo>
                    <a:pt x="46" y="25"/>
                    <a:pt x="39" y="18"/>
                    <a:pt x="32" y="18"/>
                  </a:cubicBezTo>
                  <a:cubicBezTo>
                    <a:pt x="24" y="18"/>
                    <a:pt x="17" y="25"/>
                    <a:pt x="17" y="32"/>
                  </a:cubicBezTo>
                  <a:cubicBezTo>
                    <a:pt x="17" y="40"/>
                    <a:pt x="24" y="47"/>
                    <a:pt x="32" y="4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1" name="Freeform 25"/>
            <p:cNvSpPr>
              <a:spLocks noEditPoints="1"/>
            </p:cNvSpPr>
            <p:nvPr/>
          </p:nvSpPr>
          <p:spPr bwMode="auto">
            <a:xfrm>
              <a:off x="1239205" y="3966052"/>
              <a:ext cx="677863" cy="604838"/>
            </a:xfrm>
            <a:custGeom>
              <a:avLst/>
              <a:gdLst>
                <a:gd name="T0" fmla="*/ 200 w 227"/>
                <a:gd name="T1" fmla="*/ 185 h 203"/>
                <a:gd name="T2" fmla="*/ 140 w 227"/>
                <a:gd name="T3" fmla="*/ 183 h 203"/>
                <a:gd name="T4" fmla="*/ 181 w 227"/>
                <a:gd name="T5" fmla="*/ 25 h 203"/>
                <a:gd name="T6" fmla="*/ 198 w 227"/>
                <a:gd name="T7" fmla="*/ 115 h 203"/>
                <a:gd name="T8" fmla="*/ 200 w 227"/>
                <a:gd name="T9" fmla="*/ 185 h 203"/>
                <a:gd name="T10" fmla="*/ 91 w 227"/>
                <a:gd name="T11" fmla="*/ 113 h 203"/>
                <a:gd name="T12" fmla="*/ 105 w 227"/>
                <a:gd name="T13" fmla="*/ 110 h 203"/>
                <a:gd name="T14" fmla="*/ 103 w 227"/>
                <a:gd name="T15" fmla="*/ 96 h 203"/>
                <a:gd name="T16" fmla="*/ 89 w 227"/>
                <a:gd name="T17" fmla="*/ 98 h 203"/>
                <a:gd name="T18" fmla="*/ 91 w 227"/>
                <a:gd name="T19" fmla="*/ 113 h 203"/>
                <a:gd name="T20" fmla="*/ 96 w 227"/>
                <a:gd name="T21" fmla="*/ 66 h 203"/>
                <a:gd name="T22" fmla="*/ 99 w 227"/>
                <a:gd name="T23" fmla="*/ 85 h 203"/>
                <a:gd name="T24" fmla="*/ 118 w 227"/>
                <a:gd name="T25" fmla="*/ 82 h 203"/>
                <a:gd name="T26" fmla="*/ 115 w 227"/>
                <a:gd name="T27" fmla="*/ 63 h 203"/>
                <a:gd name="T28" fmla="*/ 96 w 227"/>
                <a:gd name="T29" fmla="*/ 66 h 203"/>
                <a:gd name="T30" fmla="*/ 144 w 227"/>
                <a:gd name="T31" fmla="*/ 40 h 203"/>
                <a:gd name="T32" fmla="*/ 122 w 227"/>
                <a:gd name="T33" fmla="*/ 43 h 203"/>
                <a:gd name="T34" fmla="*/ 125 w 227"/>
                <a:gd name="T35" fmla="*/ 65 h 203"/>
                <a:gd name="T36" fmla="*/ 147 w 227"/>
                <a:gd name="T37" fmla="*/ 62 h 203"/>
                <a:gd name="T38" fmla="*/ 144 w 227"/>
                <a:gd name="T39" fmla="*/ 40 h 203"/>
                <a:gd name="T40" fmla="*/ 182 w 227"/>
                <a:gd name="T41" fmla="*/ 35 h 203"/>
                <a:gd name="T42" fmla="*/ 159 w 227"/>
                <a:gd name="T43" fmla="*/ 39 h 203"/>
                <a:gd name="T44" fmla="*/ 162 w 227"/>
                <a:gd name="T45" fmla="*/ 62 h 203"/>
                <a:gd name="T46" fmla="*/ 186 w 227"/>
                <a:gd name="T47" fmla="*/ 58 h 203"/>
                <a:gd name="T48" fmla="*/ 182 w 227"/>
                <a:gd name="T49" fmla="*/ 35 h 203"/>
                <a:gd name="T50" fmla="*/ 191 w 227"/>
                <a:gd name="T51" fmla="*/ 139 h 203"/>
                <a:gd name="T52" fmla="*/ 163 w 227"/>
                <a:gd name="T53" fmla="*/ 143 h 203"/>
                <a:gd name="T54" fmla="*/ 167 w 227"/>
                <a:gd name="T55" fmla="*/ 172 h 203"/>
                <a:gd name="T56" fmla="*/ 195 w 227"/>
                <a:gd name="T57" fmla="*/ 167 h 203"/>
                <a:gd name="T58" fmla="*/ 191 w 227"/>
                <a:gd name="T59" fmla="*/ 139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27" h="203">
                  <a:moveTo>
                    <a:pt x="200" y="185"/>
                  </a:moveTo>
                  <a:cubicBezTo>
                    <a:pt x="173" y="203"/>
                    <a:pt x="140" y="183"/>
                    <a:pt x="140" y="183"/>
                  </a:cubicBezTo>
                  <a:cubicBezTo>
                    <a:pt x="0" y="76"/>
                    <a:pt x="143" y="0"/>
                    <a:pt x="181" y="25"/>
                  </a:cubicBezTo>
                  <a:cubicBezTo>
                    <a:pt x="220" y="49"/>
                    <a:pt x="182" y="88"/>
                    <a:pt x="198" y="115"/>
                  </a:cubicBezTo>
                  <a:cubicBezTo>
                    <a:pt x="215" y="141"/>
                    <a:pt x="227" y="167"/>
                    <a:pt x="200" y="185"/>
                  </a:cubicBezTo>
                  <a:close/>
                  <a:moveTo>
                    <a:pt x="91" y="113"/>
                  </a:moveTo>
                  <a:cubicBezTo>
                    <a:pt x="96" y="116"/>
                    <a:pt x="102" y="115"/>
                    <a:pt x="105" y="110"/>
                  </a:cubicBezTo>
                  <a:cubicBezTo>
                    <a:pt x="109" y="106"/>
                    <a:pt x="108" y="99"/>
                    <a:pt x="103" y="96"/>
                  </a:cubicBezTo>
                  <a:cubicBezTo>
                    <a:pt x="99" y="93"/>
                    <a:pt x="92" y="94"/>
                    <a:pt x="89" y="98"/>
                  </a:cubicBezTo>
                  <a:cubicBezTo>
                    <a:pt x="86" y="103"/>
                    <a:pt x="86" y="109"/>
                    <a:pt x="91" y="113"/>
                  </a:cubicBezTo>
                  <a:close/>
                  <a:moveTo>
                    <a:pt x="96" y="66"/>
                  </a:moveTo>
                  <a:cubicBezTo>
                    <a:pt x="92" y="72"/>
                    <a:pt x="93" y="80"/>
                    <a:pt x="99" y="85"/>
                  </a:cubicBezTo>
                  <a:cubicBezTo>
                    <a:pt x="105" y="89"/>
                    <a:pt x="114" y="88"/>
                    <a:pt x="118" y="82"/>
                  </a:cubicBezTo>
                  <a:cubicBezTo>
                    <a:pt x="123" y="76"/>
                    <a:pt x="121" y="67"/>
                    <a:pt x="115" y="63"/>
                  </a:cubicBezTo>
                  <a:cubicBezTo>
                    <a:pt x="109" y="58"/>
                    <a:pt x="101" y="60"/>
                    <a:pt x="96" y="66"/>
                  </a:cubicBezTo>
                  <a:close/>
                  <a:moveTo>
                    <a:pt x="144" y="40"/>
                  </a:moveTo>
                  <a:cubicBezTo>
                    <a:pt x="137" y="35"/>
                    <a:pt x="128" y="36"/>
                    <a:pt x="122" y="43"/>
                  </a:cubicBezTo>
                  <a:cubicBezTo>
                    <a:pt x="117" y="50"/>
                    <a:pt x="119" y="60"/>
                    <a:pt x="125" y="65"/>
                  </a:cubicBezTo>
                  <a:cubicBezTo>
                    <a:pt x="132" y="70"/>
                    <a:pt x="142" y="68"/>
                    <a:pt x="147" y="62"/>
                  </a:cubicBezTo>
                  <a:cubicBezTo>
                    <a:pt x="152" y="55"/>
                    <a:pt x="151" y="45"/>
                    <a:pt x="144" y="40"/>
                  </a:cubicBezTo>
                  <a:close/>
                  <a:moveTo>
                    <a:pt x="182" y="35"/>
                  </a:moveTo>
                  <a:cubicBezTo>
                    <a:pt x="175" y="29"/>
                    <a:pt x="165" y="31"/>
                    <a:pt x="159" y="39"/>
                  </a:cubicBezTo>
                  <a:cubicBezTo>
                    <a:pt x="153" y="46"/>
                    <a:pt x="155" y="57"/>
                    <a:pt x="162" y="62"/>
                  </a:cubicBezTo>
                  <a:cubicBezTo>
                    <a:pt x="170" y="68"/>
                    <a:pt x="180" y="66"/>
                    <a:pt x="186" y="58"/>
                  </a:cubicBezTo>
                  <a:cubicBezTo>
                    <a:pt x="191" y="51"/>
                    <a:pt x="190" y="40"/>
                    <a:pt x="182" y="35"/>
                  </a:cubicBezTo>
                  <a:close/>
                  <a:moveTo>
                    <a:pt x="191" y="139"/>
                  </a:moveTo>
                  <a:cubicBezTo>
                    <a:pt x="182" y="132"/>
                    <a:pt x="169" y="134"/>
                    <a:pt x="163" y="143"/>
                  </a:cubicBezTo>
                  <a:cubicBezTo>
                    <a:pt x="156" y="152"/>
                    <a:pt x="158" y="165"/>
                    <a:pt x="167" y="172"/>
                  </a:cubicBezTo>
                  <a:cubicBezTo>
                    <a:pt x="176" y="178"/>
                    <a:pt x="189" y="176"/>
                    <a:pt x="195" y="167"/>
                  </a:cubicBezTo>
                  <a:cubicBezTo>
                    <a:pt x="202" y="158"/>
                    <a:pt x="200" y="146"/>
                    <a:pt x="191" y="13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2" name="Freeform 26"/>
            <p:cNvSpPr/>
            <p:nvPr/>
          </p:nvSpPr>
          <p:spPr bwMode="auto">
            <a:xfrm>
              <a:off x="4082417" y="1713389"/>
              <a:ext cx="112713" cy="114300"/>
            </a:xfrm>
            <a:custGeom>
              <a:avLst/>
              <a:gdLst>
                <a:gd name="T0" fmla="*/ 34 w 38"/>
                <a:gd name="T1" fmla="*/ 26 h 38"/>
                <a:gd name="T2" fmla="*/ 27 w 38"/>
                <a:gd name="T3" fmla="*/ 4 h 38"/>
                <a:gd name="T4" fmla="*/ 4 w 38"/>
                <a:gd name="T5" fmla="*/ 11 h 38"/>
                <a:gd name="T6" fmla="*/ 12 w 38"/>
                <a:gd name="T7" fmla="*/ 34 h 38"/>
                <a:gd name="T8" fmla="*/ 34 w 38"/>
                <a:gd name="T9" fmla="*/ 26 h 38"/>
              </a:gdLst>
              <a:ahLst/>
              <a:cxnLst>
                <a:cxn ang="0">
                  <a:pos x="T0" y="T1"/>
                </a:cxn>
                <a:cxn ang="0">
                  <a:pos x="T2" y="T3"/>
                </a:cxn>
                <a:cxn ang="0">
                  <a:pos x="T4" y="T5"/>
                </a:cxn>
                <a:cxn ang="0">
                  <a:pos x="T6" y="T7"/>
                </a:cxn>
                <a:cxn ang="0">
                  <a:pos x="T8" y="T9"/>
                </a:cxn>
              </a:cxnLst>
              <a:rect l="0" t="0" r="r" b="b"/>
              <a:pathLst>
                <a:path w="38" h="38">
                  <a:moveTo>
                    <a:pt x="34" y="26"/>
                  </a:moveTo>
                  <a:cubicBezTo>
                    <a:pt x="38" y="18"/>
                    <a:pt x="35" y="8"/>
                    <a:pt x="27" y="4"/>
                  </a:cubicBezTo>
                  <a:cubicBezTo>
                    <a:pt x="19" y="0"/>
                    <a:pt x="9" y="3"/>
                    <a:pt x="4" y="11"/>
                  </a:cubicBezTo>
                  <a:cubicBezTo>
                    <a:pt x="0" y="20"/>
                    <a:pt x="4" y="30"/>
                    <a:pt x="12" y="34"/>
                  </a:cubicBezTo>
                  <a:cubicBezTo>
                    <a:pt x="20" y="38"/>
                    <a:pt x="30" y="35"/>
                    <a:pt x="34" y="2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3" name="Freeform 27"/>
            <p:cNvSpPr/>
            <p:nvPr/>
          </p:nvSpPr>
          <p:spPr bwMode="auto">
            <a:xfrm>
              <a:off x="3855405" y="1781652"/>
              <a:ext cx="282575" cy="239713"/>
            </a:xfrm>
            <a:custGeom>
              <a:avLst/>
              <a:gdLst>
                <a:gd name="T0" fmla="*/ 95 w 95"/>
                <a:gd name="T1" fmla="*/ 8 h 80"/>
                <a:gd name="T2" fmla="*/ 23 w 95"/>
                <a:gd name="T3" fmla="*/ 73 h 80"/>
                <a:gd name="T4" fmla="*/ 2 w 95"/>
                <a:gd name="T5" fmla="*/ 79 h 80"/>
                <a:gd name="T6" fmla="*/ 86 w 95"/>
                <a:gd name="T7" fmla="*/ 0 h 80"/>
                <a:gd name="T8" fmla="*/ 95 w 95"/>
                <a:gd name="T9" fmla="*/ 8 h 80"/>
              </a:gdLst>
              <a:ahLst/>
              <a:cxnLst>
                <a:cxn ang="0">
                  <a:pos x="T0" y="T1"/>
                </a:cxn>
                <a:cxn ang="0">
                  <a:pos x="T2" y="T3"/>
                </a:cxn>
                <a:cxn ang="0">
                  <a:pos x="T4" y="T5"/>
                </a:cxn>
                <a:cxn ang="0">
                  <a:pos x="T6" y="T7"/>
                </a:cxn>
                <a:cxn ang="0">
                  <a:pos x="T8" y="T9"/>
                </a:cxn>
              </a:cxnLst>
              <a:rect l="0" t="0" r="r" b="b"/>
              <a:pathLst>
                <a:path w="95" h="80">
                  <a:moveTo>
                    <a:pt x="95" y="8"/>
                  </a:moveTo>
                  <a:cubicBezTo>
                    <a:pt x="94" y="8"/>
                    <a:pt x="23" y="73"/>
                    <a:pt x="23" y="73"/>
                  </a:cubicBezTo>
                  <a:cubicBezTo>
                    <a:pt x="23" y="73"/>
                    <a:pt x="3" y="80"/>
                    <a:pt x="2" y="79"/>
                  </a:cubicBezTo>
                  <a:cubicBezTo>
                    <a:pt x="0" y="79"/>
                    <a:pt x="86" y="0"/>
                    <a:pt x="86" y="0"/>
                  </a:cubicBezTo>
                  <a:lnTo>
                    <a:pt x="95"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4" name="Freeform 28"/>
            <p:cNvSpPr/>
            <p:nvPr/>
          </p:nvSpPr>
          <p:spPr bwMode="auto">
            <a:xfrm>
              <a:off x="4099880" y="1794352"/>
              <a:ext cx="47625" cy="349250"/>
            </a:xfrm>
            <a:custGeom>
              <a:avLst/>
              <a:gdLst>
                <a:gd name="T0" fmla="*/ 6 w 30"/>
                <a:gd name="T1" fmla="*/ 2 h 220"/>
                <a:gd name="T2" fmla="*/ 0 w 30"/>
                <a:gd name="T3" fmla="*/ 182 h 220"/>
                <a:gd name="T4" fmla="*/ 11 w 30"/>
                <a:gd name="T5" fmla="*/ 220 h 220"/>
                <a:gd name="T6" fmla="*/ 22 w 30"/>
                <a:gd name="T7" fmla="*/ 182 h 220"/>
                <a:gd name="T8" fmla="*/ 30 w 30"/>
                <a:gd name="T9" fmla="*/ 4 h 220"/>
                <a:gd name="T10" fmla="*/ 6 w 30"/>
                <a:gd name="T11" fmla="*/ 0 h 220"/>
                <a:gd name="T12" fmla="*/ 6 w 30"/>
                <a:gd name="T13" fmla="*/ 2 h 220"/>
              </a:gdLst>
              <a:ahLst/>
              <a:cxnLst>
                <a:cxn ang="0">
                  <a:pos x="T0" y="T1"/>
                </a:cxn>
                <a:cxn ang="0">
                  <a:pos x="T2" y="T3"/>
                </a:cxn>
                <a:cxn ang="0">
                  <a:pos x="T4" y="T5"/>
                </a:cxn>
                <a:cxn ang="0">
                  <a:pos x="T6" y="T7"/>
                </a:cxn>
                <a:cxn ang="0">
                  <a:pos x="T8" y="T9"/>
                </a:cxn>
                <a:cxn ang="0">
                  <a:pos x="T10" y="T11"/>
                </a:cxn>
                <a:cxn ang="0">
                  <a:pos x="T12" y="T13"/>
                </a:cxn>
              </a:cxnLst>
              <a:rect l="0" t="0" r="r" b="b"/>
              <a:pathLst>
                <a:path w="30" h="220">
                  <a:moveTo>
                    <a:pt x="6" y="2"/>
                  </a:moveTo>
                  <a:lnTo>
                    <a:pt x="0" y="182"/>
                  </a:lnTo>
                  <a:lnTo>
                    <a:pt x="11" y="220"/>
                  </a:lnTo>
                  <a:lnTo>
                    <a:pt x="22" y="182"/>
                  </a:lnTo>
                  <a:lnTo>
                    <a:pt x="30" y="4"/>
                  </a:lnTo>
                  <a:lnTo>
                    <a:pt x="6" y="0"/>
                  </a:lnTo>
                  <a:lnTo>
                    <a:pt x="6"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5" name="Freeform 29"/>
            <p:cNvSpPr/>
            <p:nvPr/>
          </p:nvSpPr>
          <p:spPr bwMode="auto">
            <a:xfrm>
              <a:off x="4099880" y="1794352"/>
              <a:ext cx="47625" cy="349250"/>
            </a:xfrm>
            <a:custGeom>
              <a:avLst/>
              <a:gdLst>
                <a:gd name="T0" fmla="*/ 6 w 30"/>
                <a:gd name="T1" fmla="*/ 2 h 220"/>
                <a:gd name="T2" fmla="*/ 0 w 30"/>
                <a:gd name="T3" fmla="*/ 182 h 220"/>
                <a:gd name="T4" fmla="*/ 11 w 30"/>
                <a:gd name="T5" fmla="*/ 220 h 220"/>
                <a:gd name="T6" fmla="*/ 22 w 30"/>
                <a:gd name="T7" fmla="*/ 182 h 220"/>
                <a:gd name="T8" fmla="*/ 30 w 30"/>
                <a:gd name="T9" fmla="*/ 4 h 220"/>
                <a:gd name="T10" fmla="*/ 6 w 30"/>
                <a:gd name="T11" fmla="*/ 0 h 220"/>
              </a:gdLst>
              <a:ahLst/>
              <a:cxnLst>
                <a:cxn ang="0">
                  <a:pos x="T0" y="T1"/>
                </a:cxn>
                <a:cxn ang="0">
                  <a:pos x="T2" y="T3"/>
                </a:cxn>
                <a:cxn ang="0">
                  <a:pos x="T4" y="T5"/>
                </a:cxn>
                <a:cxn ang="0">
                  <a:pos x="T6" y="T7"/>
                </a:cxn>
                <a:cxn ang="0">
                  <a:pos x="T8" y="T9"/>
                </a:cxn>
                <a:cxn ang="0">
                  <a:pos x="T10" y="T11"/>
                </a:cxn>
              </a:cxnLst>
              <a:rect l="0" t="0" r="r" b="b"/>
              <a:pathLst>
                <a:path w="30" h="220">
                  <a:moveTo>
                    <a:pt x="6" y="2"/>
                  </a:moveTo>
                  <a:lnTo>
                    <a:pt x="0" y="182"/>
                  </a:lnTo>
                  <a:lnTo>
                    <a:pt x="11" y="220"/>
                  </a:lnTo>
                  <a:lnTo>
                    <a:pt x="22" y="182"/>
                  </a:lnTo>
                  <a:lnTo>
                    <a:pt x="30" y="4"/>
                  </a:lnTo>
                  <a:lnTo>
                    <a:pt x="6" y="0"/>
                  </a:ln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6" name="Freeform 30"/>
            <p:cNvSpPr/>
            <p:nvPr/>
          </p:nvSpPr>
          <p:spPr bwMode="auto">
            <a:xfrm>
              <a:off x="4144330" y="1689577"/>
              <a:ext cx="36513" cy="53975"/>
            </a:xfrm>
            <a:custGeom>
              <a:avLst/>
              <a:gdLst>
                <a:gd name="T0" fmla="*/ 0 w 12"/>
                <a:gd name="T1" fmla="*/ 13 h 18"/>
                <a:gd name="T2" fmla="*/ 2 w 12"/>
                <a:gd name="T3" fmla="*/ 17 h 18"/>
                <a:gd name="T4" fmla="*/ 2 w 12"/>
                <a:gd name="T5" fmla="*/ 17 h 18"/>
                <a:gd name="T6" fmla="*/ 6 w 12"/>
                <a:gd name="T7" fmla="*/ 16 h 18"/>
                <a:gd name="T8" fmla="*/ 11 w 12"/>
                <a:gd name="T9" fmla="*/ 5 h 18"/>
                <a:gd name="T10" fmla="*/ 10 w 12"/>
                <a:gd name="T11" fmla="*/ 1 h 18"/>
                <a:gd name="T12" fmla="*/ 10 w 12"/>
                <a:gd name="T13" fmla="*/ 1 h 18"/>
                <a:gd name="T14" fmla="*/ 6 w 12"/>
                <a:gd name="T15" fmla="*/ 2 h 18"/>
                <a:gd name="T16" fmla="*/ 0 w 12"/>
                <a:gd name="T17" fmla="*/ 13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 h="18">
                  <a:moveTo>
                    <a:pt x="0" y="13"/>
                  </a:moveTo>
                  <a:cubicBezTo>
                    <a:pt x="0" y="15"/>
                    <a:pt x="0" y="17"/>
                    <a:pt x="2" y="17"/>
                  </a:cubicBezTo>
                  <a:cubicBezTo>
                    <a:pt x="2" y="17"/>
                    <a:pt x="2" y="17"/>
                    <a:pt x="2" y="17"/>
                  </a:cubicBezTo>
                  <a:cubicBezTo>
                    <a:pt x="3" y="18"/>
                    <a:pt x="5" y="18"/>
                    <a:pt x="6" y="16"/>
                  </a:cubicBezTo>
                  <a:cubicBezTo>
                    <a:pt x="11" y="5"/>
                    <a:pt x="11" y="5"/>
                    <a:pt x="11" y="5"/>
                  </a:cubicBezTo>
                  <a:cubicBezTo>
                    <a:pt x="12" y="4"/>
                    <a:pt x="11" y="2"/>
                    <a:pt x="10" y="1"/>
                  </a:cubicBezTo>
                  <a:cubicBezTo>
                    <a:pt x="10" y="1"/>
                    <a:pt x="10" y="1"/>
                    <a:pt x="10" y="1"/>
                  </a:cubicBezTo>
                  <a:cubicBezTo>
                    <a:pt x="8" y="0"/>
                    <a:pt x="7" y="1"/>
                    <a:pt x="6" y="2"/>
                  </a:cubicBezTo>
                  <a:lnTo>
                    <a:pt x="0" y="1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7" name="Freeform 31"/>
            <p:cNvSpPr/>
            <p:nvPr/>
          </p:nvSpPr>
          <p:spPr bwMode="auto">
            <a:xfrm>
              <a:off x="4225292" y="3542189"/>
              <a:ext cx="109538" cy="111125"/>
            </a:xfrm>
            <a:custGeom>
              <a:avLst/>
              <a:gdLst>
                <a:gd name="T0" fmla="*/ 31 w 37"/>
                <a:gd name="T1" fmla="*/ 8 h 37"/>
                <a:gd name="T2" fmla="*/ 7 w 37"/>
                <a:gd name="T3" fmla="*/ 7 h 37"/>
                <a:gd name="T4" fmla="*/ 6 w 37"/>
                <a:gd name="T5" fmla="*/ 30 h 37"/>
                <a:gd name="T6" fmla="*/ 30 w 37"/>
                <a:gd name="T7" fmla="*/ 31 h 37"/>
                <a:gd name="T8" fmla="*/ 31 w 37"/>
                <a:gd name="T9" fmla="*/ 8 h 37"/>
              </a:gdLst>
              <a:ahLst/>
              <a:cxnLst>
                <a:cxn ang="0">
                  <a:pos x="T0" y="T1"/>
                </a:cxn>
                <a:cxn ang="0">
                  <a:pos x="T2" y="T3"/>
                </a:cxn>
                <a:cxn ang="0">
                  <a:pos x="T4" y="T5"/>
                </a:cxn>
                <a:cxn ang="0">
                  <a:pos x="T6" y="T7"/>
                </a:cxn>
                <a:cxn ang="0">
                  <a:pos x="T8" y="T9"/>
                </a:cxn>
              </a:cxnLst>
              <a:rect l="0" t="0" r="r" b="b"/>
              <a:pathLst>
                <a:path w="37" h="37">
                  <a:moveTo>
                    <a:pt x="31" y="8"/>
                  </a:moveTo>
                  <a:cubicBezTo>
                    <a:pt x="25" y="1"/>
                    <a:pt x="14" y="0"/>
                    <a:pt x="7" y="7"/>
                  </a:cubicBezTo>
                  <a:cubicBezTo>
                    <a:pt x="0" y="13"/>
                    <a:pt x="0" y="23"/>
                    <a:pt x="6" y="30"/>
                  </a:cubicBezTo>
                  <a:cubicBezTo>
                    <a:pt x="12" y="37"/>
                    <a:pt x="23" y="37"/>
                    <a:pt x="30" y="31"/>
                  </a:cubicBezTo>
                  <a:cubicBezTo>
                    <a:pt x="36" y="25"/>
                    <a:pt x="37" y="15"/>
                    <a:pt x="31"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8" name="Freeform 32"/>
            <p:cNvSpPr/>
            <p:nvPr/>
          </p:nvSpPr>
          <p:spPr bwMode="auto">
            <a:xfrm>
              <a:off x="4280855" y="3613627"/>
              <a:ext cx="134938" cy="338138"/>
            </a:xfrm>
            <a:custGeom>
              <a:avLst/>
              <a:gdLst>
                <a:gd name="T0" fmla="*/ 10 w 45"/>
                <a:gd name="T1" fmla="*/ 0 h 113"/>
                <a:gd name="T2" fmla="*/ 45 w 45"/>
                <a:gd name="T3" fmla="*/ 90 h 113"/>
                <a:gd name="T4" fmla="*/ 44 w 45"/>
                <a:gd name="T5" fmla="*/ 112 h 113"/>
                <a:gd name="T6" fmla="*/ 0 w 45"/>
                <a:gd name="T7" fmla="*/ 5 h 113"/>
                <a:gd name="T8" fmla="*/ 10 w 45"/>
                <a:gd name="T9" fmla="*/ 0 h 113"/>
              </a:gdLst>
              <a:ahLst/>
              <a:cxnLst>
                <a:cxn ang="0">
                  <a:pos x="T0" y="T1"/>
                </a:cxn>
                <a:cxn ang="0">
                  <a:pos x="T2" y="T3"/>
                </a:cxn>
                <a:cxn ang="0">
                  <a:pos x="T4" y="T5"/>
                </a:cxn>
                <a:cxn ang="0">
                  <a:pos x="T6" y="T7"/>
                </a:cxn>
                <a:cxn ang="0">
                  <a:pos x="T8" y="T9"/>
                </a:cxn>
              </a:cxnLst>
              <a:rect l="0" t="0" r="r" b="b"/>
              <a:pathLst>
                <a:path w="45" h="113">
                  <a:moveTo>
                    <a:pt x="10" y="0"/>
                  </a:moveTo>
                  <a:cubicBezTo>
                    <a:pt x="11" y="0"/>
                    <a:pt x="45" y="90"/>
                    <a:pt x="45" y="90"/>
                  </a:cubicBezTo>
                  <a:cubicBezTo>
                    <a:pt x="45" y="90"/>
                    <a:pt x="45" y="111"/>
                    <a:pt x="44" y="112"/>
                  </a:cubicBezTo>
                  <a:cubicBezTo>
                    <a:pt x="43" y="113"/>
                    <a:pt x="0" y="5"/>
                    <a:pt x="0" y="5"/>
                  </a:cubicBezTo>
                  <a:lnTo>
                    <a:pt x="1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9" name="Freeform 33"/>
            <p:cNvSpPr/>
            <p:nvPr/>
          </p:nvSpPr>
          <p:spPr bwMode="auto">
            <a:xfrm>
              <a:off x="4290380" y="3602514"/>
              <a:ext cx="331788" cy="149225"/>
            </a:xfrm>
            <a:custGeom>
              <a:avLst/>
              <a:gdLst>
                <a:gd name="T0" fmla="*/ 4 w 209"/>
                <a:gd name="T1" fmla="*/ 22 h 94"/>
                <a:gd name="T2" fmla="*/ 169 w 209"/>
                <a:gd name="T3" fmla="*/ 92 h 94"/>
                <a:gd name="T4" fmla="*/ 209 w 209"/>
                <a:gd name="T5" fmla="*/ 94 h 94"/>
                <a:gd name="T6" fmla="*/ 177 w 209"/>
                <a:gd name="T7" fmla="*/ 71 h 94"/>
                <a:gd name="T8" fmla="*/ 13 w 209"/>
                <a:gd name="T9" fmla="*/ 0 h 94"/>
                <a:gd name="T10" fmla="*/ 0 w 209"/>
                <a:gd name="T11" fmla="*/ 20 h 94"/>
                <a:gd name="T12" fmla="*/ 4 w 209"/>
                <a:gd name="T13" fmla="*/ 22 h 94"/>
              </a:gdLst>
              <a:ahLst/>
              <a:cxnLst>
                <a:cxn ang="0">
                  <a:pos x="T0" y="T1"/>
                </a:cxn>
                <a:cxn ang="0">
                  <a:pos x="T2" y="T3"/>
                </a:cxn>
                <a:cxn ang="0">
                  <a:pos x="T4" y="T5"/>
                </a:cxn>
                <a:cxn ang="0">
                  <a:pos x="T6" y="T7"/>
                </a:cxn>
                <a:cxn ang="0">
                  <a:pos x="T8" y="T9"/>
                </a:cxn>
                <a:cxn ang="0">
                  <a:pos x="T10" y="T11"/>
                </a:cxn>
                <a:cxn ang="0">
                  <a:pos x="T12" y="T13"/>
                </a:cxn>
              </a:cxnLst>
              <a:rect l="0" t="0" r="r" b="b"/>
              <a:pathLst>
                <a:path w="209" h="94">
                  <a:moveTo>
                    <a:pt x="4" y="22"/>
                  </a:moveTo>
                  <a:lnTo>
                    <a:pt x="169" y="92"/>
                  </a:lnTo>
                  <a:lnTo>
                    <a:pt x="209" y="94"/>
                  </a:lnTo>
                  <a:lnTo>
                    <a:pt x="177" y="71"/>
                  </a:lnTo>
                  <a:lnTo>
                    <a:pt x="13" y="0"/>
                  </a:lnTo>
                  <a:lnTo>
                    <a:pt x="0" y="20"/>
                  </a:lnTo>
                  <a:lnTo>
                    <a:pt x="4" y="2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0" name="Freeform 34"/>
            <p:cNvSpPr/>
            <p:nvPr/>
          </p:nvSpPr>
          <p:spPr bwMode="auto">
            <a:xfrm>
              <a:off x="4290380" y="3602514"/>
              <a:ext cx="331788" cy="149225"/>
            </a:xfrm>
            <a:custGeom>
              <a:avLst/>
              <a:gdLst>
                <a:gd name="T0" fmla="*/ 4 w 209"/>
                <a:gd name="T1" fmla="*/ 22 h 94"/>
                <a:gd name="T2" fmla="*/ 169 w 209"/>
                <a:gd name="T3" fmla="*/ 92 h 94"/>
                <a:gd name="T4" fmla="*/ 209 w 209"/>
                <a:gd name="T5" fmla="*/ 94 h 94"/>
                <a:gd name="T6" fmla="*/ 177 w 209"/>
                <a:gd name="T7" fmla="*/ 71 h 94"/>
                <a:gd name="T8" fmla="*/ 13 w 209"/>
                <a:gd name="T9" fmla="*/ 0 h 94"/>
                <a:gd name="T10" fmla="*/ 0 w 209"/>
                <a:gd name="T11" fmla="*/ 20 h 94"/>
              </a:gdLst>
              <a:ahLst/>
              <a:cxnLst>
                <a:cxn ang="0">
                  <a:pos x="T0" y="T1"/>
                </a:cxn>
                <a:cxn ang="0">
                  <a:pos x="T2" y="T3"/>
                </a:cxn>
                <a:cxn ang="0">
                  <a:pos x="T4" y="T5"/>
                </a:cxn>
                <a:cxn ang="0">
                  <a:pos x="T6" y="T7"/>
                </a:cxn>
                <a:cxn ang="0">
                  <a:pos x="T8" y="T9"/>
                </a:cxn>
                <a:cxn ang="0">
                  <a:pos x="T10" y="T11"/>
                </a:cxn>
              </a:cxnLst>
              <a:rect l="0" t="0" r="r" b="b"/>
              <a:pathLst>
                <a:path w="209" h="94">
                  <a:moveTo>
                    <a:pt x="4" y="22"/>
                  </a:moveTo>
                  <a:lnTo>
                    <a:pt x="169" y="92"/>
                  </a:lnTo>
                  <a:lnTo>
                    <a:pt x="209" y="94"/>
                  </a:lnTo>
                  <a:lnTo>
                    <a:pt x="177" y="71"/>
                  </a:lnTo>
                  <a:lnTo>
                    <a:pt x="13" y="0"/>
                  </a:lnTo>
                  <a:lnTo>
                    <a:pt x="0" y="20"/>
                  </a:ln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1" name="Freeform 35"/>
            <p:cNvSpPr/>
            <p:nvPr/>
          </p:nvSpPr>
          <p:spPr bwMode="auto">
            <a:xfrm>
              <a:off x="4215767" y="3535839"/>
              <a:ext cx="44450" cy="46038"/>
            </a:xfrm>
            <a:custGeom>
              <a:avLst/>
              <a:gdLst>
                <a:gd name="T0" fmla="*/ 9 w 15"/>
                <a:gd name="T1" fmla="*/ 14 h 15"/>
                <a:gd name="T2" fmla="*/ 14 w 15"/>
                <a:gd name="T3" fmla="*/ 14 h 15"/>
                <a:gd name="T4" fmla="*/ 14 w 15"/>
                <a:gd name="T5" fmla="*/ 14 h 15"/>
                <a:gd name="T6" fmla="*/ 14 w 15"/>
                <a:gd name="T7" fmla="*/ 10 h 15"/>
                <a:gd name="T8" fmla="*/ 6 w 15"/>
                <a:gd name="T9" fmla="*/ 1 h 15"/>
                <a:gd name="T10" fmla="*/ 1 w 15"/>
                <a:gd name="T11" fmla="*/ 1 h 15"/>
                <a:gd name="T12" fmla="*/ 1 w 15"/>
                <a:gd name="T13" fmla="*/ 1 h 15"/>
                <a:gd name="T14" fmla="*/ 1 w 15"/>
                <a:gd name="T15" fmla="*/ 5 h 15"/>
                <a:gd name="T16" fmla="*/ 9 w 15"/>
                <a:gd name="T17" fmla="*/ 14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 h="15">
                  <a:moveTo>
                    <a:pt x="9" y="14"/>
                  </a:moveTo>
                  <a:cubicBezTo>
                    <a:pt x="11" y="15"/>
                    <a:pt x="12" y="15"/>
                    <a:pt x="14" y="14"/>
                  </a:cubicBezTo>
                  <a:cubicBezTo>
                    <a:pt x="14" y="14"/>
                    <a:pt x="14" y="14"/>
                    <a:pt x="14" y="14"/>
                  </a:cubicBezTo>
                  <a:cubicBezTo>
                    <a:pt x="15" y="13"/>
                    <a:pt x="15" y="11"/>
                    <a:pt x="14" y="10"/>
                  </a:cubicBezTo>
                  <a:cubicBezTo>
                    <a:pt x="6" y="1"/>
                    <a:pt x="6" y="1"/>
                    <a:pt x="6" y="1"/>
                  </a:cubicBezTo>
                  <a:cubicBezTo>
                    <a:pt x="5" y="0"/>
                    <a:pt x="3" y="0"/>
                    <a:pt x="1" y="1"/>
                  </a:cubicBezTo>
                  <a:cubicBezTo>
                    <a:pt x="1" y="1"/>
                    <a:pt x="1" y="1"/>
                    <a:pt x="1" y="1"/>
                  </a:cubicBezTo>
                  <a:cubicBezTo>
                    <a:pt x="0" y="2"/>
                    <a:pt x="0" y="4"/>
                    <a:pt x="1" y="5"/>
                  </a:cubicBezTo>
                  <a:lnTo>
                    <a:pt x="9" y="1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2" name="Freeform 36"/>
            <p:cNvSpPr/>
            <p:nvPr/>
          </p:nvSpPr>
          <p:spPr bwMode="auto">
            <a:xfrm>
              <a:off x="983617" y="2889727"/>
              <a:ext cx="109538" cy="109538"/>
            </a:xfrm>
            <a:custGeom>
              <a:avLst/>
              <a:gdLst>
                <a:gd name="T0" fmla="*/ 31 w 37"/>
                <a:gd name="T1" fmla="*/ 7 h 37"/>
                <a:gd name="T2" fmla="*/ 7 w 37"/>
                <a:gd name="T3" fmla="*/ 6 h 37"/>
                <a:gd name="T4" fmla="*/ 6 w 37"/>
                <a:gd name="T5" fmla="*/ 30 h 37"/>
                <a:gd name="T6" fmla="*/ 30 w 37"/>
                <a:gd name="T7" fmla="*/ 31 h 37"/>
                <a:gd name="T8" fmla="*/ 31 w 37"/>
                <a:gd name="T9" fmla="*/ 7 h 37"/>
              </a:gdLst>
              <a:ahLst/>
              <a:cxnLst>
                <a:cxn ang="0">
                  <a:pos x="T0" y="T1"/>
                </a:cxn>
                <a:cxn ang="0">
                  <a:pos x="T2" y="T3"/>
                </a:cxn>
                <a:cxn ang="0">
                  <a:pos x="T4" y="T5"/>
                </a:cxn>
                <a:cxn ang="0">
                  <a:pos x="T6" y="T7"/>
                </a:cxn>
                <a:cxn ang="0">
                  <a:pos x="T8" y="T9"/>
                </a:cxn>
              </a:cxnLst>
              <a:rect l="0" t="0" r="r" b="b"/>
              <a:pathLst>
                <a:path w="37" h="37">
                  <a:moveTo>
                    <a:pt x="31" y="7"/>
                  </a:moveTo>
                  <a:cubicBezTo>
                    <a:pt x="25" y="0"/>
                    <a:pt x="14" y="0"/>
                    <a:pt x="7" y="6"/>
                  </a:cubicBezTo>
                  <a:cubicBezTo>
                    <a:pt x="1" y="12"/>
                    <a:pt x="0" y="23"/>
                    <a:pt x="6" y="30"/>
                  </a:cubicBezTo>
                  <a:cubicBezTo>
                    <a:pt x="12" y="36"/>
                    <a:pt x="23" y="37"/>
                    <a:pt x="30" y="31"/>
                  </a:cubicBezTo>
                  <a:cubicBezTo>
                    <a:pt x="36" y="25"/>
                    <a:pt x="37" y="14"/>
                    <a:pt x="31"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3" name="Freeform 37"/>
            <p:cNvSpPr/>
            <p:nvPr/>
          </p:nvSpPr>
          <p:spPr bwMode="auto">
            <a:xfrm>
              <a:off x="1039180" y="2957989"/>
              <a:ext cx="138113" cy="339725"/>
            </a:xfrm>
            <a:custGeom>
              <a:avLst/>
              <a:gdLst>
                <a:gd name="T0" fmla="*/ 10 w 46"/>
                <a:gd name="T1" fmla="*/ 0 h 114"/>
                <a:gd name="T2" fmla="*/ 46 w 46"/>
                <a:gd name="T3" fmla="*/ 91 h 114"/>
                <a:gd name="T4" fmla="*/ 44 w 46"/>
                <a:gd name="T5" fmla="*/ 113 h 114"/>
                <a:gd name="T6" fmla="*/ 0 w 46"/>
                <a:gd name="T7" fmla="*/ 6 h 114"/>
                <a:gd name="T8" fmla="*/ 10 w 46"/>
                <a:gd name="T9" fmla="*/ 0 h 114"/>
              </a:gdLst>
              <a:ahLst/>
              <a:cxnLst>
                <a:cxn ang="0">
                  <a:pos x="T0" y="T1"/>
                </a:cxn>
                <a:cxn ang="0">
                  <a:pos x="T2" y="T3"/>
                </a:cxn>
                <a:cxn ang="0">
                  <a:pos x="T4" y="T5"/>
                </a:cxn>
                <a:cxn ang="0">
                  <a:pos x="T6" y="T7"/>
                </a:cxn>
                <a:cxn ang="0">
                  <a:pos x="T8" y="T9"/>
                </a:cxn>
              </a:cxnLst>
              <a:rect l="0" t="0" r="r" b="b"/>
              <a:pathLst>
                <a:path w="46" h="114">
                  <a:moveTo>
                    <a:pt x="10" y="0"/>
                  </a:moveTo>
                  <a:cubicBezTo>
                    <a:pt x="11" y="1"/>
                    <a:pt x="46" y="91"/>
                    <a:pt x="46" y="91"/>
                  </a:cubicBezTo>
                  <a:cubicBezTo>
                    <a:pt x="46" y="91"/>
                    <a:pt x="45" y="111"/>
                    <a:pt x="44" y="113"/>
                  </a:cubicBezTo>
                  <a:cubicBezTo>
                    <a:pt x="43" y="114"/>
                    <a:pt x="0" y="6"/>
                    <a:pt x="0" y="6"/>
                  </a:cubicBezTo>
                  <a:lnTo>
                    <a:pt x="1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4" name="Freeform 38"/>
            <p:cNvSpPr/>
            <p:nvPr/>
          </p:nvSpPr>
          <p:spPr bwMode="auto">
            <a:xfrm>
              <a:off x="1051880" y="2945289"/>
              <a:ext cx="327025" cy="149225"/>
            </a:xfrm>
            <a:custGeom>
              <a:avLst/>
              <a:gdLst>
                <a:gd name="T0" fmla="*/ 2 w 206"/>
                <a:gd name="T1" fmla="*/ 23 h 94"/>
                <a:gd name="T2" fmla="*/ 167 w 206"/>
                <a:gd name="T3" fmla="*/ 92 h 94"/>
                <a:gd name="T4" fmla="*/ 206 w 206"/>
                <a:gd name="T5" fmla="*/ 94 h 94"/>
                <a:gd name="T6" fmla="*/ 175 w 206"/>
                <a:gd name="T7" fmla="*/ 72 h 94"/>
                <a:gd name="T8" fmla="*/ 11 w 206"/>
                <a:gd name="T9" fmla="*/ 0 h 94"/>
                <a:gd name="T10" fmla="*/ 0 w 206"/>
                <a:gd name="T11" fmla="*/ 23 h 94"/>
                <a:gd name="T12" fmla="*/ 2 w 206"/>
                <a:gd name="T13" fmla="*/ 23 h 94"/>
              </a:gdLst>
              <a:ahLst/>
              <a:cxnLst>
                <a:cxn ang="0">
                  <a:pos x="T0" y="T1"/>
                </a:cxn>
                <a:cxn ang="0">
                  <a:pos x="T2" y="T3"/>
                </a:cxn>
                <a:cxn ang="0">
                  <a:pos x="T4" y="T5"/>
                </a:cxn>
                <a:cxn ang="0">
                  <a:pos x="T6" y="T7"/>
                </a:cxn>
                <a:cxn ang="0">
                  <a:pos x="T8" y="T9"/>
                </a:cxn>
                <a:cxn ang="0">
                  <a:pos x="T10" y="T11"/>
                </a:cxn>
                <a:cxn ang="0">
                  <a:pos x="T12" y="T13"/>
                </a:cxn>
              </a:cxnLst>
              <a:rect l="0" t="0" r="r" b="b"/>
              <a:pathLst>
                <a:path w="206" h="94">
                  <a:moveTo>
                    <a:pt x="2" y="23"/>
                  </a:moveTo>
                  <a:lnTo>
                    <a:pt x="167" y="92"/>
                  </a:lnTo>
                  <a:lnTo>
                    <a:pt x="206" y="94"/>
                  </a:lnTo>
                  <a:lnTo>
                    <a:pt x="175" y="72"/>
                  </a:lnTo>
                  <a:lnTo>
                    <a:pt x="11" y="0"/>
                  </a:lnTo>
                  <a:lnTo>
                    <a:pt x="0" y="23"/>
                  </a:lnTo>
                  <a:lnTo>
                    <a:pt x="2" y="2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5" name="Freeform 39"/>
            <p:cNvSpPr/>
            <p:nvPr/>
          </p:nvSpPr>
          <p:spPr bwMode="auto">
            <a:xfrm>
              <a:off x="1051880" y="2945289"/>
              <a:ext cx="327025" cy="149225"/>
            </a:xfrm>
            <a:custGeom>
              <a:avLst/>
              <a:gdLst>
                <a:gd name="T0" fmla="*/ 2 w 206"/>
                <a:gd name="T1" fmla="*/ 23 h 94"/>
                <a:gd name="T2" fmla="*/ 167 w 206"/>
                <a:gd name="T3" fmla="*/ 92 h 94"/>
                <a:gd name="T4" fmla="*/ 206 w 206"/>
                <a:gd name="T5" fmla="*/ 94 h 94"/>
                <a:gd name="T6" fmla="*/ 175 w 206"/>
                <a:gd name="T7" fmla="*/ 72 h 94"/>
                <a:gd name="T8" fmla="*/ 11 w 206"/>
                <a:gd name="T9" fmla="*/ 0 h 94"/>
                <a:gd name="T10" fmla="*/ 0 w 206"/>
                <a:gd name="T11" fmla="*/ 23 h 94"/>
              </a:gdLst>
              <a:ahLst/>
              <a:cxnLst>
                <a:cxn ang="0">
                  <a:pos x="T0" y="T1"/>
                </a:cxn>
                <a:cxn ang="0">
                  <a:pos x="T2" y="T3"/>
                </a:cxn>
                <a:cxn ang="0">
                  <a:pos x="T4" y="T5"/>
                </a:cxn>
                <a:cxn ang="0">
                  <a:pos x="T6" y="T7"/>
                </a:cxn>
                <a:cxn ang="0">
                  <a:pos x="T8" y="T9"/>
                </a:cxn>
                <a:cxn ang="0">
                  <a:pos x="T10" y="T11"/>
                </a:cxn>
              </a:cxnLst>
              <a:rect l="0" t="0" r="r" b="b"/>
              <a:pathLst>
                <a:path w="206" h="94">
                  <a:moveTo>
                    <a:pt x="2" y="23"/>
                  </a:moveTo>
                  <a:lnTo>
                    <a:pt x="167" y="92"/>
                  </a:lnTo>
                  <a:lnTo>
                    <a:pt x="206" y="94"/>
                  </a:lnTo>
                  <a:lnTo>
                    <a:pt x="175" y="72"/>
                  </a:lnTo>
                  <a:lnTo>
                    <a:pt x="11" y="0"/>
                  </a:lnTo>
                  <a:lnTo>
                    <a:pt x="0" y="23"/>
                  </a:ln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6" name="Freeform 40"/>
            <p:cNvSpPr/>
            <p:nvPr/>
          </p:nvSpPr>
          <p:spPr bwMode="auto">
            <a:xfrm>
              <a:off x="974092" y="2880202"/>
              <a:ext cx="44450" cy="47625"/>
            </a:xfrm>
            <a:custGeom>
              <a:avLst/>
              <a:gdLst>
                <a:gd name="T0" fmla="*/ 10 w 15"/>
                <a:gd name="T1" fmla="*/ 15 h 16"/>
                <a:gd name="T2" fmla="*/ 14 w 15"/>
                <a:gd name="T3" fmla="*/ 15 h 16"/>
                <a:gd name="T4" fmla="*/ 14 w 15"/>
                <a:gd name="T5" fmla="*/ 15 h 16"/>
                <a:gd name="T6" fmla="*/ 14 w 15"/>
                <a:gd name="T7" fmla="*/ 10 h 16"/>
                <a:gd name="T8" fmla="*/ 6 w 15"/>
                <a:gd name="T9" fmla="*/ 1 h 16"/>
                <a:gd name="T10" fmla="*/ 2 w 15"/>
                <a:gd name="T11" fmla="*/ 1 h 16"/>
                <a:gd name="T12" fmla="*/ 2 w 15"/>
                <a:gd name="T13" fmla="*/ 1 h 16"/>
                <a:gd name="T14" fmla="*/ 1 w 15"/>
                <a:gd name="T15" fmla="*/ 6 h 16"/>
                <a:gd name="T16" fmla="*/ 10 w 15"/>
                <a:gd name="T17" fmla="*/ 15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 h="16">
                  <a:moveTo>
                    <a:pt x="10" y="15"/>
                  </a:moveTo>
                  <a:cubicBezTo>
                    <a:pt x="11" y="16"/>
                    <a:pt x="13" y="16"/>
                    <a:pt x="14" y="15"/>
                  </a:cubicBezTo>
                  <a:cubicBezTo>
                    <a:pt x="14" y="15"/>
                    <a:pt x="14" y="15"/>
                    <a:pt x="14" y="15"/>
                  </a:cubicBezTo>
                  <a:cubicBezTo>
                    <a:pt x="15" y="14"/>
                    <a:pt x="15" y="12"/>
                    <a:pt x="14" y="10"/>
                  </a:cubicBezTo>
                  <a:cubicBezTo>
                    <a:pt x="6" y="1"/>
                    <a:pt x="6" y="1"/>
                    <a:pt x="6" y="1"/>
                  </a:cubicBezTo>
                  <a:cubicBezTo>
                    <a:pt x="5" y="0"/>
                    <a:pt x="3" y="0"/>
                    <a:pt x="2" y="1"/>
                  </a:cubicBezTo>
                  <a:cubicBezTo>
                    <a:pt x="2" y="1"/>
                    <a:pt x="2" y="1"/>
                    <a:pt x="2" y="1"/>
                  </a:cubicBezTo>
                  <a:cubicBezTo>
                    <a:pt x="0" y="2"/>
                    <a:pt x="0" y="4"/>
                    <a:pt x="1" y="6"/>
                  </a:cubicBezTo>
                  <a:lnTo>
                    <a:pt x="10" y="1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7" name="Freeform 41"/>
            <p:cNvSpPr/>
            <p:nvPr/>
          </p:nvSpPr>
          <p:spPr bwMode="auto">
            <a:xfrm>
              <a:off x="3156905" y="3935889"/>
              <a:ext cx="114300" cy="114300"/>
            </a:xfrm>
            <a:custGeom>
              <a:avLst/>
              <a:gdLst>
                <a:gd name="T0" fmla="*/ 33 w 38"/>
                <a:gd name="T1" fmla="*/ 28 h 38"/>
                <a:gd name="T2" fmla="*/ 28 w 38"/>
                <a:gd name="T3" fmla="*/ 5 h 38"/>
                <a:gd name="T4" fmla="*/ 5 w 38"/>
                <a:gd name="T5" fmla="*/ 10 h 38"/>
                <a:gd name="T6" fmla="*/ 10 w 38"/>
                <a:gd name="T7" fmla="*/ 33 h 38"/>
                <a:gd name="T8" fmla="*/ 33 w 38"/>
                <a:gd name="T9" fmla="*/ 28 h 38"/>
              </a:gdLst>
              <a:ahLst/>
              <a:cxnLst>
                <a:cxn ang="0">
                  <a:pos x="T0" y="T1"/>
                </a:cxn>
                <a:cxn ang="0">
                  <a:pos x="T2" y="T3"/>
                </a:cxn>
                <a:cxn ang="0">
                  <a:pos x="T4" y="T5"/>
                </a:cxn>
                <a:cxn ang="0">
                  <a:pos x="T6" y="T7"/>
                </a:cxn>
                <a:cxn ang="0">
                  <a:pos x="T8" y="T9"/>
                </a:cxn>
              </a:cxnLst>
              <a:rect l="0" t="0" r="r" b="b"/>
              <a:pathLst>
                <a:path w="38" h="38">
                  <a:moveTo>
                    <a:pt x="33" y="28"/>
                  </a:moveTo>
                  <a:cubicBezTo>
                    <a:pt x="38" y="21"/>
                    <a:pt x="35" y="10"/>
                    <a:pt x="28" y="5"/>
                  </a:cubicBezTo>
                  <a:cubicBezTo>
                    <a:pt x="20" y="0"/>
                    <a:pt x="10" y="3"/>
                    <a:pt x="5" y="10"/>
                  </a:cubicBezTo>
                  <a:cubicBezTo>
                    <a:pt x="0" y="18"/>
                    <a:pt x="2" y="28"/>
                    <a:pt x="10" y="33"/>
                  </a:cubicBezTo>
                  <a:cubicBezTo>
                    <a:pt x="17" y="38"/>
                    <a:pt x="28" y="36"/>
                    <a:pt x="33" y="2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8" name="Freeform 42"/>
            <p:cNvSpPr/>
            <p:nvPr/>
          </p:nvSpPr>
          <p:spPr bwMode="auto">
            <a:xfrm>
              <a:off x="2904492" y="4002564"/>
              <a:ext cx="303213" cy="211138"/>
            </a:xfrm>
            <a:custGeom>
              <a:avLst/>
              <a:gdLst>
                <a:gd name="T0" fmla="*/ 102 w 102"/>
                <a:gd name="T1" fmla="*/ 9 h 71"/>
                <a:gd name="T2" fmla="*/ 23 w 102"/>
                <a:gd name="T3" fmla="*/ 66 h 71"/>
                <a:gd name="T4" fmla="*/ 2 w 102"/>
                <a:gd name="T5" fmla="*/ 70 h 71"/>
                <a:gd name="T6" fmla="*/ 94 w 102"/>
                <a:gd name="T7" fmla="*/ 0 h 71"/>
                <a:gd name="T8" fmla="*/ 102 w 102"/>
                <a:gd name="T9" fmla="*/ 9 h 71"/>
              </a:gdLst>
              <a:ahLst/>
              <a:cxnLst>
                <a:cxn ang="0">
                  <a:pos x="T0" y="T1"/>
                </a:cxn>
                <a:cxn ang="0">
                  <a:pos x="T2" y="T3"/>
                </a:cxn>
                <a:cxn ang="0">
                  <a:pos x="T4" y="T5"/>
                </a:cxn>
                <a:cxn ang="0">
                  <a:pos x="T6" y="T7"/>
                </a:cxn>
                <a:cxn ang="0">
                  <a:pos x="T8" y="T9"/>
                </a:cxn>
              </a:cxnLst>
              <a:rect l="0" t="0" r="r" b="b"/>
              <a:pathLst>
                <a:path w="102" h="71">
                  <a:moveTo>
                    <a:pt x="102" y="9"/>
                  </a:moveTo>
                  <a:cubicBezTo>
                    <a:pt x="102" y="10"/>
                    <a:pt x="23" y="66"/>
                    <a:pt x="23" y="66"/>
                  </a:cubicBezTo>
                  <a:cubicBezTo>
                    <a:pt x="23" y="66"/>
                    <a:pt x="3" y="71"/>
                    <a:pt x="2" y="70"/>
                  </a:cubicBezTo>
                  <a:cubicBezTo>
                    <a:pt x="0" y="69"/>
                    <a:pt x="94" y="0"/>
                    <a:pt x="94" y="0"/>
                  </a:cubicBezTo>
                  <a:lnTo>
                    <a:pt x="102" y="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9" name="Freeform 43"/>
            <p:cNvSpPr/>
            <p:nvPr/>
          </p:nvSpPr>
          <p:spPr bwMode="auto">
            <a:xfrm>
              <a:off x="3139442" y="4013677"/>
              <a:ext cx="77788" cy="349250"/>
            </a:xfrm>
            <a:custGeom>
              <a:avLst/>
              <a:gdLst>
                <a:gd name="T0" fmla="*/ 26 w 49"/>
                <a:gd name="T1" fmla="*/ 2 h 220"/>
                <a:gd name="T2" fmla="*/ 0 w 49"/>
                <a:gd name="T3" fmla="*/ 182 h 220"/>
                <a:gd name="T4" fmla="*/ 7 w 49"/>
                <a:gd name="T5" fmla="*/ 220 h 220"/>
                <a:gd name="T6" fmla="*/ 22 w 49"/>
                <a:gd name="T7" fmla="*/ 184 h 220"/>
                <a:gd name="T8" fmla="*/ 49 w 49"/>
                <a:gd name="T9" fmla="*/ 8 h 220"/>
                <a:gd name="T10" fmla="*/ 26 w 49"/>
                <a:gd name="T11" fmla="*/ 0 h 220"/>
                <a:gd name="T12" fmla="*/ 26 w 49"/>
                <a:gd name="T13" fmla="*/ 2 h 220"/>
              </a:gdLst>
              <a:ahLst/>
              <a:cxnLst>
                <a:cxn ang="0">
                  <a:pos x="T0" y="T1"/>
                </a:cxn>
                <a:cxn ang="0">
                  <a:pos x="T2" y="T3"/>
                </a:cxn>
                <a:cxn ang="0">
                  <a:pos x="T4" y="T5"/>
                </a:cxn>
                <a:cxn ang="0">
                  <a:pos x="T6" y="T7"/>
                </a:cxn>
                <a:cxn ang="0">
                  <a:pos x="T8" y="T9"/>
                </a:cxn>
                <a:cxn ang="0">
                  <a:pos x="T10" y="T11"/>
                </a:cxn>
                <a:cxn ang="0">
                  <a:pos x="T12" y="T13"/>
                </a:cxn>
              </a:cxnLst>
              <a:rect l="0" t="0" r="r" b="b"/>
              <a:pathLst>
                <a:path w="49" h="220">
                  <a:moveTo>
                    <a:pt x="26" y="2"/>
                  </a:moveTo>
                  <a:lnTo>
                    <a:pt x="0" y="182"/>
                  </a:lnTo>
                  <a:lnTo>
                    <a:pt x="7" y="220"/>
                  </a:lnTo>
                  <a:lnTo>
                    <a:pt x="22" y="184"/>
                  </a:lnTo>
                  <a:lnTo>
                    <a:pt x="49" y="8"/>
                  </a:lnTo>
                  <a:lnTo>
                    <a:pt x="26" y="0"/>
                  </a:lnTo>
                  <a:lnTo>
                    <a:pt x="26"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0" name="Freeform 44"/>
            <p:cNvSpPr/>
            <p:nvPr/>
          </p:nvSpPr>
          <p:spPr bwMode="auto">
            <a:xfrm>
              <a:off x="3139442" y="4013677"/>
              <a:ext cx="77788" cy="349250"/>
            </a:xfrm>
            <a:custGeom>
              <a:avLst/>
              <a:gdLst>
                <a:gd name="T0" fmla="*/ 26 w 49"/>
                <a:gd name="T1" fmla="*/ 2 h 220"/>
                <a:gd name="T2" fmla="*/ 0 w 49"/>
                <a:gd name="T3" fmla="*/ 182 h 220"/>
                <a:gd name="T4" fmla="*/ 7 w 49"/>
                <a:gd name="T5" fmla="*/ 220 h 220"/>
                <a:gd name="T6" fmla="*/ 22 w 49"/>
                <a:gd name="T7" fmla="*/ 184 h 220"/>
                <a:gd name="T8" fmla="*/ 49 w 49"/>
                <a:gd name="T9" fmla="*/ 8 h 220"/>
                <a:gd name="T10" fmla="*/ 26 w 49"/>
                <a:gd name="T11" fmla="*/ 0 h 220"/>
              </a:gdLst>
              <a:ahLst/>
              <a:cxnLst>
                <a:cxn ang="0">
                  <a:pos x="T0" y="T1"/>
                </a:cxn>
                <a:cxn ang="0">
                  <a:pos x="T2" y="T3"/>
                </a:cxn>
                <a:cxn ang="0">
                  <a:pos x="T4" y="T5"/>
                </a:cxn>
                <a:cxn ang="0">
                  <a:pos x="T6" y="T7"/>
                </a:cxn>
                <a:cxn ang="0">
                  <a:pos x="T8" y="T9"/>
                </a:cxn>
                <a:cxn ang="0">
                  <a:pos x="T10" y="T11"/>
                </a:cxn>
              </a:cxnLst>
              <a:rect l="0" t="0" r="r" b="b"/>
              <a:pathLst>
                <a:path w="49" h="220">
                  <a:moveTo>
                    <a:pt x="26" y="2"/>
                  </a:moveTo>
                  <a:lnTo>
                    <a:pt x="0" y="182"/>
                  </a:lnTo>
                  <a:lnTo>
                    <a:pt x="7" y="220"/>
                  </a:lnTo>
                  <a:lnTo>
                    <a:pt x="22" y="184"/>
                  </a:lnTo>
                  <a:lnTo>
                    <a:pt x="49" y="8"/>
                  </a:lnTo>
                  <a:lnTo>
                    <a:pt x="26" y="0"/>
                  </a:ln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1" name="Freeform 45"/>
            <p:cNvSpPr/>
            <p:nvPr/>
          </p:nvSpPr>
          <p:spPr bwMode="auto">
            <a:xfrm>
              <a:off x="3220405" y="3918427"/>
              <a:ext cx="41275" cy="50800"/>
            </a:xfrm>
            <a:custGeom>
              <a:avLst/>
              <a:gdLst>
                <a:gd name="T0" fmla="*/ 1 w 14"/>
                <a:gd name="T1" fmla="*/ 12 h 17"/>
                <a:gd name="T2" fmla="*/ 2 w 14"/>
                <a:gd name="T3" fmla="*/ 16 h 17"/>
                <a:gd name="T4" fmla="*/ 2 w 14"/>
                <a:gd name="T5" fmla="*/ 16 h 17"/>
                <a:gd name="T6" fmla="*/ 6 w 14"/>
                <a:gd name="T7" fmla="*/ 15 h 17"/>
                <a:gd name="T8" fmla="*/ 13 w 14"/>
                <a:gd name="T9" fmla="*/ 5 h 17"/>
                <a:gd name="T10" fmla="*/ 12 w 14"/>
                <a:gd name="T11" fmla="*/ 1 h 17"/>
                <a:gd name="T12" fmla="*/ 12 w 14"/>
                <a:gd name="T13" fmla="*/ 1 h 17"/>
                <a:gd name="T14" fmla="*/ 8 w 14"/>
                <a:gd name="T15" fmla="*/ 2 h 17"/>
                <a:gd name="T16" fmla="*/ 1 w 14"/>
                <a:gd name="T17" fmla="*/ 12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 h="17">
                  <a:moveTo>
                    <a:pt x="1" y="12"/>
                  </a:moveTo>
                  <a:cubicBezTo>
                    <a:pt x="0" y="13"/>
                    <a:pt x="1" y="15"/>
                    <a:pt x="2" y="16"/>
                  </a:cubicBezTo>
                  <a:cubicBezTo>
                    <a:pt x="2" y="16"/>
                    <a:pt x="2" y="16"/>
                    <a:pt x="2" y="16"/>
                  </a:cubicBezTo>
                  <a:cubicBezTo>
                    <a:pt x="4" y="17"/>
                    <a:pt x="5" y="17"/>
                    <a:pt x="6" y="15"/>
                  </a:cubicBezTo>
                  <a:cubicBezTo>
                    <a:pt x="13" y="5"/>
                    <a:pt x="13" y="5"/>
                    <a:pt x="13" y="5"/>
                  </a:cubicBezTo>
                  <a:cubicBezTo>
                    <a:pt x="14" y="4"/>
                    <a:pt x="14" y="2"/>
                    <a:pt x="12" y="1"/>
                  </a:cubicBezTo>
                  <a:cubicBezTo>
                    <a:pt x="12" y="1"/>
                    <a:pt x="12" y="1"/>
                    <a:pt x="12" y="1"/>
                  </a:cubicBezTo>
                  <a:cubicBezTo>
                    <a:pt x="11" y="0"/>
                    <a:pt x="9" y="0"/>
                    <a:pt x="8" y="2"/>
                  </a:cubicBezTo>
                  <a:lnTo>
                    <a:pt x="1" y="1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2" name="Freeform 46"/>
            <p:cNvSpPr>
              <a:spLocks noEditPoints="1"/>
            </p:cNvSpPr>
            <p:nvPr/>
          </p:nvSpPr>
          <p:spPr bwMode="auto">
            <a:xfrm>
              <a:off x="4379280" y="2873852"/>
              <a:ext cx="179388" cy="488950"/>
            </a:xfrm>
            <a:custGeom>
              <a:avLst/>
              <a:gdLst>
                <a:gd name="T0" fmla="*/ 30 w 60"/>
                <a:gd name="T1" fmla="*/ 0 h 164"/>
                <a:gd name="T2" fmla="*/ 60 w 60"/>
                <a:gd name="T3" fmla="*/ 82 h 164"/>
                <a:gd name="T4" fmla="*/ 30 w 60"/>
                <a:gd name="T5" fmla="*/ 164 h 164"/>
                <a:gd name="T6" fmla="*/ 0 w 60"/>
                <a:gd name="T7" fmla="*/ 82 h 164"/>
                <a:gd name="T8" fmla="*/ 30 w 60"/>
                <a:gd name="T9" fmla="*/ 0 h 164"/>
                <a:gd name="T10" fmla="*/ 30 w 60"/>
                <a:gd name="T11" fmla="*/ 151 h 164"/>
                <a:gd name="T12" fmla="*/ 55 w 60"/>
                <a:gd name="T13" fmla="*/ 82 h 164"/>
                <a:gd name="T14" fmla="*/ 30 w 60"/>
                <a:gd name="T15" fmla="*/ 14 h 164"/>
                <a:gd name="T16" fmla="*/ 4 w 60"/>
                <a:gd name="T17" fmla="*/ 82 h 164"/>
                <a:gd name="T18" fmla="*/ 30 w 60"/>
                <a:gd name="T19" fmla="*/ 151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164">
                  <a:moveTo>
                    <a:pt x="30" y="0"/>
                  </a:moveTo>
                  <a:cubicBezTo>
                    <a:pt x="46" y="0"/>
                    <a:pt x="60" y="37"/>
                    <a:pt x="60" y="82"/>
                  </a:cubicBezTo>
                  <a:cubicBezTo>
                    <a:pt x="60" y="128"/>
                    <a:pt x="46" y="164"/>
                    <a:pt x="30" y="164"/>
                  </a:cubicBezTo>
                  <a:cubicBezTo>
                    <a:pt x="13" y="164"/>
                    <a:pt x="0" y="128"/>
                    <a:pt x="0" y="82"/>
                  </a:cubicBezTo>
                  <a:cubicBezTo>
                    <a:pt x="0" y="37"/>
                    <a:pt x="13" y="0"/>
                    <a:pt x="30" y="0"/>
                  </a:cubicBezTo>
                  <a:close/>
                  <a:moveTo>
                    <a:pt x="30" y="151"/>
                  </a:moveTo>
                  <a:cubicBezTo>
                    <a:pt x="44" y="151"/>
                    <a:pt x="55" y="120"/>
                    <a:pt x="55" y="82"/>
                  </a:cubicBezTo>
                  <a:cubicBezTo>
                    <a:pt x="55" y="44"/>
                    <a:pt x="44" y="14"/>
                    <a:pt x="30" y="14"/>
                  </a:cubicBezTo>
                  <a:cubicBezTo>
                    <a:pt x="16" y="14"/>
                    <a:pt x="4" y="44"/>
                    <a:pt x="4" y="82"/>
                  </a:cubicBezTo>
                  <a:cubicBezTo>
                    <a:pt x="4" y="120"/>
                    <a:pt x="16" y="151"/>
                    <a:pt x="30" y="15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3" name="Freeform 47"/>
            <p:cNvSpPr>
              <a:spLocks noEditPoints="1"/>
            </p:cNvSpPr>
            <p:nvPr/>
          </p:nvSpPr>
          <p:spPr bwMode="auto">
            <a:xfrm>
              <a:off x="4225292" y="3029427"/>
              <a:ext cx="485775" cy="179388"/>
            </a:xfrm>
            <a:custGeom>
              <a:avLst/>
              <a:gdLst>
                <a:gd name="T0" fmla="*/ 0 w 163"/>
                <a:gd name="T1" fmla="*/ 30 h 60"/>
                <a:gd name="T2" fmla="*/ 82 w 163"/>
                <a:gd name="T3" fmla="*/ 0 h 60"/>
                <a:gd name="T4" fmla="*/ 163 w 163"/>
                <a:gd name="T5" fmla="*/ 30 h 60"/>
                <a:gd name="T6" fmla="*/ 82 w 163"/>
                <a:gd name="T7" fmla="*/ 60 h 60"/>
                <a:gd name="T8" fmla="*/ 0 w 163"/>
                <a:gd name="T9" fmla="*/ 30 h 60"/>
                <a:gd name="T10" fmla="*/ 150 w 163"/>
                <a:gd name="T11" fmla="*/ 30 h 60"/>
                <a:gd name="T12" fmla="*/ 82 w 163"/>
                <a:gd name="T13" fmla="*/ 5 h 60"/>
                <a:gd name="T14" fmla="*/ 13 w 163"/>
                <a:gd name="T15" fmla="*/ 30 h 60"/>
                <a:gd name="T16" fmla="*/ 82 w 163"/>
                <a:gd name="T17" fmla="*/ 56 h 60"/>
                <a:gd name="T18" fmla="*/ 150 w 163"/>
                <a:gd name="T19" fmla="*/ 3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3" h="60">
                  <a:moveTo>
                    <a:pt x="0" y="30"/>
                  </a:moveTo>
                  <a:cubicBezTo>
                    <a:pt x="0" y="14"/>
                    <a:pt x="36" y="0"/>
                    <a:pt x="82" y="0"/>
                  </a:cubicBezTo>
                  <a:cubicBezTo>
                    <a:pt x="127" y="0"/>
                    <a:pt x="163" y="14"/>
                    <a:pt x="163" y="30"/>
                  </a:cubicBezTo>
                  <a:cubicBezTo>
                    <a:pt x="163" y="47"/>
                    <a:pt x="127" y="60"/>
                    <a:pt x="82" y="60"/>
                  </a:cubicBezTo>
                  <a:cubicBezTo>
                    <a:pt x="36" y="60"/>
                    <a:pt x="0" y="47"/>
                    <a:pt x="0" y="30"/>
                  </a:cubicBezTo>
                  <a:close/>
                  <a:moveTo>
                    <a:pt x="150" y="30"/>
                  </a:moveTo>
                  <a:cubicBezTo>
                    <a:pt x="150" y="16"/>
                    <a:pt x="119" y="5"/>
                    <a:pt x="82" y="5"/>
                  </a:cubicBezTo>
                  <a:cubicBezTo>
                    <a:pt x="44" y="5"/>
                    <a:pt x="13" y="16"/>
                    <a:pt x="13" y="30"/>
                  </a:cubicBezTo>
                  <a:cubicBezTo>
                    <a:pt x="13" y="44"/>
                    <a:pt x="44" y="56"/>
                    <a:pt x="82" y="56"/>
                  </a:cubicBezTo>
                  <a:cubicBezTo>
                    <a:pt x="119" y="56"/>
                    <a:pt x="150" y="44"/>
                    <a:pt x="150" y="3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4" name="Freeform 48"/>
            <p:cNvSpPr>
              <a:spLocks noEditPoints="1"/>
            </p:cNvSpPr>
            <p:nvPr/>
          </p:nvSpPr>
          <p:spPr bwMode="auto">
            <a:xfrm>
              <a:off x="4260217" y="2913539"/>
              <a:ext cx="414338" cy="414338"/>
            </a:xfrm>
            <a:custGeom>
              <a:avLst/>
              <a:gdLst>
                <a:gd name="T0" fmla="*/ 12 w 139"/>
                <a:gd name="T1" fmla="*/ 11 h 139"/>
                <a:gd name="T2" fmla="*/ 91 w 139"/>
                <a:gd name="T3" fmla="*/ 48 h 139"/>
                <a:gd name="T4" fmla="*/ 127 w 139"/>
                <a:gd name="T5" fmla="*/ 127 h 139"/>
                <a:gd name="T6" fmla="*/ 48 w 139"/>
                <a:gd name="T7" fmla="*/ 91 h 139"/>
                <a:gd name="T8" fmla="*/ 12 w 139"/>
                <a:gd name="T9" fmla="*/ 11 h 139"/>
                <a:gd name="T10" fmla="*/ 118 w 139"/>
                <a:gd name="T11" fmla="*/ 118 h 139"/>
                <a:gd name="T12" fmla="*/ 87 w 139"/>
                <a:gd name="T13" fmla="*/ 51 h 139"/>
                <a:gd name="T14" fmla="*/ 21 w 139"/>
                <a:gd name="T15" fmla="*/ 21 h 139"/>
                <a:gd name="T16" fmla="*/ 52 w 139"/>
                <a:gd name="T17" fmla="*/ 87 h 139"/>
                <a:gd name="T18" fmla="*/ 118 w 139"/>
                <a:gd name="T19" fmla="*/ 118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9" h="139">
                  <a:moveTo>
                    <a:pt x="12" y="11"/>
                  </a:moveTo>
                  <a:cubicBezTo>
                    <a:pt x="24" y="0"/>
                    <a:pt x="59" y="16"/>
                    <a:pt x="91" y="48"/>
                  </a:cubicBezTo>
                  <a:cubicBezTo>
                    <a:pt x="123" y="80"/>
                    <a:pt x="139" y="115"/>
                    <a:pt x="127" y="127"/>
                  </a:cubicBezTo>
                  <a:cubicBezTo>
                    <a:pt x="116" y="139"/>
                    <a:pt x="80" y="123"/>
                    <a:pt x="48" y="91"/>
                  </a:cubicBezTo>
                  <a:cubicBezTo>
                    <a:pt x="16" y="59"/>
                    <a:pt x="0" y="23"/>
                    <a:pt x="12" y="11"/>
                  </a:cubicBezTo>
                  <a:close/>
                  <a:moveTo>
                    <a:pt x="118" y="118"/>
                  </a:moveTo>
                  <a:cubicBezTo>
                    <a:pt x="128" y="108"/>
                    <a:pt x="114" y="78"/>
                    <a:pt x="87" y="51"/>
                  </a:cubicBezTo>
                  <a:cubicBezTo>
                    <a:pt x="61" y="25"/>
                    <a:pt x="31" y="11"/>
                    <a:pt x="21" y="21"/>
                  </a:cubicBezTo>
                  <a:cubicBezTo>
                    <a:pt x="11" y="31"/>
                    <a:pt x="25" y="60"/>
                    <a:pt x="52" y="87"/>
                  </a:cubicBezTo>
                  <a:cubicBezTo>
                    <a:pt x="79" y="114"/>
                    <a:pt x="108" y="128"/>
                    <a:pt x="118"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5" name="Freeform 49"/>
            <p:cNvSpPr>
              <a:spLocks noEditPoints="1"/>
            </p:cNvSpPr>
            <p:nvPr/>
          </p:nvSpPr>
          <p:spPr bwMode="auto">
            <a:xfrm>
              <a:off x="4260217" y="2913539"/>
              <a:ext cx="414338" cy="414338"/>
            </a:xfrm>
            <a:custGeom>
              <a:avLst/>
              <a:gdLst>
                <a:gd name="T0" fmla="*/ 12 w 139"/>
                <a:gd name="T1" fmla="*/ 127 h 139"/>
                <a:gd name="T2" fmla="*/ 48 w 139"/>
                <a:gd name="T3" fmla="*/ 48 h 139"/>
                <a:gd name="T4" fmla="*/ 127 w 139"/>
                <a:gd name="T5" fmla="*/ 11 h 139"/>
                <a:gd name="T6" fmla="*/ 91 w 139"/>
                <a:gd name="T7" fmla="*/ 91 h 139"/>
                <a:gd name="T8" fmla="*/ 12 w 139"/>
                <a:gd name="T9" fmla="*/ 127 h 139"/>
                <a:gd name="T10" fmla="*/ 118 w 139"/>
                <a:gd name="T11" fmla="*/ 21 h 139"/>
                <a:gd name="T12" fmla="*/ 52 w 139"/>
                <a:gd name="T13" fmla="*/ 51 h 139"/>
                <a:gd name="T14" fmla="*/ 21 w 139"/>
                <a:gd name="T15" fmla="*/ 118 h 139"/>
                <a:gd name="T16" fmla="*/ 87 w 139"/>
                <a:gd name="T17" fmla="*/ 87 h 139"/>
                <a:gd name="T18" fmla="*/ 118 w 139"/>
                <a:gd name="T19" fmla="*/ 21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9" h="139">
                  <a:moveTo>
                    <a:pt x="12" y="127"/>
                  </a:moveTo>
                  <a:cubicBezTo>
                    <a:pt x="0" y="115"/>
                    <a:pt x="16" y="80"/>
                    <a:pt x="48" y="48"/>
                  </a:cubicBezTo>
                  <a:cubicBezTo>
                    <a:pt x="80" y="16"/>
                    <a:pt x="116" y="0"/>
                    <a:pt x="127" y="11"/>
                  </a:cubicBezTo>
                  <a:cubicBezTo>
                    <a:pt x="139" y="23"/>
                    <a:pt x="123" y="59"/>
                    <a:pt x="91" y="91"/>
                  </a:cubicBezTo>
                  <a:cubicBezTo>
                    <a:pt x="59" y="123"/>
                    <a:pt x="24" y="139"/>
                    <a:pt x="12" y="127"/>
                  </a:cubicBezTo>
                  <a:close/>
                  <a:moveTo>
                    <a:pt x="118" y="21"/>
                  </a:moveTo>
                  <a:cubicBezTo>
                    <a:pt x="108" y="11"/>
                    <a:pt x="79" y="25"/>
                    <a:pt x="52" y="51"/>
                  </a:cubicBezTo>
                  <a:cubicBezTo>
                    <a:pt x="25" y="78"/>
                    <a:pt x="11" y="108"/>
                    <a:pt x="21" y="118"/>
                  </a:cubicBezTo>
                  <a:cubicBezTo>
                    <a:pt x="31" y="128"/>
                    <a:pt x="61" y="114"/>
                    <a:pt x="87" y="87"/>
                  </a:cubicBezTo>
                  <a:cubicBezTo>
                    <a:pt x="114" y="60"/>
                    <a:pt x="128" y="31"/>
                    <a:pt x="118" y="2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6" name="Oval 50"/>
            <p:cNvSpPr>
              <a:spLocks noChangeArrowheads="1"/>
            </p:cNvSpPr>
            <p:nvPr/>
          </p:nvSpPr>
          <p:spPr bwMode="auto">
            <a:xfrm>
              <a:off x="4430080" y="3083402"/>
              <a:ext cx="74613" cy="74613"/>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7" name="Freeform 51"/>
            <p:cNvSpPr>
              <a:spLocks noEditPoints="1"/>
            </p:cNvSpPr>
            <p:nvPr/>
          </p:nvSpPr>
          <p:spPr bwMode="auto">
            <a:xfrm>
              <a:off x="2345692" y="4261327"/>
              <a:ext cx="182563" cy="488950"/>
            </a:xfrm>
            <a:custGeom>
              <a:avLst/>
              <a:gdLst>
                <a:gd name="T0" fmla="*/ 30 w 61"/>
                <a:gd name="T1" fmla="*/ 0 h 164"/>
                <a:gd name="T2" fmla="*/ 61 w 61"/>
                <a:gd name="T3" fmla="*/ 82 h 164"/>
                <a:gd name="T4" fmla="*/ 30 w 61"/>
                <a:gd name="T5" fmla="*/ 164 h 164"/>
                <a:gd name="T6" fmla="*/ 0 w 61"/>
                <a:gd name="T7" fmla="*/ 82 h 164"/>
                <a:gd name="T8" fmla="*/ 30 w 61"/>
                <a:gd name="T9" fmla="*/ 0 h 164"/>
                <a:gd name="T10" fmla="*/ 30 w 61"/>
                <a:gd name="T11" fmla="*/ 151 h 164"/>
                <a:gd name="T12" fmla="*/ 56 w 61"/>
                <a:gd name="T13" fmla="*/ 82 h 164"/>
                <a:gd name="T14" fmla="*/ 30 w 61"/>
                <a:gd name="T15" fmla="*/ 13 h 164"/>
                <a:gd name="T16" fmla="*/ 5 w 61"/>
                <a:gd name="T17" fmla="*/ 82 h 164"/>
                <a:gd name="T18" fmla="*/ 30 w 61"/>
                <a:gd name="T19" fmla="*/ 151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1" h="164">
                  <a:moveTo>
                    <a:pt x="30" y="0"/>
                  </a:moveTo>
                  <a:cubicBezTo>
                    <a:pt x="47" y="0"/>
                    <a:pt x="61" y="37"/>
                    <a:pt x="61" y="82"/>
                  </a:cubicBezTo>
                  <a:cubicBezTo>
                    <a:pt x="61" y="127"/>
                    <a:pt x="47" y="164"/>
                    <a:pt x="30" y="164"/>
                  </a:cubicBezTo>
                  <a:cubicBezTo>
                    <a:pt x="14" y="164"/>
                    <a:pt x="0" y="127"/>
                    <a:pt x="0" y="82"/>
                  </a:cubicBezTo>
                  <a:cubicBezTo>
                    <a:pt x="0" y="37"/>
                    <a:pt x="14" y="0"/>
                    <a:pt x="30" y="0"/>
                  </a:cubicBezTo>
                  <a:close/>
                  <a:moveTo>
                    <a:pt x="30" y="151"/>
                  </a:moveTo>
                  <a:cubicBezTo>
                    <a:pt x="44" y="151"/>
                    <a:pt x="56" y="120"/>
                    <a:pt x="56" y="82"/>
                  </a:cubicBezTo>
                  <a:cubicBezTo>
                    <a:pt x="56" y="44"/>
                    <a:pt x="44" y="13"/>
                    <a:pt x="30" y="13"/>
                  </a:cubicBezTo>
                  <a:cubicBezTo>
                    <a:pt x="16" y="13"/>
                    <a:pt x="5" y="44"/>
                    <a:pt x="5" y="82"/>
                  </a:cubicBezTo>
                  <a:cubicBezTo>
                    <a:pt x="5" y="120"/>
                    <a:pt x="16" y="151"/>
                    <a:pt x="30" y="15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8" name="Freeform 52"/>
            <p:cNvSpPr>
              <a:spLocks noEditPoints="1"/>
            </p:cNvSpPr>
            <p:nvPr/>
          </p:nvSpPr>
          <p:spPr bwMode="auto">
            <a:xfrm>
              <a:off x="2193292" y="4416902"/>
              <a:ext cx="487363" cy="179388"/>
            </a:xfrm>
            <a:custGeom>
              <a:avLst/>
              <a:gdLst>
                <a:gd name="T0" fmla="*/ 0 w 163"/>
                <a:gd name="T1" fmla="*/ 30 h 60"/>
                <a:gd name="T2" fmla="*/ 81 w 163"/>
                <a:gd name="T3" fmla="*/ 0 h 60"/>
                <a:gd name="T4" fmla="*/ 163 w 163"/>
                <a:gd name="T5" fmla="*/ 30 h 60"/>
                <a:gd name="T6" fmla="*/ 81 w 163"/>
                <a:gd name="T7" fmla="*/ 60 h 60"/>
                <a:gd name="T8" fmla="*/ 0 w 163"/>
                <a:gd name="T9" fmla="*/ 30 h 60"/>
                <a:gd name="T10" fmla="*/ 150 w 163"/>
                <a:gd name="T11" fmla="*/ 30 h 60"/>
                <a:gd name="T12" fmla="*/ 81 w 163"/>
                <a:gd name="T13" fmla="*/ 5 h 60"/>
                <a:gd name="T14" fmla="*/ 13 w 163"/>
                <a:gd name="T15" fmla="*/ 30 h 60"/>
                <a:gd name="T16" fmla="*/ 81 w 163"/>
                <a:gd name="T17" fmla="*/ 55 h 60"/>
                <a:gd name="T18" fmla="*/ 150 w 163"/>
                <a:gd name="T19" fmla="*/ 3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3" h="60">
                  <a:moveTo>
                    <a:pt x="0" y="30"/>
                  </a:moveTo>
                  <a:cubicBezTo>
                    <a:pt x="0" y="13"/>
                    <a:pt x="36" y="0"/>
                    <a:pt x="81" y="0"/>
                  </a:cubicBezTo>
                  <a:cubicBezTo>
                    <a:pt x="127" y="0"/>
                    <a:pt x="163" y="13"/>
                    <a:pt x="163" y="30"/>
                  </a:cubicBezTo>
                  <a:cubicBezTo>
                    <a:pt x="163" y="47"/>
                    <a:pt x="127" y="60"/>
                    <a:pt x="81" y="60"/>
                  </a:cubicBezTo>
                  <a:cubicBezTo>
                    <a:pt x="36" y="60"/>
                    <a:pt x="0" y="47"/>
                    <a:pt x="0" y="30"/>
                  </a:cubicBezTo>
                  <a:close/>
                  <a:moveTo>
                    <a:pt x="150" y="30"/>
                  </a:moveTo>
                  <a:cubicBezTo>
                    <a:pt x="150" y="16"/>
                    <a:pt x="119" y="5"/>
                    <a:pt x="81" y="5"/>
                  </a:cubicBezTo>
                  <a:cubicBezTo>
                    <a:pt x="44" y="5"/>
                    <a:pt x="13" y="16"/>
                    <a:pt x="13" y="30"/>
                  </a:cubicBezTo>
                  <a:cubicBezTo>
                    <a:pt x="13" y="44"/>
                    <a:pt x="44" y="55"/>
                    <a:pt x="81" y="55"/>
                  </a:cubicBezTo>
                  <a:cubicBezTo>
                    <a:pt x="119" y="55"/>
                    <a:pt x="150" y="44"/>
                    <a:pt x="150" y="3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9" name="Freeform 53"/>
            <p:cNvSpPr>
              <a:spLocks noEditPoints="1"/>
            </p:cNvSpPr>
            <p:nvPr/>
          </p:nvSpPr>
          <p:spPr bwMode="auto">
            <a:xfrm>
              <a:off x="2229805" y="4297839"/>
              <a:ext cx="414338" cy="417513"/>
            </a:xfrm>
            <a:custGeom>
              <a:avLst/>
              <a:gdLst>
                <a:gd name="T0" fmla="*/ 12 w 139"/>
                <a:gd name="T1" fmla="*/ 12 h 140"/>
                <a:gd name="T2" fmla="*/ 91 w 139"/>
                <a:gd name="T3" fmla="*/ 49 h 140"/>
                <a:gd name="T4" fmla="*/ 127 w 139"/>
                <a:gd name="T5" fmla="*/ 128 h 140"/>
                <a:gd name="T6" fmla="*/ 48 w 139"/>
                <a:gd name="T7" fmla="*/ 91 h 140"/>
                <a:gd name="T8" fmla="*/ 12 w 139"/>
                <a:gd name="T9" fmla="*/ 12 h 140"/>
                <a:gd name="T10" fmla="*/ 118 w 139"/>
                <a:gd name="T11" fmla="*/ 119 h 140"/>
                <a:gd name="T12" fmla="*/ 87 w 139"/>
                <a:gd name="T13" fmla="*/ 52 h 140"/>
                <a:gd name="T14" fmla="*/ 21 w 139"/>
                <a:gd name="T15" fmla="*/ 22 h 140"/>
                <a:gd name="T16" fmla="*/ 52 w 139"/>
                <a:gd name="T17" fmla="*/ 88 h 140"/>
                <a:gd name="T18" fmla="*/ 118 w 139"/>
                <a:gd name="T19" fmla="*/ 119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9" h="140">
                  <a:moveTo>
                    <a:pt x="12" y="12"/>
                  </a:moveTo>
                  <a:cubicBezTo>
                    <a:pt x="23" y="0"/>
                    <a:pt x="59" y="17"/>
                    <a:pt x="91" y="49"/>
                  </a:cubicBezTo>
                  <a:cubicBezTo>
                    <a:pt x="123" y="81"/>
                    <a:pt x="139" y="116"/>
                    <a:pt x="127" y="128"/>
                  </a:cubicBezTo>
                  <a:cubicBezTo>
                    <a:pt x="115" y="140"/>
                    <a:pt x="80" y="123"/>
                    <a:pt x="48" y="91"/>
                  </a:cubicBezTo>
                  <a:cubicBezTo>
                    <a:pt x="16" y="59"/>
                    <a:pt x="0" y="24"/>
                    <a:pt x="12" y="12"/>
                  </a:cubicBezTo>
                  <a:close/>
                  <a:moveTo>
                    <a:pt x="118" y="119"/>
                  </a:moveTo>
                  <a:cubicBezTo>
                    <a:pt x="128" y="109"/>
                    <a:pt x="114" y="79"/>
                    <a:pt x="87" y="52"/>
                  </a:cubicBezTo>
                  <a:cubicBezTo>
                    <a:pt x="60" y="25"/>
                    <a:pt x="31" y="12"/>
                    <a:pt x="21" y="22"/>
                  </a:cubicBezTo>
                  <a:cubicBezTo>
                    <a:pt x="11" y="31"/>
                    <a:pt x="25" y="61"/>
                    <a:pt x="52" y="88"/>
                  </a:cubicBezTo>
                  <a:cubicBezTo>
                    <a:pt x="78" y="115"/>
                    <a:pt x="108" y="128"/>
                    <a:pt x="118" y="11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0" name="Freeform 54"/>
            <p:cNvSpPr>
              <a:spLocks noEditPoints="1"/>
            </p:cNvSpPr>
            <p:nvPr/>
          </p:nvSpPr>
          <p:spPr bwMode="auto">
            <a:xfrm>
              <a:off x="2229805" y="4297839"/>
              <a:ext cx="414338" cy="417513"/>
            </a:xfrm>
            <a:custGeom>
              <a:avLst/>
              <a:gdLst>
                <a:gd name="T0" fmla="*/ 12 w 139"/>
                <a:gd name="T1" fmla="*/ 128 h 140"/>
                <a:gd name="T2" fmla="*/ 48 w 139"/>
                <a:gd name="T3" fmla="*/ 49 h 140"/>
                <a:gd name="T4" fmla="*/ 127 w 139"/>
                <a:gd name="T5" fmla="*/ 12 h 140"/>
                <a:gd name="T6" fmla="*/ 91 w 139"/>
                <a:gd name="T7" fmla="*/ 91 h 140"/>
                <a:gd name="T8" fmla="*/ 12 w 139"/>
                <a:gd name="T9" fmla="*/ 128 h 140"/>
                <a:gd name="T10" fmla="*/ 118 w 139"/>
                <a:gd name="T11" fmla="*/ 22 h 140"/>
                <a:gd name="T12" fmla="*/ 52 w 139"/>
                <a:gd name="T13" fmla="*/ 52 h 140"/>
                <a:gd name="T14" fmla="*/ 21 w 139"/>
                <a:gd name="T15" fmla="*/ 119 h 140"/>
                <a:gd name="T16" fmla="*/ 87 w 139"/>
                <a:gd name="T17" fmla="*/ 88 h 140"/>
                <a:gd name="T18" fmla="*/ 118 w 139"/>
                <a:gd name="T19" fmla="*/ 22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9" h="140">
                  <a:moveTo>
                    <a:pt x="12" y="128"/>
                  </a:moveTo>
                  <a:cubicBezTo>
                    <a:pt x="0" y="116"/>
                    <a:pt x="16" y="81"/>
                    <a:pt x="48" y="49"/>
                  </a:cubicBezTo>
                  <a:cubicBezTo>
                    <a:pt x="80" y="17"/>
                    <a:pt x="115" y="0"/>
                    <a:pt x="127" y="12"/>
                  </a:cubicBezTo>
                  <a:cubicBezTo>
                    <a:pt x="139" y="24"/>
                    <a:pt x="123" y="59"/>
                    <a:pt x="91" y="91"/>
                  </a:cubicBezTo>
                  <a:cubicBezTo>
                    <a:pt x="59" y="123"/>
                    <a:pt x="23" y="140"/>
                    <a:pt x="12" y="128"/>
                  </a:cubicBezTo>
                  <a:close/>
                  <a:moveTo>
                    <a:pt x="118" y="22"/>
                  </a:moveTo>
                  <a:cubicBezTo>
                    <a:pt x="108" y="12"/>
                    <a:pt x="78" y="25"/>
                    <a:pt x="52" y="52"/>
                  </a:cubicBezTo>
                  <a:cubicBezTo>
                    <a:pt x="25" y="79"/>
                    <a:pt x="11" y="109"/>
                    <a:pt x="21" y="119"/>
                  </a:cubicBezTo>
                  <a:cubicBezTo>
                    <a:pt x="31" y="128"/>
                    <a:pt x="60" y="115"/>
                    <a:pt x="87" y="88"/>
                  </a:cubicBezTo>
                  <a:cubicBezTo>
                    <a:pt x="114" y="61"/>
                    <a:pt x="128" y="31"/>
                    <a:pt x="118"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1" name="Oval 55"/>
            <p:cNvSpPr>
              <a:spLocks noChangeArrowheads="1"/>
            </p:cNvSpPr>
            <p:nvPr/>
          </p:nvSpPr>
          <p:spPr bwMode="auto">
            <a:xfrm>
              <a:off x="2399667" y="4467702"/>
              <a:ext cx="74613" cy="77788"/>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2" name="Freeform 56"/>
            <p:cNvSpPr>
              <a:spLocks noEditPoints="1"/>
            </p:cNvSpPr>
            <p:nvPr/>
          </p:nvSpPr>
          <p:spPr bwMode="auto">
            <a:xfrm>
              <a:off x="1167767" y="2226152"/>
              <a:ext cx="179388" cy="490538"/>
            </a:xfrm>
            <a:custGeom>
              <a:avLst/>
              <a:gdLst>
                <a:gd name="T0" fmla="*/ 30 w 60"/>
                <a:gd name="T1" fmla="*/ 0 h 164"/>
                <a:gd name="T2" fmla="*/ 60 w 60"/>
                <a:gd name="T3" fmla="*/ 82 h 164"/>
                <a:gd name="T4" fmla="*/ 30 w 60"/>
                <a:gd name="T5" fmla="*/ 164 h 164"/>
                <a:gd name="T6" fmla="*/ 0 w 60"/>
                <a:gd name="T7" fmla="*/ 82 h 164"/>
                <a:gd name="T8" fmla="*/ 30 w 60"/>
                <a:gd name="T9" fmla="*/ 0 h 164"/>
                <a:gd name="T10" fmla="*/ 30 w 60"/>
                <a:gd name="T11" fmla="*/ 151 h 164"/>
                <a:gd name="T12" fmla="*/ 55 w 60"/>
                <a:gd name="T13" fmla="*/ 82 h 164"/>
                <a:gd name="T14" fmla="*/ 30 w 60"/>
                <a:gd name="T15" fmla="*/ 13 h 164"/>
                <a:gd name="T16" fmla="*/ 5 w 60"/>
                <a:gd name="T17" fmla="*/ 82 h 164"/>
                <a:gd name="T18" fmla="*/ 30 w 60"/>
                <a:gd name="T19" fmla="*/ 151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164">
                  <a:moveTo>
                    <a:pt x="30" y="0"/>
                  </a:moveTo>
                  <a:cubicBezTo>
                    <a:pt x="46" y="0"/>
                    <a:pt x="60" y="37"/>
                    <a:pt x="60" y="82"/>
                  </a:cubicBezTo>
                  <a:cubicBezTo>
                    <a:pt x="60" y="127"/>
                    <a:pt x="46" y="164"/>
                    <a:pt x="30" y="164"/>
                  </a:cubicBezTo>
                  <a:cubicBezTo>
                    <a:pt x="13" y="164"/>
                    <a:pt x="0" y="127"/>
                    <a:pt x="0" y="82"/>
                  </a:cubicBezTo>
                  <a:cubicBezTo>
                    <a:pt x="0" y="37"/>
                    <a:pt x="13" y="0"/>
                    <a:pt x="30" y="0"/>
                  </a:cubicBezTo>
                  <a:close/>
                  <a:moveTo>
                    <a:pt x="30" y="151"/>
                  </a:moveTo>
                  <a:cubicBezTo>
                    <a:pt x="44" y="151"/>
                    <a:pt x="55" y="120"/>
                    <a:pt x="55" y="82"/>
                  </a:cubicBezTo>
                  <a:cubicBezTo>
                    <a:pt x="55" y="44"/>
                    <a:pt x="44" y="13"/>
                    <a:pt x="30" y="13"/>
                  </a:cubicBezTo>
                  <a:cubicBezTo>
                    <a:pt x="16" y="13"/>
                    <a:pt x="5" y="44"/>
                    <a:pt x="5" y="82"/>
                  </a:cubicBezTo>
                  <a:cubicBezTo>
                    <a:pt x="5" y="120"/>
                    <a:pt x="16" y="151"/>
                    <a:pt x="30" y="15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3" name="Freeform 57"/>
            <p:cNvSpPr>
              <a:spLocks noEditPoints="1"/>
            </p:cNvSpPr>
            <p:nvPr/>
          </p:nvSpPr>
          <p:spPr bwMode="auto">
            <a:xfrm>
              <a:off x="1012192" y="2381727"/>
              <a:ext cx="490538" cy="179388"/>
            </a:xfrm>
            <a:custGeom>
              <a:avLst/>
              <a:gdLst>
                <a:gd name="T0" fmla="*/ 0 w 164"/>
                <a:gd name="T1" fmla="*/ 30 h 60"/>
                <a:gd name="T2" fmla="*/ 82 w 164"/>
                <a:gd name="T3" fmla="*/ 0 h 60"/>
                <a:gd name="T4" fmla="*/ 164 w 164"/>
                <a:gd name="T5" fmla="*/ 30 h 60"/>
                <a:gd name="T6" fmla="*/ 82 w 164"/>
                <a:gd name="T7" fmla="*/ 60 h 60"/>
                <a:gd name="T8" fmla="*/ 0 w 164"/>
                <a:gd name="T9" fmla="*/ 30 h 60"/>
                <a:gd name="T10" fmla="*/ 150 w 164"/>
                <a:gd name="T11" fmla="*/ 30 h 60"/>
                <a:gd name="T12" fmla="*/ 82 w 164"/>
                <a:gd name="T13" fmla="*/ 5 h 60"/>
                <a:gd name="T14" fmla="*/ 13 w 164"/>
                <a:gd name="T15" fmla="*/ 30 h 60"/>
                <a:gd name="T16" fmla="*/ 82 w 164"/>
                <a:gd name="T17" fmla="*/ 55 h 60"/>
                <a:gd name="T18" fmla="*/ 150 w 164"/>
                <a:gd name="T19" fmla="*/ 3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4" h="60">
                  <a:moveTo>
                    <a:pt x="0" y="30"/>
                  </a:moveTo>
                  <a:cubicBezTo>
                    <a:pt x="0" y="13"/>
                    <a:pt x="37" y="0"/>
                    <a:pt x="82" y="0"/>
                  </a:cubicBezTo>
                  <a:cubicBezTo>
                    <a:pt x="127" y="0"/>
                    <a:pt x="164" y="13"/>
                    <a:pt x="164" y="30"/>
                  </a:cubicBezTo>
                  <a:cubicBezTo>
                    <a:pt x="164" y="47"/>
                    <a:pt x="127" y="60"/>
                    <a:pt x="82" y="60"/>
                  </a:cubicBezTo>
                  <a:cubicBezTo>
                    <a:pt x="37" y="60"/>
                    <a:pt x="0" y="47"/>
                    <a:pt x="0" y="30"/>
                  </a:cubicBezTo>
                  <a:close/>
                  <a:moveTo>
                    <a:pt x="150" y="30"/>
                  </a:moveTo>
                  <a:cubicBezTo>
                    <a:pt x="150" y="16"/>
                    <a:pt x="120" y="5"/>
                    <a:pt x="82" y="5"/>
                  </a:cubicBezTo>
                  <a:cubicBezTo>
                    <a:pt x="44" y="5"/>
                    <a:pt x="13" y="16"/>
                    <a:pt x="13" y="30"/>
                  </a:cubicBezTo>
                  <a:cubicBezTo>
                    <a:pt x="13" y="44"/>
                    <a:pt x="44" y="55"/>
                    <a:pt x="82" y="55"/>
                  </a:cubicBezTo>
                  <a:cubicBezTo>
                    <a:pt x="120" y="55"/>
                    <a:pt x="150" y="44"/>
                    <a:pt x="150" y="3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4" name="Freeform 58"/>
            <p:cNvSpPr>
              <a:spLocks noEditPoints="1"/>
            </p:cNvSpPr>
            <p:nvPr/>
          </p:nvSpPr>
          <p:spPr bwMode="auto">
            <a:xfrm>
              <a:off x="1048705" y="2262664"/>
              <a:ext cx="414338" cy="417513"/>
            </a:xfrm>
            <a:custGeom>
              <a:avLst/>
              <a:gdLst>
                <a:gd name="T0" fmla="*/ 12 w 139"/>
                <a:gd name="T1" fmla="*/ 12 h 140"/>
                <a:gd name="T2" fmla="*/ 91 w 139"/>
                <a:gd name="T3" fmla="*/ 49 h 140"/>
                <a:gd name="T4" fmla="*/ 128 w 139"/>
                <a:gd name="T5" fmla="*/ 128 h 140"/>
                <a:gd name="T6" fmla="*/ 48 w 139"/>
                <a:gd name="T7" fmla="*/ 91 h 140"/>
                <a:gd name="T8" fmla="*/ 12 w 139"/>
                <a:gd name="T9" fmla="*/ 12 h 140"/>
                <a:gd name="T10" fmla="*/ 118 w 139"/>
                <a:gd name="T11" fmla="*/ 119 h 140"/>
                <a:gd name="T12" fmla="*/ 88 w 139"/>
                <a:gd name="T13" fmla="*/ 52 h 140"/>
                <a:gd name="T14" fmla="*/ 21 w 139"/>
                <a:gd name="T15" fmla="*/ 22 h 140"/>
                <a:gd name="T16" fmla="*/ 52 w 139"/>
                <a:gd name="T17" fmla="*/ 88 h 140"/>
                <a:gd name="T18" fmla="*/ 118 w 139"/>
                <a:gd name="T19" fmla="*/ 119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9" h="140">
                  <a:moveTo>
                    <a:pt x="12" y="12"/>
                  </a:moveTo>
                  <a:cubicBezTo>
                    <a:pt x="24" y="0"/>
                    <a:pt x="59" y="17"/>
                    <a:pt x="91" y="49"/>
                  </a:cubicBezTo>
                  <a:cubicBezTo>
                    <a:pt x="123" y="81"/>
                    <a:pt x="139" y="116"/>
                    <a:pt x="128" y="128"/>
                  </a:cubicBezTo>
                  <a:cubicBezTo>
                    <a:pt x="116" y="140"/>
                    <a:pt x="80" y="123"/>
                    <a:pt x="48" y="91"/>
                  </a:cubicBezTo>
                  <a:cubicBezTo>
                    <a:pt x="17" y="59"/>
                    <a:pt x="0" y="24"/>
                    <a:pt x="12" y="12"/>
                  </a:cubicBezTo>
                  <a:close/>
                  <a:moveTo>
                    <a:pt x="118" y="119"/>
                  </a:moveTo>
                  <a:cubicBezTo>
                    <a:pt x="128" y="109"/>
                    <a:pt x="114" y="79"/>
                    <a:pt x="88" y="52"/>
                  </a:cubicBezTo>
                  <a:cubicBezTo>
                    <a:pt x="61" y="25"/>
                    <a:pt x="31" y="12"/>
                    <a:pt x="21" y="22"/>
                  </a:cubicBezTo>
                  <a:cubicBezTo>
                    <a:pt x="12" y="31"/>
                    <a:pt x="25" y="61"/>
                    <a:pt x="52" y="88"/>
                  </a:cubicBezTo>
                  <a:cubicBezTo>
                    <a:pt x="79" y="115"/>
                    <a:pt x="108" y="128"/>
                    <a:pt x="118" y="11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5" name="Freeform 59"/>
            <p:cNvSpPr>
              <a:spLocks noEditPoints="1"/>
            </p:cNvSpPr>
            <p:nvPr/>
          </p:nvSpPr>
          <p:spPr bwMode="auto">
            <a:xfrm>
              <a:off x="1048705" y="2262664"/>
              <a:ext cx="414338" cy="417513"/>
            </a:xfrm>
            <a:custGeom>
              <a:avLst/>
              <a:gdLst>
                <a:gd name="T0" fmla="*/ 12 w 139"/>
                <a:gd name="T1" fmla="*/ 128 h 140"/>
                <a:gd name="T2" fmla="*/ 48 w 139"/>
                <a:gd name="T3" fmla="*/ 49 h 140"/>
                <a:gd name="T4" fmla="*/ 128 w 139"/>
                <a:gd name="T5" fmla="*/ 12 h 140"/>
                <a:gd name="T6" fmla="*/ 91 w 139"/>
                <a:gd name="T7" fmla="*/ 91 h 140"/>
                <a:gd name="T8" fmla="*/ 12 w 139"/>
                <a:gd name="T9" fmla="*/ 128 h 140"/>
                <a:gd name="T10" fmla="*/ 118 w 139"/>
                <a:gd name="T11" fmla="*/ 22 h 140"/>
                <a:gd name="T12" fmla="*/ 52 w 139"/>
                <a:gd name="T13" fmla="*/ 52 h 140"/>
                <a:gd name="T14" fmla="*/ 21 w 139"/>
                <a:gd name="T15" fmla="*/ 119 h 140"/>
                <a:gd name="T16" fmla="*/ 88 w 139"/>
                <a:gd name="T17" fmla="*/ 88 h 140"/>
                <a:gd name="T18" fmla="*/ 118 w 139"/>
                <a:gd name="T19" fmla="*/ 22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9" h="140">
                  <a:moveTo>
                    <a:pt x="12" y="128"/>
                  </a:moveTo>
                  <a:cubicBezTo>
                    <a:pt x="0" y="116"/>
                    <a:pt x="17" y="81"/>
                    <a:pt x="48" y="49"/>
                  </a:cubicBezTo>
                  <a:cubicBezTo>
                    <a:pt x="80" y="17"/>
                    <a:pt x="116" y="0"/>
                    <a:pt x="128" y="12"/>
                  </a:cubicBezTo>
                  <a:cubicBezTo>
                    <a:pt x="139" y="24"/>
                    <a:pt x="123" y="59"/>
                    <a:pt x="91" y="91"/>
                  </a:cubicBezTo>
                  <a:cubicBezTo>
                    <a:pt x="59" y="123"/>
                    <a:pt x="24" y="140"/>
                    <a:pt x="12" y="128"/>
                  </a:cubicBezTo>
                  <a:close/>
                  <a:moveTo>
                    <a:pt x="118" y="22"/>
                  </a:moveTo>
                  <a:cubicBezTo>
                    <a:pt x="108" y="12"/>
                    <a:pt x="79" y="25"/>
                    <a:pt x="52" y="52"/>
                  </a:cubicBezTo>
                  <a:cubicBezTo>
                    <a:pt x="25" y="79"/>
                    <a:pt x="12" y="109"/>
                    <a:pt x="21" y="119"/>
                  </a:cubicBezTo>
                  <a:cubicBezTo>
                    <a:pt x="31" y="128"/>
                    <a:pt x="61" y="115"/>
                    <a:pt x="88" y="88"/>
                  </a:cubicBezTo>
                  <a:cubicBezTo>
                    <a:pt x="114" y="61"/>
                    <a:pt x="128" y="31"/>
                    <a:pt x="118"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6" name="Oval 60"/>
            <p:cNvSpPr>
              <a:spLocks noChangeArrowheads="1"/>
            </p:cNvSpPr>
            <p:nvPr/>
          </p:nvSpPr>
          <p:spPr bwMode="auto">
            <a:xfrm>
              <a:off x="1218567" y="2432527"/>
              <a:ext cx="74613" cy="77788"/>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7" name="Freeform 61"/>
            <p:cNvSpPr>
              <a:spLocks noEditPoints="1"/>
            </p:cNvSpPr>
            <p:nvPr/>
          </p:nvSpPr>
          <p:spPr bwMode="auto">
            <a:xfrm>
              <a:off x="1605917" y="3358039"/>
              <a:ext cx="409575" cy="411163"/>
            </a:xfrm>
            <a:custGeom>
              <a:avLst/>
              <a:gdLst>
                <a:gd name="T0" fmla="*/ 44 w 137"/>
                <a:gd name="T1" fmla="*/ 14 h 138"/>
                <a:gd name="T2" fmla="*/ 124 w 137"/>
                <a:gd name="T3" fmla="*/ 44 h 138"/>
                <a:gd name="T4" fmla="*/ 94 w 137"/>
                <a:gd name="T5" fmla="*/ 124 h 138"/>
                <a:gd name="T6" fmla="*/ 14 w 137"/>
                <a:gd name="T7" fmla="*/ 94 h 138"/>
                <a:gd name="T8" fmla="*/ 44 w 137"/>
                <a:gd name="T9" fmla="*/ 14 h 138"/>
                <a:gd name="T10" fmla="*/ 89 w 137"/>
                <a:gd name="T11" fmla="*/ 114 h 138"/>
                <a:gd name="T12" fmla="*/ 113 w 137"/>
                <a:gd name="T13" fmla="*/ 49 h 138"/>
                <a:gd name="T14" fmla="*/ 48 w 137"/>
                <a:gd name="T15" fmla="*/ 24 h 138"/>
                <a:gd name="T16" fmla="*/ 24 w 137"/>
                <a:gd name="T17" fmla="*/ 89 h 138"/>
                <a:gd name="T18" fmla="*/ 89 w 137"/>
                <a:gd name="T19" fmla="*/ 114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7" h="138">
                  <a:moveTo>
                    <a:pt x="44" y="14"/>
                  </a:moveTo>
                  <a:cubicBezTo>
                    <a:pt x="74" y="0"/>
                    <a:pt x="110" y="14"/>
                    <a:pt x="124" y="44"/>
                  </a:cubicBezTo>
                  <a:cubicBezTo>
                    <a:pt x="137" y="74"/>
                    <a:pt x="124" y="110"/>
                    <a:pt x="94" y="124"/>
                  </a:cubicBezTo>
                  <a:cubicBezTo>
                    <a:pt x="63" y="138"/>
                    <a:pt x="27" y="124"/>
                    <a:pt x="14" y="94"/>
                  </a:cubicBezTo>
                  <a:cubicBezTo>
                    <a:pt x="0" y="64"/>
                    <a:pt x="13" y="28"/>
                    <a:pt x="44" y="14"/>
                  </a:cubicBezTo>
                  <a:close/>
                  <a:moveTo>
                    <a:pt x="89" y="114"/>
                  </a:moveTo>
                  <a:cubicBezTo>
                    <a:pt x="114" y="103"/>
                    <a:pt x="124" y="73"/>
                    <a:pt x="113" y="49"/>
                  </a:cubicBezTo>
                  <a:cubicBezTo>
                    <a:pt x="102" y="24"/>
                    <a:pt x="73" y="13"/>
                    <a:pt x="48" y="24"/>
                  </a:cubicBezTo>
                  <a:cubicBezTo>
                    <a:pt x="24" y="35"/>
                    <a:pt x="13" y="65"/>
                    <a:pt x="24" y="89"/>
                  </a:cubicBezTo>
                  <a:cubicBezTo>
                    <a:pt x="35" y="114"/>
                    <a:pt x="64" y="125"/>
                    <a:pt x="89" y="1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8" name="Freeform 62"/>
            <p:cNvSpPr/>
            <p:nvPr/>
          </p:nvSpPr>
          <p:spPr bwMode="auto">
            <a:xfrm>
              <a:off x="1853567" y="3700939"/>
              <a:ext cx="119063" cy="179388"/>
            </a:xfrm>
            <a:custGeom>
              <a:avLst/>
              <a:gdLst>
                <a:gd name="T0" fmla="*/ 47 w 75"/>
                <a:gd name="T1" fmla="*/ 113 h 113"/>
                <a:gd name="T2" fmla="*/ 75 w 75"/>
                <a:gd name="T3" fmla="*/ 99 h 113"/>
                <a:gd name="T4" fmla="*/ 28 w 75"/>
                <a:gd name="T5" fmla="*/ 0 h 113"/>
                <a:gd name="T6" fmla="*/ 0 w 75"/>
                <a:gd name="T7" fmla="*/ 11 h 113"/>
                <a:gd name="T8" fmla="*/ 47 w 75"/>
                <a:gd name="T9" fmla="*/ 113 h 113"/>
              </a:gdLst>
              <a:ahLst/>
              <a:cxnLst>
                <a:cxn ang="0">
                  <a:pos x="T0" y="T1"/>
                </a:cxn>
                <a:cxn ang="0">
                  <a:pos x="T2" y="T3"/>
                </a:cxn>
                <a:cxn ang="0">
                  <a:pos x="T4" y="T5"/>
                </a:cxn>
                <a:cxn ang="0">
                  <a:pos x="T6" y="T7"/>
                </a:cxn>
                <a:cxn ang="0">
                  <a:pos x="T8" y="T9"/>
                </a:cxn>
              </a:cxnLst>
              <a:rect l="0" t="0" r="r" b="b"/>
              <a:pathLst>
                <a:path w="75" h="113">
                  <a:moveTo>
                    <a:pt x="47" y="113"/>
                  </a:moveTo>
                  <a:lnTo>
                    <a:pt x="75" y="99"/>
                  </a:lnTo>
                  <a:lnTo>
                    <a:pt x="28" y="0"/>
                  </a:lnTo>
                  <a:lnTo>
                    <a:pt x="0" y="11"/>
                  </a:lnTo>
                  <a:lnTo>
                    <a:pt x="47" y="11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9" name="Freeform 63"/>
            <p:cNvSpPr/>
            <p:nvPr/>
          </p:nvSpPr>
          <p:spPr bwMode="auto">
            <a:xfrm>
              <a:off x="1871030" y="3751739"/>
              <a:ext cx="158750" cy="238125"/>
            </a:xfrm>
            <a:custGeom>
              <a:avLst/>
              <a:gdLst>
                <a:gd name="T0" fmla="*/ 26 w 53"/>
                <a:gd name="T1" fmla="*/ 71 h 80"/>
                <a:gd name="T2" fmla="*/ 43 w 53"/>
                <a:gd name="T3" fmla="*/ 77 h 80"/>
                <a:gd name="T4" fmla="*/ 43 w 53"/>
                <a:gd name="T5" fmla="*/ 77 h 80"/>
                <a:gd name="T6" fmla="*/ 50 w 53"/>
                <a:gd name="T7" fmla="*/ 60 h 80"/>
                <a:gd name="T8" fmla="*/ 27 w 53"/>
                <a:gd name="T9" fmla="*/ 9 h 80"/>
                <a:gd name="T10" fmla="*/ 10 w 53"/>
                <a:gd name="T11" fmla="*/ 3 h 80"/>
                <a:gd name="T12" fmla="*/ 10 w 53"/>
                <a:gd name="T13" fmla="*/ 3 h 80"/>
                <a:gd name="T14" fmla="*/ 3 w 53"/>
                <a:gd name="T15" fmla="*/ 20 h 80"/>
                <a:gd name="T16" fmla="*/ 26 w 53"/>
                <a:gd name="T17" fmla="*/ 71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3" h="80">
                  <a:moveTo>
                    <a:pt x="26" y="71"/>
                  </a:moveTo>
                  <a:cubicBezTo>
                    <a:pt x="29" y="77"/>
                    <a:pt x="37" y="80"/>
                    <a:pt x="43" y="77"/>
                  </a:cubicBezTo>
                  <a:cubicBezTo>
                    <a:pt x="43" y="77"/>
                    <a:pt x="43" y="77"/>
                    <a:pt x="43" y="77"/>
                  </a:cubicBezTo>
                  <a:cubicBezTo>
                    <a:pt x="50" y="74"/>
                    <a:pt x="53" y="67"/>
                    <a:pt x="50" y="60"/>
                  </a:cubicBezTo>
                  <a:cubicBezTo>
                    <a:pt x="27" y="9"/>
                    <a:pt x="27" y="9"/>
                    <a:pt x="27" y="9"/>
                  </a:cubicBezTo>
                  <a:cubicBezTo>
                    <a:pt x="24" y="3"/>
                    <a:pt x="16" y="0"/>
                    <a:pt x="10" y="3"/>
                  </a:cubicBezTo>
                  <a:cubicBezTo>
                    <a:pt x="10" y="3"/>
                    <a:pt x="10" y="3"/>
                    <a:pt x="10" y="3"/>
                  </a:cubicBezTo>
                  <a:cubicBezTo>
                    <a:pt x="3" y="6"/>
                    <a:pt x="0" y="14"/>
                    <a:pt x="3" y="20"/>
                  </a:cubicBezTo>
                  <a:lnTo>
                    <a:pt x="26" y="7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0" name="Freeform 64"/>
            <p:cNvSpPr>
              <a:spLocks noEditPoints="1"/>
            </p:cNvSpPr>
            <p:nvPr/>
          </p:nvSpPr>
          <p:spPr bwMode="auto">
            <a:xfrm>
              <a:off x="3488692" y="3554889"/>
              <a:ext cx="401638" cy="404813"/>
            </a:xfrm>
            <a:custGeom>
              <a:avLst/>
              <a:gdLst>
                <a:gd name="T0" fmla="*/ 105 w 135"/>
                <a:gd name="T1" fmla="*/ 21 h 136"/>
                <a:gd name="T2" fmla="*/ 114 w 135"/>
                <a:gd name="T3" fmla="*/ 106 h 136"/>
                <a:gd name="T4" fmla="*/ 29 w 135"/>
                <a:gd name="T5" fmla="*/ 115 h 136"/>
                <a:gd name="T6" fmla="*/ 21 w 135"/>
                <a:gd name="T7" fmla="*/ 30 h 136"/>
                <a:gd name="T8" fmla="*/ 105 w 135"/>
                <a:gd name="T9" fmla="*/ 21 h 136"/>
                <a:gd name="T10" fmla="*/ 36 w 135"/>
                <a:gd name="T11" fmla="*/ 106 h 136"/>
                <a:gd name="T12" fmla="*/ 106 w 135"/>
                <a:gd name="T13" fmla="*/ 99 h 136"/>
                <a:gd name="T14" fmla="*/ 98 w 135"/>
                <a:gd name="T15" fmla="*/ 30 h 136"/>
                <a:gd name="T16" fmla="*/ 29 w 135"/>
                <a:gd name="T17" fmla="*/ 37 h 136"/>
                <a:gd name="T18" fmla="*/ 36 w 135"/>
                <a:gd name="T19" fmla="*/ 106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5" h="136">
                  <a:moveTo>
                    <a:pt x="105" y="21"/>
                  </a:moveTo>
                  <a:cubicBezTo>
                    <a:pt x="131" y="42"/>
                    <a:pt x="135" y="80"/>
                    <a:pt x="114" y="106"/>
                  </a:cubicBezTo>
                  <a:cubicBezTo>
                    <a:pt x="93" y="132"/>
                    <a:pt x="55" y="136"/>
                    <a:pt x="29" y="115"/>
                  </a:cubicBezTo>
                  <a:cubicBezTo>
                    <a:pt x="4" y="94"/>
                    <a:pt x="0" y="56"/>
                    <a:pt x="21" y="30"/>
                  </a:cubicBezTo>
                  <a:cubicBezTo>
                    <a:pt x="42" y="4"/>
                    <a:pt x="80" y="0"/>
                    <a:pt x="105" y="21"/>
                  </a:cubicBezTo>
                  <a:close/>
                  <a:moveTo>
                    <a:pt x="36" y="106"/>
                  </a:moveTo>
                  <a:cubicBezTo>
                    <a:pt x="58" y="123"/>
                    <a:pt x="88" y="120"/>
                    <a:pt x="106" y="99"/>
                  </a:cubicBezTo>
                  <a:cubicBezTo>
                    <a:pt x="123" y="78"/>
                    <a:pt x="119" y="47"/>
                    <a:pt x="98" y="30"/>
                  </a:cubicBezTo>
                  <a:cubicBezTo>
                    <a:pt x="77" y="13"/>
                    <a:pt x="46" y="16"/>
                    <a:pt x="29" y="37"/>
                  </a:cubicBezTo>
                  <a:cubicBezTo>
                    <a:pt x="12" y="58"/>
                    <a:pt x="15" y="89"/>
                    <a:pt x="36" y="10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1" name="Freeform 65"/>
            <p:cNvSpPr/>
            <p:nvPr/>
          </p:nvSpPr>
          <p:spPr bwMode="auto">
            <a:xfrm>
              <a:off x="3458530" y="3867627"/>
              <a:ext cx="149225" cy="166688"/>
            </a:xfrm>
            <a:custGeom>
              <a:avLst/>
              <a:gdLst>
                <a:gd name="T0" fmla="*/ 0 w 94"/>
                <a:gd name="T1" fmla="*/ 85 h 105"/>
                <a:gd name="T2" fmla="*/ 24 w 94"/>
                <a:gd name="T3" fmla="*/ 105 h 105"/>
                <a:gd name="T4" fmla="*/ 94 w 94"/>
                <a:gd name="T5" fmla="*/ 19 h 105"/>
                <a:gd name="T6" fmla="*/ 69 w 94"/>
                <a:gd name="T7" fmla="*/ 0 h 105"/>
                <a:gd name="T8" fmla="*/ 0 w 94"/>
                <a:gd name="T9" fmla="*/ 85 h 105"/>
              </a:gdLst>
              <a:ahLst/>
              <a:cxnLst>
                <a:cxn ang="0">
                  <a:pos x="T0" y="T1"/>
                </a:cxn>
                <a:cxn ang="0">
                  <a:pos x="T2" y="T3"/>
                </a:cxn>
                <a:cxn ang="0">
                  <a:pos x="T4" y="T5"/>
                </a:cxn>
                <a:cxn ang="0">
                  <a:pos x="T6" y="T7"/>
                </a:cxn>
                <a:cxn ang="0">
                  <a:pos x="T8" y="T9"/>
                </a:cxn>
              </a:cxnLst>
              <a:rect l="0" t="0" r="r" b="b"/>
              <a:pathLst>
                <a:path w="94" h="105">
                  <a:moveTo>
                    <a:pt x="0" y="85"/>
                  </a:moveTo>
                  <a:lnTo>
                    <a:pt x="24" y="105"/>
                  </a:lnTo>
                  <a:lnTo>
                    <a:pt x="94" y="19"/>
                  </a:lnTo>
                  <a:lnTo>
                    <a:pt x="69" y="0"/>
                  </a:lnTo>
                  <a:lnTo>
                    <a:pt x="0" y="8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2" name="Freeform 66"/>
            <p:cNvSpPr/>
            <p:nvPr/>
          </p:nvSpPr>
          <p:spPr bwMode="auto">
            <a:xfrm>
              <a:off x="3380742" y="3912077"/>
              <a:ext cx="190500" cy="214313"/>
            </a:xfrm>
            <a:custGeom>
              <a:avLst/>
              <a:gdLst>
                <a:gd name="T0" fmla="*/ 5 w 64"/>
                <a:gd name="T1" fmla="*/ 49 h 72"/>
                <a:gd name="T2" fmla="*/ 6 w 64"/>
                <a:gd name="T3" fmla="*/ 68 h 72"/>
                <a:gd name="T4" fmla="*/ 6 w 64"/>
                <a:gd name="T5" fmla="*/ 68 h 72"/>
                <a:gd name="T6" fmla="*/ 25 w 64"/>
                <a:gd name="T7" fmla="*/ 66 h 72"/>
                <a:gd name="T8" fmla="*/ 60 w 64"/>
                <a:gd name="T9" fmla="*/ 23 h 72"/>
                <a:gd name="T10" fmla="*/ 58 w 64"/>
                <a:gd name="T11" fmla="*/ 4 h 72"/>
                <a:gd name="T12" fmla="*/ 58 w 64"/>
                <a:gd name="T13" fmla="*/ 4 h 72"/>
                <a:gd name="T14" fmla="*/ 40 w 64"/>
                <a:gd name="T15" fmla="*/ 6 h 72"/>
                <a:gd name="T16" fmla="*/ 5 w 64"/>
                <a:gd name="T17" fmla="*/ 49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72">
                  <a:moveTo>
                    <a:pt x="5" y="49"/>
                  </a:moveTo>
                  <a:cubicBezTo>
                    <a:pt x="0" y="55"/>
                    <a:pt x="1" y="63"/>
                    <a:pt x="6" y="68"/>
                  </a:cubicBezTo>
                  <a:cubicBezTo>
                    <a:pt x="6" y="68"/>
                    <a:pt x="6" y="68"/>
                    <a:pt x="6" y="68"/>
                  </a:cubicBezTo>
                  <a:cubicBezTo>
                    <a:pt x="12" y="72"/>
                    <a:pt x="20" y="71"/>
                    <a:pt x="25" y="66"/>
                  </a:cubicBezTo>
                  <a:cubicBezTo>
                    <a:pt x="60" y="23"/>
                    <a:pt x="60" y="23"/>
                    <a:pt x="60" y="23"/>
                  </a:cubicBezTo>
                  <a:cubicBezTo>
                    <a:pt x="64" y="17"/>
                    <a:pt x="63" y="9"/>
                    <a:pt x="58" y="4"/>
                  </a:cubicBezTo>
                  <a:cubicBezTo>
                    <a:pt x="58" y="4"/>
                    <a:pt x="58" y="4"/>
                    <a:pt x="58" y="4"/>
                  </a:cubicBezTo>
                  <a:cubicBezTo>
                    <a:pt x="52" y="0"/>
                    <a:pt x="44" y="1"/>
                    <a:pt x="40" y="6"/>
                  </a:cubicBezTo>
                  <a:lnTo>
                    <a:pt x="5" y="4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3" name="Freeform 67"/>
            <p:cNvSpPr>
              <a:spLocks noEditPoints="1"/>
            </p:cNvSpPr>
            <p:nvPr/>
          </p:nvSpPr>
          <p:spPr bwMode="auto">
            <a:xfrm>
              <a:off x="1439230" y="2632552"/>
              <a:ext cx="325438" cy="623888"/>
            </a:xfrm>
            <a:custGeom>
              <a:avLst/>
              <a:gdLst>
                <a:gd name="T0" fmla="*/ 205 w 205"/>
                <a:gd name="T1" fmla="*/ 0 h 393"/>
                <a:gd name="T2" fmla="*/ 205 w 205"/>
                <a:gd name="T3" fmla="*/ 393 h 393"/>
                <a:gd name="T4" fmla="*/ 0 w 205"/>
                <a:gd name="T5" fmla="*/ 393 h 393"/>
                <a:gd name="T6" fmla="*/ 205 w 205"/>
                <a:gd name="T7" fmla="*/ 0 h 393"/>
                <a:gd name="T8" fmla="*/ 175 w 205"/>
                <a:gd name="T9" fmla="*/ 152 h 393"/>
                <a:gd name="T10" fmla="*/ 68 w 205"/>
                <a:gd name="T11" fmla="*/ 340 h 393"/>
                <a:gd name="T12" fmla="*/ 175 w 205"/>
                <a:gd name="T13" fmla="*/ 340 h 393"/>
                <a:gd name="T14" fmla="*/ 175 w 205"/>
                <a:gd name="T15" fmla="*/ 152 h 39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05" h="393">
                  <a:moveTo>
                    <a:pt x="205" y="0"/>
                  </a:moveTo>
                  <a:lnTo>
                    <a:pt x="205" y="393"/>
                  </a:lnTo>
                  <a:lnTo>
                    <a:pt x="0" y="393"/>
                  </a:lnTo>
                  <a:lnTo>
                    <a:pt x="205" y="0"/>
                  </a:lnTo>
                  <a:close/>
                  <a:moveTo>
                    <a:pt x="175" y="152"/>
                  </a:moveTo>
                  <a:lnTo>
                    <a:pt x="68" y="340"/>
                  </a:lnTo>
                  <a:lnTo>
                    <a:pt x="175" y="340"/>
                  </a:lnTo>
                  <a:lnTo>
                    <a:pt x="175" y="15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4" name="Rectangle 68"/>
            <p:cNvSpPr>
              <a:spLocks noChangeArrowheads="1"/>
            </p:cNvSpPr>
            <p:nvPr/>
          </p:nvSpPr>
          <p:spPr bwMode="auto">
            <a:xfrm>
              <a:off x="1847217" y="2645252"/>
              <a:ext cx="84138" cy="6111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05" name="Freeform 69"/>
            <p:cNvSpPr>
              <a:spLocks noEditPoints="1"/>
            </p:cNvSpPr>
            <p:nvPr/>
          </p:nvSpPr>
          <p:spPr bwMode="auto">
            <a:xfrm>
              <a:off x="2858455" y="4478814"/>
              <a:ext cx="388938" cy="173038"/>
            </a:xfrm>
            <a:custGeom>
              <a:avLst/>
              <a:gdLst>
                <a:gd name="T0" fmla="*/ 245 w 245"/>
                <a:gd name="T1" fmla="*/ 0 h 109"/>
                <a:gd name="T2" fmla="*/ 57 w 245"/>
                <a:gd name="T3" fmla="*/ 109 h 109"/>
                <a:gd name="T4" fmla="*/ 0 w 245"/>
                <a:gd name="T5" fmla="*/ 10 h 109"/>
                <a:gd name="T6" fmla="*/ 245 w 245"/>
                <a:gd name="T7" fmla="*/ 0 h 109"/>
                <a:gd name="T8" fmla="*/ 164 w 245"/>
                <a:gd name="T9" fmla="*/ 28 h 109"/>
                <a:gd name="T10" fmla="*/ 44 w 245"/>
                <a:gd name="T11" fmla="*/ 28 h 109"/>
                <a:gd name="T12" fmla="*/ 74 w 245"/>
                <a:gd name="T13" fmla="*/ 79 h 109"/>
                <a:gd name="T14" fmla="*/ 164 w 245"/>
                <a:gd name="T15" fmla="*/ 28 h 10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5" h="109">
                  <a:moveTo>
                    <a:pt x="245" y="0"/>
                  </a:moveTo>
                  <a:lnTo>
                    <a:pt x="57" y="109"/>
                  </a:lnTo>
                  <a:lnTo>
                    <a:pt x="0" y="10"/>
                  </a:lnTo>
                  <a:lnTo>
                    <a:pt x="245" y="0"/>
                  </a:lnTo>
                  <a:close/>
                  <a:moveTo>
                    <a:pt x="164" y="28"/>
                  </a:moveTo>
                  <a:lnTo>
                    <a:pt x="44" y="28"/>
                  </a:lnTo>
                  <a:lnTo>
                    <a:pt x="74" y="79"/>
                  </a:lnTo>
                  <a:lnTo>
                    <a:pt x="164" y="2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6" name="Freeform 70"/>
            <p:cNvSpPr/>
            <p:nvPr/>
          </p:nvSpPr>
          <p:spPr bwMode="auto">
            <a:xfrm>
              <a:off x="2972755" y="4523264"/>
              <a:ext cx="315913" cy="209550"/>
            </a:xfrm>
            <a:custGeom>
              <a:avLst/>
              <a:gdLst>
                <a:gd name="T0" fmla="*/ 0 w 199"/>
                <a:gd name="T1" fmla="*/ 106 h 132"/>
                <a:gd name="T2" fmla="*/ 15 w 199"/>
                <a:gd name="T3" fmla="*/ 132 h 132"/>
                <a:gd name="T4" fmla="*/ 199 w 199"/>
                <a:gd name="T5" fmla="*/ 25 h 132"/>
                <a:gd name="T6" fmla="*/ 184 w 199"/>
                <a:gd name="T7" fmla="*/ 0 h 132"/>
                <a:gd name="T8" fmla="*/ 0 w 199"/>
                <a:gd name="T9" fmla="*/ 106 h 132"/>
              </a:gdLst>
              <a:ahLst/>
              <a:cxnLst>
                <a:cxn ang="0">
                  <a:pos x="T0" y="T1"/>
                </a:cxn>
                <a:cxn ang="0">
                  <a:pos x="T2" y="T3"/>
                </a:cxn>
                <a:cxn ang="0">
                  <a:pos x="T4" y="T5"/>
                </a:cxn>
                <a:cxn ang="0">
                  <a:pos x="T6" y="T7"/>
                </a:cxn>
                <a:cxn ang="0">
                  <a:pos x="T8" y="T9"/>
                </a:cxn>
              </a:cxnLst>
              <a:rect l="0" t="0" r="r" b="b"/>
              <a:pathLst>
                <a:path w="199" h="132">
                  <a:moveTo>
                    <a:pt x="0" y="106"/>
                  </a:moveTo>
                  <a:lnTo>
                    <a:pt x="15" y="132"/>
                  </a:lnTo>
                  <a:lnTo>
                    <a:pt x="199" y="25"/>
                  </a:lnTo>
                  <a:lnTo>
                    <a:pt x="184" y="0"/>
                  </a:lnTo>
                  <a:lnTo>
                    <a:pt x="0" y="10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7" name="Freeform 71"/>
            <p:cNvSpPr/>
            <p:nvPr/>
          </p:nvSpPr>
          <p:spPr bwMode="auto">
            <a:xfrm>
              <a:off x="2101217" y="1316514"/>
              <a:ext cx="277813" cy="254000"/>
            </a:xfrm>
            <a:custGeom>
              <a:avLst/>
              <a:gdLst>
                <a:gd name="T0" fmla="*/ 48 w 93"/>
                <a:gd name="T1" fmla="*/ 85 h 85"/>
                <a:gd name="T2" fmla="*/ 93 w 93"/>
                <a:gd name="T3" fmla="*/ 85 h 85"/>
                <a:gd name="T4" fmla="*/ 93 w 93"/>
                <a:gd name="T5" fmla="*/ 17 h 85"/>
                <a:gd name="T6" fmla="*/ 47 w 93"/>
                <a:gd name="T7" fmla="*/ 17 h 85"/>
                <a:gd name="T8" fmla="*/ 0 w 93"/>
                <a:gd name="T9" fmla="*/ 17 h 85"/>
                <a:gd name="T10" fmla="*/ 0 w 93"/>
                <a:gd name="T11" fmla="*/ 85 h 85"/>
                <a:gd name="T12" fmla="*/ 48 w 93"/>
                <a:gd name="T13" fmla="*/ 85 h 85"/>
              </a:gdLst>
              <a:ahLst/>
              <a:cxnLst>
                <a:cxn ang="0">
                  <a:pos x="T0" y="T1"/>
                </a:cxn>
                <a:cxn ang="0">
                  <a:pos x="T2" y="T3"/>
                </a:cxn>
                <a:cxn ang="0">
                  <a:pos x="T4" y="T5"/>
                </a:cxn>
                <a:cxn ang="0">
                  <a:pos x="T6" y="T7"/>
                </a:cxn>
                <a:cxn ang="0">
                  <a:pos x="T8" y="T9"/>
                </a:cxn>
                <a:cxn ang="0">
                  <a:pos x="T10" y="T11"/>
                </a:cxn>
                <a:cxn ang="0">
                  <a:pos x="T12" y="T13"/>
                </a:cxn>
              </a:cxnLst>
              <a:rect l="0" t="0" r="r" b="b"/>
              <a:pathLst>
                <a:path w="93" h="85">
                  <a:moveTo>
                    <a:pt x="48" y="85"/>
                  </a:moveTo>
                  <a:cubicBezTo>
                    <a:pt x="48" y="85"/>
                    <a:pt x="64" y="69"/>
                    <a:pt x="93" y="85"/>
                  </a:cubicBezTo>
                  <a:cubicBezTo>
                    <a:pt x="93" y="17"/>
                    <a:pt x="93" y="17"/>
                    <a:pt x="93" y="17"/>
                  </a:cubicBezTo>
                  <a:cubicBezTo>
                    <a:pt x="93" y="17"/>
                    <a:pt x="63" y="0"/>
                    <a:pt x="47" y="17"/>
                  </a:cubicBezTo>
                  <a:cubicBezTo>
                    <a:pt x="0" y="17"/>
                    <a:pt x="0" y="17"/>
                    <a:pt x="0" y="17"/>
                  </a:cubicBezTo>
                  <a:cubicBezTo>
                    <a:pt x="0" y="85"/>
                    <a:pt x="0" y="85"/>
                    <a:pt x="0" y="85"/>
                  </a:cubicBezTo>
                  <a:lnTo>
                    <a:pt x="48" y="8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8" name="Freeform 72"/>
            <p:cNvSpPr/>
            <p:nvPr/>
          </p:nvSpPr>
          <p:spPr bwMode="auto">
            <a:xfrm>
              <a:off x="1898017" y="2259489"/>
              <a:ext cx="274638" cy="257175"/>
            </a:xfrm>
            <a:custGeom>
              <a:avLst/>
              <a:gdLst>
                <a:gd name="T0" fmla="*/ 47 w 92"/>
                <a:gd name="T1" fmla="*/ 86 h 86"/>
                <a:gd name="T2" fmla="*/ 92 w 92"/>
                <a:gd name="T3" fmla="*/ 85 h 86"/>
                <a:gd name="T4" fmla="*/ 92 w 92"/>
                <a:gd name="T5" fmla="*/ 17 h 86"/>
                <a:gd name="T6" fmla="*/ 46 w 92"/>
                <a:gd name="T7" fmla="*/ 17 h 86"/>
                <a:gd name="T8" fmla="*/ 0 w 92"/>
                <a:gd name="T9" fmla="*/ 17 h 86"/>
                <a:gd name="T10" fmla="*/ 0 w 92"/>
                <a:gd name="T11" fmla="*/ 85 h 86"/>
                <a:gd name="T12" fmla="*/ 47 w 92"/>
                <a:gd name="T13" fmla="*/ 86 h 86"/>
              </a:gdLst>
              <a:ahLst/>
              <a:cxnLst>
                <a:cxn ang="0">
                  <a:pos x="T0" y="T1"/>
                </a:cxn>
                <a:cxn ang="0">
                  <a:pos x="T2" y="T3"/>
                </a:cxn>
                <a:cxn ang="0">
                  <a:pos x="T4" y="T5"/>
                </a:cxn>
                <a:cxn ang="0">
                  <a:pos x="T6" y="T7"/>
                </a:cxn>
                <a:cxn ang="0">
                  <a:pos x="T8" y="T9"/>
                </a:cxn>
                <a:cxn ang="0">
                  <a:pos x="T10" y="T11"/>
                </a:cxn>
                <a:cxn ang="0">
                  <a:pos x="T12" y="T13"/>
                </a:cxn>
              </a:cxnLst>
              <a:rect l="0" t="0" r="r" b="b"/>
              <a:pathLst>
                <a:path w="92" h="86">
                  <a:moveTo>
                    <a:pt x="47" y="86"/>
                  </a:moveTo>
                  <a:cubicBezTo>
                    <a:pt x="47" y="86"/>
                    <a:pt x="63" y="70"/>
                    <a:pt x="92" y="85"/>
                  </a:cubicBezTo>
                  <a:cubicBezTo>
                    <a:pt x="92" y="17"/>
                    <a:pt x="92" y="17"/>
                    <a:pt x="92" y="17"/>
                  </a:cubicBezTo>
                  <a:cubicBezTo>
                    <a:pt x="92" y="17"/>
                    <a:pt x="62" y="0"/>
                    <a:pt x="46" y="17"/>
                  </a:cubicBezTo>
                  <a:cubicBezTo>
                    <a:pt x="0" y="17"/>
                    <a:pt x="0" y="17"/>
                    <a:pt x="0" y="17"/>
                  </a:cubicBezTo>
                  <a:cubicBezTo>
                    <a:pt x="0" y="85"/>
                    <a:pt x="0" y="85"/>
                    <a:pt x="0" y="85"/>
                  </a:cubicBezTo>
                  <a:lnTo>
                    <a:pt x="47" y="8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9" name="Freeform 73"/>
            <p:cNvSpPr/>
            <p:nvPr/>
          </p:nvSpPr>
          <p:spPr bwMode="auto">
            <a:xfrm>
              <a:off x="3715705" y="2686527"/>
              <a:ext cx="342900" cy="330200"/>
            </a:xfrm>
            <a:custGeom>
              <a:avLst/>
              <a:gdLst>
                <a:gd name="T0" fmla="*/ 37 w 115"/>
                <a:gd name="T1" fmla="*/ 83 h 111"/>
                <a:gd name="T2" fmla="*/ 73 w 115"/>
                <a:gd name="T3" fmla="*/ 111 h 111"/>
                <a:gd name="T4" fmla="*/ 115 w 115"/>
                <a:gd name="T5" fmla="*/ 58 h 111"/>
                <a:gd name="T6" fmla="*/ 79 w 115"/>
                <a:gd name="T7" fmla="*/ 29 h 111"/>
                <a:gd name="T8" fmla="*/ 43 w 115"/>
                <a:gd name="T9" fmla="*/ 0 h 111"/>
                <a:gd name="T10" fmla="*/ 0 w 115"/>
                <a:gd name="T11" fmla="*/ 53 h 111"/>
                <a:gd name="T12" fmla="*/ 37 w 115"/>
                <a:gd name="T13" fmla="*/ 83 h 111"/>
              </a:gdLst>
              <a:ahLst/>
              <a:cxnLst>
                <a:cxn ang="0">
                  <a:pos x="T0" y="T1"/>
                </a:cxn>
                <a:cxn ang="0">
                  <a:pos x="T2" y="T3"/>
                </a:cxn>
                <a:cxn ang="0">
                  <a:pos x="T4" y="T5"/>
                </a:cxn>
                <a:cxn ang="0">
                  <a:pos x="T6" y="T7"/>
                </a:cxn>
                <a:cxn ang="0">
                  <a:pos x="T8" y="T9"/>
                </a:cxn>
                <a:cxn ang="0">
                  <a:pos x="T10" y="T11"/>
                </a:cxn>
                <a:cxn ang="0">
                  <a:pos x="T12" y="T13"/>
                </a:cxn>
              </a:cxnLst>
              <a:rect l="0" t="0" r="r" b="b"/>
              <a:pathLst>
                <a:path w="115" h="111">
                  <a:moveTo>
                    <a:pt x="37" y="83"/>
                  </a:moveTo>
                  <a:cubicBezTo>
                    <a:pt x="37" y="83"/>
                    <a:pt x="59" y="81"/>
                    <a:pt x="73" y="111"/>
                  </a:cubicBezTo>
                  <a:cubicBezTo>
                    <a:pt x="115" y="58"/>
                    <a:pt x="115" y="58"/>
                    <a:pt x="115" y="58"/>
                  </a:cubicBezTo>
                  <a:cubicBezTo>
                    <a:pt x="115" y="58"/>
                    <a:pt x="102" y="26"/>
                    <a:pt x="79" y="29"/>
                  </a:cubicBezTo>
                  <a:cubicBezTo>
                    <a:pt x="43" y="0"/>
                    <a:pt x="43" y="0"/>
                    <a:pt x="43" y="0"/>
                  </a:cubicBezTo>
                  <a:cubicBezTo>
                    <a:pt x="0" y="53"/>
                    <a:pt x="0" y="53"/>
                    <a:pt x="0" y="53"/>
                  </a:cubicBezTo>
                  <a:lnTo>
                    <a:pt x="37" y="8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0" name="Freeform 74"/>
            <p:cNvSpPr/>
            <p:nvPr/>
          </p:nvSpPr>
          <p:spPr bwMode="auto">
            <a:xfrm>
              <a:off x="2528255" y="3959702"/>
              <a:ext cx="277813" cy="257175"/>
            </a:xfrm>
            <a:custGeom>
              <a:avLst/>
              <a:gdLst>
                <a:gd name="T0" fmla="*/ 48 w 93"/>
                <a:gd name="T1" fmla="*/ 86 h 86"/>
                <a:gd name="T2" fmla="*/ 93 w 93"/>
                <a:gd name="T3" fmla="*/ 86 h 86"/>
                <a:gd name="T4" fmla="*/ 93 w 93"/>
                <a:gd name="T5" fmla="*/ 18 h 86"/>
                <a:gd name="T6" fmla="*/ 46 w 93"/>
                <a:gd name="T7" fmla="*/ 18 h 86"/>
                <a:gd name="T8" fmla="*/ 0 w 93"/>
                <a:gd name="T9" fmla="*/ 18 h 86"/>
                <a:gd name="T10" fmla="*/ 0 w 93"/>
                <a:gd name="T11" fmla="*/ 86 h 86"/>
                <a:gd name="T12" fmla="*/ 48 w 93"/>
                <a:gd name="T13" fmla="*/ 86 h 86"/>
              </a:gdLst>
              <a:ahLst/>
              <a:cxnLst>
                <a:cxn ang="0">
                  <a:pos x="T0" y="T1"/>
                </a:cxn>
                <a:cxn ang="0">
                  <a:pos x="T2" y="T3"/>
                </a:cxn>
                <a:cxn ang="0">
                  <a:pos x="T4" y="T5"/>
                </a:cxn>
                <a:cxn ang="0">
                  <a:pos x="T6" y="T7"/>
                </a:cxn>
                <a:cxn ang="0">
                  <a:pos x="T8" y="T9"/>
                </a:cxn>
                <a:cxn ang="0">
                  <a:pos x="T10" y="T11"/>
                </a:cxn>
                <a:cxn ang="0">
                  <a:pos x="T12" y="T13"/>
                </a:cxn>
              </a:cxnLst>
              <a:rect l="0" t="0" r="r" b="b"/>
              <a:pathLst>
                <a:path w="93" h="86">
                  <a:moveTo>
                    <a:pt x="48" y="86"/>
                  </a:moveTo>
                  <a:cubicBezTo>
                    <a:pt x="48" y="86"/>
                    <a:pt x="64" y="70"/>
                    <a:pt x="93" y="86"/>
                  </a:cubicBezTo>
                  <a:cubicBezTo>
                    <a:pt x="93" y="18"/>
                    <a:pt x="93" y="18"/>
                    <a:pt x="93" y="18"/>
                  </a:cubicBezTo>
                  <a:cubicBezTo>
                    <a:pt x="93" y="18"/>
                    <a:pt x="63" y="0"/>
                    <a:pt x="46" y="18"/>
                  </a:cubicBezTo>
                  <a:cubicBezTo>
                    <a:pt x="0" y="18"/>
                    <a:pt x="0" y="18"/>
                    <a:pt x="0" y="18"/>
                  </a:cubicBezTo>
                  <a:cubicBezTo>
                    <a:pt x="0" y="86"/>
                    <a:pt x="0" y="86"/>
                    <a:pt x="0" y="86"/>
                  </a:cubicBezTo>
                  <a:lnTo>
                    <a:pt x="48" y="8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1" name="Freeform 75"/>
            <p:cNvSpPr/>
            <p:nvPr/>
          </p:nvSpPr>
          <p:spPr bwMode="auto">
            <a:xfrm>
              <a:off x="3472817" y="1797527"/>
              <a:ext cx="93663" cy="20638"/>
            </a:xfrm>
            <a:custGeom>
              <a:avLst/>
              <a:gdLst>
                <a:gd name="T0" fmla="*/ 0 w 31"/>
                <a:gd name="T1" fmla="*/ 4 h 7"/>
                <a:gd name="T2" fmla="*/ 5 w 31"/>
                <a:gd name="T3" fmla="*/ 7 h 7"/>
                <a:gd name="T4" fmla="*/ 26 w 31"/>
                <a:gd name="T5" fmla="*/ 7 h 7"/>
                <a:gd name="T6" fmla="*/ 31 w 31"/>
                <a:gd name="T7" fmla="*/ 4 h 7"/>
                <a:gd name="T8" fmla="*/ 31 w 31"/>
                <a:gd name="T9" fmla="*/ 4 h 7"/>
                <a:gd name="T10" fmla="*/ 26 w 31"/>
                <a:gd name="T11" fmla="*/ 0 h 7"/>
                <a:gd name="T12" fmla="*/ 5 w 31"/>
                <a:gd name="T13" fmla="*/ 0 h 7"/>
                <a:gd name="T14" fmla="*/ 0 w 31"/>
                <a:gd name="T15" fmla="*/ 4 h 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1" h="7">
                  <a:moveTo>
                    <a:pt x="0" y="4"/>
                  </a:moveTo>
                  <a:cubicBezTo>
                    <a:pt x="0" y="6"/>
                    <a:pt x="2" y="7"/>
                    <a:pt x="5" y="7"/>
                  </a:cubicBezTo>
                  <a:cubicBezTo>
                    <a:pt x="26" y="7"/>
                    <a:pt x="26" y="7"/>
                    <a:pt x="26" y="7"/>
                  </a:cubicBezTo>
                  <a:cubicBezTo>
                    <a:pt x="29" y="7"/>
                    <a:pt x="31" y="6"/>
                    <a:pt x="31" y="4"/>
                  </a:cubicBezTo>
                  <a:cubicBezTo>
                    <a:pt x="31" y="4"/>
                    <a:pt x="31" y="4"/>
                    <a:pt x="31" y="4"/>
                  </a:cubicBezTo>
                  <a:cubicBezTo>
                    <a:pt x="31" y="1"/>
                    <a:pt x="29" y="0"/>
                    <a:pt x="26" y="0"/>
                  </a:cubicBezTo>
                  <a:cubicBezTo>
                    <a:pt x="5" y="0"/>
                    <a:pt x="5" y="0"/>
                    <a:pt x="5" y="0"/>
                  </a:cubicBezTo>
                  <a:cubicBezTo>
                    <a:pt x="2" y="0"/>
                    <a:pt x="0" y="1"/>
                    <a:pt x="0"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2" name="Freeform 76"/>
            <p:cNvSpPr/>
            <p:nvPr/>
          </p:nvSpPr>
          <p:spPr bwMode="auto">
            <a:xfrm>
              <a:off x="3472817" y="1821339"/>
              <a:ext cx="93663" cy="20638"/>
            </a:xfrm>
            <a:custGeom>
              <a:avLst/>
              <a:gdLst>
                <a:gd name="T0" fmla="*/ 0 w 31"/>
                <a:gd name="T1" fmla="*/ 4 h 7"/>
                <a:gd name="T2" fmla="*/ 5 w 31"/>
                <a:gd name="T3" fmla="*/ 7 h 7"/>
                <a:gd name="T4" fmla="*/ 26 w 31"/>
                <a:gd name="T5" fmla="*/ 7 h 7"/>
                <a:gd name="T6" fmla="*/ 31 w 31"/>
                <a:gd name="T7" fmla="*/ 4 h 7"/>
                <a:gd name="T8" fmla="*/ 31 w 31"/>
                <a:gd name="T9" fmla="*/ 4 h 7"/>
                <a:gd name="T10" fmla="*/ 26 w 31"/>
                <a:gd name="T11" fmla="*/ 0 h 7"/>
                <a:gd name="T12" fmla="*/ 5 w 31"/>
                <a:gd name="T13" fmla="*/ 0 h 7"/>
                <a:gd name="T14" fmla="*/ 0 w 31"/>
                <a:gd name="T15" fmla="*/ 4 h 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1" h="7">
                  <a:moveTo>
                    <a:pt x="0" y="4"/>
                  </a:moveTo>
                  <a:cubicBezTo>
                    <a:pt x="0" y="6"/>
                    <a:pt x="2" y="7"/>
                    <a:pt x="5" y="7"/>
                  </a:cubicBezTo>
                  <a:cubicBezTo>
                    <a:pt x="26" y="7"/>
                    <a:pt x="26" y="7"/>
                    <a:pt x="26" y="7"/>
                  </a:cubicBezTo>
                  <a:cubicBezTo>
                    <a:pt x="29" y="7"/>
                    <a:pt x="31" y="6"/>
                    <a:pt x="31" y="4"/>
                  </a:cubicBezTo>
                  <a:cubicBezTo>
                    <a:pt x="31" y="4"/>
                    <a:pt x="31" y="4"/>
                    <a:pt x="31" y="4"/>
                  </a:cubicBezTo>
                  <a:cubicBezTo>
                    <a:pt x="31" y="1"/>
                    <a:pt x="29" y="0"/>
                    <a:pt x="26" y="0"/>
                  </a:cubicBezTo>
                  <a:cubicBezTo>
                    <a:pt x="5" y="0"/>
                    <a:pt x="5" y="0"/>
                    <a:pt x="5" y="0"/>
                  </a:cubicBezTo>
                  <a:cubicBezTo>
                    <a:pt x="2" y="0"/>
                    <a:pt x="0" y="1"/>
                    <a:pt x="0"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3" name="Freeform 77"/>
            <p:cNvSpPr/>
            <p:nvPr/>
          </p:nvSpPr>
          <p:spPr bwMode="auto">
            <a:xfrm>
              <a:off x="3491867" y="1845152"/>
              <a:ext cx="55563" cy="20638"/>
            </a:xfrm>
            <a:custGeom>
              <a:avLst/>
              <a:gdLst>
                <a:gd name="T0" fmla="*/ 0 w 19"/>
                <a:gd name="T1" fmla="*/ 4 h 7"/>
                <a:gd name="T2" fmla="*/ 3 w 19"/>
                <a:gd name="T3" fmla="*/ 7 h 7"/>
                <a:gd name="T4" fmla="*/ 16 w 19"/>
                <a:gd name="T5" fmla="*/ 7 h 7"/>
                <a:gd name="T6" fmla="*/ 19 w 19"/>
                <a:gd name="T7" fmla="*/ 4 h 7"/>
                <a:gd name="T8" fmla="*/ 19 w 19"/>
                <a:gd name="T9" fmla="*/ 4 h 7"/>
                <a:gd name="T10" fmla="*/ 16 w 19"/>
                <a:gd name="T11" fmla="*/ 0 h 7"/>
                <a:gd name="T12" fmla="*/ 3 w 19"/>
                <a:gd name="T13" fmla="*/ 0 h 7"/>
                <a:gd name="T14" fmla="*/ 0 w 19"/>
                <a:gd name="T15" fmla="*/ 4 h 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 h="7">
                  <a:moveTo>
                    <a:pt x="0" y="4"/>
                  </a:moveTo>
                  <a:cubicBezTo>
                    <a:pt x="0" y="6"/>
                    <a:pt x="2" y="7"/>
                    <a:pt x="3" y="7"/>
                  </a:cubicBezTo>
                  <a:cubicBezTo>
                    <a:pt x="16" y="7"/>
                    <a:pt x="16" y="7"/>
                    <a:pt x="16" y="7"/>
                  </a:cubicBezTo>
                  <a:cubicBezTo>
                    <a:pt x="18" y="7"/>
                    <a:pt x="19" y="6"/>
                    <a:pt x="19" y="4"/>
                  </a:cubicBezTo>
                  <a:cubicBezTo>
                    <a:pt x="19" y="4"/>
                    <a:pt x="19" y="4"/>
                    <a:pt x="19" y="4"/>
                  </a:cubicBezTo>
                  <a:cubicBezTo>
                    <a:pt x="19" y="1"/>
                    <a:pt x="18" y="0"/>
                    <a:pt x="16" y="0"/>
                  </a:cubicBezTo>
                  <a:cubicBezTo>
                    <a:pt x="3" y="0"/>
                    <a:pt x="3" y="0"/>
                    <a:pt x="3" y="0"/>
                  </a:cubicBezTo>
                  <a:cubicBezTo>
                    <a:pt x="2" y="0"/>
                    <a:pt x="0" y="1"/>
                    <a:pt x="0"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4" name="Freeform 78"/>
            <p:cNvSpPr>
              <a:spLocks noEditPoints="1"/>
            </p:cNvSpPr>
            <p:nvPr/>
          </p:nvSpPr>
          <p:spPr bwMode="auto">
            <a:xfrm>
              <a:off x="3323592" y="1438752"/>
              <a:ext cx="396875" cy="352425"/>
            </a:xfrm>
            <a:custGeom>
              <a:avLst/>
              <a:gdLst>
                <a:gd name="T0" fmla="*/ 65 w 133"/>
                <a:gd name="T1" fmla="*/ 0 h 118"/>
                <a:gd name="T2" fmla="*/ 65 w 133"/>
                <a:gd name="T3" fmla="*/ 0 h 118"/>
                <a:gd name="T4" fmla="*/ 66 w 133"/>
                <a:gd name="T5" fmla="*/ 0 h 118"/>
                <a:gd name="T6" fmla="*/ 68 w 133"/>
                <a:gd name="T7" fmla="*/ 0 h 118"/>
                <a:gd name="T8" fmla="*/ 68 w 133"/>
                <a:gd name="T9" fmla="*/ 0 h 118"/>
                <a:gd name="T10" fmla="*/ 99 w 133"/>
                <a:gd name="T11" fmla="*/ 82 h 118"/>
                <a:gd name="T12" fmla="*/ 82 w 133"/>
                <a:gd name="T13" fmla="*/ 118 h 118"/>
                <a:gd name="T14" fmla="*/ 66 w 133"/>
                <a:gd name="T15" fmla="*/ 118 h 118"/>
                <a:gd name="T16" fmla="*/ 64 w 133"/>
                <a:gd name="T17" fmla="*/ 118 h 118"/>
                <a:gd name="T18" fmla="*/ 49 w 133"/>
                <a:gd name="T19" fmla="*/ 118 h 118"/>
                <a:gd name="T20" fmla="*/ 33 w 133"/>
                <a:gd name="T21" fmla="*/ 82 h 118"/>
                <a:gd name="T22" fmla="*/ 65 w 133"/>
                <a:gd name="T23" fmla="*/ 0 h 118"/>
                <a:gd name="T24" fmla="*/ 33 w 133"/>
                <a:gd name="T25" fmla="*/ 60 h 118"/>
                <a:gd name="T26" fmla="*/ 52 w 133"/>
                <a:gd name="T27" fmla="*/ 13 h 118"/>
                <a:gd name="T28" fmla="*/ 33 w 133"/>
                <a:gd name="T29" fmla="*/ 60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33" h="118">
                  <a:moveTo>
                    <a:pt x="65" y="0"/>
                  </a:moveTo>
                  <a:cubicBezTo>
                    <a:pt x="65" y="0"/>
                    <a:pt x="65" y="0"/>
                    <a:pt x="65" y="0"/>
                  </a:cubicBezTo>
                  <a:cubicBezTo>
                    <a:pt x="65" y="0"/>
                    <a:pt x="66" y="0"/>
                    <a:pt x="66" y="0"/>
                  </a:cubicBezTo>
                  <a:cubicBezTo>
                    <a:pt x="67" y="0"/>
                    <a:pt x="65" y="0"/>
                    <a:pt x="68" y="0"/>
                  </a:cubicBezTo>
                  <a:cubicBezTo>
                    <a:pt x="68" y="0"/>
                    <a:pt x="68" y="0"/>
                    <a:pt x="68" y="0"/>
                  </a:cubicBezTo>
                  <a:cubicBezTo>
                    <a:pt x="133" y="1"/>
                    <a:pt x="117" y="66"/>
                    <a:pt x="99" y="82"/>
                  </a:cubicBezTo>
                  <a:cubicBezTo>
                    <a:pt x="81" y="98"/>
                    <a:pt x="82" y="118"/>
                    <a:pt x="82" y="118"/>
                  </a:cubicBezTo>
                  <a:cubicBezTo>
                    <a:pt x="66" y="118"/>
                    <a:pt x="66" y="118"/>
                    <a:pt x="66" y="118"/>
                  </a:cubicBezTo>
                  <a:cubicBezTo>
                    <a:pt x="64" y="118"/>
                    <a:pt x="64" y="118"/>
                    <a:pt x="64" y="118"/>
                  </a:cubicBezTo>
                  <a:cubicBezTo>
                    <a:pt x="49" y="118"/>
                    <a:pt x="49" y="118"/>
                    <a:pt x="49" y="118"/>
                  </a:cubicBezTo>
                  <a:cubicBezTo>
                    <a:pt x="49" y="118"/>
                    <a:pt x="51" y="98"/>
                    <a:pt x="33" y="82"/>
                  </a:cubicBezTo>
                  <a:cubicBezTo>
                    <a:pt x="15" y="66"/>
                    <a:pt x="0" y="1"/>
                    <a:pt x="65" y="0"/>
                  </a:cubicBezTo>
                  <a:close/>
                  <a:moveTo>
                    <a:pt x="33" y="60"/>
                  </a:moveTo>
                  <a:cubicBezTo>
                    <a:pt x="22" y="29"/>
                    <a:pt x="52" y="13"/>
                    <a:pt x="52" y="13"/>
                  </a:cubicBezTo>
                  <a:cubicBezTo>
                    <a:pt x="8" y="20"/>
                    <a:pt x="33" y="60"/>
                    <a:pt x="33" y="6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5" name="Freeform 79"/>
            <p:cNvSpPr/>
            <p:nvPr/>
          </p:nvSpPr>
          <p:spPr bwMode="auto">
            <a:xfrm>
              <a:off x="1609092" y="2086452"/>
              <a:ext cx="95250" cy="20638"/>
            </a:xfrm>
            <a:custGeom>
              <a:avLst/>
              <a:gdLst>
                <a:gd name="T0" fmla="*/ 0 w 32"/>
                <a:gd name="T1" fmla="*/ 3 h 7"/>
                <a:gd name="T2" fmla="*/ 6 w 32"/>
                <a:gd name="T3" fmla="*/ 7 h 7"/>
                <a:gd name="T4" fmla="*/ 27 w 32"/>
                <a:gd name="T5" fmla="*/ 7 h 7"/>
                <a:gd name="T6" fmla="*/ 32 w 32"/>
                <a:gd name="T7" fmla="*/ 3 h 7"/>
                <a:gd name="T8" fmla="*/ 32 w 32"/>
                <a:gd name="T9" fmla="*/ 3 h 7"/>
                <a:gd name="T10" fmla="*/ 27 w 32"/>
                <a:gd name="T11" fmla="*/ 0 h 7"/>
                <a:gd name="T12" fmla="*/ 6 w 32"/>
                <a:gd name="T13" fmla="*/ 0 h 7"/>
                <a:gd name="T14" fmla="*/ 0 w 32"/>
                <a:gd name="T15" fmla="*/ 3 h 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2" h="7">
                  <a:moveTo>
                    <a:pt x="0" y="3"/>
                  </a:moveTo>
                  <a:cubicBezTo>
                    <a:pt x="0" y="5"/>
                    <a:pt x="3" y="7"/>
                    <a:pt x="6" y="7"/>
                  </a:cubicBezTo>
                  <a:cubicBezTo>
                    <a:pt x="27" y="7"/>
                    <a:pt x="27" y="7"/>
                    <a:pt x="27" y="7"/>
                  </a:cubicBezTo>
                  <a:cubicBezTo>
                    <a:pt x="29" y="7"/>
                    <a:pt x="32" y="5"/>
                    <a:pt x="32" y="3"/>
                  </a:cubicBezTo>
                  <a:cubicBezTo>
                    <a:pt x="32" y="3"/>
                    <a:pt x="32" y="3"/>
                    <a:pt x="32" y="3"/>
                  </a:cubicBezTo>
                  <a:cubicBezTo>
                    <a:pt x="32" y="1"/>
                    <a:pt x="29" y="0"/>
                    <a:pt x="27" y="0"/>
                  </a:cubicBezTo>
                  <a:cubicBezTo>
                    <a:pt x="6" y="0"/>
                    <a:pt x="6" y="0"/>
                    <a:pt x="6" y="0"/>
                  </a:cubicBezTo>
                  <a:cubicBezTo>
                    <a:pt x="3" y="0"/>
                    <a:pt x="0" y="1"/>
                    <a:pt x="0"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6" name="Freeform 80"/>
            <p:cNvSpPr/>
            <p:nvPr/>
          </p:nvSpPr>
          <p:spPr bwMode="auto">
            <a:xfrm>
              <a:off x="1609092" y="2110264"/>
              <a:ext cx="95250" cy="20638"/>
            </a:xfrm>
            <a:custGeom>
              <a:avLst/>
              <a:gdLst>
                <a:gd name="T0" fmla="*/ 0 w 32"/>
                <a:gd name="T1" fmla="*/ 3 h 7"/>
                <a:gd name="T2" fmla="*/ 6 w 32"/>
                <a:gd name="T3" fmla="*/ 7 h 7"/>
                <a:gd name="T4" fmla="*/ 27 w 32"/>
                <a:gd name="T5" fmla="*/ 7 h 7"/>
                <a:gd name="T6" fmla="*/ 32 w 32"/>
                <a:gd name="T7" fmla="*/ 3 h 7"/>
                <a:gd name="T8" fmla="*/ 32 w 32"/>
                <a:gd name="T9" fmla="*/ 3 h 7"/>
                <a:gd name="T10" fmla="*/ 27 w 32"/>
                <a:gd name="T11" fmla="*/ 0 h 7"/>
                <a:gd name="T12" fmla="*/ 6 w 32"/>
                <a:gd name="T13" fmla="*/ 0 h 7"/>
                <a:gd name="T14" fmla="*/ 0 w 32"/>
                <a:gd name="T15" fmla="*/ 3 h 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2" h="7">
                  <a:moveTo>
                    <a:pt x="0" y="3"/>
                  </a:moveTo>
                  <a:cubicBezTo>
                    <a:pt x="0" y="5"/>
                    <a:pt x="3" y="7"/>
                    <a:pt x="6" y="7"/>
                  </a:cubicBezTo>
                  <a:cubicBezTo>
                    <a:pt x="27" y="7"/>
                    <a:pt x="27" y="7"/>
                    <a:pt x="27" y="7"/>
                  </a:cubicBezTo>
                  <a:cubicBezTo>
                    <a:pt x="29" y="7"/>
                    <a:pt x="32" y="5"/>
                    <a:pt x="32" y="3"/>
                  </a:cubicBezTo>
                  <a:cubicBezTo>
                    <a:pt x="32" y="3"/>
                    <a:pt x="32" y="3"/>
                    <a:pt x="32" y="3"/>
                  </a:cubicBezTo>
                  <a:cubicBezTo>
                    <a:pt x="32" y="1"/>
                    <a:pt x="29" y="0"/>
                    <a:pt x="27" y="0"/>
                  </a:cubicBezTo>
                  <a:cubicBezTo>
                    <a:pt x="6" y="0"/>
                    <a:pt x="6" y="0"/>
                    <a:pt x="6" y="0"/>
                  </a:cubicBezTo>
                  <a:cubicBezTo>
                    <a:pt x="3" y="0"/>
                    <a:pt x="0" y="1"/>
                    <a:pt x="0"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7" name="Freeform 81"/>
            <p:cNvSpPr/>
            <p:nvPr/>
          </p:nvSpPr>
          <p:spPr bwMode="auto">
            <a:xfrm>
              <a:off x="1629730" y="2134077"/>
              <a:ext cx="57150" cy="20638"/>
            </a:xfrm>
            <a:custGeom>
              <a:avLst/>
              <a:gdLst>
                <a:gd name="T0" fmla="*/ 0 w 19"/>
                <a:gd name="T1" fmla="*/ 3 h 7"/>
                <a:gd name="T2" fmla="*/ 3 w 19"/>
                <a:gd name="T3" fmla="*/ 7 h 7"/>
                <a:gd name="T4" fmla="*/ 15 w 19"/>
                <a:gd name="T5" fmla="*/ 7 h 7"/>
                <a:gd name="T6" fmla="*/ 19 w 19"/>
                <a:gd name="T7" fmla="*/ 3 h 7"/>
                <a:gd name="T8" fmla="*/ 19 w 19"/>
                <a:gd name="T9" fmla="*/ 3 h 7"/>
                <a:gd name="T10" fmla="*/ 15 w 19"/>
                <a:gd name="T11" fmla="*/ 0 h 7"/>
                <a:gd name="T12" fmla="*/ 3 w 19"/>
                <a:gd name="T13" fmla="*/ 0 h 7"/>
                <a:gd name="T14" fmla="*/ 0 w 19"/>
                <a:gd name="T15" fmla="*/ 3 h 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 h="7">
                  <a:moveTo>
                    <a:pt x="0" y="3"/>
                  </a:moveTo>
                  <a:cubicBezTo>
                    <a:pt x="0" y="5"/>
                    <a:pt x="1" y="7"/>
                    <a:pt x="3" y="7"/>
                  </a:cubicBezTo>
                  <a:cubicBezTo>
                    <a:pt x="15" y="7"/>
                    <a:pt x="15" y="7"/>
                    <a:pt x="15" y="7"/>
                  </a:cubicBezTo>
                  <a:cubicBezTo>
                    <a:pt x="17" y="7"/>
                    <a:pt x="19" y="5"/>
                    <a:pt x="19" y="3"/>
                  </a:cubicBezTo>
                  <a:cubicBezTo>
                    <a:pt x="19" y="3"/>
                    <a:pt x="19" y="3"/>
                    <a:pt x="19" y="3"/>
                  </a:cubicBezTo>
                  <a:cubicBezTo>
                    <a:pt x="19" y="1"/>
                    <a:pt x="17" y="0"/>
                    <a:pt x="15" y="0"/>
                  </a:cubicBezTo>
                  <a:cubicBezTo>
                    <a:pt x="3" y="0"/>
                    <a:pt x="3" y="0"/>
                    <a:pt x="3" y="0"/>
                  </a:cubicBezTo>
                  <a:cubicBezTo>
                    <a:pt x="1" y="0"/>
                    <a:pt x="0" y="1"/>
                    <a:pt x="0"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8" name="Freeform 82"/>
            <p:cNvSpPr>
              <a:spLocks noEditPoints="1"/>
            </p:cNvSpPr>
            <p:nvPr/>
          </p:nvSpPr>
          <p:spPr bwMode="auto">
            <a:xfrm>
              <a:off x="1459867" y="1726089"/>
              <a:ext cx="396875" cy="354013"/>
            </a:xfrm>
            <a:custGeom>
              <a:avLst/>
              <a:gdLst>
                <a:gd name="T0" fmla="*/ 66 w 133"/>
                <a:gd name="T1" fmla="*/ 0 h 119"/>
                <a:gd name="T2" fmla="*/ 66 w 133"/>
                <a:gd name="T3" fmla="*/ 0 h 119"/>
                <a:gd name="T4" fmla="*/ 67 w 133"/>
                <a:gd name="T5" fmla="*/ 0 h 119"/>
                <a:gd name="T6" fmla="*/ 68 w 133"/>
                <a:gd name="T7" fmla="*/ 0 h 119"/>
                <a:gd name="T8" fmla="*/ 68 w 133"/>
                <a:gd name="T9" fmla="*/ 0 h 119"/>
                <a:gd name="T10" fmla="*/ 100 w 133"/>
                <a:gd name="T11" fmla="*/ 83 h 119"/>
                <a:gd name="T12" fmla="*/ 82 w 133"/>
                <a:gd name="T13" fmla="*/ 119 h 119"/>
                <a:gd name="T14" fmla="*/ 67 w 133"/>
                <a:gd name="T15" fmla="*/ 119 h 119"/>
                <a:gd name="T16" fmla="*/ 64 w 133"/>
                <a:gd name="T17" fmla="*/ 119 h 119"/>
                <a:gd name="T18" fmla="*/ 50 w 133"/>
                <a:gd name="T19" fmla="*/ 119 h 119"/>
                <a:gd name="T20" fmla="*/ 33 w 133"/>
                <a:gd name="T21" fmla="*/ 83 h 119"/>
                <a:gd name="T22" fmla="*/ 66 w 133"/>
                <a:gd name="T23" fmla="*/ 0 h 119"/>
                <a:gd name="T24" fmla="*/ 34 w 133"/>
                <a:gd name="T25" fmla="*/ 61 h 119"/>
                <a:gd name="T26" fmla="*/ 53 w 133"/>
                <a:gd name="T27" fmla="*/ 13 h 119"/>
                <a:gd name="T28" fmla="*/ 34 w 133"/>
                <a:gd name="T29" fmla="*/ 61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33" h="119">
                  <a:moveTo>
                    <a:pt x="66" y="0"/>
                  </a:moveTo>
                  <a:cubicBezTo>
                    <a:pt x="66" y="0"/>
                    <a:pt x="66" y="0"/>
                    <a:pt x="66" y="0"/>
                  </a:cubicBezTo>
                  <a:cubicBezTo>
                    <a:pt x="66" y="0"/>
                    <a:pt x="66" y="0"/>
                    <a:pt x="67" y="0"/>
                  </a:cubicBezTo>
                  <a:cubicBezTo>
                    <a:pt x="67" y="0"/>
                    <a:pt x="66" y="0"/>
                    <a:pt x="68" y="0"/>
                  </a:cubicBezTo>
                  <a:cubicBezTo>
                    <a:pt x="68" y="0"/>
                    <a:pt x="68" y="0"/>
                    <a:pt x="68" y="0"/>
                  </a:cubicBezTo>
                  <a:cubicBezTo>
                    <a:pt x="133" y="2"/>
                    <a:pt x="117" y="67"/>
                    <a:pt x="100" y="83"/>
                  </a:cubicBezTo>
                  <a:cubicBezTo>
                    <a:pt x="82" y="99"/>
                    <a:pt x="82" y="119"/>
                    <a:pt x="82" y="119"/>
                  </a:cubicBezTo>
                  <a:cubicBezTo>
                    <a:pt x="67" y="119"/>
                    <a:pt x="67" y="119"/>
                    <a:pt x="67" y="119"/>
                  </a:cubicBezTo>
                  <a:cubicBezTo>
                    <a:pt x="64" y="119"/>
                    <a:pt x="64" y="119"/>
                    <a:pt x="64" y="119"/>
                  </a:cubicBezTo>
                  <a:cubicBezTo>
                    <a:pt x="50" y="119"/>
                    <a:pt x="50" y="119"/>
                    <a:pt x="50" y="119"/>
                  </a:cubicBezTo>
                  <a:cubicBezTo>
                    <a:pt x="50" y="119"/>
                    <a:pt x="51" y="99"/>
                    <a:pt x="33" y="83"/>
                  </a:cubicBezTo>
                  <a:cubicBezTo>
                    <a:pt x="16" y="67"/>
                    <a:pt x="0" y="2"/>
                    <a:pt x="66" y="0"/>
                  </a:cubicBezTo>
                  <a:close/>
                  <a:moveTo>
                    <a:pt x="34" y="61"/>
                  </a:moveTo>
                  <a:cubicBezTo>
                    <a:pt x="23" y="30"/>
                    <a:pt x="53" y="13"/>
                    <a:pt x="53" y="13"/>
                  </a:cubicBezTo>
                  <a:cubicBezTo>
                    <a:pt x="8" y="21"/>
                    <a:pt x="34" y="61"/>
                    <a:pt x="34" y="6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9" name="Freeform 83"/>
            <p:cNvSpPr/>
            <p:nvPr/>
          </p:nvSpPr>
          <p:spPr bwMode="auto">
            <a:xfrm>
              <a:off x="4001455" y="4210527"/>
              <a:ext cx="92075" cy="23813"/>
            </a:xfrm>
            <a:custGeom>
              <a:avLst/>
              <a:gdLst>
                <a:gd name="T0" fmla="*/ 0 w 31"/>
                <a:gd name="T1" fmla="*/ 4 h 8"/>
                <a:gd name="T2" fmla="*/ 5 w 31"/>
                <a:gd name="T3" fmla="*/ 8 h 8"/>
                <a:gd name="T4" fmla="*/ 26 w 31"/>
                <a:gd name="T5" fmla="*/ 8 h 8"/>
                <a:gd name="T6" fmla="*/ 31 w 31"/>
                <a:gd name="T7" fmla="*/ 4 h 8"/>
                <a:gd name="T8" fmla="*/ 31 w 31"/>
                <a:gd name="T9" fmla="*/ 4 h 8"/>
                <a:gd name="T10" fmla="*/ 26 w 31"/>
                <a:gd name="T11" fmla="*/ 0 h 8"/>
                <a:gd name="T12" fmla="*/ 5 w 31"/>
                <a:gd name="T13" fmla="*/ 0 h 8"/>
                <a:gd name="T14" fmla="*/ 0 w 31"/>
                <a:gd name="T15" fmla="*/ 4 h 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1" h="8">
                  <a:moveTo>
                    <a:pt x="0" y="4"/>
                  </a:moveTo>
                  <a:cubicBezTo>
                    <a:pt x="0" y="6"/>
                    <a:pt x="2" y="8"/>
                    <a:pt x="5" y="8"/>
                  </a:cubicBezTo>
                  <a:cubicBezTo>
                    <a:pt x="26" y="8"/>
                    <a:pt x="26" y="8"/>
                    <a:pt x="26" y="8"/>
                  </a:cubicBezTo>
                  <a:cubicBezTo>
                    <a:pt x="29" y="8"/>
                    <a:pt x="31" y="6"/>
                    <a:pt x="31" y="4"/>
                  </a:cubicBezTo>
                  <a:cubicBezTo>
                    <a:pt x="31" y="4"/>
                    <a:pt x="31" y="4"/>
                    <a:pt x="31" y="4"/>
                  </a:cubicBezTo>
                  <a:cubicBezTo>
                    <a:pt x="31" y="2"/>
                    <a:pt x="29" y="0"/>
                    <a:pt x="26" y="0"/>
                  </a:cubicBezTo>
                  <a:cubicBezTo>
                    <a:pt x="5" y="0"/>
                    <a:pt x="5" y="0"/>
                    <a:pt x="5" y="0"/>
                  </a:cubicBezTo>
                  <a:cubicBezTo>
                    <a:pt x="2" y="0"/>
                    <a:pt x="0" y="2"/>
                    <a:pt x="0"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0" name="Freeform 84"/>
            <p:cNvSpPr/>
            <p:nvPr/>
          </p:nvSpPr>
          <p:spPr bwMode="auto">
            <a:xfrm>
              <a:off x="4001455" y="4234339"/>
              <a:ext cx="92075" cy="23813"/>
            </a:xfrm>
            <a:custGeom>
              <a:avLst/>
              <a:gdLst>
                <a:gd name="T0" fmla="*/ 0 w 31"/>
                <a:gd name="T1" fmla="*/ 4 h 8"/>
                <a:gd name="T2" fmla="*/ 5 w 31"/>
                <a:gd name="T3" fmla="*/ 8 h 8"/>
                <a:gd name="T4" fmla="*/ 26 w 31"/>
                <a:gd name="T5" fmla="*/ 8 h 8"/>
                <a:gd name="T6" fmla="*/ 31 w 31"/>
                <a:gd name="T7" fmla="*/ 4 h 8"/>
                <a:gd name="T8" fmla="*/ 31 w 31"/>
                <a:gd name="T9" fmla="*/ 4 h 8"/>
                <a:gd name="T10" fmla="*/ 26 w 31"/>
                <a:gd name="T11" fmla="*/ 0 h 8"/>
                <a:gd name="T12" fmla="*/ 5 w 31"/>
                <a:gd name="T13" fmla="*/ 0 h 8"/>
                <a:gd name="T14" fmla="*/ 0 w 31"/>
                <a:gd name="T15" fmla="*/ 4 h 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1" h="8">
                  <a:moveTo>
                    <a:pt x="0" y="4"/>
                  </a:moveTo>
                  <a:cubicBezTo>
                    <a:pt x="0" y="6"/>
                    <a:pt x="2" y="8"/>
                    <a:pt x="5" y="8"/>
                  </a:cubicBezTo>
                  <a:cubicBezTo>
                    <a:pt x="26" y="8"/>
                    <a:pt x="26" y="8"/>
                    <a:pt x="26" y="8"/>
                  </a:cubicBezTo>
                  <a:cubicBezTo>
                    <a:pt x="29" y="8"/>
                    <a:pt x="31" y="6"/>
                    <a:pt x="31" y="4"/>
                  </a:cubicBezTo>
                  <a:cubicBezTo>
                    <a:pt x="31" y="4"/>
                    <a:pt x="31" y="4"/>
                    <a:pt x="31" y="4"/>
                  </a:cubicBezTo>
                  <a:cubicBezTo>
                    <a:pt x="31" y="2"/>
                    <a:pt x="29" y="0"/>
                    <a:pt x="26" y="0"/>
                  </a:cubicBezTo>
                  <a:cubicBezTo>
                    <a:pt x="5" y="0"/>
                    <a:pt x="5" y="0"/>
                    <a:pt x="5" y="0"/>
                  </a:cubicBezTo>
                  <a:cubicBezTo>
                    <a:pt x="2" y="0"/>
                    <a:pt x="0" y="2"/>
                    <a:pt x="0"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1" name="Freeform 85"/>
            <p:cNvSpPr/>
            <p:nvPr/>
          </p:nvSpPr>
          <p:spPr bwMode="auto">
            <a:xfrm>
              <a:off x="4018917" y="4258152"/>
              <a:ext cx="57150" cy="23813"/>
            </a:xfrm>
            <a:custGeom>
              <a:avLst/>
              <a:gdLst>
                <a:gd name="T0" fmla="*/ 0 w 19"/>
                <a:gd name="T1" fmla="*/ 4 h 8"/>
                <a:gd name="T2" fmla="*/ 3 w 19"/>
                <a:gd name="T3" fmla="*/ 8 h 8"/>
                <a:gd name="T4" fmla="*/ 16 w 19"/>
                <a:gd name="T5" fmla="*/ 8 h 8"/>
                <a:gd name="T6" fmla="*/ 19 w 19"/>
                <a:gd name="T7" fmla="*/ 4 h 8"/>
                <a:gd name="T8" fmla="*/ 19 w 19"/>
                <a:gd name="T9" fmla="*/ 4 h 8"/>
                <a:gd name="T10" fmla="*/ 16 w 19"/>
                <a:gd name="T11" fmla="*/ 0 h 8"/>
                <a:gd name="T12" fmla="*/ 3 w 19"/>
                <a:gd name="T13" fmla="*/ 0 h 8"/>
                <a:gd name="T14" fmla="*/ 0 w 19"/>
                <a:gd name="T15" fmla="*/ 4 h 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 h="8">
                  <a:moveTo>
                    <a:pt x="0" y="4"/>
                  </a:moveTo>
                  <a:cubicBezTo>
                    <a:pt x="0" y="6"/>
                    <a:pt x="2" y="8"/>
                    <a:pt x="3" y="8"/>
                  </a:cubicBezTo>
                  <a:cubicBezTo>
                    <a:pt x="16" y="8"/>
                    <a:pt x="16" y="8"/>
                    <a:pt x="16" y="8"/>
                  </a:cubicBezTo>
                  <a:cubicBezTo>
                    <a:pt x="18" y="8"/>
                    <a:pt x="19" y="6"/>
                    <a:pt x="19" y="4"/>
                  </a:cubicBezTo>
                  <a:cubicBezTo>
                    <a:pt x="19" y="4"/>
                    <a:pt x="19" y="4"/>
                    <a:pt x="19" y="4"/>
                  </a:cubicBezTo>
                  <a:cubicBezTo>
                    <a:pt x="19" y="2"/>
                    <a:pt x="18" y="0"/>
                    <a:pt x="16" y="0"/>
                  </a:cubicBezTo>
                  <a:cubicBezTo>
                    <a:pt x="3" y="0"/>
                    <a:pt x="3" y="0"/>
                    <a:pt x="3" y="0"/>
                  </a:cubicBezTo>
                  <a:cubicBezTo>
                    <a:pt x="2" y="0"/>
                    <a:pt x="0" y="2"/>
                    <a:pt x="0"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2" name="Freeform 86"/>
            <p:cNvSpPr>
              <a:spLocks noEditPoints="1"/>
            </p:cNvSpPr>
            <p:nvPr/>
          </p:nvSpPr>
          <p:spPr bwMode="auto">
            <a:xfrm>
              <a:off x="3852230" y="3853339"/>
              <a:ext cx="396875" cy="354013"/>
            </a:xfrm>
            <a:custGeom>
              <a:avLst/>
              <a:gdLst>
                <a:gd name="T0" fmla="*/ 65 w 133"/>
                <a:gd name="T1" fmla="*/ 0 h 119"/>
                <a:gd name="T2" fmla="*/ 65 w 133"/>
                <a:gd name="T3" fmla="*/ 0 h 119"/>
                <a:gd name="T4" fmla="*/ 66 w 133"/>
                <a:gd name="T5" fmla="*/ 0 h 119"/>
                <a:gd name="T6" fmla="*/ 68 w 133"/>
                <a:gd name="T7" fmla="*/ 0 h 119"/>
                <a:gd name="T8" fmla="*/ 68 w 133"/>
                <a:gd name="T9" fmla="*/ 0 h 119"/>
                <a:gd name="T10" fmla="*/ 99 w 133"/>
                <a:gd name="T11" fmla="*/ 82 h 119"/>
                <a:gd name="T12" fmla="*/ 82 w 133"/>
                <a:gd name="T13" fmla="*/ 119 h 119"/>
                <a:gd name="T14" fmla="*/ 66 w 133"/>
                <a:gd name="T15" fmla="*/ 119 h 119"/>
                <a:gd name="T16" fmla="*/ 64 w 133"/>
                <a:gd name="T17" fmla="*/ 119 h 119"/>
                <a:gd name="T18" fmla="*/ 49 w 133"/>
                <a:gd name="T19" fmla="*/ 119 h 119"/>
                <a:gd name="T20" fmla="*/ 33 w 133"/>
                <a:gd name="T21" fmla="*/ 82 h 119"/>
                <a:gd name="T22" fmla="*/ 65 w 133"/>
                <a:gd name="T23" fmla="*/ 0 h 119"/>
                <a:gd name="T24" fmla="*/ 34 w 133"/>
                <a:gd name="T25" fmla="*/ 60 h 119"/>
                <a:gd name="T26" fmla="*/ 52 w 133"/>
                <a:gd name="T27" fmla="*/ 13 h 119"/>
                <a:gd name="T28" fmla="*/ 34 w 133"/>
                <a:gd name="T29" fmla="*/ 60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33" h="119">
                  <a:moveTo>
                    <a:pt x="65" y="0"/>
                  </a:moveTo>
                  <a:cubicBezTo>
                    <a:pt x="65" y="0"/>
                    <a:pt x="65" y="0"/>
                    <a:pt x="65" y="0"/>
                  </a:cubicBezTo>
                  <a:cubicBezTo>
                    <a:pt x="65" y="0"/>
                    <a:pt x="66" y="0"/>
                    <a:pt x="66" y="0"/>
                  </a:cubicBezTo>
                  <a:cubicBezTo>
                    <a:pt x="67" y="0"/>
                    <a:pt x="65" y="0"/>
                    <a:pt x="68" y="0"/>
                  </a:cubicBezTo>
                  <a:cubicBezTo>
                    <a:pt x="68" y="0"/>
                    <a:pt x="68" y="0"/>
                    <a:pt x="68" y="0"/>
                  </a:cubicBezTo>
                  <a:cubicBezTo>
                    <a:pt x="133" y="2"/>
                    <a:pt x="117" y="67"/>
                    <a:pt x="99" y="82"/>
                  </a:cubicBezTo>
                  <a:cubicBezTo>
                    <a:pt x="81" y="99"/>
                    <a:pt x="82" y="119"/>
                    <a:pt x="82" y="119"/>
                  </a:cubicBezTo>
                  <a:cubicBezTo>
                    <a:pt x="66" y="119"/>
                    <a:pt x="66" y="119"/>
                    <a:pt x="66" y="119"/>
                  </a:cubicBezTo>
                  <a:cubicBezTo>
                    <a:pt x="64" y="119"/>
                    <a:pt x="64" y="119"/>
                    <a:pt x="64" y="119"/>
                  </a:cubicBezTo>
                  <a:cubicBezTo>
                    <a:pt x="49" y="119"/>
                    <a:pt x="49" y="119"/>
                    <a:pt x="49" y="119"/>
                  </a:cubicBezTo>
                  <a:cubicBezTo>
                    <a:pt x="49" y="119"/>
                    <a:pt x="51" y="99"/>
                    <a:pt x="33" y="82"/>
                  </a:cubicBezTo>
                  <a:cubicBezTo>
                    <a:pt x="15" y="67"/>
                    <a:pt x="0" y="2"/>
                    <a:pt x="65" y="0"/>
                  </a:cubicBezTo>
                  <a:close/>
                  <a:moveTo>
                    <a:pt x="34" y="60"/>
                  </a:moveTo>
                  <a:cubicBezTo>
                    <a:pt x="22" y="30"/>
                    <a:pt x="52" y="13"/>
                    <a:pt x="52" y="13"/>
                  </a:cubicBezTo>
                  <a:cubicBezTo>
                    <a:pt x="8" y="20"/>
                    <a:pt x="34" y="60"/>
                    <a:pt x="34" y="6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3" name="Freeform 87"/>
            <p:cNvSpPr>
              <a:spLocks noEditPoints="1"/>
            </p:cNvSpPr>
            <p:nvPr/>
          </p:nvSpPr>
          <p:spPr bwMode="auto">
            <a:xfrm>
              <a:off x="2972755" y="1868964"/>
              <a:ext cx="434975" cy="438150"/>
            </a:xfrm>
            <a:custGeom>
              <a:avLst/>
              <a:gdLst>
                <a:gd name="T0" fmla="*/ 53 w 146"/>
                <a:gd name="T1" fmla="*/ 71 h 147"/>
                <a:gd name="T2" fmla="*/ 56 w 146"/>
                <a:gd name="T3" fmla="*/ 63 h 147"/>
                <a:gd name="T4" fmla="*/ 56 w 146"/>
                <a:gd name="T5" fmla="*/ 28 h 147"/>
                <a:gd name="T6" fmla="*/ 52 w 146"/>
                <a:gd name="T7" fmla="*/ 24 h 147"/>
                <a:gd name="T8" fmla="*/ 52 w 146"/>
                <a:gd name="T9" fmla="*/ 24 h 147"/>
                <a:gd name="T10" fmla="*/ 52 w 146"/>
                <a:gd name="T11" fmla="*/ 9 h 147"/>
                <a:gd name="T12" fmla="*/ 52 w 146"/>
                <a:gd name="T13" fmla="*/ 9 h 147"/>
                <a:gd name="T14" fmla="*/ 52 w 146"/>
                <a:gd name="T15" fmla="*/ 8 h 147"/>
                <a:gd name="T16" fmla="*/ 73 w 146"/>
                <a:gd name="T17" fmla="*/ 0 h 147"/>
                <a:gd name="T18" fmla="*/ 94 w 146"/>
                <a:gd name="T19" fmla="*/ 8 h 147"/>
                <a:gd name="T20" fmla="*/ 94 w 146"/>
                <a:gd name="T21" fmla="*/ 9 h 147"/>
                <a:gd name="T22" fmla="*/ 95 w 146"/>
                <a:gd name="T23" fmla="*/ 9 h 147"/>
                <a:gd name="T24" fmla="*/ 95 w 146"/>
                <a:gd name="T25" fmla="*/ 24 h 147"/>
                <a:gd name="T26" fmla="*/ 94 w 146"/>
                <a:gd name="T27" fmla="*/ 24 h 147"/>
                <a:gd name="T28" fmla="*/ 88 w 146"/>
                <a:gd name="T29" fmla="*/ 28 h 147"/>
                <a:gd name="T30" fmla="*/ 88 w 146"/>
                <a:gd name="T31" fmla="*/ 63 h 147"/>
                <a:gd name="T32" fmla="*/ 93 w 146"/>
                <a:gd name="T33" fmla="*/ 71 h 147"/>
                <a:gd name="T34" fmla="*/ 126 w 146"/>
                <a:gd name="T35" fmla="*/ 135 h 147"/>
                <a:gd name="T36" fmla="*/ 73 w 146"/>
                <a:gd name="T37" fmla="*/ 147 h 147"/>
                <a:gd name="T38" fmla="*/ 20 w 146"/>
                <a:gd name="T39" fmla="*/ 135 h 147"/>
                <a:gd name="T40" fmla="*/ 53 w 146"/>
                <a:gd name="T41" fmla="*/ 71 h 147"/>
                <a:gd name="T42" fmla="*/ 54 w 146"/>
                <a:gd name="T43" fmla="*/ 136 h 147"/>
                <a:gd name="T44" fmla="*/ 30 w 146"/>
                <a:gd name="T45" fmla="*/ 119 h 147"/>
                <a:gd name="T46" fmla="*/ 50 w 146"/>
                <a:gd name="T47" fmla="*/ 85 h 147"/>
                <a:gd name="T48" fmla="*/ 23 w 146"/>
                <a:gd name="T49" fmla="*/ 121 h 147"/>
                <a:gd name="T50" fmla="*/ 54 w 146"/>
                <a:gd name="T51" fmla="*/ 136 h 1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6" h="147">
                  <a:moveTo>
                    <a:pt x="53" y="71"/>
                  </a:moveTo>
                  <a:cubicBezTo>
                    <a:pt x="53" y="71"/>
                    <a:pt x="56" y="69"/>
                    <a:pt x="56" y="63"/>
                  </a:cubicBezTo>
                  <a:cubicBezTo>
                    <a:pt x="56" y="57"/>
                    <a:pt x="56" y="35"/>
                    <a:pt x="56" y="28"/>
                  </a:cubicBezTo>
                  <a:cubicBezTo>
                    <a:pt x="54" y="27"/>
                    <a:pt x="53" y="25"/>
                    <a:pt x="52" y="24"/>
                  </a:cubicBezTo>
                  <a:cubicBezTo>
                    <a:pt x="52" y="24"/>
                    <a:pt x="52" y="24"/>
                    <a:pt x="52" y="24"/>
                  </a:cubicBezTo>
                  <a:cubicBezTo>
                    <a:pt x="52" y="9"/>
                    <a:pt x="52" y="9"/>
                    <a:pt x="52" y="9"/>
                  </a:cubicBezTo>
                  <a:cubicBezTo>
                    <a:pt x="52" y="9"/>
                    <a:pt x="52" y="9"/>
                    <a:pt x="52" y="9"/>
                  </a:cubicBezTo>
                  <a:cubicBezTo>
                    <a:pt x="52" y="8"/>
                    <a:pt x="52" y="8"/>
                    <a:pt x="52" y="8"/>
                  </a:cubicBezTo>
                  <a:cubicBezTo>
                    <a:pt x="52" y="4"/>
                    <a:pt x="62" y="0"/>
                    <a:pt x="73" y="0"/>
                  </a:cubicBezTo>
                  <a:cubicBezTo>
                    <a:pt x="85" y="0"/>
                    <a:pt x="94" y="4"/>
                    <a:pt x="94" y="8"/>
                  </a:cubicBezTo>
                  <a:cubicBezTo>
                    <a:pt x="94" y="8"/>
                    <a:pt x="94" y="8"/>
                    <a:pt x="94" y="9"/>
                  </a:cubicBezTo>
                  <a:cubicBezTo>
                    <a:pt x="95" y="9"/>
                    <a:pt x="95" y="9"/>
                    <a:pt x="95" y="9"/>
                  </a:cubicBezTo>
                  <a:cubicBezTo>
                    <a:pt x="95" y="24"/>
                    <a:pt x="95" y="24"/>
                    <a:pt x="95" y="24"/>
                  </a:cubicBezTo>
                  <a:cubicBezTo>
                    <a:pt x="94" y="24"/>
                    <a:pt x="94" y="24"/>
                    <a:pt x="94" y="24"/>
                  </a:cubicBezTo>
                  <a:cubicBezTo>
                    <a:pt x="94" y="26"/>
                    <a:pt x="92" y="27"/>
                    <a:pt x="88" y="28"/>
                  </a:cubicBezTo>
                  <a:cubicBezTo>
                    <a:pt x="88" y="36"/>
                    <a:pt x="88" y="57"/>
                    <a:pt x="88" y="63"/>
                  </a:cubicBezTo>
                  <a:cubicBezTo>
                    <a:pt x="88" y="69"/>
                    <a:pt x="93" y="71"/>
                    <a:pt x="93" y="71"/>
                  </a:cubicBezTo>
                  <a:cubicBezTo>
                    <a:pt x="100" y="76"/>
                    <a:pt x="146" y="121"/>
                    <a:pt x="126" y="135"/>
                  </a:cubicBezTo>
                  <a:cubicBezTo>
                    <a:pt x="108" y="147"/>
                    <a:pt x="79" y="147"/>
                    <a:pt x="73" y="147"/>
                  </a:cubicBezTo>
                  <a:cubicBezTo>
                    <a:pt x="67" y="147"/>
                    <a:pt x="37" y="147"/>
                    <a:pt x="20" y="135"/>
                  </a:cubicBezTo>
                  <a:cubicBezTo>
                    <a:pt x="0" y="121"/>
                    <a:pt x="45" y="76"/>
                    <a:pt x="53" y="71"/>
                  </a:cubicBezTo>
                  <a:close/>
                  <a:moveTo>
                    <a:pt x="54" y="136"/>
                  </a:moveTo>
                  <a:cubicBezTo>
                    <a:pt x="54" y="136"/>
                    <a:pt x="31" y="131"/>
                    <a:pt x="30" y="119"/>
                  </a:cubicBezTo>
                  <a:cubicBezTo>
                    <a:pt x="29" y="108"/>
                    <a:pt x="50" y="85"/>
                    <a:pt x="50" y="85"/>
                  </a:cubicBezTo>
                  <a:cubicBezTo>
                    <a:pt x="50" y="85"/>
                    <a:pt x="23" y="106"/>
                    <a:pt x="23" y="121"/>
                  </a:cubicBezTo>
                  <a:cubicBezTo>
                    <a:pt x="23" y="136"/>
                    <a:pt x="54" y="136"/>
                    <a:pt x="54" y="13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4" name="Freeform 88"/>
            <p:cNvSpPr>
              <a:spLocks noEditPoints="1"/>
            </p:cNvSpPr>
            <p:nvPr/>
          </p:nvSpPr>
          <p:spPr bwMode="auto">
            <a:xfrm>
              <a:off x="2009142" y="3762852"/>
              <a:ext cx="431800" cy="441325"/>
            </a:xfrm>
            <a:custGeom>
              <a:avLst/>
              <a:gdLst>
                <a:gd name="T0" fmla="*/ 52 w 145"/>
                <a:gd name="T1" fmla="*/ 71 h 148"/>
                <a:gd name="T2" fmla="*/ 55 w 145"/>
                <a:gd name="T3" fmla="*/ 63 h 148"/>
                <a:gd name="T4" fmla="*/ 55 w 145"/>
                <a:gd name="T5" fmla="*/ 28 h 148"/>
                <a:gd name="T6" fmla="*/ 52 w 145"/>
                <a:gd name="T7" fmla="*/ 24 h 148"/>
                <a:gd name="T8" fmla="*/ 51 w 145"/>
                <a:gd name="T9" fmla="*/ 24 h 148"/>
                <a:gd name="T10" fmla="*/ 51 w 145"/>
                <a:gd name="T11" fmla="*/ 9 h 148"/>
                <a:gd name="T12" fmla="*/ 52 w 145"/>
                <a:gd name="T13" fmla="*/ 9 h 148"/>
                <a:gd name="T14" fmla="*/ 52 w 145"/>
                <a:gd name="T15" fmla="*/ 8 h 148"/>
                <a:gd name="T16" fmla="*/ 73 w 145"/>
                <a:gd name="T17" fmla="*/ 0 h 148"/>
                <a:gd name="T18" fmla="*/ 94 w 145"/>
                <a:gd name="T19" fmla="*/ 8 h 148"/>
                <a:gd name="T20" fmla="*/ 94 w 145"/>
                <a:gd name="T21" fmla="*/ 9 h 148"/>
                <a:gd name="T22" fmla="*/ 94 w 145"/>
                <a:gd name="T23" fmla="*/ 9 h 148"/>
                <a:gd name="T24" fmla="*/ 94 w 145"/>
                <a:gd name="T25" fmla="*/ 24 h 148"/>
                <a:gd name="T26" fmla="*/ 94 w 145"/>
                <a:gd name="T27" fmla="*/ 24 h 148"/>
                <a:gd name="T28" fmla="*/ 88 w 145"/>
                <a:gd name="T29" fmla="*/ 29 h 148"/>
                <a:gd name="T30" fmla="*/ 88 w 145"/>
                <a:gd name="T31" fmla="*/ 63 h 148"/>
                <a:gd name="T32" fmla="*/ 92 w 145"/>
                <a:gd name="T33" fmla="*/ 71 h 148"/>
                <a:gd name="T34" fmla="*/ 126 w 145"/>
                <a:gd name="T35" fmla="*/ 135 h 148"/>
                <a:gd name="T36" fmla="*/ 72 w 145"/>
                <a:gd name="T37" fmla="*/ 147 h 148"/>
                <a:gd name="T38" fmla="*/ 19 w 145"/>
                <a:gd name="T39" fmla="*/ 135 h 148"/>
                <a:gd name="T40" fmla="*/ 52 w 145"/>
                <a:gd name="T41" fmla="*/ 71 h 148"/>
                <a:gd name="T42" fmla="*/ 53 w 145"/>
                <a:gd name="T43" fmla="*/ 136 h 148"/>
                <a:gd name="T44" fmla="*/ 30 w 145"/>
                <a:gd name="T45" fmla="*/ 120 h 148"/>
                <a:gd name="T46" fmla="*/ 50 w 145"/>
                <a:gd name="T47" fmla="*/ 85 h 148"/>
                <a:gd name="T48" fmla="*/ 23 w 145"/>
                <a:gd name="T49" fmla="*/ 121 h 148"/>
                <a:gd name="T50" fmla="*/ 53 w 145"/>
                <a:gd name="T51" fmla="*/ 136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5" h="148">
                  <a:moveTo>
                    <a:pt x="52" y="71"/>
                  </a:moveTo>
                  <a:cubicBezTo>
                    <a:pt x="52" y="71"/>
                    <a:pt x="55" y="70"/>
                    <a:pt x="55" y="63"/>
                  </a:cubicBezTo>
                  <a:cubicBezTo>
                    <a:pt x="55" y="57"/>
                    <a:pt x="55" y="36"/>
                    <a:pt x="55" y="28"/>
                  </a:cubicBezTo>
                  <a:cubicBezTo>
                    <a:pt x="53" y="27"/>
                    <a:pt x="52" y="26"/>
                    <a:pt x="52" y="24"/>
                  </a:cubicBezTo>
                  <a:cubicBezTo>
                    <a:pt x="51" y="24"/>
                    <a:pt x="51" y="24"/>
                    <a:pt x="51" y="24"/>
                  </a:cubicBezTo>
                  <a:cubicBezTo>
                    <a:pt x="51" y="9"/>
                    <a:pt x="51" y="9"/>
                    <a:pt x="51" y="9"/>
                  </a:cubicBezTo>
                  <a:cubicBezTo>
                    <a:pt x="52" y="9"/>
                    <a:pt x="52" y="9"/>
                    <a:pt x="52" y="9"/>
                  </a:cubicBezTo>
                  <a:cubicBezTo>
                    <a:pt x="52" y="9"/>
                    <a:pt x="52" y="8"/>
                    <a:pt x="52" y="8"/>
                  </a:cubicBezTo>
                  <a:cubicBezTo>
                    <a:pt x="52" y="4"/>
                    <a:pt x="61" y="0"/>
                    <a:pt x="73" y="0"/>
                  </a:cubicBezTo>
                  <a:cubicBezTo>
                    <a:pt x="84" y="0"/>
                    <a:pt x="94" y="4"/>
                    <a:pt x="94" y="8"/>
                  </a:cubicBezTo>
                  <a:cubicBezTo>
                    <a:pt x="94" y="8"/>
                    <a:pt x="94" y="9"/>
                    <a:pt x="94" y="9"/>
                  </a:cubicBezTo>
                  <a:cubicBezTo>
                    <a:pt x="94" y="9"/>
                    <a:pt x="94" y="9"/>
                    <a:pt x="94" y="9"/>
                  </a:cubicBezTo>
                  <a:cubicBezTo>
                    <a:pt x="94" y="24"/>
                    <a:pt x="94" y="24"/>
                    <a:pt x="94" y="24"/>
                  </a:cubicBezTo>
                  <a:cubicBezTo>
                    <a:pt x="94" y="24"/>
                    <a:pt x="94" y="24"/>
                    <a:pt x="94" y="24"/>
                  </a:cubicBezTo>
                  <a:cubicBezTo>
                    <a:pt x="93" y="26"/>
                    <a:pt x="92" y="27"/>
                    <a:pt x="88" y="29"/>
                  </a:cubicBezTo>
                  <a:cubicBezTo>
                    <a:pt x="88" y="36"/>
                    <a:pt x="88" y="57"/>
                    <a:pt x="88" y="63"/>
                  </a:cubicBezTo>
                  <a:cubicBezTo>
                    <a:pt x="88" y="70"/>
                    <a:pt x="92" y="71"/>
                    <a:pt x="92" y="71"/>
                  </a:cubicBezTo>
                  <a:cubicBezTo>
                    <a:pt x="100" y="76"/>
                    <a:pt x="145" y="121"/>
                    <a:pt x="126" y="135"/>
                  </a:cubicBezTo>
                  <a:cubicBezTo>
                    <a:pt x="108" y="148"/>
                    <a:pt x="78" y="147"/>
                    <a:pt x="72" y="147"/>
                  </a:cubicBezTo>
                  <a:cubicBezTo>
                    <a:pt x="66" y="147"/>
                    <a:pt x="37" y="148"/>
                    <a:pt x="19" y="135"/>
                  </a:cubicBezTo>
                  <a:cubicBezTo>
                    <a:pt x="0" y="121"/>
                    <a:pt x="44" y="76"/>
                    <a:pt x="52" y="71"/>
                  </a:cubicBezTo>
                  <a:close/>
                  <a:moveTo>
                    <a:pt x="53" y="136"/>
                  </a:moveTo>
                  <a:cubicBezTo>
                    <a:pt x="53" y="136"/>
                    <a:pt x="31" y="131"/>
                    <a:pt x="30" y="120"/>
                  </a:cubicBezTo>
                  <a:cubicBezTo>
                    <a:pt x="29" y="108"/>
                    <a:pt x="50" y="85"/>
                    <a:pt x="50" y="85"/>
                  </a:cubicBezTo>
                  <a:cubicBezTo>
                    <a:pt x="50" y="85"/>
                    <a:pt x="22" y="107"/>
                    <a:pt x="23" y="121"/>
                  </a:cubicBezTo>
                  <a:cubicBezTo>
                    <a:pt x="23" y="136"/>
                    <a:pt x="53" y="136"/>
                    <a:pt x="53" y="13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125" name="组合 124"/>
          <p:cNvGrpSpPr/>
          <p:nvPr/>
        </p:nvGrpSpPr>
        <p:grpSpPr>
          <a:xfrm>
            <a:off x="2066146" y="2251393"/>
            <a:ext cx="2582863" cy="2897188"/>
            <a:chOff x="1138560" y="2251393"/>
            <a:chExt cx="2582863" cy="2897188"/>
          </a:xfrm>
        </p:grpSpPr>
        <p:sp>
          <p:nvSpPr>
            <p:cNvPr id="126" name="Freeform 89"/>
            <p:cNvSpPr/>
            <p:nvPr/>
          </p:nvSpPr>
          <p:spPr bwMode="auto">
            <a:xfrm>
              <a:off x="1138560" y="2251393"/>
              <a:ext cx="2582863" cy="2897188"/>
            </a:xfrm>
            <a:custGeom>
              <a:avLst/>
              <a:gdLst>
                <a:gd name="T0" fmla="*/ 537 w 866"/>
                <a:gd name="T1" fmla="*/ 959 h 971"/>
                <a:gd name="T2" fmla="*/ 630 w 866"/>
                <a:gd name="T3" fmla="*/ 825 h 971"/>
                <a:gd name="T4" fmla="*/ 760 w 866"/>
                <a:gd name="T5" fmla="*/ 821 h 971"/>
                <a:gd name="T6" fmla="*/ 775 w 866"/>
                <a:gd name="T7" fmla="*/ 748 h 971"/>
                <a:gd name="T8" fmla="*/ 799 w 866"/>
                <a:gd name="T9" fmla="*/ 720 h 971"/>
                <a:gd name="T10" fmla="*/ 784 w 866"/>
                <a:gd name="T11" fmla="*/ 700 h 971"/>
                <a:gd name="T12" fmla="*/ 811 w 866"/>
                <a:gd name="T13" fmla="*/ 682 h 971"/>
                <a:gd name="T14" fmla="*/ 827 w 866"/>
                <a:gd name="T15" fmla="*/ 652 h 971"/>
                <a:gd name="T16" fmla="*/ 845 w 866"/>
                <a:gd name="T17" fmla="*/ 602 h 971"/>
                <a:gd name="T18" fmla="*/ 779 w 866"/>
                <a:gd name="T19" fmla="*/ 458 h 971"/>
                <a:gd name="T20" fmla="*/ 664 w 866"/>
                <a:gd name="T21" fmla="*/ 113 h 971"/>
                <a:gd name="T22" fmla="*/ 62 w 866"/>
                <a:gd name="T23" fmla="*/ 292 h 971"/>
                <a:gd name="T24" fmla="*/ 197 w 866"/>
                <a:gd name="T25" fmla="*/ 712 h 971"/>
                <a:gd name="T26" fmla="*/ 191 w 866"/>
                <a:gd name="T27" fmla="*/ 971 h 971"/>
                <a:gd name="T28" fmla="*/ 537 w 866"/>
                <a:gd name="T29" fmla="*/ 971 h 971"/>
                <a:gd name="T30" fmla="*/ 537 w 866"/>
                <a:gd name="T31" fmla="*/ 959 h 9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866" h="971">
                  <a:moveTo>
                    <a:pt x="537" y="959"/>
                  </a:moveTo>
                  <a:cubicBezTo>
                    <a:pt x="537" y="959"/>
                    <a:pt x="532" y="821"/>
                    <a:pt x="630" y="825"/>
                  </a:cubicBezTo>
                  <a:cubicBezTo>
                    <a:pt x="727" y="829"/>
                    <a:pt x="736" y="858"/>
                    <a:pt x="760" y="821"/>
                  </a:cubicBezTo>
                  <a:cubicBezTo>
                    <a:pt x="783" y="784"/>
                    <a:pt x="759" y="764"/>
                    <a:pt x="775" y="748"/>
                  </a:cubicBezTo>
                  <a:cubicBezTo>
                    <a:pt x="775" y="748"/>
                    <a:pt x="799" y="736"/>
                    <a:pt x="799" y="720"/>
                  </a:cubicBezTo>
                  <a:cubicBezTo>
                    <a:pt x="800" y="704"/>
                    <a:pt x="784" y="700"/>
                    <a:pt x="784" y="700"/>
                  </a:cubicBezTo>
                  <a:cubicBezTo>
                    <a:pt x="784" y="700"/>
                    <a:pt x="810" y="699"/>
                    <a:pt x="811" y="682"/>
                  </a:cubicBezTo>
                  <a:cubicBezTo>
                    <a:pt x="812" y="665"/>
                    <a:pt x="800" y="664"/>
                    <a:pt x="827" y="652"/>
                  </a:cubicBezTo>
                  <a:cubicBezTo>
                    <a:pt x="854" y="641"/>
                    <a:pt x="862" y="630"/>
                    <a:pt x="845" y="602"/>
                  </a:cubicBezTo>
                  <a:cubicBezTo>
                    <a:pt x="829" y="573"/>
                    <a:pt x="772" y="493"/>
                    <a:pt x="779" y="458"/>
                  </a:cubicBezTo>
                  <a:cubicBezTo>
                    <a:pt x="785" y="424"/>
                    <a:pt x="866" y="226"/>
                    <a:pt x="664" y="113"/>
                  </a:cubicBezTo>
                  <a:cubicBezTo>
                    <a:pt x="461" y="0"/>
                    <a:pt x="125" y="49"/>
                    <a:pt x="62" y="292"/>
                  </a:cubicBezTo>
                  <a:cubicBezTo>
                    <a:pt x="0" y="536"/>
                    <a:pt x="197" y="712"/>
                    <a:pt x="197" y="712"/>
                  </a:cubicBezTo>
                  <a:cubicBezTo>
                    <a:pt x="197" y="712"/>
                    <a:pt x="278" y="866"/>
                    <a:pt x="191" y="971"/>
                  </a:cubicBezTo>
                  <a:cubicBezTo>
                    <a:pt x="537" y="971"/>
                    <a:pt x="537" y="971"/>
                    <a:pt x="537" y="971"/>
                  </a:cubicBezTo>
                  <a:lnTo>
                    <a:pt x="537" y="959"/>
                  </a:lnTo>
                  <a:close/>
                </a:path>
              </a:pathLst>
            </a:custGeom>
            <a:solidFill>
              <a:srgbClr val="37B0E8"/>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ln w="6350">
                  <a:noFill/>
                </a:ln>
                <a:gradFill flip="none" rotWithShape="1">
                  <a:gsLst>
                    <a:gs pos="73000">
                      <a:srgbClr val="00C373"/>
                    </a:gs>
                    <a:gs pos="88000">
                      <a:srgbClr val="08ECDB"/>
                    </a:gs>
                    <a:gs pos="29000">
                      <a:srgbClr val="00C373"/>
                    </a:gs>
                    <a:gs pos="72000">
                      <a:srgbClr val="08ECDB"/>
                    </a:gs>
                  </a:gsLst>
                  <a:lin ang="1200000" scaled="0"/>
                  <a:tileRect/>
                </a:gradFill>
                <a:effectLst>
                  <a:innerShdw blurRad="63500" dist="50800" dir="16200000">
                    <a:prstClr val="black">
                      <a:alpha val="50000"/>
                    </a:prstClr>
                  </a:innerShdw>
                </a:effectLst>
                <a:latin typeface="Impact" pitchFamily="34" charset="0"/>
                <a:ea typeface="微软雅黑" pitchFamily="34" charset="-122"/>
              </a:endParaRPr>
            </a:p>
          </p:txBody>
        </p:sp>
        <p:grpSp>
          <p:nvGrpSpPr>
            <p:cNvPr id="127" name="组合 126"/>
            <p:cNvGrpSpPr/>
            <p:nvPr/>
          </p:nvGrpSpPr>
          <p:grpSpPr>
            <a:xfrm>
              <a:off x="1399390" y="2514790"/>
              <a:ext cx="1856778" cy="1626658"/>
              <a:chOff x="1879447" y="2218086"/>
              <a:chExt cx="1856778" cy="1626658"/>
            </a:xfrm>
          </p:grpSpPr>
          <p:sp>
            <p:nvSpPr>
              <p:cNvPr id="128" name="Freeform 90"/>
              <p:cNvSpPr/>
              <p:nvPr/>
            </p:nvSpPr>
            <p:spPr bwMode="auto">
              <a:xfrm>
                <a:off x="2525080" y="2397602"/>
                <a:ext cx="719138" cy="523875"/>
              </a:xfrm>
              <a:custGeom>
                <a:avLst/>
                <a:gdLst>
                  <a:gd name="T0" fmla="*/ 149 w 241"/>
                  <a:gd name="T1" fmla="*/ 150 h 176"/>
                  <a:gd name="T2" fmla="*/ 84 w 241"/>
                  <a:gd name="T3" fmla="*/ 163 h 176"/>
                  <a:gd name="T4" fmla="*/ 43 w 241"/>
                  <a:gd name="T5" fmla="*/ 148 h 176"/>
                  <a:gd name="T6" fmla="*/ 1 w 241"/>
                  <a:gd name="T7" fmla="*/ 71 h 176"/>
                  <a:gd name="T8" fmla="*/ 60 w 241"/>
                  <a:gd name="T9" fmla="*/ 8 h 176"/>
                  <a:gd name="T10" fmla="*/ 124 w 241"/>
                  <a:gd name="T11" fmla="*/ 39 h 176"/>
                  <a:gd name="T12" fmla="*/ 132 w 241"/>
                  <a:gd name="T13" fmla="*/ 43 h 176"/>
                  <a:gd name="T14" fmla="*/ 140 w 241"/>
                  <a:gd name="T15" fmla="*/ 40 h 176"/>
                  <a:gd name="T16" fmla="*/ 198 w 241"/>
                  <a:gd name="T17" fmla="*/ 32 h 176"/>
                  <a:gd name="T18" fmla="*/ 241 w 241"/>
                  <a:gd name="T19" fmla="*/ 76 h 176"/>
                  <a:gd name="T20" fmla="*/ 236 w 241"/>
                  <a:gd name="T21" fmla="*/ 80 h 176"/>
                  <a:gd name="T22" fmla="*/ 186 w 241"/>
                  <a:gd name="T23" fmla="*/ 176 h 176"/>
                  <a:gd name="T24" fmla="*/ 149 w 241"/>
                  <a:gd name="T25" fmla="*/ 150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41" h="176">
                    <a:moveTo>
                      <a:pt x="149" y="150"/>
                    </a:moveTo>
                    <a:cubicBezTo>
                      <a:pt x="118" y="144"/>
                      <a:pt x="95" y="156"/>
                      <a:pt x="84" y="163"/>
                    </a:cubicBezTo>
                    <a:cubicBezTo>
                      <a:pt x="76" y="158"/>
                      <a:pt x="62" y="151"/>
                      <a:pt x="43" y="148"/>
                    </a:cubicBezTo>
                    <a:cubicBezTo>
                      <a:pt x="43" y="126"/>
                      <a:pt x="33" y="88"/>
                      <a:pt x="1" y="71"/>
                    </a:cubicBezTo>
                    <a:cubicBezTo>
                      <a:pt x="0" y="54"/>
                      <a:pt x="13" y="15"/>
                      <a:pt x="60" y="8"/>
                    </a:cubicBezTo>
                    <a:cubicBezTo>
                      <a:pt x="103" y="0"/>
                      <a:pt x="124" y="37"/>
                      <a:pt x="124" y="39"/>
                    </a:cubicBezTo>
                    <a:cubicBezTo>
                      <a:pt x="126" y="41"/>
                      <a:pt x="129" y="43"/>
                      <a:pt x="132" y="43"/>
                    </a:cubicBezTo>
                    <a:cubicBezTo>
                      <a:pt x="135" y="44"/>
                      <a:pt x="138" y="42"/>
                      <a:pt x="140" y="40"/>
                    </a:cubicBezTo>
                    <a:cubicBezTo>
                      <a:pt x="140" y="39"/>
                      <a:pt x="155" y="21"/>
                      <a:pt x="198" y="32"/>
                    </a:cubicBezTo>
                    <a:cubicBezTo>
                      <a:pt x="233" y="40"/>
                      <a:pt x="240" y="66"/>
                      <a:pt x="241" y="76"/>
                    </a:cubicBezTo>
                    <a:cubicBezTo>
                      <a:pt x="239" y="77"/>
                      <a:pt x="238" y="79"/>
                      <a:pt x="236" y="80"/>
                    </a:cubicBezTo>
                    <a:cubicBezTo>
                      <a:pt x="200" y="106"/>
                      <a:pt x="189" y="147"/>
                      <a:pt x="186" y="176"/>
                    </a:cubicBezTo>
                    <a:cubicBezTo>
                      <a:pt x="179" y="164"/>
                      <a:pt x="167" y="153"/>
                      <a:pt x="149" y="150"/>
                    </a:cubicBezTo>
                    <a:close/>
                  </a:path>
                </a:pathLst>
              </a:custGeom>
              <a:solidFill>
                <a:srgbClr val="62768C"/>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9" name="Freeform 91"/>
              <p:cNvSpPr/>
              <p:nvPr/>
            </p:nvSpPr>
            <p:spPr bwMode="auto">
              <a:xfrm>
                <a:off x="1879447" y="2218086"/>
                <a:ext cx="1856778" cy="1626658"/>
              </a:xfrm>
              <a:custGeom>
                <a:avLst/>
                <a:gdLst>
                  <a:gd name="T0" fmla="*/ 48 w 656"/>
                  <a:gd name="T1" fmla="*/ 205 h 588"/>
                  <a:gd name="T2" fmla="*/ 204 w 656"/>
                  <a:gd name="T3" fmla="*/ 82 h 588"/>
                  <a:gd name="T4" fmla="*/ 531 w 656"/>
                  <a:gd name="T5" fmla="*/ 119 h 588"/>
                  <a:gd name="T6" fmla="*/ 486 w 656"/>
                  <a:gd name="T7" fmla="*/ 359 h 588"/>
                  <a:gd name="T8" fmla="*/ 466 w 656"/>
                  <a:gd name="T9" fmla="*/ 195 h 588"/>
                  <a:gd name="T10" fmla="*/ 555 w 656"/>
                  <a:gd name="T11" fmla="*/ 247 h 588"/>
                  <a:gd name="T12" fmla="*/ 497 w 656"/>
                  <a:gd name="T13" fmla="*/ 268 h 588"/>
                  <a:gd name="T14" fmla="*/ 490 w 656"/>
                  <a:gd name="T15" fmla="*/ 285 h 588"/>
                  <a:gd name="T16" fmla="*/ 573 w 656"/>
                  <a:gd name="T17" fmla="*/ 254 h 588"/>
                  <a:gd name="T18" fmla="*/ 478 w 656"/>
                  <a:gd name="T19" fmla="*/ 168 h 588"/>
                  <a:gd name="T20" fmla="*/ 353 w 656"/>
                  <a:gd name="T21" fmla="*/ 120 h 588"/>
                  <a:gd name="T22" fmla="*/ 217 w 656"/>
                  <a:gd name="T23" fmla="*/ 124 h 588"/>
                  <a:gd name="T24" fmla="*/ 101 w 656"/>
                  <a:gd name="T25" fmla="*/ 191 h 588"/>
                  <a:gd name="T26" fmla="*/ 59 w 656"/>
                  <a:gd name="T27" fmla="*/ 339 h 588"/>
                  <a:gd name="T28" fmla="*/ 169 w 656"/>
                  <a:gd name="T29" fmla="*/ 374 h 588"/>
                  <a:gd name="T30" fmla="*/ 347 w 656"/>
                  <a:gd name="T31" fmla="*/ 402 h 588"/>
                  <a:gd name="T32" fmla="*/ 382 w 656"/>
                  <a:gd name="T33" fmla="*/ 374 h 588"/>
                  <a:gd name="T34" fmla="*/ 365 w 656"/>
                  <a:gd name="T35" fmla="*/ 366 h 588"/>
                  <a:gd name="T36" fmla="*/ 295 w 656"/>
                  <a:gd name="T37" fmla="*/ 358 h 588"/>
                  <a:gd name="T38" fmla="*/ 99 w 656"/>
                  <a:gd name="T39" fmla="*/ 366 h 588"/>
                  <a:gd name="T40" fmla="*/ 97 w 656"/>
                  <a:gd name="T41" fmla="*/ 279 h 588"/>
                  <a:gd name="T42" fmla="*/ 114 w 656"/>
                  <a:gd name="T43" fmla="*/ 203 h 588"/>
                  <a:gd name="T44" fmla="*/ 244 w 656"/>
                  <a:gd name="T45" fmla="*/ 247 h 588"/>
                  <a:gd name="T46" fmla="*/ 172 w 656"/>
                  <a:gd name="T47" fmla="*/ 302 h 588"/>
                  <a:gd name="T48" fmla="*/ 298 w 656"/>
                  <a:gd name="T49" fmla="*/ 281 h 588"/>
                  <a:gd name="T50" fmla="*/ 364 w 656"/>
                  <a:gd name="T51" fmla="*/ 268 h 588"/>
                  <a:gd name="T52" fmla="*/ 408 w 656"/>
                  <a:gd name="T53" fmla="*/ 319 h 588"/>
                  <a:gd name="T54" fmla="*/ 477 w 656"/>
                  <a:gd name="T55" fmla="*/ 404 h 588"/>
                  <a:gd name="T56" fmla="*/ 343 w 656"/>
                  <a:gd name="T57" fmla="*/ 491 h 588"/>
                  <a:gd name="T58" fmla="*/ 211 w 656"/>
                  <a:gd name="T59" fmla="*/ 441 h 588"/>
                  <a:gd name="T60" fmla="*/ 232 w 656"/>
                  <a:gd name="T61" fmla="*/ 415 h 588"/>
                  <a:gd name="T62" fmla="*/ 194 w 656"/>
                  <a:gd name="T63" fmla="*/ 435 h 588"/>
                  <a:gd name="T64" fmla="*/ 205 w 656"/>
                  <a:gd name="T65" fmla="*/ 491 h 588"/>
                  <a:gd name="T66" fmla="*/ 336 w 656"/>
                  <a:gd name="T67" fmla="*/ 513 h 588"/>
                  <a:gd name="T68" fmla="*/ 143 w 656"/>
                  <a:gd name="T69" fmla="*/ 543 h 588"/>
                  <a:gd name="T70" fmla="*/ 3 w 656"/>
                  <a:gd name="T71" fmla="*/ 310 h 588"/>
                  <a:gd name="connsiteX0" fmla="*/ 3 w 9486"/>
                  <a:gd name="connsiteY0" fmla="*/ 4594 h 9273"/>
                  <a:gd name="connsiteX1" fmla="*/ 689 w 9486"/>
                  <a:gd name="connsiteY1" fmla="*/ 2808 h 9273"/>
                  <a:gd name="connsiteX2" fmla="*/ 1268 w 9486"/>
                  <a:gd name="connsiteY2" fmla="*/ 1516 h 9273"/>
                  <a:gd name="connsiteX3" fmla="*/ 3067 w 9486"/>
                  <a:gd name="connsiteY3" fmla="*/ 717 h 9273"/>
                  <a:gd name="connsiteX4" fmla="*/ 5689 w 9486"/>
                  <a:gd name="connsiteY4" fmla="*/ 393 h 9273"/>
                  <a:gd name="connsiteX5" fmla="*/ 8052 w 9486"/>
                  <a:gd name="connsiteY5" fmla="*/ 1346 h 9273"/>
                  <a:gd name="connsiteX6" fmla="*/ 9195 w 9486"/>
                  <a:gd name="connsiteY6" fmla="*/ 4322 h 9273"/>
                  <a:gd name="connsiteX7" fmla="*/ 7366 w 9486"/>
                  <a:gd name="connsiteY7" fmla="*/ 5427 h 9273"/>
                  <a:gd name="connsiteX8" fmla="*/ 6405 w 9486"/>
                  <a:gd name="connsiteY8" fmla="*/ 4492 h 9273"/>
                  <a:gd name="connsiteX9" fmla="*/ 7061 w 9486"/>
                  <a:gd name="connsiteY9" fmla="*/ 2638 h 9273"/>
                  <a:gd name="connsiteX10" fmla="*/ 8234 w 9486"/>
                  <a:gd name="connsiteY10" fmla="*/ 2604 h 9273"/>
                  <a:gd name="connsiteX11" fmla="*/ 8417 w 9486"/>
                  <a:gd name="connsiteY11" fmla="*/ 3523 h 9273"/>
                  <a:gd name="connsiteX12" fmla="*/ 8128 w 9486"/>
                  <a:gd name="connsiteY12" fmla="*/ 3897 h 9273"/>
                  <a:gd name="connsiteX13" fmla="*/ 7533 w 9486"/>
                  <a:gd name="connsiteY13" fmla="*/ 3880 h 9273"/>
                  <a:gd name="connsiteX14" fmla="*/ 7350 w 9486"/>
                  <a:gd name="connsiteY14" fmla="*/ 3965 h 9273"/>
                  <a:gd name="connsiteX15" fmla="*/ 7427 w 9486"/>
                  <a:gd name="connsiteY15" fmla="*/ 4169 h 9273"/>
                  <a:gd name="connsiteX16" fmla="*/ 8219 w 9486"/>
                  <a:gd name="connsiteY16" fmla="*/ 4186 h 9273"/>
                  <a:gd name="connsiteX17" fmla="*/ 8692 w 9486"/>
                  <a:gd name="connsiteY17" fmla="*/ 3642 h 9273"/>
                  <a:gd name="connsiteX18" fmla="*/ 8402 w 9486"/>
                  <a:gd name="connsiteY18" fmla="*/ 2349 h 9273"/>
                  <a:gd name="connsiteX19" fmla="*/ 7244 w 9486"/>
                  <a:gd name="connsiteY19" fmla="*/ 2179 h 9273"/>
                  <a:gd name="connsiteX20" fmla="*/ 6375 w 9486"/>
                  <a:gd name="connsiteY20" fmla="*/ 1261 h 9273"/>
                  <a:gd name="connsiteX21" fmla="*/ 5338 w 9486"/>
                  <a:gd name="connsiteY21" fmla="*/ 1363 h 9273"/>
                  <a:gd name="connsiteX22" fmla="*/ 4164 w 9486"/>
                  <a:gd name="connsiteY22" fmla="*/ 836 h 9273"/>
                  <a:gd name="connsiteX23" fmla="*/ 3265 w 9486"/>
                  <a:gd name="connsiteY23" fmla="*/ 1431 h 9273"/>
                  <a:gd name="connsiteX24" fmla="*/ 3036 w 9486"/>
                  <a:gd name="connsiteY24" fmla="*/ 2111 h 9273"/>
                  <a:gd name="connsiteX25" fmla="*/ 1497 w 9486"/>
                  <a:gd name="connsiteY25" fmla="*/ 2570 h 9273"/>
                  <a:gd name="connsiteX26" fmla="*/ 1192 w 9486"/>
                  <a:gd name="connsiteY26" fmla="*/ 3897 h 9273"/>
                  <a:gd name="connsiteX27" fmla="*/ 856 w 9486"/>
                  <a:gd name="connsiteY27" fmla="*/ 5087 h 9273"/>
                  <a:gd name="connsiteX28" fmla="*/ 1344 w 9486"/>
                  <a:gd name="connsiteY28" fmla="*/ 5836 h 9273"/>
                  <a:gd name="connsiteX29" fmla="*/ 2533 w 9486"/>
                  <a:gd name="connsiteY29" fmla="*/ 5683 h 9273"/>
                  <a:gd name="connsiteX30" fmla="*/ 4286 w 9486"/>
                  <a:gd name="connsiteY30" fmla="*/ 5649 h 9273"/>
                  <a:gd name="connsiteX31" fmla="*/ 5247 w 9486"/>
                  <a:gd name="connsiteY31" fmla="*/ 6159 h 9273"/>
                  <a:gd name="connsiteX32" fmla="*/ 5323 w 9486"/>
                  <a:gd name="connsiteY32" fmla="*/ 6159 h 9273"/>
                  <a:gd name="connsiteX33" fmla="*/ 5780 w 9486"/>
                  <a:gd name="connsiteY33" fmla="*/ 5683 h 9273"/>
                  <a:gd name="connsiteX34" fmla="*/ 5704 w 9486"/>
                  <a:gd name="connsiteY34" fmla="*/ 5478 h 9273"/>
                  <a:gd name="connsiteX35" fmla="*/ 5521 w 9486"/>
                  <a:gd name="connsiteY35" fmla="*/ 5546 h 9273"/>
                  <a:gd name="connsiteX36" fmla="*/ 5262 w 9486"/>
                  <a:gd name="connsiteY36" fmla="*/ 5853 h 9273"/>
                  <a:gd name="connsiteX37" fmla="*/ 4454 w 9486"/>
                  <a:gd name="connsiteY37" fmla="*/ 5410 h 9273"/>
                  <a:gd name="connsiteX38" fmla="*/ 2381 w 9486"/>
                  <a:gd name="connsiteY38" fmla="*/ 5427 h 9273"/>
                  <a:gd name="connsiteX39" fmla="*/ 1466 w 9486"/>
                  <a:gd name="connsiteY39" fmla="*/ 5546 h 9273"/>
                  <a:gd name="connsiteX40" fmla="*/ 1146 w 9486"/>
                  <a:gd name="connsiteY40" fmla="*/ 5036 h 9273"/>
                  <a:gd name="connsiteX41" fmla="*/ 1436 w 9486"/>
                  <a:gd name="connsiteY41" fmla="*/ 4067 h 9273"/>
                  <a:gd name="connsiteX42" fmla="*/ 1481 w 9486"/>
                  <a:gd name="connsiteY42" fmla="*/ 3897 h 9273"/>
                  <a:gd name="connsiteX43" fmla="*/ 1695 w 9486"/>
                  <a:gd name="connsiteY43" fmla="*/ 2774 h 9273"/>
                  <a:gd name="connsiteX44" fmla="*/ 2975 w 9486"/>
                  <a:gd name="connsiteY44" fmla="*/ 2417 h 9273"/>
                  <a:gd name="connsiteX45" fmla="*/ 3677 w 9486"/>
                  <a:gd name="connsiteY45" fmla="*/ 3523 h 9273"/>
                  <a:gd name="connsiteX46" fmla="*/ 2564 w 9486"/>
                  <a:gd name="connsiteY46" fmla="*/ 4237 h 9273"/>
                  <a:gd name="connsiteX47" fmla="*/ 2579 w 9486"/>
                  <a:gd name="connsiteY47" fmla="*/ 4458 h 9273"/>
                  <a:gd name="connsiteX48" fmla="*/ 2777 w 9486"/>
                  <a:gd name="connsiteY48" fmla="*/ 4424 h 9273"/>
                  <a:gd name="connsiteX49" fmla="*/ 4500 w 9486"/>
                  <a:gd name="connsiteY49" fmla="*/ 4101 h 9273"/>
                  <a:gd name="connsiteX50" fmla="*/ 4683 w 9486"/>
                  <a:gd name="connsiteY50" fmla="*/ 4101 h 9273"/>
                  <a:gd name="connsiteX51" fmla="*/ 5506 w 9486"/>
                  <a:gd name="connsiteY51" fmla="*/ 3880 h 9273"/>
                  <a:gd name="connsiteX52" fmla="*/ 6055 w 9486"/>
                  <a:gd name="connsiteY52" fmla="*/ 4611 h 9273"/>
                  <a:gd name="connsiteX53" fmla="*/ 6177 w 9486"/>
                  <a:gd name="connsiteY53" fmla="*/ 4747 h 9273"/>
                  <a:gd name="connsiteX54" fmla="*/ 7183 w 9486"/>
                  <a:gd name="connsiteY54" fmla="*/ 6057 h 9273"/>
                  <a:gd name="connsiteX55" fmla="*/ 7021 w 9486"/>
                  <a:gd name="connsiteY55" fmla="*/ 6777 h 9273"/>
                  <a:gd name="connsiteX56" fmla="*/ 5201 w 9486"/>
                  <a:gd name="connsiteY56" fmla="*/ 7621 h 9273"/>
                  <a:gd name="connsiteX57" fmla="*/ 5186 w 9486"/>
                  <a:gd name="connsiteY57" fmla="*/ 7672 h 9273"/>
                  <a:gd name="connsiteX58" fmla="*/ 3311 w 9486"/>
                  <a:gd name="connsiteY58" fmla="*/ 7468 h 9273"/>
                  <a:gd name="connsiteX59" fmla="*/ 3173 w 9486"/>
                  <a:gd name="connsiteY59" fmla="*/ 6822 h 9273"/>
                  <a:gd name="connsiteX60" fmla="*/ 3402 w 9486"/>
                  <a:gd name="connsiteY60" fmla="*/ 6567 h 9273"/>
                  <a:gd name="connsiteX61" fmla="*/ 3494 w 9486"/>
                  <a:gd name="connsiteY61" fmla="*/ 6380 h 9273"/>
                  <a:gd name="connsiteX62" fmla="*/ 3311 w 9486"/>
                  <a:gd name="connsiteY62" fmla="*/ 6278 h 9273"/>
                  <a:gd name="connsiteX63" fmla="*/ 2914 w 9486"/>
                  <a:gd name="connsiteY63" fmla="*/ 6720 h 9273"/>
                  <a:gd name="connsiteX64" fmla="*/ 3082 w 9486"/>
                  <a:gd name="connsiteY64" fmla="*/ 7655 h 9273"/>
                  <a:gd name="connsiteX65" fmla="*/ 3082 w 9486"/>
                  <a:gd name="connsiteY65" fmla="*/ 7672 h 9273"/>
                  <a:gd name="connsiteX66" fmla="*/ 4439 w 9486"/>
                  <a:gd name="connsiteY66" fmla="*/ 8183 h 9273"/>
                  <a:gd name="connsiteX67" fmla="*/ 5079 w 9486"/>
                  <a:gd name="connsiteY67" fmla="*/ 8046 h 9273"/>
                  <a:gd name="connsiteX68" fmla="*/ 3219 w 9486"/>
                  <a:gd name="connsiteY68" fmla="*/ 9271 h 9273"/>
                  <a:gd name="connsiteX69" fmla="*/ 2137 w 9486"/>
                  <a:gd name="connsiteY69" fmla="*/ 8557 h 9273"/>
                  <a:gd name="connsiteX70" fmla="*/ 1161 w 9486"/>
                  <a:gd name="connsiteY70" fmla="*/ 6618 h 9273"/>
                  <a:gd name="connsiteX71" fmla="*/ 3 w 9486"/>
                  <a:gd name="connsiteY71" fmla="*/ 4594 h 9273"/>
                  <a:gd name="connsiteX0-1" fmla="*/ 3 w 10000"/>
                  <a:gd name="connsiteY0-2" fmla="*/ 4954 h 10000"/>
                  <a:gd name="connsiteX1-3" fmla="*/ 726 w 10000"/>
                  <a:gd name="connsiteY1-4" fmla="*/ 3028 h 10000"/>
                  <a:gd name="connsiteX2-5" fmla="*/ 1337 w 10000"/>
                  <a:gd name="connsiteY2-6" fmla="*/ 1635 h 10000"/>
                  <a:gd name="connsiteX3-7" fmla="*/ 3233 w 10000"/>
                  <a:gd name="connsiteY3-8" fmla="*/ 773 h 10000"/>
                  <a:gd name="connsiteX4-9" fmla="*/ 5997 w 10000"/>
                  <a:gd name="connsiteY4-10" fmla="*/ 424 h 10000"/>
                  <a:gd name="connsiteX5-11" fmla="*/ 8488 w 10000"/>
                  <a:gd name="connsiteY5-12" fmla="*/ 1452 h 10000"/>
                  <a:gd name="connsiteX6-13" fmla="*/ 9693 w 10000"/>
                  <a:gd name="connsiteY6-14" fmla="*/ 4661 h 10000"/>
                  <a:gd name="connsiteX7-15" fmla="*/ 7765 w 10000"/>
                  <a:gd name="connsiteY7-16" fmla="*/ 5852 h 10000"/>
                  <a:gd name="connsiteX8-17" fmla="*/ 6752 w 10000"/>
                  <a:gd name="connsiteY8-18" fmla="*/ 4844 h 10000"/>
                  <a:gd name="connsiteX9-19" fmla="*/ 7444 w 10000"/>
                  <a:gd name="connsiteY9-20" fmla="*/ 2845 h 10000"/>
                  <a:gd name="connsiteX10-21" fmla="*/ 8680 w 10000"/>
                  <a:gd name="connsiteY10-22" fmla="*/ 2808 h 10000"/>
                  <a:gd name="connsiteX11-23" fmla="*/ 8873 w 10000"/>
                  <a:gd name="connsiteY11-24" fmla="*/ 3799 h 10000"/>
                  <a:gd name="connsiteX12-25" fmla="*/ 8568 w 10000"/>
                  <a:gd name="connsiteY12-26" fmla="*/ 4203 h 10000"/>
                  <a:gd name="connsiteX13-27" fmla="*/ 7941 w 10000"/>
                  <a:gd name="connsiteY13-28" fmla="*/ 4184 h 10000"/>
                  <a:gd name="connsiteX14-29" fmla="*/ 7748 w 10000"/>
                  <a:gd name="connsiteY14-30" fmla="*/ 4276 h 10000"/>
                  <a:gd name="connsiteX15-31" fmla="*/ 7829 w 10000"/>
                  <a:gd name="connsiteY15-32" fmla="*/ 4496 h 10000"/>
                  <a:gd name="connsiteX16-33" fmla="*/ 8664 w 10000"/>
                  <a:gd name="connsiteY16-34" fmla="*/ 4514 h 10000"/>
                  <a:gd name="connsiteX17-35" fmla="*/ 9163 w 10000"/>
                  <a:gd name="connsiteY17-36" fmla="*/ 3928 h 10000"/>
                  <a:gd name="connsiteX18-37" fmla="*/ 8857 w 10000"/>
                  <a:gd name="connsiteY18-38" fmla="*/ 2533 h 10000"/>
                  <a:gd name="connsiteX19-39" fmla="*/ 7637 w 10000"/>
                  <a:gd name="connsiteY19-40" fmla="*/ 2350 h 10000"/>
                  <a:gd name="connsiteX20-41" fmla="*/ 6720 w 10000"/>
                  <a:gd name="connsiteY20-42" fmla="*/ 1360 h 10000"/>
                  <a:gd name="connsiteX21-43" fmla="*/ 5627 w 10000"/>
                  <a:gd name="connsiteY21-44" fmla="*/ 1470 h 10000"/>
                  <a:gd name="connsiteX22-45" fmla="*/ 4390 w 10000"/>
                  <a:gd name="connsiteY22-46" fmla="*/ 902 h 10000"/>
                  <a:gd name="connsiteX23-47" fmla="*/ 3442 w 10000"/>
                  <a:gd name="connsiteY23-48" fmla="*/ 1543 h 10000"/>
                  <a:gd name="connsiteX24-49" fmla="*/ 3201 w 10000"/>
                  <a:gd name="connsiteY24-50" fmla="*/ 2277 h 10000"/>
                  <a:gd name="connsiteX25-51" fmla="*/ 1578 w 10000"/>
                  <a:gd name="connsiteY25-52" fmla="*/ 2771 h 10000"/>
                  <a:gd name="connsiteX26-53" fmla="*/ 1257 w 10000"/>
                  <a:gd name="connsiteY26-54" fmla="*/ 4203 h 10000"/>
                  <a:gd name="connsiteX27-55" fmla="*/ 902 w 10000"/>
                  <a:gd name="connsiteY27-56" fmla="*/ 5486 h 10000"/>
                  <a:gd name="connsiteX28-57" fmla="*/ 1417 w 10000"/>
                  <a:gd name="connsiteY28-58" fmla="*/ 6294 h 10000"/>
                  <a:gd name="connsiteX29-59" fmla="*/ 2670 w 10000"/>
                  <a:gd name="connsiteY29-60" fmla="*/ 6129 h 10000"/>
                  <a:gd name="connsiteX30-61" fmla="*/ 4518 w 10000"/>
                  <a:gd name="connsiteY30-62" fmla="*/ 6092 h 10000"/>
                  <a:gd name="connsiteX31-63" fmla="*/ 5531 w 10000"/>
                  <a:gd name="connsiteY31-64" fmla="*/ 6642 h 10000"/>
                  <a:gd name="connsiteX32-65" fmla="*/ 5611 w 10000"/>
                  <a:gd name="connsiteY32-66" fmla="*/ 6642 h 10000"/>
                  <a:gd name="connsiteX33-67" fmla="*/ 6093 w 10000"/>
                  <a:gd name="connsiteY33-68" fmla="*/ 6129 h 10000"/>
                  <a:gd name="connsiteX34-69" fmla="*/ 6013 w 10000"/>
                  <a:gd name="connsiteY34-70" fmla="*/ 5907 h 10000"/>
                  <a:gd name="connsiteX35-71" fmla="*/ 5820 w 10000"/>
                  <a:gd name="connsiteY35-72" fmla="*/ 5981 h 10000"/>
                  <a:gd name="connsiteX36-73" fmla="*/ 5547 w 10000"/>
                  <a:gd name="connsiteY36-74" fmla="*/ 6312 h 10000"/>
                  <a:gd name="connsiteX37-75" fmla="*/ 4695 w 10000"/>
                  <a:gd name="connsiteY37-76" fmla="*/ 5834 h 10000"/>
                  <a:gd name="connsiteX38-77" fmla="*/ 2510 w 10000"/>
                  <a:gd name="connsiteY38-78" fmla="*/ 5852 h 10000"/>
                  <a:gd name="connsiteX39-79" fmla="*/ 1545 w 10000"/>
                  <a:gd name="connsiteY39-80" fmla="*/ 5981 h 10000"/>
                  <a:gd name="connsiteX40-81" fmla="*/ 1208 w 10000"/>
                  <a:gd name="connsiteY40-82" fmla="*/ 5431 h 10000"/>
                  <a:gd name="connsiteX41-83" fmla="*/ 1514 w 10000"/>
                  <a:gd name="connsiteY41-84" fmla="*/ 4386 h 10000"/>
                  <a:gd name="connsiteX42-85" fmla="*/ 1561 w 10000"/>
                  <a:gd name="connsiteY42-86" fmla="*/ 4203 h 10000"/>
                  <a:gd name="connsiteX43-87" fmla="*/ 1787 w 10000"/>
                  <a:gd name="connsiteY43-88" fmla="*/ 2991 h 10000"/>
                  <a:gd name="connsiteX44-89" fmla="*/ 3136 w 10000"/>
                  <a:gd name="connsiteY44-90" fmla="*/ 2606 h 10000"/>
                  <a:gd name="connsiteX45-91" fmla="*/ 3876 w 10000"/>
                  <a:gd name="connsiteY45-92" fmla="*/ 3799 h 10000"/>
                  <a:gd name="connsiteX46-93" fmla="*/ 2703 w 10000"/>
                  <a:gd name="connsiteY46-94" fmla="*/ 4569 h 10000"/>
                  <a:gd name="connsiteX47-95" fmla="*/ 2719 w 10000"/>
                  <a:gd name="connsiteY47-96" fmla="*/ 4808 h 10000"/>
                  <a:gd name="connsiteX48-97" fmla="*/ 2927 w 10000"/>
                  <a:gd name="connsiteY48-98" fmla="*/ 4771 h 10000"/>
                  <a:gd name="connsiteX49-99" fmla="*/ 4744 w 10000"/>
                  <a:gd name="connsiteY49-100" fmla="*/ 4423 h 10000"/>
                  <a:gd name="connsiteX50-101" fmla="*/ 4937 w 10000"/>
                  <a:gd name="connsiteY50-102" fmla="*/ 4423 h 10000"/>
                  <a:gd name="connsiteX51-103" fmla="*/ 5804 w 10000"/>
                  <a:gd name="connsiteY51-104" fmla="*/ 4184 h 10000"/>
                  <a:gd name="connsiteX52-105" fmla="*/ 6383 w 10000"/>
                  <a:gd name="connsiteY52-106" fmla="*/ 4973 h 10000"/>
                  <a:gd name="connsiteX53-107" fmla="*/ 6512 w 10000"/>
                  <a:gd name="connsiteY53-108" fmla="*/ 5119 h 10000"/>
                  <a:gd name="connsiteX54-109" fmla="*/ 7572 w 10000"/>
                  <a:gd name="connsiteY54-110" fmla="*/ 6532 h 10000"/>
                  <a:gd name="connsiteX55-111" fmla="*/ 7401 w 10000"/>
                  <a:gd name="connsiteY55-112" fmla="*/ 7308 h 10000"/>
                  <a:gd name="connsiteX56-113" fmla="*/ 5483 w 10000"/>
                  <a:gd name="connsiteY56-114" fmla="*/ 8218 h 10000"/>
                  <a:gd name="connsiteX57-115" fmla="*/ 5467 w 10000"/>
                  <a:gd name="connsiteY57-116" fmla="*/ 8273 h 10000"/>
                  <a:gd name="connsiteX58-117" fmla="*/ 3490 w 10000"/>
                  <a:gd name="connsiteY58-118" fmla="*/ 8053 h 10000"/>
                  <a:gd name="connsiteX59-119" fmla="*/ 3345 w 10000"/>
                  <a:gd name="connsiteY59-120" fmla="*/ 7357 h 10000"/>
                  <a:gd name="connsiteX60-121" fmla="*/ 3586 w 10000"/>
                  <a:gd name="connsiteY60-122" fmla="*/ 7082 h 10000"/>
                  <a:gd name="connsiteX61-123" fmla="*/ 3683 w 10000"/>
                  <a:gd name="connsiteY61-124" fmla="*/ 6880 h 10000"/>
                  <a:gd name="connsiteX62-125" fmla="*/ 3490 w 10000"/>
                  <a:gd name="connsiteY62-126" fmla="*/ 6770 h 10000"/>
                  <a:gd name="connsiteX63-127" fmla="*/ 3072 w 10000"/>
                  <a:gd name="connsiteY63-128" fmla="*/ 7247 h 10000"/>
                  <a:gd name="connsiteX64-129" fmla="*/ 3249 w 10000"/>
                  <a:gd name="connsiteY64-130" fmla="*/ 8255 h 10000"/>
                  <a:gd name="connsiteX65-131" fmla="*/ 3249 w 10000"/>
                  <a:gd name="connsiteY65-132" fmla="*/ 8273 h 10000"/>
                  <a:gd name="connsiteX66-133" fmla="*/ 4680 w 10000"/>
                  <a:gd name="connsiteY66-134" fmla="*/ 8825 h 10000"/>
                  <a:gd name="connsiteX67-135" fmla="*/ 5354 w 10000"/>
                  <a:gd name="connsiteY67-136" fmla="*/ 8677 h 10000"/>
                  <a:gd name="connsiteX68-137" fmla="*/ 3393 w 10000"/>
                  <a:gd name="connsiteY68-138" fmla="*/ 9998 h 10000"/>
                  <a:gd name="connsiteX69-139" fmla="*/ 2253 w 10000"/>
                  <a:gd name="connsiteY69-140" fmla="*/ 9228 h 10000"/>
                  <a:gd name="connsiteX70-141" fmla="*/ 1224 w 10000"/>
                  <a:gd name="connsiteY70-142" fmla="*/ 7137 h 10000"/>
                  <a:gd name="connsiteX71-143" fmla="*/ 3 w 10000"/>
                  <a:gd name="connsiteY71-144" fmla="*/ 4954 h 10000"/>
                  <a:gd name="connsiteX0-145" fmla="*/ 3 w 10000"/>
                  <a:gd name="connsiteY0-146" fmla="*/ 4954 h 10000"/>
                  <a:gd name="connsiteX1-147" fmla="*/ 726 w 10000"/>
                  <a:gd name="connsiteY1-148" fmla="*/ 3028 h 10000"/>
                  <a:gd name="connsiteX2-149" fmla="*/ 1337 w 10000"/>
                  <a:gd name="connsiteY2-150" fmla="*/ 1635 h 10000"/>
                  <a:gd name="connsiteX3-151" fmla="*/ 3233 w 10000"/>
                  <a:gd name="connsiteY3-152" fmla="*/ 773 h 10000"/>
                  <a:gd name="connsiteX4-153" fmla="*/ 5997 w 10000"/>
                  <a:gd name="connsiteY4-154" fmla="*/ 424 h 10000"/>
                  <a:gd name="connsiteX5-155" fmla="*/ 8488 w 10000"/>
                  <a:gd name="connsiteY5-156" fmla="*/ 1452 h 10000"/>
                  <a:gd name="connsiteX6-157" fmla="*/ 9693 w 10000"/>
                  <a:gd name="connsiteY6-158" fmla="*/ 4661 h 10000"/>
                  <a:gd name="connsiteX7-159" fmla="*/ 7765 w 10000"/>
                  <a:gd name="connsiteY7-160" fmla="*/ 5852 h 10000"/>
                  <a:gd name="connsiteX8-161" fmla="*/ 6752 w 10000"/>
                  <a:gd name="connsiteY8-162" fmla="*/ 4844 h 10000"/>
                  <a:gd name="connsiteX9-163" fmla="*/ 7444 w 10000"/>
                  <a:gd name="connsiteY9-164" fmla="*/ 2845 h 10000"/>
                  <a:gd name="connsiteX10-165" fmla="*/ 8680 w 10000"/>
                  <a:gd name="connsiteY10-166" fmla="*/ 2808 h 10000"/>
                  <a:gd name="connsiteX11-167" fmla="*/ 8873 w 10000"/>
                  <a:gd name="connsiteY11-168" fmla="*/ 3799 h 10000"/>
                  <a:gd name="connsiteX12-169" fmla="*/ 8568 w 10000"/>
                  <a:gd name="connsiteY12-170" fmla="*/ 4203 h 10000"/>
                  <a:gd name="connsiteX13-171" fmla="*/ 7941 w 10000"/>
                  <a:gd name="connsiteY13-172" fmla="*/ 4184 h 10000"/>
                  <a:gd name="connsiteX14-173" fmla="*/ 7748 w 10000"/>
                  <a:gd name="connsiteY14-174" fmla="*/ 4276 h 10000"/>
                  <a:gd name="connsiteX15-175" fmla="*/ 7829 w 10000"/>
                  <a:gd name="connsiteY15-176" fmla="*/ 4496 h 10000"/>
                  <a:gd name="connsiteX16-177" fmla="*/ 8664 w 10000"/>
                  <a:gd name="connsiteY16-178" fmla="*/ 4514 h 10000"/>
                  <a:gd name="connsiteX17-179" fmla="*/ 9163 w 10000"/>
                  <a:gd name="connsiteY17-180" fmla="*/ 3928 h 10000"/>
                  <a:gd name="connsiteX18-181" fmla="*/ 8857 w 10000"/>
                  <a:gd name="connsiteY18-182" fmla="*/ 2533 h 10000"/>
                  <a:gd name="connsiteX19-183" fmla="*/ 7637 w 10000"/>
                  <a:gd name="connsiteY19-184" fmla="*/ 2350 h 10000"/>
                  <a:gd name="connsiteX20-185" fmla="*/ 6720 w 10000"/>
                  <a:gd name="connsiteY20-186" fmla="*/ 1360 h 10000"/>
                  <a:gd name="connsiteX21-187" fmla="*/ 5627 w 10000"/>
                  <a:gd name="connsiteY21-188" fmla="*/ 1470 h 10000"/>
                  <a:gd name="connsiteX22-189" fmla="*/ 4390 w 10000"/>
                  <a:gd name="connsiteY22-190" fmla="*/ 902 h 10000"/>
                  <a:gd name="connsiteX23-191" fmla="*/ 3442 w 10000"/>
                  <a:gd name="connsiteY23-192" fmla="*/ 1543 h 10000"/>
                  <a:gd name="connsiteX24-193" fmla="*/ 3201 w 10000"/>
                  <a:gd name="connsiteY24-194" fmla="*/ 2277 h 10000"/>
                  <a:gd name="connsiteX25-195" fmla="*/ 1578 w 10000"/>
                  <a:gd name="connsiteY25-196" fmla="*/ 2771 h 10000"/>
                  <a:gd name="connsiteX26-197" fmla="*/ 1257 w 10000"/>
                  <a:gd name="connsiteY26-198" fmla="*/ 4203 h 10000"/>
                  <a:gd name="connsiteX27-199" fmla="*/ 902 w 10000"/>
                  <a:gd name="connsiteY27-200" fmla="*/ 5486 h 10000"/>
                  <a:gd name="connsiteX28-201" fmla="*/ 1417 w 10000"/>
                  <a:gd name="connsiteY28-202" fmla="*/ 6294 h 10000"/>
                  <a:gd name="connsiteX29-203" fmla="*/ 2670 w 10000"/>
                  <a:gd name="connsiteY29-204" fmla="*/ 6129 h 10000"/>
                  <a:gd name="connsiteX30-205" fmla="*/ 4518 w 10000"/>
                  <a:gd name="connsiteY30-206" fmla="*/ 6092 h 10000"/>
                  <a:gd name="connsiteX31-207" fmla="*/ 5531 w 10000"/>
                  <a:gd name="connsiteY31-208" fmla="*/ 6642 h 10000"/>
                  <a:gd name="connsiteX32-209" fmla="*/ 5611 w 10000"/>
                  <a:gd name="connsiteY32-210" fmla="*/ 6642 h 10000"/>
                  <a:gd name="connsiteX33-211" fmla="*/ 6093 w 10000"/>
                  <a:gd name="connsiteY33-212" fmla="*/ 6129 h 10000"/>
                  <a:gd name="connsiteX34-213" fmla="*/ 6013 w 10000"/>
                  <a:gd name="connsiteY34-214" fmla="*/ 5907 h 10000"/>
                  <a:gd name="connsiteX35-215" fmla="*/ 5820 w 10000"/>
                  <a:gd name="connsiteY35-216" fmla="*/ 5981 h 10000"/>
                  <a:gd name="connsiteX36-217" fmla="*/ 5547 w 10000"/>
                  <a:gd name="connsiteY36-218" fmla="*/ 6312 h 10000"/>
                  <a:gd name="connsiteX37-219" fmla="*/ 4695 w 10000"/>
                  <a:gd name="connsiteY37-220" fmla="*/ 5834 h 10000"/>
                  <a:gd name="connsiteX38-221" fmla="*/ 2510 w 10000"/>
                  <a:gd name="connsiteY38-222" fmla="*/ 5852 h 10000"/>
                  <a:gd name="connsiteX39-223" fmla="*/ 1545 w 10000"/>
                  <a:gd name="connsiteY39-224" fmla="*/ 5981 h 10000"/>
                  <a:gd name="connsiteX40-225" fmla="*/ 1208 w 10000"/>
                  <a:gd name="connsiteY40-226" fmla="*/ 5431 h 10000"/>
                  <a:gd name="connsiteX41-227" fmla="*/ 1514 w 10000"/>
                  <a:gd name="connsiteY41-228" fmla="*/ 4386 h 10000"/>
                  <a:gd name="connsiteX42-229" fmla="*/ 1561 w 10000"/>
                  <a:gd name="connsiteY42-230" fmla="*/ 4203 h 10000"/>
                  <a:gd name="connsiteX43-231" fmla="*/ 1787 w 10000"/>
                  <a:gd name="connsiteY43-232" fmla="*/ 2991 h 10000"/>
                  <a:gd name="connsiteX44-233" fmla="*/ 3136 w 10000"/>
                  <a:gd name="connsiteY44-234" fmla="*/ 2606 h 10000"/>
                  <a:gd name="connsiteX45-235" fmla="*/ 3876 w 10000"/>
                  <a:gd name="connsiteY45-236" fmla="*/ 3799 h 10000"/>
                  <a:gd name="connsiteX46-237" fmla="*/ 2703 w 10000"/>
                  <a:gd name="connsiteY46-238" fmla="*/ 4569 h 10000"/>
                  <a:gd name="connsiteX47-239" fmla="*/ 2719 w 10000"/>
                  <a:gd name="connsiteY47-240" fmla="*/ 4808 h 10000"/>
                  <a:gd name="connsiteX48-241" fmla="*/ 2927 w 10000"/>
                  <a:gd name="connsiteY48-242" fmla="*/ 4771 h 10000"/>
                  <a:gd name="connsiteX49-243" fmla="*/ 4744 w 10000"/>
                  <a:gd name="connsiteY49-244" fmla="*/ 4423 h 10000"/>
                  <a:gd name="connsiteX50-245" fmla="*/ 4937 w 10000"/>
                  <a:gd name="connsiteY50-246" fmla="*/ 4423 h 10000"/>
                  <a:gd name="connsiteX51-247" fmla="*/ 5804 w 10000"/>
                  <a:gd name="connsiteY51-248" fmla="*/ 4184 h 10000"/>
                  <a:gd name="connsiteX52-249" fmla="*/ 6383 w 10000"/>
                  <a:gd name="connsiteY52-250" fmla="*/ 4973 h 10000"/>
                  <a:gd name="connsiteX53-251" fmla="*/ 6512 w 10000"/>
                  <a:gd name="connsiteY53-252" fmla="*/ 5119 h 10000"/>
                  <a:gd name="connsiteX54-253" fmla="*/ 7572 w 10000"/>
                  <a:gd name="connsiteY54-254" fmla="*/ 6532 h 10000"/>
                  <a:gd name="connsiteX55-255" fmla="*/ 7401 w 10000"/>
                  <a:gd name="connsiteY55-256" fmla="*/ 7308 h 10000"/>
                  <a:gd name="connsiteX56-257" fmla="*/ 5483 w 10000"/>
                  <a:gd name="connsiteY56-258" fmla="*/ 8218 h 10000"/>
                  <a:gd name="connsiteX57-259" fmla="*/ 5467 w 10000"/>
                  <a:gd name="connsiteY57-260" fmla="*/ 8273 h 10000"/>
                  <a:gd name="connsiteX58-261" fmla="*/ 3490 w 10000"/>
                  <a:gd name="connsiteY58-262" fmla="*/ 8053 h 10000"/>
                  <a:gd name="connsiteX59-263" fmla="*/ 3345 w 10000"/>
                  <a:gd name="connsiteY59-264" fmla="*/ 7357 h 10000"/>
                  <a:gd name="connsiteX60-265" fmla="*/ 3586 w 10000"/>
                  <a:gd name="connsiteY60-266" fmla="*/ 7082 h 10000"/>
                  <a:gd name="connsiteX61-267" fmla="*/ 3683 w 10000"/>
                  <a:gd name="connsiteY61-268" fmla="*/ 6880 h 10000"/>
                  <a:gd name="connsiteX62-269" fmla="*/ 3490 w 10000"/>
                  <a:gd name="connsiteY62-270" fmla="*/ 6770 h 10000"/>
                  <a:gd name="connsiteX63-271" fmla="*/ 3072 w 10000"/>
                  <a:gd name="connsiteY63-272" fmla="*/ 7247 h 10000"/>
                  <a:gd name="connsiteX64-273" fmla="*/ 3249 w 10000"/>
                  <a:gd name="connsiteY64-274" fmla="*/ 8255 h 10000"/>
                  <a:gd name="connsiteX65-275" fmla="*/ 3249 w 10000"/>
                  <a:gd name="connsiteY65-276" fmla="*/ 8273 h 10000"/>
                  <a:gd name="connsiteX66-277" fmla="*/ 4680 w 10000"/>
                  <a:gd name="connsiteY66-278" fmla="*/ 8825 h 10000"/>
                  <a:gd name="connsiteX67-279" fmla="*/ 5354 w 10000"/>
                  <a:gd name="connsiteY67-280" fmla="*/ 8677 h 10000"/>
                  <a:gd name="connsiteX68-281" fmla="*/ 3393 w 10000"/>
                  <a:gd name="connsiteY68-282" fmla="*/ 9998 h 10000"/>
                  <a:gd name="connsiteX69-283" fmla="*/ 2253 w 10000"/>
                  <a:gd name="connsiteY69-284" fmla="*/ 9228 h 10000"/>
                  <a:gd name="connsiteX70-285" fmla="*/ 1224 w 10000"/>
                  <a:gd name="connsiteY70-286" fmla="*/ 7137 h 10000"/>
                  <a:gd name="connsiteX71-287" fmla="*/ 3 w 10000"/>
                  <a:gd name="connsiteY71-288" fmla="*/ 4954 h 10000"/>
                  <a:gd name="connsiteX0-289" fmla="*/ 3 w 10000"/>
                  <a:gd name="connsiteY0-290" fmla="*/ 4954 h 10000"/>
                  <a:gd name="connsiteX1-291" fmla="*/ 726 w 10000"/>
                  <a:gd name="connsiteY1-292" fmla="*/ 3028 h 10000"/>
                  <a:gd name="connsiteX2-293" fmla="*/ 1337 w 10000"/>
                  <a:gd name="connsiteY2-294" fmla="*/ 1635 h 10000"/>
                  <a:gd name="connsiteX3-295" fmla="*/ 3233 w 10000"/>
                  <a:gd name="connsiteY3-296" fmla="*/ 773 h 10000"/>
                  <a:gd name="connsiteX4-297" fmla="*/ 5997 w 10000"/>
                  <a:gd name="connsiteY4-298" fmla="*/ 424 h 10000"/>
                  <a:gd name="connsiteX5-299" fmla="*/ 8488 w 10000"/>
                  <a:gd name="connsiteY5-300" fmla="*/ 1452 h 10000"/>
                  <a:gd name="connsiteX6-301" fmla="*/ 9693 w 10000"/>
                  <a:gd name="connsiteY6-302" fmla="*/ 4661 h 10000"/>
                  <a:gd name="connsiteX7-303" fmla="*/ 7765 w 10000"/>
                  <a:gd name="connsiteY7-304" fmla="*/ 5852 h 10000"/>
                  <a:gd name="connsiteX8-305" fmla="*/ 6752 w 10000"/>
                  <a:gd name="connsiteY8-306" fmla="*/ 4844 h 10000"/>
                  <a:gd name="connsiteX9-307" fmla="*/ 7444 w 10000"/>
                  <a:gd name="connsiteY9-308" fmla="*/ 2845 h 10000"/>
                  <a:gd name="connsiteX10-309" fmla="*/ 8680 w 10000"/>
                  <a:gd name="connsiteY10-310" fmla="*/ 2808 h 10000"/>
                  <a:gd name="connsiteX11-311" fmla="*/ 8873 w 10000"/>
                  <a:gd name="connsiteY11-312" fmla="*/ 3799 h 10000"/>
                  <a:gd name="connsiteX12-313" fmla="*/ 8568 w 10000"/>
                  <a:gd name="connsiteY12-314" fmla="*/ 4203 h 10000"/>
                  <a:gd name="connsiteX13-315" fmla="*/ 7941 w 10000"/>
                  <a:gd name="connsiteY13-316" fmla="*/ 4184 h 10000"/>
                  <a:gd name="connsiteX14-317" fmla="*/ 7748 w 10000"/>
                  <a:gd name="connsiteY14-318" fmla="*/ 4276 h 10000"/>
                  <a:gd name="connsiteX15-319" fmla="*/ 7829 w 10000"/>
                  <a:gd name="connsiteY15-320" fmla="*/ 4496 h 10000"/>
                  <a:gd name="connsiteX16-321" fmla="*/ 8664 w 10000"/>
                  <a:gd name="connsiteY16-322" fmla="*/ 4514 h 10000"/>
                  <a:gd name="connsiteX17-323" fmla="*/ 9163 w 10000"/>
                  <a:gd name="connsiteY17-324" fmla="*/ 3928 h 10000"/>
                  <a:gd name="connsiteX18-325" fmla="*/ 8857 w 10000"/>
                  <a:gd name="connsiteY18-326" fmla="*/ 2533 h 10000"/>
                  <a:gd name="connsiteX19-327" fmla="*/ 7637 w 10000"/>
                  <a:gd name="connsiteY19-328" fmla="*/ 2350 h 10000"/>
                  <a:gd name="connsiteX20-329" fmla="*/ 6720 w 10000"/>
                  <a:gd name="connsiteY20-330" fmla="*/ 1360 h 10000"/>
                  <a:gd name="connsiteX21-331" fmla="*/ 5627 w 10000"/>
                  <a:gd name="connsiteY21-332" fmla="*/ 1470 h 10000"/>
                  <a:gd name="connsiteX22-333" fmla="*/ 4390 w 10000"/>
                  <a:gd name="connsiteY22-334" fmla="*/ 902 h 10000"/>
                  <a:gd name="connsiteX23-335" fmla="*/ 3442 w 10000"/>
                  <a:gd name="connsiteY23-336" fmla="*/ 1543 h 10000"/>
                  <a:gd name="connsiteX24-337" fmla="*/ 3201 w 10000"/>
                  <a:gd name="connsiteY24-338" fmla="*/ 2277 h 10000"/>
                  <a:gd name="connsiteX25-339" fmla="*/ 1578 w 10000"/>
                  <a:gd name="connsiteY25-340" fmla="*/ 2771 h 10000"/>
                  <a:gd name="connsiteX26-341" fmla="*/ 1257 w 10000"/>
                  <a:gd name="connsiteY26-342" fmla="*/ 4203 h 10000"/>
                  <a:gd name="connsiteX27-343" fmla="*/ 902 w 10000"/>
                  <a:gd name="connsiteY27-344" fmla="*/ 5486 h 10000"/>
                  <a:gd name="connsiteX28-345" fmla="*/ 1417 w 10000"/>
                  <a:gd name="connsiteY28-346" fmla="*/ 6294 h 10000"/>
                  <a:gd name="connsiteX29-347" fmla="*/ 2670 w 10000"/>
                  <a:gd name="connsiteY29-348" fmla="*/ 6129 h 10000"/>
                  <a:gd name="connsiteX30-349" fmla="*/ 4518 w 10000"/>
                  <a:gd name="connsiteY30-350" fmla="*/ 6092 h 10000"/>
                  <a:gd name="connsiteX31-351" fmla="*/ 5531 w 10000"/>
                  <a:gd name="connsiteY31-352" fmla="*/ 6642 h 10000"/>
                  <a:gd name="connsiteX32-353" fmla="*/ 5611 w 10000"/>
                  <a:gd name="connsiteY32-354" fmla="*/ 6642 h 10000"/>
                  <a:gd name="connsiteX33-355" fmla="*/ 6093 w 10000"/>
                  <a:gd name="connsiteY33-356" fmla="*/ 6129 h 10000"/>
                  <a:gd name="connsiteX34-357" fmla="*/ 6013 w 10000"/>
                  <a:gd name="connsiteY34-358" fmla="*/ 5907 h 10000"/>
                  <a:gd name="connsiteX35-359" fmla="*/ 5820 w 10000"/>
                  <a:gd name="connsiteY35-360" fmla="*/ 5981 h 10000"/>
                  <a:gd name="connsiteX36-361" fmla="*/ 5547 w 10000"/>
                  <a:gd name="connsiteY36-362" fmla="*/ 6312 h 10000"/>
                  <a:gd name="connsiteX37-363" fmla="*/ 4695 w 10000"/>
                  <a:gd name="connsiteY37-364" fmla="*/ 5834 h 10000"/>
                  <a:gd name="connsiteX38-365" fmla="*/ 2510 w 10000"/>
                  <a:gd name="connsiteY38-366" fmla="*/ 5852 h 10000"/>
                  <a:gd name="connsiteX39-367" fmla="*/ 1545 w 10000"/>
                  <a:gd name="connsiteY39-368" fmla="*/ 5981 h 10000"/>
                  <a:gd name="connsiteX40-369" fmla="*/ 1208 w 10000"/>
                  <a:gd name="connsiteY40-370" fmla="*/ 5431 h 10000"/>
                  <a:gd name="connsiteX41-371" fmla="*/ 1514 w 10000"/>
                  <a:gd name="connsiteY41-372" fmla="*/ 4386 h 10000"/>
                  <a:gd name="connsiteX42-373" fmla="*/ 1561 w 10000"/>
                  <a:gd name="connsiteY42-374" fmla="*/ 4203 h 10000"/>
                  <a:gd name="connsiteX43-375" fmla="*/ 1787 w 10000"/>
                  <a:gd name="connsiteY43-376" fmla="*/ 2991 h 10000"/>
                  <a:gd name="connsiteX44-377" fmla="*/ 3136 w 10000"/>
                  <a:gd name="connsiteY44-378" fmla="*/ 2606 h 10000"/>
                  <a:gd name="connsiteX45-379" fmla="*/ 3876 w 10000"/>
                  <a:gd name="connsiteY45-380" fmla="*/ 3799 h 10000"/>
                  <a:gd name="connsiteX46-381" fmla="*/ 2703 w 10000"/>
                  <a:gd name="connsiteY46-382" fmla="*/ 4569 h 10000"/>
                  <a:gd name="connsiteX47-383" fmla="*/ 2719 w 10000"/>
                  <a:gd name="connsiteY47-384" fmla="*/ 4808 h 10000"/>
                  <a:gd name="connsiteX48-385" fmla="*/ 2927 w 10000"/>
                  <a:gd name="connsiteY48-386" fmla="*/ 4771 h 10000"/>
                  <a:gd name="connsiteX49-387" fmla="*/ 4744 w 10000"/>
                  <a:gd name="connsiteY49-388" fmla="*/ 4423 h 10000"/>
                  <a:gd name="connsiteX50-389" fmla="*/ 4937 w 10000"/>
                  <a:gd name="connsiteY50-390" fmla="*/ 4423 h 10000"/>
                  <a:gd name="connsiteX51-391" fmla="*/ 5804 w 10000"/>
                  <a:gd name="connsiteY51-392" fmla="*/ 4184 h 10000"/>
                  <a:gd name="connsiteX52-393" fmla="*/ 6383 w 10000"/>
                  <a:gd name="connsiteY52-394" fmla="*/ 4973 h 10000"/>
                  <a:gd name="connsiteX53-395" fmla="*/ 6512 w 10000"/>
                  <a:gd name="connsiteY53-396" fmla="*/ 5119 h 10000"/>
                  <a:gd name="connsiteX54-397" fmla="*/ 7572 w 10000"/>
                  <a:gd name="connsiteY54-398" fmla="*/ 6532 h 10000"/>
                  <a:gd name="connsiteX55-399" fmla="*/ 7401 w 10000"/>
                  <a:gd name="connsiteY55-400" fmla="*/ 7308 h 10000"/>
                  <a:gd name="connsiteX56-401" fmla="*/ 5483 w 10000"/>
                  <a:gd name="connsiteY56-402" fmla="*/ 8218 h 10000"/>
                  <a:gd name="connsiteX57-403" fmla="*/ 5467 w 10000"/>
                  <a:gd name="connsiteY57-404" fmla="*/ 8273 h 10000"/>
                  <a:gd name="connsiteX58-405" fmla="*/ 3490 w 10000"/>
                  <a:gd name="connsiteY58-406" fmla="*/ 8053 h 10000"/>
                  <a:gd name="connsiteX59-407" fmla="*/ 3345 w 10000"/>
                  <a:gd name="connsiteY59-408" fmla="*/ 7357 h 10000"/>
                  <a:gd name="connsiteX60-409" fmla="*/ 3586 w 10000"/>
                  <a:gd name="connsiteY60-410" fmla="*/ 7082 h 10000"/>
                  <a:gd name="connsiteX61-411" fmla="*/ 3683 w 10000"/>
                  <a:gd name="connsiteY61-412" fmla="*/ 6880 h 10000"/>
                  <a:gd name="connsiteX62-413" fmla="*/ 3490 w 10000"/>
                  <a:gd name="connsiteY62-414" fmla="*/ 6770 h 10000"/>
                  <a:gd name="connsiteX63-415" fmla="*/ 3072 w 10000"/>
                  <a:gd name="connsiteY63-416" fmla="*/ 7247 h 10000"/>
                  <a:gd name="connsiteX64-417" fmla="*/ 3249 w 10000"/>
                  <a:gd name="connsiteY64-418" fmla="*/ 8255 h 10000"/>
                  <a:gd name="connsiteX65-419" fmla="*/ 3249 w 10000"/>
                  <a:gd name="connsiteY65-420" fmla="*/ 8273 h 10000"/>
                  <a:gd name="connsiteX66-421" fmla="*/ 4680 w 10000"/>
                  <a:gd name="connsiteY66-422" fmla="*/ 8825 h 10000"/>
                  <a:gd name="connsiteX67-423" fmla="*/ 5354 w 10000"/>
                  <a:gd name="connsiteY67-424" fmla="*/ 8677 h 10000"/>
                  <a:gd name="connsiteX68-425" fmla="*/ 3393 w 10000"/>
                  <a:gd name="connsiteY68-426" fmla="*/ 9998 h 10000"/>
                  <a:gd name="connsiteX69-427" fmla="*/ 2253 w 10000"/>
                  <a:gd name="connsiteY69-428" fmla="*/ 9228 h 10000"/>
                  <a:gd name="connsiteX70-429" fmla="*/ 1224 w 10000"/>
                  <a:gd name="connsiteY70-430" fmla="*/ 7137 h 10000"/>
                  <a:gd name="connsiteX71-431" fmla="*/ 3 w 10000"/>
                  <a:gd name="connsiteY71-432" fmla="*/ 4954 h 10000"/>
                  <a:gd name="connsiteX0-433" fmla="*/ 3 w 10000"/>
                  <a:gd name="connsiteY0-434" fmla="*/ 4954 h 10000"/>
                  <a:gd name="connsiteX1-435" fmla="*/ 726 w 10000"/>
                  <a:gd name="connsiteY1-436" fmla="*/ 3028 h 10000"/>
                  <a:gd name="connsiteX2-437" fmla="*/ 1337 w 10000"/>
                  <a:gd name="connsiteY2-438" fmla="*/ 1635 h 10000"/>
                  <a:gd name="connsiteX3-439" fmla="*/ 3233 w 10000"/>
                  <a:gd name="connsiteY3-440" fmla="*/ 773 h 10000"/>
                  <a:gd name="connsiteX4-441" fmla="*/ 5997 w 10000"/>
                  <a:gd name="connsiteY4-442" fmla="*/ 424 h 10000"/>
                  <a:gd name="connsiteX5-443" fmla="*/ 8488 w 10000"/>
                  <a:gd name="connsiteY5-444" fmla="*/ 1452 h 10000"/>
                  <a:gd name="connsiteX6-445" fmla="*/ 9693 w 10000"/>
                  <a:gd name="connsiteY6-446" fmla="*/ 4661 h 10000"/>
                  <a:gd name="connsiteX7-447" fmla="*/ 7765 w 10000"/>
                  <a:gd name="connsiteY7-448" fmla="*/ 5852 h 10000"/>
                  <a:gd name="connsiteX8-449" fmla="*/ 6752 w 10000"/>
                  <a:gd name="connsiteY8-450" fmla="*/ 4844 h 10000"/>
                  <a:gd name="connsiteX9-451" fmla="*/ 7444 w 10000"/>
                  <a:gd name="connsiteY9-452" fmla="*/ 2845 h 10000"/>
                  <a:gd name="connsiteX10-453" fmla="*/ 8680 w 10000"/>
                  <a:gd name="connsiteY10-454" fmla="*/ 2808 h 10000"/>
                  <a:gd name="connsiteX11-455" fmla="*/ 8873 w 10000"/>
                  <a:gd name="connsiteY11-456" fmla="*/ 3799 h 10000"/>
                  <a:gd name="connsiteX12-457" fmla="*/ 8568 w 10000"/>
                  <a:gd name="connsiteY12-458" fmla="*/ 4203 h 10000"/>
                  <a:gd name="connsiteX13-459" fmla="*/ 7941 w 10000"/>
                  <a:gd name="connsiteY13-460" fmla="*/ 4184 h 10000"/>
                  <a:gd name="connsiteX14-461" fmla="*/ 7748 w 10000"/>
                  <a:gd name="connsiteY14-462" fmla="*/ 4276 h 10000"/>
                  <a:gd name="connsiteX15-463" fmla="*/ 7829 w 10000"/>
                  <a:gd name="connsiteY15-464" fmla="*/ 4496 h 10000"/>
                  <a:gd name="connsiteX16-465" fmla="*/ 8664 w 10000"/>
                  <a:gd name="connsiteY16-466" fmla="*/ 4514 h 10000"/>
                  <a:gd name="connsiteX17-467" fmla="*/ 9163 w 10000"/>
                  <a:gd name="connsiteY17-468" fmla="*/ 3928 h 10000"/>
                  <a:gd name="connsiteX18-469" fmla="*/ 8857 w 10000"/>
                  <a:gd name="connsiteY18-470" fmla="*/ 2533 h 10000"/>
                  <a:gd name="connsiteX19-471" fmla="*/ 7637 w 10000"/>
                  <a:gd name="connsiteY19-472" fmla="*/ 2350 h 10000"/>
                  <a:gd name="connsiteX20-473" fmla="*/ 6720 w 10000"/>
                  <a:gd name="connsiteY20-474" fmla="*/ 1360 h 10000"/>
                  <a:gd name="connsiteX21-475" fmla="*/ 5627 w 10000"/>
                  <a:gd name="connsiteY21-476" fmla="*/ 1470 h 10000"/>
                  <a:gd name="connsiteX22-477" fmla="*/ 4390 w 10000"/>
                  <a:gd name="connsiteY22-478" fmla="*/ 902 h 10000"/>
                  <a:gd name="connsiteX23-479" fmla="*/ 3442 w 10000"/>
                  <a:gd name="connsiteY23-480" fmla="*/ 1543 h 10000"/>
                  <a:gd name="connsiteX24-481" fmla="*/ 3201 w 10000"/>
                  <a:gd name="connsiteY24-482" fmla="*/ 2277 h 10000"/>
                  <a:gd name="connsiteX25-483" fmla="*/ 1578 w 10000"/>
                  <a:gd name="connsiteY25-484" fmla="*/ 2771 h 10000"/>
                  <a:gd name="connsiteX26-485" fmla="*/ 1257 w 10000"/>
                  <a:gd name="connsiteY26-486" fmla="*/ 4203 h 10000"/>
                  <a:gd name="connsiteX27-487" fmla="*/ 902 w 10000"/>
                  <a:gd name="connsiteY27-488" fmla="*/ 5486 h 10000"/>
                  <a:gd name="connsiteX28-489" fmla="*/ 1417 w 10000"/>
                  <a:gd name="connsiteY28-490" fmla="*/ 6294 h 10000"/>
                  <a:gd name="connsiteX29-491" fmla="*/ 2670 w 10000"/>
                  <a:gd name="connsiteY29-492" fmla="*/ 6129 h 10000"/>
                  <a:gd name="connsiteX30-493" fmla="*/ 4518 w 10000"/>
                  <a:gd name="connsiteY30-494" fmla="*/ 6092 h 10000"/>
                  <a:gd name="connsiteX31-495" fmla="*/ 5531 w 10000"/>
                  <a:gd name="connsiteY31-496" fmla="*/ 6642 h 10000"/>
                  <a:gd name="connsiteX32-497" fmla="*/ 5611 w 10000"/>
                  <a:gd name="connsiteY32-498" fmla="*/ 6642 h 10000"/>
                  <a:gd name="connsiteX33-499" fmla="*/ 6093 w 10000"/>
                  <a:gd name="connsiteY33-500" fmla="*/ 6129 h 10000"/>
                  <a:gd name="connsiteX34-501" fmla="*/ 6013 w 10000"/>
                  <a:gd name="connsiteY34-502" fmla="*/ 5907 h 10000"/>
                  <a:gd name="connsiteX35-503" fmla="*/ 5820 w 10000"/>
                  <a:gd name="connsiteY35-504" fmla="*/ 5981 h 10000"/>
                  <a:gd name="connsiteX36-505" fmla="*/ 5547 w 10000"/>
                  <a:gd name="connsiteY36-506" fmla="*/ 6312 h 10000"/>
                  <a:gd name="connsiteX37-507" fmla="*/ 4695 w 10000"/>
                  <a:gd name="connsiteY37-508" fmla="*/ 5834 h 10000"/>
                  <a:gd name="connsiteX38-509" fmla="*/ 2510 w 10000"/>
                  <a:gd name="connsiteY38-510" fmla="*/ 5852 h 10000"/>
                  <a:gd name="connsiteX39-511" fmla="*/ 1545 w 10000"/>
                  <a:gd name="connsiteY39-512" fmla="*/ 5981 h 10000"/>
                  <a:gd name="connsiteX40-513" fmla="*/ 1208 w 10000"/>
                  <a:gd name="connsiteY40-514" fmla="*/ 5431 h 10000"/>
                  <a:gd name="connsiteX41-515" fmla="*/ 1514 w 10000"/>
                  <a:gd name="connsiteY41-516" fmla="*/ 4386 h 10000"/>
                  <a:gd name="connsiteX42-517" fmla="*/ 1561 w 10000"/>
                  <a:gd name="connsiteY42-518" fmla="*/ 4203 h 10000"/>
                  <a:gd name="connsiteX43-519" fmla="*/ 1787 w 10000"/>
                  <a:gd name="connsiteY43-520" fmla="*/ 2991 h 10000"/>
                  <a:gd name="connsiteX44-521" fmla="*/ 3136 w 10000"/>
                  <a:gd name="connsiteY44-522" fmla="*/ 2606 h 10000"/>
                  <a:gd name="connsiteX45-523" fmla="*/ 3876 w 10000"/>
                  <a:gd name="connsiteY45-524" fmla="*/ 3799 h 10000"/>
                  <a:gd name="connsiteX46-525" fmla="*/ 2703 w 10000"/>
                  <a:gd name="connsiteY46-526" fmla="*/ 4569 h 10000"/>
                  <a:gd name="connsiteX47-527" fmla="*/ 2719 w 10000"/>
                  <a:gd name="connsiteY47-528" fmla="*/ 4808 h 10000"/>
                  <a:gd name="connsiteX48-529" fmla="*/ 2927 w 10000"/>
                  <a:gd name="connsiteY48-530" fmla="*/ 4771 h 10000"/>
                  <a:gd name="connsiteX49-531" fmla="*/ 4744 w 10000"/>
                  <a:gd name="connsiteY49-532" fmla="*/ 4423 h 10000"/>
                  <a:gd name="connsiteX50-533" fmla="*/ 4937 w 10000"/>
                  <a:gd name="connsiteY50-534" fmla="*/ 4423 h 10000"/>
                  <a:gd name="connsiteX51-535" fmla="*/ 5804 w 10000"/>
                  <a:gd name="connsiteY51-536" fmla="*/ 4184 h 10000"/>
                  <a:gd name="connsiteX52-537" fmla="*/ 6383 w 10000"/>
                  <a:gd name="connsiteY52-538" fmla="*/ 4973 h 10000"/>
                  <a:gd name="connsiteX53-539" fmla="*/ 6512 w 10000"/>
                  <a:gd name="connsiteY53-540" fmla="*/ 5119 h 10000"/>
                  <a:gd name="connsiteX54-541" fmla="*/ 7572 w 10000"/>
                  <a:gd name="connsiteY54-542" fmla="*/ 6532 h 10000"/>
                  <a:gd name="connsiteX55-543" fmla="*/ 7414 w 10000"/>
                  <a:gd name="connsiteY55-544" fmla="*/ 7630 h 10000"/>
                  <a:gd name="connsiteX56-545" fmla="*/ 5483 w 10000"/>
                  <a:gd name="connsiteY56-546" fmla="*/ 8218 h 10000"/>
                  <a:gd name="connsiteX57-547" fmla="*/ 5467 w 10000"/>
                  <a:gd name="connsiteY57-548" fmla="*/ 8273 h 10000"/>
                  <a:gd name="connsiteX58-549" fmla="*/ 3490 w 10000"/>
                  <a:gd name="connsiteY58-550" fmla="*/ 8053 h 10000"/>
                  <a:gd name="connsiteX59-551" fmla="*/ 3345 w 10000"/>
                  <a:gd name="connsiteY59-552" fmla="*/ 7357 h 10000"/>
                  <a:gd name="connsiteX60-553" fmla="*/ 3586 w 10000"/>
                  <a:gd name="connsiteY60-554" fmla="*/ 7082 h 10000"/>
                  <a:gd name="connsiteX61-555" fmla="*/ 3683 w 10000"/>
                  <a:gd name="connsiteY61-556" fmla="*/ 6880 h 10000"/>
                  <a:gd name="connsiteX62-557" fmla="*/ 3490 w 10000"/>
                  <a:gd name="connsiteY62-558" fmla="*/ 6770 h 10000"/>
                  <a:gd name="connsiteX63-559" fmla="*/ 3072 w 10000"/>
                  <a:gd name="connsiteY63-560" fmla="*/ 7247 h 10000"/>
                  <a:gd name="connsiteX64-561" fmla="*/ 3249 w 10000"/>
                  <a:gd name="connsiteY64-562" fmla="*/ 8255 h 10000"/>
                  <a:gd name="connsiteX65-563" fmla="*/ 3249 w 10000"/>
                  <a:gd name="connsiteY65-564" fmla="*/ 8273 h 10000"/>
                  <a:gd name="connsiteX66-565" fmla="*/ 4680 w 10000"/>
                  <a:gd name="connsiteY66-566" fmla="*/ 8825 h 10000"/>
                  <a:gd name="connsiteX67-567" fmla="*/ 5354 w 10000"/>
                  <a:gd name="connsiteY67-568" fmla="*/ 8677 h 10000"/>
                  <a:gd name="connsiteX68-569" fmla="*/ 3393 w 10000"/>
                  <a:gd name="connsiteY68-570" fmla="*/ 9998 h 10000"/>
                  <a:gd name="connsiteX69-571" fmla="*/ 2253 w 10000"/>
                  <a:gd name="connsiteY69-572" fmla="*/ 9228 h 10000"/>
                  <a:gd name="connsiteX70-573" fmla="*/ 1224 w 10000"/>
                  <a:gd name="connsiteY70-574" fmla="*/ 7137 h 10000"/>
                  <a:gd name="connsiteX71-575" fmla="*/ 3 w 10000"/>
                  <a:gd name="connsiteY71-576" fmla="*/ 4954 h 10000"/>
                  <a:gd name="connsiteX0-577" fmla="*/ 3 w 10000"/>
                  <a:gd name="connsiteY0-578" fmla="*/ 4954 h 10000"/>
                  <a:gd name="connsiteX1-579" fmla="*/ 726 w 10000"/>
                  <a:gd name="connsiteY1-580" fmla="*/ 3028 h 10000"/>
                  <a:gd name="connsiteX2-581" fmla="*/ 1337 w 10000"/>
                  <a:gd name="connsiteY2-582" fmla="*/ 1635 h 10000"/>
                  <a:gd name="connsiteX3-583" fmla="*/ 3233 w 10000"/>
                  <a:gd name="connsiteY3-584" fmla="*/ 773 h 10000"/>
                  <a:gd name="connsiteX4-585" fmla="*/ 5997 w 10000"/>
                  <a:gd name="connsiteY4-586" fmla="*/ 424 h 10000"/>
                  <a:gd name="connsiteX5-587" fmla="*/ 8488 w 10000"/>
                  <a:gd name="connsiteY5-588" fmla="*/ 1452 h 10000"/>
                  <a:gd name="connsiteX6-589" fmla="*/ 9693 w 10000"/>
                  <a:gd name="connsiteY6-590" fmla="*/ 4661 h 10000"/>
                  <a:gd name="connsiteX7-591" fmla="*/ 7765 w 10000"/>
                  <a:gd name="connsiteY7-592" fmla="*/ 5852 h 10000"/>
                  <a:gd name="connsiteX8-593" fmla="*/ 6752 w 10000"/>
                  <a:gd name="connsiteY8-594" fmla="*/ 4844 h 10000"/>
                  <a:gd name="connsiteX9-595" fmla="*/ 7444 w 10000"/>
                  <a:gd name="connsiteY9-596" fmla="*/ 2845 h 10000"/>
                  <a:gd name="connsiteX10-597" fmla="*/ 8680 w 10000"/>
                  <a:gd name="connsiteY10-598" fmla="*/ 2808 h 10000"/>
                  <a:gd name="connsiteX11-599" fmla="*/ 8873 w 10000"/>
                  <a:gd name="connsiteY11-600" fmla="*/ 3799 h 10000"/>
                  <a:gd name="connsiteX12-601" fmla="*/ 8568 w 10000"/>
                  <a:gd name="connsiteY12-602" fmla="*/ 4203 h 10000"/>
                  <a:gd name="connsiteX13-603" fmla="*/ 7941 w 10000"/>
                  <a:gd name="connsiteY13-604" fmla="*/ 4184 h 10000"/>
                  <a:gd name="connsiteX14-605" fmla="*/ 7748 w 10000"/>
                  <a:gd name="connsiteY14-606" fmla="*/ 4276 h 10000"/>
                  <a:gd name="connsiteX15-607" fmla="*/ 7829 w 10000"/>
                  <a:gd name="connsiteY15-608" fmla="*/ 4496 h 10000"/>
                  <a:gd name="connsiteX16-609" fmla="*/ 8664 w 10000"/>
                  <a:gd name="connsiteY16-610" fmla="*/ 4514 h 10000"/>
                  <a:gd name="connsiteX17-611" fmla="*/ 9163 w 10000"/>
                  <a:gd name="connsiteY17-612" fmla="*/ 3928 h 10000"/>
                  <a:gd name="connsiteX18-613" fmla="*/ 8857 w 10000"/>
                  <a:gd name="connsiteY18-614" fmla="*/ 2533 h 10000"/>
                  <a:gd name="connsiteX19-615" fmla="*/ 7637 w 10000"/>
                  <a:gd name="connsiteY19-616" fmla="*/ 2350 h 10000"/>
                  <a:gd name="connsiteX20-617" fmla="*/ 6720 w 10000"/>
                  <a:gd name="connsiteY20-618" fmla="*/ 1360 h 10000"/>
                  <a:gd name="connsiteX21-619" fmla="*/ 5627 w 10000"/>
                  <a:gd name="connsiteY21-620" fmla="*/ 1470 h 10000"/>
                  <a:gd name="connsiteX22-621" fmla="*/ 4390 w 10000"/>
                  <a:gd name="connsiteY22-622" fmla="*/ 902 h 10000"/>
                  <a:gd name="connsiteX23-623" fmla="*/ 3442 w 10000"/>
                  <a:gd name="connsiteY23-624" fmla="*/ 1543 h 10000"/>
                  <a:gd name="connsiteX24-625" fmla="*/ 3201 w 10000"/>
                  <a:gd name="connsiteY24-626" fmla="*/ 2277 h 10000"/>
                  <a:gd name="connsiteX25-627" fmla="*/ 1578 w 10000"/>
                  <a:gd name="connsiteY25-628" fmla="*/ 2771 h 10000"/>
                  <a:gd name="connsiteX26-629" fmla="*/ 1257 w 10000"/>
                  <a:gd name="connsiteY26-630" fmla="*/ 4203 h 10000"/>
                  <a:gd name="connsiteX27-631" fmla="*/ 902 w 10000"/>
                  <a:gd name="connsiteY27-632" fmla="*/ 5486 h 10000"/>
                  <a:gd name="connsiteX28-633" fmla="*/ 1417 w 10000"/>
                  <a:gd name="connsiteY28-634" fmla="*/ 6294 h 10000"/>
                  <a:gd name="connsiteX29-635" fmla="*/ 2670 w 10000"/>
                  <a:gd name="connsiteY29-636" fmla="*/ 6129 h 10000"/>
                  <a:gd name="connsiteX30-637" fmla="*/ 4518 w 10000"/>
                  <a:gd name="connsiteY30-638" fmla="*/ 6092 h 10000"/>
                  <a:gd name="connsiteX31-639" fmla="*/ 5531 w 10000"/>
                  <a:gd name="connsiteY31-640" fmla="*/ 6642 h 10000"/>
                  <a:gd name="connsiteX32-641" fmla="*/ 5611 w 10000"/>
                  <a:gd name="connsiteY32-642" fmla="*/ 6642 h 10000"/>
                  <a:gd name="connsiteX33-643" fmla="*/ 6093 w 10000"/>
                  <a:gd name="connsiteY33-644" fmla="*/ 6129 h 10000"/>
                  <a:gd name="connsiteX34-645" fmla="*/ 6013 w 10000"/>
                  <a:gd name="connsiteY34-646" fmla="*/ 5907 h 10000"/>
                  <a:gd name="connsiteX35-647" fmla="*/ 5820 w 10000"/>
                  <a:gd name="connsiteY35-648" fmla="*/ 5981 h 10000"/>
                  <a:gd name="connsiteX36-649" fmla="*/ 5547 w 10000"/>
                  <a:gd name="connsiteY36-650" fmla="*/ 6312 h 10000"/>
                  <a:gd name="connsiteX37-651" fmla="*/ 4695 w 10000"/>
                  <a:gd name="connsiteY37-652" fmla="*/ 5834 h 10000"/>
                  <a:gd name="connsiteX38-653" fmla="*/ 2510 w 10000"/>
                  <a:gd name="connsiteY38-654" fmla="*/ 5852 h 10000"/>
                  <a:gd name="connsiteX39-655" fmla="*/ 1545 w 10000"/>
                  <a:gd name="connsiteY39-656" fmla="*/ 5981 h 10000"/>
                  <a:gd name="connsiteX40-657" fmla="*/ 1208 w 10000"/>
                  <a:gd name="connsiteY40-658" fmla="*/ 5431 h 10000"/>
                  <a:gd name="connsiteX41-659" fmla="*/ 1514 w 10000"/>
                  <a:gd name="connsiteY41-660" fmla="*/ 4386 h 10000"/>
                  <a:gd name="connsiteX42-661" fmla="*/ 1561 w 10000"/>
                  <a:gd name="connsiteY42-662" fmla="*/ 4203 h 10000"/>
                  <a:gd name="connsiteX43-663" fmla="*/ 1787 w 10000"/>
                  <a:gd name="connsiteY43-664" fmla="*/ 2991 h 10000"/>
                  <a:gd name="connsiteX44-665" fmla="*/ 3136 w 10000"/>
                  <a:gd name="connsiteY44-666" fmla="*/ 2606 h 10000"/>
                  <a:gd name="connsiteX45-667" fmla="*/ 3876 w 10000"/>
                  <a:gd name="connsiteY45-668" fmla="*/ 3799 h 10000"/>
                  <a:gd name="connsiteX46-669" fmla="*/ 2703 w 10000"/>
                  <a:gd name="connsiteY46-670" fmla="*/ 4569 h 10000"/>
                  <a:gd name="connsiteX47-671" fmla="*/ 2719 w 10000"/>
                  <a:gd name="connsiteY47-672" fmla="*/ 4808 h 10000"/>
                  <a:gd name="connsiteX48-673" fmla="*/ 2927 w 10000"/>
                  <a:gd name="connsiteY48-674" fmla="*/ 4771 h 10000"/>
                  <a:gd name="connsiteX49-675" fmla="*/ 4744 w 10000"/>
                  <a:gd name="connsiteY49-676" fmla="*/ 4423 h 10000"/>
                  <a:gd name="connsiteX50-677" fmla="*/ 4937 w 10000"/>
                  <a:gd name="connsiteY50-678" fmla="*/ 4423 h 10000"/>
                  <a:gd name="connsiteX51-679" fmla="*/ 5804 w 10000"/>
                  <a:gd name="connsiteY51-680" fmla="*/ 4184 h 10000"/>
                  <a:gd name="connsiteX52-681" fmla="*/ 6383 w 10000"/>
                  <a:gd name="connsiteY52-682" fmla="*/ 4973 h 10000"/>
                  <a:gd name="connsiteX53-683" fmla="*/ 6512 w 10000"/>
                  <a:gd name="connsiteY53-684" fmla="*/ 5119 h 10000"/>
                  <a:gd name="connsiteX54-685" fmla="*/ 7572 w 10000"/>
                  <a:gd name="connsiteY54-686" fmla="*/ 6532 h 10000"/>
                  <a:gd name="connsiteX55-687" fmla="*/ 7414 w 10000"/>
                  <a:gd name="connsiteY55-688" fmla="*/ 7630 h 10000"/>
                  <a:gd name="connsiteX56-689" fmla="*/ 5483 w 10000"/>
                  <a:gd name="connsiteY56-690" fmla="*/ 8218 h 10000"/>
                  <a:gd name="connsiteX57-691" fmla="*/ 5467 w 10000"/>
                  <a:gd name="connsiteY57-692" fmla="*/ 8273 h 10000"/>
                  <a:gd name="connsiteX58-693" fmla="*/ 3490 w 10000"/>
                  <a:gd name="connsiteY58-694" fmla="*/ 8053 h 10000"/>
                  <a:gd name="connsiteX59-695" fmla="*/ 3345 w 10000"/>
                  <a:gd name="connsiteY59-696" fmla="*/ 7357 h 10000"/>
                  <a:gd name="connsiteX60-697" fmla="*/ 3586 w 10000"/>
                  <a:gd name="connsiteY60-698" fmla="*/ 7082 h 10000"/>
                  <a:gd name="connsiteX61-699" fmla="*/ 3683 w 10000"/>
                  <a:gd name="connsiteY61-700" fmla="*/ 6880 h 10000"/>
                  <a:gd name="connsiteX62-701" fmla="*/ 3490 w 10000"/>
                  <a:gd name="connsiteY62-702" fmla="*/ 6770 h 10000"/>
                  <a:gd name="connsiteX63-703" fmla="*/ 3072 w 10000"/>
                  <a:gd name="connsiteY63-704" fmla="*/ 7247 h 10000"/>
                  <a:gd name="connsiteX64-705" fmla="*/ 3249 w 10000"/>
                  <a:gd name="connsiteY64-706" fmla="*/ 8255 h 10000"/>
                  <a:gd name="connsiteX65-707" fmla="*/ 3249 w 10000"/>
                  <a:gd name="connsiteY65-708" fmla="*/ 8273 h 10000"/>
                  <a:gd name="connsiteX66-709" fmla="*/ 4680 w 10000"/>
                  <a:gd name="connsiteY66-710" fmla="*/ 8825 h 10000"/>
                  <a:gd name="connsiteX67-711" fmla="*/ 5354 w 10000"/>
                  <a:gd name="connsiteY67-712" fmla="*/ 8677 h 10000"/>
                  <a:gd name="connsiteX68-713" fmla="*/ 3393 w 10000"/>
                  <a:gd name="connsiteY68-714" fmla="*/ 9998 h 10000"/>
                  <a:gd name="connsiteX69-715" fmla="*/ 2253 w 10000"/>
                  <a:gd name="connsiteY69-716" fmla="*/ 9228 h 10000"/>
                  <a:gd name="connsiteX70-717" fmla="*/ 1224 w 10000"/>
                  <a:gd name="connsiteY70-718" fmla="*/ 7137 h 10000"/>
                  <a:gd name="connsiteX71-719" fmla="*/ 3 w 10000"/>
                  <a:gd name="connsiteY71-720" fmla="*/ 4954 h 10000"/>
                  <a:gd name="connsiteX0-721" fmla="*/ 3 w 10000"/>
                  <a:gd name="connsiteY0-722" fmla="*/ 4954 h 10000"/>
                  <a:gd name="connsiteX1-723" fmla="*/ 726 w 10000"/>
                  <a:gd name="connsiteY1-724" fmla="*/ 3028 h 10000"/>
                  <a:gd name="connsiteX2-725" fmla="*/ 1337 w 10000"/>
                  <a:gd name="connsiteY2-726" fmla="*/ 1635 h 10000"/>
                  <a:gd name="connsiteX3-727" fmla="*/ 3233 w 10000"/>
                  <a:gd name="connsiteY3-728" fmla="*/ 773 h 10000"/>
                  <a:gd name="connsiteX4-729" fmla="*/ 5997 w 10000"/>
                  <a:gd name="connsiteY4-730" fmla="*/ 424 h 10000"/>
                  <a:gd name="connsiteX5-731" fmla="*/ 8488 w 10000"/>
                  <a:gd name="connsiteY5-732" fmla="*/ 1452 h 10000"/>
                  <a:gd name="connsiteX6-733" fmla="*/ 9693 w 10000"/>
                  <a:gd name="connsiteY6-734" fmla="*/ 4661 h 10000"/>
                  <a:gd name="connsiteX7-735" fmla="*/ 7765 w 10000"/>
                  <a:gd name="connsiteY7-736" fmla="*/ 5852 h 10000"/>
                  <a:gd name="connsiteX8-737" fmla="*/ 6752 w 10000"/>
                  <a:gd name="connsiteY8-738" fmla="*/ 4844 h 10000"/>
                  <a:gd name="connsiteX9-739" fmla="*/ 7444 w 10000"/>
                  <a:gd name="connsiteY9-740" fmla="*/ 2845 h 10000"/>
                  <a:gd name="connsiteX10-741" fmla="*/ 8680 w 10000"/>
                  <a:gd name="connsiteY10-742" fmla="*/ 2808 h 10000"/>
                  <a:gd name="connsiteX11-743" fmla="*/ 8873 w 10000"/>
                  <a:gd name="connsiteY11-744" fmla="*/ 3799 h 10000"/>
                  <a:gd name="connsiteX12-745" fmla="*/ 8568 w 10000"/>
                  <a:gd name="connsiteY12-746" fmla="*/ 4203 h 10000"/>
                  <a:gd name="connsiteX13-747" fmla="*/ 7941 w 10000"/>
                  <a:gd name="connsiteY13-748" fmla="*/ 4184 h 10000"/>
                  <a:gd name="connsiteX14-749" fmla="*/ 7748 w 10000"/>
                  <a:gd name="connsiteY14-750" fmla="*/ 4276 h 10000"/>
                  <a:gd name="connsiteX15-751" fmla="*/ 7829 w 10000"/>
                  <a:gd name="connsiteY15-752" fmla="*/ 4496 h 10000"/>
                  <a:gd name="connsiteX16-753" fmla="*/ 8664 w 10000"/>
                  <a:gd name="connsiteY16-754" fmla="*/ 4514 h 10000"/>
                  <a:gd name="connsiteX17-755" fmla="*/ 9163 w 10000"/>
                  <a:gd name="connsiteY17-756" fmla="*/ 3928 h 10000"/>
                  <a:gd name="connsiteX18-757" fmla="*/ 8857 w 10000"/>
                  <a:gd name="connsiteY18-758" fmla="*/ 2533 h 10000"/>
                  <a:gd name="connsiteX19-759" fmla="*/ 7637 w 10000"/>
                  <a:gd name="connsiteY19-760" fmla="*/ 2350 h 10000"/>
                  <a:gd name="connsiteX20-761" fmla="*/ 6720 w 10000"/>
                  <a:gd name="connsiteY20-762" fmla="*/ 1360 h 10000"/>
                  <a:gd name="connsiteX21-763" fmla="*/ 5627 w 10000"/>
                  <a:gd name="connsiteY21-764" fmla="*/ 1470 h 10000"/>
                  <a:gd name="connsiteX22-765" fmla="*/ 4390 w 10000"/>
                  <a:gd name="connsiteY22-766" fmla="*/ 902 h 10000"/>
                  <a:gd name="connsiteX23-767" fmla="*/ 3442 w 10000"/>
                  <a:gd name="connsiteY23-768" fmla="*/ 1543 h 10000"/>
                  <a:gd name="connsiteX24-769" fmla="*/ 3201 w 10000"/>
                  <a:gd name="connsiteY24-770" fmla="*/ 2277 h 10000"/>
                  <a:gd name="connsiteX25-771" fmla="*/ 1578 w 10000"/>
                  <a:gd name="connsiteY25-772" fmla="*/ 2771 h 10000"/>
                  <a:gd name="connsiteX26-773" fmla="*/ 1257 w 10000"/>
                  <a:gd name="connsiteY26-774" fmla="*/ 4203 h 10000"/>
                  <a:gd name="connsiteX27-775" fmla="*/ 902 w 10000"/>
                  <a:gd name="connsiteY27-776" fmla="*/ 5486 h 10000"/>
                  <a:gd name="connsiteX28-777" fmla="*/ 1417 w 10000"/>
                  <a:gd name="connsiteY28-778" fmla="*/ 6294 h 10000"/>
                  <a:gd name="connsiteX29-779" fmla="*/ 2670 w 10000"/>
                  <a:gd name="connsiteY29-780" fmla="*/ 6129 h 10000"/>
                  <a:gd name="connsiteX30-781" fmla="*/ 4518 w 10000"/>
                  <a:gd name="connsiteY30-782" fmla="*/ 6092 h 10000"/>
                  <a:gd name="connsiteX31-783" fmla="*/ 5531 w 10000"/>
                  <a:gd name="connsiteY31-784" fmla="*/ 6642 h 10000"/>
                  <a:gd name="connsiteX32-785" fmla="*/ 5611 w 10000"/>
                  <a:gd name="connsiteY32-786" fmla="*/ 6642 h 10000"/>
                  <a:gd name="connsiteX33-787" fmla="*/ 6093 w 10000"/>
                  <a:gd name="connsiteY33-788" fmla="*/ 6129 h 10000"/>
                  <a:gd name="connsiteX34-789" fmla="*/ 6013 w 10000"/>
                  <a:gd name="connsiteY34-790" fmla="*/ 5907 h 10000"/>
                  <a:gd name="connsiteX35-791" fmla="*/ 5820 w 10000"/>
                  <a:gd name="connsiteY35-792" fmla="*/ 5981 h 10000"/>
                  <a:gd name="connsiteX36-793" fmla="*/ 5547 w 10000"/>
                  <a:gd name="connsiteY36-794" fmla="*/ 6312 h 10000"/>
                  <a:gd name="connsiteX37-795" fmla="*/ 4695 w 10000"/>
                  <a:gd name="connsiteY37-796" fmla="*/ 5834 h 10000"/>
                  <a:gd name="connsiteX38-797" fmla="*/ 2510 w 10000"/>
                  <a:gd name="connsiteY38-798" fmla="*/ 5852 h 10000"/>
                  <a:gd name="connsiteX39-799" fmla="*/ 1545 w 10000"/>
                  <a:gd name="connsiteY39-800" fmla="*/ 5981 h 10000"/>
                  <a:gd name="connsiteX40-801" fmla="*/ 1208 w 10000"/>
                  <a:gd name="connsiteY40-802" fmla="*/ 5431 h 10000"/>
                  <a:gd name="connsiteX41-803" fmla="*/ 1514 w 10000"/>
                  <a:gd name="connsiteY41-804" fmla="*/ 4386 h 10000"/>
                  <a:gd name="connsiteX42-805" fmla="*/ 1561 w 10000"/>
                  <a:gd name="connsiteY42-806" fmla="*/ 4203 h 10000"/>
                  <a:gd name="connsiteX43-807" fmla="*/ 1787 w 10000"/>
                  <a:gd name="connsiteY43-808" fmla="*/ 2991 h 10000"/>
                  <a:gd name="connsiteX44-809" fmla="*/ 3136 w 10000"/>
                  <a:gd name="connsiteY44-810" fmla="*/ 2606 h 10000"/>
                  <a:gd name="connsiteX45-811" fmla="*/ 3876 w 10000"/>
                  <a:gd name="connsiteY45-812" fmla="*/ 3799 h 10000"/>
                  <a:gd name="connsiteX46-813" fmla="*/ 2703 w 10000"/>
                  <a:gd name="connsiteY46-814" fmla="*/ 4569 h 10000"/>
                  <a:gd name="connsiteX47-815" fmla="*/ 2719 w 10000"/>
                  <a:gd name="connsiteY47-816" fmla="*/ 4808 h 10000"/>
                  <a:gd name="connsiteX48-817" fmla="*/ 2927 w 10000"/>
                  <a:gd name="connsiteY48-818" fmla="*/ 4771 h 10000"/>
                  <a:gd name="connsiteX49-819" fmla="*/ 4744 w 10000"/>
                  <a:gd name="connsiteY49-820" fmla="*/ 4423 h 10000"/>
                  <a:gd name="connsiteX50-821" fmla="*/ 4937 w 10000"/>
                  <a:gd name="connsiteY50-822" fmla="*/ 4423 h 10000"/>
                  <a:gd name="connsiteX51-823" fmla="*/ 5804 w 10000"/>
                  <a:gd name="connsiteY51-824" fmla="*/ 4184 h 10000"/>
                  <a:gd name="connsiteX52-825" fmla="*/ 6383 w 10000"/>
                  <a:gd name="connsiteY52-826" fmla="*/ 4973 h 10000"/>
                  <a:gd name="connsiteX53-827" fmla="*/ 6512 w 10000"/>
                  <a:gd name="connsiteY53-828" fmla="*/ 5119 h 10000"/>
                  <a:gd name="connsiteX54-829" fmla="*/ 7572 w 10000"/>
                  <a:gd name="connsiteY54-830" fmla="*/ 6532 h 10000"/>
                  <a:gd name="connsiteX55-831" fmla="*/ 7414 w 10000"/>
                  <a:gd name="connsiteY55-832" fmla="*/ 7630 h 10000"/>
                  <a:gd name="connsiteX56-833" fmla="*/ 5483 w 10000"/>
                  <a:gd name="connsiteY56-834" fmla="*/ 8218 h 10000"/>
                  <a:gd name="connsiteX57-835" fmla="*/ 5467 w 10000"/>
                  <a:gd name="connsiteY57-836" fmla="*/ 8273 h 10000"/>
                  <a:gd name="connsiteX58-837" fmla="*/ 3490 w 10000"/>
                  <a:gd name="connsiteY58-838" fmla="*/ 8053 h 10000"/>
                  <a:gd name="connsiteX59-839" fmla="*/ 3345 w 10000"/>
                  <a:gd name="connsiteY59-840" fmla="*/ 7357 h 10000"/>
                  <a:gd name="connsiteX60-841" fmla="*/ 3586 w 10000"/>
                  <a:gd name="connsiteY60-842" fmla="*/ 7082 h 10000"/>
                  <a:gd name="connsiteX61-843" fmla="*/ 3683 w 10000"/>
                  <a:gd name="connsiteY61-844" fmla="*/ 6880 h 10000"/>
                  <a:gd name="connsiteX62-845" fmla="*/ 3490 w 10000"/>
                  <a:gd name="connsiteY62-846" fmla="*/ 6770 h 10000"/>
                  <a:gd name="connsiteX63-847" fmla="*/ 3072 w 10000"/>
                  <a:gd name="connsiteY63-848" fmla="*/ 7247 h 10000"/>
                  <a:gd name="connsiteX64-849" fmla="*/ 3249 w 10000"/>
                  <a:gd name="connsiteY64-850" fmla="*/ 8255 h 10000"/>
                  <a:gd name="connsiteX65-851" fmla="*/ 3249 w 10000"/>
                  <a:gd name="connsiteY65-852" fmla="*/ 8273 h 10000"/>
                  <a:gd name="connsiteX66-853" fmla="*/ 4680 w 10000"/>
                  <a:gd name="connsiteY66-854" fmla="*/ 8825 h 10000"/>
                  <a:gd name="connsiteX67-855" fmla="*/ 5354 w 10000"/>
                  <a:gd name="connsiteY67-856" fmla="*/ 8677 h 10000"/>
                  <a:gd name="connsiteX68-857" fmla="*/ 3393 w 10000"/>
                  <a:gd name="connsiteY68-858" fmla="*/ 9998 h 10000"/>
                  <a:gd name="connsiteX69-859" fmla="*/ 2253 w 10000"/>
                  <a:gd name="connsiteY69-860" fmla="*/ 9228 h 10000"/>
                  <a:gd name="connsiteX70-861" fmla="*/ 1224 w 10000"/>
                  <a:gd name="connsiteY70-862" fmla="*/ 7137 h 10000"/>
                  <a:gd name="connsiteX71-863" fmla="*/ 3 w 10000"/>
                  <a:gd name="connsiteY71-864" fmla="*/ 4954 h 10000"/>
                  <a:gd name="connsiteX0-865" fmla="*/ 3 w 10000"/>
                  <a:gd name="connsiteY0-866" fmla="*/ 4954 h 10000"/>
                  <a:gd name="connsiteX1-867" fmla="*/ 726 w 10000"/>
                  <a:gd name="connsiteY1-868" fmla="*/ 3028 h 10000"/>
                  <a:gd name="connsiteX2-869" fmla="*/ 1337 w 10000"/>
                  <a:gd name="connsiteY2-870" fmla="*/ 1635 h 10000"/>
                  <a:gd name="connsiteX3-871" fmla="*/ 3233 w 10000"/>
                  <a:gd name="connsiteY3-872" fmla="*/ 773 h 10000"/>
                  <a:gd name="connsiteX4-873" fmla="*/ 5997 w 10000"/>
                  <a:gd name="connsiteY4-874" fmla="*/ 424 h 10000"/>
                  <a:gd name="connsiteX5-875" fmla="*/ 8488 w 10000"/>
                  <a:gd name="connsiteY5-876" fmla="*/ 1452 h 10000"/>
                  <a:gd name="connsiteX6-877" fmla="*/ 9693 w 10000"/>
                  <a:gd name="connsiteY6-878" fmla="*/ 4661 h 10000"/>
                  <a:gd name="connsiteX7-879" fmla="*/ 7765 w 10000"/>
                  <a:gd name="connsiteY7-880" fmla="*/ 5852 h 10000"/>
                  <a:gd name="connsiteX8-881" fmla="*/ 6752 w 10000"/>
                  <a:gd name="connsiteY8-882" fmla="*/ 4844 h 10000"/>
                  <a:gd name="connsiteX9-883" fmla="*/ 7444 w 10000"/>
                  <a:gd name="connsiteY9-884" fmla="*/ 2845 h 10000"/>
                  <a:gd name="connsiteX10-885" fmla="*/ 8680 w 10000"/>
                  <a:gd name="connsiteY10-886" fmla="*/ 2808 h 10000"/>
                  <a:gd name="connsiteX11-887" fmla="*/ 8873 w 10000"/>
                  <a:gd name="connsiteY11-888" fmla="*/ 3799 h 10000"/>
                  <a:gd name="connsiteX12-889" fmla="*/ 8568 w 10000"/>
                  <a:gd name="connsiteY12-890" fmla="*/ 4203 h 10000"/>
                  <a:gd name="connsiteX13-891" fmla="*/ 7941 w 10000"/>
                  <a:gd name="connsiteY13-892" fmla="*/ 4184 h 10000"/>
                  <a:gd name="connsiteX14-893" fmla="*/ 7748 w 10000"/>
                  <a:gd name="connsiteY14-894" fmla="*/ 4276 h 10000"/>
                  <a:gd name="connsiteX15-895" fmla="*/ 7829 w 10000"/>
                  <a:gd name="connsiteY15-896" fmla="*/ 4496 h 10000"/>
                  <a:gd name="connsiteX16-897" fmla="*/ 8664 w 10000"/>
                  <a:gd name="connsiteY16-898" fmla="*/ 4514 h 10000"/>
                  <a:gd name="connsiteX17-899" fmla="*/ 9163 w 10000"/>
                  <a:gd name="connsiteY17-900" fmla="*/ 3928 h 10000"/>
                  <a:gd name="connsiteX18-901" fmla="*/ 8857 w 10000"/>
                  <a:gd name="connsiteY18-902" fmla="*/ 2533 h 10000"/>
                  <a:gd name="connsiteX19-903" fmla="*/ 7637 w 10000"/>
                  <a:gd name="connsiteY19-904" fmla="*/ 2350 h 10000"/>
                  <a:gd name="connsiteX20-905" fmla="*/ 6720 w 10000"/>
                  <a:gd name="connsiteY20-906" fmla="*/ 1360 h 10000"/>
                  <a:gd name="connsiteX21-907" fmla="*/ 5627 w 10000"/>
                  <a:gd name="connsiteY21-908" fmla="*/ 1470 h 10000"/>
                  <a:gd name="connsiteX22-909" fmla="*/ 4390 w 10000"/>
                  <a:gd name="connsiteY22-910" fmla="*/ 902 h 10000"/>
                  <a:gd name="connsiteX23-911" fmla="*/ 3442 w 10000"/>
                  <a:gd name="connsiteY23-912" fmla="*/ 1543 h 10000"/>
                  <a:gd name="connsiteX24-913" fmla="*/ 3201 w 10000"/>
                  <a:gd name="connsiteY24-914" fmla="*/ 2277 h 10000"/>
                  <a:gd name="connsiteX25-915" fmla="*/ 1578 w 10000"/>
                  <a:gd name="connsiteY25-916" fmla="*/ 2771 h 10000"/>
                  <a:gd name="connsiteX26-917" fmla="*/ 1257 w 10000"/>
                  <a:gd name="connsiteY26-918" fmla="*/ 4203 h 10000"/>
                  <a:gd name="connsiteX27-919" fmla="*/ 902 w 10000"/>
                  <a:gd name="connsiteY27-920" fmla="*/ 5486 h 10000"/>
                  <a:gd name="connsiteX28-921" fmla="*/ 1417 w 10000"/>
                  <a:gd name="connsiteY28-922" fmla="*/ 6294 h 10000"/>
                  <a:gd name="connsiteX29-923" fmla="*/ 2670 w 10000"/>
                  <a:gd name="connsiteY29-924" fmla="*/ 6129 h 10000"/>
                  <a:gd name="connsiteX30-925" fmla="*/ 4518 w 10000"/>
                  <a:gd name="connsiteY30-926" fmla="*/ 6092 h 10000"/>
                  <a:gd name="connsiteX31-927" fmla="*/ 5531 w 10000"/>
                  <a:gd name="connsiteY31-928" fmla="*/ 6642 h 10000"/>
                  <a:gd name="connsiteX32-929" fmla="*/ 5611 w 10000"/>
                  <a:gd name="connsiteY32-930" fmla="*/ 6642 h 10000"/>
                  <a:gd name="connsiteX33-931" fmla="*/ 6093 w 10000"/>
                  <a:gd name="connsiteY33-932" fmla="*/ 6129 h 10000"/>
                  <a:gd name="connsiteX34-933" fmla="*/ 6013 w 10000"/>
                  <a:gd name="connsiteY34-934" fmla="*/ 5907 h 10000"/>
                  <a:gd name="connsiteX35-935" fmla="*/ 5820 w 10000"/>
                  <a:gd name="connsiteY35-936" fmla="*/ 5981 h 10000"/>
                  <a:gd name="connsiteX36-937" fmla="*/ 5547 w 10000"/>
                  <a:gd name="connsiteY36-938" fmla="*/ 6312 h 10000"/>
                  <a:gd name="connsiteX37-939" fmla="*/ 4695 w 10000"/>
                  <a:gd name="connsiteY37-940" fmla="*/ 5834 h 10000"/>
                  <a:gd name="connsiteX38-941" fmla="*/ 2510 w 10000"/>
                  <a:gd name="connsiteY38-942" fmla="*/ 5852 h 10000"/>
                  <a:gd name="connsiteX39-943" fmla="*/ 1545 w 10000"/>
                  <a:gd name="connsiteY39-944" fmla="*/ 5981 h 10000"/>
                  <a:gd name="connsiteX40-945" fmla="*/ 1208 w 10000"/>
                  <a:gd name="connsiteY40-946" fmla="*/ 5431 h 10000"/>
                  <a:gd name="connsiteX41-947" fmla="*/ 1514 w 10000"/>
                  <a:gd name="connsiteY41-948" fmla="*/ 4386 h 10000"/>
                  <a:gd name="connsiteX42-949" fmla="*/ 1561 w 10000"/>
                  <a:gd name="connsiteY42-950" fmla="*/ 4203 h 10000"/>
                  <a:gd name="connsiteX43-951" fmla="*/ 1787 w 10000"/>
                  <a:gd name="connsiteY43-952" fmla="*/ 2991 h 10000"/>
                  <a:gd name="connsiteX44-953" fmla="*/ 3136 w 10000"/>
                  <a:gd name="connsiteY44-954" fmla="*/ 2606 h 10000"/>
                  <a:gd name="connsiteX45-955" fmla="*/ 3876 w 10000"/>
                  <a:gd name="connsiteY45-956" fmla="*/ 3799 h 10000"/>
                  <a:gd name="connsiteX46-957" fmla="*/ 2703 w 10000"/>
                  <a:gd name="connsiteY46-958" fmla="*/ 4569 h 10000"/>
                  <a:gd name="connsiteX47-959" fmla="*/ 2719 w 10000"/>
                  <a:gd name="connsiteY47-960" fmla="*/ 4808 h 10000"/>
                  <a:gd name="connsiteX48-961" fmla="*/ 2927 w 10000"/>
                  <a:gd name="connsiteY48-962" fmla="*/ 4771 h 10000"/>
                  <a:gd name="connsiteX49-963" fmla="*/ 4744 w 10000"/>
                  <a:gd name="connsiteY49-964" fmla="*/ 4423 h 10000"/>
                  <a:gd name="connsiteX50-965" fmla="*/ 4937 w 10000"/>
                  <a:gd name="connsiteY50-966" fmla="*/ 4423 h 10000"/>
                  <a:gd name="connsiteX51-967" fmla="*/ 5804 w 10000"/>
                  <a:gd name="connsiteY51-968" fmla="*/ 4184 h 10000"/>
                  <a:gd name="connsiteX52-969" fmla="*/ 6383 w 10000"/>
                  <a:gd name="connsiteY52-970" fmla="*/ 4973 h 10000"/>
                  <a:gd name="connsiteX53-971" fmla="*/ 6512 w 10000"/>
                  <a:gd name="connsiteY53-972" fmla="*/ 5119 h 10000"/>
                  <a:gd name="connsiteX54-973" fmla="*/ 7572 w 10000"/>
                  <a:gd name="connsiteY54-974" fmla="*/ 6532 h 10000"/>
                  <a:gd name="connsiteX55-975" fmla="*/ 7247 w 10000"/>
                  <a:gd name="connsiteY55-976" fmla="*/ 7791 h 10000"/>
                  <a:gd name="connsiteX56-977" fmla="*/ 5483 w 10000"/>
                  <a:gd name="connsiteY56-978" fmla="*/ 8218 h 10000"/>
                  <a:gd name="connsiteX57-979" fmla="*/ 5467 w 10000"/>
                  <a:gd name="connsiteY57-980" fmla="*/ 8273 h 10000"/>
                  <a:gd name="connsiteX58-981" fmla="*/ 3490 w 10000"/>
                  <a:gd name="connsiteY58-982" fmla="*/ 8053 h 10000"/>
                  <a:gd name="connsiteX59-983" fmla="*/ 3345 w 10000"/>
                  <a:gd name="connsiteY59-984" fmla="*/ 7357 h 10000"/>
                  <a:gd name="connsiteX60-985" fmla="*/ 3586 w 10000"/>
                  <a:gd name="connsiteY60-986" fmla="*/ 7082 h 10000"/>
                  <a:gd name="connsiteX61-987" fmla="*/ 3683 w 10000"/>
                  <a:gd name="connsiteY61-988" fmla="*/ 6880 h 10000"/>
                  <a:gd name="connsiteX62-989" fmla="*/ 3490 w 10000"/>
                  <a:gd name="connsiteY62-990" fmla="*/ 6770 h 10000"/>
                  <a:gd name="connsiteX63-991" fmla="*/ 3072 w 10000"/>
                  <a:gd name="connsiteY63-992" fmla="*/ 7247 h 10000"/>
                  <a:gd name="connsiteX64-993" fmla="*/ 3249 w 10000"/>
                  <a:gd name="connsiteY64-994" fmla="*/ 8255 h 10000"/>
                  <a:gd name="connsiteX65-995" fmla="*/ 3249 w 10000"/>
                  <a:gd name="connsiteY65-996" fmla="*/ 8273 h 10000"/>
                  <a:gd name="connsiteX66-997" fmla="*/ 4680 w 10000"/>
                  <a:gd name="connsiteY66-998" fmla="*/ 8825 h 10000"/>
                  <a:gd name="connsiteX67-999" fmla="*/ 5354 w 10000"/>
                  <a:gd name="connsiteY67-1000" fmla="*/ 8677 h 10000"/>
                  <a:gd name="connsiteX68-1001" fmla="*/ 3393 w 10000"/>
                  <a:gd name="connsiteY68-1002" fmla="*/ 9998 h 10000"/>
                  <a:gd name="connsiteX69-1003" fmla="*/ 2253 w 10000"/>
                  <a:gd name="connsiteY69-1004" fmla="*/ 9228 h 10000"/>
                  <a:gd name="connsiteX70-1005" fmla="*/ 1224 w 10000"/>
                  <a:gd name="connsiteY70-1006" fmla="*/ 7137 h 10000"/>
                  <a:gd name="connsiteX71-1007" fmla="*/ 3 w 10000"/>
                  <a:gd name="connsiteY71-1008" fmla="*/ 4954 h 10000"/>
                  <a:gd name="connsiteX0-1009" fmla="*/ 3 w 10000"/>
                  <a:gd name="connsiteY0-1010" fmla="*/ 4954 h 10000"/>
                  <a:gd name="connsiteX1-1011" fmla="*/ 726 w 10000"/>
                  <a:gd name="connsiteY1-1012" fmla="*/ 3028 h 10000"/>
                  <a:gd name="connsiteX2-1013" fmla="*/ 1337 w 10000"/>
                  <a:gd name="connsiteY2-1014" fmla="*/ 1635 h 10000"/>
                  <a:gd name="connsiteX3-1015" fmla="*/ 3233 w 10000"/>
                  <a:gd name="connsiteY3-1016" fmla="*/ 773 h 10000"/>
                  <a:gd name="connsiteX4-1017" fmla="*/ 5997 w 10000"/>
                  <a:gd name="connsiteY4-1018" fmla="*/ 424 h 10000"/>
                  <a:gd name="connsiteX5-1019" fmla="*/ 8488 w 10000"/>
                  <a:gd name="connsiteY5-1020" fmla="*/ 1452 h 10000"/>
                  <a:gd name="connsiteX6-1021" fmla="*/ 9693 w 10000"/>
                  <a:gd name="connsiteY6-1022" fmla="*/ 4661 h 10000"/>
                  <a:gd name="connsiteX7-1023" fmla="*/ 7765 w 10000"/>
                  <a:gd name="connsiteY7-1024" fmla="*/ 5852 h 10000"/>
                  <a:gd name="connsiteX8-1025" fmla="*/ 6752 w 10000"/>
                  <a:gd name="connsiteY8-1026" fmla="*/ 4844 h 10000"/>
                  <a:gd name="connsiteX9-1027" fmla="*/ 7444 w 10000"/>
                  <a:gd name="connsiteY9-1028" fmla="*/ 2845 h 10000"/>
                  <a:gd name="connsiteX10-1029" fmla="*/ 8680 w 10000"/>
                  <a:gd name="connsiteY10-1030" fmla="*/ 2808 h 10000"/>
                  <a:gd name="connsiteX11-1031" fmla="*/ 8873 w 10000"/>
                  <a:gd name="connsiteY11-1032" fmla="*/ 3799 h 10000"/>
                  <a:gd name="connsiteX12-1033" fmla="*/ 8568 w 10000"/>
                  <a:gd name="connsiteY12-1034" fmla="*/ 4203 h 10000"/>
                  <a:gd name="connsiteX13-1035" fmla="*/ 7941 w 10000"/>
                  <a:gd name="connsiteY13-1036" fmla="*/ 4184 h 10000"/>
                  <a:gd name="connsiteX14-1037" fmla="*/ 7748 w 10000"/>
                  <a:gd name="connsiteY14-1038" fmla="*/ 4276 h 10000"/>
                  <a:gd name="connsiteX15-1039" fmla="*/ 7829 w 10000"/>
                  <a:gd name="connsiteY15-1040" fmla="*/ 4496 h 10000"/>
                  <a:gd name="connsiteX16-1041" fmla="*/ 8664 w 10000"/>
                  <a:gd name="connsiteY16-1042" fmla="*/ 4514 h 10000"/>
                  <a:gd name="connsiteX17-1043" fmla="*/ 9163 w 10000"/>
                  <a:gd name="connsiteY17-1044" fmla="*/ 3928 h 10000"/>
                  <a:gd name="connsiteX18-1045" fmla="*/ 8857 w 10000"/>
                  <a:gd name="connsiteY18-1046" fmla="*/ 2533 h 10000"/>
                  <a:gd name="connsiteX19-1047" fmla="*/ 7637 w 10000"/>
                  <a:gd name="connsiteY19-1048" fmla="*/ 2350 h 10000"/>
                  <a:gd name="connsiteX20-1049" fmla="*/ 6720 w 10000"/>
                  <a:gd name="connsiteY20-1050" fmla="*/ 1360 h 10000"/>
                  <a:gd name="connsiteX21-1051" fmla="*/ 5627 w 10000"/>
                  <a:gd name="connsiteY21-1052" fmla="*/ 1470 h 10000"/>
                  <a:gd name="connsiteX22-1053" fmla="*/ 4390 w 10000"/>
                  <a:gd name="connsiteY22-1054" fmla="*/ 902 h 10000"/>
                  <a:gd name="connsiteX23-1055" fmla="*/ 3442 w 10000"/>
                  <a:gd name="connsiteY23-1056" fmla="*/ 1543 h 10000"/>
                  <a:gd name="connsiteX24-1057" fmla="*/ 3201 w 10000"/>
                  <a:gd name="connsiteY24-1058" fmla="*/ 2277 h 10000"/>
                  <a:gd name="connsiteX25-1059" fmla="*/ 1578 w 10000"/>
                  <a:gd name="connsiteY25-1060" fmla="*/ 2771 h 10000"/>
                  <a:gd name="connsiteX26-1061" fmla="*/ 1257 w 10000"/>
                  <a:gd name="connsiteY26-1062" fmla="*/ 4203 h 10000"/>
                  <a:gd name="connsiteX27-1063" fmla="*/ 902 w 10000"/>
                  <a:gd name="connsiteY27-1064" fmla="*/ 5486 h 10000"/>
                  <a:gd name="connsiteX28-1065" fmla="*/ 1417 w 10000"/>
                  <a:gd name="connsiteY28-1066" fmla="*/ 6294 h 10000"/>
                  <a:gd name="connsiteX29-1067" fmla="*/ 2670 w 10000"/>
                  <a:gd name="connsiteY29-1068" fmla="*/ 6129 h 10000"/>
                  <a:gd name="connsiteX30-1069" fmla="*/ 4518 w 10000"/>
                  <a:gd name="connsiteY30-1070" fmla="*/ 6092 h 10000"/>
                  <a:gd name="connsiteX31-1071" fmla="*/ 5531 w 10000"/>
                  <a:gd name="connsiteY31-1072" fmla="*/ 6642 h 10000"/>
                  <a:gd name="connsiteX32-1073" fmla="*/ 5611 w 10000"/>
                  <a:gd name="connsiteY32-1074" fmla="*/ 6642 h 10000"/>
                  <a:gd name="connsiteX33-1075" fmla="*/ 6093 w 10000"/>
                  <a:gd name="connsiteY33-1076" fmla="*/ 6129 h 10000"/>
                  <a:gd name="connsiteX34-1077" fmla="*/ 6013 w 10000"/>
                  <a:gd name="connsiteY34-1078" fmla="*/ 5907 h 10000"/>
                  <a:gd name="connsiteX35-1079" fmla="*/ 5820 w 10000"/>
                  <a:gd name="connsiteY35-1080" fmla="*/ 5981 h 10000"/>
                  <a:gd name="connsiteX36-1081" fmla="*/ 5547 w 10000"/>
                  <a:gd name="connsiteY36-1082" fmla="*/ 6312 h 10000"/>
                  <a:gd name="connsiteX37-1083" fmla="*/ 4695 w 10000"/>
                  <a:gd name="connsiteY37-1084" fmla="*/ 5834 h 10000"/>
                  <a:gd name="connsiteX38-1085" fmla="*/ 2510 w 10000"/>
                  <a:gd name="connsiteY38-1086" fmla="*/ 5852 h 10000"/>
                  <a:gd name="connsiteX39-1087" fmla="*/ 1545 w 10000"/>
                  <a:gd name="connsiteY39-1088" fmla="*/ 5981 h 10000"/>
                  <a:gd name="connsiteX40-1089" fmla="*/ 1208 w 10000"/>
                  <a:gd name="connsiteY40-1090" fmla="*/ 5431 h 10000"/>
                  <a:gd name="connsiteX41-1091" fmla="*/ 1514 w 10000"/>
                  <a:gd name="connsiteY41-1092" fmla="*/ 4386 h 10000"/>
                  <a:gd name="connsiteX42-1093" fmla="*/ 1561 w 10000"/>
                  <a:gd name="connsiteY42-1094" fmla="*/ 4203 h 10000"/>
                  <a:gd name="connsiteX43-1095" fmla="*/ 1787 w 10000"/>
                  <a:gd name="connsiteY43-1096" fmla="*/ 2991 h 10000"/>
                  <a:gd name="connsiteX44-1097" fmla="*/ 3136 w 10000"/>
                  <a:gd name="connsiteY44-1098" fmla="*/ 2606 h 10000"/>
                  <a:gd name="connsiteX45-1099" fmla="*/ 3876 w 10000"/>
                  <a:gd name="connsiteY45-1100" fmla="*/ 3799 h 10000"/>
                  <a:gd name="connsiteX46-1101" fmla="*/ 2703 w 10000"/>
                  <a:gd name="connsiteY46-1102" fmla="*/ 4569 h 10000"/>
                  <a:gd name="connsiteX47-1103" fmla="*/ 2719 w 10000"/>
                  <a:gd name="connsiteY47-1104" fmla="*/ 4808 h 10000"/>
                  <a:gd name="connsiteX48-1105" fmla="*/ 2927 w 10000"/>
                  <a:gd name="connsiteY48-1106" fmla="*/ 4771 h 10000"/>
                  <a:gd name="connsiteX49-1107" fmla="*/ 4744 w 10000"/>
                  <a:gd name="connsiteY49-1108" fmla="*/ 4423 h 10000"/>
                  <a:gd name="connsiteX50-1109" fmla="*/ 4937 w 10000"/>
                  <a:gd name="connsiteY50-1110" fmla="*/ 4423 h 10000"/>
                  <a:gd name="connsiteX51-1111" fmla="*/ 5804 w 10000"/>
                  <a:gd name="connsiteY51-1112" fmla="*/ 4184 h 10000"/>
                  <a:gd name="connsiteX52-1113" fmla="*/ 6383 w 10000"/>
                  <a:gd name="connsiteY52-1114" fmla="*/ 4973 h 10000"/>
                  <a:gd name="connsiteX53-1115" fmla="*/ 6512 w 10000"/>
                  <a:gd name="connsiteY53-1116" fmla="*/ 5119 h 10000"/>
                  <a:gd name="connsiteX54-1117" fmla="*/ 7572 w 10000"/>
                  <a:gd name="connsiteY54-1118" fmla="*/ 6532 h 10000"/>
                  <a:gd name="connsiteX55-1119" fmla="*/ 7247 w 10000"/>
                  <a:gd name="connsiteY55-1120" fmla="*/ 7791 h 10000"/>
                  <a:gd name="connsiteX56-1121" fmla="*/ 5483 w 10000"/>
                  <a:gd name="connsiteY56-1122" fmla="*/ 8218 h 10000"/>
                  <a:gd name="connsiteX57-1123" fmla="*/ 5467 w 10000"/>
                  <a:gd name="connsiteY57-1124" fmla="*/ 8273 h 10000"/>
                  <a:gd name="connsiteX58-1125" fmla="*/ 3490 w 10000"/>
                  <a:gd name="connsiteY58-1126" fmla="*/ 8053 h 10000"/>
                  <a:gd name="connsiteX59-1127" fmla="*/ 3345 w 10000"/>
                  <a:gd name="connsiteY59-1128" fmla="*/ 7357 h 10000"/>
                  <a:gd name="connsiteX60-1129" fmla="*/ 3586 w 10000"/>
                  <a:gd name="connsiteY60-1130" fmla="*/ 7082 h 10000"/>
                  <a:gd name="connsiteX61-1131" fmla="*/ 3683 w 10000"/>
                  <a:gd name="connsiteY61-1132" fmla="*/ 6880 h 10000"/>
                  <a:gd name="connsiteX62-1133" fmla="*/ 3490 w 10000"/>
                  <a:gd name="connsiteY62-1134" fmla="*/ 6770 h 10000"/>
                  <a:gd name="connsiteX63-1135" fmla="*/ 3072 w 10000"/>
                  <a:gd name="connsiteY63-1136" fmla="*/ 7247 h 10000"/>
                  <a:gd name="connsiteX64-1137" fmla="*/ 3249 w 10000"/>
                  <a:gd name="connsiteY64-1138" fmla="*/ 8255 h 10000"/>
                  <a:gd name="connsiteX65-1139" fmla="*/ 3249 w 10000"/>
                  <a:gd name="connsiteY65-1140" fmla="*/ 8273 h 10000"/>
                  <a:gd name="connsiteX66-1141" fmla="*/ 4680 w 10000"/>
                  <a:gd name="connsiteY66-1142" fmla="*/ 8825 h 10000"/>
                  <a:gd name="connsiteX67-1143" fmla="*/ 5354 w 10000"/>
                  <a:gd name="connsiteY67-1144" fmla="*/ 8677 h 10000"/>
                  <a:gd name="connsiteX68-1145" fmla="*/ 3393 w 10000"/>
                  <a:gd name="connsiteY68-1146" fmla="*/ 9998 h 10000"/>
                  <a:gd name="connsiteX69-1147" fmla="*/ 2253 w 10000"/>
                  <a:gd name="connsiteY69-1148" fmla="*/ 9228 h 10000"/>
                  <a:gd name="connsiteX70-1149" fmla="*/ 1224 w 10000"/>
                  <a:gd name="connsiteY70-1150" fmla="*/ 7137 h 10000"/>
                  <a:gd name="connsiteX71-1151" fmla="*/ 3 w 10000"/>
                  <a:gd name="connsiteY71-1152" fmla="*/ 4954 h 10000"/>
                  <a:gd name="connsiteX0-1153" fmla="*/ 3 w 10000"/>
                  <a:gd name="connsiteY0-1154" fmla="*/ 4954 h 10000"/>
                  <a:gd name="connsiteX1-1155" fmla="*/ 726 w 10000"/>
                  <a:gd name="connsiteY1-1156" fmla="*/ 3028 h 10000"/>
                  <a:gd name="connsiteX2-1157" fmla="*/ 1337 w 10000"/>
                  <a:gd name="connsiteY2-1158" fmla="*/ 1635 h 10000"/>
                  <a:gd name="connsiteX3-1159" fmla="*/ 3233 w 10000"/>
                  <a:gd name="connsiteY3-1160" fmla="*/ 773 h 10000"/>
                  <a:gd name="connsiteX4-1161" fmla="*/ 5997 w 10000"/>
                  <a:gd name="connsiteY4-1162" fmla="*/ 424 h 10000"/>
                  <a:gd name="connsiteX5-1163" fmla="*/ 8488 w 10000"/>
                  <a:gd name="connsiteY5-1164" fmla="*/ 1452 h 10000"/>
                  <a:gd name="connsiteX6-1165" fmla="*/ 9693 w 10000"/>
                  <a:gd name="connsiteY6-1166" fmla="*/ 4661 h 10000"/>
                  <a:gd name="connsiteX7-1167" fmla="*/ 7765 w 10000"/>
                  <a:gd name="connsiteY7-1168" fmla="*/ 5852 h 10000"/>
                  <a:gd name="connsiteX8-1169" fmla="*/ 6752 w 10000"/>
                  <a:gd name="connsiteY8-1170" fmla="*/ 4844 h 10000"/>
                  <a:gd name="connsiteX9-1171" fmla="*/ 7444 w 10000"/>
                  <a:gd name="connsiteY9-1172" fmla="*/ 2845 h 10000"/>
                  <a:gd name="connsiteX10-1173" fmla="*/ 8680 w 10000"/>
                  <a:gd name="connsiteY10-1174" fmla="*/ 2808 h 10000"/>
                  <a:gd name="connsiteX11-1175" fmla="*/ 8873 w 10000"/>
                  <a:gd name="connsiteY11-1176" fmla="*/ 3799 h 10000"/>
                  <a:gd name="connsiteX12-1177" fmla="*/ 8568 w 10000"/>
                  <a:gd name="connsiteY12-1178" fmla="*/ 4203 h 10000"/>
                  <a:gd name="connsiteX13-1179" fmla="*/ 7941 w 10000"/>
                  <a:gd name="connsiteY13-1180" fmla="*/ 4184 h 10000"/>
                  <a:gd name="connsiteX14-1181" fmla="*/ 7748 w 10000"/>
                  <a:gd name="connsiteY14-1182" fmla="*/ 4276 h 10000"/>
                  <a:gd name="connsiteX15-1183" fmla="*/ 7829 w 10000"/>
                  <a:gd name="connsiteY15-1184" fmla="*/ 4496 h 10000"/>
                  <a:gd name="connsiteX16-1185" fmla="*/ 8664 w 10000"/>
                  <a:gd name="connsiteY16-1186" fmla="*/ 4514 h 10000"/>
                  <a:gd name="connsiteX17-1187" fmla="*/ 9163 w 10000"/>
                  <a:gd name="connsiteY17-1188" fmla="*/ 3928 h 10000"/>
                  <a:gd name="connsiteX18-1189" fmla="*/ 8857 w 10000"/>
                  <a:gd name="connsiteY18-1190" fmla="*/ 2533 h 10000"/>
                  <a:gd name="connsiteX19-1191" fmla="*/ 7637 w 10000"/>
                  <a:gd name="connsiteY19-1192" fmla="*/ 2350 h 10000"/>
                  <a:gd name="connsiteX20-1193" fmla="*/ 6720 w 10000"/>
                  <a:gd name="connsiteY20-1194" fmla="*/ 1360 h 10000"/>
                  <a:gd name="connsiteX21-1195" fmla="*/ 5627 w 10000"/>
                  <a:gd name="connsiteY21-1196" fmla="*/ 1470 h 10000"/>
                  <a:gd name="connsiteX22-1197" fmla="*/ 4390 w 10000"/>
                  <a:gd name="connsiteY22-1198" fmla="*/ 902 h 10000"/>
                  <a:gd name="connsiteX23-1199" fmla="*/ 3442 w 10000"/>
                  <a:gd name="connsiteY23-1200" fmla="*/ 1543 h 10000"/>
                  <a:gd name="connsiteX24-1201" fmla="*/ 3201 w 10000"/>
                  <a:gd name="connsiteY24-1202" fmla="*/ 2277 h 10000"/>
                  <a:gd name="connsiteX25-1203" fmla="*/ 1578 w 10000"/>
                  <a:gd name="connsiteY25-1204" fmla="*/ 2771 h 10000"/>
                  <a:gd name="connsiteX26-1205" fmla="*/ 1257 w 10000"/>
                  <a:gd name="connsiteY26-1206" fmla="*/ 4203 h 10000"/>
                  <a:gd name="connsiteX27-1207" fmla="*/ 902 w 10000"/>
                  <a:gd name="connsiteY27-1208" fmla="*/ 5486 h 10000"/>
                  <a:gd name="connsiteX28-1209" fmla="*/ 1417 w 10000"/>
                  <a:gd name="connsiteY28-1210" fmla="*/ 6294 h 10000"/>
                  <a:gd name="connsiteX29-1211" fmla="*/ 2670 w 10000"/>
                  <a:gd name="connsiteY29-1212" fmla="*/ 6129 h 10000"/>
                  <a:gd name="connsiteX30-1213" fmla="*/ 4518 w 10000"/>
                  <a:gd name="connsiteY30-1214" fmla="*/ 6092 h 10000"/>
                  <a:gd name="connsiteX31-1215" fmla="*/ 5531 w 10000"/>
                  <a:gd name="connsiteY31-1216" fmla="*/ 6642 h 10000"/>
                  <a:gd name="connsiteX32-1217" fmla="*/ 5611 w 10000"/>
                  <a:gd name="connsiteY32-1218" fmla="*/ 6642 h 10000"/>
                  <a:gd name="connsiteX33-1219" fmla="*/ 6093 w 10000"/>
                  <a:gd name="connsiteY33-1220" fmla="*/ 6129 h 10000"/>
                  <a:gd name="connsiteX34-1221" fmla="*/ 6013 w 10000"/>
                  <a:gd name="connsiteY34-1222" fmla="*/ 5907 h 10000"/>
                  <a:gd name="connsiteX35-1223" fmla="*/ 5820 w 10000"/>
                  <a:gd name="connsiteY35-1224" fmla="*/ 5981 h 10000"/>
                  <a:gd name="connsiteX36-1225" fmla="*/ 5547 w 10000"/>
                  <a:gd name="connsiteY36-1226" fmla="*/ 6312 h 10000"/>
                  <a:gd name="connsiteX37-1227" fmla="*/ 4695 w 10000"/>
                  <a:gd name="connsiteY37-1228" fmla="*/ 5834 h 10000"/>
                  <a:gd name="connsiteX38-1229" fmla="*/ 2510 w 10000"/>
                  <a:gd name="connsiteY38-1230" fmla="*/ 5852 h 10000"/>
                  <a:gd name="connsiteX39-1231" fmla="*/ 1545 w 10000"/>
                  <a:gd name="connsiteY39-1232" fmla="*/ 5981 h 10000"/>
                  <a:gd name="connsiteX40-1233" fmla="*/ 1208 w 10000"/>
                  <a:gd name="connsiteY40-1234" fmla="*/ 5431 h 10000"/>
                  <a:gd name="connsiteX41-1235" fmla="*/ 1514 w 10000"/>
                  <a:gd name="connsiteY41-1236" fmla="*/ 4386 h 10000"/>
                  <a:gd name="connsiteX42-1237" fmla="*/ 1561 w 10000"/>
                  <a:gd name="connsiteY42-1238" fmla="*/ 4203 h 10000"/>
                  <a:gd name="connsiteX43-1239" fmla="*/ 1787 w 10000"/>
                  <a:gd name="connsiteY43-1240" fmla="*/ 2991 h 10000"/>
                  <a:gd name="connsiteX44-1241" fmla="*/ 3136 w 10000"/>
                  <a:gd name="connsiteY44-1242" fmla="*/ 2606 h 10000"/>
                  <a:gd name="connsiteX45-1243" fmla="*/ 3876 w 10000"/>
                  <a:gd name="connsiteY45-1244" fmla="*/ 3799 h 10000"/>
                  <a:gd name="connsiteX46-1245" fmla="*/ 2703 w 10000"/>
                  <a:gd name="connsiteY46-1246" fmla="*/ 4569 h 10000"/>
                  <a:gd name="connsiteX47-1247" fmla="*/ 2719 w 10000"/>
                  <a:gd name="connsiteY47-1248" fmla="*/ 4808 h 10000"/>
                  <a:gd name="connsiteX48-1249" fmla="*/ 2927 w 10000"/>
                  <a:gd name="connsiteY48-1250" fmla="*/ 4771 h 10000"/>
                  <a:gd name="connsiteX49-1251" fmla="*/ 4744 w 10000"/>
                  <a:gd name="connsiteY49-1252" fmla="*/ 4423 h 10000"/>
                  <a:gd name="connsiteX50-1253" fmla="*/ 4937 w 10000"/>
                  <a:gd name="connsiteY50-1254" fmla="*/ 4423 h 10000"/>
                  <a:gd name="connsiteX51-1255" fmla="*/ 5804 w 10000"/>
                  <a:gd name="connsiteY51-1256" fmla="*/ 4184 h 10000"/>
                  <a:gd name="connsiteX52-1257" fmla="*/ 6383 w 10000"/>
                  <a:gd name="connsiteY52-1258" fmla="*/ 4973 h 10000"/>
                  <a:gd name="connsiteX53-1259" fmla="*/ 6512 w 10000"/>
                  <a:gd name="connsiteY53-1260" fmla="*/ 5119 h 10000"/>
                  <a:gd name="connsiteX54-1261" fmla="*/ 7572 w 10000"/>
                  <a:gd name="connsiteY54-1262" fmla="*/ 6532 h 10000"/>
                  <a:gd name="connsiteX55-1263" fmla="*/ 7247 w 10000"/>
                  <a:gd name="connsiteY55-1264" fmla="*/ 7791 h 10000"/>
                  <a:gd name="connsiteX56-1265" fmla="*/ 5483 w 10000"/>
                  <a:gd name="connsiteY56-1266" fmla="*/ 8218 h 10000"/>
                  <a:gd name="connsiteX57-1267" fmla="*/ 5467 w 10000"/>
                  <a:gd name="connsiteY57-1268" fmla="*/ 8273 h 10000"/>
                  <a:gd name="connsiteX58-1269" fmla="*/ 3490 w 10000"/>
                  <a:gd name="connsiteY58-1270" fmla="*/ 8053 h 10000"/>
                  <a:gd name="connsiteX59-1271" fmla="*/ 3345 w 10000"/>
                  <a:gd name="connsiteY59-1272" fmla="*/ 7357 h 10000"/>
                  <a:gd name="connsiteX60-1273" fmla="*/ 3586 w 10000"/>
                  <a:gd name="connsiteY60-1274" fmla="*/ 7082 h 10000"/>
                  <a:gd name="connsiteX61-1275" fmla="*/ 3683 w 10000"/>
                  <a:gd name="connsiteY61-1276" fmla="*/ 6880 h 10000"/>
                  <a:gd name="connsiteX62-1277" fmla="*/ 3490 w 10000"/>
                  <a:gd name="connsiteY62-1278" fmla="*/ 6770 h 10000"/>
                  <a:gd name="connsiteX63-1279" fmla="*/ 3072 w 10000"/>
                  <a:gd name="connsiteY63-1280" fmla="*/ 7247 h 10000"/>
                  <a:gd name="connsiteX64-1281" fmla="*/ 3249 w 10000"/>
                  <a:gd name="connsiteY64-1282" fmla="*/ 8255 h 10000"/>
                  <a:gd name="connsiteX65-1283" fmla="*/ 3249 w 10000"/>
                  <a:gd name="connsiteY65-1284" fmla="*/ 8273 h 10000"/>
                  <a:gd name="connsiteX66-1285" fmla="*/ 4680 w 10000"/>
                  <a:gd name="connsiteY66-1286" fmla="*/ 8825 h 10000"/>
                  <a:gd name="connsiteX67-1287" fmla="*/ 5354 w 10000"/>
                  <a:gd name="connsiteY67-1288" fmla="*/ 8677 h 10000"/>
                  <a:gd name="connsiteX68-1289" fmla="*/ 3393 w 10000"/>
                  <a:gd name="connsiteY68-1290" fmla="*/ 9998 h 10000"/>
                  <a:gd name="connsiteX69-1291" fmla="*/ 2253 w 10000"/>
                  <a:gd name="connsiteY69-1292" fmla="*/ 9228 h 10000"/>
                  <a:gd name="connsiteX70-1293" fmla="*/ 1224 w 10000"/>
                  <a:gd name="connsiteY70-1294" fmla="*/ 7137 h 10000"/>
                  <a:gd name="connsiteX71-1295" fmla="*/ 3 w 10000"/>
                  <a:gd name="connsiteY71-1296" fmla="*/ 4954 h 10000"/>
                  <a:gd name="connsiteX0-1297" fmla="*/ 3 w 10000"/>
                  <a:gd name="connsiteY0-1298" fmla="*/ 4954 h 10000"/>
                  <a:gd name="connsiteX1-1299" fmla="*/ 726 w 10000"/>
                  <a:gd name="connsiteY1-1300" fmla="*/ 3028 h 10000"/>
                  <a:gd name="connsiteX2-1301" fmla="*/ 1337 w 10000"/>
                  <a:gd name="connsiteY2-1302" fmla="*/ 1635 h 10000"/>
                  <a:gd name="connsiteX3-1303" fmla="*/ 3233 w 10000"/>
                  <a:gd name="connsiteY3-1304" fmla="*/ 773 h 10000"/>
                  <a:gd name="connsiteX4-1305" fmla="*/ 5997 w 10000"/>
                  <a:gd name="connsiteY4-1306" fmla="*/ 424 h 10000"/>
                  <a:gd name="connsiteX5-1307" fmla="*/ 8488 w 10000"/>
                  <a:gd name="connsiteY5-1308" fmla="*/ 1452 h 10000"/>
                  <a:gd name="connsiteX6-1309" fmla="*/ 9693 w 10000"/>
                  <a:gd name="connsiteY6-1310" fmla="*/ 4661 h 10000"/>
                  <a:gd name="connsiteX7-1311" fmla="*/ 7765 w 10000"/>
                  <a:gd name="connsiteY7-1312" fmla="*/ 5852 h 10000"/>
                  <a:gd name="connsiteX8-1313" fmla="*/ 6752 w 10000"/>
                  <a:gd name="connsiteY8-1314" fmla="*/ 4844 h 10000"/>
                  <a:gd name="connsiteX9-1315" fmla="*/ 7444 w 10000"/>
                  <a:gd name="connsiteY9-1316" fmla="*/ 2845 h 10000"/>
                  <a:gd name="connsiteX10-1317" fmla="*/ 8680 w 10000"/>
                  <a:gd name="connsiteY10-1318" fmla="*/ 2808 h 10000"/>
                  <a:gd name="connsiteX11-1319" fmla="*/ 8873 w 10000"/>
                  <a:gd name="connsiteY11-1320" fmla="*/ 3799 h 10000"/>
                  <a:gd name="connsiteX12-1321" fmla="*/ 8568 w 10000"/>
                  <a:gd name="connsiteY12-1322" fmla="*/ 4203 h 10000"/>
                  <a:gd name="connsiteX13-1323" fmla="*/ 7941 w 10000"/>
                  <a:gd name="connsiteY13-1324" fmla="*/ 4184 h 10000"/>
                  <a:gd name="connsiteX14-1325" fmla="*/ 7748 w 10000"/>
                  <a:gd name="connsiteY14-1326" fmla="*/ 4276 h 10000"/>
                  <a:gd name="connsiteX15-1327" fmla="*/ 7829 w 10000"/>
                  <a:gd name="connsiteY15-1328" fmla="*/ 4496 h 10000"/>
                  <a:gd name="connsiteX16-1329" fmla="*/ 8664 w 10000"/>
                  <a:gd name="connsiteY16-1330" fmla="*/ 4514 h 10000"/>
                  <a:gd name="connsiteX17-1331" fmla="*/ 9163 w 10000"/>
                  <a:gd name="connsiteY17-1332" fmla="*/ 3928 h 10000"/>
                  <a:gd name="connsiteX18-1333" fmla="*/ 8857 w 10000"/>
                  <a:gd name="connsiteY18-1334" fmla="*/ 2533 h 10000"/>
                  <a:gd name="connsiteX19-1335" fmla="*/ 7637 w 10000"/>
                  <a:gd name="connsiteY19-1336" fmla="*/ 2350 h 10000"/>
                  <a:gd name="connsiteX20-1337" fmla="*/ 6720 w 10000"/>
                  <a:gd name="connsiteY20-1338" fmla="*/ 1360 h 10000"/>
                  <a:gd name="connsiteX21-1339" fmla="*/ 5627 w 10000"/>
                  <a:gd name="connsiteY21-1340" fmla="*/ 1470 h 10000"/>
                  <a:gd name="connsiteX22-1341" fmla="*/ 4390 w 10000"/>
                  <a:gd name="connsiteY22-1342" fmla="*/ 902 h 10000"/>
                  <a:gd name="connsiteX23-1343" fmla="*/ 3442 w 10000"/>
                  <a:gd name="connsiteY23-1344" fmla="*/ 1543 h 10000"/>
                  <a:gd name="connsiteX24-1345" fmla="*/ 3201 w 10000"/>
                  <a:gd name="connsiteY24-1346" fmla="*/ 2277 h 10000"/>
                  <a:gd name="connsiteX25-1347" fmla="*/ 1578 w 10000"/>
                  <a:gd name="connsiteY25-1348" fmla="*/ 2771 h 10000"/>
                  <a:gd name="connsiteX26-1349" fmla="*/ 1257 w 10000"/>
                  <a:gd name="connsiteY26-1350" fmla="*/ 4203 h 10000"/>
                  <a:gd name="connsiteX27-1351" fmla="*/ 902 w 10000"/>
                  <a:gd name="connsiteY27-1352" fmla="*/ 5486 h 10000"/>
                  <a:gd name="connsiteX28-1353" fmla="*/ 1417 w 10000"/>
                  <a:gd name="connsiteY28-1354" fmla="*/ 6294 h 10000"/>
                  <a:gd name="connsiteX29-1355" fmla="*/ 2670 w 10000"/>
                  <a:gd name="connsiteY29-1356" fmla="*/ 6129 h 10000"/>
                  <a:gd name="connsiteX30-1357" fmla="*/ 4518 w 10000"/>
                  <a:gd name="connsiteY30-1358" fmla="*/ 6092 h 10000"/>
                  <a:gd name="connsiteX31-1359" fmla="*/ 5531 w 10000"/>
                  <a:gd name="connsiteY31-1360" fmla="*/ 6642 h 10000"/>
                  <a:gd name="connsiteX32-1361" fmla="*/ 5611 w 10000"/>
                  <a:gd name="connsiteY32-1362" fmla="*/ 6642 h 10000"/>
                  <a:gd name="connsiteX33-1363" fmla="*/ 6093 w 10000"/>
                  <a:gd name="connsiteY33-1364" fmla="*/ 6129 h 10000"/>
                  <a:gd name="connsiteX34-1365" fmla="*/ 6013 w 10000"/>
                  <a:gd name="connsiteY34-1366" fmla="*/ 5907 h 10000"/>
                  <a:gd name="connsiteX35-1367" fmla="*/ 5820 w 10000"/>
                  <a:gd name="connsiteY35-1368" fmla="*/ 5981 h 10000"/>
                  <a:gd name="connsiteX36-1369" fmla="*/ 5547 w 10000"/>
                  <a:gd name="connsiteY36-1370" fmla="*/ 6312 h 10000"/>
                  <a:gd name="connsiteX37-1371" fmla="*/ 4695 w 10000"/>
                  <a:gd name="connsiteY37-1372" fmla="*/ 5834 h 10000"/>
                  <a:gd name="connsiteX38-1373" fmla="*/ 2510 w 10000"/>
                  <a:gd name="connsiteY38-1374" fmla="*/ 5852 h 10000"/>
                  <a:gd name="connsiteX39-1375" fmla="*/ 1545 w 10000"/>
                  <a:gd name="connsiteY39-1376" fmla="*/ 5981 h 10000"/>
                  <a:gd name="connsiteX40-1377" fmla="*/ 1208 w 10000"/>
                  <a:gd name="connsiteY40-1378" fmla="*/ 5431 h 10000"/>
                  <a:gd name="connsiteX41-1379" fmla="*/ 1514 w 10000"/>
                  <a:gd name="connsiteY41-1380" fmla="*/ 4386 h 10000"/>
                  <a:gd name="connsiteX42-1381" fmla="*/ 1561 w 10000"/>
                  <a:gd name="connsiteY42-1382" fmla="*/ 4203 h 10000"/>
                  <a:gd name="connsiteX43-1383" fmla="*/ 1787 w 10000"/>
                  <a:gd name="connsiteY43-1384" fmla="*/ 2991 h 10000"/>
                  <a:gd name="connsiteX44-1385" fmla="*/ 3136 w 10000"/>
                  <a:gd name="connsiteY44-1386" fmla="*/ 2606 h 10000"/>
                  <a:gd name="connsiteX45-1387" fmla="*/ 3876 w 10000"/>
                  <a:gd name="connsiteY45-1388" fmla="*/ 3799 h 10000"/>
                  <a:gd name="connsiteX46-1389" fmla="*/ 2703 w 10000"/>
                  <a:gd name="connsiteY46-1390" fmla="*/ 4569 h 10000"/>
                  <a:gd name="connsiteX47-1391" fmla="*/ 2719 w 10000"/>
                  <a:gd name="connsiteY47-1392" fmla="*/ 4808 h 10000"/>
                  <a:gd name="connsiteX48-1393" fmla="*/ 2927 w 10000"/>
                  <a:gd name="connsiteY48-1394" fmla="*/ 4771 h 10000"/>
                  <a:gd name="connsiteX49-1395" fmla="*/ 4744 w 10000"/>
                  <a:gd name="connsiteY49-1396" fmla="*/ 4423 h 10000"/>
                  <a:gd name="connsiteX50-1397" fmla="*/ 4937 w 10000"/>
                  <a:gd name="connsiteY50-1398" fmla="*/ 4423 h 10000"/>
                  <a:gd name="connsiteX51-1399" fmla="*/ 5804 w 10000"/>
                  <a:gd name="connsiteY51-1400" fmla="*/ 4184 h 10000"/>
                  <a:gd name="connsiteX52-1401" fmla="*/ 6383 w 10000"/>
                  <a:gd name="connsiteY52-1402" fmla="*/ 4973 h 10000"/>
                  <a:gd name="connsiteX53-1403" fmla="*/ 6512 w 10000"/>
                  <a:gd name="connsiteY53-1404" fmla="*/ 5119 h 10000"/>
                  <a:gd name="connsiteX54-1405" fmla="*/ 7572 w 10000"/>
                  <a:gd name="connsiteY54-1406" fmla="*/ 6532 h 10000"/>
                  <a:gd name="connsiteX55-1407" fmla="*/ 7209 w 10000"/>
                  <a:gd name="connsiteY55-1408" fmla="*/ 7879 h 10000"/>
                  <a:gd name="connsiteX56-1409" fmla="*/ 5483 w 10000"/>
                  <a:gd name="connsiteY56-1410" fmla="*/ 8218 h 10000"/>
                  <a:gd name="connsiteX57-1411" fmla="*/ 5467 w 10000"/>
                  <a:gd name="connsiteY57-1412" fmla="*/ 8273 h 10000"/>
                  <a:gd name="connsiteX58-1413" fmla="*/ 3490 w 10000"/>
                  <a:gd name="connsiteY58-1414" fmla="*/ 8053 h 10000"/>
                  <a:gd name="connsiteX59-1415" fmla="*/ 3345 w 10000"/>
                  <a:gd name="connsiteY59-1416" fmla="*/ 7357 h 10000"/>
                  <a:gd name="connsiteX60-1417" fmla="*/ 3586 w 10000"/>
                  <a:gd name="connsiteY60-1418" fmla="*/ 7082 h 10000"/>
                  <a:gd name="connsiteX61-1419" fmla="*/ 3683 w 10000"/>
                  <a:gd name="connsiteY61-1420" fmla="*/ 6880 h 10000"/>
                  <a:gd name="connsiteX62-1421" fmla="*/ 3490 w 10000"/>
                  <a:gd name="connsiteY62-1422" fmla="*/ 6770 h 10000"/>
                  <a:gd name="connsiteX63-1423" fmla="*/ 3072 w 10000"/>
                  <a:gd name="connsiteY63-1424" fmla="*/ 7247 h 10000"/>
                  <a:gd name="connsiteX64-1425" fmla="*/ 3249 w 10000"/>
                  <a:gd name="connsiteY64-1426" fmla="*/ 8255 h 10000"/>
                  <a:gd name="connsiteX65-1427" fmla="*/ 3249 w 10000"/>
                  <a:gd name="connsiteY65-1428" fmla="*/ 8273 h 10000"/>
                  <a:gd name="connsiteX66-1429" fmla="*/ 4680 w 10000"/>
                  <a:gd name="connsiteY66-1430" fmla="*/ 8825 h 10000"/>
                  <a:gd name="connsiteX67-1431" fmla="*/ 5354 w 10000"/>
                  <a:gd name="connsiteY67-1432" fmla="*/ 8677 h 10000"/>
                  <a:gd name="connsiteX68-1433" fmla="*/ 3393 w 10000"/>
                  <a:gd name="connsiteY68-1434" fmla="*/ 9998 h 10000"/>
                  <a:gd name="connsiteX69-1435" fmla="*/ 2253 w 10000"/>
                  <a:gd name="connsiteY69-1436" fmla="*/ 9228 h 10000"/>
                  <a:gd name="connsiteX70-1437" fmla="*/ 1224 w 10000"/>
                  <a:gd name="connsiteY70-1438" fmla="*/ 7137 h 10000"/>
                  <a:gd name="connsiteX71-1439" fmla="*/ 3 w 10000"/>
                  <a:gd name="connsiteY71-1440" fmla="*/ 4954 h 10000"/>
                  <a:gd name="connsiteX0-1441" fmla="*/ 3 w 10000"/>
                  <a:gd name="connsiteY0-1442" fmla="*/ 4954 h 10000"/>
                  <a:gd name="connsiteX1-1443" fmla="*/ 726 w 10000"/>
                  <a:gd name="connsiteY1-1444" fmla="*/ 3028 h 10000"/>
                  <a:gd name="connsiteX2-1445" fmla="*/ 1337 w 10000"/>
                  <a:gd name="connsiteY2-1446" fmla="*/ 1635 h 10000"/>
                  <a:gd name="connsiteX3-1447" fmla="*/ 3233 w 10000"/>
                  <a:gd name="connsiteY3-1448" fmla="*/ 773 h 10000"/>
                  <a:gd name="connsiteX4-1449" fmla="*/ 5997 w 10000"/>
                  <a:gd name="connsiteY4-1450" fmla="*/ 424 h 10000"/>
                  <a:gd name="connsiteX5-1451" fmla="*/ 8488 w 10000"/>
                  <a:gd name="connsiteY5-1452" fmla="*/ 1452 h 10000"/>
                  <a:gd name="connsiteX6-1453" fmla="*/ 9693 w 10000"/>
                  <a:gd name="connsiteY6-1454" fmla="*/ 4661 h 10000"/>
                  <a:gd name="connsiteX7-1455" fmla="*/ 7765 w 10000"/>
                  <a:gd name="connsiteY7-1456" fmla="*/ 5852 h 10000"/>
                  <a:gd name="connsiteX8-1457" fmla="*/ 6752 w 10000"/>
                  <a:gd name="connsiteY8-1458" fmla="*/ 4844 h 10000"/>
                  <a:gd name="connsiteX9-1459" fmla="*/ 7444 w 10000"/>
                  <a:gd name="connsiteY9-1460" fmla="*/ 2845 h 10000"/>
                  <a:gd name="connsiteX10-1461" fmla="*/ 8680 w 10000"/>
                  <a:gd name="connsiteY10-1462" fmla="*/ 2808 h 10000"/>
                  <a:gd name="connsiteX11-1463" fmla="*/ 8873 w 10000"/>
                  <a:gd name="connsiteY11-1464" fmla="*/ 3799 h 10000"/>
                  <a:gd name="connsiteX12-1465" fmla="*/ 8568 w 10000"/>
                  <a:gd name="connsiteY12-1466" fmla="*/ 4203 h 10000"/>
                  <a:gd name="connsiteX13-1467" fmla="*/ 7941 w 10000"/>
                  <a:gd name="connsiteY13-1468" fmla="*/ 4184 h 10000"/>
                  <a:gd name="connsiteX14-1469" fmla="*/ 7748 w 10000"/>
                  <a:gd name="connsiteY14-1470" fmla="*/ 4276 h 10000"/>
                  <a:gd name="connsiteX15-1471" fmla="*/ 7829 w 10000"/>
                  <a:gd name="connsiteY15-1472" fmla="*/ 4496 h 10000"/>
                  <a:gd name="connsiteX16-1473" fmla="*/ 8664 w 10000"/>
                  <a:gd name="connsiteY16-1474" fmla="*/ 4514 h 10000"/>
                  <a:gd name="connsiteX17-1475" fmla="*/ 9163 w 10000"/>
                  <a:gd name="connsiteY17-1476" fmla="*/ 3928 h 10000"/>
                  <a:gd name="connsiteX18-1477" fmla="*/ 8857 w 10000"/>
                  <a:gd name="connsiteY18-1478" fmla="*/ 2533 h 10000"/>
                  <a:gd name="connsiteX19-1479" fmla="*/ 7637 w 10000"/>
                  <a:gd name="connsiteY19-1480" fmla="*/ 2350 h 10000"/>
                  <a:gd name="connsiteX20-1481" fmla="*/ 6720 w 10000"/>
                  <a:gd name="connsiteY20-1482" fmla="*/ 1360 h 10000"/>
                  <a:gd name="connsiteX21-1483" fmla="*/ 5627 w 10000"/>
                  <a:gd name="connsiteY21-1484" fmla="*/ 1470 h 10000"/>
                  <a:gd name="connsiteX22-1485" fmla="*/ 4390 w 10000"/>
                  <a:gd name="connsiteY22-1486" fmla="*/ 902 h 10000"/>
                  <a:gd name="connsiteX23-1487" fmla="*/ 3442 w 10000"/>
                  <a:gd name="connsiteY23-1488" fmla="*/ 1543 h 10000"/>
                  <a:gd name="connsiteX24-1489" fmla="*/ 3201 w 10000"/>
                  <a:gd name="connsiteY24-1490" fmla="*/ 2277 h 10000"/>
                  <a:gd name="connsiteX25-1491" fmla="*/ 1578 w 10000"/>
                  <a:gd name="connsiteY25-1492" fmla="*/ 2771 h 10000"/>
                  <a:gd name="connsiteX26-1493" fmla="*/ 1257 w 10000"/>
                  <a:gd name="connsiteY26-1494" fmla="*/ 4203 h 10000"/>
                  <a:gd name="connsiteX27-1495" fmla="*/ 902 w 10000"/>
                  <a:gd name="connsiteY27-1496" fmla="*/ 5486 h 10000"/>
                  <a:gd name="connsiteX28-1497" fmla="*/ 1417 w 10000"/>
                  <a:gd name="connsiteY28-1498" fmla="*/ 6294 h 10000"/>
                  <a:gd name="connsiteX29-1499" fmla="*/ 2670 w 10000"/>
                  <a:gd name="connsiteY29-1500" fmla="*/ 6129 h 10000"/>
                  <a:gd name="connsiteX30-1501" fmla="*/ 4518 w 10000"/>
                  <a:gd name="connsiteY30-1502" fmla="*/ 6092 h 10000"/>
                  <a:gd name="connsiteX31-1503" fmla="*/ 5531 w 10000"/>
                  <a:gd name="connsiteY31-1504" fmla="*/ 6642 h 10000"/>
                  <a:gd name="connsiteX32-1505" fmla="*/ 5611 w 10000"/>
                  <a:gd name="connsiteY32-1506" fmla="*/ 6642 h 10000"/>
                  <a:gd name="connsiteX33-1507" fmla="*/ 6093 w 10000"/>
                  <a:gd name="connsiteY33-1508" fmla="*/ 6129 h 10000"/>
                  <a:gd name="connsiteX34-1509" fmla="*/ 6013 w 10000"/>
                  <a:gd name="connsiteY34-1510" fmla="*/ 5907 h 10000"/>
                  <a:gd name="connsiteX35-1511" fmla="*/ 5820 w 10000"/>
                  <a:gd name="connsiteY35-1512" fmla="*/ 5981 h 10000"/>
                  <a:gd name="connsiteX36-1513" fmla="*/ 5547 w 10000"/>
                  <a:gd name="connsiteY36-1514" fmla="*/ 6312 h 10000"/>
                  <a:gd name="connsiteX37-1515" fmla="*/ 4695 w 10000"/>
                  <a:gd name="connsiteY37-1516" fmla="*/ 5834 h 10000"/>
                  <a:gd name="connsiteX38-1517" fmla="*/ 2510 w 10000"/>
                  <a:gd name="connsiteY38-1518" fmla="*/ 5852 h 10000"/>
                  <a:gd name="connsiteX39-1519" fmla="*/ 1545 w 10000"/>
                  <a:gd name="connsiteY39-1520" fmla="*/ 5981 h 10000"/>
                  <a:gd name="connsiteX40-1521" fmla="*/ 1208 w 10000"/>
                  <a:gd name="connsiteY40-1522" fmla="*/ 5431 h 10000"/>
                  <a:gd name="connsiteX41-1523" fmla="*/ 1514 w 10000"/>
                  <a:gd name="connsiteY41-1524" fmla="*/ 4386 h 10000"/>
                  <a:gd name="connsiteX42-1525" fmla="*/ 1561 w 10000"/>
                  <a:gd name="connsiteY42-1526" fmla="*/ 4203 h 10000"/>
                  <a:gd name="connsiteX43-1527" fmla="*/ 1787 w 10000"/>
                  <a:gd name="connsiteY43-1528" fmla="*/ 2991 h 10000"/>
                  <a:gd name="connsiteX44-1529" fmla="*/ 3136 w 10000"/>
                  <a:gd name="connsiteY44-1530" fmla="*/ 2606 h 10000"/>
                  <a:gd name="connsiteX45-1531" fmla="*/ 3876 w 10000"/>
                  <a:gd name="connsiteY45-1532" fmla="*/ 3799 h 10000"/>
                  <a:gd name="connsiteX46-1533" fmla="*/ 2703 w 10000"/>
                  <a:gd name="connsiteY46-1534" fmla="*/ 4569 h 10000"/>
                  <a:gd name="connsiteX47-1535" fmla="*/ 2719 w 10000"/>
                  <a:gd name="connsiteY47-1536" fmla="*/ 4808 h 10000"/>
                  <a:gd name="connsiteX48-1537" fmla="*/ 2927 w 10000"/>
                  <a:gd name="connsiteY48-1538" fmla="*/ 4771 h 10000"/>
                  <a:gd name="connsiteX49-1539" fmla="*/ 4744 w 10000"/>
                  <a:gd name="connsiteY49-1540" fmla="*/ 4423 h 10000"/>
                  <a:gd name="connsiteX50-1541" fmla="*/ 4937 w 10000"/>
                  <a:gd name="connsiteY50-1542" fmla="*/ 4423 h 10000"/>
                  <a:gd name="connsiteX51-1543" fmla="*/ 5804 w 10000"/>
                  <a:gd name="connsiteY51-1544" fmla="*/ 4184 h 10000"/>
                  <a:gd name="connsiteX52-1545" fmla="*/ 6383 w 10000"/>
                  <a:gd name="connsiteY52-1546" fmla="*/ 4973 h 10000"/>
                  <a:gd name="connsiteX53-1547" fmla="*/ 6512 w 10000"/>
                  <a:gd name="connsiteY53-1548" fmla="*/ 5119 h 10000"/>
                  <a:gd name="connsiteX54-1549" fmla="*/ 7572 w 10000"/>
                  <a:gd name="connsiteY54-1550" fmla="*/ 6532 h 10000"/>
                  <a:gd name="connsiteX55-1551" fmla="*/ 7209 w 10000"/>
                  <a:gd name="connsiteY55-1552" fmla="*/ 7879 h 10000"/>
                  <a:gd name="connsiteX56-1553" fmla="*/ 5483 w 10000"/>
                  <a:gd name="connsiteY56-1554" fmla="*/ 8218 h 10000"/>
                  <a:gd name="connsiteX57-1555" fmla="*/ 5467 w 10000"/>
                  <a:gd name="connsiteY57-1556" fmla="*/ 8273 h 10000"/>
                  <a:gd name="connsiteX58-1557" fmla="*/ 3490 w 10000"/>
                  <a:gd name="connsiteY58-1558" fmla="*/ 8053 h 10000"/>
                  <a:gd name="connsiteX59-1559" fmla="*/ 3345 w 10000"/>
                  <a:gd name="connsiteY59-1560" fmla="*/ 7357 h 10000"/>
                  <a:gd name="connsiteX60-1561" fmla="*/ 3586 w 10000"/>
                  <a:gd name="connsiteY60-1562" fmla="*/ 7082 h 10000"/>
                  <a:gd name="connsiteX61-1563" fmla="*/ 3683 w 10000"/>
                  <a:gd name="connsiteY61-1564" fmla="*/ 6880 h 10000"/>
                  <a:gd name="connsiteX62-1565" fmla="*/ 3490 w 10000"/>
                  <a:gd name="connsiteY62-1566" fmla="*/ 6770 h 10000"/>
                  <a:gd name="connsiteX63-1567" fmla="*/ 3072 w 10000"/>
                  <a:gd name="connsiteY63-1568" fmla="*/ 7247 h 10000"/>
                  <a:gd name="connsiteX64-1569" fmla="*/ 3249 w 10000"/>
                  <a:gd name="connsiteY64-1570" fmla="*/ 8255 h 10000"/>
                  <a:gd name="connsiteX65-1571" fmla="*/ 3249 w 10000"/>
                  <a:gd name="connsiteY65-1572" fmla="*/ 8273 h 10000"/>
                  <a:gd name="connsiteX66-1573" fmla="*/ 4680 w 10000"/>
                  <a:gd name="connsiteY66-1574" fmla="*/ 8825 h 10000"/>
                  <a:gd name="connsiteX67-1575" fmla="*/ 5354 w 10000"/>
                  <a:gd name="connsiteY67-1576" fmla="*/ 8677 h 10000"/>
                  <a:gd name="connsiteX68-1577" fmla="*/ 3393 w 10000"/>
                  <a:gd name="connsiteY68-1578" fmla="*/ 9998 h 10000"/>
                  <a:gd name="connsiteX69-1579" fmla="*/ 2253 w 10000"/>
                  <a:gd name="connsiteY69-1580" fmla="*/ 9228 h 10000"/>
                  <a:gd name="connsiteX70-1581" fmla="*/ 1224 w 10000"/>
                  <a:gd name="connsiteY70-1582" fmla="*/ 7137 h 10000"/>
                  <a:gd name="connsiteX71-1583" fmla="*/ 3 w 10000"/>
                  <a:gd name="connsiteY71-1584" fmla="*/ 4954 h 10000"/>
                  <a:gd name="connsiteX0-1585" fmla="*/ 3 w 10000"/>
                  <a:gd name="connsiteY0-1586" fmla="*/ 4954 h 10000"/>
                  <a:gd name="connsiteX1-1587" fmla="*/ 726 w 10000"/>
                  <a:gd name="connsiteY1-1588" fmla="*/ 3028 h 10000"/>
                  <a:gd name="connsiteX2-1589" fmla="*/ 1337 w 10000"/>
                  <a:gd name="connsiteY2-1590" fmla="*/ 1635 h 10000"/>
                  <a:gd name="connsiteX3-1591" fmla="*/ 3233 w 10000"/>
                  <a:gd name="connsiteY3-1592" fmla="*/ 773 h 10000"/>
                  <a:gd name="connsiteX4-1593" fmla="*/ 5997 w 10000"/>
                  <a:gd name="connsiteY4-1594" fmla="*/ 424 h 10000"/>
                  <a:gd name="connsiteX5-1595" fmla="*/ 8488 w 10000"/>
                  <a:gd name="connsiteY5-1596" fmla="*/ 1452 h 10000"/>
                  <a:gd name="connsiteX6-1597" fmla="*/ 9693 w 10000"/>
                  <a:gd name="connsiteY6-1598" fmla="*/ 4661 h 10000"/>
                  <a:gd name="connsiteX7-1599" fmla="*/ 7765 w 10000"/>
                  <a:gd name="connsiteY7-1600" fmla="*/ 5852 h 10000"/>
                  <a:gd name="connsiteX8-1601" fmla="*/ 6752 w 10000"/>
                  <a:gd name="connsiteY8-1602" fmla="*/ 4844 h 10000"/>
                  <a:gd name="connsiteX9-1603" fmla="*/ 7444 w 10000"/>
                  <a:gd name="connsiteY9-1604" fmla="*/ 2845 h 10000"/>
                  <a:gd name="connsiteX10-1605" fmla="*/ 8680 w 10000"/>
                  <a:gd name="connsiteY10-1606" fmla="*/ 2808 h 10000"/>
                  <a:gd name="connsiteX11-1607" fmla="*/ 8873 w 10000"/>
                  <a:gd name="connsiteY11-1608" fmla="*/ 3799 h 10000"/>
                  <a:gd name="connsiteX12-1609" fmla="*/ 8568 w 10000"/>
                  <a:gd name="connsiteY12-1610" fmla="*/ 4203 h 10000"/>
                  <a:gd name="connsiteX13-1611" fmla="*/ 7941 w 10000"/>
                  <a:gd name="connsiteY13-1612" fmla="*/ 4184 h 10000"/>
                  <a:gd name="connsiteX14-1613" fmla="*/ 7748 w 10000"/>
                  <a:gd name="connsiteY14-1614" fmla="*/ 4276 h 10000"/>
                  <a:gd name="connsiteX15-1615" fmla="*/ 7829 w 10000"/>
                  <a:gd name="connsiteY15-1616" fmla="*/ 4496 h 10000"/>
                  <a:gd name="connsiteX16-1617" fmla="*/ 8664 w 10000"/>
                  <a:gd name="connsiteY16-1618" fmla="*/ 4514 h 10000"/>
                  <a:gd name="connsiteX17-1619" fmla="*/ 9163 w 10000"/>
                  <a:gd name="connsiteY17-1620" fmla="*/ 3928 h 10000"/>
                  <a:gd name="connsiteX18-1621" fmla="*/ 8857 w 10000"/>
                  <a:gd name="connsiteY18-1622" fmla="*/ 2533 h 10000"/>
                  <a:gd name="connsiteX19-1623" fmla="*/ 7637 w 10000"/>
                  <a:gd name="connsiteY19-1624" fmla="*/ 2350 h 10000"/>
                  <a:gd name="connsiteX20-1625" fmla="*/ 6720 w 10000"/>
                  <a:gd name="connsiteY20-1626" fmla="*/ 1360 h 10000"/>
                  <a:gd name="connsiteX21-1627" fmla="*/ 5627 w 10000"/>
                  <a:gd name="connsiteY21-1628" fmla="*/ 1470 h 10000"/>
                  <a:gd name="connsiteX22-1629" fmla="*/ 4390 w 10000"/>
                  <a:gd name="connsiteY22-1630" fmla="*/ 902 h 10000"/>
                  <a:gd name="connsiteX23-1631" fmla="*/ 3442 w 10000"/>
                  <a:gd name="connsiteY23-1632" fmla="*/ 1543 h 10000"/>
                  <a:gd name="connsiteX24-1633" fmla="*/ 3201 w 10000"/>
                  <a:gd name="connsiteY24-1634" fmla="*/ 2277 h 10000"/>
                  <a:gd name="connsiteX25-1635" fmla="*/ 1578 w 10000"/>
                  <a:gd name="connsiteY25-1636" fmla="*/ 2771 h 10000"/>
                  <a:gd name="connsiteX26-1637" fmla="*/ 1257 w 10000"/>
                  <a:gd name="connsiteY26-1638" fmla="*/ 4203 h 10000"/>
                  <a:gd name="connsiteX27-1639" fmla="*/ 902 w 10000"/>
                  <a:gd name="connsiteY27-1640" fmla="*/ 5486 h 10000"/>
                  <a:gd name="connsiteX28-1641" fmla="*/ 1417 w 10000"/>
                  <a:gd name="connsiteY28-1642" fmla="*/ 6294 h 10000"/>
                  <a:gd name="connsiteX29-1643" fmla="*/ 2670 w 10000"/>
                  <a:gd name="connsiteY29-1644" fmla="*/ 6129 h 10000"/>
                  <a:gd name="connsiteX30-1645" fmla="*/ 4518 w 10000"/>
                  <a:gd name="connsiteY30-1646" fmla="*/ 6092 h 10000"/>
                  <a:gd name="connsiteX31-1647" fmla="*/ 5531 w 10000"/>
                  <a:gd name="connsiteY31-1648" fmla="*/ 6642 h 10000"/>
                  <a:gd name="connsiteX32-1649" fmla="*/ 5611 w 10000"/>
                  <a:gd name="connsiteY32-1650" fmla="*/ 6642 h 10000"/>
                  <a:gd name="connsiteX33-1651" fmla="*/ 6093 w 10000"/>
                  <a:gd name="connsiteY33-1652" fmla="*/ 6129 h 10000"/>
                  <a:gd name="connsiteX34-1653" fmla="*/ 6013 w 10000"/>
                  <a:gd name="connsiteY34-1654" fmla="*/ 5907 h 10000"/>
                  <a:gd name="connsiteX35-1655" fmla="*/ 5820 w 10000"/>
                  <a:gd name="connsiteY35-1656" fmla="*/ 5981 h 10000"/>
                  <a:gd name="connsiteX36-1657" fmla="*/ 5547 w 10000"/>
                  <a:gd name="connsiteY36-1658" fmla="*/ 6312 h 10000"/>
                  <a:gd name="connsiteX37-1659" fmla="*/ 4695 w 10000"/>
                  <a:gd name="connsiteY37-1660" fmla="*/ 5834 h 10000"/>
                  <a:gd name="connsiteX38-1661" fmla="*/ 2510 w 10000"/>
                  <a:gd name="connsiteY38-1662" fmla="*/ 5852 h 10000"/>
                  <a:gd name="connsiteX39-1663" fmla="*/ 1545 w 10000"/>
                  <a:gd name="connsiteY39-1664" fmla="*/ 5981 h 10000"/>
                  <a:gd name="connsiteX40-1665" fmla="*/ 1208 w 10000"/>
                  <a:gd name="connsiteY40-1666" fmla="*/ 5431 h 10000"/>
                  <a:gd name="connsiteX41-1667" fmla="*/ 1514 w 10000"/>
                  <a:gd name="connsiteY41-1668" fmla="*/ 4386 h 10000"/>
                  <a:gd name="connsiteX42-1669" fmla="*/ 1561 w 10000"/>
                  <a:gd name="connsiteY42-1670" fmla="*/ 4203 h 10000"/>
                  <a:gd name="connsiteX43-1671" fmla="*/ 1787 w 10000"/>
                  <a:gd name="connsiteY43-1672" fmla="*/ 2991 h 10000"/>
                  <a:gd name="connsiteX44-1673" fmla="*/ 3136 w 10000"/>
                  <a:gd name="connsiteY44-1674" fmla="*/ 2606 h 10000"/>
                  <a:gd name="connsiteX45-1675" fmla="*/ 3876 w 10000"/>
                  <a:gd name="connsiteY45-1676" fmla="*/ 3799 h 10000"/>
                  <a:gd name="connsiteX46-1677" fmla="*/ 2703 w 10000"/>
                  <a:gd name="connsiteY46-1678" fmla="*/ 4569 h 10000"/>
                  <a:gd name="connsiteX47-1679" fmla="*/ 2719 w 10000"/>
                  <a:gd name="connsiteY47-1680" fmla="*/ 4808 h 10000"/>
                  <a:gd name="connsiteX48-1681" fmla="*/ 2927 w 10000"/>
                  <a:gd name="connsiteY48-1682" fmla="*/ 4771 h 10000"/>
                  <a:gd name="connsiteX49-1683" fmla="*/ 4744 w 10000"/>
                  <a:gd name="connsiteY49-1684" fmla="*/ 4423 h 10000"/>
                  <a:gd name="connsiteX50-1685" fmla="*/ 4937 w 10000"/>
                  <a:gd name="connsiteY50-1686" fmla="*/ 4423 h 10000"/>
                  <a:gd name="connsiteX51-1687" fmla="*/ 5804 w 10000"/>
                  <a:gd name="connsiteY51-1688" fmla="*/ 4184 h 10000"/>
                  <a:gd name="connsiteX52-1689" fmla="*/ 6383 w 10000"/>
                  <a:gd name="connsiteY52-1690" fmla="*/ 4973 h 10000"/>
                  <a:gd name="connsiteX53-1691" fmla="*/ 6512 w 10000"/>
                  <a:gd name="connsiteY53-1692" fmla="*/ 5119 h 10000"/>
                  <a:gd name="connsiteX54-1693" fmla="*/ 7572 w 10000"/>
                  <a:gd name="connsiteY54-1694" fmla="*/ 6532 h 10000"/>
                  <a:gd name="connsiteX55-1695" fmla="*/ 7273 w 10000"/>
                  <a:gd name="connsiteY55-1696" fmla="*/ 7747 h 10000"/>
                  <a:gd name="connsiteX56-1697" fmla="*/ 5483 w 10000"/>
                  <a:gd name="connsiteY56-1698" fmla="*/ 8218 h 10000"/>
                  <a:gd name="connsiteX57-1699" fmla="*/ 5467 w 10000"/>
                  <a:gd name="connsiteY57-1700" fmla="*/ 8273 h 10000"/>
                  <a:gd name="connsiteX58-1701" fmla="*/ 3490 w 10000"/>
                  <a:gd name="connsiteY58-1702" fmla="*/ 8053 h 10000"/>
                  <a:gd name="connsiteX59-1703" fmla="*/ 3345 w 10000"/>
                  <a:gd name="connsiteY59-1704" fmla="*/ 7357 h 10000"/>
                  <a:gd name="connsiteX60-1705" fmla="*/ 3586 w 10000"/>
                  <a:gd name="connsiteY60-1706" fmla="*/ 7082 h 10000"/>
                  <a:gd name="connsiteX61-1707" fmla="*/ 3683 w 10000"/>
                  <a:gd name="connsiteY61-1708" fmla="*/ 6880 h 10000"/>
                  <a:gd name="connsiteX62-1709" fmla="*/ 3490 w 10000"/>
                  <a:gd name="connsiteY62-1710" fmla="*/ 6770 h 10000"/>
                  <a:gd name="connsiteX63-1711" fmla="*/ 3072 w 10000"/>
                  <a:gd name="connsiteY63-1712" fmla="*/ 7247 h 10000"/>
                  <a:gd name="connsiteX64-1713" fmla="*/ 3249 w 10000"/>
                  <a:gd name="connsiteY64-1714" fmla="*/ 8255 h 10000"/>
                  <a:gd name="connsiteX65-1715" fmla="*/ 3249 w 10000"/>
                  <a:gd name="connsiteY65-1716" fmla="*/ 8273 h 10000"/>
                  <a:gd name="connsiteX66-1717" fmla="*/ 4680 w 10000"/>
                  <a:gd name="connsiteY66-1718" fmla="*/ 8825 h 10000"/>
                  <a:gd name="connsiteX67-1719" fmla="*/ 5354 w 10000"/>
                  <a:gd name="connsiteY67-1720" fmla="*/ 8677 h 10000"/>
                  <a:gd name="connsiteX68-1721" fmla="*/ 3393 w 10000"/>
                  <a:gd name="connsiteY68-1722" fmla="*/ 9998 h 10000"/>
                  <a:gd name="connsiteX69-1723" fmla="*/ 2253 w 10000"/>
                  <a:gd name="connsiteY69-1724" fmla="*/ 9228 h 10000"/>
                  <a:gd name="connsiteX70-1725" fmla="*/ 1224 w 10000"/>
                  <a:gd name="connsiteY70-1726" fmla="*/ 7137 h 10000"/>
                  <a:gd name="connsiteX71-1727" fmla="*/ 3 w 10000"/>
                  <a:gd name="connsiteY71-1728" fmla="*/ 4954 h 10000"/>
                  <a:gd name="connsiteX0-1729" fmla="*/ 3 w 10000"/>
                  <a:gd name="connsiteY0-1730" fmla="*/ 4954 h 10000"/>
                  <a:gd name="connsiteX1-1731" fmla="*/ 726 w 10000"/>
                  <a:gd name="connsiteY1-1732" fmla="*/ 3028 h 10000"/>
                  <a:gd name="connsiteX2-1733" fmla="*/ 1337 w 10000"/>
                  <a:gd name="connsiteY2-1734" fmla="*/ 1635 h 10000"/>
                  <a:gd name="connsiteX3-1735" fmla="*/ 3233 w 10000"/>
                  <a:gd name="connsiteY3-1736" fmla="*/ 773 h 10000"/>
                  <a:gd name="connsiteX4-1737" fmla="*/ 5997 w 10000"/>
                  <a:gd name="connsiteY4-1738" fmla="*/ 424 h 10000"/>
                  <a:gd name="connsiteX5-1739" fmla="*/ 8488 w 10000"/>
                  <a:gd name="connsiteY5-1740" fmla="*/ 1452 h 10000"/>
                  <a:gd name="connsiteX6-1741" fmla="*/ 9693 w 10000"/>
                  <a:gd name="connsiteY6-1742" fmla="*/ 4661 h 10000"/>
                  <a:gd name="connsiteX7-1743" fmla="*/ 7765 w 10000"/>
                  <a:gd name="connsiteY7-1744" fmla="*/ 5852 h 10000"/>
                  <a:gd name="connsiteX8-1745" fmla="*/ 6752 w 10000"/>
                  <a:gd name="connsiteY8-1746" fmla="*/ 4844 h 10000"/>
                  <a:gd name="connsiteX9-1747" fmla="*/ 7444 w 10000"/>
                  <a:gd name="connsiteY9-1748" fmla="*/ 2845 h 10000"/>
                  <a:gd name="connsiteX10-1749" fmla="*/ 8680 w 10000"/>
                  <a:gd name="connsiteY10-1750" fmla="*/ 2808 h 10000"/>
                  <a:gd name="connsiteX11-1751" fmla="*/ 8873 w 10000"/>
                  <a:gd name="connsiteY11-1752" fmla="*/ 3799 h 10000"/>
                  <a:gd name="connsiteX12-1753" fmla="*/ 8568 w 10000"/>
                  <a:gd name="connsiteY12-1754" fmla="*/ 4203 h 10000"/>
                  <a:gd name="connsiteX13-1755" fmla="*/ 7941 w 10000"/>
                  <a:gd name="connsiteY13-1756" fmla="*/ 4184 h 10000"/>
                  <a:gd name="connsiteX14-1757" fmla="*/ 7748 w 10000"/>
                  <a:gd name="connsiteY14-1758" fmla="*/ 4276 h 10000"/>
                  <a:gd name="connsiteX15-1759" fmla="*/ 7829 w 10000"/>
                  <a:gd name="connsiteY15-1760" fmla="*/ 4496 h 10000"/>
                  <a:gd name="connsiteX16-1761" fmla="*/ 8664 w 10000"/>
                  <a:gd name="connsiteY16-1762" fmla="*/ 4514 h 10000"/>
                  <a:gd name="connsiteX17-1763" fmla="*/ 9163 w 10000"/>
                  <a:gd name="connsiteY17-1764" fmla="*/ 3928 h 10000"/>
                  <a:gd name="connsiteX18-1765" fmla="*/ 8857 w 10000"/>
                  <a:gd name="connsiteY18-1766" fmla="*/ 2533 h 10000"/>
                  <a:gd name="connsiteX19-1767" fmla="*/ 7637 w 10000"/>
                  <a:gd name="connsiteY19-1768" fmla="*/ 2350 h 10000"/>
                  <a:gd name="connsiteX20-1769" fmla="*/ 6720 w 10000"/>
                  <a:gd name="connsiteY20-1770" fmla="*/ 1360 h 10000"/>
                  <a:gd name="connsiteX21-1771" fmla="*/ 5627 w 10000"/>
                  <a:gd name="connsiteY21-1772" fmla="*/ 1470 h 10000"/>
                  <a:gd name="connsiteX22-1773" fmla="*/ 4390 w 10000"/>
                  <a:gd name="connsiteY22-1774" fmla="*/ 902 h 10000"/>
                  <a:gd name="connsiteX23-1775" fmla="*/ 3442 w 10000"/>
                  <a:gd name="connsiteY23-1776" fmla="*/ 1543 h 10000"/>
                  <a:gd name="connsiteX24-1777" fmla="*/ 3201 w 10000"/>
                  <a:gd name="connsiteY24-1778" fmla="*/ 2277 h 10000"/>
                  <a:gd name="connsiteX25-1779" fmla="*/ 1578 w 10000"/>
                  <a:gd name="connsiteY25-1780" fmla="*/ 2771 h 10000"/>
                  <a:gd name="connsiteX26-1781" fmla="*/ 1257 w 10000"/>
                  <a:gd name="connsiteY26-1782" fmla="*/ 4203 h 10000"/>
                  <a:gd name="connsiteX27-1783" fmla="*/ 902 w 10000"/>
                  <a:gd name="connsiteY27-1784" fmla="*/ 5486 h 10000"/>
                  <a:gd name="connsiteX28-1785" fmla="*/ 1417 w 10000"/>
                  <a:gd name="connsiteY28-1786" fmla="*/ 6294 h 10000"/>
                  <a:gd name="connsiteX29-1787" fmla="*/ 2670 w 10000"/>
                  <a:gd name="connsiteY29-1788" fmla="*/ 6129 h 10000"/>
                  <a:gd name="connsiteX30-1789" fmla="*/ 4518 w 10000"/>
                  <a:gd name="connsiteY30-1790" fmla="*/ 6092 h 10000"/>
                  <a:gd name="connsiteX31-1791" fmla="*/ 5531 w 10000"/>
                  <a:gd name="connsiteY31-1792" fmla="*/ 6642 h 10000"/>
                  <a:gd name="connsiteX32-1793" fmla="*/ 5611 w 10000"/>
                  <a:gd name="connsiteY32-1794" fmla="*/ 6642 h 10000"/>
                  <a:gd name="connsiteX33-1795" fmla="*/ 6093 w 10000"/>
                  <a:gd name="connsiteY33-1796" fmla="*/ 6129 h 10000"/>
                  <a:gd name="connsiteX34-1797" fmla="*/ 6013 w 10000"/>
                  <a:gd name="connsiteY34-1798" fmla="*/ 5907 h 10000"/>
                  <a:gd name="connsiteX35-1799" fmla="*/ 5820 w 10000"/>
                  <a:gd name="connsiteY35-1800" fmla="*/ 5981 h 10000"/>
                  <a:gd name="connsiteX36-1801" fmla="*/ 5547 w 10000"/>
                  <a:gd name="connsiteY36-1802" fmla="*/ 6312 h 10000"/>
                  <a:gd name="connsiteX37-1803" fmla="*/ 4695 w 10000"/>
                  <a:gd name="connsiteY37-1804" fmla="*/ 5834 h 10000"/>
                  <a:gd name="connsiteX38-1805" fmla="*/ 2510 w 10000"/>
                  <a:gd name="connsiteY38-1806" fmla="*/ 5852 h 10000"/>
                  <a:gd name="connsiteX39-1807" fmla="*/ 1545 w 10000"/>
                  <a:gd name="connsiteY39-1808" fmla="*/ 5981 h 10000"/>
                  <a:gd name="connsiteX40-1809" fmla="*/ 1208 w 10000"/>
                  <a:gd name="connsiteY40-1810" fmla="*/ 5431 h 10000"/>
                  <a:gd name="connsiteX41-1811" fmla="*/ 1514 w 10000"/>
                  <a:gd name="connsiteY41-1812" fmla="*/ 4386 h 10000"/>
                  <a:gd name="connsiteX42-1813" fmla="*/ 1561 w 10000"/>
                  <a:gd name="connsiteY42-1814" fmla="*/ 4203 h 10000"/>
                  <a:gd name="connsiteX43-1815" fmla="*/ 1787 w 10000"/>
                  <a:gd name="connsiteY43-1816" fmla="*/ 2991 h 10000"/>
                  <a:gd name="connsiteX44-1817" fmla="*/ 3136 w 10000"/>
                  <a:gd name="connsiteY44-1818" fmla="*/ 2606 h 10000"/>
                  <a:gd name="connsiteX45-1819" fmla="*/ 3876 w 10000"/>
                  <a:gd name="connsiteY45-1820" fmla="*/ 3799 h 10000"/>
                  <a:gd name="connsiteX46-1821" fmla="*/ 2703 w 10000"/>
                  <a:gd name="connsiteY46-1822" fmla="*/ 4569 h 10000"/>
                  <a:gd name="connsiteX47-1823" fmla="*/ 2719 w 10000"/>
                  <a:gd name="connsiteY47-1824" fmla="*/ 4808 h 10000"/>
                  <a:gd name="connsiteX48-1825" fmla="*/ 2927 w 10000"/>
                  <a:gd name="connsiteY48-1826" fmla="*/ 4771 h 10000"/>
                  <a:gd name="connsiteX49-1827" fmla="*/ 4744 w 10000"/>
                  <a:gd name="connsiteY49-1828" fmla="*/ 4423 h 10000"/>
                  <a:gd name="connsiteX50-1829" fmla="*/ 4937 w 10000"/>
                  <a:gd name="connsiteY50-1830" fmla="*/ 4423 h 10000"/>
                  <a:gd name="connsiteX51-1831" fmla="*/ 5804 w 10000"/>
                  <a:gd name="connsiteY51-1832" fmla="*/ 4184 h 10000"/>
                  <a:gd name="connsiteX52-1833" fmla="*/ 6383 w 10000"/>
                  <a:gd name="connsiteY52-1834" fmla="*/ 4973 h 10000"/>
                  <a:gd name="connsiteX53-1835" fmla="*/ 6512 w 10000"/>
                  <a:gd name="connsiteY53-1836" fmla="*/ 5119 h 10000"/>
                  <a:gd name="connsiteX54-1837" fmla="*/ 7572 w 10000"/>
                  <a:gd name="connsiteY54-1838" fmla="*/ 6532 h 10000"/>
                  <a:gd name="connsiteX55-1839" fmla="*/ 7273 w 10000"/>
                  <a:gd name="connsiteY55-1840" fmla="*/ 7747 h 10000"/>
                  <a:gd name="connsiteX56-1841" fmla="*/ 5483 w 10000"/>
                  <a:gd name="connsiteY56-1842" fmla="*/ 8218 h 10000"/>
                  <a:gd name="connsiteX57-1843" fmla="*/ 5467 w 10000"/>
                  <a:gd name="connsiteY57-1844" fmla="*/ 8273 h 10000"/>
                  <a:gd name="connsiteX58-1845" fmla="*/ 3490 w 10000"/>
                  <a:gd name="connsiteY58-1846" fmla="*/ 8053 h 10000"/>
                  <a:gd name="connsiteX59-1847" fmla="*/ 3345 w 10000"/>
                  <a:gd name="connsiteY59-1848" fmla="*/ 7357 h 10000"/>
                  <a:gd name="connsiteX60-1849" fmla="*/ 3586 w 10000"/>
                  <a:gd name="connsiteY60-1850" fmla="*/ 7082 h 10000"/>
                  <a:gd name="connsiteX61-1851" fmla="*/ 3683 w 10000"/>
                  <a:gd name="connsiteY61-1852" fmla="*/ 6880 h 10000"/>
                  <a:gd name="connsiteX62-1853" fmla="*/ 3490 w 10000"/>
                  <a:gd name="connsiteY62-1854" fmla="*/ 6770 h 10000"/>
                  <a:gd name="connsiteX63-1855" fmla="*/ 3072 w 10000"/>
                  <a:gd name="connsiteY63-1856" fmla="*/ 7247 h 10000"/>
                  <a:gd name="connsiteX64-1857" fmla="*/ 3249 w 10000"/>
                  <a:gd name="connsiteY64-1858" fmla="*/ 8255 h 10000"/>
                  <a:gd name="connsiteX65-1859" fmla="*/ 3249 w 10000"/>
                  <a:gd name="connsiteY65-1860" fmla="*/ 8273 h 10000"/>
                  <a:gd name="connsiteX66-1861" fmla="*/ 4680 w 10000"/>
                  <a:gd name="connsiteY66-1862" fmla="*/ 8825 h 10000"/>
                  <a:gd name="connsiteX67-1863" fmla="*/ 5354 w 10000"/>
                  <a:gd name="connsiteY67-1864" fmla="*/ 8677 h 10000"/>
                  <a:gd name="connsiteX68-1865" fmla="*/ 3393 w 10000"/>
                  <a:gd name="connsiteY68-1866" fmla="*/ 9998 h 10000"/>
                  <a:gd name="connsiteX69-1867" fmla="*/ 2253 w 10000"/>
                  <a:gd name="connsiteY69-1868" fmla="*/ 9228 h 10000"/>
                  <a:gd name="connsiteX70-1869" fmla="*/ 1224 w 10000"/>
                  <a:gd name="connsiteY70-1870" fmla="*/ 7137 h 10000"/>
                  <a:gd name="connsiteX71-1871" fmla="*/ 3 w 10000"/>
                  <a:gd name="connsiteY71-1872" fmla="*/ 4954 h 10000"/>
                  <a:gd name="connsiteX0-1873" fmla="*/ 3 w 10000"/>
                  <a:gd name="connsiteY0-1874" fmla="*/ 4954 h 10000"/>
                  <a:gd name="connsiteX1-1875" fmla="*/ 726 w 10000"/>
                  <a:gd name="connsiteY1-1876" fmla="*/ 3028 h 10000"/>
                  <a:gd name="connsiteX2-1877" fmla="*/ 1337 w 10000"/>
                  <a:gd name="connsiteY2-1878" fmla="*/ 1635 h 10000"/>
                  <a:gd name="connsiteX3-1879" fmla="*/ 3233 w 10000"/>
                  <a:gd name="connsiteY3-1880" fmla="*/ 773 h 10000"/>
                  <a:gd name="connsiteX4-1881" fmla="*/ 5997 w 10000"/>
                  <a:gd name="connsiteY4-1882" fmla="*/ 424 h 10000"/>
                  <a:gd name="connsiteX5-1883" fmla="*/ 8488 w 10000"/>
                  <a:gd name="connsiteY5-1884" fmla="*/ 1452 h 10000"/>
                  <a:gd name="connsiteX6-1885" fmla="*/ 9693 w 10000"/>
                  <a:gd name="connsiteY6-1886" fmla="*/ 4661 h 10000"/>
                  <a:gd name="connsiteX7-1887" fmla="*/ 7765 w 10000"/>
                  <a:gd name="connsiteY7-1888" fmla="*/ 5852 h 10000"/>
                  <a:gd name="connsiteX8-1889" fmla="*/ 6752 w 10000"/>
                  <a:gd name="connsiteY8-1890" fmla="*/ 4844 h 10000"/>
                  <a:gd name="connsiteX9-1891" fmla="*/ 7444 w 10000"/>
                  <a:gd name="connsiteY9-1892" fmla="*/ 2845 h 10000"/>
                  <a:gd name="connsiteX10-1893" fmla="*/ 8680 w 10000"/>
                  <a:gd name="connsiteY10-1894" fmla="*/ 2808 h 10000"/>
                  <a:gd name="connsiteX11-1895" fmla="*/ 8873 w 10000"/>
                  <a:gd name="connsiteY11-1896" fmla="*/ 3799 h 10000"/>
                  <a:gd name="connsiteX12-1897" fmla="*/ 8568 w 10000"/>
                  <a:gd name="connsiteY12-1898" fmla="*/ 4203 h 10000"/>
                  <a:gd name="connsiteX13-1899" fmla="*/ 7941 w 10000"/>
                  <a:gd name="connsiteY13-1900" fmla="*/ 4184 h 10000"/>
                  <a:gd name="connsiteX14-1901" fmla="*/ 7748 w 10000"/>
                  <a:gd name="connsiteY14-1902" fmla="*/ 4276 h 10000"/>
                  <a:gd name="connsiteX15-1903" fmla="*/ 7829 w 10000"/>
                  <a:gd name="connsiteY15-1904" fmla="*/ 4496 h 10000"/>
                  <a:gd name="connsiteX16-1905" fmla="*/ 8664 w 10000"/>
                  <a:gd name="connsiteY16-1906" fmla="*/ 4514 h 10000"/>
                  <a:gd name="connsiteX17-1907" fmla="*/ 9163 w 10000"/>
                  <a:gd name="connsiteY17-1908" fmla="*/ 3928 h 10000"/>
                  <a:gd name="connsiteX18-1909" fmla="*/ 8857 w 10000"/>
                  <a:gd name="connsiteY18-1910" fmla="*/ 2533 h 10000"/>
                  <a:gd name="connsiteX19-1911" fmla="*/ 7637 w 10000"/>
                  <a:gd name="connsiteY19-1912" fmla="*/ 2350 h 10000"/>
                  <a:gd name="connsiteX20-1913" fmla="*/ 6720 w 10000"/>
                  <a:gd name="connsiteY20-1914" fmla="*/ 1360 h 10000"/>
                  <a:gd name="connsiteX21-1915" fmla="*/ 5627 w 10000"/>
                  <a:gd name="connsiteY21-1916" fmla="*/ 1470 h 10000"/>
                  <a:gd name="connsiteX22-1917" fmla="*/ 4390 w 10000"/>
                  <a:gd name="connsiteY22-1918" fmla="*/ 902 h 10000"/>
                  <a:gd name="connsiteX23-1919" fmla="*/ 3442 w 10000"/>
                  <a:gd name="connsiteY23-1920" fmla="*/ 1543 h 10000"/>
                  <a:gd name="connsiteX24-1921" fmla="*/ 3201 w 10000"/>
                  <a:gd name="connsiteY24-1922" fmla="*/ 2277 h 10000"/>
                  <a:gd name="connsiteX25-1923" fmla="*/ 1578 w 10000"/>
                  <a:gd name="connsiteY25-1924" fmla="*/ 2771 h 10000"/>
                  <a:gd name="connsiteX26-1925" fmla="*/ 1257 w 10000"/>
                  <a:gd name="connsiteY26-1926" fmla="*/ 4203 h 10000"/>
                  <a:gd name="connsiteX27-1927" fmla="*/ 902 w 10000"/>
                  <a:gd name="connsiteY27-1928" fmla="*/ 5486 h 10000"/>
                  <a:gd name="connsiteX28-1929" fmla="*/ 1417 w 10000"/>
                  <a:gd name="connsiteY28-1930" fmla="*/ 6294 h 10000"/>
                  <a:gd name="connsiteX29-1931" fmla="*/ 2670 w 10000"/>
                  <a:gd name="connsiteY29-1932" fmla="*/ 6129 h 10000"/>
                  <a:gd name="connsiteX30-1933" fmla="*/ 4518 w 10000"/>
                  <a:gd name="connsiteY30-1934" fmla="*/ 6092 h 10000"/>
                  <a:gd name="connsiteX31-1935" fmla="*/ 5531 w 10000"/>
                  <a:gd name="connsiteY31-1936" fmla="*/ 6642 h 10000"/>
                  <a:gd name="connsiteX32-1937" fmla="*/ 5611 w 10000"/>
                  <a:gd name="connsiteY32-1938" fmla="*/ 6642 h 10000"/>
                  <a:gd name="connsiteX33-1939" fmla="*/ 6093 w 10000"/>
                  <a:gd name="connsiteY33-1940" fmla="*/ 6129 h 10000"/>
                  <a:gd name="connsiteX34-1941" fmla="*/ 6013 w 10000"/>
                  <a:gd name="connsiteY34-1942" fmla="*/ 5907 h 10000"/>
                  <a:gd name="connsiteX35-1943" fmla="*/ 5820 w 10000"/>
                  <a:gd name="connsiteY35-1944" fmla="*/ 5981 h 10000"/>
                  <a:gd name="connsiteX36-1945" fmla="*/ 5547 w 10000"/>
                  <a:gd name="connsiteY36-1946" fmla="*/ 6312 h 10000"/>
                  <a:gd name="connsiteX37-1947" fmla="*/ 4695 w 10000"/>
                  <a:gd name="connsiteY37-1948" fmla="*/ 5834 h 10000"/>
                  <a:gd name="connsiteX38-1949" fmla="*/ 2510 w 10000"/>
                  <a:gd name="connsiteY38-1950" fmla="*/ 5852 h 10000"/>
                  <a:gd name="connsiteX39-1951" fmla="*/ 1545 w 10000"/>
                  <a:gd name="connsiteY39-1952" fmla="*/ 5981 h 10000"/>
                  <a:gd name="connsiteX40-1953" fmla="*/ 1208 w 10000"/>
                  <a:gd name="connsiteY40-1954" fmla="*/ 5431 h 10000"/>
                  <a:gd name="connsiteX41-1955" fmla="*/ 1514 w 10000"/>
                  <a:gd name="connsiteY41-1956" fmla="*/ 4386 h 10000"/>
                  <a:gd name="connsiteX42-1957" fmla="*/ 1561 w 10000"/>
                  <a:gd name="connsiteY42-1958" fmla="*/ 4203 h 10000"/>
                  <a:gd name="connsiteX43-1959" fmla="*/ 1787 w 10000"/>
                  <a:gd name="connsiteY43-1960" fmla="*/ 2991 h 10000"/>
                  <a:gd name="connsiteX44-1961" fmla="*/ 3136 w 10000"/>
                  <a:gd name="connsiteY44-1962" fmla="*/ 2606 h 10000"/>
                  <a:gd name="connsiteX45-1963" fmla="*/ 3876 w 10000"/>
                  <a:gd name="connsiteY45-1964" fmla="*/ 3799 h 10000"/>
                  <a:gd name="connsiteX46-1965" fmla="*/ 2703 w 10000"/>
                  <a:gd name="connsiteY46-1966" fmla="*/ 4569 h 10000"/>
                  <a:gd name="connsiteX47-1967" fmla="*/ 2719 w 10000"/>
                  <a:gd name="connsiteY47-1968" fmla="*/ 4808 h 10000"/>
                  <a:gd name="connsiteX48-1969" fmla="*/ 2927 w 10000"/>
                  <a:gd name="connsiteY48-1970" fmla="*/ 4771 h 10000"/>
                  <a:gd name="connsiteX49-1971" fmla="*/ 4744 w 10000"/>
                  <a:gd name="connsiteY49-1972" fmla="*/ 4423 h 10000"/>
                  <a:gd name="connsiteX50-1973" fmla="*/ 4937 w 10000"/>
                  <a:gd name="connsiteY50-1974" fmla="*/ 4423 h 10000"/>
                  <a:gd name="connsiteX51-1975" fmla="*/ 5804 w 10000"/>
                  <a:gd name="connsiteY51-1976" fmla="*/ 4184 h 10000"/>
                  <a:gd name="connsiteX52-1977" fmla="*/ 6383 w 10000"/>
                  <a:gd name="connsiteY52-1978" fmla="*/ 4973 h 10000"/>
                  <a:gd name="connsiteX53-1979" fmla="*/ 6512 w 10000"/>
                  <a:gd name="connsiteY53-1980" fmla="*/ 5119 h 10000"/>
                  <a:gd name="connsiteX54-1981" fmla="*/ 7572 w 10000"/>
                  <a:gd name="connsiteY54-1982" fmla="*/ 6532 h 10000"/>
                  <a:gd name="connsiteX55-1983" fmla="*/ 7196 w 10000"/>
                  <a:gd name="connsiteY55-1984" fmla="*/ 7806 h 10000"/>
                  <a:gd name="connsiteX56-1985" fmla="*/ 5483 w 10000"/>
                  <a:gd name="connsiteY56-1986" fmla="*/ 8218 h 10000"/>
                  <a:gd name="connsiteX57-1987" fmla="*/ 5467 w 10000"/>
                  <a:gd name="connsiteY57-1988" fmla="*/ 8273 h 10000"/>
                  <a:gd name="connsiteX58-1989" fmla="*/ 3490 w 10000"/>
                  <a:gd name="connsiteY58-1990" fmla="*/ 8053 h 10000"/>
                  <a:gd name="connsiteX59-1991" fmla="*/ 3345 w 10000"/>
                  <a:gd name="connsiteY59-1992" fmla="*/ 7357 h 10000"/>
                  <a:gd name="connsiteX60-1993" fmla="*/ 3586 w 10000"/>
                  <a:gd name="connsiteY60-1994" fmla="*/ 7082 h 10000"/>
                  <a:gd name="connsiteX61-1995" fmla="*/ 3683 w 10000"/>
                  <a:gd name="connsiteY61-1996" fmla="*/ 6880 h 10000"/>
                  <a:gd name="connsiteX62-1997" fmla="*/ 3490 w 10000"/>
                  <a:gd name="connsiteY62-1998" fmla="*/ 6770 h 10000"/>
                  <a:gd name="connsiteX63-1999" fmla="*/ 3072 w 10000"/>
                  <a:gd name="connsiteY63-2000" fmla="*/ 7247 h 10000"/>
                  <a:gd name="connsiteX64-2001" fmla="*/ 3249 w 10000"/>
                  <a:gd name="connsiteY64-2002" fmla="*/ 8255 h 10000"/>
                  <a:gd name="connsiteX65-2003" fmla="*/ 3249 w 10000"/>
                  <a:gd name="connsiteY65-2004" fmla="*/ 8273 h 10000"/>
                  <a:gd name="connsiteX66-2005" fmla="*/ 4680 w 10000"/>
                  <a:gd name="connsiteY66-2006" fmla="*/ 8825 h 10000"/>
                  <a:gd name="connsiteX67-2007" fmla="*/ 5354 w 10000"/>
                  <a:gd name="connsiteY67-2008" fmla="*/ 8677 h 10000"/>
                  <a:gd name="connsiteX68-2009" fmla="*/ 3393 w 10000"/>
                  <a:gd name="connsiteY68-2010" fmla="*/ 9998 h 10000"/>
                  <a:gd name="connsiteX69-2011" fmla="*/ 2253 w 10000"/>
                  <a:gd name="connsiteY69-2012" fmla="*/ 9228 h 10000"/>
                  <a:gd name="connsiteX70-2013" fmla="*/ 1224 w 10000"/>
                  <a:gd name="connsiteY70-2014" fmla="*/ 7137 h 10000"/>
                  <a:gd name="connsiteX71-2015" fmla="*/ 3 w 10000"/>
                  <a:gd name="connsiteY71-2016" fmla="*/ 4954 h 10000"/>
                  <a:gd name="connsiteX0-2017" fmla="*/ 3 w 10000"/>
                  <a:gd name="connsiteY0-2018" fmla="*/ 4954 h 10000"/>
                  <a:gd name="connsiteX1-2019" fmla="*/ 726 w 10000"/>
                  <a:gd name="connsiteY1-2020" fmla="*/ 3028 h 10000"/>
                  <a:gd name="connsiteX2-2021" fmla="*/ 1337 w 10000"/>
                  <a:gd name="connsiteY2-2022" fmla="*/ 1635 h 10000"/>
                  <a:gd name="connsiteX3-2023" fmla="*/ 3233 w 10000"/>
                  <a:gd name="connsiteY3-2024" fmla="*/ 773 h 10000"/>
                  <a:gd name="connsiteX4-2025" fmla="*/ 5997 w 10000"/>
                  <a:gd name="connsiteY4-2026" fmla="*/ 424 h 10000"/>
                  <a:gd name="connsiteX5-2027" fmla="*/ 8488 w 10000"/>
                  <a:gd name="connsiteY5-2028" fmla="*/ 1452 h 10000"/>
                  <a:gd name="connsiteX6-2029" fmla="*/ 9693 w 10000"/>
                  <a:gd name="connsiteY6-2030" fmla="*/ 4661 h 10000"/>
                  <a:gd name="connsiteX7-2031" fmla="*/ 7765 w 10000"/>
                  <a:gd name="connsiteY7-2032" fmla="*/ 5852 h 10000"/>
                  <a:gd name="connsiteX8-2033" fmla="*/ 6752 w 10000"/>
                  <a:gd name="connsiteY8-2034" fmla="*/ 4844 h 10000"/>
                  <a:gd name="connsiteX9-2035" fmla="*/ 7444 w 10000"/>
                  <a:gd name="connsiteY9-2036" fmla="*/ 2845 h 10000"/>
                  <a:gd name="connsiteX10-2037" fmla="*/ 8680 w 10000"/>
                  <a:gd name="connsiteY10-2038" fmla="*/ 2808 h 10000"/>
                  <a:gd name="connsiteX11-2039" fmla="*/ 8873 w 10000"/>
                  <a:gd name="connsiteY11-2040" fmla="*/ 3799 h 10000"/>
                  <a:gd name="connsiteX12-2041" fmla="*/ 8568 w 10000"/>
                  <a:gd name="connsiteY12-2042" fmla="*/ 4203 h 10000"/>
                  <a:gd name="connsiteX13-2043" fmla="*/ 7941 w 10000"/>
                  <a:gd name="connsiteY13-2044" fmla="*/ 4184 h 10000"/>
                  <a:gd name="connsiteX14-2045" fmla="*/ 7748 w 10000"/>
                  <a:gd name="connsiteY14-2046" fmla="*/ 4276 h 10000"/>
                  <a:gd name="connsiteX15-2047" fmla="*/ 7829 w 10000"/>
                  <a:gd name="connsiteY15-2048" fmla="*/ 4496 h 10000"/>
                  <a:gd name="connsiteX16-2049" fmla="*/ 8664 w 10000"/>
                  <a:gd name="connsiteY16-2050" fmla="*/ 4514 h 10000"/>
                  <a:gd name="connsiteX17-2051" fmla="*/ 9163 w 10000"/>
                  <a:gd name="connsiteY17-2052" fmla="*/ 3928 h 10000"/>
                  <a:gd name="connsiteX18-2053" fmla="*/ 8857 w 10000"/>
                  <a:gd name="connsiteY18-2054" fmla="*/ 2533 h 10000"/>
                  <a:gd name="connsiteX19-2055" fmla="*/ 7637 w 10000"/>
                  <a:gd name="connsiteY19-2056" fmla="*/ 2350 h 10000"/>
                  <a:gd name="connsiteX20-2057" fmla="*/ 6720 w 10000"/>
                  <a:gd name="connsiteY20-2058" fmla="*/ 1360 h 10000"/>
                  <a:gd name="connsiteX21-2059" fmla="*/ 5627 w 10000"/>
                  <a:gd name="connsiteY21-2060" fmla="*/ 1470 h 10000"/>
                  <a:gd name="connsiteX22-2061" fmla="*/ 4390 w 10000"/>
                  <a:gd name="connsiteY22-2062" fmla="*/ 902 h 10000"/>
                  <a:gd name="connsiteX23-2063" fmla="*/ 3442 w 10000"/>
                  <a:gd name="connsiteY23-2064" fmla="*/ 1543 h 10000"/>
                  <a:gd name="connsiteX24-2065" fmla="*/ 3201 w 10000"/>
                  <a:gd name="connsiteY24-2066" fmla="*/ 2277 h 10000"/>
                  <a:gd name="connsiteX25-2067" fmla="*/ 1578 w 10000"/>
                  <a:gd name="connsiteY25-2068" fmla="*/ 2771 h 10000"/>
                  <a:gd name="connsiteX26-2069" fmla="*/ 1257 w 10000"/>
                  <a:gd name="connsiteY26-2070" fmla="*/ 4203 h 10000"/>
                  <a:gd name="connsiteX27-2071" fmla="*/ 902 w 10000"/>
                  <a:gd name="connsiteY27-2072" fmla="*/ 5486 h 10000"/>
                  <a:gd name="connsiteX28-2073" fmla="*/ 1417 w 10000"/>
                  <a:gd name="connsiteY28-2074" fmla="*/ 6294 h 10000"/>
                  <a:gd name="connsiteX29-2075" fmla="*/ 2670 w 10000"/>
                  <a:gd name="connsiteY29-2076" fmla="*/ 6129 h 10000"/>
                  <a:gd name="connsiteX30-2077" fmla="*/ 4518 w 10000"/>
                  <a:gd name="connsiteY30-2078" fmla="*/ 6092 h 10000"/>
                  <a:gd name="connsiteX31-2079" fmla="*/ 5531 w 10000"/>
                  <a:gd name="connsiteY31-2080" fmla="*/ 6642 h 10000"/>
                  <a:gd name="connsiteX32-2081" fmla="*/ 5611 w 10000"/>
                  <a:gd name="connsiteY32-2082" fmla="*/ 6642 h 10000"/>
                  <a:gd name="connsiteX33-2083" fmla="*/ 6093 w 10000"/>
                  <a:gd name="connsiteY33-2084" fmla="*/ 6129 h 10000"/>
                  <a:gd name="connsiteX34-2085" fmla="*/ 6013 w 10000"/>
                  <a:gd name="connsiteY34-2086" fmla="*/ 5907 h 10000"/>
                  <a:gd name="connsiteX35-2087" fmla="*/ 5820 w 10000"/>
                  <a:gd name="connsiteY35-2088" fmla="*/ 5981 h 10000"/>
                  <a:gd name="connsiteX36-2089" fmla="*/ 5547 w 10000"/>
                  <a:gd name="connsiteY36-2090" fmla="*/ 6312 h 10000"/>
                  <a:gd name="connsiteX37-2091" fmla="*/ 4695 w 10000"/>
                  <a:gd name="connsiteY37-2092" fmla="*/ 5834 h 10000"/>
                  <a:gd name="connsiteX38-2093" fmla="*/ 2510 w 10000"/>
                  <a:gd name="connsiteY38-2094" fmla="*/ 5852 h 10000"/>
                  <a:gd name="connsiteX39-2095" fmla="*/ 1545 w 10000"/>
                  <a:gd name="connsiteY39-2096" fmla="*/ 5981 h 10000"/>
                  <a:gd name="connsiteX40-2097" fmla="*/ 1208 w 10000"/>
                  <a:gd name="connsiteY40-2098" fmla="*/ 5431 h 10000"/>
                  <a:gd name="connsiteX41-2099" fmla="*/ 1514 w 10000"/>
                  <a:gd name="connsiteY41-2100" fmla="*/ 4386 h 10000"/>
                  <a:gd name="connsiteX42-2101" fmla="*/ 1561 w 10000"/>
                  <a:gd name="connsiteY42-2102" fmla="*/ 4203 h 10000"/>
                  <a:gd name="connsiteX43-2103" fmla="*/ 1787 w 10000"/>
                  <a:gd name="connsiteY43-2104" fmla="*/ 2991 h 10000"/>
                  <a:gd name="connsiteX44-2105" fmla="*/ 3136 w 10000"/>
                  <a:gd name="connsiteY44-2106" fmla="*/ 2606 h 10000"/>
                  <a:gd name="connsiteX45-2107" fmla="*/ 3876 w 10000"/>
                  <a:gd name="connsiteY45-2108" fmla="*/ 3799 h 10000"/>
                  <a:gd name="connsiteX46-2109" fmla="*/ 2703 w 10000"/>
                  <a:gd name="connsiteY46-2110" fmla="*/ 4569 h 10000"/>
                  <a:gd name="connsiteX47-2111" fmla="*/ 2719 w 10000"/>
                  <a:gd name="connsiteY47-2112" fmla="*/ 4808 h 10000"/>
                  <a:gd name="connsiteX48-2113" fmla="*/ 2927 w 10000"/>
                  <a:gd name="connsiteY48-2114" fmla="*/ 4771 h 10000"/>
                  <a:gd name="connsiteX49-2115" fmla="*/ 4744 w 10000"/>
                  <a:gd name="connsiteY49-2116" fmla="*/ 4423 h 10000"/>
                  <a:gd name="connsiteX50-2117" fmla="*/ 4937 w 10000"/>
                  <a:gd name="connsiteY50-2118" fmla="*/ 4423 h 10000"/>
                  <a:gd name="connsiteX51-2119" fmla="*/ 5804 w 10000"/>
                  <a:gd name="connsiteY51-2120" fmla="*/ 4184 h 10000"/>
                  <a:gd name="connsiteX52-2121" fmla="*/ 6383 w 10000"/>
                  <a:gd name="connsiteY52-2122" fmla="*/ 4973 h 10000"/>
                  <a:gd name="connsiteX53-2123" fmla="*/ 6512 w 10000"/>
                  <a:gd name="connsiteY53-2124" fmla="*/ 5119 h 10000"/>
                  <a:gd name="connsiteX54-2125" fmla="*/ 7572 w 10000"/>
                  <a:gd name="connsiteY54-2126" fmla="*/ 6532 h 10000"/>
                  <a:gd name="connsiteX55-2127" fmla="*/ 7196 w 10000"/>
                  <a:gd name="connsiteY55-2128" fmla="*/ 7806 h 10000"/>
                  <a:gd name="connsiteX56-2129" fmla="*/ 5483 w 10000"/>
                  <a:gd name="connsiteY56-2130" fmla="*/ 8218 h 10000"/>
                  <a:gd name="connsiteX57-2131" fmla="*/ 5467 w 10000"/>
                  <a:gd name="connsiteY57-2132" fmla="*/ 8273 h 10000"/>
                  <a:gd name="connsiteX58-2133" fmla="*/ 3490 w 10000"/>
                  <a:gd name="connsiteY58-2134" fmla="*/ 8053 h 10000"/>
                  <a:gd name="connsiteX59-2135" fmla="*/ 3345 w 10000"/>
                  <a:gd name="connsiteY59-2136" fmla="*/ 7357 h 10000"/>
                  <a:gd name="connsiteX60-2137" fmla="*/ 3586 w 10000"/>
                  <a:gd name="connsiteY60-2138" fmla="*/ 7082 h 10000"/>
                  <a:gd name="connsiteX61-2139" fmla="*/ 3683 w 10000"/>
                  <a:gd name="connsiteY61-2140" fmla="*/ 6880 h 10000"/>
                  <a:gd name="connsiteX62-2141" fmla="*/ 3490 w 10000"/>
                  <a:gd name="connsiteY62-2142" fmla="*/ 6770 h 10000"/>
                  <a:gd name="connsiteX63-2143" fmla="*/ 3072 w 10000"/>
                  <a:gd name="connsiteY63-2144" fmla="*/ 7247 h 10000"/>
                  <a:gd name="connsiteX64-2145" fmla="*/ 3249 w 10000"/>
                  <a:gd name="connsiteY64-2146" fmla="*/ 8255 h 10000"/>
                  <a:gd name="connsiteX65-2147" fmla="*/ 3249 w 10000"/>
                  <a:gd name="connsiteY65-2148" fmla="*/ 8273 h 10000"/>
                  <a:gd name="connsiteX66-2149" fmla="*/ 4680 w 10000"/>
                  <a:gd name="connsiteY66-2150" fmla="*/ 8825 h 10000"/>
                  <a:gd name="connsiteX67-2151" fmla="*/ 5354 w 10000"/>
                  <a:gd name="connsiteY67-2152" fmla="*/ 8677 h 10000"/>
                  <a:gd name="connsiteX68-2153" fmla="*/ 3393 w 10000"/>
                  <a:gd name="connsiteY68-2154" fmla="*/ 9998 h 10000"/>
                  <a:gd name="connsiteX69-2155" fmla="*/ 2253 w 10000"/>
                  <a:gd name="connsiteY69-2156" fmla="*/ 9228 h 10000"/>
                  <a:gd name="connsiteX70-2157" fmla="*/ 1224 w 10000"/>
                  <a:gd name="connsiteY70-2158" fmla="*/ 7137 h 10000"/>
                  <a:gd name="connsiteX71-2159" fmla="*/ 3 w 10000"/>
                  <a:gd name="connsiteY71-2160" fmla="*/ 4954 h 10000"/>
                  <a:gd name="connsiteX0-2161" fmla="*/ 3 w 10000"/>
                  <a:gd name="connsiteY0-2162" fmla="*/ 4954 h 10000"/>
                  <a:gd name="connsiteX1-2163" fmla="*/ 726 w 10000"/>
                  <a:gd name="connsiteY1-2164" fmla="*/ 3028 h 10000"/>
                  <a:gd name="connsiteX2-2165" fmla="*/ 1337 w 10000"/>
                  <a:gd name="connsiteY2-2166" fmla="*/ 1635 h 10000"/>
                  <a:gd name="connsiteX3-2167" fmla="*/ 3233 w 10000"/>
                  <a:gd name="connsiteY3-2168" fmla="*/ 773 h 10000"/>
                  <a:gd name="connsiteX4-2169" fmla="*/ 5997 w 10000"/>
                  <a:gd name="connsiteY4-2170" fmla="*/ 424 h 10000"/>
                  <a:gd name="connsiteX5-2171" fmla="*/ 8488 w 10000"/>
                  <a:gd name="connsiteY5-2172" fmla="*/ 1452 h 10000"/>
                  <a:gd name="connsiteX6-2173" fmla="*/ 9693 w 10000"/>
                  <a:gd name="connsiteY6-2174" fmla="*/ 4661 h 10000"/>
                  <a:gd name="connsiteX7-2175" fmla="*/ 7765 w 10000"/>
                  <a:gd name="connsiteY7-2176" fmla="*/ 5852 h 10000"/>
                  <a:gd name="connsiteX8-2177" fmla="*/ 6752 w 10000"/>
                  <a:gd name="connsiteY8-2178" fmla="*/ 4844 h 10000"/>
                  <a:gd name="connsiteX9-2179" fmla="*/ 7444 w 10000"/>
                  <a:gd name="connsiteY9-2180" fmla="*/ 2845 h 10000"/>
                  <a:gd name="connsiteX10-2181" fmla="*/ 8680 w 10000"/>
                  <a:gd name="connsiteY10-2182" fmla="*/ 2808 h 10000"/>
                  <a:gd name="connsiteX11-2183" fmla="*/ 8873 w 10000"/>
                  <a:gd name="connsiteY11-2184" fmla="*/ 3799 h 10000"/>
                  <a:gd name="connsiteX12-2185" fmla="*/ 8568 w 10000"/>
                  <a:gd name="connsiteY12-2186" fmla="*/ 4203 h 10000"/>
                  <a:gd name="connsiteX13-2187" fmla="*/ 7941 w 10000"/>
                  <a:gd name="connsiteY13-2188" fmla="*/ 4184 h 10000"/>
                  <a:gd name="connsiteX14-2189" fmla="*/ 7748 w 10000"/>
                  <a:gd name="connsiteY14-2190" fmla="*/ 4276 h 10000"/>
                  <a:gd name="connsiteX15-2191" fmla="*/ 7829 w 10000"/>
                  <a:gd name="connsiteY15-2192" fmla="*/ 4496 h 10000"/>
                  <a:gd name="connsiteX16-2193" fmla="*/ 8664 w 10000"/>
                  <a:gd name="connsiteY16-2194" fmla="*/ 4514 h 10000"/>
                  <a:gd name="connsiteX17-2195" fmla="*/ 9163 w 10000"/>
                  <a:gd name="connsiteY17-2196" fmla="*/ 3928 h 10000"/>
                  <a:gd name="connsiteX18-2197" fmla="*/ 8857 w 10000"/>
                  <a:gd name="connsiteY18-2198" fmla="*/ 2533 h 10000"/>
                  <a:gd name="connsiteX19-2199" fmla="*/ 7637 w 10000"/>
                  <a:gd name="connsiteY19-2200" fmla="*/ 2350 h 10000"/>
                  <a:gd name="connsiteX20-2201" fmla="*/ 6720 w 10000"/>
                  <a:gd name="connsiteY20-2202" fmla="*/ 1360 h 10000"/>
                  <a:gd name="connsiteX21-2203" fmla="*/ 5627 w 10000"/>
                  <a:gd name="connsiteY21-2204" fmla="*/ 1470 h 10000"/>
                  <a:gd name="connsiteX22-2205" fmla="*/ 4390 w 10000"/>
                  <a:gd name="connsiteY22-2206" fmla="*/ 902 h 10000"/>
                  <a:gd name="connsiteX23-2207" fmla="*/ 3442 w 10000"/>
                  <a:gd name="connsiteY23-2208" fmla="*/ 1543 h 10000"/>
                  <a:gd name="connsiteX24-2209" fmla="*/ 3201 w 10000"/>
                  <a:gd name="connsiteY24-2210" fmla="*/ 2277 h 10000"/>
                  <a:gd name="connsiteX25-2211" fmla="*/ 1578 w 10000"/>
                  <a:gd name="connsiteY25-2212" fmla="*/ 2771 h 10000"/>
                  <a:gd name="connsiteX26-2213" fmla="*/ 1257 w 10000"/>
                  <a:gd name="connsiteY26-2214" fmla="*/ 4203 h 10000"/>
                  <a:gd name="connsiteX27-2215" fmla="*/ 902 w 10000"/>
                  <a:gd name="connsiteY27-2216" fmla="*/ 5486 h 10000"/>
                  <a:gd name="connsiteX28-2217" fmla="*/ 1417 w 10000"/>
                  <a:gd name="connsiteY28-2218" fmla="*/ 6294 h 10000"/>
                  <a:gd name="connsiteX29-2219" fmla="*/ 2670 w 10000"/>
                  <a:gd name="connsiteY29-2220" fmla="*/ 6129 h 10000"/>
                  <a:gd name="connsiteX30-2221" fmla="*/ 4518 w 10000"/>
                  <a:gd name="connsiteY30-2222" fmla="*/ 6092 h 10000"/>
                  <a:gd name="connsiteX31-2223" fmla="*/ 5531 w 10000"/>
                  <a:gd name="connsiteY31-2224" fmla="*/ 6642 h 10000"/>
                  <a:gd name="connsiteX32-2225" fmla="*/ 5611 w 10000"/>
                  <a:gd name="connsiteY32-2226" fmla="*/ 6642 h 10000"/>
                  <a:gd name="connsiteX33-2227" fmla="*/ 6093 w 10000"/>
                  <a:gd name="connsiteY33-2228" fmla="*/ 6129 h 10000"/>
                  <a:gd name="connsiteX34-2229" fmla="*/ 6013 w 10000"/>
                  <a:gd name="connsiteY34-2230" fmla="*/ 5907 h 10000"/>
                  <a:gd name="connsiteX35-2231" fmla="*/ 5820 w 10000"/>
                  <a:gd name="connsiteY35-2232" fmla="*/ 5981 h 10000"/>
                  <a:gd name="connsiteX36-2233" fmla="*/ 5547 w 10000"/>
                  <a:gd name="connsiteY36-2234" fmla="*/ 6312 h 10000"/>
                  <a:gd name="connsiteX37-2235" fmla="*/ 4695 w 10000"/>
                  <a:gd name="connsiteY37-2236" fmla="*/ 5834 h 10000"/>
                  <a:gd name="connsiteX38-2237" fmla="*/ 2510 w 10000"/>
                  <a:gd name="connsiteY38-2238" fmla="*/ 5852 h 10000"/>
                  <a:gd name="connsiteX39-2239" fmla="*/ 1545 w 10000"/>
                  <a:gd name="connsiteY39-2240" fmla="*/ 5981 h 10000"/>
                  <a:gd name="connsiteX40-2241" fmla="*/ 1208 w 10000"/>
                  <a:gd name="connsiteY40-2242" fmla="*/ 5431 h 10000"/>
                  <a:gd name="connsiteX41-2243" fmla="*/ 1514 w 10000"/>
                  <a:gd name="connsiteY41-2244" fmla="*/ 4386 h 10000"/>
                  <a:gd name="connsiteX42-2245" fmla="*/ 1561 w 10000"/>
                  <a:gd name="connsiteY42-2246" fmla="*/ 4203 h 10000"/>
                  <a:gd name="connsiteX43-2247" fmla="*/ 1787 w 10000"/>
                  <a:gd name="connsiteY43-2248" fmla="*/ 2991 h 10000"/>
                  <a:gd name="connsiteX44-2249" fmla="*/ 3136 w 10000"/>
                  <a:gd name="connsiteY44-2250" fmla="*/ 2606 h 10000"/>
                  <a:gd name="connsiteX45-2251" fmla="*/ 3876 w 10000"/>
                  <a:gd name="connsiteY45-2252" fmla="*/ 3799 h 10000"/>
                  <a:gd name="connsiteX46-2253" fmla="*/ 2703 w 10000"/>
                  <a:gd name="connsiteY46-2254" fmla="*/ 4569 h 10000"/>
                  <a:gd name="connsiteX47-2255" fmla="*/ 2719 w 10000"/>
                  <a:gd name="connsiteY47-2256" fmla="*/ 4808 h 10000"/>
                  <a:gd name="connsiteX48-2257" fmla="*/ 2927 w 10000"/>
                  <a:gd name="connsiteY48-2258" fmla="*/ 4771 h 10000"/>
                  <a:gd name="connsiteX49-2259" fmla="*/ 4744 w 10000"/>
                  <a:gd name="connsiteY49-2260" fmla="*/ 4423 h 10000"/>
                  <a:gd name="connsiteX50-2261" fmla="*/ 4937 w 10000"/>
                  <a:gd name="connsiteY50-2262" fmla="*/ 4423 h 10000"/>
                  <a:gd name="connsiteX51-2263" fmla="*/ 5804 w 10000"/>
                  <a:gd name="connsiteY51-2264" fmla="*/ 4184 h 10000"/>
                  <a:gd name="connsiteX52-2265" fmla="*/ 6383 w 10000"/>
                  <a:gd name="connsiteY52-2266" fmla="*/ 4973 h 10000"/>
                  <a:gd name="connsiteX53-2267" fmla="*/ 6512 w 10000"/>
                  <a:gd name="connsiteY53-2268" fmla="*/ 5119 h 10000"/>
                  <a:gd name="connsiteX54-2269" fmla="*/ 7572 w 10000"/>
                  <a:gd name="connsiteY54-2270" fmla="*/ 6532 h 10000"/>
                  <a:gd name="connsiteX55-2271" fmla="*/ 7196 w 10000"/>
                  <a:gd name="connsiteY55-2272" fmla="*/ 7806 h 10000"/>
                  <a:gd name="connsiteX56-2273" fmla="*/ 5483 w 10000"/>
                  <a:gd name="connsiteY56-2274" fmla="*/ 8218 h 10000"/>
                  <a:gd name="connsiteX57-2275" fmla="*/ 5467 w 10000"/>
                  <a:gd name="connsiteY57-2276" fmla="*/ 8273 h 10000"/>
                  <a:gd name="connsiteX58-2277" fmla="*/ 3490 w 10000"/>
                  <a:gd name="connsiteY58-2278" fmla="*/ 8053 h 10000"/>
                  <a:gd name="connsiteX59-2279" fmla="*/ 3345 w 10000"/>
                  <a:gd name="connsiteY59-2280" fmla="*/ 7357 h 10000"/>
                  <a:gd name="connsiteX60-2281" fmla="*/ 3586 w 10000"/>
                  <a:gd name="connsiteY60-2282" fmla="*/ 7082 h 10000"/>
                  <a:gd name="connsiteX61-2283" fmla="*/ 3683 w 10000"/>
                  <a:gd name="connsiteY61-2284" fmla="*/ 6880 h 10000"/>
                  <a:gd name="connsiteX62-2285" fmla="*/ 3490 w 10000"/>
                  <a:gd name="connsiteY62-2286" fmla="*/ 6770 h 10000"/>
                  <a:gd name="connsiteX63-2287" fmla="*/ 3072 w 10000"/>
                  <a:gd name="connsiteY63-2288" fmla="*/ 7247 h 10000"/>
                  <a:gd name="connsiteX64-2289" fmla="*/ 3249 w 10000"/>
                  <a:gd name="connsiteY64-2290" fmla="*/ 8255 h 10000"/>
                  <a:gd name="connsiteX65-2291" fmla="*/ 3249 w 10000"/>
                  <a:gd name="connsiteY65-2292" fmla="*/ 8273 h 10000"/>
                  <a:gd name="connsiteX66-2293" fmla="*/ 4680 w 10000"/>
                  <a:gd name="connsiteY66-2294" fmla="*/ 8825 h 10000"/>
                  <a:gd name="connsiteX67-2295" fmla="*/ 5354 w 10000"/>
                  <a:gd name="connsiteY67-2296" fmla="*/ 8677 h 10000"/>
                  <a:gd name="connsiteX68-2297" fmla="*/ 3393 w 10000"/>
                  <a:gd name="connsiteY68-2298" fmla="*/ 9998 h 10000"/>
                  <a:gd name="connsiteX69-2299" fmla="*/ 2253 w 10000"/>
                  <a:gd name="connsiteY69-2300" fmla="*/ 9228 h 10000"/>
                  <a:gd name="connsiteX70-2301" fmla="*/ 1224 w 10000"/>
                  <a:gd name="connsiteY70-2302" fmla="*/ 7137 h 10000"/>
                  <a:gd name="connsiteX71-2303" fmla="*/ 3 w 10000"/>
                  <a:gd name="connsiteY71-2304" fmla="*/ 4954 h 10000"/>
                  <a:gd name="connsiteX0-2305" fmla="*/ 3 w 10000"/>
                  <a:gd name="connsiteY0-2306" fmla="*/ 4954 h 10000"/>
                  <a:gd name="connsiteX1-2307" fmla="*/ 726 w 10000"/>
                  <a:gd name="connsiteY1-2308" fmla="*/ 3028 h 10000"/>
                  <a:gd name="connsiteX2-2309" fmla="*/ 1337 w 10000"/>
                  <a:gd name="connsiteY2-2310" fmla="*/ 1635 h 10000"/>
                  <a:gd name="connsiteX3-2311" fmla="*/ 3233 w 10000"/>
                  <a:gd name="connsiteY3-2312" fmla="*/ 773 h 10000"/>
                  <a:gd name="connsiteX4-2313" fmla="*/ 5997 w 10000"/>
                  <a:gd name="connsiteY4-2314" fmla="*/ 424 h 10000"/>
                  <a:gd name="connsiteX5-2315" fmla="*/ 8488 w 10000"/>
                  <a:gd name="connsiteY5-2316" fmla="*/ 1452 h 10000"/>
                  <a:gd name="connsiteX6-2317" fmla="*/ 9693 w 10000"/>
                  <a:gd name="connsiteY6-2318" fmla="*/ 4661 h 10000"/>
                  <a:gd name="connsiteX7-2319" fmla="*/ 7765 w 10000"/>
                  <a:gd name="connsiteY7-2320" fmla="*/ 5852 h 10000"/>
                  <a:gd name="connsiteX8-2321" fmla="*/ 6752 w 10000"/>
                  <a:gd name="connsiteY8-2322" fmla="*/ 4844 h 10000"/>
                  <a:gd name="connsiteX9-2323" fmla="*/ 7444 w 10000"/>
                  <a:gd name="connsiteY9-2324" fmla="*/ 2845 h 10000"/>
                  <a:gd name="connsiteX10-2325" fmla="*/ 8680 w 10000"/>
                  <a:gd name="connsiteY10-2326" fmla="*/ 2808 h 10000"/>
                  <a:gd name="connsiteX11-2327" fmla="*/ 8873 w 10000"/>
                  <a:gd name="connsiteY11-2328" fmla="*/ 3799 h 10000"/>
                  <a:gd name="connsiteX12-2329" fmla="*/ 8568 w 10000"/>
                  <a:gd name="connsiteY12-2330" fmla="*/ 4203 h 10000"/>
                  <a:gd name="connsiteX13-2331" fmla="*/ 7941 w 10000"/>
                  <a:gd name="connsiteY13-2332" fmla="*/ 4184 h 10000"/>
                  <a:gd name="connsiteX14-2333" fmla="*/ 7748 w 10000"/>
                  <a:gd name="connsiteY14-2334" fmla="*/ 4276 h 10000"/>
                  <a:gd name="connsiteX15-2335" fmla="*/ 7829 w 10000"/>
                  <a:gd name="connsiteY15-2336" fmla="*/ 4496 h 10000"/>
                  <a:gd name="connsiteX16-2337" fmla="*/ 8664 w 10000"/>
                  <a:gd name="connsiteY16-2338" fmla="*/ 4514 h 10000"/>
                  <a:gd name="connsiteX17-2339" fmla="*/ 9163 w 10000"/>
                  <a:gd name="connsiteY17-2340" fmla="*/ 3928 h 10000"/>
                  <a:gd name="connsiteX18-2341" fmla="*/ 8857 w 10000"/>
                  <a:gd name="connsiteY18-2342" fmla="*/ 2533 h 10000"/>
                  <a:gd name="connsiteX19-2343" fmla="*/ 7637 w 10000"/>
                  <a:gd name="connsiteY19-2344" fmla="*/ 2350 h 10000"/>
                  <a:gd name="connsiteX20-2345" fmla="*/ 6720 w 10000"/>
                  <a:gd name="connsiteY20-2346" fmla="*/ 1360 h 10000"/>
                  <a:gd name="connsiteX21-2347" fmla="*/ 5627 w 10000"/>
                  <a:gd name="connsiteY21-2348" fmla="*/ 1470 h 10000"/>
                  <a:gd name="connsiteX22-2349" fmla="*/ 4390 w 10000"/>
                  <a:gd name="connsiteY22-2350" fmla="*/ 902 h 10000"/>
                  <a:gd name="connsiteX23-2351" fmla="*/ 3442 w 10000"/>
                  <a:gd name="connsiteY23-2352" fmla="*/ 1543 h 10000"/>
                  <a:gd name="connsiteX24-2353" fmla="*/ 3201 w 10000"/>
                  <a:gd name="connsiteY24-2354" fmla="*/ 2277 h 10000"/>
                  <a:gd name="connsiteX25-2355" fmla="*/ 1578 w 10000"/>
                  <a:gd name="connsiteY25-2356" fmla="*/ 2771 h 10000"/>
                  <a:gd name="connsiteX26-2357" fmla="*/ 1257 w 10000"/>
                  <a:gd name="connsiteY26-2358" fmla="*/ 4203 h 10000"/>
                  <a:gd name="connsiteX27-2359" fmla="*/ 902 w 10000"/>
                  <a:gd name="connsiteY27-2360" fmla="*/ 5486 h 10000"/>
                  <a:gd name="connsiteX28-2361" fmla="*/ 1417 w 10000"/>
                  <a:gd name="connsiteY28-2362" fmla="*/ 6294 h 10000"/>
                  <a:gd name="connsiteX29-2363" fmla="*/ 2670 w 10000"/>
                  <a:gd name="connsiteY29-2364" fmla="*/ 6129 h 10000"/>
                  <a:gd name="connsiteX30-2365" fmla="*/ 4518 w 10000"/>
                  <a:gd name="connsiteY30-2366" fmla="*/ 6092 h 10000"/>
                  <a:gd name="connsiteX31-2367" fmla="*/ 5531 w 10000"/>
                  <a:gd name="connsiteY31-2368" fmla="*/ 6642 h 10000"/>
                  <a:gd name="connsiteX32-2369" fmla="*/ 5611 w 10000"/>
                  <a:gd name="connsiteY32-2370" fmla="*/ 6642 h 10000"/>
                  <a:gd name="connsiteX33-2371" fmla="*/ 6093 w 10000"/>
                  <a:gd name="connsiteY33-2372" fmla="*/ 6129 h 10000"/>
                  <a:gd name="connsiteX34-2373" fmla="*/ 6013 w 10000"/>
                  <a:gd name="connsiteY34-2374" fmla="*/ 5907 h 10000"/>
                  <a:gd name="connsiteX35-2375" fmla="*/ 5820 w 10000"/>
                  <a:gd name="connsiteY35-2376" fmla="*/ 5981 h 10000"/>
                  <a:gd name="connsiteX36-2377" fmla="*/ 5547 w 10000"/>
                  <a:gd name="connsiteY36-2378" fmla="*/ 6312 h 10000"/>
                  <a:gd name="connsiteX37-2379" fmla="*/ 4695 w 10000"/>
                  <a:gd name="connsiteY37-2380" fmla="*/ 5834 h 10000"/>
                  <a:gd name="connsiteX38-2381" fmla="*/ 2510 w 10000"/>
                  <a:gd name="connsiteY38-2382" fmla="*/ 5852 h 10000"/>
                  <a:gd name="connsiteX39-2383" fmla="*/ 1545 w 10000"/>
                  <a:gd name="connsiteY39-2384" fmla="*/ 5981 h 10000"/>
                  <a:gd name="connsiteX40-2385" fmla="*/ 1208 w 10000"/>
                  <a:gd name="connsiteY40-2386" fmla="*/ 5431 h 10000"/>
                  <a:gd name="connsiteX41-2387" fmla="*/ 1514 w 10000"/>
                  <a:gd name="connsiteY41-2388" fmla="*/ 4386 h 10000"/>
                  <a:gd name="connsiteX42-2389" fmla="*/ 1561 w 10000"/>
                  <a:gd name="connsiteY42-2390" fmla="*/ 4203 h 10000"/>
                  <a:gd name="connsiteX43-2391" fmla="*/ 1787 w 10000"/>
                  <a:gd name="connsiteY43-2392" fmla="*/ 2991 h 10000"/>
                  <a:gd name="connsiteX44-2393" fmla="*/ 3136 w 10000"/>
                  <a:gd name="connsiteY44-2394" fmla="*/ 2606 h 10000"/>
                  <a:gd name="connsiteX45-2395" fmla="*/ 3876 w 10000"/>
                  <a:gd name="connsiteY45-2396" fmla="*/ 3799 h 10000"/>
                  <a:gd name="connsiteX46-2397" fmla="*/ 2703 w 10000"/>
                  <a:gd name="connsiteY46-2398" fmla="*/ 4569 h 10000"/>
                  <a:gd name="connsiteX47-2399" fmla="*/ 2719 w 10000"/>
                  <a:gd name="connsiteY47-2400" fmla="*/ 4808 h 10000"/>
                  <a:gd name="connsiteX48-2401" fmla="*/ 2927 w 10000"/>
                  <a:gd name="connsiteY48-2402" fmla="*/ 4771 h 10000"/>
                  <a:gd name="connsiteX49-2403" fmla="*/ 4744 w 10000"/>
                  <a:gd name="connsiteY49-2404" fmla="*/ 4423 h 10000"/>
                  <a:gd name="connsiteX50-2405" fmla="*/ 4937 w 10000"/>
                  <a:gd name="connsiteY50-2406" fmla="*/ 4423 h 10000"/>
                  <a:gd name="connsiteX51-2407" fmla="*/ 5804 w 10000"/>
                  <a:gd name="connsiteY51-2408" fmla="*/ 4184 h 10000"/>
                  <a:gd name="connsiteX52-2409" fmla="*/ 6383 w 10000"/>
                  <a:gd name="connsiteY52-2410" fmla="*/ 4973 h 10000"/>
                  <a:gd name="connsiteX53-2411" fmla="*/ 6512 w 10000"/>
                  <a:gd name="connsiteY53-2412" fmla="*/ 5119 h 10000"/>
                  <a:gd name="connsiteX54-2413" fmla="*/ 7572 w 10000"/>
                  <a:gd name="connsiteY54-2414" fmla="*/ 6532 h 10000"/>
                  <a:gd name="connsiteX55-2415" fmla="*/ 7273 w 10000"/>
                  <a:gd name="connsiteY55-2416" fmla="*/ 7835 h 10000"/>
                  <a:gd name="connsiteX56-2417" fmla="*/ 5483 w 10000"/>
                  <a:gd name="connsiteY56-2418" fmla="*/ 8218 h 10000"/>
                  <a:gd name="connsiteX57-2419" fmla="*/ 5467 w 10000"/>
                  <a:gd name="connsiteY57-2420" fmla="*/ 8273 h 10000"/>
                  <a:gd name="connsiteX58-2421" fmla="*/ 3490 w 10000"/>
                  <a:gd name="connsiteY58-2422" fmla="*/ 8053 h 10000"/>
                  <a:gd name="connsiteX59-2423" fmla="*/ 3345 w 10000"/>
                  <a:gd name="connsiteY59-2424" fmla="*/ 7357 h 10000"/>
                  <a:gd name="connsiteX60-2425" fmla="*/ 3586 w 10000"/>
                  <a:gd name="connsiteY60-2426" fmla="*/ 7082 h 10000"/>
                  <a:gd name="connsiteX61-2427" fmla="*/ 3683 w 10000"/>
                  <a:gd name="connsiteY61-2428" fmla="*/ 6880 h 10000"/>
                  <a:gd name="connsiteX62-2429" fmla="*/ 3490 w 10000"/>
                  <a:gd name="connsiteY62-2430" fmla="*/ 6770 h 10000"/>
                  <a:gd name="connsiteX63-2431" fmla="*/ 3072 w 10000"/>
                  <a:gd name="connsiteY63-2432" fmla="*/ 7247 h 10000"/>
                  <a:gd name="connsiteX64-2433" fmla="*/ 3249 w 10000"/>
                  <a:gd name="connsiteY64-2434" fmla="*/ 8255 h 10000"/>
                  <a:gd name="connsiteX65-2435" fmla="*/ 3249 w 10000"/>
                  <a:gd name="connsiteY65-2436" fmla="*/ 8273 h 10000"/>
                  <a:gd name="connsiteX66-2437" fmla="*/ 4680 w 10000"/>
                  <a:gd name="connsiteY66-2438" fmla="*/ 8825 h 10000"/>
                  <a:gd name="connsiteX67-2439" fmla="*/ 5354 w 10000"/>
                  <a:gd name="connsiteY67-2440" fmla="*/ 8677 h 10000"/>
                  <a:gd name="connsiteX68-2441" fmla="*/ 3393 w 10000"/>
                  <a:gd name="connsiteY68-2442" fmla="*/ 9998 h 10000"/>
                  <a:gd name="connsiteX69-2443" fmla="*/ 2253 w 10000"/>
                  <a:gd name="connsiteY69-2444" fmla="*/ 9228 h 10000"/>
                  <a:gd name="connsiteX70-2445" fmla="*/ 1224 w 10000"/>
                  <a:gd name="connsiteY70-2446" fmla="*/ 7137 h 10000"/>
                  <a:gd name="connsiteX71-2447" fmla="*/ 3 w 10000"/>
                  <a:gd name="connsiteY71-2448" fmla="*/ 4954 h 10000"/>
                  <a:gd name="connsiteX0-2449" fmla="*/ 3 w 10000"/>
                  <a:gd name="connsiteY0-2450" fmla="*/ 4954 h 10000"/>
                  <a:gd name="connsiteX1-2451" fmla="*/ 726 w 10000"/>
                  <a:gd name="connsiteY1-2452" fmla="*/ 3028 h 10000"/>
                  <a:gd name="connsiteX2-2453" fmla="*/ 1337 w 10000"/>
                  <a:gd name="connsiteY2-2454" fmla="*/ 1635 h 10000"/>
                  <a:gd name="connsiteX3-2455" fmla="*/ 3233 w 10000"/>
                  <a:gd name="connsiteY3-2456" fmla="*/ 773 h 10000"/>
                  <a:gd name="connsiteX4-2457" fmla="*/ 5997 w 10000"/>
                  <a:gd name="connsiteY4-2458" fmla="*/ 424 h 10000"/>
                  <a:gd name="connsiteX5-2459" fmla="*/ 8488 w 10000"/>
                  <a:gd name="connsiteY5-2460" fmla="*/ 1452 h 10000"/>
                  <a:gd name="connsiteX6-2461" fmla="*/ 9693 w 10000"/>
                  <a:gd name="connsiteY6-2462" fmla="*/ 4661 h 10000"/>
                  <a:gd name="connsiteX7-2463" fmla="*/ 7765 w 10000"/>
                  <a:gd name="connsiteY7-2464" fmla="*/ 5852 h 10000"/>
                  <a:gd name="connsiteX8-2465" fmla="*/ 6752 w 10000"/>
                  <a:gd name="connsiteY8-2466" fmla="*/ 4844 h 10000"/>
                  <a:gd name="connsiteX9-2467" fmla="*/ 7444 w 10000"/>
                  <a:gd name="connsiteY9-2468" fmla="*/ 2845 h 10000"/>
                  <a:gd name="connsiteX10-2469" fmla="*/ 8680 w 10000"/>
                  <a:gd name="connsiteY10-2470" fmla="*/ 2808 h 10000"/>
                  <a:gd name="connsiteX11-2471" fmla="*/ 8873 w 10000"/>
                  <a:gd name="connsiteY11-2472" fmla="*/ 3799 h 10000"/>
                  <a:gd name="connsiteX12-2473" fmla="*/ 8568 w 10000"/>
                  <a:gd name="connsiteY12-2474" fmla="*/ 4203 h 10000"/>
                  <a:gd name="connsiteX13-2475" fmla="*/ 7941 w 10000"/>
                  <a:gd name="connsiteY13-2476" fmla="*/ 4184 h 10000"/>
                  <a:gd name="connsiteX14-2477" fmla="*/ 7748 w 10000"/>
                  <a:gd name="connsiteY14-2478" fmla="*/ 4276 h 10000"/>
                  <a:gd name="connsiteX15-2479" fmla="*/ 7829 w 10000"/>
                  <a:gd name="connsiteY15-2480" fmla="*/ 4496 h 10000"/>
                  <a:gd name="connsiteX16-2481" fmla="*/ 8664 w 10000"/>
                  <a:gd name="connsiteY16-2482" fmla="*/ 4514 h 10000"/>
                  <a:gd name="connsiteX17-2483" fmla="*/ 9163 w 10000"/>
                  <a:gd name="connsiteY17-2484" fmla="*/ 3928 h 10000"/>
                  <a:gd name="connsiteX18-2485" fmla="*/ 8857 w 10000"/>
                  <a:gd name="connsiteY18-2486" fmla="*/ 2533 h 10000"/>
                  <a:gd name="connsiteX19-2487" fmla="*/ 7637 w 10000"/>
                  <a:gd name="connsiteY19-2488" fmla="*/ 2350 h 10000"/>
                  <a:gd name="connsiteX20-2489" fmla="*/ 6720 w 10000"/>
                  <a:gd name="connsiteY20-2490" fmla="*/ 1360 h 10000"/>
                  <a:gd name="connsiteX21-2491" fmla="*/ 5627 w 10000"/>
                  <a:gd name="connsiteY21-2492" fmla="*/ 1470 h 10000"/>
                  <a:gd name="connsiteX22-2493" fmla="*/ 4390 w 10000"/>
                  <a:gd name="connsiteY22-2494" fmla="*/ 902 h 10000"/>
                  <a:gd name="connsiteX23-2495" fmla="*/ 3442 w 10000"/>
                  <a:gd name="connsiteY23-2496" fmla="*/ 1543 h 10000"/>
                  <a:gd name="connsiteX24-2497" fmla="*/ 3201 w 10000"/>
                  <a:gd name="connsiteY24-2498" fmla="*/ 2277 h 10000"/>
                  <a:gd name="connsiteX25-2499" fmla="*/ 1578 w 10000"/>
                  <a:gd name="connsiteY25-2500" fmla="*/ 2771 h 10000"/>
                  <a:gd name="connsiteX26-2501" fmla="*/ 1257 w 10000"/>
                  <a:gd name="connsiteY26-2502" fmla="*/ 4203 h 10000"/>
                  <a:gd name="connsiteX27-2503" fmla="*/ 902 w 10000"/>
                  <a:gd name="connsiteY27-2504" fmla="*/ 5486 h 10000"/>
                  <a:gd name="connsiteX28-2505" fmla="*/ 1417 w 10000"/>
                  <a:gd name="connsiteY28-2506" fmla="*/ 6294 h 10000"/>
                  <a:gd name="connsiteX29-2507" fmla="*/ 2670 w 10000"/>
                  <a:gd name="connsiteY29-2508" fmla="*/ 6129 h 10000"/>
                  <a:gd name="connsiteX30-2509" fmla="*/ 4518 w 10000"/>
                  <a:gd name="connsiteY30-2510" fmla="*/ 6092 h 10000"/>
                  <a:gd name="connsiteX31-2511" fmla="*/ 5531 w 10000"/>
                  <a:gd name="connsiteY31-2512" fmla="*/ 6642 h 10000"/>
                  <a:gd name="connsiteX32-2513" fmla="*/ 5611 w 10000"/>
                  <a:gd name="connsiteY32-2514" fmla="*/ 6642 h 10000"/>
                  <a:gd name="connsiteX33-2515" fmla="*/ 6093 w 10000"/>
                  <a:gd name="connsiteY33-2516" fmla="*/ 6129 h 10000"/>
                  <a:gd name="connsiteX34-2517" fmla="*/ 6013 w 10000"/>
                  <a:gd name="connsiteY34-2518" fmla="*/ 5907 h 10000"/>
                  <a:gd name="connsiteX35-2519" fmla="*/ 5820 w 10000"/>
                  <a:gd name="connsiteY35-2520" fmla="*/ 5981 h 10000"/>
                  <a:gd name="connsiteX36-2521" fmla="*/ 5547 w 10000"/>
                  <a:gd name="connsiteY36-2522" fmla="*/ 6312 h 10000"/>
                  <a:gd name="connsiteX37-2523" fmla="*/ 4695 w 10000"/>
                  <a:gd name="connsiteY37-2524" fmla="*/ 5834 h 10000"/>
                  <a:gd name="connsiteX38-2525" fmla="*/ 2510 w 10000"/>
                  <a:gd name="connsiteY38-2526" fmla="*/ 5852 h 10000"/>
                  <a:gd name="connsiteX39-2527" fmla="*/ 1545 w 10000"/>
                  <a:gd name="connsiteY39-2528" fmla="*/ 5981 h 10000"/>
                  <a:gd name="connsiteX40-2529" fmla="*/ 1208 w 10000"/>
                  <a:gd name="connsiteY40-2530" fmla="*/ 5431 h 10000"/>
                  <a:gd name="connsiteX41-2531" fmla="*/ 1514 w 10000"/>
                  <a:gd name="connsiteY41-2532" fmla="*/ 4386 h 10000"/>
                  <a:gd name="connsiteX42-2533" fmla="*/ 1561 w 10000"/>
                  <a:gd name="connsiteY42-2534" fmla="*/ 4203 h 10000"/>
                  <a:gd name="connsiteX43-2535" fmla="*/ 1787 w 10000"/>
                  <a:gd name="connsiteY43-2536" fmla="*/ 2991 h 10000"/>
                  <a:gd name="connsiteX44-2537" fmla="*/ 3136 w 10000"/>
                  <a:gd name="connsiteY44-2538" fmla="*/ 2606 h 10000"/>
                  <a:gd name="connsiteX45-2539" fmla="*/ 3876 w 10000"/>
                  <a:gd name="connsiteY45-2540" fmla="*/ 3799 h 10000"/>
                  <a:gd name="connsiteX46-2541" fmla="*/ 2703 w 10000"/>
                  <a:gd name="connsiteY46-2542" fmla="*/ 4569 h 10000"/>
                  <a:gd name="connsiteX47-2543" fmla="*/ 2719 w 10000"/>
                  <a:gd name="connsiteY47-2544" fmla="*/ 4808 h 10000"/>
                  <a:gd name="connsiteX48-2545" fmla="*/ 2927 w 10000"/>
                  <a:gd name="connsiteY48-2546" fmla="*/ 4771 h 10000"/>
                  <a:gd name="connsiteX49-2547" fmla="*/ 4744 w 10000"/>
                  <a:gd name="connsiteY49-2548" fmla="*/ 4423 h 10000"/>
                  <a:gd name="connsiteX50-2549" fmla="*/ 4937 w 10000"/>
                  <a:gd name="connsiteY50-2550" fmla="*/ 4423 h 10000"/>
                  <a:gd name="connsiteX51-2551" fmla="*/ 5804 w 10000"/>
                  <a:gd name="connsiteY51-2552" fmla="*/ 4184 h 10000"/>
                  <a:gd name="connsiteX52-2553" fmla="*/ 6383 w 10000"/>
                  <a:gd name="connsiteY52-2554" fmla="*/ 4973 h 10000"/>
                  <a:gd name="connsiteX53-2555" fmla="*/ 6512 w 10000"/>
                  <a:gd name="connsiteY53-2556" fmla="*/ 5119 h 10000"/>
                  <a:gd name="connsiteX54-2557" fmla="*/ 7572 w 10000"/>
                  <a:gd name="connsiteY54-2558" fmla="*/ 6532 h 10000"/>
                  <a:gd name="connsiteX55-2559" fmla="*/ 7273 w 10000"/>
                  <a:gd name="connsiteY55-2560" fmla="*/ 7835 h 10000"/>
                  <a:gd name="connsiteX56-2561" fmla="*/ 5483 w 10000"/>
                  <a:gd name="connsiteY56-2562" fmla="*/ 8218 h 10000"/>
                  <a:gd name="connsiteX57-2563" fmla="*/ 5467 w 10000"/>
                  <a:gd name="connsiteY57-2564" fmla="*/ 8273 h 10000"/>
                  <a:gd name="connsiteX58-2565" fmla="*/ 3490 w 10000"/>
                  <a:gd name="connsiteY58-2566" fmla="*/ 8053 h 10000"/>
                  <a:gd name="connsiteX59-2567" fmla="*/ 3345 w 10000"/>
                  <a:gd name="connsiteY59-2568" fmla="*/ 7357 h 10000"/>
                  <a:gd name="connsiteX60-2569" fmla="*/ 3586 w 10000"/>
                  <a:gd name="connsiteY60-2570" fmla="*/ 7082 h 10000"/>
                  <a:gd name="connsiteX61-2571" fmla="*/ 3683 w 10000"/>
                  <a:gd name="connsiteY61-2572" fmla="*/ 6880 h 10000"/>
                  <a:gd name="connsiteX62-2573" fmla="*/ 3490 w 10000"/>
                  <a:gd name="connsiteY62-2574" fmla="*/ 6770 h 10000"/>
                  <a:gd name="connsiteX63-2575" fmla="*/ 3072 w 10000"/>
                  <a:gd name="connsiteY63-2576" fmla="*/ 7247 h 10000"/>
                  <a:gd name="connsiteX64-2577" fmla="*/ 3249 w 10000"/>
                  <a:gd name="connsiteY64-2578" fmla="*/ 8255 h 10000"/>
                  <a:gd name="connsiteX65-2579" fmla="*/ 3249 w 10000"/>
                  <a:gd name="connsiteY65-2580" fmla="*/ 8273 h 10000"/>
                  <a:gd name="connsiteX66-2581" fmla="*/ 4680 w 10000"/>
                  <a:gd name="connsiteY66-2582" fmla="*/ 8825 h 10000"/>
                  <a:gd name="connsiteX67-2583" fmla="*/ 5354 w 10000"/>
                  <a:gd name="connsiteY67-2584" fmla="*/ 8677 h 10000"/>
                  <a:gd name="connsiteX68-2585" fmla="*/ 3393 w 10000"/>
                  <a:gd name="connsiteY68-2586" fmla="*/ 9998 h 10000"/>
                  <a:gd name="connsiteX69-2587" fmla="*/ 2253 w 10000"/>
                  <a:gd name="connsiteY69-2588" fmla="*/ 9228 h 10000"/>
                  <a:gd name="connsiteX70-2589" fmla="*/ 1224 w 10000"/>
                  <a:gd name="connsiteY70-2590" fmla="*/ 7137 h 10000"/>
                  <a:gd name="connsiteX71-2591" fmla="*/ 3 w 10000"/>
                  <a:gd name="connsiteY71-2592" fmla="*/ 4954 h 10000"/>
                  <a:gd name="connsiteX0-2593" fmla="*/ 3 w 10000"/>
                  <a:gd name="connsiteY0-2594" fmla="*/ 4954 h 10000"/>
                  <a:gd name="connsiteX1-2595" fmla="*/ 726 w 10000"/>
                  <a:gd name="connsiteY1-2596" fmla="*/ 3028 h 10000"/>
                  <a:gd name="connsiteX2-2597" fmla="*/ 1337 w 10000"/>
                  <a:gd name="connsiteY2-2598" fmla="*/ 1635 h 10000"/>
                  <a:gd name="connsiteX3-2599" fmla="*/ 3233 w 10000"/>
                  <a:gd name="connsiteY3-2600" fmla="*/ 773 h 10000"/>
                  <a:gd name="connsiteX4-2601" fmla="*/ 5997 w 10000"/>
                  <a:gd name="connsiteY4-2602" fmla="*/ 424 h 10000"/>
                  <a:gd name="connsiteX5-2603" fmla="*/ 8488 w 10000"/>
                  <a:gd name="connsiteY5-2604" fmla="*/ 1452 h 10000"/>
                  <a:gd name="connsiteX6-2605" fmla="*/ 9693 w 10000"/>
                  <a:gd name="connsiteY6-2606" fmla="*/ 4661 h 10000"/>
                  <a:gd name="connsiteX7-2607" fmla="*/ 7765 w 10000"/>
                  <a:gd name="connsiteY7-2608" fmla="*/ 5852 h 10000"/>
                  <a:gd name="connsiteX8-2609" fmla="*/ 6752 w 10000"/>
                  <a:gd name="connsiteY8-2610" fmla="*/ 4844 h 10000"/>
                  <a:gd name="connsiteX9-2611" fmla="*/ 7444 w 10000"/>
                  <a:gd name="connsiteY9-2612" fmla="*/ 2845 h 10000"/>
                  <a:gd name="connsiteX10-2613" fmla="*/ 8680 w 10000"/>
                  <a:gd name="connsiteY10-2614" fmla="*/ 2808 h 10000"/>
                  <a:gd name="connsiteX11-2615" fmla="*/ 8873 w 10000"/>
                  <a:gd name="connsiteY11-2616" fmla="*/ 3799 h 10000"/>
                  <a:gd name="connsiteX12-2617" fmla="*/ 8568 w 10000"/>
                  <a:gd name="connsiteY12-2618" fmla="*/ 4203 h 10000"/>
                  <a:gd name="connsiteX13-2619" fmla="*/ 7941 w 10000"/>
                  <a:gd name="connsiteY13-2620" fmla="*/ 4184 h 10000"/>
                  <a:gd name="connsiteX14-2621" fmla="*/ 7748 w 10000"/>
                  <a:gd name="connsiteY14-2622" fmla="*/ 4276 h 10000"/>
                  <a:gd name="connsiteX15-2623" fmla="*/ 7829 w 10000"/>
                  <a:gd name="connsiteY15-2624" fmla="*/ 4496 h 10000"/>
                  <a:gd name="connsiteX16-2625" fmla="*/ 8664 w 10000"/>
                  <a:gd name="connsiteY16-2626" fmla="*/ 4514 h 10000"/>
                  <a:gd name="connsiteX17-2627" fmla="*/ 9163 w 10000"/>
                  <a:gd name="connsiteY17-2628" fmla="*/ 3928 h 10000"/>
                  <a:gd name="connsiteX18-2629" fmla="*/ 8857 w 10000"/>
                  <a:gd name="connsiteY18-2630" fmla="*/ 2533 h 10000"/>
                  <a:gd name="connsiteX19-2631" fmla="*/ 7637 w 10000"/>
                  <a:gd name="connsiteY19-2632" fmla="*/ 2350 h 10000"/>
                  <a:gd name="connsiteX20-2633" fmla="*/ 6720 w 10000"/>
                  <a:gd name="connsiteY20-2634" fmla="*/ 1360 h 10000"/>
                  <a:gd name="connsiteX21-2635" fmla="*/ 5627 w 10000"/>
                  <a:gd name="connsiteY21-2636" fmla="*/ 1470 h 10000"/>
                  <a:gd name="connsiteX22-2637" fmla="*/ 4390 w 10000"/>
                  <a:gd name="connsiteY22-2638" fmla="*/ 902 h 10000"/>
                  <a:gd name="connsiteX23-2639" fmla="*/ 3442 w 10000"/>
                  <a:gd name="connsiteY23-2640" fmla="*/ 1543 h 10000"/>
                  <a:gd name="connsiteX24-2641" fmla="*/ 3201 w 10000"/>
                  <a:gd name="connsiteY24-2642" fmla="*/ 2277 h 10000"/>
                  <a:gd name="connsiteX25-2643" fmla="*/ 1578 w 10000"/>
                  <a:gd name="connsiteY25-2644" fmla="*/ 2771 h 10000"/>
                  <a:gd name="connsiteX26-2645" fmla="*/ 1257 w 10000"/>
                  <a:gd name="connsiteY26-2646" fmla="*/ 4203 h 10000"/>
                  <a:gd name="connsiteX27-2647" fmla="*/ 902 w 10000"/>
                  <a:gd name="connsiteY27-2648" fmla="*/ 5486 h 10000"/>
                  <a:gd name="connsiteX28-2649" fmla="*/ 1417 w 10000"/>
                  <a:gd name="connsiteY28-2650" fmla="*/ 6294 h 10000"/>
                  <a:gd name="connsiteX29-2651" fmla="*/ 2670 w 10000"/>
                  <a:gd name="connsiteY29-2652" fmla="*/ 6129 h 10000"/>
                  <a:gd name="connsiteX30-2653" fmla="*/ 4518 w 10000"/>
                  <a:gd name="connsiteY30-2654" fmla="*/ 6092 h 10000"/>
                  <a:gd name="connsiteX31-2655" fmla="*/ 5531 w 10000"/>
                  <a:gd name="connsiteY31-2656" fmla="*/ 6642 h 10000"/>
                  <a:gd name="connsiteX32-2657" fmla="*/ 5611 w 10000"/>
                  <a:gd name="connsiteY32-2658" fmla="*/ 6642 h 10000"/>
                  <a:gd name="connsiteX33-2659" fmla="*/ 6093 w 10000"/>
                  <a:gd name="connsiteY33-2660" fmla="*/ 6129 h 10000"/>
                  <a:gd name="connsiteX34-2661" fmla="*/ 6013 w 10000"/>
                  <a:gd name="connsiteY34-2662" fmla="*/ 5907 h 10000"/>
                  <a:gd name="connsiteX35-2663" fmla="*/ 5820 w 10000"/>
                  <a:gd name="connsiteY35-2664" fmla="*/ 5981 h 10000"/>
                  <a:gd name="connsiteX36-2665" fmla="*/ 5547 w 10000"/>
                  <a:gd name="connsiteY36-2666" fmla="*/ 6312 h 10000"/>
                  <a:gd name="connsiteX37-2667" fmla="*/ 4695 w 10000"/>
                  <a:gd name="connsiteY37-2668" fmla="*/ 5834 h 10000"/>
                  <a:gd name="connsiteX38-2669" fmla="*/ 2510 w 10000"/>
                  <a:gd name="connsiteY38-2670" fmla="*/ 5852 h 10000"/>
                  <a:gd name="connsiteX39-2671" fmla="*/ 1545 w 10000"/>
                  <a:gd name="connsiteY39-2672" fmla="*/ 5981 h 10000"/>
                  <a:gd name="connsiteX40-2673" fmla="*/ 1208 w 10000"/>
                  <a:gd name="connsiteY40-2674" fmla="*/ 5431 h 10000"/>
                  <a:gd name="connsiteX41-2675" fmla="*/ 1514 w 10000"/>
                  <a:gd name="connsiteY41-2676" fmla="*/ 4386 h 10000"/>
                  <a:gd name="connsiteX42-2677" fmla="*/ 1561 w 10000"/>
                  <a:gd name="connsiteY42-2678" fmla="*/ 4203 h 10000"/>
                  <a:gd name="connsiteX43-2679" fmla="*/ 1787 w 10000"/>
                  <a:gd name="connsiteY43-2680" fmla="*/ 2991 h 10000"/>
                  <a:gd name="connsiteX44-2681" fmla="*/ 3136 w 10000"/>
                  <a:gd name="connsiteY44-2682" fmla="*/ 2606 h 10000"/>
                  <a:gd name="connsiteX45-2683" fmla="*/ 3876 w 10000"/>
                  <a:gd name="connsiteY45-2684" fmla="*/ 3799 h 10000"/>
                  <a:gd name="connsiteX46-2685" fmla="*/ 2703 w 10000"/>
                  <a:gd name="connsiteY46-2686" fmla="*/ 4569 h 10000"/>
                  <a:gd name="connsiteX47-2687" fmla="*/ 2719 w 10000"/>
                  <a:gd name="connsiteY47-2688" fmla="*/ 4808 h 10000"/>
                  <a:gd name="connsiteX48-2689" fmla="*/ 2927 w 10000"/>
                  <a:gd name="connsiteY48-2690" fmla="*/ 4771 h 10000"/>
                  <a:gd name="connsiteX49-2691" fmla="*/ 4744 w 10000"/>
                  <a:gd name="connsiteY49-2692" fmla="*/ 4423 h 10000"/>
                  <a:gd name="connsiteX50-2693" fmla="*/ 4937 w 10000"/>
                  <a:gd name="connsiteY50-2694" fmla="*/ 4423 h 10000"/>
                  <a:gd name="connsiteX51-2695" fmla="*/ 5804 w 10000"/>
                  <a:gd name="connsiteY51-2696" fmla="*/ 4184 h 10000"/>
                  <a:gd name="connsiteX52-2697" fmla="*/ 6383 w 10000"/>
                  <a:gd name="connsiteY52-2698" fmla="*/ 4973 h 10000"/>
                  <a:gd name="connsiteX53-2699" fmla="*/ 6512 w 10000"/>
                  <a:gd name="connsiteY53-2700" fmla="*/ 5119 h 10000"/>
                  <a:gd name="connsiteX54-2701" fmla="*/ 7572 w 10000"/>
                  <a:gd name="connsiteY54-2702" fmla="*/ 6532 h 10000"/>
                  <a:gd name="connsiteX55-2703" fmla="*/ 7273 w 10000"/>
                  <a:gd name="connsiteY55-2704" fmla="*/ 7835 h 10000"/>
                  <a:gd name="connsiteX56-2705" fmla="*/ 5483 w 10000"/>
                  <a:gd name="connsiteY56-2706" fmla="*/ 8218 h 10000"/>
                  <a:gd name="connsiteX57-2707" fmla="*/ 5467 w 10000"/>
                  <a:gd name="connsiteY57-2708" fmla="*/ 8273 h 10000"/>
                  <a:gd name="connsiteX58-2709" fmla="*/ 3490 w 10000"/>
                  <a:gd name="connsiteY58-2710" fmla="*/ 8053 h 10000"/>
                  <a:gd name="connsiteX59-2711" fmla="*/ 3345 w 10000"/>
                  <a:gd name="connsiteY59-2712" fmla="*/ 7357 h 10000"/>
                  <a:gd name="connsiteX60-2713" fmla="*/ 3586 w 10000"/>
                  <a:gd name="connsiteY60-2714" fmla="*/ 7082 h 10000"/>
                  <a:gd name="connsiteX61-2715" fmla="*/ 3683 w 10000"/>
                  <a:gd name="connsiteY61-2716" fmla="*/ 6880 h 10000"/>
                  <a:gd name="connsiteX62-2717" fmla="*/ 3490 w 10000"/>
                  <a:gd name="connsiteY62-2718" fmla="*/ 6770 h 10000"/>
                  <a:gd name="connsiteX63-2719" fmla="*/ 3072 w 10000"/>
                  <a:gd name="connsiteY63-2720" fmla="*/ 7247 h 10000"/>
                  <a:gd name="connsiteX64-2721" fmla="*/ 3249 w 10000"/>
                  <a:gd name="connsiteY64-2722" fmla="*/ 8255 h 10000"/>
                  <a:gd name="connsiteX65-2723" fmla="*/ 3249 w 10000"/>
                  <a:gd name="connsiteY65-2724" fmla="*/ 8273 h 10000"/>
                  <a:gd name="connsiteX66-2725" fmla="*/ 4680 w 10000"/>
                  <a:gd name="connsiteY66-2726" fmla="*/ 8825 h 10000"/>
                  <a:gd name="connsiteX67-2727" fmla="*/ 5354 w 10000"/>
                  <a:gd name="connsiteY67-2728" fmla="*/ 8677 h 10000"/>
                  <a:gd name="connsiteX68-2729" fmla="*/ 3393 w 10000"/>
                  <a:gd name="connsiteY68-2730" fmla="*/ 9998 h 10000"/>
                  <a:gd name="connsiteX69-2731" fmla="*/ 2253 w 10000"/>
                  <a:gd name="connsiteY69-2732" fmla="*/ 9228 h 10000"/>
                  <a:gd name="connsiteX70-2733" fmla="*/ 1224 w 10000"/>
                  <a:gd name="connsiteY70-2734" fmla="*/ 7137 h 10000"/>
                  <a:gd name="connsiteX71-2735" fmla="*/ 3 w 10000"/>
                  <a:gd name="connsiteY71-2736" fmla="*/ 4954 h 10000"/>
                  <a:gd name="connsiteX0-2737" fmla="*/ 3 w 10000"/>
                  <a:gd name="connsiteY0-2738" fmla="*/ 4954 h 10000"/>
                  <a:gd name="connsiteX1-2739" fmla="*/ 726 w 10000"/>
                  <a:gd name="connsiteY1-2740" fmla="*/ 3028 h 10000"/>
                  <a:gd name="connsiteX2-2741" fmla="*/ 1337 w 10000"/>
                  <a:gd name="connsiteY2-2742" fmla="*/ 1635 h 10000"/>
                  <a:gd name="connsiteX3-2743" fmla="*/ 3233 w 10000"/>
                  <a:gd name="connsiteY3-2744" fmla="*/ 773 h 10000"/>
                  <a:gd name="connsiteX4-2745" fmla="*/ 5997 w 10000"/>
                  <a:gd name="connsiteY4-2746" fmla="*/ 424 h 10000"/>
                  <a:gd name="connsiteX5-2747" fmla="*/ 8488 w 10000"/>
                  <a:gd name="connsiteY5-2748" fmla="*/ 1452 h 10000"/>
                  <a:gd name="connsiteX6-2749" fmla="*/ 9693 w 10000"/>
                  <a:gd name="connsiteY6-2750" fmla="*/ 4661 h 10000"/>
                  <a:gd name="connsiteX7-2751" fmla="*/ 7765 w 10000"/>
                  <a:gd name="connsiteY7-2752" fmla="*/ 5852 h 10000"/>
                  <a:gd name="connsiteX8-2753" fmla="*/ 6752 w 10000"/>
                  <a:gd name="connsiteY8-2754" fmla="*/ 4844 h 10000"/>
                  <a:gd name="connsiteX9-2755" fmla="*/ 7444 w 10000"/>
                  <a:gd name="connsiteY9-2756" fmla="*/ 2845 h 10000"/>
                  <a:gd name="connsiteX10-2757" fmla="*/ 8680 w 10000"/>
                  <a:gd name="connsiteY10-2758" fmla="*/ 2808 h 10000"/>
                  <a:gd name="connsiteX11-2759" fmla="*/ 8873 w 10000"/>
                  <a:gd name="connsiteY11-2760" fmla="*/ 3799 h 10000"/>
                  <a:gd name="connsiteX12-2761" fmla="*/ 8568 w 10000"/>
                  <a:gd name="connsiteY12-2762" fmla="*/ 4203 h 10000"/>
                  <a:gd name="connsiteX13-2763" fmla="*/ 7941 w 10000"/>
                  <a:gd name="connsiteY13-2764" fmla="*/ 4184 h 10000"/>
                  <a:gd name="connsiteX14-2765" fmla="*/ 7748 w 10000"/>
                  <a:gd name="connsiteY14-2766" fmla="*/ 4276 h 10000"/>
                  <a:gd name="connsiteX15-2767" fmla="*/ 7829 w 10000"/>
                  <a:gd name="connsiteY15-2768" fmla="*/ 4496 h 10000"/>
                  <a:gd name="connsiteX16-2769" fmla="*/ 8664 w 10000"/>
                  <a:gd name="connsiteY16-2770" fmla="*/ 4514 h 10000"/>
                  <a:gd name="connsiteX17-2771" fmla="*/ 9163 w 10000"/>
                  <a:gd name="connsiteY17-2772" fmla="*/ 3928 h 10000"/>
                  <a:gd name="connsiteX18-2773" fmla="*/ 8857 w 10000"/>
                  <a:gd name="connsiteY18-2774" fmla="*/ 2533 h 10000"/>
                  <a:gd name="connsiteX19-2775" fmla="*/ 7637 w 10000"/>
                  <a:gd name="connsiteY19-2776" fmla="*/ 2350 h 10000"/>
                  <a:gd name="connsiteX20-2777" fmla="*/ 6720 w 10000"/>
                  <a:gd name="connsiteY20-2778" fmla="*/ 1360 h 10000"/>
                  <a:gd name="connsiteX21-2779" fmla="*/ 5627 w 10000"/>
                  <a:gd name="connsiteY21-2780" fmla="*/ 1470 h 10000"/>
                  <a:gd name="connsiteX22-2781" fmla="*/ 4390 w 10000"/>
                  <a:gd name="connsiteY22-2782" fmla="*/ 902 h 10000"/>
                  <a:gd name="connsiteX23-2783" fmla="*/ 3442 w 10000"/>
                  <a:gd name="connsiteY23-2784" fmla="*/ 1543 h 10000"/>
                  <a:gd name="connsiteX24-2785" fmla="*/ 3201 w 10000"/>
                  <a:gd name="connsiteY24-2786" fmla="*/ 2277 h 10000"/>
                  <a:gd name="connsiteX25-2787" fmla="*/ 1578 w 10000"/>
                  <a:gd name="connsiteY25-2788" fmla="*/ 2771 h 10000"/>
                  <a:gd name="connsiteX26-2789" fmla="*/ 1257 w 10000"/>
                  <a:gd name="connsiteY26-2790" fmla="*/ 4203 h 10000"/>
                  <a:gd name="connsiteX27-2791" fmla="*/ 902 w 10000"/>
                  <a:gd name="connsiteY27-2792" fmla="*/ 5486 h 10000"/>
                  <a:gd name="connsiteX28-2793" fmla="*/ 1417 w 10000"/>
                  <a:gd name="connsiteY28-2794" fmla="*/ 6294 h 10000"/>
                  <a:gd name="connsiteX29-2795" fmla="*/ 2670 w 10000"/>
                  <a:gd name="connsiteY29-2796" fmla="*/ 6129 h 10000"/>
                  <a:gd name="connsiteX30-2797" fmla="*/ 4518 w 10000"/>
                  <a:gd name="connsiteY30-2798" fmla="*/ 6092 h 10000"/>
                  <a:gd name="connsiteX31-2799" fmla="*/ 5531 w 10000"/>
                  <a:gd name="connsiteY31-2800" fmla="*/ 6642 h 10000"/>
                  <a:gd name="connsiteX32-2801" fmla="*/ 5611 w 10000"/>
                  <a:gd name="connsiteY32-2802" fmla="*/ 6642 h 10000"/>
                  <a:gd name="connsiteX33-2803" fmla="*/ 6093 w 10000"/>
                  <a:gd name="connsiteY33-2804" fmla="*/ 6129 h 10000"/>
                  <a:gd name="connsiteX34-2805" fmla="*/ 6013 w 10000"/>
                  <a:gd name="connsiteY34-2806" fmla="*/ 5907 h 10000"/>
                  <a:gd name="connsiteX35-2807" fmla="*/ 5820 w 10000"/>
                  <a:gd name="connsiteY35-2808" fmla="*/ 5981 h 10000"/>
                  <a:gd name="connsiteX36-2809" fmla="*/ 5547 w 10000"/>
                  <a:gd name="connsiteY36-2810" fmla="*/ 6312 h 10000"/>
                  <a:gd name="connsiteX37-2811" fmla="*/ 4695 w 10000"/>
                  <a:gd name="connsiteY37-2812" fmla="*/ 5834 h 10000"/>
                  <a:gd name="connsiteX38-2813" fmla="*/ 2510 w 10000"/>
                  <a:gd name="connsiteY38-2814" fmla="*/ 5852 h 10000"/>
                  <a:gd name="connsiteX39-2815" fmla="*/ 1545 w 10000"/>
                  <a:gd name="connsiteY39-2816" fmla="*/ 5981 h 10000"/>
                  <a:gd name="connsiteX40-2817" fmla="*/ 1208 w 10000"/>
                  <a:gd name="connsiteY40-2818" fmla="*/ 5431 h 10000"/>
                  <a:gd name="connsiteX41-2819" fmla="*/ 1514 w 10000"/>
                  <a:gd name="connsiteY41-2820" fmla="*/ 4386 h 10000"/>
                  <a:gd name="connsiteX42-2821" fmla="*/ 1561 w 10000"/>
                  <a:gd name="connsiteY42-2822" fmla="*/ 4203 h 10000"/>
                  <a:gd name="connsiteX43-2823" fmla="*/ 1787 w 10000"/>
                  <a:gd name="connsiteY43-2824" fmla="*/ 2991 h 10000"/>
                  <a:gd name="connsiteX44-2825" fmla="*/ 3136 w 10000"/>
                  <a:gd name="connsiteY44-2826" fmla="*/ 2606 h 10000"/>
                  <a:gd name="connsiteX45-2827" fmla="*/ 3876 w 10000"/>
                  <a:gd name="connsiteY45-2828" fmla="*/ 3799 h 10000"/>
                  <a:gd name="connsiteX46-2829" fmla="*/ 2703 w 10000"/>
                  <a:gd name="connsiteY46-2830" fmla="*/ 4569 h 10000"/>
                  <a:gd name="connsiteX47-2831" fmla="*/ 2719 w 10000"/>
                  <a:gd name="connsiteY47-2832" fmla="*/ 4808 h 10000"/>
                  <a:gd name="connsiteX48-2833" fmla="*/ 2927 w 10000"/>
                  <a:gd name="connsiteY48-2834" fmla="*/ 4771 h 10000"/>
                  <a:gd name="connsiteX49-2835" fmla="*/ 4744 w 10000"/>
                  <a:gd name="connsiteY49-2836" fmla="*/ 4423 h 10000"/>
                  <a:gd name="connsiteX50-2837" fmla="*/ 4937 w 10000"/>
                  <a:gd name="connsiteY50-2838" fmla="*/ 4423 h 10000"/>
                  <a:gd name="connsiteX51-2839" fmla="*/ 5804 w 10000"/>
                  <a:gd name="connsiteY51-2840" fmla="*/ 4184 h 10000"/>
                  <a:gd name="connsiteX52-2841" fmla="*/ 6383 w 10000"/>
                  <a:gd name="connsiteY52-2842" fmla="*/ 4973 h 10000"/>
                  <a:gd name="connsiteX53-2843" fmla="*/ 6512 w 10000"/>
                  <a:gd name="connsiteY53-2844" fmla="*/ 5119 h 10000"/>
                  <a:gd name="connsiteX54-2845" fmla="*/ 7572 w 10000"/>
                  <a:gd name="connsiteY54-2846" fmla="*/ 6532 h 10000"/>
                  <a:gd name="connsiteX55-2847" fmla="*/ 7273 w 10000"/>
                  <a:gd name="connsiteY55-2848" fmla="*/ 7835 h 10000"/>
                  <a:gd name="connsiteX56-2849" fmla="*/ 5483 w 10000"/>
                  <a:gd name="connsiteY56-2850" fmla="*/ 8218 h 10000"/>
                  <a:gd name="connsiteX57-2851" fmla="*/ 5467 w 10000"/>
                  <a:gd name="connsiteY57-2852" fmla="*/ 8273 h 10000"/>
                  <a:gd name="connsiteX58-2853" fmla="*/ 3490 w 10000"/>
                  <a:gd name="connsiteY58-2854" fmla="*/ 8053 h 10000"/>
                  <a:gd name="connsiteX59-2855" fmla="*/ 3345 w 10000"/>
                  <a:gd name="connsiteY59-2856" fmla="*/ 7357 h 10000"/>
                  <a:gd name="connsiteX60-2857" fmla="*/ 3586 w 10000"/>
                  <a:gd name="connsiteY60-2858" fmla="*/ 7082 h 10000"/>
                  <a:gd name="connsiteX61-2859" fmla="*/ 3683 w 10000"/>
                  <a:gd name="connsiteY61-2860" fmla="*/ 6880 h 10000"/>
                  <a:gd name="connsiteX62-2861" fmla="*/ 3490 w 10000"/>
                  <a:gd name="connsiteY62-2862" fmla="*/ 6770 h 10000"/>
                  <a:gd name="connsiteX63-2863" fmla="*/ 3072 w 10000"/>
                  <a:gd name="connsiteY63-2864" fmla="*/ 7247 h 10000"/>
                  <a:gd name="connsiteX64-2865" fmla="*/ 3249 w 10000"/>
                  <a:gd name="connsiteY64-2866" fmla="*/ 8255 h 10000"/>
                  <a:gd name="connsiteX65-2867" fmla="*/ 3249 w 10000"/>
                  <a:gd name="connsiteY65-2868" fmla="*/ 8273 h 10000"/>
                  <a:gd name="connsiteX66-2869" fmla="*/ 4680 w 10000"/>
                  <a:gd name="connsiteY66-2870" fmla="*/ 8825 h 10000"/>
                  <a:gd name="connsiteX67-2871" fmla="*/ 5354 w 10000"/>
                  <a:gd name="connsiteY67-2872" fmla="*/ 8677 h 10000"/>
                  <a:gd name="connsiteX68-2873" fmla="*/ 3393 w 10000"/>
                  <a:gd name="connsiteY68-2874" fmla="*/ 9998 h 10000"/>
                  <a:gd name="connsiteX69-2875" fmla="*/ 2253 w 10000"/>
                  <a:gd name="connsiteY69-2876" fmla="*/ 9228 h 10000"/>
                  <a:gd name="connsiteX70-2877" fmla="*/ 1224 w 10000"/>
                  <a:gd name="connsiteY70-2878" fmla="*/ 7137 h 10000"/>
                  <a:gd name="connsiteX71-2879" fmla="*/ 3 w 10000"/>
                  <a:gd name="connsiteY71-2880" fmla="*/ 4954 h 10000"/>
                  <a:gd name="connsiteX0-2881" fmla="*/ 3 w 10000"/>
                  <a:gd name="connsiteY0-2882" fmla="*/ 4954 h 10000"/>
                  <a:gd name="connsiteX1-2883" fmla="*/ 726 w 10000"/>
                  <a:gd name="connsiteY1-2884" fmla="*/ 3028 h 10000"/>
                  <a:gd name="connsiteX2-2885" fmla="*/ 1337 w 10000"/>
                  <a:gd name="connsiteY2-2886" fmla="*/ 1635 h 10000"/>
                  <a:gd name="connsiteX3-2887" fmla="*/ 3233 w 10000"/>
                  <a:gd name="connsiteY3-2888" fmla="*/ 773 h 10000"/>
                  <a:gd name="connsiteX4-2889" fmla="*/ 5997 w 10000"/>
                  <a:gd name="connsiteY4-2890" fmla="*/ 424 h 10000"/>
                  <a:gd name="connsiteX5-2891" fmla="*/ 8488 w 10000"/>
                  <a:gd name="connsiteY5-2892" fmla="*/ 1452 h 10000"/>
                  <a:gd name="connsiteX6-2893" fmla="*/ 9693 w 10000"/>
                  <a:gd name="connsiteY6-2894" fmla="*/ 4661 h 10000"/>
                  <a:gd name="connsiteX7-2895" fmla="*/ 7765 w 10000"/>
                  <a:gd name="connsiteY7-2896" fmla="*/ 5852 h 10000"/>
                  <a:gd name="connsiteX8-2897" fmla="*/ 6752 w 10000"/>
                  <a:gd name="connsiteY8-2898" fmla="*/ 4844 h 10000"/>
                  <a:gd name="connsiteX9-2899" fmla="*/ 7444 w 10000"/>
                  <a:gd name="connsiteY9-2900" fmla="*/ 2845 h 10000"/>
                  <a:gd name="connsiteX10-2901" fmla="*/ 8680 w 10000"/>
                  <a:gd name="connsiteY10-2902" fmla="*/ 2808 h 10000"/>
                  <a:gd name="connsiteX11-2903" fmla="*/ 8873 w 10000"/>
                  <a:gd name="connsiteY11-2904" fmla="*/ 3799 h 10000"/>
                  <a:gd name="connsiteX12-2905" fmla="*/ 8568 w 10000"/>
                  <a:gd name="connsiteY12-2906" fmla="*/ 4203 h 10000"/>
                  <a:gd name="connsiteX13-2907" fmla="*/ 7941 w 10000"/>
                  <a:gd name="connsiteY13-2908" fmla="*/ 4184 h 10000"/>
                  <a:gd name="connsiteX14-2909" fmla="*/ 7748 w 10000"/>
                  <a:gd name="connsiteY14-2910" fmla="*/ 4276 h 10000"/>
                  <a:gd name="connsiteX15-2911" fmla="*/ 7829 w 10000"/>
                  <a:gd name="connsiteY15-2912" fmla="*/ 4496 h 10000"/>
                  <a:gd name="connsiteX16-2913" fmla="*/ 8664 w 10000"/>
                  <a:gd name="connsiteY16-2914" fmla="*/ 4514 h 10000"/>
                  <a:gd name="connsiteX17-2915" fmla="*/ 9163 w 10000"/>
                  <a:gd name="connsiteY17-2916" fmla="*/ 3928 h 10000"/>
                  <a:gd name="connsiteX18-2917" fmla="*/ 8857 w 10000"/>
                  <a:gd name="connsiteY18-2918" fmla="*/ 2533 h 10000"/>
                  <a:gd name="connsiteX19-2919" fmla="*/ 7637 w 10000"/>
                  <a:gd name="connsiteY19-2920" fmla="*/ 2350 h 10000"/>
                  <a:gd name="connsiteX20-2921" fmla="*/ 6720 w 10000"/>
                  <a:gd name="connsiteY20-2922" fmla="*/ 1360 h 10000"/>
                  <a:gd name="connsiteX21-2923" fmla="*/ 5627 w 10000"/>
                  <a:gd name="connsiteY21-2924" fmla="*/ 1470 h 10000"/>
                  <a:gd name="connsiteX22-2925" fmla="*/ 4390 w 10000"/>
                  <a:gd name="connsiteY22-2926" fmla="*/ 902 h 10000"/>
                  <a:gd name="connsiteX23-2927" fmla="*/ 3442 w 10000"/>
                  <a:gd name="connsiteY23-2928" fmla="*/ 1543 h 10000"/>
                  <a:gd name="connsiteX24-2929" fmla="*/ 3201 w 10000"/>
                  <a:gd name="connsiteY24-2930" fmla="*/ 2277 h 10000"/>
                  <a:gd name="connsiteX25-2931" fmla="*/ 1578 w 10000"/>
                  <a:gd name="connsiteY25-2932" fmla="*/ 2771 h 10000"/>
                  <a:gd name="connsiteX26-2933" fmla="*/ 1257 w 10000"/>
                  <a:gd name="connsiteY26-2934" fmla="*/ 4203 h 10000"/>
                  <a:gd name="connsiteX27-2935" fmla="*/ 902 w 10000"/>
                  <a:gd name="connsiteY27-2936" fmla="*/ 5486 h 10000"/>
                  <a:gd name="connsiteX28-2937" fmla="*/ 1417 w 10000"/>
                  <a:gd name="connsiteY28-2938" fmla="*/ 6294 h 10000"/>
                  <a:gd name="connsiteX29-2939" fmla="*/ 2670 w 10000"/>
                  <a:gd name="connsiteY29-2940" fmla="*/ 6129 h 10000"/>
                  <a:gd name="connsiteX30-2941" fmla="*/ 4518 w 10000"/>
                  <a:gd name="connsiteY30-2942" fmla="*/ 6092 h 10000"/>
                  <a:gd name="connsiteX31-2943" fmla="*/ 5531 w 10000"/>
                  <a:gd name="connsiteY31-2944" fmla="*/ 6642 h 10000"/>
                  <a:gd name="connsiteX32-2945" fmla="*/ 5611 w 10000"/>
                  <a:gd name="connsiteY32-2946" fmla="*/ 6642 h 10000"/>
                  <a:gd name="connsiteX33-2947" fmla="*/ 6093 w 10000"/>
                  <a:gd name="connsiteY33-2948" fmla="*/ 6129 h 10000"/>
                  <a:gd name="connsiteX34-2949" fmla="*/ 6013 w 10000"/>
                  <a:gd name="connsiteY34-2950" fmla="*/ 5907 h 10000"/>
                  <a:gd name="connsiteX35-2951" fmla="*/ 5820 w 10000"/>
                  <a:gd name="connsiteY35-2952" fmla="*/ 5981 h 10000"/>
                  <a:gd name="connsiteX36-2953" fmla="*/ 5547 w 10000"/>
                  <a:gd name="connsiteY36-2954" fmla="*/ 6312 h 10000"/>
                  <a:gd name="connsiteX37-2955" fmla="*/ 4695 w 10000"/>
                  <a:gd name="connsiteY37-2956" fmla="*/ 5834 h 10000"/>
                  <a:gd name="connsiteX38-2957" fmla="*/ 2510 w 10000"/>
                  <a:gd name="connsiteY38-2958" fmla="*/ 5852 h 10000"/>
                  <a:gd name="connsiteX39-2959" fmla="*/ 1545 w 10000"/>
                  <a:gd name="connsiteY39-2960" fmla="*/ 5981 h 10000"/>
                  <a:gd name="connsiteX40-2961" fmla="*/ 1208 w 10000"/>
                  <a:gd name="connsiteY40-2962" fmla="*/ 5431 h 10000"/>
                  <a:gd name="connsiteX41-2963" fmla="*/ 1514 w 10000"/>
                  <a:gd name="connsiteY41-2964" fmla="*/ 4386 h 10000"/>
                  <a:gd name="connsiteX42-2965" fmla="*/ 1561 w 10000"/>
                  <a:gd name="connsiteY42-2966" fmla="*/ 4203 h 10000"/>
                  <a:gd name="connsiteX43-2967" fmla="*/ 1787 w 10000"/>
                  <a:gd name="connsiteY43-2968" fmla="*/ 2991 h 10000"/>
                  <a:gd name="connsiteX44-2969" fmla="*/ 3136 w 10000"/>
                  <a:gd name="connsiteY44-2970" fmla="*/ 2606 h 10000"/>
                  <a:gd name="connsiteX45-2971" fmla="*/ 3876 w 10000"/>
                  <a:gd name="connsiteY45-2972" fmla="*/ 3799 h 10000"/>
                  <a:gd name="connsiteX46-2973" fmla="*/ 2703 w 10000"/>
                  <a:gd name="connsiteY46-2974" fmla="*/ 4569 h 10000"/>
                  <a:gd name="connsiteX47-2975" fmla="*/ 2719 w 10000"/>
                  <a:gd name="connsiteY47-2976" fmla="*/ 4808 h 10000"/>
                  <a:gd name="connsiteX48-2977" fmla="*/ 2927 w 10000"/>
                  <a:gd name="connsiteY48-2978" fmla="*/ 4771 h 10000"/>
                  <a:gd name="connsiteX49-2979" fmla="*/ 4744 w 10000"/>
                  <a:gd name="connsiteY49-2980" fmla="*/ 4423 h 10000"/>
                  <a:gd name="connsiteX50-2981" fmla="*/ 4937 w 10000"/>
                  <a:gd name="connsiteY50-2982" fmla="*/ 4423 h 10000"/>
                  <a:gd name="connsiteX51-2983" fmla="*/ 5804 w 10000"/>
                  <a:gd name="connsiteY51-2984" fmla="*/ 4184 h 10000"/>
                  <a:gd name="connsiteX52-2985" fmla="*/ 6383 w 10000"/>
                  <a:gd name="connsiteY52-2986" fmla="*/ 4973 h 10000"/>
                  <a:gd name="connsiteX53-2987" fmla="*/ 6512 w 10000"/>
                  <a:gd name="connsiteY53-2988" fmla="*/ 5119 h 10000"/>
                  <a:gd name="connsiteX54-2989" fmla="*/ 7572 w 10000"/>
                  <a:gd name="connsiteY54-2990" fmla="*/ 6532 h 10000"/>
                  <a:gd name="connsiteX55-2991" fmla="*/ 7273 w 10000"/>
                  <a:gd name="connsiteY55-2992" fmla="*/ 7835 h 10000"/>
                  <a:gd name="connsiteX56-2993" fmla="*/ 5483 w 10000"/>
                  <a:gd name="connsiteY56-2994" fmla="*/ 8218 h 10000"/>
                  <a:gd name="connsiteX57-2995" fmla="*/ 5467 w 10000"/>
                  <a:gd name="connsiteY57-2996" fmla="*/ 8273 h 10000"/>
                  <a:gd name="connsiteX58-2997" fmla="*/ 3490 w 10000"/>
                  <a:gd name="connsiteY58-2998" fmla="*/ 8053 h 10000"/>
                  <a:gd name="connsiteX59-2999" fmla="*/ 3345 w 10000"/>
                  <a:gd name="connsiteY59-3000" fmla="*/ 7357 h 10000"/>
                  <a:gd name="connsiteX60-3001" fmla="*/ 3586 w 10000"/>
                  <a:gd name="connsiteY60-3002" fmla="*/ 7082 h 10000"/>
                  <a:gd name="connsiteX61-3003" fmla="*/ 3683 w 10000"/>
                  <a:gd name="connsiteY61-3004" fmla="*/ 6880 h 10000"/>
                  <a:gd name="connsiteX62-3005" fmla="*/ 3490 w 10000"/>
                  <a:gd name="connsiteY62-3006" fmla="*/ 6770 h 10000"/>
                  <a:gd name="connsiteX63-3007" fmla="*/ 3072 w 10000"/>
                  <a:gd name="connsiteY63-3008" fmla="*/ 7247 h 10000"/>
                  <a:gd name="connsiteX64-3009" fmla="*/ 3249 w 10000"/>
                  <a:gd name="connsiteY64-3010" fmla="*/ 8255 h 10000"/>
                  <a:gd name="connsiteX65-3011" fmla="*/ 3249 w 10000"/>
                  <a:gd name="connsiteY65-3012" fmla="*/ 8273 h 10000"/>
                  <a:gd name="connsiteX66-3013" fmla="*/ 4680 w 10000"/>
                  <a:gd name="connsiteY66-3014" fmla="*/ 8825 h 10000"/>
                  <a:gd name="connsiteX67-3015" fmla="*/ 5354 w 10000"/>
                  <a:gd name="connsiteY67-3016" fmla="*/ 8677 h 10000"/>
                  <a:gd name="connsiteX68-3017" fmla="*/ 3393 w 10000"/>
                  <a:gd name="connsiteY68-3018" fmla="*/ 9998 h 10000"/>
                  <a:gd name="connsiteX69-3019" fmla="*/ 2253 w 10000"/>
                  <a:gd name="connsiteY69-3020" fmla="*/ 9228 h 10000"/>
                  <a:gd name="connsiteX70-3021" fmla="*/ 1224 w 10000"/>
                  <a:gd name="connsiteY70-3022" fmla="*/ 7137 h 10000"/>
                  <a:gd name="connsiteX71-3023" fmla="*/ 3 w 10000"/>
                  <a:gd name="connsiteY71-3024" fmla="*/ 4954 h 10000"/>
                  <a:gd name="connsiteX0-3025" fmla="*/ 3 w 10000"/>
                  <a:gd name="connsiteY0-3026" fmla="*/ 4954 h 10000"/>
                  <a:gd name="connsiteX1-3027" fmla="*/ 726 w 10000"/>
                  <a:gd name="connsiteY1-3028" fmla="*/ 3028 h 10000"/>
                  <a:gd name="connsiteX2-3029" fmla="*/ 1337 w 10000"/>
                  <a:gd name="connsiteY2-3030" fmla="*/ 1635 h 10000"/>
                  <a:gd name="connsiteX3-3031" fmla="*/ 3233 w 10000"/>
                  <a:gd name="connsiteY3-3032" fmla="*/ 773 h 10000"/>
                  <a:gd name="connsiteX4-3033" fmla="*/ 5997 w 10000"/>
                  <a:gd name="connsiteY4-3034" fmla="*/ 424 h 10000"/>
                  <a:gd name="connsiteX5-3035" fmla="*/ 8488 w 10000"/>
                  <a:gd name="connsiteY5-3036" fmla="*/ 1452 h 10000"/>
                  <a:gd name="connsiteX6-3037" fmla="*/ 9693 w 10000"/>
                  <a:gd name="connsiteY6-3038" fmla="*/ 4661 h 10000"/>
                  <a:gd name="connsiteX7-3039" fmla="*/ 7765 w 10000"/>
                  <a:gd name="connsiteY7-3040" fmla="*/ 5852 h 10000"/>
                  <a:gd name="connsiteX8-3041" fmla="*/ 6752 w 10000"/>
                  <a:gd name="connsiteY8-3042" fmla="*/ 4844 h 10000"/>
                  <a:gd name="connsiteX9-3043" fmla="*/ 7444 w 10000"/>
                  <a:gd name="connsiteY9-3044" fmla="*/ 2845 h 10000"/>
                  <a:gd name="connsiteX10-3045" fmla="*/ 8680 w 10000"/>
                  <a:gd name="connsiteY10-3046" fmla="*/ 2808 h 10000"/>
                  <a:gd name="connsiteX11-3047" fmla="*/ 8873 w 10000"/>
                  <a:gd name="connsiteY11-3048" fmla="*/ 3799 h 10000"/>
                  <a:gd name="connsiteX12-3049" fmla="*/ 8568 w 10000"/>
                  <a:gd name="connsiteY12-3050" fmla="*/ 4203 h 10000"/>
                  <a:gd name="connsiteX13-3051" fmla="*/ 7941 w 10000"/>
                  <a:gd name="connsiteY13-3052" fmla="*/ 4184 h 10000"/>
                  <a:gd name="connsiteX14-3053" fmla="*/ 7748 w 10000"/>
                  <a:gd name="connsiteY14-3054" fmla="*/ 4276 h 10000"/>
                  <a:gd name="connsiteX15-3055" fmla="*/ 7829 w 10000"/>
                  <a:gd name="connsiteY15-3056" fmla="*/ 4496 h 10000"/>
                  <a:gd name="connsiteX16-3057" fmla="*/ 8664 w 10000"/>
                  <a:gd name="connsiteY16-3058" fmla="*/ 4514 h 10000"/>
                  <a:gd name="connsiteX17-3059" fmla="*/ 9163 w 10000"/>
                  <a:gd name="connsiteY17-3060" fmla="*/ 3928 h 10000"/>
                  <a:gd name="connsiteX18-3061" fmla="*/ 8857 w 10000"/>
                  <a:gd name="connsiteY18-3062" fmla="*/ 2533 h 10000"/>
                  <a:gd name="connsiteX19-3063" fmla="*/ 7637 w 10000"/>
                  <a:gd name="connsiteY19-3064" fmla="*/ 2350 h 10000"/>
                  <a:gd name="connsiteX20-3065" fmla="*/ 6720 w 10000"/>
                  <a:gd name="connsiteY20-3066" fmla="*/ 1360 h 10000"/>
                  <a:gd name="connsiteX21-3067" fmla="*/ 5627 w 10000"/>
                  <a:gd name="connsiteY21-3068" fmla="*/ 1470 h 10000"/>
                  <a:gd name="connsiteX22-3069" fmla="*/ 4390 w 10000"/>
                  <a:gd name="connsiteY22-3070" fmla="*/ 902 h 10000"/>
                  <a:gd name="connsiteX23-3071" fmla="*/ 3442 w 10000"/>
                  <a:gd name="connsiteY23-3072" fmla="*/ 1543 h 10000"/>
                  <a:gd name="connsiteX24-3073" fmla="*/ 3201 w 10000"/>
                  <a:gd name="connsiteY24-3074" fmla="*/ 2277 h 10000"/>
                  <a:gd name="connsiteX25-3075" fmla="*/ 1578 w 10000"/>
                  <a:gd name="connsiteY25-3076" fmla="*/ 2771 h 10000"/>
                  <a:gd name="connsiteX26-3077" fmla="*/ 1257 w 10000"/>
                  <a:gd name="connsiteY26-3078" fmla="*/ 4203 h 10000"/>
                  <a:gd name="connsiteX27-3079" fmla="*/ 902 w 10000"/>
                  <a:gd name="connsiteY27-3080" fmla="*/ 5486 h 10000"/>
                  <a:gd name="connsiteX28-3081" fmla="*/ 1417 w 10000"/>
                  <a:gd name="connsiteY28-3082" fmla="*/ 6294 h 10000"/>
                  <a:gd name="connsiteX29-3083" fmla="*/ 2670 w 10000"/>
                  <a:gd name="connsiteY29-3084" fmla="*/ 6129 h 10000"/>
                  <a:gd name="connsiteX30-3085" fmla="*/ 4518 w 10000"/>
                  <a:gd name="connsiteY30-3086" fmla="*/ 6092 h 10000"/>
                  <a:gd name="connsiteX31-3087" fmla="*/ 5531 w 10000"/>
                  <a:gd name="connsiteY31-3088" fmla="*/ 6642 h 10000"/>
                  <a:gd name="connsiteX32-3089" fmla="*/ 5611 w 10000"/>
                  <a:gd name="connsiteY32-3090" fmla="*/ 6642 h 10000"/>
                  <a:gd name="connsiteX33-3091" fmla="*/ 6093 w 10000"/>
                  <a:gd name="connsiteY33-3092" fmla="*/ 6129 h 10000"/>
                  <a:gd name="connsiteX34-3093" fmla="*/ 6013 w 10000"/>
                  <a:gd name="connsiteY34-3094" fmla="*/ 5907 h 10000"/>
                  <a:gd name="connsiteX35-3095" fmla="*/ 5820 w 10000"/>
                  <a:gd name="connsiteY35-3096" fmla="*/ 5981 h 10000"/>
                  <a:gd name="connsiteX36-3097" fmla="*/ 5547 w 10000"/>
                  <a:gd name="connsiteY36-3098" fmla="*/ 6312 h 10000"/>
                  <a:gd name="connsiteX37-3099" fmla="*/ 4695 w 10000"/>
                  <a:gd name="connsiteY37-3100" fmla="*/ 5834 h 10000"/>
                  <a:gd name="connsiteX38-3101" fmla="*/ 2510 w 10000"/>
                  <a:gd name="connsiteY38-3102" fmla="*/ 5852 h 10000"/>
                  <a:gd name="connsiteX39-3103" fmla="*/ 1545 w 10000"/>
                  <a:gd name="connsiteY39-3104" fmla="*/ 5981 h 10000"/>
                  <a:gd name="connsiteX40-3105" fmla="*/ 1208 w 10000"/>
                  <a:gd name="connsiteY40-3106" fmla="*/ 5431 h 10000"/>
                  <a:gd name="connsiteX41-3107" fmla="*/ 1514 w 10000"/>
                  <a:gd name="connsiteY41-3108" fmla="*/ 4386 h 10000"/>
                  <a:gd name="connsiteX42-3109" fmla="*/ 1561 w 10000"/>
                  <a:gd name="connsiteY42-3110" fmla="*/ 4203 h 10000"/>
                  <a:gd name="connsiteX43-3111" fmla="*/ 1787 w 10000"/>
                  <a:gd name="connsiteY43-3112" fmla="*/ 2991 h 10000"/>
                  <a:gd name="connsiteX44-3113" fmla="*/ 3136 w 10000"/>
                  <a:gd name="connsiteY44-3114" fmla="*/ 2606 h 10000"/>
                  <a:gd name="connsiteX45-3115" fmla="*/ 3876 w 10000"/>
                  <a:gd name="connsiteY45-3116" fmla="*/ 3799 h 10000"/>
                  <a:gd name="connsiteX46-3117" fmla="*/ 2703 w 10000"/>
                  <a:gd name="connsiteY46-3118" fmla="*/ 4569 h 10000"/>
                  <a:gd name="connsiteX47-3119" fmla="*/ 2719 w 10000"/>
                  <a:gd name="connsiteY47-3120" fmla="*/ 4808 h 10000"/>
                  <a:gd name="connsiteX48-3121" fmla="*/ 2927 w 10000"/>
                  <a:gd name="connsiteY48-3122" fmla="*/ 4771 h 10000"/>
                  <a:gd name="connsiteX49-3123" fmla="*/ 4744 w 10000"/>
                  <a:gd name="connsiteY49-3124" fmla="*/ 4423 h 10000"/>
                  <a:gd name="connsiteX50-3125" fmla="*/ 4937 w 10000"/>
                  <a:gd name="connsiteY50-3126" fmla="*/ 4423 h 10000"/>
                  <a:gd name="connsiteX51-3127" fmla="*/ 5804 w 10000"/>
                  <a:gd name="connsiteY51-3128" fmla="*/ 4184 h 10000"/>
                  <a:gd name="connsiteX52-3129" fmla="*/ 6383 w 10000"/>
                  <a:gd name="connsiteY52-3130" fmla="*/ 4973 h 10000"/>
                  <a:gd name="connsiteX53-3131" fmla="*/ 6512 w 10000"/>
                  <a:gd name="connsiteY53-3132" fmla="*/ 5119 h 10000"/>
                  <a:gd name="connsiteX54-3133" fmla="*/ 7572 w 10000"/>
                  <a:gd name="connsiteY54-3134" fmla="*/ 6532 h 10000"/>
                  <a:gd name="connsiteX55-3135" fmla="*/ 7273 w 10000"/>
                  <a:gd name="connsiteY55-3136" fmla="*/ 7835 h 10000"/>
                  <a:gd name="connsiteX56-3137" fmla="*/ 5483 w 10000"/>
                  <a:gd name="connsiteY56-3138" fmla="*/ 8218 h 10000"/>
                  <a:gd name="connsiteX57-3139" fmla="*/ 5467 w 10000"/>
                  <a:gd name="connsiteY57-3140" fmla="*/ 8273 h 10000"/>
                  <a:gd name="connsiteX58-3141" fmla="*/ 3490 w 10000"/>
                  <a:gd name="connsiteY58-3142" fmla="*/ 8053 h 10000"/>
                  <a:gd name="connsiteX59-3143" fmla="*/ 3345 w 10000"/>
                  <a:gd name="connsiteY59-3144" fmla="*/ 7357 h 10000"/>
                  <a:gd name="connsiteX60-3145" fmla="*/ 3586 w 10000"/>
                  <a:gd name="connsiteY60-3146" fmla="*/ 7082 h 10000"/>
                  <a:gd name="connsiteX61-3147" fmla="*/ 3683 w 10000"/>
                  <a:gd name="connsiteY61-3148" fmla="*/ 6880 h 10000"/>
                  <a:gd name="connsiteX62-3149" fmla="*/ 3490 w 10000"/>
                  <a:gd name="connsiteY62-3150" fmla="*/ 6770 h 10000"/>
                  <a:gd name="connsiteX63-3151" fmla="*/ 3072 w 10000"/>
                  <a:gd name="connsiteY63-3152" fmla="*/ 7247 h 10000"/>
                  <a:gd name="connsiteX64-3153" fmla="*/ 3249 w 10000"/>
                  <a:gd name="connsiteY64-3154" fmla="*/ 8255 h 10000"/>
                  <a:gd name="connsiteX65-3155" fmla="*/ 3249 w 10000"/>
                  <a:gd name="connsiteY65-3156" fmla="*/ 8273 h 10000"/>
                  <a:gd name="connsiteX66-3157" fmla="*/ 4680 w 10000"/>
                  <a:gd name="connsiteY66-3158" fmla="*/ 8825 h 10000"/>
                  <a:gd name="connsiteX67-3159" fmla="*/ 5354 w 10000"/>
                  <a:gd name="connsiteY67-3160" fmla="*/ 8677 h 10000"/>
                  <a:gd name="connsiteX68-3161" fmla="*/ 3393 w 10000"/>
                  <a:gd name="connsiteY68-3162" fmla="*/ 9998 h 10000"/>
                  <a:gd name="connsiteX69-3163" fmla="*/ 2253 w 10000"/>
                  <a:gd name="connsiteY69-3164" fmla="*/ 9228 h 10000"/>
                  <a:gd name="connsiteX70-3165" fmla="*/ 1224 w 10000"/>
                  <a:gd name="connsiteY70-3166" fmla="*/ 7137 h 10000"/>
                  <a:gd name="connsiteX71-3167" fmla="*/ 3 w 10000"/>
                  <a:gd name="connsiteY71-3168" fmla="*/ 4954 h 10000"/>
                  <a:gd name="connsiteX0-3169" fmla="*/ 3 w 10000"/>
                  <a:gd name="connsiteY0-3170" fmla="*/ 4954 h 10000"/>
                  <a:gd name="connsiteX1-3171" fmla="*/ 726 w 10000"/>
                  <a:gd name="connsiteY1-3172" fmla="*/ 3028 h 10000"/>
                  <a:gd name="connsiteX2-3173" fmla="*/ 1337 w 10000"/>
                  <a:gd name="connsiteY2-3174" fmla="*/ 1635 h 10000"/>
                  <a:gd name="connsiteX3-3175" fmla="*/ 3233 w 10000"/>
                  <a:gd name="connsiteY3-3176" fmla="*/ 773 h 10000"/>
                  <a:gd name="connsiteX4-3177" fmla="*/ 5997 w 10000"/>
                  <a:gd name="connsiteY4-3178" fmla="*/ 424 h 10000"/>
                  <a:gd name="connsiteX5-3179" fmla="*/ 8488 w 10000"/>
                  <a:gd name="connsiteY5-3180" fmla="*/ 1452 h 10000"/>
                  <a:gd name="connsiteX6-3181" fmla="*/ 9693 w 10000"/>
                  <a:gd name="connsiteY6-3182" fmla="*/ 4661 h 10000"/>
                  <a:gd name="connsiteX7-3183" fmla="*/ 7765 w 10000"/>
                  <a:gd name="connsiteY7-3184" fmla="*/ 5852 h 10000"/>
                  <a:gd name="connsiteX8-3185" fmla="*/ 6752 w 10000"/>
                  <a:gd name="connsiteY8-3186" fmla="*/ 4844 h 10000"/>
                  <a:gd name="connsiteX9-3187" fmla="*/ 7444 w 10000"/>
                  <a:gd name="connsiteY9-3188" fmla="*/ 2845 h 10000"/>
                  <a:gd name="connsiteX10-3189" fmla="*/ 8680 w 10000"/>
                  <a:gd name="connsiteY10-3190" fmla="*/ 2808 h 10000"/>
                  <a:gd name="connsiteX11-3191" fmla="*/ 8873 w 10000"/>
                  <a:gd name="connsiteY11-3192" fmla="*/ 3799 h 10000"/>
                  <a:gd name="connsiteX12-3193" fmla="*/ 8568 w 10000"/>
                  <a:gd name="connsiteY12-3194" fmla="*/ 4203 h 10000"/>
                  <a:gd name="connsiteX13-3195" fmla="*/ 7941 w 10000"/>
                  <a:gd name="connsiteY13-3196" fmla="*/ 4184 h 10000"/>
                  <a:gd name="connsiteX14-3197" fmla="*/ 7748 w 10000"/>
                  <a:gd name="connsiteY14-3198" fmla="*/ 4276 h 10000"/>
                  <a:gd name="connsiteX15-3199" fmla="*/ 7829 w 10000"/>
                  <a:gd name="connsiteY15-3200" fmla="*/ 4496 h 10000"/>
                  <a:gd name="connsiteX16-3201" fmla="*/ 8664 w 10000"/>
                  <a:gd name="connsiteY16-3202" fmla="*/ 4514 h 10000"/>
                  <a:gd name="connsiteX17-3203" fmla="*/ 9163 w 10000"/>
                  <a:gd name="connsiteY17-3204" fmla="*/ 3928 h 10000"/>
                  <a:gd name="connsiteX18-3205" fmla="*/ 8857 w 10000"/>
                  <a:gd name="connsiteY18-3206" fmla="*/ 2533 h 10000"/>
                  <a:gd name="connsiteX19-3207" fmla="*/ 7637 w 10000"/>
                  <a:gd name="connsiteY19-3208" fmla="*/ 2350 h 10000"/>
                  <a:gd name="connsiteX20-3209" fmla="*/ 6720 w 10000"/>
                  <a:gd name="connsiteY20-3210" fmla="*/ 1360 h 10000"/>
                  <a:gd name="connsiteX21-3211" fmla="*/ 5627 w 10000"/>
                  <a:gd name="connsiteY21-3212" fmla="*/ 1470 h 10000"/>
                  <a:gd name="connsiteX22-3213" fmla="*/ 4390 w 10000"/>
                  <a:gd name="connsiteY22-3214" fmla="*/ 902 h 10000"/>
                  <a:gd name="connsiteX23-3215" fmla="*/ 3442 w 10000"/>
                  <a:gd name="connsiteY23-3216" fmla="*/ 1543 h 10000"/>
                  <a:gd name="connsiteX24-3217" fmla="*/ 3201 w 10000"/>
                  <a:gd name="connsiteY24-3218" fmla="*/ 2277 h 10000"/>
                  <a:gd name="connsiteX25-3219" fmla="*/ 1578 w 10000"/>
                  <a:gd name="connsiteY25-3220" fmla="*/ 2771 h 10000"/>
                  <a:gd name="connsiteX26-3221" fmla="*/ 1257 w 10000"/>
                  <a:gd name="connsiteY26-3222" fmla="*/ 4203 h 10000"/>
                  <a:gd name="connsiteX27-3223" fmla="*/ 902 w 10000"/>
                  <a:gd name="connsiteY27-3224" fmla="*/ 5486 h 10000"/>
                  <a:gd name="connsiteX28-3225" fmla="*/ 1417 w 10000"/>
                  <a:gd name="connsiteY28-3226" fmla="*/ 6294 h 10000"/>
                  <a:gd name="connsiteX29-3227" fmla="*/ 2670 w 10000"/>
                  <a:gd name="connsiteY29-3228" fmla="*/ 6129 h 10000"/>
                  <a:gd name="connsiteX30-3229" fmla="*/ 4518 w 10000"/>
                  <a:gd name="connsiteY30-3230" fmla="*/ 6092 h 10000"/>
                  <a:gd name="connsiteX31-3231" fmla="*/ 5531 w 10000"/>
                  <a:gd name="connsiteY31-3232" fmla="*/ 6642 h 10000"/>
                  <a:gd name="connsiteX32-3233" fmla="*/ 5611 w 10000"/>
                  <a:gd name="connsiteY32-3234" fmla="*/ 6642 h 10000"/>
                  <a:gd name="connsiteX33-3235" fmla="*/ 6093 w 10000"/>
                  <a:gd name="connsiteY33-3236" fmla="*/ 6129 h 10000"/>
                  <a:gd name="connsiteX34-3237" fmla="*/ 6013 w 10000"/>
                  <a:gd name="connsiteY34-3238" fmla="*/ 5907 h 10000"/>
                  <a:gd name="connsiteX35-3239" fmla="*/ 5820 w 10000"/>
                  <a:gd name="connsiteY35-3240" fmla="*/ 5981 h 10000"/>
                  <a:gd name="connsiteX36-3241" fmla="*/ 5547 w 10000"/>
                  <a:gd name="connsiteY36-3242" fmla="*/ 6312 h 10000"/>
                  <a:gd name="connsiteX37-3243" fmla="*/ 4695 w 10000"/>
                  <a:gd name="connsiteY37-3244" fmla="*/ 5834 h 10000"/>
                  <a:gd name="connsiteX38-3245" fmla="*/ 2510 w 10000"/>
                  <a:gd name="connsiteY38-3246" fmla="*/ 5852 h 10000"/>
                  <a:gd name="connsiteX39-3247" fmla="*/ 1545 w 10000"/>
                  <a:gd name="connsiteY39-3248" fmla="*/ 5981 h 10000"/>
                  <a:gd name="connsiteX40-3249" fmla="*/ 1208 w 10000"/>
                  <a:gd name="connsiteY40-3250" fmla="*/ 5431 h 10000"/>
                  <a:gd name="connsiteX41-3251" fmla="*/ 1514 w 10000"/>
                  <a:gd name="connsiteY41-3252" fmla="*/ 4386 h 10000"/>
                  <a:gd name="connsiteX42-3253" fmla="*/ 1561 w 10000"/>
                  <a:gd name="connsiteY42-3254" fmla="*/ 4203 h 10000"/>
                  <a:gd name="connsiteX43-3255" fmla="*/ 1787 w 10000"/>
                  <a:gd name="connsiteY43-3256" fmla="*/ 2991 h 10000"/>
                  <a:gd name="connsiteX44-3257" fmla="*/ 3136 w 10000"/>
                  <a:gd name="connsiteY44-3258" fmla="*/ 2606 h 10000"/>
                  <a:gd name="connsiteX45-3259" fmla="*/ 3876 w 10000"/>
                  <a:gd name="connsiteY45-3260" fmla="*/ 3799 h 10000"/>
                  <a:gd name="connsiteX46-3261" fmla="*/ 2703 w 10000"/>
                  <a:gd name="connsiteY46-3262" fmla="*/ 4569 h 10000"/>
                  <a:gd name="connsiteX47-3263" fmla="*/ 2719 w 10000"/>
                  <a:gd name="connsiteY47-3264" fmla="*/ 4808 h 10000"/>
                  <a:gd name="connsiteX48-3265" fmla="*/ 2927 w 10000"/>
                  <a:gd name="connsiteY48-3266" fmla="*/ 4771 h 10000"/>
                  <a:gd name="connsiteX49-3267" fmla="*/ 4744 w 10000"/>
                  <a:gd name="connsiteY49-3268" fmla="*/ 4423 h 10000"/>
                  <a:gd name="connsiteX50-3269" fmla="*/ 4937 w 10000"/>
                  <a:gd name="connsiteY50-3270" fmla="*/ 4423 h 10000"/>
                  <a:gd name="connsiteX51-3271" fmla="*/ 5804 w 10000"/>
                  <a:gd name="connsiteY51-3272" fmla="*/ 4184 h 10000"/>
                  <a:gd name="connsiteX52-3273" fmla="*/ 6383 w 10000"/>
                  <a:gd name="connsiteY52-3274" fmla="*/ 4973 h 10000"/>
                  <a:gd name="connsiteX53-3275" fmla="*/ 6512 w 10000"/>
                  <a:gd name="connsiteY53-3276" fmla="*/ 5119 h 10000"/>
                  <a:gd name="connsiteX54-3277" fmla="*/ 7572 w 10000"/>
                  <a:gd name="connsiteY54-3278" fmla="*/ 6532 h 10000"/>
                  <a:gd name="connsiteX55-3279" fmla="*/ 7183 w 10000"/>
                  <a:gd name="connsiteY55-3280" fmla="*/ 7879 h 10000"/>
                  <a:gd name="connsiteX56-3281" fmla="*/ 5483 w 10000"/>
                  <a:gd name="connsiteY56-3282" fmla="*/ 8218 h 10000"/>
                  <a:gd name="connsiteX57-3283" fmla="*/ 5467 w 10000"/>
                  <a:gd name="connsiteY57-3284" fmla="*/ 8273 h 10000"/>
                  <a:gd name="connsiteX58-3285" fmla="*/ 3490 w 10000"/>
                  <a:gd name="connsiteY58-3286" fmla="*/ 8053 h 10000"/>
                  <a:gd name="connsiteX59-3287" fmla="*/ 3345 w 10000"/>
                  <a:gd name="connsiteY59-3288" fmla="*/ 7357 h 10000"/>
                  <a:gd name="connsiteX60-3289" fmla="*/ 3586 w 10000"/>
                  <a:gd name="connsiteY60-3290" fmla="*/ 7082 h 10000"/>
                  <a:gd name="connsiteX61-3291" fmla="*/ 3683 w 10000"/>
                  <a:gd name="connsiteY61-3292" fmla="*/ 6880 h 10000"/>
                  <a:gd name="connsiteX62-3293" fmla="*/ 3490 w 10000"/>
                  <a:gd name="connsiteY62-3294" fmla="*/ 6770 h 10000"/>
                  <a:gd name="connsiteX63-3295" fmla="*/ 3072 w 10000"/>
                  <a:gd name="connsiteY63-3296" fmla="*/ 7247 h 10000"/>
                  <a:gd name="connsiteX64-3297" fmla="*/ 3249 w 10000"/>
                  <a:gd name="connsiteY64-3298" fmla="*/ 8255 h 10000"/>
                  <a:gd name="connsiteX65-3299" fmla="*/ 3249 w 10000"/>
                  <a:gd name="connsiteY65-3300" fmla="*/ 8273 h 10000"/>
                  <a:gd name="connsiteX66-3301" fmla="*/ 4680 w 10000"/>
                  <a:gd name="connsiteY66-3302" fmla="*/ 8825 h 10000"/>
                  <a:gd name="connsiteX67-3303" fmla="*/ 5354 w 10000"/>
                  <a:gd name="connsiteY67-3304" fmla="*/ 8677 h 10000"/>
                  <a:gd name="connsiteX68-3305" fmla="*/ 3393 w 10000"/>
                  <a:gd name="connsiteY68-3306" fmla="*/ 9998 h 10000"/>
                  <a:gd name="connsiteX69-3307" fmla="*/ 2253 w 10000"/>
                  <a:gd name="connsiteY69-3308" fmla="*/ 9228 h 10000"/>
                  <a:gd name="connsiteX70-3309" fmla="*/ 1224 w 10000"/>
                  <a:gd name="connsiteY70-3310" fmla="*/ 7137 h 10000"/>
                  <a:gd name="connsiteX71-3311" fmla="*/ 3 w 10000"/>
                  <a:gd name="connsiteY71-3312" fmla="*/ 4954 h 10000"/>
                  <a:gd name="connsiteX0-3313" fmla="*/ 3 w 10000"/>
                  <a:gd name="connsiteY0-3314" fmla="*/ 4954 h 10000"/>
                  <a:gd name="connsiteX1-3315" fmla="*/ 726 w 10000"/>
                  <a:gd name="connsiteY1-3316" fmla="*/ 3028 h 10000"/>
                  <a:gd name="connsiteX2-3317" fmla="*/ 1337 w 10000"/>
                  <a:gd name="connsiteY2-3318" fmla="*/ 1635 h 10000"/>
                  <a:gd name="connsiteX3-3319" fmla="*/ 3233 w 10000"/>
                  <a:gd name="connsiteY3-3320" fmla="*/ 773 h 10000"/>
                  <a:gd name="connsiteX4-3321" fmla="*/ 5997 w 10000"/>
                  <a:gd name="connsiteY4-3322" fmla="*/ 424 h 10000"/>
                  <a:gd name="connsiteX5-3323" fmla="*/ 8488 w 10000"/>
                  <a:gd name="connsiteY5-3324" fmla="*/ 1452 h 10000"/>
                  <a:gd name="connsiteX6-3325" fmla="*/ 9693 w 10000"/>
                  <a:gd name="connsiteY6-3326" fmla="*/ 4661 h 10000"/>
                  <a:gd name="connsiteX7-3327" fmla="*/ 7765 w 10000"/>
                  <a:gd name="connsiteY7-3328" fmla="*/ 5852 h 10000"/>
                  <a:gd name="connsiteX8-3329" fmla="*/ 6752 w 10000"/>
                  <a:gd name="connsiteY8-3330" fmla="*/ 4844 h 10000"/>
                  <a:gd name="connsiteX9-3331" fmla="*/ 7444 w 10000"/>
                  <a:gd name="connsiteY9-3332" fmla="*/ 2845 h 10000"/>
                  <a:gd name="connsiteX10-3333" fmla="*/ 8680 w 10000"/>
                  <a:gd name="connsiteY10-3334" fmla="*/ 2808 h 10000"/>
                  <a:gd name="connsiteX11-3335" fmla="*/ 8873 w 10000"/>
                  <a:gd name="connsiteY11-3336" fmla="*/ 3799 h 10000"/>
                  <a:gd name="connsiteX12-3337" fmla="*/ 8568 w 10000"/>
                  <a:gd name="connsiteY12-3338" fmla="*/ 4203 h 10000"/>
                  <a:gd name="connsiteX13-3339" fmla="*/ 7941 w 10000"/>
                  <a:gd name="connsiteY13-3340" fmla="*/ 4184 h 10000"/>
                  <a:gd name="connsiteX14-3341" fmla="*/ 7748 w 10000"/>
                  <a:gd name="connsiteY14-3342" fmla="*/ 4276 h 10000"/>
                  <a:gd name="connsiteX15-3343" fmla="*/ 7829 w 10000"/>
                  <a:gd name="connsiteY15-3344" fmla="*/ 4496 h 10000"/>
                  <a:gd name="connsiteX16-3345" fmla="*/ 8664 w 10000"/>
                  <a:gd name="connsiteY16-3346" fmla="*/ 4514 h 10000"/>
                  <a:gd name="connsiteX17-3347" fmla="*/ 9163 w 10000"/>
                  <a:gd name="connsiteY17-3348" fmla="*/ 3928 h 10000"/>
                  <a:gd name="connsiteX18-3349" fmla="*/ 8857 w 10000"/>
                  <a:gd name="connsiteY18-3350" fmla="*/ 2533 h 10000"/>
                  <a:gd name="connsiteX19-3351" fmla="*/ 7637 w 10000"/>
                  <a:gd name="connsiteY19-3352" fmla="*/ 2350 h 10000"/>
                  <a:gd name="connsiteX20-3353" fmla="*/ 6720 w 10000"/>
                  <a:gd name="connsiteY20-3354" fmla="*/ 1360 h 10000"/>
                  <a:gd name="connsiteX21-3355" fmla="*/ 5627 w 10000"/>
                  <a:gd name="connsiteY21-3356" fmla="*/ 1470 h 10000"/>
                  <a:gd name="connsiteX22-3357" fmla="*/ 4390 w 10000"/>
                  <a:gd name="connsiteY22-3358" fmla="*/ 902 h 10000"/>
                  <a:gd name="connsiteX23-3359" fmla="*/ 3442 w 10000"/>
                  <a:gd name="connsiteY23-3360" fmla="*/ 1543 h 10000"/>
                  <a:gd name="connsiteX24-3361" fmla="*/ 3201 w 10000"/>
                  <a:gd name="connsiteY24-3362" fmla="*/ 2277 h 10000"/>
                  <a:gd name="connsiteX25-3363" fmla="*/ 1578 w 10000"/>
                  <a:gd name="connsiteY25-3364" fmla="*/ 2771 h 10000"/>
                  <a:gd name="connsiteX26-3365" fmla="*/ 1257 w 10000"/>
                  <a:gd name="connsiteY26-3366" fmla="*/ 4203 h 10000"/>
                  <a:gd name="connsiteX27-3367" fmla="*/ 902 w 10000"/>
                  <a:gd name="connsiteY27-3368" fmla="*/ 5486 h 10000"/>
                  <a:gd name="connsiteX28-3369" fmla="*/ 1417 w 10000"/>
                  <a:gd name="connsiteY28-3370" fmla="*/ 6294 h 10000"/>
                  <a:gd name="connsiteX29-3371" fmla="*/ 2670 w 10000"/>
                  <a:gd name="connsiteY29-3372" fmla="*/ 6129 h 10000"/>
                  <a:gd name="connsiteX30-3373" fmla="*/ 4518 w 10000"/>
                  <a:gd name="connsiteY30-3374" fmla="*/ 6092 h 10000"/>
                  <a:gd name="connsiteX31-3375" fmla="*/ 5531 w 10000"/>
                  <a:gd name="connsiteY31-3376" fmla="*/ 6642 h 10000"/>
                  <a:gd name="connsiteX32-3377" fmla="*/ 5611 w 10000"/>
                  <a:gd name="connsiteY32-3378" fmla="*/ 6642 h 10000"/>
                  <a:gd name="connsiteX33-3379" fmla="*/ 6093 w 10000"/>
                  <a:gd name="connsiteY33-3380" fmla="*/ 6129 h 10000"/>
                  <a:gd name="connsiteX34-3381" fmla="*/ 6013 w 10000"/>
                  <a:gd name="connsiteY34-3382" fmla="*/ 5907 h 10000"/>
                  <a:gd name="connsiteX35-3383" fmla="*/ 5820 w 10000"/>
                  <a:gd name="connsiteY35-3384" fmla="*/ 5981 h 10000"/>
                  <a:gd name="connsiteX36-3385" fmla="*/ 5547 w 10000"/>
                  <a:gd name="connsiteY36-3386" fmla="*/ 6312 h 10000"/>
                  <a:gd name="connsiteX37-3387" fmla="*/ 4695 w 10000"/>
                  <a:gd name="connsiteY37-3388" fmla="*/ 5834 h 10000"/>
                  <a:gd name="connsiteX38-3389" fmla="*/ 2510 w 10000"/>
                  <a:gd name="connsiteY38-3390" fmla="*/ 5852 h 10000"/>
                  <a:gd name="connsiteX39-3391" fmla="*/ 1545 w 10000"/>
                  <a:gd name="connsiteY39-3392" fmla="*/ 5981 h 10000"/>
                  <a:gd name="connsiteX40-3393" fmla="*/ 1208 w 10000"/>
                  <a:gd name="connsiteY40-3394" fmla="*/ 5431 h 10000"/>
                  <a:gd name="connsiteX41-3395" fmla="*/ 1514 w 10000"/>
                  <a:gd name="connsiteY41-3396" fmla="*/ 4386 h 10000"/>
                  <a:gd name="connsiteX42-3397" fmla="*/ 1561 w 10000"/>
                  <a:gd name="connsiteY42-3398" fmla="*/ 4203 h 10000"/>
                  <a:gd name="connsiteX43-3399" fmla="*/ 1787 w 10000"/>
                  <a:gd name="connsiteY43-3400" fmla="*/ 2991 h 10000"/>
                  <a:gd name="connsiteX44-3401" fmla="*/ 3136 w 10000"/>
                  <a:gd name="connsiteY44-3402" fmla="*/ 2606 h 10000"/>
                  <a:gd name="connsiteX45-3403" fmla="*/ 3876 w 10000"/>
                  <a:gd name="connsiteY45-3404" fmla="*/ 3799 h 10000"/>
                  <a:gd name="connsiteX46-3405" fmla="*/ 2703 w 10000"/>
                  <a:gd name="connsiteY46-3406" fmla="*/ 4569 h 10000"/>
                  <a:gd name="connsiteX47-3407" fmla="*/ 2719 w 10000"/>
                  <a:gd name="connsiteY47-3408" fmla="*/ 4808 h 10000"/>
                  <a:gd name="connsiteX48-3409" fmla="*/ 2927 w 10000"/>
                  <a:gd name="connsiteY48-3410" fmla="*/ 4771 h 10000"/>
                  <a:gd name="connsiteX49-3411" fmla="*/ 4744 w 10000"/>
                  <a:gd name="connsiteY49-3412" fmla="*/ 4423 h 10000"/>
                  <a:gd name="connsiteX50-3413" fmla="*/ 4937 w 10000"/>
                  <a:gd name="connsiteY50-3414" fmla="*/ 4423 h 10000"/>
                  <a:gd name="connsiteX51-3415" fmla="*/ 5804 w 10000"/>
                  <a:gd name="connsiteY51-3416" fmla="*/ 4184 h 10000"/>
                  <a:gd name="connsiteX52-3417" fmla="*/ 6383 w 10000"/>
                  <a:gd name="connsiteY52-3418" fmla="*/ 4973 h 10000"/>
                  <a:gd name="connsiteX53-3419" fmla="*/ 6512 w 10000"/>
                  <a:gd name="connsiteY53-3420" fmla="*/ 5119 h 10000"/>
                  <a:gd name="connsiteX54-3421" fmla="*/ 7572 w 10000"/>
                  <a:gd name="connsiteY54-3422" fmla="*/ 6532 h 10000"/>
                  <a:gd name="connsiteX55-3423" fmla="*/ 7183 w 10000"/>
                  <a:gd name="connsiteY55-3424" fmla="*/ 7879 h 10000"/>
                  <a:gd name="connsiteX56-3425" fmla="*/ 5483 w 10000"/>
                  <a:gd name="connsiteY56-3426" fmla="*/ 8218 h 10000"/>
                  <a:gd name="connsiteX57-3427" fmla="*/ 5467 w 10000"/>
                  <a:gd name="connsiteY57-3428" fmla="*/ 8273 h 10000"/>
                  <a:gd name="connsiteX58-3429" fmla="*/ 3490 w 10000"/>
                  <a:gd name="connsiteY58-3430" fmla="*/ 8053 h 10000"/>
                  <a:gd name="connsiteX59-3431" fmla="*/ 3345 w 10000"/>
                  <a:gd name="connsiteY59-3432" fmla="*/ 7357 h 10000"/>
                  <a:gd name="connsiteX60-3433" fmla="*/ 3586 w 10000"/>
                  <a:gd name="connsiteY60-3434" fmla="*/ 7082 h 10000"/>
                  <a:gd name="connsiteX61-3435" fmla="*/ 3683 w 10000"/>
                  <a:gd name="connsiteY61-3436" fmla="*/ 6880 h 10000"/>
                  <a:gd name="connsiteX62-3437" fmla="*/ 3490 w 10000"/>
                  <a:gd name="connsiteY62-3438" fmla="*/ 6770 h 10000"/>
                  <a:gd name="connsiteX63-3439" fmla="*/ 3072 w 10000"/>
                  <a:gd name="connsiteY63-3440" fmla="*/ 7247 h 10000"/>
                  <a:gd name="connsiteX64-3441" fmla="*/ 3249 w 10000"/>
                  <a:gd name="connsiteY64-3442" fmla="*/ 8255 h 10000"/>
                  <a:gd name="connsiteX65-3443" fmla="*/ 3249 w 10000"/>
                  <a:gd name="connsiteY65-3444" fmla="*/ 8273 h 10000"/>
                  <a:gd name="connsiteX66-3445" fmla="*/ 4680 w 10000"/>
                  <a:gd name="connsiteY66-3446" fmla="*/ 8825 h 10000"/>
                  <a:gd name="connsiteX67-3447" fmla="*/ 5354 w 10000"/>
                  <a:gd name="connsiteY67-3448" fmla="*/ 8677 h 10000"/>
                  <a:gd name="connsiteX68-3449" fmla="*/ 3393 w 10000"/>
                  <a:gd name="connsiteY68-3450" fmla="*/ 9998 h 10000"/>
                  <a:gd name="connsiteX69-3451" fmla="*/ 2253 w 10000"/>
                  <a:gd name="connsiteY69-3452" fmla="*/ 9228 h 10000"/>
                  <a:gd name="connsiteX70-3453" fmla="*/ 1224 w 10000"/>
                  <a:gd name="connsiteY70-3454" fmla="*/ 7137 h 10000"/>
                  <a:gd name="connsiteX71-3455" fmla="*/ 3 w 10000"/>
                  <a:gd name="connsiteY71-3456" fmla="*/ 4954 h 10000"/>
                  <a:gd name="connsiteX0-3457" fmla="*/ 3 w 10000"/>
                  <a:gd name="connsiteY0-3458" fmla="*/ 4954 h 10000"/>
                  <a:gd name="connsiteX1-3459" fmla="*/ 726 w 10000"/>
                  <a:gd name="connsiteY1-3460" fmla="*/ 3028 h 10000"/>
                  <a:gd name="connsiteX2-3461" fmla="*/ 1337 w 10000"/>
                  <a:gd name="connsiteY2-3462" fmla="*/ 1635 h 10000"/>
                  <a:gd name="connsiteX3-3463" fmla="*/ 3233 w 10000"/>
                  <a:gd name="connsiteY3-3464" fmla="*/ 773 h 10000"/>
                  <a:gd name="connsiteX4-3465" fmla="*/ 5997 w 10000"/>
                  <a:gd name="connsiteY4-3466" fmla="*/ 424 h 10000"/>
                  <a:gd name="connsiteX5-3467" fmla="*/ 8488 w 10000"/>
                  <a:gd name="connsiteY5-3468" fmla="*/ 1452 h 10000"/>
                  <a:gd name="connsiteX6-3469" fmla="*/ 9693 w 10000"/>
                  <a:gd name="connsiteY6-3470" fmla="*/ 4661 h 10000"/>
                  <a:gd name="connsiteX7-3471" fmla="*/ 7765 w 10000"/>
                  <a:gd name="connsiteY7-3472" fmla="*/ 5852 h 10000"/>
                  <a:gd name="connsiteX8-3473" fmla="*/ 6752 w 10000"/>
                  <a:gd name="connsiteY8-3474" fmla="*/ 4844 h 10000"/>
                  <a:gd name="connsiteX9-3475" fmla="*/ 7444 w 10000"/>
                  <a:gd name="connsiteY9-3476" fmla="*/ 2845 h 10000"/>
                  <a:gd name="connsiteX10-3477" fmla="*/ 8680 w 10000"/>
                  <a:gd name="connsiteY10-3478" fmla="*/ 2808 h 10000"/>
                  <a:gd name="connsiteX11-3479" fmla="*/ 8873 w 10000"/>
                  <a:gd name="connsiteY11-3480" fmla="*/ 3799 h 10000"/>
                  <a:gd name="connsiteX12-3481" fmla="*/ 8568 w 10000"/>
                  <a:gd name="connsiteY12-3482" fmla="*/ 4203 h 10000"/>
                  <a:gd name="connsiteX13-3483" fmla="*/ 7941 w 10000"/>
                  <a:gd name="connsiteY13-3484" fmla="*/ 4184 h 10000"/>
                  <a:gd name="connsiteX14-3485" fmla="*/ 7748 w 10000"/>
                  <a:gd name="connsiteY14-3486" fmla="*/ 4276 h 10000"/>
                  <a:gd name="connsiteX15-3487" fmla="*/ 7829 w 10000"/>
                  <a:gd name="connsiteY15-3488" fmla="*/ 4496 h 10000"/>
                  <a:gd name="connsiteX16-3489" fmla="*/ 8664 w 10000"/>
                  <a:gd name="connsiteY16-3490" fmla="*/ 4514 h 10000"/>
                  <a:gd name="connsiteX17-3491" fmla="*/ 9163 w 10000"/>
                  <a:gd name="connsiteY17-3492" fmla="*/ 3928 h 10000"/>
                  <a:gd name="connsiteX18-3493" fmla="*/ 8857 w 10000"/>
                  <a:gd name="connsiteY18-3494" fmla="*/ 2533 h 10000"/>
                  <a:gd name="connsiteX19-3495" fmla="*/ 7637 w 10000"/>
                  <a:gd name="connsiteY19-3496" fmla="*/ 2350 h 10000"/>
                  <a:gd name="connsiteX20-3497" fmla="*/ 6720 w 10000"/>
                  <a:gd name="connsiteY20-3498" fmla="*/ 1360 h 10000"/>
                  <a:gd name="connsiteX21-3499" fmla="*/ 5627 w 10000"/>
                  <a:gd name="connsiteY21-3500" fmla="*/ 1470 h 10000"/>
                  <a:gd name="connsiteX22-3501" fmla="*/ 4390 w 10000"/>
                  <a:gd name="connsiteY22-3502" fmla="*/ 902 h 10000"/>
                  <a:gd name="connsiteX23-3503" fmla="*/ 3442 w 10000"/>
                  <a:gd name="connsiteY23-3504" fmla="*/ 1543 h 10000"/>
                  <a:gd name="connsiteX24-3505" fmla="*/ 3201 w 10000"/>
                  <a:gd name="connsiteY24-3506" fmla="*/ 2277 h 10000"/>
                  <a:gd name="connsiteX25-3507" fmla="*/ 1578 w 10000"/>
                  <a:gd name="connsiteY25-3508" fmla="*/ 2771 h 10000"/>
                  <a:gd name="connsiteX26-3509" fmla="*/ 1257 w 10000"/>
                  <a:gd name="connsiteY26-3510" fmla="*/ 4203 h 10000"/>
                  <a:gd name="connsiteX27-3511" fmla="*/ 902 w 10000"/>
                  <a:gd name="connsiteY27-3512" fmla="*/ 5486 h 10000"/>
                  <a:gd name="connsiteX28-3513" fmla="*/ 1417 w 10000"/>
                  <a:gd name="connsiteY28-3514" fmla="*/ 6294 h 10000"/>
                  <a:gd name="connsiteX29-3515" fmla="*/ 2670 w 10000"/>
                  <a:gd name="connsiteY29-3516" fmla="*/ 6129 h 10000"/>
                  <a:gd name="connsiteX30-3517" fmla="*/ 4518 w 10000"/>
                  <a:gd name="connsiteY30-3518" fmla="*/ 6092 h 10000"/>
                  <a:gd name="connsiteX31-3519" fmla="*/ 5531 w 10000"/>
                  <a:gd name="connsiteY31-3520" fmla="*/ 6642 h 10000"/>
                  <a:gd name="connsiteX32-3521" fmla="*/ 5611 w 10000"/>
                  <a:gd name="connsiteY32-3522" fmla="*/ 6642 h 10000"/>
                  <a:gd name="connsiteX33-3523" fmla="*/ 6093 w 10000"/>
                  <a:gd name="connsiteY33-3524" fmla="*/ 6129 h 10000"/>
                  <a:gd name="connsiteX34-3525" fmla="*/ 6013 w 10000"/>
                  <a:gd name="connsiteY34-3526" fmla="*/ 5907 h 10000"/>
                  <a:gd name="connsiteX35-3527" fmla="*/ 5820 w 10000"/>
                  <a:gd name="connsiteY35-3528" fmla="*/ 5981 h 10000"/>
                  <a:gd name="connsiteX36-3529" fmla="*/ 5547 w 10000"/>
                  <a:gd name="connsiteY36-3530" fmla="*/ 6312 h 10000"/>
                  <a:gd name="connsiteX37-3531" fmla="*/ 4695 w 10000"/>
                  <a:gd name="connsiteY37-3532" fmla="*/ 5834 h 10000"/>
                  <a:gd name="connsiteX38-3533" fmla="*/ 2510 w 10000"/>
                  <a:gd name="connsiteY38-3534" fmla="*/ 5852 h 10000"/>
                  <a:gd name="connsiteX39-3535" fmla="*/ 1545 w 10000"/>
                  <a:gd name="connsiteY39-3536" fmla="*/ 5981 h 10000"/>
                  <a:gd name="connsiteX40-3537" fmla="*/ 1208 w 10000"/>
                  <a:gd name="connsiteY40-3538" fmla="*/ 5431 h 10000"/>
                  <a:gd name="connsiteX41-3539" fmla="*/ 1514 w 10000"/>
                  <a:gd name="connsiteY41-3540" fmla="*/ 4386 h 10000"/>
                  <a:gd name="connsiteX42-3541" fmla="*/ 1561 w 10000"/>
                  <a:gd name="connsiteY42-3542" fmla="*/ 4203 h 10000"/>
                  <a:gd name="connsiteX43-3543" fmla="*/ 1787 w 10000"/>
                  <a:gd name="connsiteY43-3544" fmla="*/ 2991 h 10000"/>
                  <a:gd name="connsiteX44-3545" fmla="*/ 3136 w 10000"/>
                  <a:gd name="connsiteY44-3546" fmla="*/ 2606 h 10000"/>
                  <a:gd name="connsiteX45-3547" fmla="*/ 3876 w 10000"/>
                  <a:gd name="connsiteY45-3548" fmla="*/ 3799 h 10000"/>
                  <a:gd name="connsiteX46-3549" fmla="*/ 2703 w 10000"/>
                  <a:gd name="connsiteY46-3550" fmla="*/ 4569 h 10000"/>
                  <a:gd name="connsiteX47-3551" fmla="*/ 2719 w 10000"/>
                  <a:gd name="connsiteY47-3552" fmla="*/ 4808 h 10000"/>
                  <a:gd name="connsiteX48-3553" fmla="*/ 2927 w 10000"/>
                  <a:gd name="connsiteY48-3554" fmla="*/ 4771 h 10000"/>
                  <a:gd name="connsiteX49-3555" fmla="*/ 4744 w 10000"/>
                  <a:gd name="connsiteY49-3556" fmla="*/ 4423 h 10000"/>
                  <a:gd name="connsiteX50-3557" fmla="*/ 4937 w 10000"/>
                  <a:gd name="connsiteY50-3558" fmla="*/ 4423 h 10000"/>
                  <a:gd name="connsiteX51-3559" fmla="*/ 5804 w 10000"/>
                  <a:gd name="connsiteY51-3560" fmla="*/ 4184 h 10000"/>
                  <a:gd name="connsiteX52-3561" fmla="*/ 6383 w 10000"/>
                  <a:gd name="connsiteY52-3562" fmla="*/ 4973 h 10000"/>
                  <a:gd name="connsiteX53-3563" fmla="*/ 6512 w 10000"/>
                  <a:gd name="connsiteY53-3564" fmla="*/ 5119 h 10000"/>
                  <a:gd name="connsiteX54-3565" fmla="*/ 7572 w 10000"/>
                  <a:gd name="connsiteY54-3566" fmla="*/ 6532 h 10000"/>
                  <a:gd name="connsiteX55-3567" fmla="*/ 7183 w 10000"/>
                  <a:gd name="connsiteY55-3568" fmla="*/ 7879 h 10000"/>
                  <a:gd name="connsiteX56-3569" fmla="*/ 5483 w 10000"/>
                  <a:gd name="connsiteY56-3570" fmla="*/ 8218 h 10000"/>
                  <a:gd name="connsiteX57-3571" fmla="*/ 5467 w 10000"/>
                  <a:gd name="connsiteY57-3572" fmla="*/ 8273 h 10000"/>
                  <a:gd name="connsiteX58-3573" fmla="*/ 3490 w 10000"/>
                  <a:gd name="connsiteY58-3574" fmla="*/ 8053 h 10000"/>
                  <a:gd name="connsiteX59-3575" fmla="*/ 3345 w 10000"/>
                  <a:gd name="connsiteY59-3576" fmla="*/ 7357 h 10000"/>
                  <a:gd name="connsiteX60-3577" fmla="*/ 3586 w 10000"/>
                  <a:gd name="connsiteY60-3578" fmla="*/ 7082 h 10000"/>
                  <a:gd name="connsiteX61-3579" fmla="*/ 3683 w 10000"/>
                  <a:gd name="connsiteY61-3580" fmla="*/ 6880 h 10000"/>
                  <a:gd name="connsiteX62-3581" fmla="*/ 3490 w 10000"/>
                  <a:gd name="connsiteY62-3582" fmla="*/ 6770 h 10000"/>
                  <a:gd name="connsiteX63-3583" fmla="*/ 3072 w 10000"/>
                  <a:gd name="connsiteY63-3584" fmla="*/ 7247 h 10000"/>
                  <a:gd name="connsiteX64-3585" fmla="*/ 3249 w 10000"/>
                  <a:gd name="connsiteY64-3586" fmla="*/ 8255 h 10000"/>
                  <a:gd name="connsiteX65-3587" fmla="*/ 3249 w 10000"/>
                  <a:gd name="connsiteY65-3588" fmla="*/ 8273 h 10000"/>
                  <a:gd name="connsiteX66-3589" fmla="*/ 4680 w 10000"/>
                  <a:gd name="connsiteY66-3590" fmla="*/ 8825 h 10000"/>
                  <a:gd name="connsiteX67-3591" fmla="*/ 5354 w 10000"/>
                  <a:gd name="connsiteY67-3592" fmla="*/ 8677 h 10000"/>
                  <a:gd name="connsiteX68-3593" fmla="*/ 3393 w 10000"/>
                  <a:gd name="connsiteY68-3594" fmla="*/ 9998 h 10000"/>
                  <a:gd name="connsiteX69-3595" fmla="*/ 2253 w 10000"/>
                  <a:gd name="connsiteY69-3596" fmla="*/ 9228 h 10000"/>
                  <a:gd name="connsiteX70-3597" fmla="*/ 1224 w 10000"/>
                  <a:gd name="connsiteY70-3598" fmla="*/ 7137 h 10000"/>
                  <a:gd name="connsiteX71-3599" fmla="*/ 3 w 10000"/>
                  <a:gd name="connsiteY71-3600" fmla="*/ 4954 h 10000"/>
                  <a:gd name="connsiteX0-3601" fmla="*/ 3 w 10000"/>
                  <a:gd name="connsiteY0-3602" fmla="*/ 4954 h 10000"/>
                  <a:gd name="connsiteX1-3603" fmla="*/ 726 w 10000"/>
                  <a:gd name="connsiteY1-3604" fmla="*/ 3028 h 10000"/>
                  <a:gd name="connsiteX2-3605" fmla="*/ 1337 w 10000"/>
                  <a:gd name="connsiteY2-3606" fmla="*/ 1635 h 10000"/>
                  <a:gd name="connsiteX3-3607" fmla="*/ 3233 w 10000"/>
                  <a:gd name="connsiteY3-3608" fmla="*/ 773 h 10000"/>
                  <a:gd name="connsiteX4-3609" fmla="*/ 5997 w 10000"/>
                  <a:gd name="connsiteY4-3610" fmla="*/ 424 h 10000"/>
                  <a:gd name="connsiteX5-3611" fmla="*/ 8488 w 10000"/>
                  <a:gd name="connsiteY5-3612" fmla="*/ 1452 h 10000"/>
                  <a:gd name="connsiteX6-3613" fmla="*/ 9693 w 10000"/>
                  <a:gd name="connsiteY6-3614" fmla="*/ 4661 h 10000"/>
                  <a:gd name="connsiteX7-3615" fmla="*/ 7765 w 10000"/>
                  <a:gd name="connsiteY7-3616" fmla="*/ 5852 h 10000"/>
                  <a:gd name="connsiteX8-3617" fmla="*/ 6752 w 10000"/>
                  <a:gd name="connsiteY8-3618" fmla="*/ 4844 h 10000"/>
                  <a:gd name="connsiteX9-3619" fmla="*/ 7444 w 10000"/>
                  <a:gd name="connsiteY9-3620" fmla="*/ 2845 h 10000"/>
                  <a:gd name="connsiteX10-3621" fmla="*/ 8680 w 10000"/>
                  <a:gd name="connsiteY10-3622" fmla="*/ 2808 h 10000"/>
                  <a:gd name="connsiteX11-3623" fmla="*/ 8873 w 10000"/>
                  <a:gd name="connsiteY11-3624" fmla="*/ 3799 h 10000"/>
                  <a:gd name="connsiteX12-3625" fmla="*/ 8568 w 10000"/>
                  <a:gd name="connsiteY12-3626" fmla="*/ 4203 h 10000"/>
                  <a:gd name="connsiteX13-3627" fmla="*/ 7941 w 10000"/>
                  <a:gd name="connsiteY13-3628" fmla="*/ 4184 h 10000"/>
                  <a:gd name="connsiteX14-3629" fmla="*/ 7748 w 10000"/>
                  <a:gd name="connsiteY14-3630" fmla="*/ 4276 h 10000"/>
                  <a:gd name="connsiteX15-3631" fmla="*/ 7829 w 10000"/>
                  <a:gd name="connsiteY15-3632" fmla="*/ 4496 h 10000"/>
                  <a:gd name="connsiteX16-3633" fmla="*/ 8664 w 10000"/>
                  <a:gd name="connsiteY16-3634" fmla="*/ 4514 h 10000"/>
                  <a:gd name="connsiteX17-3635" fmla="*/ 9163 w 10000"/>
                  <a:gd name="connsiteY17-3636" fmla="*/ 3928 h 10000"/>
                  <a:gd name="connsiteX18-3637" fmla="*/ 8857 w 10000"/>
                  <a:gd name="connsiteY18-3638" fmla="*/ 2533 h 10000"/>
                  <a:gd name="connsiteX19-3639" fmla="*/ 7637 w 10000"/>
                  <a:gd name="connsiteY19-3640" fmla="*/ 2350 h 10000"/>
                  <a:gd name="connsiteX20-3641" fmla="*/ 6720 w 10000"/>
                  <a:gd name="connsiteY20-3642" fmla="*/ 1360 h 10000"/>
                  <a:gd name="connsiteX21-3643" fmla="*/ 5627 w 10000"/>
                  <a:gd name="connsiteY21-3644" fmla="*/ 1470 h 10000"/>
                  <a:gd name="connsiteX22-3645" fmla="*/ 4390 w 10000"/>
                  <a:gd name="connsiteY22-3646" fmla="*/ 902 h 10000"/>
                  <a:gd name="connsiteX23-3647" fmla="*/ 3442 w 10000"/>
                  <a:gd name="connsiteY23-3648" fmla="*/ 1543 h 10000"/>
                  <a:gd name="connsiteX24-3649" fmla="*/ 3201 w 10000"/>
                  <a:gd name="connsiteY24-3650" fmla="*/ 2277 h 10000"/>
                  <a:gd name="connsiteX25-3651" fmla="*/ 1578 w 10000"/>
                  <a:gd name="connsiteY25-3652" fmla="*/ 2771 h 10000"/>
                  <a:gd name="connsiteX26-3653" fmla="*/ 1257 w 10000"/>
                  <a:gd name="connsiteY26-3654" fmla="*/ 4203 h 10000"/>
                  <a:gd name="connsiteX27-3655" fmla="*/ 902 w 10000"/>
                  <a:gd name="connsiteY27-3656" fmla="*/ 5486 h 10000"/>
                  <a:gd name="connsiteX28-3657" fmla="*/ 1417 w 10000"/>
                  <a:gd name="connsiteY28-3658" fmla="*/ 6294 h 10000"/>
                  <a:gd name="connsiteX29-3659" fmla="*/ 2670 w 10000"/>
                  <a:gd name="connsiteY29-3660" fmla="*/ 6129 h 10000"/>
                  <a:gd name="connsiteX30-3661" fmla="*/ 4518 w 10000"/>
                  <a:gd name="connsiteY30-3662" fmla="*/ 6092 h 10000"/>
                  <a:gd name="connsiteX31-3663" fmla="*/ 5531 w 10000"/>
                  <a:gd name="connsiteY31-3664" fmla="*/ 6642 h 10000"/>
                  <a:gd name="connsiteX32-3665" fmla="*/ 5611 w 10000"/>
                  <a:gd name="connsiteY32-3666" fmla="*/ 6642 h 10000"/>
                  <a:gd name="connsiteX33-3667" fmla="*/ 6093 w 10000"/>
                  <a:gd name="connsiteY33-3668" fmla="*/ 6129 h 10000"/>
                  <a:gd name="connsiteX34-3669" fmla="*/ 6013 w 10000"/>
                  <a:gd name="connsiteY34-3670" fmla="*/ 5907 h 10000"/>
                  <a:gd name="connsiteX35-3671" fmla="*/ 5820 w 10000"/>
                  <a:gd name="connsiteY35-3672" fmla="*/ 5981 h 10000"/>
                  <a:gd name="connsiteX36-3673" fmla="*/ 5547 w 10000"/>
                  <a:gd name="connsiteY36-3674" fmla="*/ 6312 h 10000"/>
                  <a:gd name="connsiteX37-3675" fmla="*/ 4695 w 10000"/>
                  <a:gd name="connsiteY37-3676" fmla="*/ 5834 h 10000"/>
                  <a:gd name="connsiteX38-3677" fmla="*/ 2510 w 10000"/>
                  <a:gd name="connsiteY38-3678" fmla="*/ 5852 h 10000"/>
                  <a:gd name="connsiteX39-3679" fmla="*/ 1545 w 10000"/>
                  <a:gd name="connsiteY39-3680" fmla="*/ 5981 h 10000"/>
                  <a:gd name="connsiteX40-3681" fmla="*/ 1208 w 10000"/>
                  <a:gd name="connsiteY40-3682" fmla="*/ 5431 h 10000"/>
                  <a:gd name="connsiteX41-3683" fmla="*/ 1514 w 10000"/>
                  <a:gd name="connsiteY41-3684" fmla="*/ 4386 h 10000"/>
                  <a:gd name="connsiteX42-3685" fmla="*/ 1561 w 10000"/>
                  <a:gd name="connsiteY42-3686" fmla="*/ 4203 h 10000"/>
                  <a:gd name="connsiteX43-3687" fmla="*/ 1787 w 10000"/>
                  <a:gd name="connsiteY43-3688" fmla="*/ 2991 h 10000"/>
                  <a:gd name="connsiteX44-3689" fmla="*/ 3136 w 10000"/>
                  <a:gd name="connsiteY44-3690" fmla="*/ 2606 h 10000"/>
                  <a:gd name="connsiteX45-3691" fmla="*/ 3876 w 10000"/>
                  <a:gd name="connsiteY45-3692" fmla="*/ 3799 h 10000"/>
                  <a:gd name="connsiteX46-3693" fmla="*/ 2703 w 10000"/>
                  <a:gd name="connsiteY46-3694" fmla="*/ 4569 h 10000"/>
                  <a:gd name="connsiteX47-3695" fmla="*/ 2719 w 10000"/>
                  <a:gd name="connsiteY47-3696" fmla="*/ 4808 h 10000"/>
                  <a:gd name="connsiteX48-3697" fmla="*/ 2927 w 10000"/>
                  <a:gd name="connsiteY48-3698" fmla="*/ 4771 h 10000"/>
                  <a:gd name="connsiteX49-3699" fmla="*/ 4744 w 10000"/>
                  <a:gd name="connsiteY49-3700" fmla="*/ 4423 h 10000"/>
                  <a:gd name="connsiteX50-3701" fmla="*/ 4937 w 10000"/>
                  <a:gd name="connsiteY50-3702" fmla="*/ 4423 h 10000"/>
                  <a:gd name="connsiteX51-3703" fmla="*/ 5804 w 10000"/>
                  <a:gd name="connsiteY51-3704" fmla="*/ 4184 h 10000"/>
                  <a:gd name="connsiteX52-3705" fmla="*/ 6383 w 10000"/>
                  <a:gd name="connsiteY52-3706" fmla="*/ 4973 h 10000"/>
                  <a:gd name="connsiteX53-3707" fmla="*/ 6512 w 10000"/>
                  <a:gd name="connsiteY53-3708" fmla="*/ 5119 h 10000"/>
                  <a:gd name="connsiteX54-3709" fmla="*/ 7572 w 10000"/>
                  <a:gd name="connsiteY54-3710" fmla="*/ 6532 h 10000"/>
                  <a:gd name="connsiteX55-3711" fmla="*/ 7183 w 10000"/>
                  <a:gd name="connsiteY55-3712" fmla="*/ 7879 h 10000"/>
                  <a:gd name="connsiteX56-3713" fmla="*/ 5483 w 10000"/>
                  <a:gd name="connsiteY56-3714" fmla="*/ 8218 h 10000"/>
                  <a:gd name="connsiteX57-3715" fmla="*/ 5467 w 10000"/>
                  <a:gd name="connsiteY57-3716" fmla="*/ 8273 h 10000"/>
                  <a:gd name="connsiteX58-3717" fmla="*/ 3490 w 10000"/>
                  <a:gd name="connsiteY58-3718" fmla="*/ 8053 h 10000"/>
                  <a:gd name="connsiteX59-3719" fmla="*/ 3345 w 10000"/>
                  <a:gd name="connsiteY59-3720" fmla="*/ 7357 h 10000"/>
                  <a:gd name="connsiteX60-3721" fmla="*/ 3586 w 10000"/>
                  <a:gd name="connsiteY60-3722" fmla="*/ 7082 h 10000"/>
                  <a:gd name="connsiteX61-3723" fmla="*/ 3683 w 10000"/>
                  <a:gd name="connsiteY61-3724" fmla="*/ 6880 h 10000"/>
                  <a:gd name="connsiteX62-3725" fmla="*/ 3490 w 10000"/>
                  <a:gd name="connsiteY62-3726" fmla="*/ 6770 h 10000"/>
                  <a:gd name="connsiteX63-3727" fmla="*/ 3072 w 10000"/>
                  <a:gd name="connsiteY63-3728" fmla="*/ 7247 h 10000"/>
                  <a:gd name="connsiteX64-3729" fmla="*/ 3249 w 10000"/>
                  <a:gd name="connsiteY64-3730" fmla="*/ 8255 h 10000"/>
                  <a:gd name="connsiteX65-3731" fmla="*/ 3249 w 10000"/>
                  <a:gd name="connsiteY65-3732" fmla="*/ 8273 h 10000"/>
                  <a:gd name="connsiteX66-3733" fmla="*/ 4680 w 10000"/>
                  <a:gd name="connsiteY66-3734" fmla="*/ 8825 h 10000"/>
                  <a:gd name="connsiteX67-3735" fmla="*/ 5354 w 10000"/>
                  <a:gd name="connsiteY67-3736" fmla="*/ 8677 h 10000"/>
                  <a:gd name="connsiteX68-3737" fmla="*/ 3393 w 10000"/>
                  <a:gd name="connsiteY68-3738" fmla="*/ 9998 h 10000"/>
                  <a:gd name="connsiteX69-3739" fmla="*/ 2253 w 10000"/>
                  <a:gd name="connsiteY69-3740" fmla="*/ 9228 h 10000"/>
                  <a:gd name="connsiteX70-3741" fmla="*/ 1224 w 10000"/>
                  <a:gd name="connsiteY70-3742" fmla="*/ 7137 h 10000"/>
                  <a:gd name="connsiteX71-3743" fmla="*/ 3 w 10000"/>
                  <a:gd name="connsiteY71-3744" fmla="*/ 4954 h 10000"/>
                  <a:gd name="connsiteX0-3745" fmla="*/ 3 w 10000"/>
                  <a:gd name="connsiteY0-3746" fmla="*/ 4954 h 10000"/>
                  <a:gd name="connsiteX1-3747" fmla="*/ 726 w 10000"/>
                  <a:gd name="connsiteY1-3748" fmla="*/ 3028 h 10000"/>
                  <a:gd name="connsiteX2-3749" fmla="*/ 1337 w 10000"/>
                  <a:gd name="connsiteY2-3750" fmla="*/ 1635 h 10000"/>
                  <a:gd name="connsiteX3-3751" fmla="*/ 3233 w 10000"/>
                  <a:gd name="connsiteY3-3752" fmla="*/ 773 h 10000"/>
                  <a:gd name="connsiteX4-3753" fmla="*/ 5997 w 10000"/>
                  <a:gd name="connsiteY4-3754" fmla="*/ 424 h 10000"/>
                  <a:gd name="connsiteX5-3755" fmla="*/ 8488 w 10000"/>
                  <a:gd name="connsiteY5-3756" fmla="*/ 1452 h 10000"/>
                  <a:gd name="connsiteX6-3757" fmla="*/ 9693 w 10000"/>
                  <a:gd name="connsiteY6-3758" fmla="*/ 4661 h 10000"/>
                  <a:gd name="connsiteX7-3759" fmla="*/ 7765 w 10000"/>
                  <a:gd name="connsiteY7-3760" fmla="*/ 5852 h 10000"/>
                  <a:gd name="connsiteX8-3761" fmla="*/ 6752 w 10000"/>
                  <a:gd name="connsiteY8-3762" fmla="*/ 4844 h 10000"/>
                  <a:gd name="connsiteX9-3763" fmla="*/ 7444 w 10000"/>
                  <a:gd name="connsiteY9-3764" fmla="*/ 2845 h 10000"/>
                  <a:gd name="connsiteX10-3765" fmla="*/ 8680 w 10000"/>
                  <a:gd name="connsiteY10-3766" fmla="*/ 2808 h 10000"/>
                  <a:gd name="connsiteX11-3767" fmla="*/ 8873 w 10000"/>
                  <a:gd name="connsiteY11-3768" fmla="*/ 3799 h 10000"/>
                  <a:gd name="connsiteX12-3769" fmla="*/ 8568 w 10000"/>
                  <a:gd name="connsiteY12-3770" fmla="*/ 4203 h 10000"/>
                  <a:gd name="connsiteX13-3771" fmla="*/ 7941 w 10000"/>
                  <a:gd name="connsiteY13-3772" fmla="*/ 4184 h 10000"/>
                  <a:gd name="connsiteX14-3773" fmla="*/ 7748 w 10000"/>
                  <a:gd name="connsiteY14-3774" fmla="*/ 4276 h 10000"/>
                  <a:gd name="connsiteX15-3775" fmla="*/ 7829 w 10000"/>
                  <a:gd name="connsiteY15-3776" fmla="*/ 4496 h 10000"/>
                  <a:gd name="connsiteX16-3777" fmla="*/ 8664 w 10000"/>
                  <a:gd name="connsiteY16-3778" fmla="*/ 4514 h 10000"/>
                  <a:gd name="connsiteX17-3779" fmla="*/ 9163 w 10000"/>
                  <a:gd name="connsiteY17-3780" fmla="*/ 3928 h 10000"/>
                  <a:gd name="connsiteX18-3781" fmla="*/ 8857 w 10000"/>
                  <a:gd name="connsiteY18-3782" fmla="*/ 2533 h 10000"/>
                  <a:gd name="connsiteX19-3783" fmla="*/ 7637 w 10000"/>
                  <a:gd name="connsiteY19-3784" fmla="*/ 2350 h 10000"/>
                  <a:gd name="connsiteX20-3785" fmla="*/ 6720 w 10000"/>
                  <a:gd name="connsiteY20-3786" fmla="*/ 1360 h 10000"/>
                  <a:gd name="connsiteX21-3787" fmla="*/ 5627 w 10000"/>
                  <a:gd name="connsiteY21-3788" fmla="*/ 1470 h 10000"/>
                  <a:gd name="connsiteX22-3789" fmla="*/ 4390 w 10000"/>
                  <a:gd name="connsiteY22-3790" fmla="*/ 902 h 10000"/>
                  <a:gd name="connsiteX23-3791" fmla="*/ 3442 w 10000"/>
                  <a:gd name="connsiteY23-3792" fmla="*/ 1543 h 10000"/>
                  <a:gd name="connsiteX24-3793" fmla="*/ 3201 w 10000"/>
                  <a:gd name="connsiteY24-3794" fmla="*/ 2277 h 10000"/>
                  <a:gd name="connsiteX25-3795" fmla="*/ 1578 w 10000"/>
                  <a:gd name="connsiteY25-3796" fmla="*/ 2771 h 10000"/>
                  <a:gd name="connsiteX26-3797" fmla="*/ 1257 w 10000"/>
                  <a:gd name="connsiteY26-3798" fmla="*/ 4203 h 10000"/>
                  <a:gd name="connsiteX27-3799" fmla="*/ 902 w 10000"/>
                  <a:gd name="connsiteY27-3800" fmla="*/ 5486 h 10000"/>
                  <a:gd name="connsiteX28-3801" fmla="*/ 1417 w 10000"/>
                  <a:gd name="connsiteY28-3802" fmla="*/ 6294 h 10000"/>
                  <a:gd name="connsiteX29-3803" fmla="*/ 2670 w 10000"/>
                  <a:gd name="connsiteY29-3804" fmla="*/ 6129 h 10000"/>
                  <a:gd name="connsiteX30-3805" fmla="*/ 4518 w 10000"/>
                  <a:gd name="connsiteY30-3806" fmla="*/ 6092 h 10000"/>
                  <a:gd name="connsiteX31-3807" fmla="*/ 5531 w 10000"/>
                  <a:gd name="connsiteY31-3808" fmla="*/ 6642 h 10000"/>
                  <a:gd name="connsiteX32-3809" fmla="*/ 5611 w 10000"/>
                  <a:gd name="connsiteY32-3810" fmla="*/ 6642 h 10000"/>
                  <a:gd name="connsiteX33-3811" fmla="*/ 6093 w 10000"/>
                  <a:gd name="connsiteY33-3812" fmla="*/ 6129 h 10000"/>
                  <a:gd name="connsiteX34-3813" fmla="*/ 6013 w 10000"/>
                  <a:gd name="connsiteY34-3814" fmla="*/ 5907 h 10000"/>
                  <a:gd name="connsiteX35-3815" fmla="*/ 5820 w 10000"/>
                  <a:gd name="connsiteY35-3816" fmla="*/ 5981 h 10000"/>
                  <a:gd name="connsiteX36-3817" fmla="*/ 5547 w 10000"/>
                  <a:gd name="connsiteY36-3818" fmla="*/ 6312 h 10000"/>
                  <a:gd name="connsiteX37-3819" fmla="*/ 4695 w 10000"/>
                  <a:gd name="connsiteY37-3820" fmla="*/ 5834 h 10000"/>
                  <a:gd name="connsiteX38-3821" fmla="*/ 2510 w 10000"/>
                  <a:gd name="connsiteY38-3822" fmla="*/ 5852 h 10000"/>
                  <a:gd name="connsiteX39-3823" fmla="*/ 1545 w 10000"/>
                  <a:gd name="connsiteY39-3824" fmla="*/ 5981 h 10000"/>
                  <a:gd name="connsiteX40-3825" fmla="*/ 1208 w 10000"/>
                  <a:gd name="connsiteY40-3826" fmla="*/ 5431 h 10000"/>
                  <a:gd name="connsiteX41-3827" fmla="*/ 1514 w 10000"/>
                  <a:gd name="connsiteY41-3828" fmla="*/ 4386 h 10000"/>
                  <a:gd name="connsiteX42-3829" fmla="*/ 1561 w 10000"/>
                  <a:gd name="connsiteY42-3830" fmla="*/ 4203 h 10000"/>
                  <a:gd name="connsiteX43-3831" fmla="*/ 1787 w 10000"/>
                  <a:gd name="connsiteY43-3832" fmla="*/ 2991 h 10000"/>
                  <a:gd name="connsiteX44-3833" fmla="*/ 3136 w 10000"/>
                  <a:gd name="connsiteY44-3834" fmla="*/ 2606 h 10000"/>
                  <a:gd name="connsiteX45-3835" fmla="*/ 3876 w 10000"/>
                  <a:gd name="connsiteY45-3836" fmla="*/ 3799 h 10000"/>
                  <a:gd name="connsiteX46-3837" fmla="*/ 2703 w 10000"/>
                  <a:gd name="connsiteY46-3838" fmla="*/ 4569 h 10000"/>
                  <a:gd name="connsiteX47-3839" fmla="*/ 2719 w 10000"/>
                  <a:gd name="connsiteY47-3840" fmla="*/ 4808 h 10000"/>
                  <a:gd name="connsiteX48-3841" fmla="*/ 2927 w 10000"/>
                  <a:gd name="connsiteY48-3842" fmla="*/ 4771 h 10000"/>
                  <a:gd name="connsiteX49-3843" fmla="*/ 4744 w 10000"/>
                  <a:gd name="connsiteY49-3844" fmla="*/ 4423 h 10000"/>
                  <a:gd name="connsiteX50-3845" fmla="*/ 4937 w 10000"/>
                  <a:gd name="connsiteY50-3846" fmla="*/ 4423 h 10000"/>
                  <a:gd name="connsiteX51-3847" fmla="*/ 5804 w 10000"/>
                  <a:gd name="connsiteY51-3848" fmla="*/ 4184 h 10000"/>
                  <a:gd name="connsiteX52-3849" fmla="*/ 6383 w 10000"/>
                  <a:gd name="connsiteY52-3850" fmla="*/ 4973 h 10000"/>
                  <a:gd name="connsiteX53-3851" fmla="*/ 6512 w 10000"/>
                  <a:gd name="connsiteY53-3852" fmla="*/ 5119 h 10000"/>
                  <a:gd name="connsiteX54-3853" fmla="*/ 7572 w 10000"/>
                  <a:gd name="connsiteY54-3854" fmla="*/ 6532 h 10000"/>
                  <a:gd name="connsiteX55-3855" fmla="*/ 7093 w 10000"/>
                  <a:gd name="connsiteY55-3856" fmla="*/ 7894 h 10000"/>
                  <a:gd name="connsiteX56-3857" fmla="*/ 5483 w 10000"/>
                  <a:gd name="connsiteY56-3858" fmla="*/ 8218 h 10000"/>
                  <a:gd name="connsiteX57-3859" fmla="*/ 5467 w 10000"/>
                  <a:gd name="connsiteY57-3860" fmla="*/ 8273 h 10000"/>
                  <a:gd name="connsiteX58-3861" fmla="*/ 3490 w 10000"/>
                  <a:gd name="connsiteY58-3862" fmla="*/ 8053 h 10000"/>
                  <a:gd name="connsiteX59-3863" fmla="*/ 3345 w 10000"/>
                  <a:gd name="connsiteY59-3864" fmla="*/ 7357 h 10000"/>
                  <a:gd name="connsiteX60-3865" fmla="*/ 3586 w 10000"/>
                  <a:gd name="connsiteY60-3866" fmla="*/ 7082 h 10000"/>
                  <a:gd name="connsiteX61-3867" fmla="*/ 3683 w 10000"/>
                  <a:gd name="connsiteY61-3868" fmla="*/ 6880 h 10000"/>
                  <a:gd name="connsiteX62-3869" fmla="*/ 3490 w 10000"/>
                  <a:gd name="connsiteY62-3870" fmla="*/ 6770 h 10000"/>
                  <a:gd name="connsiteX63-3871" fmla="*/ 3072 w 10000"/>
                  <a:gd name="connsiteY63-3872" fmla="*/ 7247 h 10000"/>
                  <a:gd name="connsiteX64-3873" fmla="*/ 3249 w 10000"/>
                  <a:gd name="connsiteY64-3874" fmla="*/ 8255 h 10000"/>
                  <a:gd name="connsiteX65-3875" fmla="*/ 3249 w 10000"/>
                  <a:gd name="connsiteY65-3876" fmla="*/ 8273 h 10000"/>
                  <a:gd name="connsiteX66-3877" fmla="*/ 4680 w 10000"/>
                  <a:gd name="connsiteY66-3878" fmla="*/ 8825 h 10000"/>
                  <a:gd name="connsiteX67-3879" fmla="*/ 5354 w 10000"/>
                  <a:gd name="connsiteY67-3880" fmla="*/ 8677 h 10000"/>
                  <a:gd name="connsiteX68-3881" fmla="*/ 3393 w 10000"/>
                  <a:gd name="connsiteY68-3882" fmla="*/ 9998 h 10000"/>
                  <a:gd name="connsiteX69-3883" fmla="*/ 2253 w 10000"/>
                  <a:gd name="connsiteY69-3884" fmla="*/ 9228 h 10000"/>
                  <a:gd name="connsiteX70-3885" fmla="*/ 1224 w 10000"/>
                  <a:gd name="connsiteY70-3886" fmla="*/ 7137 h 10000"/>
                  <a:gd name="connsiteX71-3887" fmla="*/ 3 w 10000"/>
                  <a:gd name="connsiteY71-3888" fmla="*/ 4954 h 10000"/>
                  <a:gd name="connsiteX0-3889" fmla="*/ 3 w 10000"/>
                  <a:gd name="connsiteY0-3890" fmla="*/ 4954 h 10000"/>
                  <a:gd name="connsiteX1-3891" fmla="*/ 726 w 10000"/>
                  <a:gd name="connsiteY1-3892" fmla="*/ 3028 h 10000"/>
                  <a:gd name="connsiteX2-3893" fmla="*/ 1337 w 10000"/>
                  <a:gd name="connsiteY2-3894" fmla="*/ 1635 h 10000"/>
                  <a:gd name="connsiteX3-3895" fmla="*/ 3233 w 10000"/>
                  <a:gd name="connsiteY3-3896" fmla="*/ 773 h 10000"/>
                  <a:gd name="connsiteX4-3897" fmla="*/ 5997 w 10000"/>
                  <a:gd name="connsiteY4-3898" fmla="*/ 424 h 10000"/>
                  <a:gd name="connsiteX5-3899" fmla="*/ 8488 w 10000"/>
                  <a:gd name="connsiteY5-3900" fmla="*/ 1452 h 10000"/>
                  <a:gd name="connsiteX6-3901" fmla="*/ 9693 w 10000"/>
                  <a:gd name="connsiteY6-3902" fmla="*/ 4661 h 10000"/>
                  <a:gd name="connsiteX7-3903" fmla="*/ 7765 w 10000"/>
                  <a:gd name="connsiteY7-3904" fmla="*/ 5852 h 10000"/>
                  <a:gd name="connsiteX8-3905" fmla="*/ 6752 w 10000"/>
                  <a:gd name="connsiteY8-3906" fmla="*/ 4844 h 10000"/>
                  <a:gd name="connsiteX9-3907" fmla="*/ 7444 w 10000"/>
                  <a:gd name="connsiteY9-3908" fmla="*/ 2845 h 10000"/>
                  <a:gd name="connsiteX10-3909" fmla="*/ 8680 w 10000"/>
                  <a:gd name="connsiteY10-3910" fmla="*/ 2808 h 10000"/>
                  <a:gd name="connsiteX11-3911" fmla="*/ 8873 w 10000"/>
                  <a:gd name="connsiteY11-3912" fmla="*/ 3799 h 10000"/>
                  <a:gd name="connsiteX12-3913" fmla="*/ 8568 w 10000"/>
                  <a:gd name="connsiteY12-3914" fmla="*/ 4203 h 10000"/>
                  <a:gd name="connsiteX13-3915" fmla="*/ 7941 w 10000"/>
                  <a:gd name="connsiteY13-3916" fmla="*/ 4184 h 10000"/>
                  <a:gd name="connsiteX14-3917" fmla="*/ 7748 w 10000"/>
                  <a:gd name="connsiteY14-3918" fmla="*/ 4276 h 10000"/>
                  <a:gd name="connsiteX15-3919" fmla="*/ 7829 w 10000"/>
                  <a:gd name="connsiteY15-3920" fmla="*/ 4496 h 10000"/>
                  <a:gd name="connsiteX16-3921" fmla="*/ 8664 w 10000"/>
                  <a:gd name="connsiteY16-3922" fmla="*/ 4514 h 10000"/>
                  <a:gd name="connsiteX17-3923" fmla="*/ 9163 w 10000"/>
                  <a:gd name="connsiteY17-3924" fmla="*/ 3928 h 10000"/>
                  <a:gd name="connsiteX18-3925" fmla="*/ 8857 w 10000"/>
                  <a:gd name="connsiteY18-3926" fmla="*/ 2533 h 10000"/>
                  <a:gd name="connsiteX19-3927" fmla="*/ 7637 w 10000"/>
                  <a:gd name="connsiteY19-3928" fmla="*/ 2350 h 10000"/>
                  <a:gd name="connsiteX20-3929" fmla="*/ 6720 w 10000"/>
                  <a:gd name="connsiteY20-3930" fmla="*/ 1360 h 10000"/>
                  <a:gd name="connsiteX21-3931" fmla="*/ 5627 w 10000"/>
                  <a:gd name="connsiteY21-3932" fmla="*/ 1470 h 10000"/>
                  <a:gd name="connsiteX22-3933" fmla="*/ 4390 w 10000"/>
                  <a:gd name="connsiteY22-3934" fmla="*/ 902 h 10000"/>
                  <a:gd name="connsiteX23-3935" fmla="*/ 3442 w 10000"/>
                  <a:gd name="connsiteY23-3936" fmla="*/ 1543 h 10000"/>
                  <a:gd name="connsiteX24-3937" fmla="*/ 3201 w 10000"/>
                  <a:gd name="connsiteY24-3938" fmla="*/ 2277 h 10000"/>
                  <a:gd name="connsiteX25-3939" fmla="*/ 1578 w 10000"/>
                  <a:gd name="connsiteY25-3940" fmla="*/ 2771 h 10000"/>
                  <a:gd name="connsiteX26-3941" fmla="*/ 1257 w 10000"/>
                  <a:gd name="connsiteY26-3942" fmla="*/ 4203 h 10000"/>
                  <a:gd name="connsiteX27-3943" fmla="*/ 902 w 10000"/>
                  <a:gd name="connsiteY27-3944" fmla="*/ 5486 h 10000"/>
                  <a:gd name="connsiteX28-3945" fmla="*/ 1417 w 10000"/>
                  <a:gd name="connsiteY28-3946" fmla="*/ 6294 h 10000"/>
                  <a:gd name="connsiteX29-3947" fmla="*/ 2670 w 10000"/>
                  <a:gd name="connsiteY29-3948" fmla="*/ 6129 h 10000"/>
                  <a:gd name="connsiteX30-3949" fmla="*/ 4518 w 10000"/>
                  <a:gd name="connsiteY30-3950" fmla="*/ 6092 h 10000"/>
                  <a:gd name="connsiteX31-3951" fmla="*/ 5531 w 10000"/>
                  <a:gd name="connsiteY31-3952" fmla="*/ 6642 h 10000"/>
                  <a:gd name="connsiteX32-3953" fmla="*/ 5611 w 10000"/>
                  <a:gd name="connsiteY32-3954" fmla="*/ 6642 h 10000"/>
                  <a:gd name="connsiteX33-3955" fmla="*/ 6093 w 10000"/>
                  <a:gd name="connsiteY33-3956" fmla="*/ 6129 h 10000"/>
                  <a:gd name="connsiteX34-3957" fmla="*/ 6013 w 10000"/>
                  <a:gd name="connsiteY34-3958" fmla="*/ 5907 h 10000"/>
                  <a:gd name="connsiteX35-3959" fmla="*/ 5820 w 10000"/>
                  <a:gd name="connsiteY35-3960" fmla="*/ 5981 h 10000"/>
                  <a:gd name="connsiteX36-3961" fmla="*/ 5547 w 10000"/>
                  <a:gd name="connsiteY36-3962" fmla="*/ 6312 h 10000"/>
                  <a:gd name="connsiteX37-3963" fmla="*/ 4695 w 10000"/>
                  <a:gd name="connsiteY37-3964" fmla="*/ 5834 h 10000"/>
                  <a:gd name="connsiteX38-3965" fmla="*/ 2510 w 10000"/>
                  <a:gd name="connsiteY38-3966" fmla="*/ 5852 h 10000"/>
                  <a:gd name="connsiteX39-3967" fmla="*/ 1545 w 10000"/>
                  <a:gd name="connsiteY39-3968" fmla="*/ 5981 h 10000"/>
                  <a:gd name="connsiteX40-3969" fmla="*/ 1208 w 10000"/>
                  <a:gd name="connsiteY40-3970" fmla="*/ 5431 h 10000"/>
                  <a:gd name="connsiteX41-3971" fmla="*/ 1514 w 10000"/>
                  <a:gd name="connsiteY41-3972" fmla="*/ 4386 h 10000"/>
                  <a:gd name="connsiteX42-3973" fmla="*/ 1561 w 10000"/>
                  <a:gd name="connsiteY42-3974" fmla="*/ 4203 h 10000"/>
                  <a:gd name="connsiteX43-3975" fmla="*/ 1787 w 10000"/>
                  <a:gd name="connsiteY43-3976" fmla="*/ 2991 h 10000"/>
                  <a:gd name="connsiteX44-3977" fmla="*/ 3136 w 10000"/>
                  <a:gd name="connsiteY44-3978" fmla="*/ 2606 h 10000"/>
                  <a:gd name="connsiteX45-3979" fmla="*/ 3876 w 10000"/>
                  <a:gd name="connsiteY45-3980" fmla="*/ 3799 h 10000"/>
                  <a:gd name="connsiteX46-3981" fmla="*/ 2703 w 10000"/>
                  <a:gd name="connsiteY46-3982" fmla="*/ 4569 h 10000"/>
                  <a:gd name="connsiteX47-3983" fmla="*/ 2719 w 10000"/>
                  <a:gd name="connsiteY47-3984" fmla="*/ 4808 h 10000"/>
                  <a:gd name="connsiteX48-3985" fmla="*/ 2927 w 10000"/>
                  <a:gd name="connsiteY48-3986" fmla="*/ 4771 h 10000"/>
                  <a:gd name="connsiteX49-3987" fmla="*/ 4744 w 10000"/>
                  <a:gd name="connsiteY49-3988" fmla="*/ 4423 h 10000"/>
                  <a:gd name="connsiteX50-3989" fmla="*/ 4937 w 10000"/>
                  <a:gd name="connsiteY50-3990" fmla="*/ 4423 h 10000"/>
                  <a:gd name="connsiteX51-3991" fmla="*/ 5804 w 10000"/>
                  <a:gd name="connsiteY51-3992" fmla="*/ 4184 h 10000"/>
                  <a:gd name="connsiteX52-3993" fmla="*/ 6383 w 10000"/>
                  <a:gd name="connsiteY52-3994" fmla="*/ 4973 h 10000"/>
                  <a:gd name="connsiteX53-3995" fmla="*/ 6512 w 10000"/>
                  <a:gd name="connsiteY53-3996" fmla="*/ 5119 h 10000"/>
                  <a:gd name="connsiteX54-3997" fmla="*/ 7572 w 10000"/>
                  <a:gd name="connsiteY54-3998" fmla="*/ 6532 h 10000"/>
                  <a:gd name="connsiteX55-3999" fmla="*/ 7093 w 10000"/>
                  <a:gd name="connsiteY55-4000" fmla="*/ 7894 h 10000"/>
                  <a:gd name="connsiteX56-4001" fmla="*/ 5483 w 10000"/>
                  <a:gd name="connsiteY56-4002" fmla="*/ 8218 h 10000"/>
                  <a:gd name="connsiteX57-4003" fmla="*/ 5467 w 10000"/>
                  <a:gd name="connsiteY57-4004" fmla="*/ 8273 h 10000"/>
                  <a:gd name="connsiteX58-4005" fmla="*/ 3490 w 10000"/>
                  <a:gd name="connsiteY58-4006" fmla="*/ 8053 h 10000"/>
                  <a:gd name="connsiteX59-4007" fmla="*/ 3345 w 10000"/>
                  <a:gd name="connsiteY59-4008" fmla="*/ 7357 h 10000"/>
                  <a:gd name="connsiteX60-4009" fmla="*/ 3586 w 10000"/>
                  <a:gd name="connsiteY60-4010" fmla="*/ 7082 h 10000"/>
                  <a:gd name="connsiteX61-4011" fmla="*/ 3683 w 10000"/>
                  <a:gd name="connsiteY61-4012" fmla="*/ 6880 h 10000"/>
                  <a:gd name="connsiteX62-4013" fmla="*/ 3490 w 10000"/>
                  <a:gd name="connsiteY62-4014" fmla="*/ 6770 h 10000"/>
                  <a:gd name="connsiteX63-4015" fmla="*/ 3072 w 10000"/>
                  <a:gd name="connsiteY63-4016" fmla="*/ 7247 h 10000"/>
                  <a:gd name="connsiteX64-4017" fmla="*/ 3249 w 10000"/>
                  <a:gd name="connsiteY64-4018" fmla="*/ 8255 h 10000"/>
                  <a:gd name="connsiteX65-4019" fmla="*/ 3249 w 10000"/>
                  <a:gd name="connsiteY65-4020" fmla="*/ 8273 h 10000"/>
                  <a:gd name="connsiteX66-4021" fmla="*/ 4680 w 10000"/>
                  <a:gd name="connsiteY66-4022" fmla="*/ 8825 h 10000"/>
                  <a:gd name="connsiteX67-4023" fmla="*/ 5354 w 10000"/>
                  <a:gd name="connsiteY67-4024" fmla="*/ 8677 h 10000"/>
                  <a:gd name="connsiteX68-4025" fmla="*/ 3393 w 10000"/>
                  <a:gd name="connsiteY68-4026" fmla="*/ 9998 h 10000"/>
                  <a:gd name="connsiteX69-4027" fmla="*/ 2253 w 10000"/>
                  <a:gd name="connsiteY69-4028" fmla="*/ 9228 h 10000"/>
                  <a:gd name="connsiteX70-4029" fmla="*/ 1224 w 10000"/>
                  <a:gd name="connsiteY70-4030" fmla="*/ 7137 h 10000"/>
                  <a:gd name="connsiteX71-4031" fmla="*/ 3 w 10000"/>
                  <a:gd name="connsiteY71-4032" fmla="*/ 4954 h 10000"/>
                  <a:gd name="connsiteX0-4033" fmla="*/ 3 w 10000"/>
                  <a:gd name="connsiteY0-4034" fmla="*/ 4954 h 10000"/>
                  <a:gd name="connsiteX1-4035" fmla="*/ 726 w 10000"/>
                  <a:gd name="connsiteY1-4036" fmla="*/ 3028 h 10000"/>
                  <a:gd name="connsiteX2-4037" fmla="*/ 1337 w 10000"/>
                  <a:gd name="connsiteY2-4038" fmla="*/ 1635 h 10000"/>
                  <a:gd name="connsiteX3-4039" fmla="*/ 3233 w 10000"/>
                  <a:gd name="connsiteY3-4040" fmla="*/ 773 h 10000"/>
                  <a:gd name="connsiteX4-4041" fmla="*/ 5997 w 10000"/>
                  <a:gd name="connsiteY4-4042" fmla="*/ 424 h 10000"/>
                  <a:gd name="connsiteX5-4043" fmla="*/ 8488 w 10000"/>
                  <a:gd name="connsiteY5-4044" fmla="*/ 1452 h 10000"/>
                  <a:gd name="connsiteX6-4045" fmla="*/ 9693 w 10000"/>
                  <a:gd name="connsiteY6-4046" fmla="*/ 4661 h 10000"/>
                  <a:gd name="connsiteX7-4047" fmla="*/ 7765 w 10000"/>
                  <a:gd name="connsiteY7-4048" fmla="*/ 5852 h 10000"/>
                  <a:gd name="connsiteX8-4049" fmla="*/ 6752 w 10000"/>
                  <a:gd name="connsiteY8-4050" fmla="*/ 4844 h 10000"/>
                  <a:gd name="connsiteX9-4051" fmla="*/ 7444 w 10000"/>
                  <a:gd name="connsiteY9-4052" fmla="*/ 2845 h 10000"/>
                  <a:gd name="connsiteX10-4053" fmla="*/ 8680 w 10000"/>
                  <a:gd name="connsiteY10-4054" fmla="*/ 2808 h 10000"/>
                  <a:gd name="connsiteX11-4055" fmla="*/ 8873 w 10000"/>
                  <a:gd name="connsiteY11-4056" fmla="*/ 3799 h 10000"/>
                  <a:gd name="connsiteX12-4057" fmla="*/ 8568 w 10000"/>
                  <a:gd name="connsiteY12-4058" fmla="*/ 4203 h 10000"/>
                  <a:gd name="connsiteX13-4059" fmla="*/ 7941 w 10000"/>
                  <a:gd name="connsiteY13-4060" fmla="*/ 4184 h 10000"/>
                  <a:gd name="connsiteX14-4061" fmla="*/ 7748 w 10000"/>
                  <a:gd name="connsiteY14-4062" fmla="*/ 4276 h 10000"/>
                  <a:gd name="connsiteX15-4063" fmla="*/ 7829 w 10000"/>
                  <a:gd name="connsiteY15-4064" fmla="*/ 4496 h 10000"/>
                  <a:gd name="connsiteX16-4065" fmla="*/ 8664 w 10000"/>
                  <a:gd name="connsiteY16-4066" fmla="*/ 4514 h 10000"/>
                  <a:gd name="connsiteX17-4067" fmla="*/ 9163 w 10000"/>
                  <a:gd name="connsiteY17-4068" fmla="*/ 3928 h 10000"/>
                  <a:gd name="connsiteX18-4069" fmla="*/ 8857 w 10000"/>
                  <a:gd name="connsiteY18-4070" fmla="*/ 2533 h 10000"/>
                  <a:gd name="connsiteX19-4071" fmla="*/ 7637 w 10000"/>
                  <a:gd name="connsiteY19-4072" fmla="*/ 2350 h 10000"/>
                  <a:gd name="connsiteX20-4073" fmla="*/ 6720 w 10000"/>
                  <a:gd name="connsiteY20-4074" fmla="*/ 1360 h 10000"/>
                  <a:gd name="connsiteX21-4075" fmla="*/ 5627 w 10000"/>
                  <a:gd name="connsiteY21-4076" fmla="*/ 1470 h 10000"/>
                  <a:gd name="connsiteX22-4077" fmla="*/ 4390 w 10000"/>
                  <a:gd name="connsiteY22-4078" fmla="*/ 902 h 10000"/>
                  <a:gd name="connsiteX23-4079" fmla="*/ 3442 w 10000"/>
                  <a:gd name="connsiteY23-4080" fmla="*/ 1543 h 10000"/>
                  <a:gd name="connsiteX24-4081" fmla="*/ 3201 w 10000"/>
                  <a:gd name="connsiteY24-4082" fmla="*/ 2277 h 10000"/>
                  <a:gd name="connsiteX25-4083" fmla="*/ 1578 w 10000"/>
                  <a:gd name="connsiteY25-4084" fmla="*/ 2771 h 10000"/>
                  <a:gd name="connsiteX26-4085" fmla="*/ 1257 w 10000"/>
                  <a:gd name="connsiteY26-4086" fmla="*/ 4203 h 10000"/>
                  <a:gd name="connsiteX27-4087" fmla="*/ 902 w 10000"/>
                  <a:gd name="connsiteY27-4088" fmla="*/ 5486 h 10000"/>
                  <a:gd name="connsiteX28-4089" fmla="*/ 1417 w 10000"/>
                  <a:gd name="connsiteY28-4090" fmla="*/ 6294 h 10000"/>
                  <a:gd name="connsiteX29-4091" fmla="*/ 2670 w 10000"/>
                  <a:gd name="connsiteY29-4092" fmla="*/ 6129 h 10000"/>
                  <a:gd name="connsiteX30-4093" fmla="*/ 4518 w 10000"/>
                  <a:gd name="connsiteY30-4094" fmla="*/ 6092 h 10000"/>
                  <a:gd name="connsiteX31-4095" fmla="*/ 5531 w 10000"/>
                  <a:gd name="connsiteY31-4096" fmla="*/ 6642 h 10000"/>
                  <a:gd name="connsiteX32-4097" fmla="*/ 5611 w 10000"/>
                  <a:gd name="connsiteY32-4098" fmla="*/ 6642 h 10000"/>
                  <a:gd name="connsiteX33-4099" fmla="*/ 6093 w 10000"/>
                  <a:gd name="connsiteY33-4100" fmla="*/ 6129 h 10000"/>
                  <a:gd name="connsiteX34-4101" fmla="*/ 6013 w 10000"/>
                  <a:gd name="connsiteY34-4102" fmla="*/ 5907 h 10000"/>
                  <a:gd name="connsiteX35-4103" fmla="*/ 5820 w 10000"/>
                  <a:gd name="connsiteY35-4104" fmla="*/ 5981 h 10000"/>
                  <a:gd name="connsiteX36-4105" fmla="*/ 5547 w 10000"/>
                  <a:gd name="connsiteY36-4106" fmla="*/ 6312 h 10000"/>
                  <a:gd name="connsiteX37-4107" fmla="*/ 4695 w 10000"/>
                  <a:gd name="connsiteY37-4108" fmla="*/ 5834 h 10000"/>
                  <a:gd name="connsiteX38-4109" fmla="*/ 2510 w 10000"/>
                  <a:gd name="connsiteY38-4110" fmla="*/ 5852 h 10000"/>
                  <a:gd name="connsiteX39-4111" fmla="*/ 1545 w 10000"/>
                  <a:gd name="connsiteY39-4112" fmla="*/ 5981 h 10000"/>
                  <a:gd name="connsiteX40-4113" fmla="*/ 1208 w 10000"/>
                  <a:gd name="connsiteY40-4114" fmla="*/ 5431 h 10000"/>
                  <a:gd name="connsiteX41-4115" fmla="*/ 1514 w 10000"/>
                  <a:gd name="connsiteY41-4116" fmla="*/ 4386 h 10000"/>
                  <a:gd name="connsiteX42-4117" fmla="*/ 1561 w 10000"/>
                  <a:gd name="connsiteY42-4118" fmla="*/ 4203 h 10000"/>
                  <a:gd name="connsiteX43-4119" fmla="*/ 1787 w 10000"/>
                  <a:gd name="connsiteY43-4120" fmla="*/ 2991 h 10000"/>
                  <a:gd name="connsiteX44-4121" fmla="*/ 3136 w 10000"/>
                  <a:gd name="connsiteY44-4122" fmla="*/ 2606 h 10000"/>
                  <a:gd name="connsiteX45-4123" fmla="*/ 3876 w 10000"/>
                  <a:gd name="connsiteY45-4124" fmla="*/ 3799 h 10000"/>
                  <a:gd name="connsiteX46-4125" fmla="*/ 2703 w 10000"/>
                  <a:gd name="connsiteY46-4126" fmla="*/ 4569 h 10000"/>
                  <a:gd name="connsiteX47-4127" fmla="*/ 2719 w 10000"/>
                  <a:gd name="connsiteY47-4128" fmla="*/ 4808 h 10000"/>
                  <a:gd name="connsiteX48-4129" fmla="*/ 2927 w 10000"/>
                  <a:gd name="connsiteY48-4130" fmla="*/ 4771 h 10000"/>
                  <a:gd name="connsiteX49-4131" fmla="*/ 4744 w 10000"/>
                  <a:gd name="connsiteY49-4132" fmla="*/ 4423 h 10000"/>
                  <a:gd name="connsiteX50-4133" fmla="*/ 4937 w 10000"/>
                  <a:gd name="connsiteY50-4134" fmla="*/ 4423 h 10000"/>
                  <a:gd name="connsiteX51-4135" fmla="*/ 5804 w 10000"/>
                  <a:gd name="connsiteY51-4136" fmla="*/ 4184 h 10000"/>
                  <a:gd name="connsiteX52-4137" fmla="*/ 6383 w 10000"/>
                  <a:gd name="connsiteY52-4138" fmla="*/ 4973 h 10000"/>
                  <a:gd name="connsiteX53-4139" fmla="*/ 6512 w 10000"/>
                  <a:gd name="connsiteY53-4140" fmla="*/ 5119 h 10000"/>
                  <a:gd name="connsiteX54-4141" fmla="*/ 7572 w 10000"/>
                  <a:gd name="connsiteY54-4142" fmla="*/ 6532 h 10000"/>
                  <a:gd name="connsiteX55-4143" fmla="*/ 7093 w 10000"/>
                  <a:gd name="connsiteY55-4144" fmla="*/ 7953 h 10000"/>
                  <a:gd name="connsiteX56-4145" fmla="*/ 5483 w 10000"/>
                  <a:gd name="connsiteY56-4146" fmla="*/ 8218 h 10000"/>
                  <a:gd name="connsiteX57-4147" fmla="*/ 5467 w 10000"/>
                  <a:gd name="connsiteY57-4148" fmla="*/ 8273 h 10000"/>
                  <a:gd name="connsiteX58-4149" fmla="*/ 3490 w 10000"/>
                  <a:gd name="connsiteY58-4150" fmla="*/ 8053 h 10000"/>
                  <a:gd name="connsiteX59-4151" fmla="*/ 3345 w 10000"/>
                  <a:gd name="connsiteY59-4152" fmla="*/ 7357 h 10000"/>
                  <a:gd name="connsiteX60-4153" fmla="*/ 3586 w 10000"/>
                  <a:gd name="connsiteY60-4154" fmla="*/ 7082 h 10000"/>
                  <a:gd name="connsiteX61-4155" fmla="*/ 3683 w 10000"/>
                  <a:gd name="connsiteY61-4156" fmla="*/ 6880 h 10000"/>
                  <a:gd name="connsiteX62-4157" fmla="*/ 3490 w 10000"/>
                  <a:gd name="connsiteY62-4158" fmla="*/ 6770 h 10000"/>
                  <a:gd name="connsiteX63-4159" fmla="*/ 3072 w 10000"/>
                  <a:gd name="connsiteY63-4160" fmla="*/ 7247 h 10000"/>
                  <a:gd name="connsiteX64-4161" fmla="*/ 3249 w 10000"/>
                  <a:gd name="connsiteY64-4162" fmla="*/ 8255 h 10000"/>
                  <a:gd name="connsiteX65-4163" fmla="*/ 3249 w 10000"/>
                  <a:gd name="connsiteY65-4164" fmla="*/ 8273 h 10000"/>
                  <a:gd name="connsiteX66-4165" fmla="*/ 4680 w 10000"/>
                  <a:gd name="connsiteY66-4166" fmla="*/ 8825 h 10000"/>
                  <a:gd name="connsiteX67-4167" fmla="*/ 5354 w 10000"/>
                  <a:gd name="connsiteY67-4168" fmla="*/ 8677 h 10000"/>
                  <a:gd name="connsiteX68-4169" fmla="*/ 3393 w 10000"/>
                  <a:gd name="connsiteY68-4170" fmla="*/ 9998 h 10000"/>
                  <a:gd name="connsiteX69-4171" fmla="*/ 2253 w 10000"/>
                  <a:gd name="connsiteY69-4172" fmla="*/ 9228 h 10000"/>
                  <a:gd name="connsiteX70-4173" fmla="*/ 1224 w 10000"/>
                  <a:gd name="connsiteY70-4174" fmla="*/ 7137 h 10000"/>
                  <a:gd name="connsiteX71-4175" fmla="*/ 3 w 10000"/>
                  <a:gd name="connsiteY71-4176" fmla="*/ 4954 h 10000"/>
                  <a:gd name="connsiteX0-4177" fmla="*/ 3 w 10000"/>
                  <a:gd name="connsiteY0-4178" fmla="*/ 4954 h 10000"/>
                  <a:gd name="connsiteX1-4179" fmla="*/ 726 w 10000"/>
                  <a:gd name="connsiteY1-4180" fmla="*/ 3028 h 10000"/>
                  <a:gd name="connsiteX2-4181" fmla="*/ 1337 w 10000"/>
                  <a:gd name="connsiteY2-4182" fmla="*/ 1635 h 10000"/>
                  <a:gd name="connsiteX3-4183" fmla="*/ 3233 w 10000"/>
                  <a:gd name="connsiteY3-4184" fmla="*/ 773 h 10000"/>
                  <a:gd name="connsiteX4-4185" fmla="*/ 5997 w 10000"/>
                  <a:gd name="connsiteY4-4186" fmla="*/ 424 h 10000"/>
                  <a:gd name="connsiteX5-4187" fmla="*/ 8488 w 10000"/>
                  <a:gd name="connsiteY5-4188" fmla="*/ 1452 h 10000"/>
                  <a:gd name="connsiteX6-4189" fmla="*/ 9693 w 10000"/>
                  <a:gd name="connsiteY6-4190" fmla="*/ 4661 h 10000"/>
                  <a:gd name="connsiteX7-4191" fmla="*/ 7765 w 10000"/>
                  <a:gd name="connsiteY7-4192" fmla="*/ 5852 h 10000"/>
                  <a:gd name="connsiteX8-4193" fmla="*/ 6752 w 10000"/>
                  <a:gd name="connsiteY8-4194" fmla="*/ 4844 h 10000"/>
                  <a:gd name="connsiteX9-4195" fmla="*/ 7444 w 10000"/>
                  <a:gd name="connsiteY9-4196" fmla="*/ 2845 h 10000"/>
                  <a:gd name="connsiteX10-4197" fmla="*/ 8680 w 10000"/>
                  <a:gd name="connsiteY10-4198" fmla="*/ 2808 h 10000"/>
                  <a:gd name="connsiteX11-4199" fmla="*/ 8873 w 10000"/>
                  <a:gd name="connsiteY11-4200" fmla="*/ 3799 h 10000"/>
                  <a:gd name="connsiteX12-4201" fmla="*/ 8568 w 10000"/>
                  <a:gd name="connsiteY12-4202" fmla="*/ 4203 h 10000"/>
                  <a:gd name="connsiteX13-4203" fmla="*/ 7941 w 10000"/>
                  <a:gd name="connsiteY13-4204" fmla="*/ 4184 h 10000"/>
                  <a:gd name="connsiteX14-4205" fmla="*/ 7748 w 10000"/>
                  <a:gd name="connsiteY14-4206" fmla="*/ 4276 h 10000"/>
                  <a:gd name="connsiteX15-4207" fmla="*/ 7829 w 10000"/>
                  <a:gd name="connsiteY15-4208" fmla="*/ 4496 h 10000"/>
                  <a:gd name="connsiteX16-4209" fmla="*/ 8664 w 10000"/>
                  <a:gd name="connsiteY16-4210" fmla="*/ 4514 h 10000"/>
                  <a:gd name="connsiteX17-4211" fmla="*/ 9163 w 10000"/>
                  <a:gd name="connsiteY17-4212" fmla="*/ 3928 h 10000"/>
                  <a:gd name="connsiteX18-4213" fmla="*/ 8857 w 10000"/>
                  <a:gd name="connsiteY18-4214" fmla="*/ 2533 h 10000"/>
                  <a:gd name="connsiteX19-4215" fmla="*/ 7637 w 10000"/>
                  <a:gd name="connsiteY19-4216" fmla="*/ 2350 h 10000"/>
                  <a:gd name="connsiteX20-4217" fmla="*/ 6720 w 10000"/>
                  <a:gd name="connsiteY20-4218" fmla="*/ 1360 h 10000"/>
                  <a:gd name="connsiteX21-4219" fmla="*/ 5627 w 10000"/>
                  <a:gd name="connsiteY21-4220" fmla="*/ 1470 h 10000"/>
                  <a:gd name="connsiteX22-4221" fmla="*/ 4390 w 10000"/>
                  <a:gd name="connsiteY22-4222" fmla="*/ 902 h 10000"/>
                  <a:gd name="connsiteX23-4223" fmla="*/ 3442 w 10000"/>
                  <a:gd name="connsiteY23-4224" fmla="*/ 1543 h 10000"/>
                  <a:gd name="connsiteX24-4225" fmla="*/ 3201 w 10000"/>
                  <a:gd name="connsiteY24-4226" fmla="*/ 2277 h 10000"/>
                  <a:gd name="connsiteX25-4227" fmla="*/ 1578 w 10000"/>
                  <a:gd name="connsiteY25-4228" fmla="*/ 2771 h 10000"/>
                  <a:gd name="connsiteX26-4229" fmla="*/ 1257 w 10000"/>
                  <a:gd name="connsiteY26-4230" fmla="*/ 4203 h 10000"/>
                  <a:gd name="connsiteX27-4231" fmla="*/ 902 w 10000"/>
                  <a:gd name="connsiteY27-4232" fmla="*/ 5486 h 10000"/>
                  <a:gd name="connsiteX28-4233" fmla="*/ 1417 w 10000"/>
                  <a:gd name="connsiteY28-4234" fmla="*/ 6294 h 10000"/>
                  <a:gd name="connsiteX29-4235" fmla="*/ 2670 w 10000"/>
                  <a:gd name="connsiteY29-4236" fmla="*/ 6129 h 10000"/>
                  <a:gd name="connsiteX30-4237" fmla="*/ 4518 w 10000"/>
                  <a:gd name="connsiteY30-4238" fmla="*/ 6092 h 10000"/>
                  <a:gd name="connsiteX31-4239" fmla="*/ 5531 w 10000"/>
                  <a:gd name="connsiteY31-4240" fmla="*/ 6642 h 10000"/>
                  <a:gd name="connsiteX32-4241" fmla="*/ 5611 w 10000"/>
                  <a:gd name="connsiteY32-4242" fmla="*/ 6642 h 10000"/>
                  <a:gd name="connsiteX33-4243" fmla="*/ 6093 w 10000"/>
                  <a:gd name="connsiteY33-4244" fmla="*/ 6129 h 10000"/>
                  <a:gd name="connsiteX34-4245" fmla="*/ 6013 w 10000"/>
                  <a:gd name="connsiteY34-4246" fmla="*/ 5907 h 10000"/>
                  <a:gd name="connsiteX35-4247" fmla="*/ 5820 w 10000"/>
                  <a:gd name="connsiteY35-4248" fmla="*/ 5981 h 10000"/>
                  <a:gd name="connsiteX36-4249" fmla="*/ 5547 w 10000"/>
                  <a:gd name="connsiteY36-4250" fmla="*/ 6312 h 10000"/>
                  <a:gd name="connsiteX37-4251" fmla="*/ 4695 w 10000"/>
                  <a:gd name="connsiteY37-4252" fmla="*/ 5834 h 10000"/>
                  <a:gd name="connsiteX38-4253" fmla="*/ 2510 w 10000"/>
                  <a:gd name="connsiteY38-4254" fmla="*/ 5852 h 10000"/>
                  <a:gd name="connsiteX39-4255" fmla="*/ 1545 w 10000"/>
                  <a:gd name="connsiteY39-4256" fmla="*/ 5981 h 10000"/>
                  <a:gd name="connsiteX40-4257" fmla="*/ 1208 w 10000"/>
                  <a:gd name="connsiteY40-4258" fmla="*/ 5431 h 10000"/>
                  <a:gd name="connsiteX41-4259" fmla="*/ 1514 w 10000"/>
                  <a:gd name="connsiteY41-4260" fmla="*/ 4386 h 10000"/>
                  <a:gd name="connsiteX42-4261" fmla="*/ 1561 w 10000"/>
                  <a:gd name="connsiteY42-4262" fmla="*/ 4203 h 10000"/>
                  <a:gd name="connsiteX43-4263" fmla="*/ 1787 w 10000"/>
                  <a:gd name="connsiteY43-4264" fmla="*/ 2991 h 10000"/>
                  <a:gd name="connsiteX44-4265" fmla="*/ 3136 w 10000"/>
                  <a:gd name="connsiteY44-4266" fmla="*/ 2606 h 10000"/>
                  <a:gd name="connsiteX45-4267" fmla="*/ 3876 w 10000"/>
                  <a:gd name="connsiteY45-4268" fmla="*/ 3799 h 10000"/>
                  <a:gd name="connsiteX46-4269" fmla="*/ 2703 w 10000"/>
                  <a:gd name="connsiteY46-4270" fmla="*/ 4569 h 10000"/>
                  <a:gd name="connsiteX47-4271" fmla="*/ 2719 w 10000"/>
                  <a:gd name="connsiteY47-4272" fmla="*/ 4808 h 10000"/>
                  <a:gd name="connsiteX48-4273" fmla="*/ 2927 w 10000"/>
                  <a:gd name="connsiteY48-4274" fmla="*/ 4771 h 10000"/>
                  <a:gd name="connsiteX49-4275" fmla="*/ 4744 w 10000"/>
                  <a:gd name="connsiteY49-4276" fmla="*/ 4423 h 10000"/>
                  <a:gd name="connsiteX50-4277" fmla="*/ 4937 w 10000"/>
                  <a:gd name="connsiteY50-4278" fmla="*/ 4423 h 10000"/>
                  <a:gd name="connsiteX51-4279" fmla="*/ 5804 w 10000"/>
                  <a:gd name="connsiteY51-4280" fmla="*/ 4184 h 10000"/>
                  <a:gd name="connsiteX52-4281" fmla="*/ 6383 w 10000"/>
                  <a:gd name="connsiteY52-4282" fmla="*/ 4973 h 10000"/>
                  <a:gd name="connsiteX53-4283" fmla="*/ 6512 w 10000"/>
                  <a:gd name="connsiteY53-4284" fmla="*/ 5119 h 10000"/>
                  <a:gd name="connsiteX54-4285" fmla="*/ 7572 w 10000"/>
                  <a:gd name="connsiteY54-4286" fmla="*/ 6532 h 10000"/>
                  <a:gd name="connsiteX55-4287" fmla="*/ 7093 w 10000"/>
                  <a:gd name="connsiteY55-4288" fmla="*/ 7953 h 10000"/>
                  <a:gd name="connsiteX56-4289" fmla="*/ 5483 w 10000"/>
                  <a:gd name="connsiteY56-4290" fmla="*/ 8218 h 10000"/>
                  <a:gd name="connsiteX57-4291" fmla="*/ 5467 w 10000"/>
                  <a:gd name="connsiteY57-4292" fmla="*/ 8273 h 10000"/>
                  <a:gd name="connsiteX58-4293" fmla="*/ 3490 w 10000"/>
                  <a:gd name="connsiteY58-4294" fmla="*/ 8053 h 10000"/>
                  <a:gd name="connsiteX59-4295" fmla="*/ 3345 w 10000"/>
                  <a:gd name="connsiteY59-4296" fmla="*/ 7357 h 10000"/>
                  <a:gd name="connsiteX60-4297" fmla="*/ 3586 w 10000"/>
                  <a:gd name="connsiteY60-4298" fmla="*/ 7082 h 10000"/>
                  <a:gd name="connsiteX61-4299" fmla="*/ 3683 w 10000"/>
                  <a:gd name="connsiteY61-4300" fmla="*/ 6880 h 10000"/>
                  <a:gd name="connsiteX62-4301" fmla="*/ 3490 w 10000"/>
                  <a:gd name="connsiteY62-4302" fmla="*/ 6770 h 10000"/>
                  <a:gd name="connsiteX63-4303" fmla="*/ 3072 w 10000"/>
                  <a:gd name="connsiteY63-4304" fmla="*/ 7247 h 10000"/>
                  <a:gd name="connsiteX64-4305" fmla="*/ 3249 w 10000"/>
                  <a:gd name="connsiteY64-4306" fmla="*/ 8255 h 10000"/>
                  <a:gd name="connsiteX65-4307" fmla="*/ 3249 w 10000"/>
                  <a:gd name="connsiteY65-4308" fmla="*/ 8273 h 10000"/>
                  <a:gd name="connsiteX66-4309" fmla="*/ 4680 w 10000"/>
                  <a:gd name="connsiteY66-4310" fmla="*/ 8825 h 10000"/>
                  <a:gd name="connsiteX67-4311" fmla="*/ 5354 w 10000"/>
                  <a:gd name="connsiteY67-4312" fmla="*/ 8677 h 10000"/>
                  <a:gd name="connsiteX68-4313" fmla="*/ 3393 w 10000"/>
                  <a:gd name="connsiteY68-4314" fmla="*/ 9998 h 10000"/>
                  <a:gd name="connsiteX69-4315" fmla="*/ 2253 w 10000"/>
                  <a:gd name="connsiteY69-4316" fmla="*/ 9228 h 10000"/>
                  <a:gd name="connsiteX70-4317" fmla="*/ 1224 w 10000"/>
                  <a:gd name="connsiteY70-4318" fmla="*/ 7137 h 10000"/>
                  <a:gd name="connsiteX71-4319" fmla="*/ 3 w 10000"/>
                  <a:gd name="connsiteY71-4320" fmla="*/ 4954 h 10000"/>
                  <a:gd name="connsiteX0-4321" fmla="*/ 3 w 10000"/>
                  <a:gd name="connsiteY0-4322" fmla="*/ 4954 h 10000"/>
                  <a:gd name="connsiteX1-4323" fmla="*/ 726 w 10000"/>
                  <a:gd name="connsiteY1-4324" fmla="*/ 3028 h 10000"/>
                  <a:gd name="connsiteX2-4325" fmla="*/ 1337 w 10000"/>
                  <a:gd name="connsiteY2-4326" fmla="*/ 1635 h 10000"/>
                  <a:gd name="connsiteX3-4327" fmla="*/ 3233 w 10000"/>
                  <a:gd name="connsiteY3-4328" fmla="*/ 773 h 10000"/>
                  <a:gd name="connsiteX4-4329" fmla="*/ 5997 w 10000"/>
                  <a:gd name="connsiteY4-4330" fmla="*/ 424 h 10000"/>
                  <a:gd name="connsiteX5-4331" fmla="*/ 8488 w 10000"/>
                  <a:gd name="connsiteY5-4332" fmla="*/ 1452 h 10000"/>
                  <a:gd name="connsiteX6-4333" fmla="*/ 9693 w 10000"/>
                  <a:gd name="connsiteY6-4334" fmla="*/ 4661 h 10000"/>
                  <a:gd name="connsiteX7-4335" fmla="*/ 7765 w 10000"/>
                  <a:gd name="connsiteY7-4336" fmla="*/ 5852 h 10000"/>
                  <a:gd name="connsiteX8-4337" fmla="*/ 6752 w 10000"/>
                  <a:gd name="connsiteY8-4338" fmla="*/ 4844 h 10000"/>
                  <a:gd name="connsiteX9-4339" fmla="*/ 7444 w 10000"/>
                  <a:gd name="connsiteY9-4340" fmla="*/ 2845 h 10000"/>
                  <a:gd name="connsiteX10-4341" fmla="*/ 8680 w 10000"/>
                  <a:gd name="connsiteY10-4342" fmla="*/ 2808 h 10000"/>
                  <a:gd name="connsiteX11-4343" fmla="*/ 8873 w 10000"/>
                  <a:gd name="connsiteY11-4344" fmla="*/ 3799 h 10000"/>
                  <a:gd name="connsiteX12-4345" fmla="*/ 8568 w 10000"/>
                  <a:gd name="connsiteY12-4346" fmla="*/ 4203 h 10000"/>
                  <a:gd name="connsiteX13-4347" fmla="*/ 7941 w 10000"/>
                  <a:gd name="connsiteY13-4348" fmla="*/ 4184 h 10000"/>
                  <a:gd name="connsiteX14-4349" fmla="*/ 7748 w 10000"/>
                  <a:gd name="connsiteY14-4350" fmla="*/ 4276 h 10000"/>
                  <a:gd name="connsiteX15-4351" fmla="*/ 7829 w 10000"/>
                  <a:gd name="connsiteY15-4352" fmla="*/ 4496 h 10000"/>
                  <a:gd name="connsiteX16-4353" fmla="*/ 8664 w 10000"/>
                  <a:gd name="connsiteY16-4354" fmla="*/ 4514 h 10000"/>
                  <a:gd name="connsiteX17-4355" fmla="*/ 9163 w 10000"/>
                  <a:gd name="connsiteY17-4356" fmla="*/ 3928 h 10000"/>
                  <a:gd name="connsiteX18-4357" fmla="*/ 8857 w 10000"/>
                  <a:gd name="connsiteY18-4358" fmla="*/ 2533 h 10000"/>
                  <a:gd name="connsiteX19-4359" fmla="*/ 7637 w 10000"/>
                  <a:gd name="connsiteY19-4360" fmla="*/ 2350 h 10000"/>
                  <a:gd name="connsiteX20-4361" fmla="*/ 6720 w 10000"/>
                  <a:gd name="connsiteY20-4362" fmla="*/ 1360 h 10000"/>
                  <a:gd name="connsiteX21-4363" fmla="*/ 5627 w 10000"/>
                  <a:gd name="connsiteY21-4364" fmla="*/ 1470 h 10000"/>
                  <a:gd name="connsiteX22-4365" fmla="*/ 4390 w 10000"/>
                  <a:gd name="connsiteY22-4366" fmla="*/ 902 h 10000"/>
                  <a:gd name="connsiteX23-4367" fmla="*/ 3442 w 10000"/>
                  <a:gd name="connsiteY23-4368" fmla="*/ 1543 h 10000"/>
                  <a:gd name="connsiteX24-4369" fmla="*/ 3201 w 10000"/>
                  <a:gd name="connsiteY24-4370" fmla="*/ 2277 h 10000"/>
                  <a:gd name="connsiteX25-4371" fmla="*/ 1578 w 10000"/>
                  <a:gd name="connsiteY25-4372" fmla="*/ 2771 h 10000"/>
                  <a:gd name="connsiteX26-4373" fmla="*/ 1257 w 10000"/>
                  <a:gd name="connsiteY26-4374" fmla="*/ 4203 h 10000"/>
                  <a:gd name="connsiteX27-4375" fmla="*/ 902 w 10000"/>
                  <a:gd name="connsiteY27-4376" fmla="*/ 5486 h 10000"/>
                  <a:gd name="connsiteX28-4377" fmla="*/ 1417 w 10000"/>
                  <a:gd name="connsiteY28-4378" fmla="*/ 6294 h 10000"/>
                  <a:gd name="connsiteX29-4379" fmla="*/ 2670 w 10000"/>
                  <a:gd name="connsiteY29-4380" fmla="*/ 6129 h 10000"/>
                  <a:gd name="connsiteX30-4381" fmla="*/ 4518 w 10000"/>
                  <a:gd name="connsiteY30-4382" fmla="*/ 6092 h 10000"/>
                  <a:gd name="connsiteX31-4383" fmla="*/ 5531 w 10000"/>
                  <a:gd name="connsiteY31-4384" fmla="*/ 6642 h 10000"/>
                  <a:gd name="connsiteX32-4385" fmla="*/ 5611 w 10000"/>
                  <a:gd name="connsiteY32-4386" fmla="*/ 6642 h 10000"/>
                  <a:gd name="connsiteX33-4387" fmla="*/ 6093 w 10000"/>
                  <a:gd name="connsiteY33-4388" fmla="*/ 6129 h 10000"/>
                  <a:gd name="connsiteX34-4389" fmla="*/ 6013 w 10000"/>
                  <a:gd name="connsiteY34-4390" fmla="*/ 5907 h 10000"/>
                  <a:gd name="connsiteX35-4391" fmla="*/ 5820 w 10000"/>
                  <a:gd name="connsiteY35-4392" fmla="*/ 5981 h 10000"/>
                  <a:gd name="connsiteX36-4393" fmla="*/ 5547 w 10000"/>
                  <a:gd name="connsiteY36-4394" fmla="*/ 6312 h 10000"/>
                  <a:gd name="connsiteX37-4395" fmla="*/ 4695 w 10000"/>
                  <a:gd name="connsiteY37-4396" fmla="*/ 5834 h 10000"/>
                  <a:gd name="connsiteX38-4397" fmla="*/ 2510 w 10000"/>
                  <a:gd name="connsiteY38-4398" fmla="*/ 5852 h 10000"/>
                  <a:gd name="connsiteX39-4399" fmla="*/ 1545 w 10000"/>
                  <a:gd name="connsiteY39-4400" fmla="*/ 5981 h 10000"/>
                  <a:gd name="connsiteX40-4401" fmla="*/ 1208 w 10000"/>
                  <a:gd name="connsiteY40-4402" fmla="*/ 5431 h 10000"/>
                  <a:gd name="connsiteX41-4403" fmla="*/ 1514 w 10000"/>
                  <a:gd name="connsiteY41-4404" fmla="*/ 4386 h 10000"/>
                  <a:gd name="connsiteX42-4405" fmla="*/ 1561 w 10000"/>
                  <a:gd name="connsiteY42-4406" fmla="*/ 4203 h 10000"/>
                  <a:gd name="connsiteX43-4407" fmla="*/ 1787 w 10000"/>
                  <a:gd name="connsiteY43-4408" fmla="*/ 2991 h 10000"/>
                  <a:gd name="connsiteX44-4409" fmla="*/ 3136 w 10000"/>
                  <a:gd name="connsiteY44-4410" fmla="*/ 2606 h 10000"/>
                  <a:gd name="connsiteX45-4411" fmla="*/ 3876 w 10000"/>
                  <a:gd name="connsiteY45-4412" fmla="*/ 3799 h 10000"/>
                  <a:gd name="connsiteX46-4413" fmla="*/ 2703 w 10000"/>
                  <a:gd name="connsiteY46-4414" fmla="*/ 4569 h 10000"/>
                  <a:gd name="connsiteX47-4415" fmla="*/ 2719 w 10000"/>
                  <a:gd name="connsiteY47-4416" fmla="*/ 4808 h 10000"/>
                  <a:gd name="connsiteX48-4417" fmla="*/ 2927 w 10000"/>
                  <a:gd name="connsiteY48-4418" fmla="*/ 4771 h 10000"/>
                  <a:gd name="connsiteX49-4419" fmla="*/ 4744 w 10000"/>
                  <a:gd name="connsiteY49-4420" fmla="*/ 4423 h 10000"/>
                  <a:gd name="connsiteX50-4421" fmla="*/ 4937 w 10000"/>
                  <a:gd name="connsiteY50-4422" fmla="*/ 4423 h 10000"/>
                  <a:gd name="connsiteX51-4423" fmla="*/ 5804 w 10000"/>
                  <a:gd name="connsiteY51-4424" fmla="*/ 4184 h 10000"/>
                  <a:gd name="connsiteX52-4425" fmla="*/ 6383 w 10000"/>
                  <a:gd name="connsiteY52-4426" fmla="*/ 4973 h 10000"/>
                  <a:gd name="connsiteX53-4427" fmla="*/ 6512 w 10000"/>
                  <a:gd name="connsiteY53-4428" fmla="*/ 5119 h 10000"/>
                  <a:gd name="connsiteX54-4429" fmla="*/ 7572 w 10000"/>
                  <a:gd name="connsiteY54-4430" fmla="*/ 6532 h 10000"/>
                  <a:gd name="connsiteX55-4431" fmla="*/ 7055 w 10000"/>
                  <a:gd name="connsiteY55-4432" fmla="*/ 7909 h 10000"/>
                  <a:gd name="connsiteX56-4433" fmla="*/ 5483 w 10000"/>
                  <a:gd name="connsiteY56-4434" fmla="*/ 8218 h 10000"/>
                  <a:gd name="connsiteX57-4435" fmla="*/ 5467 w 10000"/>
                  <a:gd name="connsiteY57-4436" fmla="*/ 8273 h 10000"/>
                  <a:gd name="connsiteX58-4437" fmla="*/ 3490 w 10000"/>
                  <a:gd name="connsiteY58-4438" fmla="*/ 8053 h 10000"/>
                  <a:gd name="connsiteX59-4439" fmla="*/ 3345 w 10000"/>
                  <a:gd name="connsiteY59-4440" fmla="*/ 7357 h 10000"/>
                  <a:gd name="connsiteX60-4441" fmla="*/ 3586 w 10000"/>
                  <a:gd name="connsiteY60-4442" fmla="*/ 7082 h 10000"/>
                  <a:gd name="connsiteX61-4443" fmla="*/ 3683 w 10000"/>
                  <a:gd name="connsiteY61-4444" fmla="*/ 6880 h 10000"/>
                  <a:gd name="connsiteX62-4445" fmla="*/ 3490 w 10000"/>
                  <a:gd name="connsiteY62-4446" fmla="*/ 6770 h 10000"/>
                  <a:gd name="connsiteX63-4447" fmla="*/ 3072 w 10000"/>
                  <a:gd name="connsiteY63-4448" fmla="*/ 7247 h 10000"/>
                  <a:gd name="connsiteX64-4449" fmla="*/ 3249 w 10000"/>
                  <a:gd name="connsiteY64-4450" fmla="*/ 8255 h 10000"/>
                  <a:gd name="connsiteX65-4451" fmla="*/ 3249 w 10000"/>
                  <a:gd name="connsiteY65-4452" fmla="*/ 8273 h 10000"/>
                  <a:gd name="connsiteX66-4453" fmla="*/ 4680 w 10000"/>
                  <a:gd name="connsiteY66-4454" fmla="*/ 8825 h 10000"/>
                  <a:gd name="connsiteX67-4455" fmla="*/ 5354 w 10000"/>
                  <a:gd name="connsiteY67-4456" fmla="*/ 8677 h 10000"/>
                  <a:gd name="connsiteX68-4457" fmla="*/ 3393 w 10000"/>
                  <a:gd name="connsiteY68-4458" fmla="*/ 9998 h 10000"/>
                  <a:gd name="connsiteX69-4459" fmla="*/ 2253 w 10000"/>
                  <a:gd name="connsiteY69-4460" fmla="*/ 9228 h 10000"/>
                  <a:gd name="connsiteX70-4461" fmla="*/ 1224 w 10000"/>
                  <a:gd name="connsiteY70-4462" fmla="*/ 7137 h 10000"/>
                  <a:gd name="connsiteX71-4463" fmla="*/ 3 w 10000"/>
                  <a:gd name="connsiteY71-4464" fmla="*/ 4954 h 10000"/>
                  <a:gd name="connsiteX0-4465" fmla="*/ 3 w 10000"/>
                  <a:gd name="connsiteY0-4466" fmla="*/ 4954 h 10000"/>
                  <a:gd name="connsiteX1-4467" fmla="*/ 726 w 10000"/>
                  <a:gd name="connsiteY1-4468" fmla="*/ 3028 h 10000"/>
                  <a:gd name="connsiteX2-4469" fmla="*/ 1337 w 10000"/>
                  <a:gd name="connsiteY2-4470" fmla="*/ 1635 h 10000"/>
                  <a:gd name="connsiteX3-4471" fmla="*/ 3233 w 10000"/>
                  <a:gd name="connsiteY3-4472" fmla="*/ 773 h 10000"/>
                  <a:gd name="connsiteX4-4473" fmla="*/ 5997 w 10000"/>
                  <a:gd name="connsiteY4-4474" fmla="*/ 424 h 10000"/>
                  <a:gd name="connsiteX5-4475" fmla="*/ 8488 w 10000"/>
                  <a:gd name="connsiteY5-4476" fmla="*/ 1452 h 10000"/>
                  <a:gd name="connsiteX6-4477" fmla="*/ 9693 w 10000"/>
                  <a:gd name="connsiteY6-4478" fmla="*/ 4661 h 10000"/>
                  <a:gd name="connsiteX7-4479" fmla="*/ 7765 w 10000"/>
                  <a:gd name="connsiteY7-4480" fmla="*/ 5852 h 10000"/>
                  <a:gd name="connsiteX8-4481" fmla="*/ 6752 w 10000"/>
                  <a:gd name="connsiteY8-4482" fmla="*/ 4844 h 10000"/>
                  <a:gd name="connsiteX9-4483" fmla="*/ 7444 w 10000"/>
                  <a:gd name="connsiteY9-4484" fmla="*/ 2845 h 10000"/>
                  <a:gd name="connsiteX10-4485" fmla="*/ 8680 w 10000"/>
                  <a:gd name="connsiteY10-4486" fmla="*/ 2808 h 10000"/>
                  <a:gd name="connsiteX11-4487" fmla="*/ 8873 w 10000"/>
                  <a:gd name="connsiteY11-4488" fmla="*/ 3799 h 10000"/>
                  <a:gd name="connsiteX12-4489" fmla="*/ 8568 w 10000"/>
                  <a:gd name="connsiteY12-4490" fmla="*/ 4203 h 10000"/>
                  <a:gd name="connsiteX13-4491" fmla="*/ 7941 w 10000"/>
                  <a:gd name="connsiteY13-4492" fmla="*/ 4184 h 10000"/>
                  <a:gd name="connsiteX14-4493" fmla="*/ 7748 w 10000"/>
                  <a:gd name="connsiteY14-4494" fmla="*/ 4276 h 10000"/>
                  <a:gd name="connsiteX15-4495" fmla="*/ 7829 w 10000"/>
                  <a:gd name="connsiteY15-4496" fmla="*/ 4496 h 10000"/>
                  <a:gd name="connsiteX16-4497" fmla="*/ 8664 w 10000"/>
                  <a:gd name="connsiteY16-4498" fmla="*/ 4514 h 10000"/>
                  <a:gd name="connsiteX17-4499" fmla="*/ 9163 w 10000"/>
                  <a:gd name="connsiteY17-4500" fmla="*/ 3928 h 10000"/>
                  <a:gd name="connsiteX18-4501" fmla="*/ 8857 w 10000"/>
                  <a:gd name="connsiteY18-4502" fmla="*/ 2533 h 10000"/>
                  <a:gd name="connsiteX19-4503" fmla="*/ 7637 w 10000"/>
                  <a:gd name="connsiteY19-4504" fmla="*/ 2350 h 10000"/>
                  <a:gd name="connsiteX20-4505" fmla="*/ 6720 w 10000"/>
                  <a:gd name="connsiteY20-4506" fmla="*/ 1360 h 10000"/>
                  <a:gd name="connsiteX21-4507" fmla="*/ 5627 w 10000"/>
                  <a:gd name="connsiteY21-4508" fmla="*/ 1470 h 10000"/>
                  <a:gd name="connsiteX22-4509" fmla="*/ 4390 w 10000"/>
                  <a:gd name="connsiteY22-4510" fmla="*/ 902 h 10000"/>
                  <a:gd name="connsiteX23-4511" fmla="*/ 3442 w 10000"/>
                  <a:gd name="connsiteY23-4512" fmla="*/ 1543 h 10000"/>
                  <a:gd name="connsiteX24-4513" fmla="*/ 3201 w 10000"/>
                  <a:gd name="connsiteY24-4514" fmla="*/ 2277 h 10000"/>
                  <a:gd name="connsiteX25-4515" fmla="*/ 1578 w 10000"/>
                  <a:gd name="connsiteY25-4516" fmla="*/ 2771 h 10000"/>
                  <a:gd name="connsiteX26-4517" fmla="*/ 1257 w 10000"/>
                  <a:gd name="connsiteY26-4518" fmla="*/ 4203 h 10000"/>
                  <a:gd name="connsiteX27-4519" fmla="*/ 902 w 10000"/>
                  <a:gd name="connsiteY27-4520" fmla="*/ 5486 h 10000"/>
                  <a:gd name="connsiteX28-4521" fmla="*/ 1417 w 10000"/>
                  <a:gd name="connsiteY28-4522" fmla="*/ 6294 h 10000"/>
                  <a:gd name="connsiteX29-4523" fmla="*/ 2670 w 10000"/>
                  <a:gd name="connsiteY29-4524" fmla="*/ 6129 h 10000"/>
                  <a:gd name="connsiteX30-4525" fmla="*/ 4518 w 10000"/>
                  <a:gd name="connsiteY30-4526" fmla="*/ 6092 h 10000"/>
                  <a:gd name="connsiteX31-4527" fmla="*/ 5531 w 10000"/>
                  <a:gd name="connsiteY31-4528" fmla="*/ 6642 h 10000"/>
                  <a:gd name="connsiteX32-4529" fmla="*/ 5611 w 10000"/>
                  <a:gd name="connsiteY32-4530" fmla="*/ 6642 h 10000"/>
                  <a:gd name="connsiteX33-4531" fmla="*/ 6093 w 10000"/>
                  <a:gd name="connsiteY33-4532" fmla="*/ 6129 h 10000"/>
                  <a:gd name="connsiteX34-4533" fmla="*/ 6013 w 10000"/>
                  <a:gd name="connsiteY34-4534" fmla="*/ 5907 h 10000"/>
                  <a:gd name="connsiteX35-4535" fmla="*/ 5820 w 10000"/>
                  <a:gd name="connsiteY35-4536" fmla="*/ 5981 h 10000"/>
                  <a:gd name="connsiteX36-4537" fmla="*/ 5547 w 10000"/>
                  <a:gd name="connsiteY36-4538" fmla="*/ 6312 h 10000"/>
                  <a:gd name="connsiteX37-4539" fmla="*/ 4695 w 10000"/>
                  <a:gd name="connsiteY37-4540" fmla="*/ 5834 h 10000"/>
                  <a:gd name="connsiteX38-4541" fmla="*/ 2510 w 10000"/>
                  <a:gd name="connsiteY38-4542" fmla="*/ 5852 h 10000"/>
                  <a:gd name="connsiteX39-4543" fmla="*/ 1545 w 10000"/>
                  <a:gd name="connsiteY39-4544" fmla="*/ 5981 h 10000"/>
                  <a:gd name="connsiteX40-4545" fmla="*/ 1208 w 10000"/>
                  <a:gd name="connsiteY40-4546" fmla="*/ 5431 h 10000"/>
                  <a:gd name="connsiteX41-4547" fmla="*/ 1514 w 10000"/>
                  <a:gd name="connsiteY41-4548" fmla="*/ 4386 h 10000"/>
                  <a:gd name="connsiteX42-4549" fmla="*/ 1561 w 10000"/>
                  <a:gd name="connsiteY42-4550" fmla="*/ 4203 h 10000"/>
                  <a:gd name="connsiteX43-4551" fmla="*/ 1787 w 10000"/>
                  <a:gd name="connsiteY43-4552" fmla="*/ 2991 h 10000"/>
                  <a:gd name="connsiteX44-4553" fmla="*/ 3136 w 10000"/>
                  <a:gd name="connsiteY44-4554" fmla="*/ 2606 h 10000"/>
                  <a:gd name="connsiteX45-4555" fmla="*/ 3876 w 10000"/>
                  <a:gd name="connsiteY45-4556" fmla="*/ 3799 h 10000"/>
                  <a:gd name="connsiteX46-4557" fmla="*/ 2703 w 10000"/>
                  <a:gd name="connsiteY46-4558" fmla="*/ 4569 h 10000"/>
                  <a:gd name="connsiteX47-4559" fmla="*/ 2719 w 10000"/>
                  <a:gd name="connsiteY47-4560" fmla="*/ 4808 h 10000"/>
                  <a:gd name="connsiteX48-4561" fmla="*/ 2927 w 10000"/>
                  <a:gd name="connsiteY48-4562" fmla="*/ 4771 h 10000"/>
                  <a:gd name="connsiteX49-4563" fmla="*/ 4744 w 10000"/>
                  <a:gd name="connsiteY49-4564" fmla="*/ 4423 h 10000"/>
                  <a:gd name="connsiteX50-4565" fmla="*/ 4937 w 10000"/>
                  <a:gd name="connsiteY50-4566" fmla="*/ 4423 h 10000"/>
                  <a:gd name="connsiteX51-4567" fmla="*/ 5804 w 10000"/>
                  <a:gd name="connsiteY51-4568" fmla="*/ 4184 h 10000"/>
                  <a:gd name="connsiteX52-4569" fmla="*/ 6383 w 10000"/>
                  <a:gd name="connsiteY52-4570" fmla="*/ 4973 h 10000"/>
                  <a:gd name="connsiteX53-4571" fmla="*/ 6512 w 10000"/>
                  <a:gd name="connsiteY53-4572" fmla="*/ 5119 h 10000"/>
                  <a:gd name="connsiteX54-4573" fmla="*/ 7572 w 10000"/>
                  <a:gd name="connsiteY54-4574" fmla="*/ 6532 h 10000"/>
                  <a:gd name="connsiteX55-4575" fmla="*/ 7055 w 10000"/>
                  <a:gd name="connsiteY55-4576" fmla="*/ 7909 h 10000"/>
                  <a:gd name="connsiteX56-4577" fmla="*/ 5483 w 10000"/>
                  <a:gd name="connsiteY56-4578" fmla="*/ 8218 h 10000"/>
                  <a:gd name="connsiteX57-4579" fmla="*/ 5467 w 10000"/>
                  <a:gd name="connsiteY57-4580" fmla="*/ 8273 h 10000"/>
                  <a:gd name="connsiteX58-4581" fmla="*/ 3490 w 10000"/>
                  <a:gd name="connsiteY58-4582" fmla="*/ 8053 h 10000"/>
                  <a:gd name="connsiteX59-4583" fmla="*/ 3345 w 10000"/>
                  <a:gd name="connsiteY59-4584" fmla="*/ 7357 h 10000"/>
                  <a:gd name="connsiteX60-4585" fmla="*/ 3586 w 10000"/>
                  <a:gd name="connsiteY60-4586" fmla="*/ 7082 h 10000"/>
                  <a:gd name="connsiteX61-4587" fmla="*/ 3683 w 10000"/>
                  <a:gd name="connsiteY61-4588" fmla="*/ 6880 h 10000"/>
                  <a:gd name="connsiteX62-4589" fmla="*/ 3490 w 10000"/>
                  <a:gd name="connsiteY62-4590" fmla="*/ 6770 h 10000"/>
                  <a:gd name="connsiteX63-4591" fmla="*/ 3072 w 10000"/>
                  <a:gd name="connsiteY63-4592" fmla="*/ 7247 h 10000"/>
                  <a:gd name="connsiteX64-4593" fmla="*/ 3249 w 10000"/>
                  <a:gd name="connsiteY64-4594" fmla="*/ 8255 h 10000"/>
                  <a:gd name="connsiteX65-4595" fmla="*/ 3249 w 10000"/>
                  <a:gd name="connsiteY65-4596" fmla="*/ 8273 h 10000"/>
                  <a:gd name="connsiteX66-4597" fmla="*/ 4680 w 10000"/>
                  <a:gd name="connsiteY66-4598" fmla="*/ 8825 h 10000"/>
                  <a:gd name="connsiteX67-4599" fmla="*/ 5354 w 10000"/>
                  <a:gd name="connsiteY67-4600" fmla="*/ 8677 h 10000"/>
                  <a:gd name="connsiteX68-4601" fmla="*/ 3393 w 10000"/>
                  <a:gd name="connsiteY68-4602" fmla="*/ 9998 h 10000"/>
                  <a:gd name="connsiteX69-4603" fmla="*/ 2253 w 10000"/>
                  <a:gd name="connsiteY69-4604" fmla="*/ 9228 h 10000"/>
                  <a:gd name="connsiteX70-4605" fmla="*/ 1224 w 10000"/>
                  <a:gd name="connsiteY70-4606" fmla="*/ 7137 h 10000"/>
                  <a:gd name="connsiteX71-4607" fmla="*/ 3 w 10000"/>
                  <a:gd name="connsiteY71-4608" fmla="*/ 4954 h 10000"/>
                  <a:gd name="connsiteX0-4609" fmla="*/ 3 w 10000"/>
                  <a:gd name="connsiteY0-4610" fmla="*/ 4954 h 10000"/>
                  <a:gd name="connsiteX1-4611" fmla="*/ 726 w 10000"/>
                  <a:gd name="connsiteY1-4612" fmla="*/ 3028 h 10000"/>
                  <a:gd name="connsiteX2-4613" fmla="*/ 1337 w 10000"/>
                  <a:gd name="connsiteY2-4614" fmla="*/ 1635 h 10000"/>
                  <a:gd name="connsiteX3-4615" fmla="*/ 3233 w 10000"/>
                  <a:gd name="connsiteY3-4616" fmla="*/ 773 h 10000"/>
                  <a:gd name="connsiteX4-4617" fmla="*/ 5997 w 10000"/>
                  <a:gd name="connsiteY4-4618" fmla="*/ 424 h 10000"/>
                  <a:gd name="connsiteX5-4619" fmla="*/ 8488 w 10000"/>
                  <a:gd name="connsiteY5-4620" fmla="*/ 1452 h 10000"/>
                  <a:gd name="connsiteX6-4621" fmla="*/ 9693 w 10000"/>
                  <a:gd name="connsiteY6-4622" fmla="*/ 4661 h 10000"/>
                  <a:gd name="connsiteX7-4623" fmla="*/ 7765 w 10000"/>
                  <a:gd name="connsiteY7-4624" fmla="*/ 5852 h 10000"/>
                  <a:gd name="connsiteX8-4625" fmla="*/ 6752 w 10000"/>
                  <a:gd name="connsiteY8-4626" fmla="*/ 4844 h 10000"/>
                  <a:gd name="connsiteX9-4627" fmla="*/ 7444 w 10000"/>
                  <a:gd name="connsiteY9-4628" fmla="*/ 2845 h 10000"/>
                  <a:gd name="connsiteX10-4629" fmla="*/ 8680 w 10000"/>
                  <a:gd name="connsiteY10-4630" fmla="*/ 2808 h 10000"/>
                  <a:gd name="connsiteX11-4631" fmla="*/ 8873 w 10000"/>
                  <a:gd name="connsiteY11-4632" fmla="*/ 3799 h 10000"/>
                  <a:gd name="connsiteX12-4633" fmla="*/ 8568 w 10000"/>
                  <a:gd name="connsiteY12-4634" fmla="*/ 4203 h 10000"/>
                  <a:gd name="connsiteX13-4635" fmla="*/ 7941 w 10000"/>
                  <a:gd name="connsiteY13-4636" fmla="*/ 4184 h 10000"/>
                  <a:gd name="connsiteX14-4637" fmla="*/ 7748 w 10000"/>
                  <a:gd name="connsiteY14-4638" fmla="*/ 4276 h 10000"/>
                  <a:gd name="connsiteX15-4639" fmla="*/ 7829 w 10000"/>
                  <a:gd name="connsiteY15-4640" fmla="*/ 4496 h 10000"/>
                  <a:gd name="connsiteX16-4641" fmla="*/ 8664 w 10000"/>
                  <a:gd name="connsiteY16-4642" fmla="*/ 4514 h 10000"/>
                  <a:gd name="connsiteX17-4643" fmla="*/ 9163 w 10000"/>
                  <a:gd name="connsiteY17-4644" fmla="*/ 3928 h 10000"/>
                  <a:gd name="connsiteX18-4645" fmla="*/ 8857 w 10000"/>
                  <a:gd name="connsiteY18-4646" fmla="*/ 2533 h 10000"/>
                  <a:gd name="connsiteX19-4647" fmla="*/ 7637 w 10000"/>
                  <a:gd name="connsiteY19-4648" fmla="*/ 2350 h 10000"/>
                  <a:gd name="connsiteX20-4649" fmla="*/ 6720 w 10000"/>
                  <a:gd name="connsiteY20-4650" fmla="*/ 1360 h 10000"/>
                  <a:gd name="connsiteX21-4651" fmla="*/ 5627 w 10000"/>
                  <a:gd name="connsiteY21-4652" fmla="*/ 1470 h 10000"/>
                  <a:gd name="connsiteX22-4653" fmla="*/ 4390 w 10000"/>
                  <a:gd name="connsiteY22-4654" fmla="*/ 902 h 10000"/>
                  <a:gd name="connsiteX23-4655" fmla="*/ 3442 w 10000"/>
                  <a:gd name="connsiteY23-4656" fmla="*/ 1543 h 10000"/>
                  <a:gd name="connsiteX24-4657" fmla="*/ 3201 w 10000"/>
                  <a:gd name="connsiteY24-4658" fmla="*/ 2277 h 10000"/>
                  <a:gd name="connsiteX25-4659" fmla="*/ 1578 w 10000"/>
                  <a:gd name="connsiteY25-4660" fmla="*/ 2771 h 10000"/>
                  <a:gd name="connsiteX26-4661" fmla="*/ 1257 w 10000"/>
                  <a:gd name="connsiteY26-4662" fmla="*/ 4203 h 10000"/>
                  <a:gd name="connsiteX27-4663" fmla="*/ 902 w 10000"/>
                  <a:gd name="connsiteY27-4664" fmla="*/ 5486 h 10000"/>
                  <a:gd name="connsiteX28-4665" fmla="*/ 1417 w 10000"/>
                  <a:gd name="connsiteY28-4666" fmla="*/ 6294 h 10000"/>
                  <a:gd name="connsiteX29-4667" fmla="*/ 2670 w 10000"/>
                  <a:gd name="connsiteY29-4668" fmla="*/ 6129 h 10000"/>
                  <a:gd name="connsiteX30-4669" fmla="*/ 4518 w 10000"/>
                  <a:gd name="connsiteY30-4670" fmla="*/ 6092 h 10000"/>
                  <a:gd name="connsiteX31-4671" fmla="*/ 5531 w 10000"/>
                  <a:gd name="connsiteY31-4672" fmla="*/ 6642 h 10000"/>
                  <a:gd name="connsiteX32-4673" fmla="*/ 5611 w 10000"/>
                  <a:gd name="connsiteY32-4674" fmla="*/ 6642 h 10000"/>
                  <a:gd name="connsiteX33-4675" fmla="*/ 6093 w 10000"/>
                  <a:gd name="connsiteY33-4676" fmla="*/ 6129 h 10000"/>
                  <a:gd name="connsiteX34-4677" fmla="*/ 6013 w 10000"/>
                  <a:gd name="connsiteY34-4678" fmla="*/ 5907 h 10000"/>
                  <a:gd name="connsiteX35-4679" fmla="*/ 5820 w 10000"/>
                  <a:gd name="connsiteY35-4680" fmla="*/ 5981 h 10000"/>
                  <a:gd name="connsiteX36-4681" fmla="*/ 5547 w 10000"/>
                  <a:gd name="connsiteY36-4682" fmla="*/ 6312 h 10000"/>
                  <a:gd name="connsiteX37-4683" fmla="*/ 4695 w 10000"/>
                  <a:gd name="connsiteY37-4684" fmla="*/ 5834 h 10000"/>
                  <a:gd name="connsiteX38-4685" fmla="*/ 2510 w 10000"/>
                  <a:gd name="connsiteY38-4686" fmla="*/ 5852 h 10000"/>
                  <a:gd name="connsiteX39-4687" fmla="*/ 1545 w 10000"/>
                  <a:gd name="connsiteY39-4688" fmla="*/ 5981 h 10000"/>
                  <a:gd name="connsiteX40-4689" fmla="*/ 1208 w 10000"/>
                  <a:gd name="connsiteY40-4690" fmla="*/ 5431 h 10000"/>
                  <a:gd name="connsiteX41-4691" fmla="*/ 1514 w 10000"/>
                  <a:gd name="connsiteY41-4692" fmla="*/ 4386 h 10000"/>
                  <a:gd name="connsiteX42-4693" fmla="*/ 1561 w 10000"/>
                  <a:gd name="connsiteY42-4694" fmla="*/ 4203 h 10000"/>
                  <a:gd name="connsiteX43-4695" fmla="*/ 1787 w 10000"/>
                  <a:gd name="connsiteY43-4696" fmla="*/ 2991 h 10000"/>
                  <a:gd name="connsiteX44-4697" fmla="*/ 3136 w 10000"/>
                  <a:gd name="connsiteY44-4698" fmla="*/ 2606 h 10000"/>
                  <a:gd name="connsiteX45-4699" fmla="*/ 3876 w 10000"/>
                  <a:gd name="connsiteY45-4700" fmla="*/ 3799 h 10000"/>
                  <a:gd name="connsiteX46-4701" fmla="*/ 2703 w 10000"/>
                  <a:gd name="connsiteY46-4702" fmla="*/ 4569 h 10000"/>
                  <a:gd name="connsiteX47-4703" fmla="*/ 2719 w 10000"/>
                  <a:gd name="connsiteY47-4704" fmla="*/ 4808 h 10000"/>
                  <a:gd name="connsiteX48-4705" fmla="*/ 2927 w 10000"/>
                  <a:gd name="connsiteY48-4706" fmla="*/ 4771 h 10000"/>
                  <a:gd name="connsiteX49-4707" fmla="*/ 4744 w 10000"/>
                  <a:gd name="connsiteY49-4708" fmla="*/ 4423 h 10000"/>
                  <a:gd name="connsiteX50-4709" fmla="*/ 4937 w 10000"/>
                  <a:gd name="connsiteY50-4710" fmla="*/ 4423 h 10000"/>
                  <a:gd name="connsiteX51-4711" fmla="*/ 5804 w 10000"/>
                  <a:gd name="connsiteY51-4712" fmla="*/ 4184 h 10000"/>
                  <a:gd name="connsiteX52-4713" fmla="*/ 6383 w 10000"/>
                  <a:gd name="connsiteY52-4714" fmla="*/ 4973 h 10000"/>
                  <a:gd name="connsiteX53-4715" fmla="*/ 6512 w 10000"/>
                  <a:gd name="connsiteY53-4716" fmla="*/ 5119 h 10000"/>
                  <a:gd name="connsiteX54-4717" fmla="*/ 7572 w 10000"/>
                  <a:gd name="connsiteY54-4718" fmla="*/ 6532 h 10000"/>
                  <a:gd name="connsiteX55-4719" fmla="*/ 7055 w 10000"/>
                  <a:gd name="connsiteY55-4720" fmla="*/ 7909 h 10000"/>
                  <a:gd name="connsiteX56-4721" fmla="*/ 5483 w 10000"/>
                  <a:gd name="connsiteY56-4722" fmla="*/ 8218 h 10000"/>
                  <a:gd name="connsiteX57-4723" fmla="*/ 5467 w 10000"/>
                  <a:gd name="connsiteY57-4724" fmla="*/ 8273 h 10000"/>
                  <a:gd name="connsiteX58-4725" fmla="*/ 3490 w 10000"/>
                  <a:gd name="connsiteY58-4726" fmla="*/ 8053 h 10000"/>
                  <a:gd name="connsiteX59-4727" fmla="*/ 3345 w 10000"/>
                  <a:gd name="connsiteY59-4728" fmla="*/ 7357 h 10000"/>
                  <a:gd name="connsiteX60-4729" fmla="*/ 3586 w 10000"/>
                  <a:gd name="connsiteY60-4730" fmla="*/ 7082 h 10000"/>
                  <a:gd name="connsiteX61-4731" fmla="*/ 3683 w 10000"/>
                  <a:gd name="connsiteY61-4732" fmla="*/ 6880 h 10000"/>
                  <a:gd name="connsiteX62-4733" fmla="*/ 3490 w 10000"/>
                  <a:gd name="connsiteY62-4734" fmla="*/ 6770 h 10000"/>
                  <a:gd name="connsiteX63-4735" fmla="*/ 3072 w 10000"/>
                  <a:gd name="connsiteY63-4736" fmla="*/ 7247 h 10000"/>
                  <a:gd name="connsiteX64-4737" fmla="*/ 3249 w 10000"/>
                  <a:gd name="connsiteY64-4738" fmla="*/ 8255 h 10000"/>
                  <a:gd name="connsiteX65-4739" fmla="*/ 3249 w 10000"/>
                  <a:gd name="connsiteY65-4740" fmla="*/ 8273 h 10000"/>
                  <a:gd name="connsiteX66-4741" fmla="*/ 4680 w 10000"/>
                  <a:gd name="connsiteY66-4742" fmla="*/ 8825 h 10000"/>
                  <a:gd name="connsiteX67-4743" fmla="*/ 5354 w 10000"/>
                  <a:gd name="connsiteY67-4744" fmla="*/ 8677 h 10000"/>
                  <a:gd name="connsiteX68-4745" fmla="*/ 3393 w 10000"/>
                  <a:gd name="connsiteY68-4746" fmla="*/ 9998 h 10000"/>
                  <a:gd name="connsiteX69-4747" fmla="*/ 2253 w 10000"/>
                  <a:gd name="connsiteY69-4748" fmla="*/ 9228 h 10000"/>
                  <a:gd name="connsiteX70-4749" fmla="*/ 1224 w 10000"/>
                  <a:gd name="connsiteY70-4750" fmla="*/ 7137 h 10000"/>
                  <a:gd name="connsiteX71-4751" fmla="*/ 3 w 10000"/>
                  <a:gd name="connsiteY71-4752" fmla="*/ 4954 h 10000"/>
                  <a:gd name="connsiteX0-4753" fmla="*/ 3 w 10000"/>
                  <a:gd name="connsiteY0-4754" fmla="*/ 4954 h 10000"/>
                  <a:gd name="connsiteX1-4755" fmla="*/ 726 w 10000"/>
                  <a:gd name="connsiteY1-4756" fmla="*/ 3028 h 10000"/>
                  <a:gd name="connsiteX2-4757" fmla="*/ 1337 w 10000"/>
                  <a:gd name="connsiteY2-4758" fmla="*/ 1635 h 10000"/>
                  <a:gd name="connsiteX3-4759" fmla="*/ 3233 w 10000"/>
                  <a:gd name="connsiteY3-4760" fmla="*/ 773 h 10000"/>
                  <a:gd name="connsiteX4-4761" fmla="*/ 5997 w 10000"/>
                  <a:gd name="connsiteY4-4762" fmla="*/ 424 h 10000"/>
                  <a:gd name="connsiteX5-4763" fmla="*/ 8488 w 10000"/>
                  <a:gd name="connsiteY5-4764" fmla="*/ 1452 h 10000"/>
                  <a:gd name="connsiteX6-4765" fmla="*/ 9693 w 10000"/>
                  <a:gd name="connsiteY6-4766" fmla="*/ 4661 h 10000"/>
                  <a:gd name="connsiteX7-4767" fmla="*/ 7765 w 10000"/>
                  <a:gd name="connsiteY7-4768" fmla="*/ 5852 h 10000"/>
                  <a:gd name="connsiteX8-4769" fmla="*/ 6752 w 10000"/>
                  <a:gd name="connsiteY8-4770" fmla="*/ 4844 h 10000"/>
                  <a:gd name="connsiteX9-4771" fmla="*/ 7444 w 10000"/>
                  <a:gd name="connsiteY9-4772" fmla="*/ 2845 h 10000"/>
                  <a:gd name="connsiteX10-4773" fmla="*/ 8680 w 10000"/>
                  <a:gd name="connsiteY10-4774" fmla="*/ 2808 h 10000"/>
                  <a:gd name="connsiteX11-4775" fmla="*/ 8873 w 10000"/>
                  <a:gd name="connsiteY11-4776" fmla="*/ 3799 h 10000"/>
                  <a:gd name="connsiteX12-4777" fmla="*/ 8568 w 10000"/>
                  <a:gd name="connsiteY12-4778" fmla="*/ 4203 h 10000"/>
                  <a:gd name="connsiteX13-4779" fmla="*/ 7941 w 10000"/>
                  <a:gd name="connsiteY13-4780" fmla="*/ 4184 h 10000"/>
                  <a:gd name="connsiteX14-4781" fmla="*/ 7748 w 10000"/>
                  <a:gd name="connsiteY14-4782" fmla="*/ 4276 h 10000"/>
                  <a:gd name="connsiteX15-4783" fmla="*/ 7829 w 10000"/>
                  <a:gd name="connsiteY15-4784" fmla="*/ 4496 h 10000"/>
                  <a:gd name="connsiteX16-4785" fmla="*/ 8664 w 10000"/>
                  <a:gd name="connsiteY16-4786" fmla="*/ 4514 h 10000"/>
                  <a:gd name="connsiteX17-4787" fmla="*/ 9163 w 10000"/>
                  <a:gd name="connsiteY17-4788" fmla="*/ 3928 h 10000"/>
                  <a:gd name="connsiteX18-4789" fmla="*/ 8857 w 10000"/>
                  <a:gd name="connsiteY18-4790" fmla="*/ 2533 h 10000"/>
                  <a:gd name="connsiteX19-4791" fmla="*/ 7637 w 10000"/>
                  <a:gd name="connsiteY19-4792" fmla="*/ 2350 h 10000"/>
                  <a:gd name="connsiteX20-4793" fmla="*/ 6720 w 10000"/>
                  <a:gd name="connsiteY20-4794" fmla="*/ 1360 h 10000"/>
                  <a:gd name="connsiteX21-4795" fmla="*/ 5627 w 10000"/>
                  <a:gd name="connsiteY21-4796" fmla="*/ 1470 h 10000"/>
                  <a:gd name="connsiteX22-4797" fmla="*/ 4390 w 10000"/>
                  <a:gd name="connsiteY22-4798" fmla="*/ 902 h 10000"/>
                  <a:gd name="connsiteX23-4799" fmla="*/ 3442 w 10000"/>
                  <a:gd name="connsiteY23-4800" fmla="*/ 1543 h 10000"/>
                  <a:gd name="connsiteX24-4801" fmla="*/ 3201 w 10000"/>
                  <a:gd name="connsiteY24-4802" fmla="*/ 2277 h 10000"/>
                  <a:gd name="connsiteX25-4803" fmla="*/ 1578 w 10000"/>
                  <a:gd name="connsiteY25-4804" fmla="*/ 2771 h 10000"/>
                  <a:gd name="connsiteX26-4805" fmla="*/ 1257 w 10000"/>
                  <a:gd name="connsiteY26-4806" fmla="*/ 4203 h 10000"/>
                  <a:gd name="connsiteX27-4807" fmla="*/ 902 w 10000"/>
                  <a:gd name="connsiteY27-4808" fmla="*/ 5486 h 10000"/>
                  <a:gd name="connsiteX28-4809" fmla="*/ 1417 w 10000"/>
                  <a:gd name="connsiteY28-4810" fmla="*/ 6294 h 10000"/>
                  <a:gd name="connsiteX29-4811" fmla="*/ 2670 w 10000"/>
                  <a:gd name="connsiteY29-4812" fmla="*/ 6129 h 10000"/>
                  <a:gd name="connsiteX30-4813" fmla="*/ 4518 w 10000"/>
                  <a:gd name="connsiteY30-4814" fmla="*/ 6092 h 10000"/>
                  <a:gd name="connsiteX31-4815" fmla="*/ 5531 w 10000"/>
                  <a:gd name="connsiteY31-4816" fmla="*/ 6642 h 10000"/>
                  <a:gd name="connsiteX32-4817" fmla="*/ 5611 w 10000"/>
                  <a:gd name="connsiteY32-4818" fmla="*/ 6642 h 10000"/>
                  <a:gd name="connsiteX33-4819" fmla="*/ 6093 w 10000"/>
                  <a:gd name="connsiteY33-4820" fmla="*/ 6129 h 10000"/>
                  <a:gd name="connsiteX34-4821" fmla="*/ 6013 w 10000"/>
                  <a:gd name="connsiteY34-4822" fmla="*/ 5907 h 10000"/>
                  <a:gd name="connsiteX35-4823" fmla="*/ 5820 w 10000"/>
                  <a:gd name="connsiteY35-4824" fmla="*/ 5981 h 10000"/>
                  <a:gd name="connsiteX36-4825" fmla="*/ 5547 w 10000"/>
                  <a:gd name="connsiteY36-4826" fmla="*/ 6312 h 10000"/>
                  <a:gd name="connsiteX37-4827" fmla="*/ 4695 w 10000"/>
                  <a:gd name="connsiteY37-4828" fmla="*/ 5834 h 10000"/>
                  <a:gd name="connsiteX38-4829" fmla="*/ 2510 w 10000"/>
                  <a:gd name="connsiteY38-4830" fmla="*/ 5852 h 10000"/>
                  <a:gd name="connsiteX39-4831" fmla="*/ 1545 w 10000"/>
                  <a:gd name="connsiteY39-4832" fmla="*/ 5981 h 10000"/>
                  <a:gd name="connsiteX40-4833" fmla="*/ 1208 w 10000"/>
                  <a:gd name="connsiteY40-4834" fmla="*/ 5431 h 10000"/>
                  <a:gd name="connsiteX41-4835" fmla="*/ 1514 w 10000"/>
                  <a:gd name="connsiteY41-4836" fmla="*/ 4386 h 10000"/>
                  <a:gd name="connsiteX42-4837" fmla="*/ 1561 w 10000"/>
                  <a:gd name="connsiteY42-4838" fmla="*/ 4203 h 10000"/>
                  <a:gd name="connsiteX43-4839" fmla="*/ 1787 w 10000"/>
                  <a:gd name="connsiteY43-4840" fmla="*/ 2991 h 10000"/>
                  <a:gd name="connsiteX44-4841" fmla="*/ 3136 w 10000"/>
                  <a:gd name="connsiteY44-4842" fmla="*/ 2606 h 10000"/>
                  <a:gd name="connsiteX45-4843" fmla="*/ 3876 w 10000"/>
                  <a:gd name="connsiteY45-4844" fmla="*/ 3799 h 10000"/>
                  <a:gd name="connsiteX46-4845" fmla="*/ 2703 w 10000"/>
                  <a:gd name="connsiteY46-4846" fmla="*/ 4569 h 10000"/>
                  <a:gd name="connsiteX47-4847" fmla="*/ 2719 w 10000"/>
                  <a:gd name="connsiteY47-4848" fmla="*/ 4808 h 10000"/>
                  <a:gd name="connsiteX48-4849" fmla="*/ 2927 w 10000"/>
                  <a:gd name="connsiteY48-4850" fmla="*/ 4771 h 10000"/>
                  <a:gd name="connsiteX49-4851" fmla="*/ 4744 w 10000"/>
                  <a:gd name="connsiteY49-4852" fmla="*/ 4423 h 10000"/>
                  <a:gd name="connsiteX50-4853" fmla="*/ 4937 w 10000"/>
                  <a:gd name="connsiteY50-4854" fmla="*/ 4423 h 10000"/>
                  <a:gd name="connsiteX51-4855" fmla="*/ 5804 w 10000"/>
                  <a:gd name="connsiteY51-4856" fmla="*/ 4184 h 10000"/>
                  <a:gd name="connsiteX52-4857" fmla="*/ 6383 w 10000"/>
                  <a:gd name="connsiteY52-4858" fmla="*/ 4973 h 10000"/>
                  <a:gd name="connsiteX53-4859" fmla="*/ 6512 w 10000"/>
                  <a:gd name="connsiteY53-4860" fmla="*/ 5119 h 10000"/>
                  <a:gd name="connsiteX54-4861" fmla="*/ 7572 w 10000"/>
                  <a:gd name="connsiteY54-4862" fmla="*/ 6532 h 10000"/>
                  <a:gd name="connsiteX55-4863" fmla="*/ 7004 w 10000"/>
                  <a:gd name="connsiteY55-4864" fmla="*/ 7909 h 10000"/>
                  <a:gd name="connsiteX56-4865" fmla="*/ 5483 w 10000"/>
                  <a:gd name="connsiteY56-4866" fmla="*/ 8218 h 10000"/>
                  <a:gd name="connsiteX57-4867" fmla="*/ 5467 w 10000"/>
                  <a:gd name="connsiteY57-4868" fmla="*/ 8273 h 10000"/>
                  <a:gd name="connsiteX58-4869" fmla="*/ 3490 w 10000"/>
                  <a:gd name="connsiteY58-4870" fmla="*/ 8053 h 10000"/>
                  <a:gd name="connsiteX59-4871" fmla="*/ 3345 w 10000"/>
                  <a:gd name="connsiteY59-4872" fmla="*/ 7357 h 10000"/>
                  <a:gd name="connsiteX60-4873" fmla="*/ 3586 w 10000"/>
                  <a:gd name="connsiteY60-4874" fmla="*/ 7082 h 10000"/>
                  <a:gd name="connsiteX61-4875" fmla="*/ 3683 w 10000"/>
                  <a:gd name="connsiteY61-4876" fmla="*/ 6880 h 10000"/>
                  <a:gd name="connsiteX62-4877" fmla="*/ 3490 w 10000"/>
                  <a:gd name="connsiteY62-4878" fmla="*/ 6770 h 10000"/>
                  <a:gd name="connsiteX63-4879" fmla="*/ 3072 w 10000"/>
                  <a:gd name="connsiteY63-4880" fmla="*/ 7247 h 10000"/>
                  <a:gd name="connsiteX64-4881" fmla="*/ 3249 w 10000"/>
                  <a:gd name="connsiteY64-4882" fmla="*/ 8255 h 10000"/>
                  <a:gd name="connsiteX65-4883" fmla="*/ 3249 w 10000"/>
                  <a:gd name="connsiteY65-4884" fmla="*/ 8273 h 10000"/>
                  <a:gd name="connsiteX66-4885" fmla="*/ 4680 w 10000"/>
                  <a:gd name="connsiteY66-4886" fmla="*/ 8825 h 10000"/>
                  <a:gd name="connsiteX67-4887" fmla="*/ 5354 w 10000"/>
                  <a:gd name="connsiteY67-4888" fmla="*/ 8677 h 10000"/>
                  <a:gd name="connsiteX68-4889" fmla="*/ 3393 w 10000"/>
                  <a:gd name="connsiteY68-4890" fmla="*/ 9998 h 10000"/>
                  <a:gd name="connsiteX69-4891" fmla="*/ 2253 w 10000"/>
                  <a:gd name="connsiteY69-4892" fmla="*/ 9228 h 10000"/>
                  <a:gd name="connsiteX70-4893" fmla="*/ 1224 w 10000"/>
                  <a:gd name="connsiteY70-4894" fmla="*/ 7137 h 10000"/>
                  <a:gd name="connsiteX71-4895" fmla="*/ 3 w 10000"/>
                  <a:gd name="connsiteY71-4896" fmla="*/ 4954 h 10000"/>
                  <a:gd name="connsiteX0-4897" fmla="*/ 3 w 10000"/>
                  <a:gd name="connsiteY0-4898" fmla="*/ 4954 h 10000"/>
                  <a:gd name="connsiteX1-4899" fmla="*/ 726 w 10000"/>
                  <a:gd name="connsiteY1-4900" fmla="*/ 3028 h 10000"/>
                  <a:gd name="connsiteX2-4901" fmla="*/ 1337 w 10000"/>
                  <a:gd name="connsiteY2-4902" fmla="*/ 1635 h 10000"/>
                  <a:gd name="connsiteX3-4903" fmla="*/ 3233 w 10000"/>
                  <a:gd name="connsiteY3-4904" fmla="*/ 773 h 10000"/>
                  <a:gd name="connsiteX4-4905" fmla="*/ 5997 w 10000"/>
                  <a:gd name="connsiteY4-4906" fmla="*/ 424 h 10000"/>
                  <a:gd name="connsiteX5-4907" fmla="*/ 8488 w 10000"/>
                  <a:gd name="connsiteY5-4908" fmla="*/ 1452 h 10000"/>
                  <a:gd name="connsiteX6-4909" fmla="*/ 9693 w 10000"/>
                  <a:gd name="connsiteY6-4910" fmla="*/ 4661 h 10000"/>
                  <a:gd name="connsiteX7-4911" fmla="*/ 7765 w 10000"/>
                  <a:gd name="connsiteY7-4912" fmla="*/ 5852 h 10000"/>
                  <a:gd name="connsiteX8-4913" fmla="*/ 6752 w 10000"/>
                  <a:gd name="connsiteY8-4914" fmla="*/ 4844 h 10000"/>
                  <a:gd name="connsiteX9-4915" fmla="*/ 7444 w 10000"/>
                  <a:gd name="connsiteY9-4916" fmla="*/ 2845 h 10000"/>
                  <a:gd name="connsiteX10-4917" fmla="*/ 8680 w 10000"/>
                  <a:gd name="connsiteY10-4918" fmla="*/ 2808 h 10000"/>
                  <a:gd name="connsiteX11-4919" fmla="*/ 8873 w 10000"/>
                  <a:gd name="connsiteY11-4920" fmla="*/ 3799 h 10000"/>
                  <a:gd name="connsiteX12-4921" fmla="*/ 8568 w 10000"/>
                  <a:gd name="connsiteY12-4922" fmla="*/ 4203 h 10000"/>
                  <a:gd name="connsiteX13-4923" fmla="*/ 7941 w 10000"/>
                  <a:gd name="connsiteY13-4924" fmla="*/ 4184 h 10000"/>
                  <a:gd name="connsiteX14-4925" fmla="*/ 7748 w 10000"/>
                  <a:gd name="connsiteY14-4926" fmla="*/ 4276 h 10000"/>
                  <a:gd name="connsiteX15-4927" fmla="*/ 7829 w 10000"/>
                  <a:gd name="connsiteY15-4928" fmla="*/ 4496 h 10000"/>
                  <a:gd name="connsiteX16-4929" fmla="*/ 8664 w 10000"/>
                  <a:gd name="connsiteY16-4930" fmla="*/ 4514 h 10000"/>
                  <a:gd name="connsiteX17-4931" fmla="*/ 9163 w 10000"/>
                  <a:gd name="connsiteY17-4932" fmla="*/ 3928 h 10000"/>
                  <a:gd name="connsiteX18-4933" fmla="*/ 8857 w 10000"/>
                  <a:gd name="connsiteY18-4934" fmla="*/ 2533 h 10000"/>
                  <a:gd name="connsiteX19-4935" fmla="*/ 7637 w 10000"/>
                  <a:gd name="connsiteY19-4936" fmla="*/ 2350 h 10000"/>
                  <a:gd name="connsiteX20-4937" fmla="*/ 6720 w 10000"/>
                  <a:gd name="connsiteY20-4938" fmla="*/ 1360 h 10000"/>
                  <a:gd name="connsiteX21-4939" fmla="*/ 5627 w 10000"/>
                  <a:gd name="connsiteY21-4940" fmla="*/ 1470 h 10000"/>
                  <a:gd name="connsiteX22-4941" fmla="*/ 4390 w 10000"/>
                  <a:gd name="connsiteY22-4942" fmla="*/ 902 h 10000"/>
                  <a:gd name="connsiteX23-4943" fmla="*/ 3442 w 10000"/>
                  <a:gd name="connsiteY23-4944" fmla="*/ 1543 h 10000"/>
                  <a:gd name="connsiteX24-4945" fmla="*/ 3201 w 10000"/>
                  <a:gd name="connsiteY24-4946" fmla="*/ 2277 h 10000"/>
                  <a:gd name="connsiteX25-4947" fmla="*/ 1578 w 10000"/>
                  <a:gd name="connsiteY25-4948" fmla="*/ 2771 h 10000"/>
                  <a:gd name="connsiteX26-4949" fmla="*/ 1257 w 10000"/>
                  <a:gd name="connsiteY26-4950" fmla="*/ 4203 h 10000"/>
                  <a:gd name="connsiteX27-4951" fmla="*/ 902 w 10000"/>
                  <a:gd name="connsiteY27-4952" fmla="*/ 5486 h 10000"/>
                  <a:gd name="connsiteX28-4953" fmla="*/ 1417 w 10000"/>
                  <a:gd name="connsiteY28-4954" fmla="*/ 6294 h 10000"/>
                  <a:gd name="connsiteX29-4955" fmla="*/ 2670 w 10000"/>
                  <a:gd name="connsiteY29-4956" fmla="*/ 6129 h 10000"/>
                  <a:gd name="connsiteX30-4957" fmla="*/ 4518 w 10000"/>
                  <a:gd name="connsiteY30-4958" fmla="*/ 6092 h 10000"/>
                  <a:gd name="connsiteX31-4959" fmla="*/ 5531 w 10000"/>
                  <a:gd name="connsiteY31-4960" fmla="*/ 6642 h 10000"/>
                  <a:gd name="connsiteX32-4961" fmla="*/ 5611 w 10000"/>
                  <a:gd name="connsiteY32-4962" fmla="*/ 6642 h 10000"/>
                  <a:gd name="connsiteX33-4963" fmla="*/ 6093 w 10000"/>
                  <a:gd name="connsiteY33-4964" fmla="*/ 6129 h 10000"/>
                  <a:gd name="connsiteX34-4965" fmla="*/ 6013 w 10000"/>
                  <a:gd name="connsiteY34-4966" fmla="*/ 5907 h 10000"/>
                  <a:gd name="connsiteX35-4967" fmla="*/ 5820 w 10000"/>
                  <a:gd name="connsiteY35-4968" fmla="*/ 5981 h 10000"/>
                  <a:gd name="connsiteX36-4969" fmla="*/ 5547 w 10000"/>
                  <a:gd name="connsiteY36-4970" fmla="*/ 6312 h 10000"/>
                  <a:gd name="connsiteX37-4971" fmla="*/ 4695 w 10000"/>
                  <a:gd name="connsiteY37-4972" fmla="*/ 5834 h 10000"/>
                  <a:gd name="connsiteX38-4973" fmla="*/ 2510 w 10000"/>
                  <a:gd name="connsiteY38-4974" fmla="*/ 5852 h 10000"/>
                  <a:gd name="connsiteX39-4975" fmla="*/ 1545 w 10000"/>
                  <a:gd name="connsiteY39-4976" fmla="*/ 5981 h 10000"/>
                  <a:gd name="connsiteX40-4977" fmla="*/ 1208 w 10000"/>
                  <a:gd name="connsiteY40-4978" fmla="*/ 5431 h 10000"/>
                  <a:gd name="connsiteX41-4979" fmla="*/ 1514 w 10000"/>
                  <a:gd name="connsiteY41-4980" fmla="*/ 4386 h 10000"/>
                  <a:gd name="connsiteX42-4981" fmla="*/ 1561 w 10000"/>
                  <a:gd name="connsiteY42-4982" fmla="*/ 4203 h 10000"/>
                  <a:gd name="connsiteX43-4983" fmla="*/ 1787 w 10000"/>
                  <a:gd name="connsiteY43-4984" fmla="*/ 2991 h 10000"/>
                  <a:gd name="connsiteX44-4985" fmla="*/ 3136 w 10000"/>
                  <a:gd name="connsiteY44-4986" fmla="*/ 2606 h 10000"/>
                  <a:gd name="connsiteX45-4987" fmla="*/ 3876 w 10000"/>
                  <a:gd name="connsiteY45-4988" fmla="*/ 3799 h 10000"/>
                  <a:gd name="connsiteX46-4989" fmla="*/ 2703 w 10000"/>
                  <a:gd name="connsiteY46-4990" fmla="*/ 4569 h 10000"/>
                  <a:gd name="connsiteX47-4991" fmla="*/ 2719 w 10000"/>
                  <a:gd name="connsiteY47-4992" fmla="*/ 4808 h 10000"/>
                  <a:gd name="connsiteX48-4993" fmla="*/ 2927 w 10000"/>
                  <a:gd name="connsiteY48-4994" fmla="*/ 4771 h 10000"/>
                  <a:gd name="connsiteX49-4995" fmla="*/ 4744 w 10000"/>
                  <a:gd name="connsiteY49-4996" fmla="*/ 4423 h 10000"/>
                  <a:gd name="connsiteX50-4997" fmla="*/ 4937 w 10000"/>
                  <a:gd name="connsiteY50-4998" fmla="*/ 4423 h 10000"/>
                  <a:gd name="connsiteX51-4999" fmla="*/ 5804 w 10000"/>
                  <a:gd name="connsiteY51-5000" fmla="*/ 4184 h 10000"/>
                  <a:gd name="connsiteX52-5001" fmla="*/ 6383 w 10000"/>
                  <a:gd name="connsiteY52-5002" fmla="*/ 4973 h 10000"/>
                  <a:gd name="connsiteX53-5003" fmla="*/ 6512 w 10000"/>
                  <a:gd name="connsiteY53-5004" fmla="*/ 5119 h 10000"/>
                  <a:gd name="connsiteX54-5005" fmla="*/ 7572 w 10000"/>
                  <a:gd name="connsiteY54-5006" fmla="*/ 6532 h 10000"/>
                  <a:gd name="connsiteX55-5007" fmla="*/ 7004 w 10000"/>
                  <a:gd name="connsiteY55-5008" fmla="*/ 7909 h 10000"/>
                  <a:gd name="connsiteX56-5009" fmla="*/ 5483 w 10000"/>
                  <a:gd name="connsiteY56-5010" fmla="*/ 8218 h 10000"/>
                  <a:gd name="connsiteX57-5011" fmla="*/ 5467 w 10000"/>
                  <a:gd name="connsiteY57-5012" fmla="*/ 8273 h 10000"/>
                  <a:gd name="connsiteX58-5013" fmla="*/ 3490 w 10000"/>
                  <a:gd name="connsiteY58-5014" fmla="*/ 8053 h 10000"/>
                  <a:gd name="connsiteX59-5015" fmla="*/ 3345 w 10000"/>
                  <a:gd name="connsiteY59-5016" fmla="*/ 7357 h 10000"/>
                  <a:gd name="connsiteX60-5017" fmla="*/ 3586 w 10000"/>
                  <a:gd name="connsiteY60-5018" fmla="*/ 7082 h 10000"/>
                  <a:gd name="connsiteX61-5019" fmla="*/ 3683 w 10000"/>
                  <a:gd name="connsiteY61-5020" fmla="*/ 6880 h 10000"/>
                  <a:gd name="connsiteX62-5021" fmla="*/ 3490 w 10000"/>
                  <a:gd name="connsiteY62-5022" fmla="*/ 6770 h 10000"/>
                  <a:gd name="connsiteX63-5023" fmla="*/ 3072 w 10000"/>
                  <a:gd name="connsiteY63-5024" fmla="*/ 7247 h 10000"/>
                  <a:gd name="connsiteX64-5025" fmla="*/ 3249 w 10000"/>
                  <a:gd name="connsiteY64-5026" fmla="*/ 8255 h 10000"/>
                  <a:gd name="connsiteX65-5027" fmla="*/ 3249 w 10000"/>
                  <a:gd name="connsiteY65-5028" fmla="*/ 8273 h 10000"/>
                  <a:gd name="connsiteX66-5029" fmla="*/ 4680 w 10000"/>
                  <a:gd name="connsiteY66-5030" fmla="*/ 8825 h 10000"/>
                  <a:gd name="connsiteX67-5031" fmla="*/ 5354 w 10000"/>
                  <a:gd name="connsiteY67-5032" fmla="*/ 8677 h 10000"/>
                  <a:gd name="connsiteX68-5033" fmla="*/ 3393 w 10000"/>
                  <a:gd name="connsiteY68-5034" fmla="*/ 9998 h 10000"/>
                  <a:gd name="connsiteX69-5035" fmla="*/ 2253 w 10000"/>
                  <a:gd name="connsiteY69-5036" fmla="*/ 9228 h 10000"/>
                  <a:gd name="connsiteX70-5037" fmla="*/ 1224 w 10000"/>
                  <a:gd name="connsiteY70-5038" fmla="*/ 7137 h 10000"/>
                  <a:gd name="connsiteX71-5039" fmla="*/ 3 w 10000"/>
                  <a:gd name="connsiteY71-5040" fmla="*/ 4954 h 10000"/>
                  <a:gd name="connsiteX0-5041" fmla="*/ 3 w 10000"/>
                  <a:gd name="connsiteY0-5042" fmla="*/ 4954 h 10000"/>
                  <a:gd name="connsiteX1-5043" fmla="*/ 726 w 10000"/>
                  <a:gd name="connsiteY1-5044" fmla="*/ 3028 h 10000"/>
                  <a:gd name="connsiteX2-5045" fmla="*/ 1337 w 10000"/>
                  <a:gd name="connsiteY2-5046" fmla="*/ 1635 h 10000"/>
                  <a:gd name="connsiteX3-5047" fmla="*/ 3233 w 10000"/>
                  <a:gd name="connsiteY3-5048" fmla="*/ 773 h 10000"/>
                  <a:gd name="connsiteX4-5049" fmla="*/ 5997 w 10000"/>
                  <a:gd name="connsiteY4-5050" fmla="*/ 424 h 10000"/>
                  <a:gd name="connsiteX5-5051" fmla="*/ 8488 w 10000"/>
                  <a:gd name="connsiteY5-5052" fmla="*/ 1452 h 10000"/>
                  <a:gd name="connsiteX6-5053" fmla="*/ 9693 w 10000"/>
                  <a:gd name="connsiteY6-5054" fmla="*/ 4661 h 10000"/>
                  <a:gd name="connsiteX7-5055" fmla="*/ 7765 w 10000"/>
                  <a:gd name="connsiteY7-5056" fmla="*/ 5852 h 10000"/>
                  <a:gd name="connsiteX8-5057" fmla="*/ 6752 w 10000"/>
                  <a:gd name="connsiteY8-5058" fmla="*/ 4844 h 10000"/>
                  <a:gd name="connsiteX9-5059" fmla="*/ 7444 w 10000"/>
                  <a:gd name="connsiteY9-5060" fmla="*/ 2845 h 10000"/>
                  <a:gd name="connsiteX10-5061" fmla="*/ 8680 w 10000"/>
                  <a:gd name="connsiteY10-5062" fmla="*/ 2808 h 10000"/>
                  <a:gd name="connsiteX11-5063" fmla="*/ 8873 w 10000"/>
                  <a:gd name="connsiteY11-5064" fmla="*/ 3799 h 10000"/>
                  <a:gd name="connsiteX12-5065" fmla="*/ 8568 w 10000"/>
                  <a:gd name="connsiteY12-5066" fmla="*/ 4203 h 10000"/>
                  <a:gd name="connsiteX13-5067" fmla="*/ 7941 w 10000"/>
                  <a:gd name="connsiteY13-5068" fmla="*/ 4184 h 10000"/>
                  <a:gd name="connsiteX14-5069" fmla="*/ 7748 w 10000"/>
                  <a:gd name="connsiteY14-5070" fmla="*/ 4276 h 10000"/>
                  <a:gd name="connsiteX15-5071" fmla="*/ 7829 w 10000"/>
                  <a:gd name="connsiteY15-5072" fmla="*/ 4496 h 10000"/>
                  <a:gd name="connsiteX16-5073" fmla="*/ 8664 w 10000"/>
                  <a:gd name="connsiteY16-5074" fmla="*/ 4514 h 10000"/>
                  <a:gd name="connsiteX17-5075" fmla="*/ 9163 w 10000"/>
                  <a:gd name="connsiteY17-5076" fmla="*/ 3928 h 10000"/>
                  <a:gd name="connsiteX18-5077" fmla="*/ 8857 w 10000"/>
                  <a:gd name="connsiteY18-5078" fmla="*/ 2533 h 10000"/>
                  <a:gd name="connsiteX19-5079" fmla="*/ 7637 w 10000"/>
                  <a:gd name="connsiteY19-5080" fmla="*/ 2350 h 10000"/>
                  <a:gd name="connsiteX20-5081" fmla="*/ 6720 w 10000"/>
                  <a:gd name="connsiteY20-5082" fmla="*/ 1360 h 10000"/>
                  <a:gd name="connsiteX21-5083" fmla="*/ 5627 w 10000"/>
                  <a:gd name="connsiteY21-5084" fmla="*/ 1470 h 10000"/>
                  <a:gd name="connsiteX22-5085" fmla="*/ 4390 w 10000"/>
                  <a:gd name="connsiteY22-5086" fmla="*/ 902 h 10000"/>
                  <a:gd name="connsiteX23-5087" fmla="*/ 3442 w 10000"/>
                  <a:gd name="connsiteY23-5088" fmla="*/ 1543 h 10000"/>
                  <a:gd name="connsiteX24-5089" fmla="*/ 3201 w 10000"/>
                  <a:gd name="connsiteY24-5090" fmla="*/ 2277 h 10000"/>
                  <a:gd name="connsiteX25-5091" fmla="*/ 1578 w 10000"/>
                  <a:gd name="connsiteY25-5092" fmla="*/ 2771 h 10000"/>
                  <a:gd name="connsiteX26-5093" fmla="*/ 1257 w 10000"/>
                  <a:gd name="connsiteY26-5094" fmla="*/ 4203 h 10000"/>
                  <a:gd name="connsiteX27-5095" fmla="*/ 902 w 10000"/>
                  <a:gd name="connsiteY27-5096" fmla="*/ 5486 h 10000"/>
                  <a:gd name="connsiteX28-5097" fmla="*/ 1417 w 10000"/>
                  <a:gd name="connsiteY28-5098" fmla="*/ 6294 h 10000"/>
                  <a:gd name="connsiteX29-5099" fmla="*/ 2670 w 10000"/>
                  <a:gd name="connsiteY29-5100" fmla="*/ 6129 h 10000"/>
                  <a:gd name="connsiteX30-5101" fmla="*/ 4518 w 10000"/>
                  <a:gd name="connsiteY30-5102" fmla="*/ 6092 h 10000"/>
                  <a:gd name="connsiteX31-5103" fmla="*/ 5531 w 10000"/>
                  <a:gd name="connsiteY31-5104" fmla="*/ 6642 h 10000"/>
                  <a:gd name="connsiteX32-5105" fmla="*/ 5611 w 10000"/>
                  <a:gd name="connsiteY32-5106" fmla="*/ 6642 h 10000"/>
                  <a:gd name="connsiteX33-5107" fmla="*/ 6093 w 10000"/>
                  <a:gd name="connsiteY33-5108" fmla="*/ 6129 h 10000"/>
                  <a:gd name="connsiteX34-5109" fmla="*/ 6013 w 10000"/>
                  <a:gd name="connsiteY34-5110" fmla="*/ 5907 h 10000"/>
                  <a:gd name="connsiteX35-5111" fmla="*/ 5820 w 10000"/>
                  <a:gd name="connsiteY35-5112" fmla="*/ 5981 h 10000"/>
                  <a:gd name="connsiteX36-5113" fmla="*/ 5547 w 10000"/>
                  <a:gd name="connsiteY36-5114" fmla="*/ 6312 h 10000"/>
                  <a:gd name="connsiteX37-5115" fmla="*/ 4695 w 10000"/>
                  <a:gd name="connsiteY37-5116" fmla="*/ 5834 h 10000"/>
                  <a:gd name="connsiteX38-5117" fmla="*/ 2510 w 10000"/>
                  <a:gd name="connsiteY38-5118" fmla="*/ 5852 h 10000"/>
                  <a:gd name="connsiteX39-5119" fmla="*/ 1545 w 10000"/>
                  <a:gd name="connsiteY39-5120" fmla="*/ 5981 h 10000"/>
                  <a:gd name="connsiteX40-5121" fmla="*/ 1208 w 10000"/>
                  <a:gd name="connsiteY40-5122" fmla="*/ 5431 h 10000"/>
                  <a:gd name="connsiteX41-5123" fmla="*/ 1514 w 10000"/>
                  <a:gd name="connsiteY41-5124" fmla="*/ 4386 h 10000"/>
                  <a:gd name="connsiteX42-5125" fmla="*/ 1561 w 10000"/>
                  <a:gd name="connsiteY42-5126" fmla="*/ 4203 h 10000"/>
                  <a:gd name="connsiteX43-5127" fmla="*/ 1787 w 10000"/>
                  <a:gd name="connsiteY43-5128" fmla="*/ 2991 h 10000"/>
                  <a:gd name="connsiteX44-5129" fmla="*/ 3136 w 10000"/>
                  <a:gd name="connsiteY44-5130" fmla="*/ 2606 h 10000"/>
                  <a:gd name="connsiteX45-5131" fmla="*/ 3876 w 10000"/>
                  <a:gd name="connsiteY45-5132" fmla="*/ 3799 h 10000"/>
                  <a:gd name="connsiteX46-5133" fmla="*/ 2703 w 10000"/>
                  <a:gd name="connsiteY46-5134" fmla="*/ 4569 h 10000"/>
                  <a:gd name="connsiteX47-5135" fmla="*/ 2719 w 10000"/>
                  <a:gd name="connsiteY47-5136" fmla="*/ 4808 h 10000"/>
                  <a:gd name="connsiteX48-5137" fmla="*/ 2927 w 10000"/>
                  <a:gd name="connsiteY48-5138" fmla="*/ 4771 h 10000"/>
                  <a:gd name="connsiteX49-5139" fmla="*/ 4744 w 10000"/>
                  <a:gd name="connsiteY49-5140" fmla="*/ 4423 h 10000"/>
                  <a:gd name="connsiteX50-5141" fmla="*/ 4937 w 10000"/>
                  <a:gd name="connsiteY50-5142" fmla="*/ 4423 h 10000"/>
                  <a:gd name="connsiteX51-5143" fmla="*/ 5804 w 10000"/>
                  <a:gd name="connsiteY51-5144" fmla="*/ 4184 h 10000"/>
                  <a:gd name="connsiteX52-5145" fmla="*/ 6383 w 10000"/>
                  <a:gd name="connsiteY52-5146" fmla="*/ 4973 h 10000"/>
                  <a:gd name="connsiteX53-5147" fmla="*/ 6512 w 10000"/>
                  <a:gd name="connsiteY53-5148" fmla="*/ 5119 h 10000"/>
                  <a:gd name="connsiteX54-5149" fmla="*/ 7572 w 10000"/>
                  <a:gd name="connsiteY54-5150" fmla="*/ 6532 h 10000"/>
                  <a:gd name="connsiteX55-5151" fmla="*/ 7004 w 10000"/>
                  <a:gd name="connsiteY55-5152" fmla="*/ 7909 h 10000"/>
                  <a:gd name="connsiteX56-5153" fmla="*/ 5483 w 10000"/>
                  <a:gd name="connsiteY56-5154" fmla="*/ 8218 h 10000"/>
                  <a:gd name="connsiteX57-5155" fmla="*/ 5467 w 10000"/>
                  <a:gd name="connsiteY57-5156" fmla="*/ 8273 h 10000"/>
                  <a:gd name="connsiteX58-5157" fmla="*/ 3490 w 10000"/>
                  <a:gd name="connsiteY58-5158" fmla="*/ 8053 h 10000"/>
                  <a:gd name="connsiteX59-5159" fmla="*/ 3345 w 10000"/>
                  <a:gd name="connsiteY59-5160" fmla="*/ 7357 h 10000"/>
                  <a:gd name="connsiteX60-5161" fmla="*/ 3586 w 10000"/>
                  <a:gd name="connsiteY60-5162" fmla="*/ 7082 h 10000"/>
                  <a:gd name="connsiteX61-5163" fmla="*/ 3683 w 10000"/>
                  <a:gd name="connsiteY61-5164" fmla="*/ 6880 h 10000"/>
                  <a:gd name="connsiteX62-5165" fmla="*/ 3490 w 10000"/>
                  <a:gd name="connsiteY62-5166" fmla="*/ 6770 h 10000"/>
                  <a:gd name="connsiteX63-5167" fmla="*/ 3072 w 10000"/>
                  <a:gd name="connsiteY63-5168" fmla="*/ 7247 h 10000"/>
                  <a:gd name="connsiteX64-5169" fmla="*/ 3249 w 10000"/>
                  <a:gd name="connsiteY64-5170" fmla="*/ 8255 h 10000"/>
                  <a:gd name="connsiteX65-5171" fmla="*/ 3249 w 10000"/>
                  <a:gd name="connsiteY65-5172" fmla="*/ 8273 h 10000"/>
                  <a:gd name="connsiteX66-5173" fmla="*/ 4680 w 10000"/>
                  <a:gd name="connsiteY66-5174" fmla="*/ 8825 h 10000"/>
                  <a:gd name="connsiteX67-5175" fmla="*/ 5354 w 10000"/>
                  <a:gd name="connsiteY67-5176" fmla="*/ 8677 h 10000"/>
                  <a:gd name="connsiteX68-5177" fmla="*/ 3393 w 10000"/>
                  <a:gd name="connsiteY68-5178" fmla="*/ 9998 h 10000"/>
                  <a:gd name="connsiteX69-5179" fmla="*/ 2253 w 10000"/>
                  <a:gd name="connsiteY69-5180" fmla="*/ 9228 h 10000"/>
                  <a:gd name="connsiteX70-5181" fmla="*/ 1224 w 10000"/>
                  <a:gd name="connsiteY70-5182" fmla="*/ 7137 h 10000"/>
                  <a:gd name="connsiteX71-5183" fmla="*/ 3 w 10000"/>
                  <a:gd name="connsiteY71-5184" fmla="*/ 4954 h 10000"/>
                  <a:gd name="connsiteX0-5185" fmla="*/ 3 w 10000"/>
                  <a:gd name="connsiteY0-5186" fmla="*/ 4954 h 10000"/>
                  <a:gd name="connsiteX1-5187" fmla="*/ 726 w 10000"/>
                  <a:gd name="connsiteY1-5188" fmla="*/ 3028 h 10000"/>
                  <a:gd name="connsiteX2-5189" fmla="*/ 1337 w 10000"/>
                  <a:gd name="connsiteY2-5190" fmla="*/ 1635 h 10000"/>
                  <a:gd name="connsiteX3-5191" fmla="*/ 3233 w 10000"/>
                  <a:gd name="connsiteY3-5192" fmla="*/ 773 h 10000"/>
                  <a:gd name="connsiteX4-5193" fmla="*/ 5997 w 10000"/>
                  <a:gd name="connsiteY4-5194" fmla="*/ 424 h 10000"/>
                  <a:gd name="connsiteX5-5195" fmla="*/ 8488 w 10000"/>
                  <a:gd name="connsiteY5-5196" fmla="*/ 1452 h 10000"/>
                  <a:gd name="connsiteX6-5197" fmla="*/ 9693 w 10000"/>
                  <a:gd name="connsiteY6-5198" fmla="*/ 4661 h 10000"/>
                  <a:gd name="connsiteX7-5199" fmla="*/ 7765 w 10000"/>
                  <a:gd name="connsiteY7-5200" fmla="*/ 5852 h 10000"/>
                  <a:gd name="connsiteX8-5201" fmla="*/ 6752 w 10000"/>
                  <a:gd name="connsiteY8-5202" fmla="*/ 4844 h 10000"/>
                  <a:gd name="connsiteX9-5203" fmla="*/ 7444 w 10000"/>
                  <a:gd name="connsiteY9-5204" fmla="*/ 2845 h 10000"/>
                  <a:gd name="connsiteX10-5205" fmla="*/ 8680 w 10000"/>
                  <a:gd name="connsiteY10-5206" fmla="*/ 2808 h 10000"/>
                  <a:gd name="connsiteX11-5207" fmla="*/ 8873 w 10000"/>
                  <a:gd name="connsiteY11-5208" fmla="*/ 3799 h 10000"/>
                  <a:gd name="connsiteX12-5209" fmla="*/ 8568 w 10000"/>
                  <a:gd name="connsiteY12-5210" fmla="*/ 4203 h 10000"/>
                  <a:gd name="connsiteX13-5211" fmla="*/ 7941 w 10000"/>
                  <a:gd name="connsiteY13-5212" fmla="*/ 4184 h 10000"/>
                  <a:gd name="connsiteX14-5213" fmla="*/ 7748 w 10000"/>
                  <a:gd name="connsiteY14-5214" fmla="*/ 4276 h 10000"/>
                  <a:gd name="connsiteX15-5215" fmla="*/ 7829 w 10000"/>
                  <a:gd name="connsiteY15-5216" fmla="*/ 4496 h 10000"/>
                  <a:gd name="connsiteX16-5217" fmla="*/ 8664 w 10000"/>
                  <a:gd name="connsiteY16-5218" fmla="*/ 4514 h 10000"/>
                  <a:gd name="connsiteX17-5219" fmla="*/ 9163 w 10000"/>
                  <a:gd name="connsiteY17-5220" fmla="*/ 3928 h 10000"/>
                  <a:gd name="connsiteX18-5221" fmla="*/ 8857 w 10000"/>
                  <a:gd name="connsiteY18-5222" fmla="*/ 2533 h 10000"/>
                  <a:gd name="connsiteX19-5223" fmla="*/ 7637 w 10000"/>
                  <a:gd name="connsiteY19-5224" fmla="*/ 2350 h 10000"/>
                  <a:gd name="connsiteX20-5225" fmla="*/ 6720 w 10000"/>
                  <a:gd name="connsiteY20-5226" fmla="*/ 1360 h 10000"/>
                  <a:gd name="connsiteX21-5227" fmla="*/ 5627 w 10000"/>
                  <a:gd name="connsiteY21-5228" fmla="*/ 1470 h 10000"/>
                  <a:gd name="connsiteX22-5229" fmla="*/ 4390 w 10000"/>
                  <a:gd name="connsiteY22-5230" fmla="*/ 902 h 10000"/>
                  <a:gd name="connsiteX23-5231" fmla="*/ 3442 w 10000"/>
                  <a:gd name="connsiteY23-5232" fmla="*/ 1543 h 10000"/>
                  <a:gd name="connsiteX24-5233" fmla="*/ 3201 w 10000"/>
                  <a:gd name="connsiteY24-5234" fmla="*/ 2277 h 10000"/>
                  <a:gd name="connsiteX25-5235" fmla="*/ 1578 w 10000"/>
                  <a:gd name="connsiteY25-5236" fmla="*/ 2771 h 10000"/>
                  <a:gd name="connsiteX26-5237" fmla="*/ 1257 w 10000"/>
                  <a:gd name="connsiteY26-5238" fmla="*/ 4203 h 10000"/>
                  <a:gd name="connsiteX27-5239" fmla="*/ 902 w 10000"/>
                  <a:gd name="connsiteY27-5240" fmla="*/ 5486 h 10000"/>
                  <a:gd name="connsiteX28-5241" fmla="*/ 1417 w 10000"/>
                  <a:gd name="connsiteY28-5242" fmla="*/ 6294 h 10000"/>
                  <a:gd name="connsiteX29-5243" fmla="*/ 2670 w 10000"/>
                  <a:gd name="connsiteY29-5244" fmla="*/ 6129 h 10000"/>
                  <a:gd name="connsiteX30-5245" fmla="*/ 4518 w 10000"/>
                  <a:gd name="connsiteY30-5246" fmla="*/ 6092 h 10000"/>
                  <a:gd name="connsiteX31-5247" fmla="*/ 5531 w 10000"/>
                  <a:gd name="connsiteY31-5248" fmla="*/ 6642 h 10000"/>
                  <a:gd name="connsiteX32-5249" fmla="*/ 5611 w 10000"/>
                  <a:gd name="connsiteY32-5250" fmla="*/ 6642 h 10000"/>
                  <a:gd name="connsiteX33-5251" fmla="*/ 6093 w 10000"/>
                  <a:gd name="connsiteY33-5252" fmla="*/ 6129 h 10000"/>
                  <a:gd name="connsiteX34-5253" fmla="*/ 6013 w 10000"/>
                  <a:gd name="connsiteY34-5254" fmla="*/ 5907 h 10000"/>
                  <a:gd name="connsiteX35-5255" fmla="*/ 5820 w 10000"/>
                  <a:gd name="connsiteY35-5256" fmla="*/ 5981 h 10000"/>
                  <a:gd name="connsiteX36-5257" fmla="*/ 5547 w 10000"/>
                  <a:gd name="connsiteY36-5258" fmla="*/ 6312 h 10000"/>
                  <a:gd name="connsiteX37-5259" fmla="*/ 4695 w 10000"/>
                  <a:gd name="connsiteY37-5260" fmla="*/ 5834 h 10000"/>
                  <a:gd name="connsiteX38-5261" fmla="*/ 2510 w 10000"/>
                  <a:gd name="connsiteY38-5262" fmla="*/ 5852 h 10000"/>
                  <a:gd name="connsiteX39-5263" fmla="*/ 1545 w 10000"/>
                  <a:gd name="connsiteY39-5264" fmla="*/ 5981 h 10000"/>
                  <a:gd name="connsiteX40-5265" fmla="*/ 1208 w 10000"/>
                  <a:gd name="connsiteY40-5266" fmla="*/ 5431 h 10000"/>
                  <a:gd name="connsiteX41-5267" fmla="*/ 1514 w 10000"/>
                  <a:gd name="connsiteY41-5268" fmla="*/ 4386 h 10000"/>
                  <a:gd name="connsiteX42-5269" fmla="*/ 1561 w 10000"/>
                  <a:gd name="connsiteY42-5270" fmla="*/ 4203 h 10000"/>
                  <a:gd name="connsiteX43-5271" fmla="*/ 1787 w 10000"/>
                  <a:gd name="connsiteY43-5272" fmla="*/ 2991 h 10000"/>
                  <a:gd name="connsiteX44-5273" fmla="*/ 3136 w 10000"/>
                  <a:gd name="connsiteY44-5274" fmla="*/ 2606 h 10000"/>
                  <a:gd name="connsiteX45-5275" fmla="*/ 3876 w 10000"/>
                  <a:gd name="connsiteY45-5276" fmla="*/ 3799 h 10000"/>
                  <a:gd name="connsiteX46-5277" fmla="*/ 2703 w 10000"/>
                  <a:gd name="connsiteY46-5278" fmla="*/ 4569 h 10000"/>
                  <a:gd name="connsiteX47-5279" fmla="*/ 2719 w 10000"/>
                  <a:gd name="connsiteY47-5280" fmla="*/ 4808 h 10000"/>
                  <a:gd name="connsiteX48-5281" fmla="*/ 2927 w 10000"/>
                  <a:gd name="connsiteY48-5282" fmla="*/ 4771 h 10000"/>
                  <a:gd name="connsiteX49-5283" fmla="*/ 4744 w 10000"/>
                  <a:gd name="connsiteY49-5284" fmla="*/ 4423 h 10000"/>
                  <a:gd name="connsiteX50-5285" fmla="*/ 4937 w 10000"/>
                  <a:gd name="connsiteY50-5286" fmla="*/ 4423 h 10000"/>
                  <a:gd name="connsiteX51-5287" fmla="*/ 5804 w 10000"/>
                  <a:gd name="connsiteY51-5288" fmla="*/ 4184 h 10000"/>
                  <a:gd name="connsiteX52-5289" fmla="*/ 6383 w 10000"/>
                  <a:gd name="connsiteY52-5290" fmla="*/ 4973 h 10000"/>
                  <a:gd name="connsiteX53-5291" fmla="*/ 6512 w 10000"/>
                  <a:gd name="connsiteY53-5292" fmla="*/ 5119 h 10000"/>
                  <a:gd name="connsiteX54-5293" fmla="*/ 7572 w 10000"/>
                  <a:gd name="connsiteY54-5294" fmla="*/ 6532 h 10000"/>
                  <a:gd name="connsiteX55-5295" fmla="*/ 7042 w 10000"/>
                  <a:gd name="connsiteY55-5296" fmla="*/ 7938 h 10000"/>
                  <a:gd name="connsiteX56-5297" fmla="*/ 5483 w 10000"/>
                  <a:gd name="connsiteY56-5298" fmla="*/ 8218 h 10000"/>
                  <a:gd name="connsiteX57-5299" fmla="*/ 5467 w 10000"/>
                  <a:gd name="connsiteY57-5300" fmla="*/ 8273 h 10000"/>
                  <a:gd name="connsiteX58-5301" fmla="*/ 3490 w 10000"/>
                  <a:gd name="connsiteY58-5302" fmla="*/ 8053 h 10000"/>
                  <a:gd name="connsiteX59-5303" fmla="*/ 3345 w 10000"/>
                  <a:gd name="connsiteY59-5304" fmla="*/ 7357 h 10000"/>
                  <a:gd name="connsiteX60-5305" fmla="*/ 3586 w 10000"/>
                  <a:gd name="connsiteY60-5306" fmla="*/ 7082 h 10000"/>
                  <a:gd name="connsiteX61-5307" fmla="*/ 3683 w 10000"/>
                  <a:gd name="connsiteY61-5308" fmla="*/ 6880 h 10000"/>
                  <a:gd name="connsiteX62-5309" fmla="*/ 3490 w 10000"/>
                  <a:gd name="connsiteY62-5310" fmla="*/ 6770 h 10000"/>
                  <a:gd name="connsiteX63-5311" fmla="*/ 3072 w 10000"/>
                  <a:gd name="connsiteY63-5312" fmla="*/ 7247 h 10000"/>
                  <a:gd name="connsiteX64-5313" fmla="*/ 3249 w 10000"/>
                  <a:gd name="connsiteY64-5314" fmla="*/ 8255 h 10000"/>
                  <a:gd name="connsiteX65-5315" fmla="*/ 3249 w 10000"/>
                  <a:gd name="connsiteY65-5316" fmla="*/ 8273 h 10000"/>
                  <a:gd name="connsiteX66-5317" fmla="*/ 4680 w 10000"/>
                  <a:gd name="connsiteY66-5318" fmla="*/ 8825 h 10000"/>
                  <a:gd name="connsiteX67-5319" fmla="*/ 5354 w 10000"/>
                  <a:gd name="connsiteY67-5320" fmla="*/ 8677 h 10000"/>
                  <a:gd name="connsiteX68-5321" fmla="*/ 3393 w 10000"/>
                  <a:gd name="connsiteY68-5322" fmla="*/ 9998 h 10000"/>
                  <a:gd name="connsiteX69-5323" fmla="*/ 2253 w 10000"/>
                  <a:gd name="connsiteY69-5324" fmla="*/ 9228 h 10000"/>
                  <a:gd name="connsiteX70-5325" fmla="*/ 1224 w 10000"/>
                  <a:gd name="connsiteY70-5326" fmla="*/ 7137 h 10000"/>
                  <a:gd name="connsiteX71-5327" fmla="*/ 3 w 10000"/>
                  <a:gd name="connsiteY71-5328" fmla="*/ 4954 h 10000"/>
                  <a:gd name="connsiteX0-5329" fmla="*/ 3 w 10000"/>
                  <a:gd name="connsiteY0-5330" fmla="*/ 4954 h 10000"/>
                  <a:gd name="connsiteX1-5331" fmla="*/ 726 w 10000"/>
                  <a:gd name="connsiteY1-5332" fmla="*/ 3028 h 10000"/>
                  <a:gd name="connsiteX2-5333" fmla="*/ 1337 w 10000"/>
                  <a:gd name="connsiteY2-5334" fmla="*/ 1635 h 10000"/>
                  <a:gd name="connsiteX3-5335" fmla="*/ 3233 w 10000"/>
                  <a:gd name="connsiteY3-5336" fmla="*/ 773 h 10000"/>
                  <a:gd name="connsiteX4-5337" fmla="*/ 5997 w 10000"/>
                  <a:gd name="connsiteY4-5338" fmla="*/ 424 h 10000"/>
                  <a:gd name="connsiteX5-5339" fmla="*/ 8488 w 10000"/>
                  <a:gd name="connsiteY5-5340" fmla="*/ 1452 h 10000"/>
                  <a:gd name="connsiteX6-5341" fmla="*/ 9693 w 10000"/>
                  <a:gd name="connsiteY6-5342" fmla="*/ 4661 h 10000"/>
                  <a:gd name="connsiteX7-5343" fmla="*/ 7765 w 10000"/>
                  <a:gd name="connsiteY7-5344" fmla="*/ 5852 h 10000"/>
                  <a:gd name="connsiteX8-5345" fmla="*/ 6752 w 10000"/>
                  <a:gd name="connsiteY8-5346" fmla="*/ 4844 h 10000"/>
                  <a:gd name="connsiteX9-5347" fmla="*/ 7444 w 10000"/>
                  <a:gd name="connsiteY9-5348" fmla="*/ 2845 h 10000"/>
                  <a:gd name="connsiteX10-5349" fmla="*/ 8680 w 10000"/>
                  <a:gd name="connsiteY10-5350" fmla="*/ 2808 h 10000"/>
                  <a:gd name="connsiteX11-5351" fmla="*/ 8873 w 10000"/>
                  <a:gd name="connsiteY11-5352" fmla="*/ 3799 h 10000"/>
                  <a:gd name="connsiteX12-5353" fmla="*/ 8568 w 10000"/>
                  <a:gd name="connsiteY12-5354" fmla="*/ 4203 h 10000"/>
                  <a:gd name="connsiteX13-5355" fmla="*/ 7941 w 10000"/>
                  <a:gd name="connsiteY13-5356" fmla="*/ 4184 h 10000"/>
                  <a:gd name="connsiteX14-5357" fmla="*/ 7748 w 10000"/>
                  <a:gd name="connsiteY14-5358" fmla="*/ 4276 h 10000"/>
                  <a:gd name="connsiteX15-5359" fmla="*/ 7829 w 10000"/>
                  <a:gd name="connsiteY15-5360" fmla="*/ 4496 h 10000"/>
                  <a:gd name="connsiteX16-5361" fmla="*/ 8664 w 10000"/>
                  <a:gd name="connsiteY16-5362" fmla="*/ 4514 h 10000"/>
                  <a:gd name="connsiteX17-5363" fmla="*/ 9163 w 10000"/>
                  <a:gd name="connsiteY17-5364" fmla="*/ 3928 h 10000"/>
                  <a:gd name="connsiteX18-5365" fmla="*/ 8857 w 10000"/>
                  <a:gd name="connsiteY18-5366" fmla="*/ 2533 h 10000"/>
                  <a:gd name="connsiteX19-5367" fmla="*/ 7637 w 10000"/>
                  <a:gd name="connsiteY19-5368" fmla="*/ 2350 h 10000"/>
                  <a:gd name="connsiteX20-5369" fmla="*/ 6720 w 10000"/>
                  <a:gd name="connsiteY20-5370" fmla="*/ 1360 h 10000"/>
                  <a:gd name="connsiteX21-5371" fmla="*/ 5627 w 10000"/>
                  <a:gd name="connsiteY21-5372" fmla="*/ 1470 h 10000"/>
                  <a:gd name="connsiteX22-5373" fmla="*/ 4390 w 10000"/>
                  <a:gd name="connsiteY22-5374" fmla="*/ 902 h 10000"/>
                  <a:gd name="connsiteX23-5375" fmla="*/ 3442 w 10000"/>
                  <a:gd name="connsiteY23-5376" fmla="*/ 1543 h 10000"/>
                  <a:gd name="connsiteX24-5377" fmla="*/ 3201 w 10000"/>
                  <a:gd name="connsiteY24-5378" fmla="*/ 2277 h 10000"/>
                  <a:gd name="connsiteX25-5379" fmla="*/ 1578 w 10000"/>
                  <a:gd name="connsiteY25-5380" fmla="*/ 2771 h 10000"/>
                  <a:gd name="connsiteX26-5381" fmla="*/ 1257 w 10000"/>
                  <a:gd name="connsiteY26-5382" fmla="*/ 4203 h 10000"/>
                  <a:gd name="connsiteX27-5383" fmla="*/ 902 w 10000"/>
                  <a:gd name="connsiteY27-5384" fmla="*/ 5486 h 10000"/>
                  <a:gd name="connsiteX28-5385" fmla="*/ 1417 w 10000"/>
                  <a:gd name="connsiteY28-5386" fmla="*/ 6294 h 10000"/>
                  <a:gd name="connsiteX29-5387" fmla="*/ 2670 w 10000"/>
                  <a:gd name="connsiteY29-5388" fmla="*/ 6129 h 10000"/>
                  <a:gd name="connsiteX30-5389" fmla="*/ 4518 w 10000"/>
                  <a:gd name="connsiteY30-5390" fmla="*/ 6092 h 10000"/>
                  <a:gd name="connsiteX31-5391" fmla="*/ 5531 w 10000"/>
                  <a:gd name="connsiteY31-5392" fmla="*/ 6642 h 10000"/>
                  <a:gd name="connsiteX32-5393" fmla="*/ 5611 w 10000"/>
                  <a:gd name="connsiteY32-5394" fmla="*/ 6642 h 10000"/>
                  <a:gd name="connsiteX33-5395" fmla="*/ 6093 w 10000"/>
                  <a:gd name="connsiteY33-5396" fmla="*/ 6129 h 10000"/>
                  <a:gd name="connsiteX34-5397" fmla="*/ 6013 w 10000"/>
                  <a:gd name="connsiteY34-5398" fmla="*/ 5907 h 10000"/>
                  <a:gd name="connsiteX35-5399" fmla="*/ 5820 w 10000"/>
                  <a:gd name="connsiteY35-5400" fmla="*/ 5981 h 10000"/>
                  <a:gd name="connsiteX36-5401" fmla="*/ 5547 w 10000"/>
                  <a:gd name="connsiteY36-5402" fmla="*/ 6312 h 10000"/>
                  <a:gd name="connsiteX37-5403" fmla="*/ 4695 w 10000"/>
                  <a:gd name="connsiteY37-5404" fmla="*/ 5834 h 10000"/>
                  <a:gd name="connsiteX38-5405" fmla="*/ 2510 w 10000"/>
                  <a:gd name="connsiteY38-5406" fmla="*/ 5852 h 10000"/>
                  <a:gd name="connsiteX39-5407" fmla="*/ 1545 w 10000"/>
                  <a:gd name="connsiteY39-5408" fmla="*/ 5981 h 10000"/>
                  <a:gd name="connsiteX40-5409" fmla="*/ 1208 w 10000"/>
                  <a:gd name="connsiteY40-5410" fmla="*/ 5431 h 10000"/>
                  <a:gd name="connsiteX41-5411" fmla="*/ 1514 w 10000"/>
                  <a:gd name="connsiteY41-5412" fmla="*/ 4386 h 10000"/>
                  <a:gd name="connsiteX42-5413" fmla="*/ 1561 w 10000"/>
                  <a:gd name="connsiteY42-5414" fmla="*/ 4203 h 10000"/>
                  <a:gd name="connsiteX43-5415" fmla="*/ 1787 w 10000"/>
                  <a:gd name="connsiteY43-5416" fmla="*/ 2991 h 10000"/>
                  <a:gd name="connsiteX44-5417" fmla="*/ 3136 w 10000"/>
                  <a:gd name="connsiteY44-5418" fmla="*/ 2606 h 10000"/>
                  <a:gd name="connsiteX45-5419" fmla="*/ 3876 w 10000"/>
                  <a:gd name="connsiteY45-5420" fmla="*/ 3799 h 10000"/>
                  <a:gd name="connsiteX46-5421" fmla="*/ 2703 w 10000"/>
                  <a:gd name="connsiteY46-5422" fmla="*/ 4569 h 10000"/>
                  <a:gd name="connsiteX47-5423" fmla="*/ 2719 w 10000"/>
                  <a:gd name="connsiteY47-5424" fmla="*/ 4808 h 10000"/>
                  <a:gd name="connsiteX48-5425" fmla="*/ 2927 w 10000"/>
                  <a:gd name="connsiteY48-5426" fmla="*/ 4771 h 10000"/>
                  <a:gd name="connsiteX49-5427" fmla="*/ 4744 w 10000"/>
                  <a:gd name="connsiteY49-5428" fmla="*/ 4423 h 10000"/>
                  <a:gd name="connsiteX50-5429" fmla="*/ 4937 w 10000"/>
                  <a:gd name="connsiteY50-5430" fmla="*/ 4423 h 10000"/>
                  <a:gd name="connsiteX51-5431" fmla="*/ 5804 w 10000"/>
                  <a:gd name="connsiteY51-5432" fmla="*/ 4184 h 10000"/>
                  <a:gd name="connsiteX52-5433" fmla="*/ 6383 w 10000"/>
                  <a:gd name="connsiteY52-5434" fmla="*/ 4973 h 10000"/>
                  <a:gd name="connsiteX53-5435" fmla="*/ 6512 w 10000"/>
                  <a:gd name="connsiteY53-5436" fmla="*/ 5119 h 10000"/>
                  <a:gd name="connsiteX54-5437" fmla="*/ 7572 w 10000"/>
                  <a:gd name="connsiteY54-5438" fmla="*/ 6532 h 10000"/>
                  <a:gd name="connsiteX55-5439" fmla="*/ 7042 w 10000"/>
                  <a:gd name="connsiteY55-5440" fmla="*/ 7938 h 10000"/>
                  <a:gd name="connsiteX56-5441" fmla="*/ 5483 w 10000"/>
                  <a:gd name="connsiteY56-5442" fmla="*/ 8218 h 10000"/>
                  <a:gd name="connsiteX57-5443" fmla="*/ 3490 w 10000"/>
                  <a:gd name="connsiteY57-5444" fmla="*/ 8053 h 10000"/>
                  <a:gd name="connsiteX58-5445" fmla="*/ 3345 w 10000"/>
                  <a:gd name="connsiteY58-5446" fmla="*/ 7357 h 10000"/>
                  <a:gd name="connsiteX59-5447" fmla="*/ 3586 w 10000"/>
                  <a:gd name="connsiteY59-5448" fmla="*/ 7082 h 10000"/>
                  <a:gd name="connsiteX60-5449" fmla="*/ 3683 w 10000"/>
                  <a:gd name="connsiteY60-5450" fmla="*/ 6880 h 10000"/>
                  <a:gd name="connsiteX61-5451" fmla="*/ 3490 w 10000"/>
                  <a:gd name="connsiteY61-5452" fmla="*/ 6770 h 10000"/>
                  <a:gd name="connsiteX62-5453" fmla="*/ 3072 w 10000"/>
                  <a:gd name="connsiteY62-5454" fmla="*/ 7247 h 10000"/>
                  <a:gd name="connsiteX63-5455" fmla="*/ 3249 w 10000"/>
                  <a:gd name="connsiteY63-5456" fmla="*/ 8255 h 10000"/>
                  <a:gd name="connsiteX64-5457" fmla="*/ 3249 w 10000"/>
                  <a:gd name="connsiteY64-5458" fmla="*/ 8273 h 10000"/>
                  <a:gd name="connsiteX65-5459" fmla="*/ 4680 w 10000"/>
                  <a:gd name="connsiteY65-5460" fmla="*/ 8825 h 10000"/>
                  <a:gd name="connsiteX66-5461" fmla="*/ 5354 w 10000"/>
                  <a:gd name="connsiteY66-5462" fmla="*/ 8677 h 10000"/>
                  <a:gd name="connsiteX67-5463" fmla="*/ 3393 w 10000"/>
                  <a:gd name="connsiteY67-5464" fmla="*/ 9998 h 10000"/>
                  <a:gd name="connsiteX68-5465" fmla="*/ 2253 w 10000"/>
                  <a:gd name="connsiteY68-5466" fmla="*/ 9228 h 10000"/>
                  <a:gd name="connsiteX69-5467" fmla="*/ 1224 w 10000"/>
                  <a:gd name="connsiteY69-5468" fmla="*/ 7137 h 10000"/>
                  <a:gd name="connsiteX70-5469" fmla="*/ 3 w 10000"/>
                  <a:gd name="connsiteY70-5470" fmla="*/ 4954 h 10000"/>
                  <a:gd name="connsiteX0-5471" fmla="*/ 3 w 10000"/>
                  <a:gd name="connsiteY0-5472" fmla="*/ 4954 h 10000"/>
                  <a:gd name="connsiteX1-5473" fmla="*/ 726 w 10000"/>
                  <a:gd name="connsiteY1-5474" fmla="*/ 3028 h 10000"/>
                  <a:gd name="connsiteX2-5475" fmla="*/ 1337 w 10000"/>
                  <a:gd name="connsiteY2-5476" fmla="*/ 1635 h 10000"/>
                  <a:gd name="connsiteX3-5477" fmla="*/ 3233 w 10000"/>
                  <a:gd name="connsiteY3-5478" fmla="*/ 773 h 10000"/>
                  <a:gd name="connsiteX4-5479" fmla="*/ 5997 w 10000"/>
                  <a:gd name="connsiteY4-5480" fmla="*/ 424 h 10000"/>
                  <a:gd name="connsiteX5-5481" fmla="*/ 8488 w 10000"/>
                  <a:gd name="connsiteY5-5482" fmla="*/ 1452 h 10000"/>
                  <a:gd name="connsiteX6-5483" fmla="*/ 9693 w 10000"/>
                  <a:gd name="connsiteY6-5484" fmla="*/ 4661 h 10000"/>
                  <a:gd name="connsiteX7-5485" fmla="*/ 7765 w 10000"/>
                  <a:gd name="connsiteY7-5486" fmla="*/ 5852 h 10000"/>
                  <a:gd name="connsiteX8-5487" fmla="*/ 6752 w 10000"/>
                  <a:gd name="connsiteY8-5488" fmla="*/ 4844 h 10000"/>
                  <a:gd name="connsiteX9-5489" fmla="*/ 7444 w 10000"/>
                  <a:gd name="connsiteY9-5490" fmla="*/ 2845 h 10000"/>
                  <a:gd name="connsiteX10-5491" fmla="*/ 8680 w 10000"/>
                  <a:gd name="connsiteY10-5492" fmla="*/ 2808 h 10000"/>
                  <a:gd name="connsiteX11-5493" fmla="*/ 8873 w 10000"/>
                  <a:gd name="connsiteY11-5494" fmla="*/ 3799 h 10000"/>
                  <a:gd name="connsiteX12-5495" fmla="*/ 8568 w 10000"/>
                  <a:gd name="connsiteY12-5496" fmla="*/ 4203 h 10000"/>
                  <a:gd name="connsiteX13-5497" fmla="*/ 7941 w 10000"/>
                  <a:gd name="connsiteY13-5498" fmla="*/ 4184 h 10000"/>
                  <a:gd name="connsiteX14-5499" fmla="*/ 7748 w 10000"/>
                  <a:gd name="connsiteY14-5500" fmla="*/ 4276 h 10000"/>
                  <a:gd name="connsiteX15-5501" fmla="*/ 7829 w 10000"/>
                  <a:gd name="connsiteY15-5502" fmla="*/ 4496 h 10000"/>
                  <a:gd name="connsiteX16-5503" fmla="*/ 8664 w 10000"/>
                  <a:gd name="connsiteY16-5504" fmla="*/ 4514 h 10000"/>
                  <a:gd name="connsiteX17-5505" fmla="*/ 9163 w 10000"/>
                  <a:gd name="connsiteY17-5506" fmla="*/ 3928 h 10000"/>
                  <a:gd name="connsiteX18-5507" fmla="*/ 8857 w 10000"/>
                  <a:gd name="connsiteY18-5508" fmla="*/ 2533 h 10000"/>
                  <a:gd name="connsiteX19-5509" fmla="*/ 7637 w 10000"/>
                  <a:gd name="connsiteY19-5510" fmla="*/ 2350 h 10000"/>
                  <a:gd name="connsiteX20-5511" fmla="*/ 6720 w 10000"/>
                  <a:gd name="connsiteY20-5512" fmla="*/ 1360 h 10000"/>
                  <a:gd name="connsiteX21-5513" fmla="*/ 5627 w 10000"/>
                  <a:gd name="connsiteY21-5514" fmla="*/ 1470 h 10000"/>
                  <a:gd name="connsiteX22-5515" fmla="*/ 4390 w 10000"/>
                  <a:gd name="connsiteY22-5516" fmla="*/ 902 h 10000"/>
                  <a:gd name="connsiteX23-5517" fmla="*/ 3442 w 10000"/>
                  <a:gd name="connsiteY23-5518" fmla="*/ 1543 h 10000"/>
                  <a:gd name="connsiteX24-5519" fmla="*/ 3201 w 10000"/>
                  <a:gd name="connsiteY24-5520" fmla="*/ 2277 h 10000"/>
                  <a:gd name="connsiteX25-5521" fmla="*/ 1578 w 10000"/>
                  <a:gd name="connsiteY25-5522" fmla="*/ 2771 h 10000"/>
                  <a:gd name="connsiteX26-5523" fmla="*/ 1257 w 10000"/>
                  <a:gd name="connsiteY26-5524" fmla="*/ 4203 h 10000"/>
                  <a:gd name="connsiteX27-5525" fmla="*/ 902 w 10000"/>
                  <a:gd name="connsiteY27-5526" fmla="*/ 5486 h 10000"/>
                  <a:gd name="connsiteX28-5527" fmla="*/ 1417 w 10000"/>
                  <a:gd name="connsiteY28-5528" fmla="*/ 6294 h 10000"/>
                  <a:gd name="connsiteX29-5529" fmla="*/ 2670 w 10000"/>
                  <a:gd name="connsiteY29-5530" fmla="*/ 6129 h 10000"/>
                  <a:gd name="connsiteX30-5531" fmla="*/ 4518 w 10000"/>
                  <a:gd name="connsiteY30-5532" fmla="*/ 6092 h 10000"/>
                  <a:gd name="connsiteX31-5533" fmla="*/ 5531 w 10000"/>
                  <a:gd name="connsiteY31-5534" fmla="*/ 6642 h 10000"/>
                  <a:gd name="connsiteX32-5535" fmla="*/ 5611 w 10000"/>
                  <a:gd name="connsiteY32-5536" fmla="*/ 6642 h 10000"/>
                  <a:gd name="connsiteX33-5537" fmla="*/ 6093 w 10000"/>
                  <a:gd name="connsiteY33-5538" fmla="*/ 6129 h 10000"/>
                  <a:gd name="connsiteX34-5539" fmla="*/ 6013 w 10000"/>
                  <a:gd name="connsiteY34-5540" fmla="*/ 5907 h 10000"/>
                  <a:gd name="connsiteX35-5541" fmla="*/ 5820 w 10000"/>
                  <a:gd name="connsiteY35-5542" fmla="*/ 5981 h 10000"/>
                  <a:gd name="connsiteX36-5543" fmla="*/ 5547 w 10000"/>
                  <a:gd name="connsiteY36-5544" fmla="*/ 6312 h 10000"/>
                  <a:gd name="connsiteX37-5545" fmla="*/ 4695 w 10000"/>
                  <a:gd name="connsiteY37-5546" fmla="*/ 5834 h 10000"/>
                  <a:gd name="connsiteX38-5547" fmla="*/ 2510 w 10000"/>
                  <a:gd name="connsiteY38-5548" fmla="*/ 5852 h 10000"/>
                  <a:gd name="connsiteX39-5549" fmla="*/ 1545 w 10000"/>
                  <a:gd name="connsiteY39-5550" fmla="*/ 5981 h 10000"/>
                  <a:gd name="connsiteX40-5551" fmla="*/ 1208 w 10000"/>
                  <a:gd name="connsiteY40-5552" fmla="*/ 5431 h 10000"/>
                  <a:gd name="connsiteX41-5553" fmla="*/ 1514 w 10000"/>
                  <a:gd name="connsiteY41-5554" fmla="*/ 4386 h 10000"/>
                  <a:gd name="connsiteX42-5555" fmla="*/ 1561 w 10000"/>
                  <a:gd name="connsiteY42-5556" fmla="*/ 4203 h 10000"/>
                  <a:gd name="connsiteX43-5557" fmla="*/ 1787 w 10000"/>
                  <a:gd name="connsiteY43-5558" fmla="*/ 2991 h 10000"/>
                  <a:gd name="connsiteX44-5559" fmla="*/ 3136 w 10000"/>
                  <a:gd name="connsiteY44-5560" fmla="*/ 2606 h 10000"/>
                  <a:gd name="connsiteX45-5561" fmla="*/ 3876 w 10000"/>
                  <a:gd name="connsiteY45-5562" fmla="*/ 3799 h 10000"/>
                  <a:gd name="connsiteX46-5563" fmla="*/ 2703 w 10000"/>
                  <a:gd name="connsiteY46-5564" fmla="*/ 4569 h 10000"/>
                  <a:gd name="connsiteX47-5565" fmla="*/ 2719 w 10000"/>
                  <a:gd name="connsiteY47-5566" fmla="*/ 4808 h 10000"/>
                  <a:gd name="connsiteX48-5567" fmla="*/ 2927 w 10000"/>
                  <a:gd name="connsiteY48-5568" fmla="*/ 4771 h 10000"/>
                  <a:gd name="connsiteX49-5569" fmla="*/ 4744 w 10000"/>
                  <a:gd name="connsiteY49-5570" fmla="*/ 4423 h 10000"/>
                  <a:gd name="connsiteX50-5571" fmla="*/ 4937 w 10000"/>
                  <a:gd name="connsiteY50-5572" fmla="*/ 4423 h 10000"/>
                  <a:gd name="connsiteX51-5573" fmla="*/ 5804 w 10000"/>
                  <a:gd name="connsiteY51-5574" fmla="*/ 4184 h 10000"/>
                  <a:gd name="connsiteX52-5575" fmla="*/ 6383 w 10000"/>
                  <a:gd name="connsiteY52-5576" fmla="*/ 4973 h 10000"/>
                  <a:gd name="connsiteX53-5577" fmla="*/ 6512 w 10000"/>
                  <a:gd name="connsiteY53-5578" fmla="*/ 5119 h 10000"/>
                  <a:gd name="connsiteX54-5579" fmla="*/ 7572 w 10000"/>
                  <a:gd name="connsiteY54-5580" fmla="*/ 6532 h 10000"/>
                  <a:gd name="connsiteX55-5581" fmla="*/ 7042 w 10000"/>
                  <a:gd name="connsiteY55-5582" fmla="*/ 7938 h 10000"/>
                  <a:gd name="connsiteX56-5583" fmla="*/ 5483 w 10000"/>
                  <a:gd name="connsiteY56-5584" fmla="*/ 8218 h 10000"/>
                  <a:gd name="connsiteX57-5585" fmla="*/ 3490 w 10000"/>
                  <a:gd name="connsiteY57-5586" fmla="*/ 8053 h 10000"/>
                  <a:gd name="connsiteX58-5587" fmla="*/ 3345 w 10000"/>
                  <a:gd name="connsiteY58-5588" fmla="*/ 7357 h 10000"/>
                  <a:gd name="connsiteX59-5589" fmla="*/ 3586 w 10000"/>
                  <a:gd name="connsiteY59-5590" fmla="*/ 7082 h 10000"/>
                  <a:gd name="connsiteX60-5591" fmla="*/ 3683 w 10000"/>
                  <a:gd name="connsiteY60-5592" fmla="*/ 6880 h 10000"/>
                  <a:gd name="connsiteX61-5593" fmla="*/ 3490 w 10000"/>
                  <a:gd name="connsiteY61-5594" fmla="*/ 6770 h 10000"/>
                  <a:gd name="connsiteX62-5595" fmla="*/ 3072 w 10000"/>
                  <a:gd name="connsiteY62-5596" fmla="*/ 7247 h 10000"/>
                  <a:gd name="connsiteX63-5597" fmla="*/ 3249 w 10000"/>
                  <a:gd name="connsiteY63-5598" fmla="*/ 8255 h 10000"/>
                  <a:gd name="connsiteX64-5599" fmla="*/ 3249 w 10000"/>
                  <a:gd name="connsiteY64-5600" fmla="*/ 8273 h 10000"/>
                  <a:gd name="connsiteX65-5601" fmla="*/ 4680 w 10000"/>
                  <a:gd name="connsiteY65-5602" fmla="*/ 8825 h 10000"/>
                  <a:gd name="connsiteX66-5603" fmla="*/ 5354 w 10000"/>
                  <a:gd name="connsiteY66-5604" fmla="*/ 8677 h 10000"/>
                  <a:gd name="connsiteX67-5605" fmla="*/ 3393 w 10000"/>
                  <a:gd name="connsiteY67-5606" fmla="*/ 9998 h 10000"/>
                  <a:gd name="connsiteX68-5607" fmla="*/ 2253 w 10000"/>
                  <a:gd name="connsiteY68-5608" fmla="*/ 9228 h 10000"/>
                  <a:gd name="connsiteX69-5609" fmla="*/ 1224 w 10000"/>
                  <a:gd name="connsiteY69-5610" fmla="*/ 7137 h 10000"/>
                  <a:gd name="connsiteX70-5611" fmla="*/ 3 w 10000"/>
                  <a:gd name="connsiteY70-5612" fmla="*/ 4954 h 10000"/>
                  <a:gd name="connsiteX0-5613" fmla="*/ 3 w 10000"/>
                  <a:gd name="connsiteY0-5614" fmla="*/ 4954 h 10000"/>
                  <a:gd name="connsiteX1-5615" fmla="*/ 726 w 10000"/>
                  <a:gd name="connsiteY1-5616" fmla="*/ 3028 h 10000"/>
                  <a:gd name="connsiteX2-5617" fmla="*/ 1337 w 10000"/>
                  <a:gd name="connsiteY2-5618" fmla="*/ 1635 h 10000"/>
                  <a:gd name="connsiteX3-5619" fmla="*/ 3233 w 10000"/>
                  <a:gd name="connsiteY3-5620" fmla="*/ 773 h 10000"/>
                  <a:gd name="connsiteX4-5621" fmla="*/ 5997 w 10000"/>
                  <a:gd name="connsiteY4-5622" fmla="*/ 424 h 10000"/>
                  <a:gd name="connsiteX5-5623" fmla="*/ 8488 w 10000"/>
                  <a:gd name="connsiteY5-5624" fmla="*/ 1452 h 10000"/>
                  <a:gd name="connsiteX6-5625" fmla="*/ 9693 w 10000"/>
                  <a:gd name="connsiteY6-5626" fmla="*/ 4661 h 10000"/>
                  <a:gd name="connsiteX7-5627" fmla="*/ 7765 w 10000"/>
                  <a:gd name="connsiteY7-5628" fmla="*/ 5852 h 10000"/>
                  <a:gd name="connsiteX8-5629" fmla="*/ 6752 w 10000"/>
                  <a:gd name="connsiteY8-5630" fmla="*/ 4844 h 10000"/>
                  <a:gd name="connsiteX9-5631" fmla="*/ 7444 w 10000"/>
                  <a:gd name="connsiteY9-5632" fmla="*/ 2845 h 10000"/>
                  <a:gd name="connsiteX10-5633" fmla="*/ 8680 w 10000"/>
                  <a:gd name="connsiteY10-5634" fmla="*/ 2808 h 10000"/>
                  <a:gd name="connsiteX11-5635" fmla="*/ 8873 w 10000"/>
                  <a:gd name="connsiteY11-5636" fmla="*/ 3799 h 10000"/>
                  <a:gd name="connsiteX12-5637" fmla="*/ 8568 w 10000"/>
                  <a:gd name="connsiteY12-5638" fmla="*/ 4203 h 10000"/>
                  <a:gd name="connsiteX13-5639" fmla="*/ 7941 w 10000"/>
                  <a:gd name="connsiteY13-5640" fmla="*/ 4184 h 10000"/>
                  <a:gd name="connsiteX14-5641" fmla="*/ 7748 w 10000"/>
                  <a:gd name="connsiteY14-5642" fmla="*/ 4276 h 10000"/>
                  <a:gd name="connsiteX15-5643" fmla="*/ 7829 w 10000"/>
                  <a:gd name="connsiteY15-5644" fmla="*/ 4496 h 10000"/>
                  <a:gd name="connsiteX16-5645" fmla="*/ 8664 w 10000"/>
                  <a:gd name="connsiteY16-5646" fmla="*/ 4514 h 10000"/>
                  <a:gd name="connsiteX17-5647" fmla="*/ 9163 w 10000"/>
                  <a:gd name="connsiteY17-5648" fmla="*/ 3928 h 10000"/>
                  <a:gd name="connsiteX18-5649" fmla="*/ 8857 w 10000"/>
                  <a:gd name="connsiteY18-5650" fmla="*/ 2533 h 10000"/>
                  <a:gd name="connsiteX19-5651" fmla="*/ 7637 w 10000"/>
                  <a:gd name="connsiteY19-5652" fmla="*/ 2350 h 10000"/>
                  <a:gd name="connsiteX20-5653" fmla="*/ 6720 w 10000"/>
                  <a:gd name="connsiteY20-5654" fmla="*/ 1360 h 10000"/>
                  <a:gd name="connsiteX21-5655" fmla="*/ 5627 w 10000"/>
                  <a:gd name="connsiteY21-5656" fmla="*/ 1470 h 10000"/>
                  <a:gd name="connsiteX22-5657" fmla="*/ 4390 w 10000"/>
                  <a:gd name="connsiteY22-5658" fmla="*/ 902 h 10000"/>
                  <a:gd name="connsiteX23-5659" fmla="*/ 3442 w 10000"/>
                  <a:gd name="connsiteY23-5660" fmla="*/ 1543 h 10000"/>
                  <a:gd name="connsiteX24-5661" fmla="*/ 3201 w 10000"/>
                  <a:gd name="connsiteY24-5662" fmla="*/ 2277 h 10000"/>
                  <a:gd name="connsiteX25-5663" fmla="*/ 1578 w 10000"/>
                  <a:gd name="connsiteY25-5664" fmla="*/ 2771 h 10000"/>
                  <a:gd name="connsiteX26-5665" fmla="*/ 1257 w 10000"/>
                  <a:gd name="connsiteY26-5666" fmla="*/ 4203 h 10000"/>
                  <a:gd name="connsiteX27-5667" fmla="*/ 902 w 10000"/>
                  <a:gd name="connsiteY27-5668" fmla="*/ 5486 h 10000"/>
                  <a:gd name="connsiteX28-5669" fmla="*/ 1417 w 10000"/>
                  <a:gd name="connsiteY28-5670" fmla="*/ 6294 h 10000"/>
                  <a:gd name="connsiteX29-5671" fmla="*/ 2670 w 10000"/>
                  <a:gd name="connsiteY29-5672" fmla="*/ 6129 h 10000"/>
                  <a:gd name="connsiteX30-5673" fmla="*/ 4518 w 10000"/>
                  <a:gd name="connsiteY30-5674" fmla="*/ 6092 h 10000"/>
                  <a:gd name="connsiteX31-5675" fmla="*/ 5531 w 10000"/>
                  <a:gd name="connsiteY31-5676" fmla="*/ 6642 h 10000"/>
                  <a:gd name="connsiteX32-5677" fmla="*/ 5611 w 10000"/>
                  <a:gd name="connsiteY32-5678" fmla="*/ 6642 h 10000"/>
                  <a:gd name="connsiteX33-5679" fmla="*/ 6093 w 10000"/>
                  <a:gd name="connsiteY33-5680" fmla="*/ 6129 h 10000"/>
                  <a:gd name="connsiteX34-5681" fmla="*/ 6013 w 10000"/>
                  <a:gd name="connsiteY34-5682" fmla="*/ 5907 h 10000"/>
                  <a:gd name="connsiteX35-5683" fmla="*/ 5820 w 10000"/>
                  <a:gd name="connsiteY35-5684" fmla="*/ 5981 h 10000"/>
                  <a:gd name="connsiteX36-5685" fmla="*/ 5547 w 10000"/>
                  <a:gd name="connsiteY36-5686" fmla="*/ 6312 h 10000"/>
                  <a:gd name="connsiteX37-5687" fmla="*/ 4695 w 10000"/>
                  <a:gd name="connsiteY37-5688" fmla="*/ 5834 h 10000"/>
                  <a:gd name="connsiteX38-5689" fmla="*/ 2510 w 10000"/>
                  <a:gd name="connsiteY38-5690" fmla="*/ 5852 h 10000"/>
                  <a:gd name="connsiteX39-5691" fmla="*/ 1545 w 10000"/>
                  <a:gd name="connsiteY39-5692" fmla="*/ 5981 h 10000"/>
                  <a:gd name="connsiteX40-5693" fmla="*/ 1208 w 10000"/>
                  <a:gd name="connsiteY40-5694" fmla="*/ 5431 h 10000"/>
                  <a:gd name="connsiteX41-5695" fmla="*/ 1514 w 10000"/>
                  <a:gd name="connsiteY41-5696" fmla="*/ 4386 h 10000"/>
                  <a:gd name="connsiteX42-5697" fmla="*/ 1561 w 10000"/>
                  <a:gd name="connsiteY42-5698" fmla="*/ 4203 h 10000"/>
                  <a:gd name="connsiteX43-5699" fmla="*/ 1787 w 10000"/>
                  <a:gd name="connsiteY43-5700" fmla="*/ 2991 h 10000"/>
                  <a:gd name="connsiteX44-5701" fmla="*/ 3136 w 10000"/>
                  <a:gd name="connsiteY44-5702" fmla="*/ 2606 h 10000"/>
                  <a:gd name="connsiteX45-5703" fmla="*/ 3876 w 10000"/>
                  <a:gd name="connsiteY45-5704" fmla="*/ 3799 h 10000"/>
                  <a:gd name="connsiteX46-5705" fmla="*/ 2703 w 10000"/>
                  <a:gd name="connsiteY46-5706" fmla="*/ 4569 h 10000"/>
                  <a:gd name="connsiteX47-5707" fmla="*/ 2719 w 10000"/>
                  <a:gd name="connsiteY47-5708" fmla="*/ 4808 h 10000"/>
                  <a:gd name="connsiteX48-5709" fmla="*/ 2927 w 10000"/>
                  <a:gd name="connsiteY48-5710" fmla="*/ 4771 h 10000"/>
                  <a:gd name="connsiteX49-5711" fmla="*/ 4744 w 10000"/>
                  <a:gd name="connsiteY49-5712" fmla="*/ 4423 h 10000"/>
                  <a:gd name="connsiteX50-5713" fmla="*/ 4937 w 10000"/>
                  <a:gd name="connsiteY50-5714" fmla="*/ 4423 h 10000"/>
                  <a:gd name="connsiteX51-5715" fmla="*/ 5804 w 10000"/>
                  <a:gd name="connsiteY51-5716" fmla="*/ 4184 h 10000"/>
                  <a:gd name="connsiteX52-5717" fmla="*/ 6383 w 10000"/>
                  <a:gd name="connsiteY52-5718" fmla="*/ 4973 h 10000"/>
                  <a:gd name="connsiteX53-5719" fmla="*/ 6512 w 10000"/>
                  <a:gd name="connsiteY53-5720" fmla="*/ 5119 h 10000"/>
                  <a:gd name="connsiteX54-5721" fmla="*/ 7572 w 10000"/>
                  <a:gd name="connsiteY54-5722" fmla="*/ 6532 h 10000"/>
                  <a:gd name="connsiteX55-5723" fmla="*/ 7042 w 10000"/>
                  <a:gd name="connsiteY55-5724" fmla="*/ 7938 h 10000"/>
                  <a:gd name="connsiteX56-5725" fmla="*/ 5483 w 10000"/>
                  <a:gd name="connsiteY56-5726" fmla="*/ 8218 h 10000"/>
                  <a:gd name="connsiteX57-5727" fmla="*/ 3490 w 10000"/>
                  <a:gd name="connsiteY57-5728" fmla="*/ 8053 h 10000"/>
                  <a:gd name="connsiteX58-5729" fmla="*/ 3345 w 10000"/>
                  <a:gd name="connsiteY58-5730" fmla="*/ 7357 h 10000"/>
                  <a:gd name="connsiteX59-5731" fmla="*/ 3586 w 10000"/>
                  <a:gd name="connsiteY59-5732" fmla="*/ 7082 h 10000"/>
                  <a:gd name="connsiteX60-5733" fmla="*/ 3683 w 10000"/>
                  <a:gd name="connsiteY60-5734" fmla="*/ 6880 h 10000"/>
                  <a:gd name="connsiteX61-5735" fmla="*/ 3490 w 10000"/>
                  <a:gd name="connsiteY61-5736" fmla="*/ 6770 h 10000"/>
                  <a:gd name="connsiteX62-5737" fmla="*/ 3072 w 10000"/>
                  <a:gd name="connsiteY62-5738" fmla="*/ 7247 h 10000"/>
                  <a:gd name="connsiteX63-5739" fmla="*/ 3249 w 10000"/>
                  <a:gd name="connsiteY63-5740" fmla="*/ 8255 h 10000"/>
                  <a:gd name="connsiteX64-5741" fmla="*/ 3249 w 10000"/>
                  <a:gd name="connsiteY64-5742" fmla="*/ 8273 h 10000"/>
                  <a:gd name="connsiteX65-5743" fmla="*/ 4680 w 10000"/>
                  <a:gd name="connsiteY65-5744" fmla="*/ 8825 h 10000"/>
                  <a:gd name="connsiteX66-5745" fmla="*/ 5354 w 10000"/>
                  <a:gd name="connsiteY66-5746" fmla="*/ 8677 h 10000"/>
                  <a:gd name="connsiteX67-5747" fmla="*/ 3393 w 10000"/>
                  <a:gd name="connsiteY67-5748" fmla="*/ 9998 h 10000"/>
                  <a:gd name="connsiteX68-5749" fmla="*/ 2253 w 10000"/>
                  <a:gd name="connsiteY68-5750" fmla="*/ 9228 h 10000"/>
                  <a:gd name="connsiteX69-5751" fmla="*/ 1224 w 10000"/>
                  <a:gd name="connsiteY69-5752" fmla="*/ 7137 h 10000"/>
                  <a:gd name="connsiteX70-5753" fmla="*/ 3 w 10000"/>
                  <a:gd name="connsiteY70-5754" fmla="*/ 4954 h 10000"/>
                  <a:gd name="connsiteX0-5755" fmla="*/ 3 w 10000"/>
                  <a:gd name="connsiteY0-5756" fmla="*/ 4954 h 10000"/>
                  <a:gd name="connsiteX1-5757" fmla="*/ 726 w 10000"/>
                  <a:gd name="connsiteY1-5758" fmla="*/ 3028 h 10000"/>
                  <a:gd name="connsiteX2-5759" fmla="*/ 1337 w 10000"/>
                  <a:gd name="connsiteY2-5760" fmla="*/ 1635 h 10000"/>
                  <a:gd name="connsiteX3-5761" fmla="*/ 3233 w 10000"/>
                  <a:gd name="connsiteY3-5762" fmla="*/ 773 h 10000"/>
                  <a:gd name="connsiteX4-5763" fmla="*/ 5997 w 10000"/>
                  <a:gd name="connsiteY4-5764" fmla="*/ 424 h 10000"/>
                  <a:gd name="connsiteX5-5765" fmla="*/ 8488 w 10000"/>
                  <a:gd name="connsiteY5-5766" fmla="*/ 1452 h 10000"/>
                  <a:gd name="connsiteX6-5767" fmla="*/ 9693 w 10000"/>
                  <a:gd name="connsiteY6-5768" fmla="*/ 4661 h 10000"/>
                  <a:gd name="connsiteX7-5769" fmla="*/ 7765 w 10000"/>
                  <a:gd name="connsiteY7-5770" fmla="*/ 5852 h 10000"/>
                  <a:gd name="connsiteX8-5771" fmla="*/ 6752 w 10000"/>
                  <a:gd name="connsiteY8-5772" fmla="*/ 4844 h 10000"/>
                  <a:gd name="connsiteX9-5773" fmla="*/ 7444 w 10000"/>
                  <a:gd name="connsiteY9-5774" fmla="*/ 2845 h 10000"/>
                  <a:gd name="connsiteX10-5775" fmla="*/ 8680 w 10000"/>
                  <a:gd name="connsiteY10-5776" fmla="*/ 2808 h 10000"/>
                  <a:gd name="connsiteX11-5777" fmla="*/ 8873 w 10000"/>
                  <a:gd name="connsiteY11-5778" fmla="*/ 3799 h 10000"/>
                  <a:gd name="connsiteX12-5779" fmla="*/ 8568 w 10000"/>
                  <a:gd name="connsiteY12-5780" fmla="*/ 4203 h 10000"/>
                  <a:gd name="connsiteX13-5781" fmla="*/ 7941 w 10000"/>
                  <a:gd name="connsiteY13-5782" fmla="*/ 4184 h 10000"/>
                  <a:gd name="connsiteX14-5783" fmla="*/ 7748 w 10000"/>
                  <a:gd name="connsiteY14-5784" fmla="*/ 4276 h 10000"/>
                  <a:gd name="connsiteX15-5785" fmla="*/ 7829 w 10000"/>
                  <a:gd name="connsiteY15-5786" fmla="*/ 4496 h 10000"/>
                  <a:gd name="connsiteX16-5787" fmla="*/ 8664 w 10000"/>
                  <a:gd name="connsiteY16-5788" fmla="*/ 4514 h 10000"/>
                  <a:gd name="connsiteX17-5789" fmla="*/ 9163 w 10000"/>
                  <a:gd name="connsiteY17-5790" fmla="*/ 3928 h 10000"/>
                  <a:gd name="connsiteX18-5791" fmla="*/ 8857 w 10000"/>
                  <a:gd name="connsiteY18-5792" fmla="*/ 2533 h 10000"/>
                  <a:gd name="connsiteX19-5793" fmla="*/ 7637 w 10000"/>
                  <a:gd name="connsiteY19-5794" fmla="*/ 2350 h 10000"/>
                  <a:gd name="connsiteX20-5795" fmla="*/ 6720 w 10000"/>
                  <a:gd name="connsiteY20-5796" fmla="*/ 1360 h 10000"/>
                  <a:gd name="connsiteX21-5797" fmla="*/ 5627 w 10000"/>
                  <a:gd name="connsiteY21-5798" fmla="*/ 1470 h 10000"/>
                  <a:gd name="connsiteX22-5799" fmla="*/ 4390 w 10000"/>
                  <a:gd name="connsiteY22-5800" fmla="*/ 902 h 10000"/>
                  <a:gd name="connsiteX23-5801" fmla="*/ 3442 w 10000"/>
                  <a:gd name="connsiteY23-5802" fmla="*/ 1543 h 10000"/>
                  <a:gd name="connsiteX24-5803" fmla="*/ 3201 w 10000"/>
                  <a:gd name="connsiteY24-5804" fmla="*/ 2277 h 10000"/>
                  <a:gd name="connsiteX25-5805" fmla="*/ 1578 w 10000"/>
                  <a:gd name="connsiteY25-5806" fmla="*/ 2771 h 10000"/>
                  <a:gd name="connsiteX26-5807" fmla="*/ 1257 w 10000"/>
                  <a:gd name="connsiteY26-5808" fmla="*/ 4203 h 10000"/>
                  <a:gd name="connsiteX27-5809" fmla="*/ 902 w 10000"/>
                  <a:gd name="connsiteY27-5810" fmla="*/ 5486 h 10000"/>
                  <a:gd name="connsiteX28-5811" fmla="*/ 1417 w 10000"/>
                  <a:gd name="connsiteY28-5812" fmla="*/ 6294 h 10000"/>
                  <a:gd name="connsiteX29-5813" fmla="*/ 2670 w 10000"/>
                  <a:gd name="connsiteY29-5814" fmla="*/ 6129 h 10000"/>
                  <a:gd name="connsiteX30-5815" fmla="*/ 4518 w 10000"/>
                  <a:gd name="connsiteY30-5816" fmla="*/ 6092 h 10000"/>
                  <a:gd name="connsiteX31-5817" fmla="*/ 5531 w 10000"/>
                  <a:gd name="connsiteY31-5818" fmla="*/ 6642 h 10000"/>
                  <a:gd name="connsiteX32-5819" fmla="*/ 5611 w 10000"/>
                  <a:gd name="connsiteY32-5820" fmla="*/ 6642 h 10000"/>
                  <a:gd name="connsiteX33-5821" fmla="*/ 6093 w 10000"/>
                  <a:gd name="connsiteY33-5822" fmla="*/ 6129 h 10000"/>
                  <a:gd name="connsiteX34-5823" fmla="*/ 6013 w 10000"/>
                  <a:gd name="connsiteY34-5824" fmla="*/ 5907 h 10000"/>
                  <a:gd name="connsiteX35-5825" fmla="*/ 5820 w 10000"/>
                  <a:gd name="connsiteY35-5826" fmla="*/ 5981 h 10000"/>
                  <a:gd name="connsiteX36-5827" fmla="*/ 5547 w 10000"/>
                  <a:gd name="connsiteY36-5828" fmla="*/ 6312 h 10000"/>
                  <a:gd name="connsiteX37-5829" fmla="*/ 4695 w 10000"/>
                  <a:gd name="connsiteY37-5830" fmla="*/ 5834 h 10000"/>
                  <a:gd name="connsiteX38-5831" fmla="*/ 2510 w 10000"/>
                  <a:gd name="connsiteY38-5832" fmla="*/ 5852 h 10000"/>
                  <a:gd name="connsiteX39-5833" fmla="*/ 1545 w 10000"/>
                  <a:gd name="connsiteY39-5834" fmla="*/ 5981 h 10000"/>
                  <a:gd name="connsiteX40-5835" fmla="*/ 1208 w 10000"/>
                  <a:gd name="connsiteY40-5836" fmla="*/ 5431 h 10000"/>
                  <a:gd name="connsiteX41-5837" fmla="*/ 1514 w 10000"/>
                  <a:gd name="connsiteY41-5838" fmla="*/ 4386 h 10000"/>
                  <a:gd name="connsiteX42-5839" fmla="*/ 1561 w 10000"/>
                  <a:gd name="connsiteY42-5840" fmla="*/ 4203 h 10000"/>
                  <a:gd name="connsiteX43-5841" fmla="*/ 1787 w 10000"/>
                  <a:gd name="connsiteY43-5842" fmla="*/ 2991 h 10000"/>
                  <a:gd name="connsiteX44-5843" fmla="*/ 3136 w 10000"/>
                  <a:gd name="connsiteY44-5844" fmla="*/ 2606 h 10000"/>
                  <a:gd name="connsiteX45-5845" fmla="*/ 3876 w 10000"/>
                  <a:gd name="connsiteY45-5846" fmla="*/ 3799 h 10000"/>
                  <a:gd name="connsiteX46-5847" fmla="*/ 2703 w 10000"/>
                  <a:gd name="connsiteY46-5848" fmla="*/ 4569 h 10000"/>
                  <a:gd name="connsiteX47-5849" fmla="*/ 2719 w 10000"/>
                  <a:gd name="connsiteY47-5850" fmla="*/ 4808 h 10000"/>
                  <a:gd name="connsiteX48-5851" fmla="*/ 2927 w 10000"/>
                  <a:gd name="connsiteY48-5852" fmla="*/ 4771 h 10000"/>
                  <a:gd name="connsiteX49-5853" fmla="*/ 4744 w 10000"/>
                  <a:gd name="connsiteY49-5854" fmla="*/ 4423 h 10000"/>
                  <a:gd name="connsiteX50-5855" fmla="*/ 4937 w 10000"/>
                  <a:gd name="connsiteY50-5856" fmla="*/ 4423 h 10000"/>
                  <a:gd name="connsiteX51-5857" fmla="*/ 5804 w 10000"/>
                  <a:gd name="connsiteY51-5858" fmla="*/ 4184 h 10000"/>
                  <a:gd name="connsiteX52-5859" fmla="*/ 6383 w 10000"/>
                  <a:gd name="connsiteY52-5860" fmla="*/ 4973 h 10000"/>
                  <a:gd name="connsiteX53-5861" fmla="*/ 6512 w 10000"/>
                  <a:gd name="connsiteY53-5862" fmla="*/ 5119 h 10000"/>
                  <a:gd name="connsiteX54-5863" fmla="*/ 7572 w 10000"/>
                  <a:gd name="connsiteY54-5864" fmla="*/ 6532 h 10000"/>
                  <a:gd name="connsiteX55-5865" fmla="*/ 7042 w 10000"/>
                  <a:gd name="connsiteY55-5866" fmla="*/ 7938 h 10000"/>
                  <a:gd name="connsiteX56-5867" fmla="*/ 5483 w 10000"/>
                  <a:gd name="connsiteY56-5868" fmla="*/ 8218 h 10000"/>
                  <a:gd name="connsiteX57-5869" fmla="*/ 3490 w 10000"/>
                  <a:gd name="connsiteY57-5870" fmla="*/ 8053 h 10000"/>
                  <a:gd name="connsiteX58-5871" fmla="*/ 3345 w 10000"/>
                  <a:gd name="connsiteY58-5872" fmla="*/ 7357 h 10000"/>
                  <a:gd name="connsiteX59-5873" fmla="*/ 3586 w 10000"/>
                  <a:gd name="connsiteY59-5874" fmla="*/ 7082 h 10000"/>
                  <a:gd name="connsiteX60-5875" fmla="*/ 3683 w 10000"/>
                  <a:gd name="connsiteY60-5876" fmla="*/ 6880 h 10000"/>
                  <a:gd name="connsiteX61-5877" fmla="*/ 3490 w 10000"/>
                  <a:gd name="connsiteY61-5878" fmla="*/ 6770 h 10000"/>
                  <a:gd name="connsiteX62-5879" fmla="*/ 3072 w 10000"/>
                  <a:gd name="connsiteY62-5880" fmla="*/ 7247 h 10000"/>
                  <a:gd name="connsiteX63-5881" fmla="*/ 3249 w 10000"/>
                  <a:gd name="connsiteY63-5882" fmla="*/ 8255 h 10000"/>
                  <a:gd name="connsiteX64-5883" fmla="*/ 3249 w 10000"/>
                  <a:gd name="connsiteY64-5884" fmla="*/ 8273 h 10000"/>
                  <a:gd name="connsiteX65-5885" fmla="*/ 4680 w 10000"/>
                  <a:gd name="connsiteY65-5886" fmla="*/ 8825 h 10000"/>
                  <a:gd name="connsiteX66-5887" fmla="*/ 5354 w 10000"/>
                  <a:gd name="connsiteY66-5888" fmla="*/ 8677 h 10000"/>
                  <a:gd name="connsiteX67-5889" fmla="*/ 3393 w 10000"/>
                  <a:gd name="connsiteY67-5890" fmla="*/ 9998 h 10000"/>
                  <a:gd name="connsiteX68-5891" fmla="*/ 2253 w 10000"/>
                  <a:gd name="connsiteY68-5892" fmla="*/ 9228 h 10000"/>
                  <a:gd name="connsiteX69-5893" fmla="*/ 1224 w 10000"/>
                  <a:gd name="connsiteY69-5894" fmla="*/ 7137 h 10000"/>
                  <a:gd name="connsiteX70-5895" fmla="*/ 3 w 10000"/>
                  <a:gd name="connsiteY70-5896" fmla="*/ 4954 h 10000"/>
                  <a:gd name="connsiteX0-5897" fmla="*/ 3 w 10000"/>
                  <a:gd name="connsiteY0-5898" fmla="*/ 4954 h 10000"/>
                  <a:gd name="connsiteX1-5899" fmla="*/ 726 w 10000"/>
                  <a:gd name="connsiteY1-5900" fmla="*/ 3028 h 10000"/>
                  <a:gd name="connsiteX2-5901" fmla="*/ 1337 w 10000"/>
                  <a:gd name="connsiteY2-5902" fmla="*/ 1635 h 10000"/>
                  <a:gd name="connsiteX3-5903" fmla="*/ 3233 w 10000"/>
                  <a:gd name="connsiteY3-5904" fmla="*/ 773 h 10000"/>
                  <a:gd name="connsiteX4-5905" fmla="*/ 5997 w 10000"/>
                  <a:gd name="connsiteY4-5906" fmla="*/ 424 h 10000"/>
                  <a:gd name="connsiteX5-5907" fmla="*/ 8488 w 10000"/>
                  <a:gd name="connsiteY5-5908" fmla="*/ 1452 h 10000"/>
                  <a:gd name="connsiteX6-5909" fmla="*/ 9693 w 10000"/>
                  <a:gd name="connsiteY6-5910" fmla="*/ 4661 h 10000"/>
                  <a:gd name="connsiteX7-5911" fmla="*/ 7765 w 10000"/>
                  <a:gd name="connsiteY7-5912" fmla="*/ 5852 h 10000"/>
                  <a:gd name="connsiteX8-5913" fmla="*/ 6752 w 10000"/>
                  <a:gd name="connsiteY8-5914" fmla="*/ 4844 h 10000"/>
                  <a:gd name="connsiteX9-5915" fmla="*/ 7444 w 10000"/>
                  <a:gd name="connsiteY9-5916" fmla="*/ 2845 h 10000"/>
                  <a:gd name="connsiteX10-5917" fmla="*/ 8680 w 10000"/>
                  <a:gd name="connsiteY10-5918" fmla="*/ 2808 h 10000"/>
                  <a:gd name="connsiteX11-5919" fmla="*/ 8873 w 10000"/>
                  <a:gd name="connsiteY11-5920" fmla="*/ 3799 h 10000"/>
                  <a:gd name="connsiteX12-5921" fmla="*/ 8568 w 10000"/>
                  <a:gd name="connsiteY12-5922" fmla="*/ 4203 h 10000"/>
                  <a:gd name="connsiteX13-5923" fmla="*/ 7941 w 10000"/>
                  <a:gd name="connsiteY13-5924" fmla="*/ 4184 h 10000"/>
                  <a:gd name="connsiteX14-5925" fmla="*/ 7748 w 10000"/>
                  <a:gd name="connsiteY14-5926" fmla="*/ 4276 h 10000"/>
                  <a:gd name="connsiteX15-5927" fmla="*/ 7829 w 10000"/>
                  <a:gd name="connsiteY15-5928" fmla="*/ 4496 h 10000"/>
                  <a:gd name="connsiteX16-5929" fmla="*/ 8664 w 10000"/>
                  <a:gd name="connsiteY16-5930" fmla="*/ 4514 h 10000"/>
                  <a:gd name="connsiteX17-5931" fmla="*/ 9163 w 10000"/>
                  <a:gd name="connsiteY17-5932" fmla="*/ 3928 h 10000"/>
                  <a:gd name="connsiteX18-5933" fmla="*/ 8857 w 10000"/>
                  <a:gd name="connsiteY18-5934" fmla="*/ 2533 h 10000"/>
                  <a:gd name="connsiteX19-5935" fmla="*/ 7637 w 10000"/>
                  <a:gd name="connsiteY19-5936" fmla="*/ 2350 h 10000"/>
                  <a:gd name="connsiteX20-5937" fmla="*/ 6720 w 10000"/>
                  <a:gd name="connsiteY20-5938" fmla="*/ 1360 h 10000"/>
                  <a:gd name="connsiteX21-5939" fmla="*/ 5627 w 10000"/>
                  <a:gd name="connsiteY21-5940" fmla="*/ 1470 h 10000"/>
                  <a:gd name="connsiteX22-5941" fmla="*/ 4390 w 10000"/>
                  <a:gd name="connsiteY22-5942" fmla="*/ 902 h 10000"/>
                  <a:gd name="connsiteX23-5943" fmla="*/ 3442 w 10000"/>
                  <a:gd name="connsiteY23-5944" fmla="*/ 1543 h 10000"/>
                  <a:gd name="connsiteX24-5945" fmla="*/ 3201 w 10000"/>
                  <a:gd name="connsiteY24-5946" fmla="*/ 2277 h 10000"/>
                  <a:gd name="connsiteX25-5947" fmla="*/ 1578 w 10000"/>
                  <a:gd name="connsiteY25-5948" fmla="*/ 2771 h 10000"/>
                  <a:gd name="connsiteX26-5949" fmla="*/ 1257 w 10000"/>
                  <a:gd name="connsiteY26-5950" fmla="*/ 4203 h 10000"/>
                  <a:gd name="connsiteX27-5951" fmla="*/ 902 w 10000"/>
                  <a:gd name="connsiteY27-5952" fmla="*/ 5486 h 10000"/>
                  <a:gd name="connsiteX28-5953" fmla="*/ 1417 w 10000"/>
                  <a:gd name="connsiteY28-5954" fmla="*/ 6294 h 10000"/>
                  <a:gd name="connsiteX29-5955" fmla="*/ 2670 w 10000"/>
                  <a:gd name="connsiteY29-5956" fmla="*/ 6129 h 10000"/>
                  <a:gd name="connsiteX30-5957" fmla="*/ 4518 w 10000"/>
                  <a:gd name="connsiteY30-5958" fmla="*/ 6092 h 10000"/>
                  <a:gd name="connsiteX31-5959" fmla="*/ 5531 w 10000"/>
                  <a:gd name="connsiteY31-5960" fmla="*/ 6642 h 10000"/>
                  <a:gd name="connsiteX32-5961" fmla="*/ 5611 w 10000"/>
                  <a:gd name="connsiteY32-5962" fmla="*/ 6642 h 10000"/>
                  <a:gd name="connsiteX33-5963" fmla="*/ 6093 w 10000"/>
                  <a:gd name="connsiteY33-5964" fmla="*/ 6129 h 10000"/>
                  <a:gd name="connsiteX34-5965" fmla="*/ 6013 w 10000"/>
                  <a:gd name="connsiteY34-5966" fmla="*/ 5907 h 10000"/>
                  <a:gd name="connsiteX35-5967" fmla="*/ 5820 w 10000"/>
                  <a:gd name="connsiteY35-5968" fmla="*/ 5981 h 10000"/>
                  <a:gd name="connsiteX36-5969" fmla="*/ 5547 w 10000"/>
                  <a:gd name="connsiteY36-5970" fmla="*/ 6312 h 10000"/>
                  <a:gd name="connsiteX37-5971" fmla="*/ 4695 w 10000"/>
                  <a:gd name="connsiteY37-5972" fmla="*/ 5834 h 10000"/>
                  <a:gd name="connsiteX38-5973" fmla="*/ 2510 w 10000"/>
                  <a:gd name="connsiteY38-5974" fmla="*/ 5852 h 10000"/>
                  <a:gd name="connsiteX39-5975" fmla="*/ 1545 w 10000"/>
                  <a:gd name="connsiteY39-5976" fmla="*/ 5981 h 10000"/>
                  <a:gd name="connsiteX40-5977" fmla="*/ 1208 w 10000"/>
                  <a:gd name="connsiteY40-5978" fmla="*/ 5431 h 10000"/>
                  <a:gd name="connsiteX41-5979" fmla="*/ 1514 w 10000"/>
                  <a:gd name="connsiteY41-5980" fmla="*/ 4386 h 10000"/>
                  <a:gd name="connsiteX42-5981" fmla="*/ 1561 w 10000"/>
                  <a:gd name="connsiteY42-5982" fmla="*/ 4203 h 10000"/>
                  <a:gd name="connsiteX43-5983" fmla="*/ 1787 w 10000"/>
                  <a:gd name="connsiteY43-5984" fmla="*/ 2991 h 10000"/>
                  <a:gd name="connsiteX44-5985" fmla="*/ 3136 w 10000"/>
                  <a:gd name="connsiteY44-5986" fmla="*/ 2606 h 10000"/>
                  <a:gd name="connsiteX45-5987" fmla="*/ 3876 w 10000"/>
                  <a:gd name="connsiteY45-5988" fmla="*/ 3799 h 10000"/>
                  <a:gd name="connsiteX46-5989" fmla="*/ 2703 w 10000"/>
                  <a:gd name="connsiteY46-5990" fmla="*/ 4569 h 10000"/>
                  <a:gd name="connsiteX47-5991" fmla="*/ 2719 w 10000"/>
                  <a:gd name="connsiteY47-5992" fmla="*/ 4808 h 10000"/>
                  <a:gd name="connsiteX48-5993" fmla="*/ 2927 w 10000"/>
                  <a:gd name="connsiteY48-5994" fmla="*/ 4771 h 10000"/>
                  <a:gd name="connsiteX49-5995" fmla="*/ 4744 w 10000"/>
                  <a:gd name="connsiteY49-5996" fmla="*/ 4423 h 10000"/>
                  <a:gd name="connsiteX50-5997" fmla="*/ 4937 w 10000"/>
                  <a:gd name="connsiteY50-5998" fmla="*/ 4423 h 10000"/>
                  <a:gd name="connsiteX51-5999" fmla="*/ 5804 w 10000"/>
                  <a:gd name="connsiteY51-6000" fmla="*/ 4184 h 10000"/>
                  <a:gd name="connsiteX52-6001" fmla="*/ 6383 w 10000"/>
                  <a:gd name="connsiteY52-6002" fmla="*/ 4973 h 10000"/>
                  <a:gd name="connsiteX53-6003" fmla="*/ 6512 w 10000"/>
                  <a:gd name="connsiteY53-6004" fmla="*/ 5119 h 10000"/>
                  <a:gd name="connsiteX54-6005" fmla="*/ 7572 w 10000"/>
                  <a:gd name="connsiteY54-6006" fmla="*/ 6532 h 10000"/>
                  <a:gd name="connsiteX55-6007" fmla="*/ 6991 w 10000"/>
                  <a:gd name="connsiteY55-6008" fmla="*/ 7909 h 10000"/>
                  <a:gd name="connsiteX56-6009" fmla="*/ 5483 w 10000"/>
                  <a:gd name="connsiteY56-6010" fmla="*/ 8218 h 10000"/>
                  <a:gd name="connsiteX57-6011" fmla="*/ 3490 w 10000"/>
                  <a:gd name="connsiteY57-6012" fmla="*/ 8053 h 10000"/>
                  <a:gd name="connsiteX58-6013" fmla="*/ 3345 w 10000"/>
                  <a:gd name="connsiteY58-6014" fmla="*/ 7357 h 10000"/>
                  <a:gd name="connsiteX59-6015" fmla="*/ 3586 w 10000"/>
                  <a:gd name="connsiteY59-6016" fmla="*/ 7082 h 10000"/>
                  <a:gd name="connsiteX60-6017" fmla="*/ 3683 w 10000"/>
                  <a:gd name="connsiteY60-6018" fmla="*/ 6880 h 10000"/>
                  <a:gd name="connsiteX61-6019" fmla="*/ 3490 w 10000"/>
                  <a:gd name="connsiteY61-6020" fmla="*/ 6770 h 10000"/>
                  <a:gd name="connsiteX62-6021" fmla="*/ 3072 w 10000"/>
                  <a:gd name="connsiteY62-6022" fmla="*/ 7247 h 10000"/>
                  <a:gd name="connsiteX63-6023" fmla="*/ 3249 w 10000"/>
                  <a:gd name="connsiteY63-6024" fmla="*/ 8255 h 10000"/>
                  <a:gd name="connsiteX64-6025" fmla="*/ 3249 w 10000"/>
                  <a:gd name="connsiteY64-6026" fmla="*/ 8273 h 10000"/>
                  <a:gd name="connsiteX65-6027" fmla="*/ 4680 w 10000"/>
                  <a:gd name="connsiteY65-6028" fmla="*/ 8825 h 10000"/>
                  <a:gd name="connsiteX66-6029" fmla="*/ 5354 w 10000"/>
                  <a:gd name="connsiteY66-6030" fmla="*/ 8677 h 10000"/>
                  <a:gd name="connsiteX67-6031" fmla="*/ 3393 w 10000"/>
                  <a:gd name="connsiteY67-6032" fmla="*/ 9998 h 10000"/>
                  <a:gd name="connsiteX68-6033" fmla="*/ 2253 w 10000"/>
                  <a:gd name="connsiteY68-6034" fmla="*/ 9228 h 10000"/>
                  <a:gd name="connsiteX69-6035" fmla="*/ 1224 w 10000"/>
                  <a:gd name="connsiteY69-6036" fmla="*/ 7137 h 10000"/>
                  <a:gd name="connsiteX70-6037" fmla="*/ 3 w 10000"/>
                  <a:gd name="connsiteY70-6038" fmla="*/ 4954 h 10000"/>
                  <a:gd name="connsiteX0-6039" fmla="*/ 3 w 10000"/>
                  <a:gd name="connsiteY0-6040" fmla="*/ 4954 h 10000"/>
                  <a:gd name="connsiteX1-6041" fmla="*/ 726 w 10000"/>
                  <a:gd name="connsiteY1-6042" fmla="*/ 3028 h 10000"/>
                  <a:gd name="connsiteX2-6043" fmla="*/ 1337 w 10000"/>
                  <a:gd name="connsiteY2-6044" fmla="*/ 1635 h 10000"/>
                  <a:gd name="connsiteX3-6045" fmla="*/ 3233 w 10000"/>
                  <a:gd name="connsiteY3-6046" fmla="*/ 773 h 10000"/>
                  <a:gd name="connsiteX4-6047" fmla="*/ 5997 w 10000"/>
                  <a:gd name="connsiteY4-6048" fmla="*/ 424 h 10000"/>
                  <a:gd name="connsiteX5-6049" fmla="*/ 8488 w 10000"/>
                  <a:gd name="connsiteY5-6050" fmla="*/ 1452 h 10000"/>
                  <a:gd name="connsiteX6-6051" fmla="*/ 9693 w 10000"/>
                  <a:gd name="connsiteY6-6052" fmla="*/ 4661 h 10000"/>
                  <a:gd name="connsiteX7-6053" fmla="*/ 7765 w 10000"/>
                  <a:gd name="connsiteY7-6054" fmla="*/ 5852 h 10000"/>
                  <a:gd name="connsiteX8-6055" fmla="*/ 6752 w 10000"/>
                  <a:gd name="connsiteY8-6056" fmla="*/ 4844 h 10000"/>
                  <a:gd name="connsiteX9-6057" fmla="*/ 7444 w 10000"/>
                  <a:gd name="connsiteY9-6058" fmla="*/ 2845 h 10000"/>
                  <a:gd name="connsiteX10-6059" fmla="*/ 8680 w 10000"/>
                  <a:gd name="connsiteY10-6060" fmla="*/ 2808 h 10000"/>
                  <a:gd name="connsiteX11-6061" fmla="*/ 8873 w 10000"/>
                  <a:gd name="connsiteY11-6062" fmla="*/ 3799 h 10000"/>
                  <a:gd name="connsiteX12-6063" fmla="*/ 8568 w 10000"/>
                  <a:gd name="connsiteY12-6064" fmla="*/ 4203 h 10000"/>
                  <a:gd name="connsiteX13-6065" fmla="*/ 7941 w 10000"/>
                  <a:gd name="connsiteY13-6066" fmla="*/ 4184 h 10000"/>
                  <a:gd name="connsiteX14-6067" fmla="*/ 7748 w 10000"/>
                  <a:gd name="connsiteY14-6068" fmla="*/ 4276 h 10000"/>
                  <a:gd name="connsiteX15-6069" fmla="*/ 7829 w 10000"/>
                  <a:gd name="connsiteY15-6070" fmla="*/ 4496 h 10000"/>
                  <a:gd name="connsiteX16-6071" fmla="*/ 8664 w 10000"/>
                  <a:gd name="connsiteY16-6072" fmla="*/ 4514 h 10000"/>
                  <a:gd name="connsiteX17-6073" fmla="*/ 9163 w 10000"/>
                  <a:gd name="connsiteY17-6074" fmla="*/ 3928 h 10000"/>
                  <a:gd name="connsiteX18-6075" fmla="*/ 8857 w 10000"/>
                  <a:gd name="connsiteY18-6076" fmla="*/ 2533 h 10000"/>
                  <a:gd name="connsiteX19-6077" fmla="*/ 7637 w 10000"/>
                  <a:gd name="connsiteY19-6078" fmla="*/ 2350 h 10000"/>
                  <a:gd name="connsiteX20-6079" fmla="*/ 6720 w 10000"/>
                  <a:gd name="connsiteY20-6080" fmla="*/ 1360 h 10000"/>
                  <a:gd name="connsiteX21-6081" fmla="*/ 5627 w 10000"/>
                  <a:gd name="connsiteY21-6082" fmla="*/ 1470 h 10000"/>
                  <a:gd name="connsiteX22-6083" fmla="*/ 4390 w 10000"/>
                  <a:gd name="connsiteY22-6084" fmla="*/ 902 h 10000"/>
                  <a:gd name="connsiteX23-6085" fmla="*/ 3442 w 10000"/>
                  <a:gd name="connsiteY23-6086" fmla="*/ 1543 h 10000"/>
                  <a:gd name="connsiteX24-6087" fmla="*/ 3201 w 10000"/>
                  <a:gd name="connsiteY24-6088" fmla="*/ 2277 h 10000"/>
                  <a:gd name="connsiteX25-6089" fmla="*/ 1578 w 10000"/>
                  <a:gd name="connsiteY25-6090" fmla="*/ 2771 h 10000"/>
                  <a:gd name="connsiteX26-6091" fmla="*/ 1257 w 10000"/>
                  <a:gd name="connsiteY26-6092" fmla="*/ 4203 h 10000"/>
                  <a:gd name="connsiteX27-6093" fmla="*/ 902 w 10000"/>
                  <a:gd name="connsiteY27-6094" fmla="*/ 5486 h 10000"/>
                  <a:gd name="connsiteX28-6095" fmla="*/ 1417 w 10000"/>
                  <a:gd name="connsiteY28-6096" fmla="*/ 6294 h 10000"/>
                  <a:gd name="connsiteX29-6097" fmla="*/ 2670 w 10000"/>
                  <a:gd name="connsiteY29-6098" fmla="*/ 6129 h 10000"/>
                  <a:gd name="connsiteX30-6099" fmla="*/ 4518 w 10000"/>
                  <a:gd name="connsiteY30-6100" fmla="*/ 6092 h 10000"/>
                  <a:gd name="connsiteX31-6101" fmla="*/ 5531 w 10000"/>
                  <a:gd name="connsiteY31-6102" fmla="*/ 6642 h 10000"/>
                  <a:gd name="connsiteX32-6103" fmla="*/ 5611 w 10000"/>
                  <a:gd name="connsiteY32-6104" fmla="*/ 6642 h 10000"/>
                  <a:gd name="connsiteX33-6105" fmla="*/ 6093 w 10000"/>
                  <a:gd name="connsiteY33-6106" fmla="*/ 6129 h 10000"/>
                  <a:gd name="connsiteX34-6107" fmla="*/ 6013 w 10000"/>
                  <a:gd name="connsiteY34-6108" fmla="*/ 5907 h 10000"/>
                  <a:gd name="connsiteX35-6109" fmla="*/ 5820 w 10000"/>
                  <a:gd name="connsiteY35-6110" fmla="*/ 5981 h 10000"/>
                  <a:gd name="connsiteX36-6111" fmla="*/ 5547 w 10000"/>
                  <a:gd name="connsiteY36-6112" fmla="*/ 6312 h 10000"/>
                  <a:gd name="connsiteX37-6113" fmla="*/ 4695 w 10000"/>
                  <a:gd name="connsiteY37-6114" fmla="*/ 5834 h 10000"/>
                  <a:gd name="connsiteX38-6115" fmla="*/ 2510 w 10000"/>
                  <a:gd name="connsiteY38-6116" fmla="*/ 5852 h 10000"/>
                  <a:gd name="connsiteX39-6117" fmla="*/ 1545 w 10000"/>
                  <a:gd name="connsiteY39-6118" fmla="*/ 5981 h 10000"/>
                  <a:gd name="connsiteX40-6119" fmla="*/ 1208 w 10000"/>
                  <a:gd name="connsiteY40-6120" fmla="*/ 5431 h 10000"/>
                  <a:gd name="connsiteX41-6121" fmla="*/ 1514 w 10000"/>
                  <a:gd name="connsiteY41-6122" fmla="*/ 4386 h 10000"/>
                  <a:gd name="connsiteX42-6123" fmla="*/ 1561 w 10000"/>
                  <a:gd name="connsiteY42-6124" fmla="*/ 4203 h 10000"/>
                  <a:gd name="connsiteX43-6125" fmla="*/ 1787 w 10000"/>
                  <a:gd name="connsiteY43-6126" fmla="*/ 2991 h 10000"/>
                  <a:gd name="connsiteX44-6127" fmla="*/ 3136 w 10000"/>
                  <a:gd name="connsiteY44-6128" fmla="*/ 2606 h 10000"/>
                  <a:gd name="connsiteX45-6129" fmla="*/ 3876 w 10000"/>
                  <a:gd name="connsiteY45-6130" fmla="*/ 3799 h 10000"/>
                  <a:gd name="connsiteX46-6131" fmla="*/ 2703 w 10000"/>
                  <a:gd name="connsiteY46-6132" fmla="*/ 4569 h 10000"/>
                  <a:gd name="connsiteX47-6133" fmla="*/ 2719 w 10000"/>
                  <a:gd name="connsiteY47-6134" fmla="*/ 4808 h 10000"/>
                  <a:gd name="connsiteX48-6135" fmla="*/ 2927 w 10000"/>
                  <a:gd name="connsiteY48-6136" fmla="*/ 4771 h 10000"/>
                  <a:gd name="connsiteX49-6137" fmla="*/ 4744 w 10000"/>
                  <a:gd name="connsiteY49-6138" fmla="*/ 4423 h 10000"/>
                  <a:gd name="connsiteX50-6139" fmla="*/ 4937 w 10000"/>
                  <a:gd name="connsiteY50-6140" fmla="*/ 4423 h 10000"/>
                  <a:gd name="connsiteX51-6141" fmla="*/ 5804 w 10000"/>
                  <a:gd name="connsiteY51-6142" fmla="*/ 4184 h 10000"/>
                  <a:gd name="connsiteX52-6143" fmla="*/ 6383 w 10000"/>
                  <a:gd name="connsiteY52-6144" fmla="*/ 4973 h 10000"/>
                  <a:gd name="connsiteX53-6145" fmla="*/ 6512 w 10000"/>
                  <a:gd name="connsiteY53-6146" fmla="*/ 5119 h 10000"/>
                  <a:gd name="connsiteX54-6147" fmla="*/ 7572 w 10000"/>
                  <a:gd name="connsiteY54-6148" fmla="*/ 6532 h 10000"/>
                  <a:gd name="connsiteX55-6149" fmla="*/ 6991 w 10000"/>
                  <a:gd name="connsiteY55-6150" fmla="*/ 7909 h 10000"/>
                  <a:gd name="connsiteX56-6151" fmla="*/ 5483 w 10000"/>
                  <a:gd name="connsiteY56-6152" fmla="*/ 8218 h 10000"/>
                  <a:gd name="connsiteX57-6153" fmla="*/ 3490 w 10000"/>
                  <a:gd name="connsiteY57-6154" fmla="*/ 8053 h 10000"/>
                  <a:gd name="connsiteX58-6155" fmla="*/ 3345 w 10000"/>
                  <a:gd name="connsiteY58-6156" fmla="*/ 7357 h 10000"/>
                  <a:gd name="connsiteX59-6157" fmla="*/ 3586 w 10000"/>
                  <a:gd name="connsiteY59-6158" fmla="*/ 7082 h 10000"/>
                  <a:gd name="connsiteX60-6159" fmla="*/ 3683 w 10000"/>
                  <a:gd name="connsiteY60-6160" fmla="*/ 6880 h 10000"/>
                  <a:gd name="connsiteX61-6161" fmla="*/ 3490 w 10000"/>
                  <a:gd name="connsiteY61-6162" fmla="*/ 6770 h 10000"/>
                  <a:gd name="connsiteX62-6163" fmla="*/ 3072 w 10000"/>
                  <a:gd name="connsiteY62-6164" fmla="*/ 7247 h 10000"/>
                  <a:gd name="connsiteX63-6165" fmla="*/ 3249 w 10000"/>
                  <a:gd name="connsiteY63-6166" fmla="*/ 8255 h 10000"/>
                  <a:gd name="connsiteX64-6167" fmla="*/ 3249 w 10000"/>
                  <a:gd name="connsiteY64-6168" fmla="*/ 8273 h 10000"/>
                  <a:gd name="connsiteX65-6169" fmla="*/ 4680 w 10000"/>
                  <a:gd name="connsiteY65-6170" fmla="*/ 8825 h 10000"/>
                  <a:gd name="connsiteX66-6171" fmla="*/ 5354 w 10000"/>
                  <a:gd name="connsiteY66-6172" fmla="*/ 8677 h 10000"/>
                  <a:gd name="connsiteX67-6173" fmla="*/ 3393 w 10000"/>
                  <a:gd name="connsiteY67-6174" fmla="*/ 9998 h 10000"/>
                  <a:gd name="connsiteX68-6175" fmla="*/ 2253 w 10000"/>
                  <a:gd name="connsiteY68-6176" fmla="*/ 9228 h 10000"/>
                  <a:gd name="connsiteX69-6177" fmla="*/ 1224 w 10000"/>
                  <a:gd name="connsiteY69-6178" fmla="*/ 7137 h 10000"/>
                  <a:gd name="connsiteX70-6179" fmla="*/ 3 w 10000"/>
                  <a:gd name="connsiteY70-6180" fmla="*/ 4954 h 10000"/>
                  <a:gd name="connsiteX0-6181" fmla="*/ 3 w 10000"/>
                  <a:gd name="connsiteY0-6182" fmla="*/ 4954 h 10000"/>
                  <a:gd name="connsiteX1-6183" fmla="*/ 726 w 10000"/>
                  <a:gd name="connsiteY1-6184" fmla="*/ 3028 h 10000"/>
                  <a:gd name="connsiteX2-6185" fmla="*/ 1337 w 10000"/>
                  <a:gd name="connsiteY2-6186" fmla="*/ 1635 h 10000"/>
                  <a:gd name="connsiteX3-6187" fmla="*/ 3233 w 10000"/>
                  <a:gd name="connsiteY3-6188" fmla="*/ 773 h 10000"/>
                  <a:gd name="connsiteX4-6189" fmla="*/ 5997 w 10000"/>
                  <a:gd name="connsiteY4-6190" fmla="*/ 424 h 10000"/>
                  <a:gd name="connsiteX5-6191" fmla="*/ 8488 w 10000"/>
                  <a:gd name="connsiteY5-6192" fmla="*/ 1452 h 10000"/>
                  <a:gd name="connsiteX6-6193" fmla="*/ 9693 w 10000"/>
                  <a:gd name="connsiteY6-6194" fmla="*/ 4661 h 10000"/>
                  <a:gd name="connsiteX7-6195" fmla="*/ 7765 w 10000"/>
                  <a:gd name="connsiteY7-6196" fmla="*/ 5852 h 10000"/>
                  <a:gd name="connsiteX8-6197" fmla="*/ 6752 w 10000"/>
                  <a:gd name="connsiteY8-6198" fmla="*/ 4844 h 10000"/>
                  <a:gd name="connsiteX9-6199" fmla="*/ 7444 w 10000"/>
                  <a:gd name="connsiteY9-6200" fmla="*/ 2845 h 10000"/>
                  <a:gd name="connsiteX10-6201" fmla="*/ 8680 w 10000"/>
                  <a:gd name="connsiteY10-6202" fmla="*/ 2808 h 10000"/>
                  <a:gd name="connsiteX11-6203" fmla="*/ 8873 w 10000"/>
                  <a:gd name="connsiteY11-6204" fmla="*/ 3799 h 10000"/>
                  <a:gd name="connsiteX12-6205" fmla="*/ 8568 w 10000"/>
                  <a:gd name="connsiteY12-6206" fmla="*/ 4203 h 10000"/>
                  <a:gd name="connsiteX13-6207" fmla="*/ 7941 w 10000"/>
                  <a:gd name="connsiteY13-6208" fmla="*/ 4184 h 10000"/>
                  <a:gd name="connsiteX14-6209" fmla="*/ 7748 w 10000"/>
                  <a:gd name="connsiteY14-6210" fmla="*/ 4276 h 10000"/>
                  <a:gd name="connsiteX15-6211" fmla="*/ 7829 w 10000"/>
                  <a:gd name="connsiteY15-6212" fmla="*/ 4496 h 10000"/>
                  <a:gd name="connsiteX16-6213" fmla="*/ 8664 w 10000"/>
                  <a:gd name="connsiteY16-6214" fmla="*/ 4514 h 10000"/>
                  <a:gd name="connsiteX17-6215" fmla="*/ 9163 w 10000"/>
                  <a:gd name="connsiteY17-6216" fmla="*/ 3928 h 10000"/>
                  <a:gd name="connsiteX18-6217" fmla="*/ 8857 w 10000"/>
                  <a:gd name="connsiteY18-6218" fmla="*/ 2533 h 10000"/>
                  <a:gd name="connsiteX19-6219" fmla="*/ 7637 w 10000"/>
                  <a:gd name="connsiteY19-6220" fmla="*/ 2350 h 10000"/>
                  <a:gd name="connsiteX20-6221" fmla="*/ 6720 w 10000"/>
                  <a:gd name="connsiteY20-6222" fmla="*/ 1360 h 10000"/>
                  <a:gd name="connsiteX21-6223" fmla="*/ 5627 w 10000"/>
                  <a:gd name="connsiteY21-6224" fmla="*/ 1470 h 10000"/>
                  <a:gd name="connsiteX22-6225" fmla="*/ 4390 w 10000"/>
                  <a:gd name="connsiteY22-6226" fmla="*/ 902 h 10000"/>
                  <a:gd name="connsiteX23-6227" fmla="*/ 3442 w 10000"/>
                  <a:gd name="connsiteY23-6228" fmla="*/ 1543 h 10000"/>
                  <a:gd name="connsiteX24-6229" fmla="*/ 3201 w 10000"/>
                  <a:gd name="connsiteY24-6230" fmla="*/ 2277 h 10000"/>
                  <a:gd name="connsiteX25-6231" fmla="*/ 1578 w 10000"/>
                  <a:gd name="connsiteY25-6232" fmla="*/ 2771 h 10000"/>
                  <a:gd name="connsiteX26-6233" fmla="*/ 1257 w 10000"/>
                  <a:gd name="connsiteY26-6234" fmla="*/ 4203 h 10000"/>
                  <a:gd name="connsiteX27-6235" fmla="*/ 902 w 10000"/>
                  <a:gd name="connsiteY27-6236" fmla="*/ 5486 h 10000"/>
                  <a:gd name="connsiteX28-6237" fmla="*/ 1417 w 10000"/>
                  <a:gd name="connsiteY28-6238" fmla="*/ 6294 h 10000"/>
                  <a:gd name="connsiteX29-6239" fmla="*/ 2670 w 10000"/>
                  <a:gd name="connsiteY29-6240" fmla="*/ 6129 h 10000"/>
                  <a:gd name="connsiteX30-6241" fmla="*/ 4518 w 10000"/>
                  <a:gd name="connsiteY30-6242" fmla="*/ 6092 h 10000"/>
                  <a:gd name="connsiteX31-6243" fmla="*/ 5531 w 10000"/>
                  <a:gd name="connsiteY31-6244" fmla="*/ 6642 h 10000"/>
                  <a:gd name="connsiteX32-6245" fmla="*/ 5611 w 10000"/>
                  <a:gd name="connsiteY32-6246" fmla="*/ 6642 h 10000"/>
                  <a:gd name="connsiteX33-6247" fmla="*/ 6093 w 10000"/>
                  <a:gd name="connsiteY33-6248" fmla="*/ 6129 h 10000"/>
                  <a:gd name="connsiteX34-6249" fmla="*/ 6013 w 10000"/>
                  <a:gd name="connsiteY34-6250" fmla="*/ 5907 h 10000"/>
                  <a:gd name="connsiteX35-6251" fmla="*/ 5820 w 10000"/>
                  <a:gd name="connsiteY35-6252" fmla="*/ 5981 h 10000"/>
                  <a:gd name="connsiteX36-6253" fmla="*/ 5547 w 10000"/>
                  <a:gd name="connsiteY36-6254" fmla="*/ 6312 h 10000"/>
                  <a:gd name="connsiteX37-6255" fmla="*/ 4695 w 10000"/>
                  <a:gd name="connsiteY37-6256" fmla="*/ 5834 h 10000"/>
                  <a:gd name="connsiteX38-6257" fmla="*/ 2510 w 10000"/>
                  <a:gd name="connsiteY38-6258" fmla="*/ 5852 h 10000"/>
                  <a:gd name="connsiteX39-6259" fmla="*/ 1545 w 10000"/>
                  <a:gd name="connsiteY39-6260" fmla="*/ 5981 h 10000"/>
                  <a:gd name="connsiteX40-6261" fmla="*/ 1208 w 10000"/>
                  <a:gd name="connsiteY40-6262" fmla="*/ 5431 h 10000"/>
                  <a:gd name="connsiteX41-6263" fmla="*/ 1514 w 10000"/>
                  <a:gd name="connsiteY41-6264" fmla="*/ 4386 h 10000"/>
                  <a:gd name="connsiteX42-6265" fmla="*/ 1561 w 10000"/>
                  <a:gd name="connsiteY42-6266" fmla="*/ 4203 h 10000"/>
                  <a:gd name="connsiteX43-6267" fmla="*/ 1787 w 10000"/>
                  <a:gd name="connsiteY43-6268" fmla="*/ 2991 h 10000"/>
                  <a:gd name="connsiteX44-6269" fmla="*/ 3136 w 10000"/>
                  <a:gd name="connsiteY44-6270" fmla="*/ 2606 h 10000"/>
                  <a:gd name="connsiteX45-6271" fmla="*/ 3876 w 10000"/>
                  <a:gd name="connsiteY45-6272" fmla="*/ 3799 h 10000"/>
                  <a:gd name="connsiteX46-6273" fmla="*/ 2703 w 10000"/>
                  <a:gd name="connsiteY46-6274" fmla="*/ 4569 h 10000"/>
                  <a:gd name="connsiteX47-6275" fmla="*/ 2719 w 10000"/>
                  <a:gd name="connsiteY47-6276" fmla="*/ 4808 h 10000"/>
                  <a:gd name="connsiteX48-6277" fmla="*/ 2927 w 10000"/>
                  <a:gd name="connsiteY48-6278" fmla="*/ 4771 h 10000"/>
                  <a:gd name="connsiteX49-6279" fmla="*/ 4744 w 10000"/>
                  <a:gd name="connsiteY49-6280" fmla="*/ 4423 h 10000"/>
                  <a:gd name="connsiteX50-6281" fmla="*/ 4937 w 10000"/>
                  <a:gd name="connsiteY50-6282" fmla="*/ 4423 h 10000"/>
                  <a:gd name="connsiteX51-6283" fmla="*/ 5804 w 10000"/>
                  <a:gd name="connsiteY51-6284" fmla="*/ 4184 h 10000"/>
                  <a:gd name="connsiteX52-6285" fmla="*/ 6383 w 10000"/>
                  <a:gd name="connsiteY52-6286" fmla="*/ 4973 h 10000"/>
                  <a:gd name="connsiteX53-6287" fmla="*/ 6512 w 10000"/>
                  <a:gd name="connsiteY53-6288" fmla="*/ 5119 h 10000"/>
                  <a:gd name="connsiteX54-6289" fmla="*/ 7572 w 10000"/>
                  <a:gd name="connsiteY54-6290" fmla="*/ 6532 h 10000"/>
                  <a:gd name="connsiteX55-6291" fmla="*/ 6991 w 10000"/>
                  <a:gd name="connsiteY55-6292" fmla="*/ 7909 h 10000"/>
                  <a:gd name="connsiteX56-6293" fmla="*/ 5483 w 10000"/>
                  <a:gd name="connsiteY56-6294" fmla="*/ 8218 h 10000"/>
                  <a:gd name="connsiteX57-6295" fmla="*/ 3490 w 10000"/>
                  <a:gd name="connsiteY57-6296" fmla="*/ 8053 h 10000"/>
                  <a:gd name="connsiteX58-6297" fmla="*/ 3345 w 10000"/>
                  <a:gd name="connsiteY58-6298" fmla="*/ 7357 h 10000"/>
                  <a:gd name="connsiteX59-6299" fmla="*/ 3586 w 10000"/>
                  <a:gd name="connsiteY59-6300" fmla="*/ 7082 h 10000"/>
                  <a:gd name="connsiteX60-6301" fmla="*/ 3683 w 10000"/>
                  <a:gd name="connsiteY60-6302" fmla="*/ 6880 h 10000"/>
                  <a:gd name="connsiteX61-6303" fmla="*/ 3490 w 10000"/>
                  <a:gd name="connsiteY61-6304" fmla="*/ 6770 h 10000"/>
                  <a:gd name="connsiteX62-6305" fmla="*/ 3072 w 10000"/>
                  <a:gd name="connsiteY62-6306" fmla="*/ 7247 h 10000"/>
                  <a:gd name="connsiteX63-6307" fmla="*/ 3249 w 10000"/>
                  <a:gd name="connsiteY63-6308" fmla="*/ 8255 h 10000"/>
                  <a:gd name="connsiteX64-6309" fmla="*/ 3249 w 10000"/>
                  <a:gd name="connsiteY64-6310" fmla="*/ 8273 h 10000"/>
                  <a:gd name="connsiteX65-6311" fmla="*/ 4680 w 10000"/>
                  <a:gd name="connsiteY65-6312" fmla="*/ 8825 h 10000"/>
                  <a:gd name="connsiteX66-6313" fmla="*/ 5354 w 10000"/>
                  <a:gd name="connsiteY66-6314" fmla="*/ 8677 h 10000"/>
                  <a:gd name="connsiteX67-6315" fmla="*/ 3393 w 10000"/>
                  <a:gd name="connsiteY67-6316" fmla="*/ 9998 h 10000"/>
                  <a:gd name="connsiteX68-6317" fmla="*/ 2253 w 10000"/>
                  <a:gd name="connsiteY68-6318" fmla="*/ 9228 h 10000"/>
                  <a:gd name="connsiteX69-6319" fmla="*/ 1224 w 10000"/>
                  <a:gd name="connsiteY69-6320" fmla="*/ 7137 h 10000"/>
                  <a:gd name="connsiteX70-6321" fmla="*/ 3 w 10000"/>
                  <a:gd name="connsiteY70-6322" fmla="*/ 4954 h 10000"/>
                  <a:gd name="connsiteX0-6323" fmla="*/ 3 w 10000"/>
                  <a:gd name="connsiteY0-6324" fmla="*/ 4954 h 10000"/>
                  <a:gd name="connsiteX1-6325" fmla="*/ 726 w 10000"/>
                  <a:gd name="connsiteY1-6326" fmla="*/ 3028 h 10000"/>
                  <a:gd name="connsiteX2-6327" fmla="*/ 1337 w 10000"/>
                  <a:gd name="connsiteY2-6328" fmla="*/ 1635 h 10000"/>
                  <a:gd name="connsiteX3-6329" fmla="*/ 3233 w 10000"/>
                  <a:gd name="connsiteY3-6330" fmla="*/ 773 h 10000"/>
                  <a:gd name="connsiteX4-6331" fmla="*/ 5997 w 10000"/>
                  <a:gd name="connsiteY4-6332" fmla="*/ 424 h 10000"/>
                  <a:gd name="connsiteX5-6333" fmla="*/ 8488 w 10000"/>
                  <a:gd name="connsiteY5-6334" fmla="*/ 1452 h 10000"/>
                  <a:gd name="connsiteX6-6335" fmla="*/ 9693 w 10000"/>
                  <a:gd name="connsiteY6-6336" fmla="*/ 4661 h 10000"/>
                  <a:gd name="connsiteX7-6337" fmla="*/ 7765 w 10000"/>
                  <a:gd name="connsiteY7-6338" fmla="*/ 5852 h 10000"/>
                  <a:gd name="connsiteX8-6339" fmla="*/ 6752 w 10000"/>
                  <a:gd name="connsiteY8-6340" fmla="*/ 4844 h 10000"/>
                  <a:gd name="connsiteX9-6341" fmla="*/ 7444 w 10000"/>
                  <a:gd name="connsiteY9-6342" fmla="*/ 2845 h 10000"/>
                  <a:gd name="connsiteX10-6343" fmla="*/ 8680 w 10000"/>
                  <a:gd name="connsiteY10-6344" fmla="*/ 2808 h 10000"/>
                  <a:gd name="connsiteX11-6345" fmla="*/ 8873 w 10000"/>
                  <a:gd name="connsiteY11-6346" fmla="*/ 3799 h 10000"/>
                  <a:gd name="connsiteX12-6347" fmla="*/ 8568 w 10000"/>
                  <a:gd name="connsiteY12-6348" fmla="*/ 4203 h 10000"/>
                  <a:gd name="connsiteX13-6349" fmla="*/ 7941 w 10000"/>
                  <a:gd name="connsiteY13-6350" fmla="*/ 4184 h 10000"/>
                  <a:gd name="connsiteX14-6351" fmla="*/ 7748 w 10000"/>
                  <a:gd name="connsiteY14-6352" fmla="*/ 4276 h 10000"/>
                  <a:gd name="connsiteX15-6353" fmla="*/ 7829 w 10000"/>
                  <a:gd name="connsiteY15-6354" fmla="*/ 4496 h 10000"/>
                  <a:gd name="connsiteX16-6355" fmla="*/ 8664 w 10000"/>
                  <a:gd name="connsiteY16-6356" fmla="*/ 4514 h 10000"/>
                  <a:gd name="connsiteX17-6357" fmla="*/ 9163 w 10000"/>
                  <a:gd name="connsiteY17-6358" fmla="*/ 3928 h 10000"/>
                  <a:gd name="connsiteX18-6359" fmla="*/ 8857 w 10000"/>
                  <a:gd name="connsiteY18-6360" fmla="*/ 2533 h 10000"/>
                  <a:gd name="connsiteX19-6361" fmla="*/ 7637 w 10000"/>
                  <a:gd name="connsiteY19-6362" fmla="*/ 2350 h 10000"/>
                  <a:gd name="connsiteX20-6363" fmla="*/ 6720 w 10000"/>
                  <a:gd name="connsiteY20-6364" fmla="*/ 1360 h 10000"/>
                  <a:gd name="connsiteX21-6365" fmla="*/ 5627 w 10000"/>
                  <a:gd name="connsiteY21-6366" fmla="*/ 1470 h 10000"/>
                  <a:gd name="connsiteX22-6367" fmla="*/ 4390 w 10000"/>
                  <a:gd name="connsiteY22-6368" fmla="*/ 902 h 10000"/>
                  <a:gd name="connsiteX23-6369" fmla="*/ 3442 w 10000"/>
                  <a:gd name="connsiteY23-6370" fmla="*/ 1543 h 10000"/>
                  <a:gd name="connsiteX24-6371" fmla="*/ 3201 w 10000"/>
                  <a:gd name="connsiteY24-6372" fmla="*/ 2277 h 10000"/>
                  <a:gd name="connsiteX25-6373" fmla="*/ 1578 w 10000"/>
                  <a:gd name="connsiteY25-6374" fmla="*/ 2771 h 10000"/>
                  <a:gd name="connsiteX26-6375" fmla="*/ 1257 w 10000"/>
                  <a:gd name="connsiteY26-6376" fmla="*/ 4203 h 10000"/>
                  <a:gd name="connsiteX27-6377" fmla="*/ 902 w 10000"/>
                  <a:gd name="connsiteY27-6378" fmla="*/ 5486 h 10000"/>
                  <a:gd name="connsiteX28-6379" fmla="*/ 1417 w 10000"/>
                  <a:gd name="connsiteY28-6380" fmla="*/ 6294 h 10000"/>
                  <a:gd name="connsiteX29-6381" fmla="*/ 2670 w 10000"/>
                  <a:gd name="connsiteY29-6382" fmla="*/ 6129 h 10000"/>
                  <a:gd name="connsiteX30-6383" fmla="*/ 4518 w 10000"/>
                  <a:gd name="connsiteY30-6384" fmla="*/ 6092 h 10000"/>
                  <a:gd name="connsiteX31-6385" fmla="*/ 5531 w 10000"/>
                  <a:gd name="connsiteY31-6386" fmla="*/ 6642 h 10000"/>
                  <a:gd name="connsiteX32-6387" fmla="*/ 5611 w 10000"/>
                  <a:gd name="connsiteY32-6388" fmla="*/ 6642 h 10000"/>
                  <a:gd name="connsiteX33-6389" fmla="*/ 6093 w 10000"/>
                  <a:gd name="connsiteY33-6390" fmla="*/ 6129 h 10000"/>
                  <a:gd name="connsiteX34-6391" fmla="*/ 6013 w 10000"/>
                  <a:gd name="connsiteY34-6392" fmla="*/ 5907 h 10000"/>
                  <a:gd name="connsiteX35-6393" fmla="*/ 5820 w 10000"/>
                  <a:gd name="connsiteY35-6394" fmla="*/ 5981 h 10000"/>
                  <a:gd name="connsiteX36-6395" fmla="*/ 5547 w 10000"/>
                  <a:gd name="connsiteY36-6396" fmla="*/ 6312 h 10000"/>
                  <a:gd name="connsiteX37-6397" fmla="*/ 4695 w 10000"/>
                  <a:gd name="connsiteY37-6398" fmla="*/ 5834 h 10000"/>
                  <a:gd name="connsiteX38-6399" fmla="*/ 2510 w 10000"/>
                  <a:gd name="connsiteY38-6400" fmla="*/ 5852 h 10000"/>
                  <a:gd name="connsiteX39-6401" fmla="*/ 1545 w 10000"/>
                  <a:gd name="connsiteY39-6402" fmla="*/ 5981 h 10000"/>
                  <a:gd name="connsiteX40-6403" fmla="*/ 1208 w 10000"/>
                  <a:gd name="connsiteY40-6404" fmla="*/ 5431 h 10000"/>
                  <a:gd name="connsiteX41-6405" fmla="*/ 1514 w 10000"/>
                  <a:gd name="connsiteY41-6406" fmla="*/ 4386 h 10000"/>
                  <a:gd name="connsiteX42-6407" fmla="*/ 1561 w 10000"/>
                  <a:gd name="connsiteY42-6408" fmla="*/ 4203 h 10000"/>
                  <a:gd name="connsiteX43-6409" fmla="*/ 1787 w 10000"/>
                  <a:gd name="connsiteY43-6410" fmla="*/ 2991 h 10000"/>
                  <a:gd name="connsiteX44-6411" fmla="*/ 3136 w 10000"/>
                  <a:gd name="connsiteY44-6412" fmla="*/ 2606 h 10000"/>
                  <a:gd name="connsiteX45-6413" fmla="*/ 3876 w 10000"/>
                  <a:gd name="connsiteY45-6414" fmla="*/ 3799 h 10000"/>
                  <a:gd name="connsiteX46-6415" fmla="*/ 2703 w 10000"/>
                  <a:gd name="connsiteY46-6416" fmla="*/ 4569 h 10000"/>
                  <a:gd name="connsiteX47-6417" fmla="*/ 2719 w 10000"/>
                  <a:gd name="connsiteY47-6418" fmla="*/ 4808 h 10000"/>
                  <a:gd name="connsiteX48-6419" fmla="*/ 2927 w 10000"/>
                  <a:gd name="connsiteY48-6420" fmla="*/ 4771 h 10000"/>
                  <a:gd name="connsiteX49-6421" fmla="*/ 4744 w 10000"/>
                  <a:gd name="connsiteY49-6422" fmla="*/ 4423 h 10000"/>
                  <a:gd name="connsiteX50-6423" fmla="*/ 4937 w 10000"/>
                  <a:gd name="connsiteY50-6424" fmla="*/ 4423 h 10000"/>
                  <a:gd name="connsiteX51-6425" fmla="*/ 5804 w 10000"/>
                  <a:gd name="connsiteY51-6426" fmla="*/ 4184 h 10000"/>
                  <a:gd name="connsiteX52-6427" fmla="*/ 6383 w 10000"/>
                  <a:gd name="connsiteY52-6428" fmla="*/ 4973 h 10000"/>
                  <a:gd name="connsiteX53-6429" fmla="*/ 6512 w 10000"/>
                  <a:gd name="connsiteY53-6430" fmla="*/ 5119 h 10000"/>
                  <a:gd name="connsiteX54-6431" fmla="*/ 7572 w 10000"/>
                  <a:gd name="connsiteY54-6432" fmla="*/ 6532 h 10000"/>
                  <a:gd name="connsiteX55-6433" fmla="*/ 6991 w 10000"/>
                  <a:gd name="connsiteY55-6434" fmla="*/ 7909 h 10000"/>
                  <a:gd name="connsiteX56-6435" fmla="*/ 5483 w 10000"/>
                  <a:gd name="connsiteY56-6436" fmla="*/ 8218 h 10000"/>
                  <a:gd name="connsiteX57-6437" fmla="*/ 3490 w 10000"/>
                  <a:gd name="connsiteY57-6438" fmla="*/ 8053 h 10000"/>
                  <a:gd name="connsiteX58-6439" fmla="*/ 3345 w 10000"/>
                  <a:gd name="connsiteY58-6440" fmla="*/ 7357 h 10000"/>
                  <a:gd name="connsiteX59-6441" fmla="*/ 3586 w 10000"/>
                  <a:gd name="connsiteY59-6442" fmla="*/ 7082 h 10000"/>
                  <a:gd name="connsiteX60-6443" fmla="*/ 3683 w 10000"/>
                  <a:gd name="connsiteY60-6444" fmla="*/ 6880 h 10000"/>
                  <a:gd name="connsiteX61-6445" fmla="*/ 3490 w 10000"/>
                  <a:gd name="connsiteY61-6446" fmla="*/ 6770 h 10000"/>
                  <a:gd name="connsiteX62-6447" fmla="*/ 3072 w 10000"/>
                  <a:gd name="connsiteY62-6448" fmla="*/ 7247 h 10000"/>
                  <a:gd name="connsiteX63-6449" fmla="*/ 3249 w 10000"/>
                  <a:gd name="connsiteY63-6450" fmla="*/ 8255 h 10000"/>
                  <a:gd name="connsiteX64-6451" fmla="*/ 3249 w 10000"/>
                  <a:gd name="connsiteY64-6452" fmla="*/ 8273 h 10000"/>
                  <a:gd name="connsiteX65-6453" fmla="*/ 4680 w 10000"/>
                  <a:gd name="connsiteY65-6454" fmla="*/ 8825 h 10000"/>
                  <a:gd name="connsiteX66-6455" fmla="*/ 5354 w 10000"/>
                  <a:gd name="connsiteY66-6456" fmla="*/ 8677 h 10000"/>
                  <a:gd name="connsiteX67-6457" fmla="*/ 3393 w 10000"/>
                  <a:gd name="connsiteY67-6458" fmla="*/ 9998 h 10000"/>
                  <a:gd name="connsiteX68-6459" fmla="*/ 2253 w 10000"/>
                  <a:gd name="connsiteY68-6460" fmla="*/ 9228 h 10000"/>
                  <a:gd name="connsiteX69-6461" fmla="*/ 1224 w 10000"/>
                  <a:gd name="connsiteY69-6462" fmla="*/ 7137 h 10000"/>
                  <a:gd name="connsiteX70-6463" fmla="*/ 3 w 10000"/>
                  <a:gd name="connsiteY70-6464" fmla="*/ 4954 h 10000"/>
                  <a:gd name="connsiteX0-6465" fmla="*/ 3 w 10000"/>
                  <a:gd name="connsiteY0-6466" fmla="*/ 4954 h 10000"/>
                  <a:gd name="connsiteX1-6467" fmla="*/ 726 w 10000"/>
                  <a:gd name="connsiteY1-6468" fmla="*/ 3028 h 10000"/>
                  <a:gd name="connsiteX2-6469" fmla="*/ 1337 w 10000"/>
                  <a:gd name="connsiteY2-6470" fmla="*/ 1635 h 10000"/>
                  <a:gd name="connsiteX3-6471" fmla="*/ 3233 w 10000"/>
                  <a:gd name="connsiteY3-6472" fmla="*/ 773 h 10000"/>
                  <a:gd name="connsiteX4-6473" fmla="*/ 5997 w 10000"/>
                  <a:gd name="connsiteY4-6474" fmla="*/ 424 h 10000"/>
                  <a:gd name="connsiteX5-6475" fmla="*/ 8488 w 10000"/>
                  <a:gd name="connsiteY5-6476" fmla="*/ 1452 h 10000"/>
                  <a:gd name="connsiteX6-6477" fmla="*/ 9693 w 10000"/>
                  <a:gd name="connsiteY6-6478" fmla="*/ 4661 h 10000"/>
                  <a:gd name="connsiteX7-6479" fmla="*/ 7765 w 10000"/>
                  <a:gd name="connsiteY7-6480" fmla="*/ 5852 h 10000"/>
                  <a:gd name="connsiteX8-6481" fmla="*/ 6752 w 10000"/>
                  <a:gd name="connsiteY8-6482" fmla="*/ 4844 h 10000"/>
                  <a:gd name="connsiteX9-6483" fmla="*/ 7444 w 10000"/>
                  <a:gd name="connsiteY9-6484" fmla="*/ 2845 h 10000"/>
                  <a:gd name="connsiteX10-6485" fmla="*/ 8680 w 10000"/>
                  <a:gd name="connsiteY10-6486" fmla="*/ 2808 h 10000"/>
                  <a:gd name="connsiteX11-6487" fmla="*/ 8873 w 10000"/>
                  <a:gd name="connsiteY11-6488" fmla="*/ 3799 h 10000"/>
                  <a:gd name="connsiteX12-6489" fmla="*/ 8568 w 10000"/>
                  <a:gd name="connsiteY12-6490" fmla="*/ 4203 h 10000"/>
                  <a:gd name="connsiteX13-6491" fmla="*/ 7941 w 10000"/>
                  <a:gd name="connsiteY13-6492" fmla="*/ 4184 h 10000"/>
                  <a:gd name="connsiteX14-6493" fmla="*/ 7748 w 10000"/>
                  <a:gd name="connsiteY14-6494" fmla="*/ 4276 h 10000"/>
                  <a:gd name="connsiteX15-6495" fmla="*/ 7829 w 10000"/>
                  <a:gd name="connsiteY15-6496" fmla="*/ 4496 h 10000"/>
                  <a:gd name="connsiteX16-6497" fmla="*/ 8664 w 10000"/>
                  <a:gd name="connsiteY16-6498" fmla="*/ 4514 h 10000"/>
                  <a:gd name="connsiteX17-6499" fmla="*/ 9163 w 10000"/>
                  <a:gd name="connsiteY17-6500" fmla="*/ 3928 h 10000"/>
                  <a:gd name="connsiteX18-6501" fmla="*/ 8857 w 10000"/>
                  <a:gd name="connsiteY18-6502" fmla="*/ 2533 h 10000"/>
                  <a:gd name="connsiteX19-6503" fmla="*/ 7637 w 10000"/>
                  <a:gd name="connsiteY19-6504" fmla="*/ 2350 h 10000"/>
                  <a:gd name="connsiteX20-6505" fmla="*/ 6720 w 10000"/>
                  <a:gd name="connsiteY20-6506" fmla="*/ 1360 h 10000"/>
                  <a:gd name="connsiteX21-6507" fmla="*/ 5627 w 10000"/>
                  <a:gd name="connsiteY21-6508" fmla="*/ 1470 h 10000"/>
                  <a:gd name="connsiteX22-6509" fmla="*/ 4390 w 10000"/>
                  <a:gd name="connsiteY22-6510" fmla="*/ 902 h 10000"/>
                  <a:gd name="connsiteX23-6511" fmla="*/ 3442 w 10000"/>
                  <a:gd name="connsiteY23-6512" fmla="*/ 1543 h 10000"/>
                  <a:gd name="connsiteX24-6513" fmla="*/ 3201 w 10000"/>
                  <a:gd name="connsiteY24-6514" fmla="*/ 2277 h 10000"/>
                  <a:gd name="connsiteX25-6515" fmla="*/ 1578 w 10000"/>
                  <a:gd name="connsiteY25-6516" fmla="*/ 2771 h 10000"/>
                  <a:gd name="connsiteX26-6517" fmla="*/ 1257 w 10000"/>
                  <a:gd name="connsiteY26-6518" fmla="*/ 4203 h 10000"/>
                  <a:gd name="connsiteX27-6519" fmla="*/ 902 w 10000"/>
                  <a:gd name="connsiteY27-6520" fmla="*/ 5486 h 10000"/>
                  <a:gd name="connsiteX28-6521" fmla="*/ 1417 w 10000"/>
                  <a:gd name="connsiteY28-6522" fmla="*/ 6294 h 10000"/>
                  <a:gd name="connsiteX29-6523" fmla="*/ 2670 w 10000"/>
                  <a:gd name="connsiteY29-6524" fmla="*/ 6129 h 10000"/>
                  <a:gd name="connsiteX30-6525" fmla="*/ 4518 w 10000"/>
                  <a:gd name="connsiteY30-6526" fmla="*/ 6092 h 10000"/>
                  <a:gd name="connsiteX31-6527" fmla="*/ 5531 w 10000"/>
                  <a:gd name="connsiteY31-6528" fmla="*/ 6642 h 10000"/>
                  <a:gd name="connsiteX32-6529" fmla="*/ 5611 w 10000"/>
                  <a:gd name="connsiteY32-6530" fmla="*/ 6642 h 10000"/>
                  <a:gd name="connsiteX33-6531" fmla="*/ 6093 w 10000"/>
                  <a:gd name="connsiteY33-6532" fmla="*/ 6129 h 10000"/>
                  <a:gd name="connsiteX34-6533" fmla="*/ 6013 w 10000"/>
                  <a:gd name="connsiteY34-6534" fmla="*/ 5907 h 10000"/>
                  <a:gd name="connsiteX35-6535" fmla="*/ 5820 w 10000"/>
                  <a:gd name="connsiteY35-6536" fmla="*/ 5981 h 10000"/>
                  <a:gd name="connsiteX36-6537" fmla="*/ 5547 w 10000"/>
                  <a:gd name="connsiteY36-6538" fmla="*/ 6312 h 10000"/>
                  <a:gd name="connsiteX37-6539" fmla="*/ 4695 w 10000"/>
                  <a:gd name="connsiteY37-6540" fmla="*/ 5834 h 10000"/>
                  <a:gd name="connsiteX38-6541" fmla="*/ 2510 w 10000"/>
                  <a:gd name="connsiteY38-6542" fmla="*/ 5852 h 10000"/>
                  <a:gd name="connsiteX39-6543" fmla="*/ 1545 w 10000"/>
                  <a:gd name="connsiteY39-6544" fmla="*/ 5981 h 10000"/>
                  <a:gd name="connsiteX40-6545" fmla="*/ 1208 w 10000"/>
                  <a:gd name="connsiteY40-6546" fmla="*/ 5431 h 10000"/>
                  <a:gd name="connsiteX41-6547" fmla="*/ 1514 w 10000"/>
                  <a:gd name="connsiteY41-6548" fmla="*/ 4386 h 10000"/>
                  <a:gd name="connsiteX42-6549" fmla="*/ 1561 w 10000"/>
                  <a:gd name="connsiteY42-6550" fmla="*/ 4203 h 10000"/>
                  <a:gd name="connsiteX43-6551" fmla="*/ 1787 w 10000"/>
                  <a:gd name="connsiteY43-6552" fmla="*/ 2991 h 10000"/>
                  <a:gd name="connsiteX44-6553" fmla="*/ 3136 w 10000"/>
                  <a:gd name="connsiteY44-6554" fmla="*/ 2606 h 10000"/>
                  <a:gd name="connsiteX45-6555" fmla="*/ 3876 w 10000"/>
                  <a:gd name="connsiteY45-6556" fmla="*/ 3799 h 10000"/>
                  <a:gd name="connsiteX46-6557" fmla="*/ 2703 w 10000"/>
                  <a:gd name="connsiteY46-6558" fmla="*/ 4569 h 10000"/>
                  <a:gd name="connsiteX47-6559" fmla="*/ 2719 w 10000"/>
                  <a:gd name="connsiteY47-6560" fmla="*/ 4808 h 10000"/>
                  <a:gd name="connsiteX48-6561" fmla="*/ 2927 w 10000"/>
                  <a:gd name="connsiteY48-6562" fmla="*/ 4771 h 10000"/>
                  <a:gd name="connsiteX49-6563" fmla="*/ 4744 w 10000"/>
                  <a:gd name="connsiteY49-6564" fmla="*/ 4423 h 10000"/>
                  <a:gd name="connsiteX50-6565" fmla="*/ 4937 w 10000"/>
                  <a:gd name="connsiteY50-6566" fmla="*/ 4423 h 10000"/>
                  <a:gd name="connsiteX51-6567" fmla="*/ 5804 w 10000"/>
                  <a:gd name="connsiteY51-6568" fmla="*/ 4184 h 10000"/>
                  <a:gd name="connsiteX52-6569" fmla="*/ 6383 w 10000"/>
                  <a:gd name="connsiteY52-6570" fmla="*/ 4973 h 10000"/>
                  <a:gd name="connsiteX53-6571" fmla="*/ 6512 w 10000"/>
                  <a:gd name="connsiteY53-6572" fmla="*/ 5119 h 10000"/>
                  <a:gd name="connsiteX54-6573" fmla="*/ 7572 w 10000"/>
                  <a:gd name="connsiteY54-6574" fmla="*/ 6532 h 10000"/>
                  <a:gd name="connsiteX55-6575" fmla="*/ 6991 w 10000"/>
                  <a:gd name="connsiteY55-6576" fmla="*/ 7909 h 10000"/>
                  <a:gd name="connsiteX56-6577" fmla="*/ 5483 w 10000"/>
                  <a:gd name="connsiteY56-6578" fmla="*/ 8218 h 10000"/>
                  <a:gd name="connsiteX57-6579" fmla="*/ 3490 w 10000"/>
                  <a:gd name="connsiteY57-6580" fmla="*/ 8053 h 10000"/>
                  <a:gd name="connsiteX58-6581" fmla="*/ 3345 w 10000"/>
                  <a:gd name="connsiteY58-6582" fmla="*/ 7357 h 10000"/>
                  <a:gd name="connsiteX59-6583" fmla="*/ 3586 w 10000"/>
                  <a:gd name="connsiteY59-6584" fmla="*/ 7082 h 10000"/>
                  <a:gd name="connsiteX60-6585" fmla="*/ 3683 w 10000"/>
                  <a:gd name="connsiteY60-6586" fmla="*/ 6880 h 10000"/>
                  <a:gd name="connsiteX61-6587" fmla="*/ 3490 w 10000"/>
                  <a:gd name="connsiteY61-6588" fmla="*/ 6770 h 10000"/>
                  <a:gd name="connsiteX62-6589" fmla="*/ 3072 w 10000"/>
                  <a:gd name="connsiteY62-6590" fmla="*/ 7247 h 10000"/>
                  <a:gd name="connsiteX63-6591" fmla="*/ 3249 w 10000"/>
                  <a:gd name="connsiteY63-6592" fmla="*/ 8255 h 10000"/>
                  <a:gd name="connsiteX64-6593" fmla="*/ 3249 w 10000"/>
                  <a:gd name="connsiteY64-6594" fmla="*/ 8273 h 10000"/>
                  <a:gd name="connsiteX65-6595" fmla="*/ 4680 w 10000"/>
                  <a:gd name="connsiteY65-6596" fmla="*/ 8825 h 10000"/>
                  <a:gd name="connsiteX66-6597" fmla="*/ 5354 w 10000"/>
                  <a:gd name="connsiteY66-6598" fmla="*/ 8677 h 10000"/>
                  <a:gd name="connsiteX67-6599" fmla="*/ 3393 w 10000"/>
                  <a:gd name="connsiteY67-6600" fmla="*/ 9998 h 10000"/>
                  <a:gd name="connsiteX68-6601" fmla="*/ 2253 w 10000"/>
                  <a:gd name="connsiteY68-6602" fmla="*/ 9228 h 10000"/>
                  <a:gd name="connsiteX69-6603" fmla="*/ 1224 w 10000"/>
                  <a:gd name="connsiteY69-6604" fmla="*/ 7137 h 10000"/>
                  <a:gd name="connsiteX70-6605" fmla="*/ 3 w 10000"/>
                  <a:gd name="connsiteY70-6606" fmla="*/ 4954 h 10000"/>
                </a:gdLst>
                <a:ahLst/>
                <a:cxnLst>
                  <a:cxn ang="0">
                    <a:pos x="connsiteX0-6465" y="connsiteY0-6466"/>
                  </a:cxn>
                  <a:cxn ang="0">
                    <a:pos x="connsiteX1-6467" y="connsiteY1-6468"/>
                  </a:cxn>
                  <a:cxn ang="0">
                    <a:pos x="connsiteX2-6469" y="connsiteY2-6470"/>
                  </a:cxn>
                  <a:cxn ang="0">
                    <a:pos x="connsiteX3-6471" y="connsiteY3-6472"/>
                  </a:cxn>
                  <a:cxn ang="0">
                    <a:pos x="connsiteX4-6473" y="connsiteY4-6474"/>
                  </a:cxn>
                  <a:cxn ang="0">
                    <a:pos x="connsiteX5-6475" y="connsiteY5-6476"/>
                  </a:cxn>
                  <a:cxn ang="0">
                    <a:pos x="connsiteX6-6477" y="connsiteY6-6478"/>
                  </a:cxn>
                  <a:cxn ang="0">
                    <a:pos x="connsiteX7-6479" y="connsiteY7-6480"/>
                  </a:cxn>
                  <a:cxn ang="0">
                    <a:pos x="connsiteX8-6481" y="connsiteY8-6482"/>
                  </a:cxn>
                  <a:cxn ang="0">
                    <a:pos x="connsiteX9-6483" y="connsiteY9-6484"/>
                  </a:cxn>
                  <a:cxn ang="0">
                    <a:pos x="connsiteX10-6485" y="connsiteY10-6486"/>
                  </a:cxn>
                  <a:cxn ang="0">
                    <a:pos x="connsiteX11-6487" y="connsiteY11-6488"/>
                  </a:cxn>
                  <a:cxn ang="0">
                    <a:pos x="connsiteX12-6489" y="connsiteY12-6490"/>
                  </a:cxn>
                  <a:cxn ang="0">
                    <a:pos x="connsiteX13-6491" y="connsiteY13-6492"/>
                  </a:cxn>
                  <a:cxn ang="0">
                    <a:pos x="connsiteX14-6493" y="connsiteY14-6494"/>
                  </a:cxn>
                  <a:cxn ang="0">
                    <a:pos x="connsiteX15-6495" y="connsiteY15-6496"/>
                  </a:cxn>
                  <a:cxn ang="0">
                    <a:pos x="connsiteX16-6497" y="connsiteY16-6498"/>
                  </a:cxn>
                  <a:cxn ang="0">
                    <a:pos x="connsiteX17-6499" y="connsiteY17-6500"/>
                  </a:cxn>
                  <a:cxn ang="0">
                    <a:pos x="connsiteX18-6501" y="connsiteY18-6502"/>
                  </a:cxn>
                  <a:cxn ang="0">
                    <a:pos x="connsiteX19-6503" y="connsiteY19-6504"/>
                  </a:cxn>
                  <a:cxn ang="0">
                    <a:pos x="connsiteX20-6505" y="connsiteY20-6506"/>
                  </a:cxn>
                  <a:cxn ang="0">
                    <a:pos x="connsiteX21-6507" y="connsiteY21-6508"/>
                  </a:cxn>
                  <a:cxn ang="0">
                    <a:pos x="connsiteX22-6509" y="connsiteY22-6510"/>
                  </a:cxn>
                  <a:cxn ang="0">
                    <a:pos x="connsiteX23-6511" y="connsiteY23-6512"/>
                  </a:cxn>
                  <a:cxn ang="0">
                    <a:pos x="connsiteX24-6513" y="connsiteY24-6514"/>
                  </a:cxn>
                  <a:cxn ang="0">
                    <a:pos x="connsiteX25-6515" y="connsiteY25-6516"/>
                  </a:cxn>
                  <a:cxn ang="0">
                    <a:pos x="connsiteX26-6517" y="connsiteY26-6518"/>
                  </a:cxn>
                  <a:cxn ang="0">
                    <a:pos x="connsiteX27-6519" y="connsiteY27-6520"/>
                  </a:cxn>
                  <a:cxn ang="0">
                    <a:pos x="connsiteX28-6521" y="connsiteY28-6522"/>
                  </a:cxn>
                  <a:cxn ang="0">
                    <a:pos x="connsiteX29-6523" y="connsiteY29-6524"/>
                  </a:cxn>
                  <a:cxn ang="0">
                    <a:pos x="connsiteX30-6525" y="connsiteY30-6526"/>
                  </a:cxn>
                  <a:cxn ang="0">
                    <a:pos x="connsiteX31-6527" y="connsiteY31-6528"/>
                  </a:cxn>
                  <a:cxn ang="0">
                    <a:pos x="connsiteX32-6529" y="connsiteY32-6530"/>
                  </a:cxn>
                  <a:cxn ang="0">
                    <a:pos x="connsiteX33-6531" y="connsiteY33-6532"/>
                  </a:cxn>
                  <a:cxn ang="0">
                    <a:pos x="connsiteX34-6533" y="connsiteY34-6534"/>
                  </a:cxn>
                  <a:cxn ang="0">
                    <a:pos x="connsiteX35-6535" y="connsiteY35-6536"/>
                  </a:cxn>
                  <a:cxn ang="0">
                    <a:pos x="connsiteX36-6537" y="connsiteY36-6538"/>
                  </a:cxn>
                  <a:cxn ang="0">
                    <a:pos x="connsiteX37-6539" y="connsiteY37-6540"/>
                  </a:cxn>
                  <a:cxn ang="0">
                    <a:pos x="connsiteX38-6541" y="connsiteY38-6542"/>
                  </a:cxn>
                  <a:cxn ang="0">
                    <a:pos x="connsiteX39-6543" y="connsiteY39-6544"/>
                  </a:cxn>
                  <a:cxn ang="0">
                    <a:pos x="connsiteX40-6545" y="connsiteY40-6546"/>
                  </a:cxn>
                  <a:cxn ang="0">
                    <a:pos x="connsiteX41-6547" y="connsiteY41-6548"/>
                  </a:cxn>
                  <a:cxn ang="0">
                    <a:pos x="connsiteX42-6549" y="connsiteY42-6550"/>
                  </a:cxn>
                  <a:cxn ang="0">
                    <a:pos x="connsiteX43-6551" y="connsiteY43-6552"/>
                  </a:cxn>
                  <a:cxn ang="0">
                    <a:pos x="connsiteX44-6553" y="connsiteY44-6554"/>
                  </a:cxn>
                  <a:cxn ang="0">
                    <a:pos x="connsiteX45-6555" y="connsiteY45-6556"/>
                  </a:cxn>
                  <a:cxn ang="0">
                    <a:pos x="connsiteX46-6557" y="connsiteY46-6558"/>
                  </a:cxn>
                  <a:cxn ang="0">
                    <a:pos x="connsiteX47-6559" y="connsiteY47-6560"/>
                  </a:cxn>
                  <a:cxn ang="0">
                    <a:pos x="connsiteX48-6561" y="connsiteY48-6562"/>
                  </a:cxn>
                  <a:cxn ang="0">
                    <a:pos x="connsiteX49-6563" y="connsiteY49-6564"/>
                  </a:cxn>
                  <a:cxn ang="0">
                    <a:pos x="connsiteX50-6565" y="connsiteY50-6566"/>
                  </a:cxn>
                  <a:cxn ang="0">
                    <a:pos x="connsiteX51-6567" y="connsiteY51-6568"/>
                  </a:cxn>
                  <a:cxn ang="0">
                    <a:pos x="connsiteX52-6569" y="connsiteY52-6570"/>
                  </a:cxn>
                  <a:cxn ang="0">
                    <a:pos x="connsiteX53-6571" y="connsiteY53-6572"/>
                  </a:cxn>
                  <a:cxn ang="0">
                    <a:pos x="connsiteX54-6573" y="connsiteY54-6574"/>
                  </a:cxn>
                  <a:cxn ang="0">
                    <a:pos x="connsiteX55-6575" y="connsiteY55-6576"/>
                  </a:cxn>
                  <a:cxn ang="0">
                    <a:pos x="connsiteX56-6577" y="connsiteY56-6578"/>
                  </a:cxn>
                  <a:cxn ang="0">
                    <a:pos x="connsiteX57-6579" y="connsiteY57-6580"/>
                  </a:cxn>
                  <a:cxn ang="0">
                    <a:pos x="connsiteX58-6581" y="connsiteY58-6582"/>
                  </a:cxn>
                  <a:cxn ang="0">
                    <a:pos x="connsiteX59-6583" y="connsiteY59-6584"/>
                  </a:cxn>
                  <a:cxn ang="0">
                    <a:pos x="connsiteX60-6585" y="connsiteY60-6586"/>
                  </a:cxn>
                  <a:cxn ang="0">
                    <a:pos x="connsiteX61-6587" y="connsiteY61-6588"/>
                  </a:cxn>
                  <a:cxn ang="0">
                    <a:pos x="connsiteX62-6589" y="connsiteY62-6590"/>
                  </a:cxn>
                  <a:cxn ang="0">
                    <a:pos x="connsiteX63-6591" y="connsiteY63-6592"/>
                  </a:cxn>
                  <a:cxn ang="0">
                    <a:pos x="connsiteX64-6593" y="connsiteY64-6594"/>
                  </a:cxn>
                  <a:cxn ang="0">
                    <a:pos x="connsiteX65-6595" y="connsiteY65-6596"/>
                  </a:cxn>
                  <a:cxn ang="0">
                    <a:pos x="connsiteX66-6597" y="connsiteY66-6598"/>
                  </a:cxn>
                  <a:cxn ang="0">
                    <a:pos x="connsiteX67-6599" y="connsiteY67-6600"/>
                  </a:cxn>
                  <a:cxn ang="0">
                    <a:pos x="connsiteX68-6601" y="connsiteY68-6602"/>
                  </a:cxn>
                  <a:cxn ang="0">
                    <a:pos x="connsiteX69-6603" y="connsiteY69-6604"/>
                  </a:cxn>
                  <a:cxn ang="0">
                    <a:pos x="connsiteX70-6605" y="connsiteY70-6606"/>
                  </a:cxn>
                </a:cxnLst>
                <a:rect l="l" t="t" r="r" b="b"/>
                <a:pathLst>
                  <a:path w="10000" h="10000">
                    <a:moveTo>
                      <a:pt x="3" y="4954"/>
                    </a:moveTo>
                    <a:cubicBezTo>
                      <a:pt x="35" y="3561"/>
                      <a:pt x="726" y="3028"/>
                      <a:pt x="726" y="3028"/>
                    </a:cubicBezTo>
                    <a:cubicBezTo>
                      <a:pt x="726" y="3028"/>
                      <a:pt x="806" y="2350"/>
                      <a:pt x="1337" y="1635"/>
                    </a:cubicBezTo>
                    <a:cubicBezTo>
                      <a:pt x="2173" y="589"/>
                      <a:pt x="3233" y="773"/>
                      <a:pt x="3233" y="773"/>
                    </a:cubicBezTo>
                    <a:cubicBezTo>
                      <a:pt x="4598" y="-731"/>
                      <a:pt x="5997" y="424"/>
                      <a:pt x="5997" y="424"/>
                    </a:cubicBezTo>
                    <a:cubicBezTo>
                      <a:pt x="7941" y="-291"/>
                      <a:pt x="8488" y="1452"/>
                      <a:pt x="8488" y="1452"/>
                    </a:cubicBezTo>
                    <a:cubicBezTo>
                      <a:pt x="9596" y="1580"/>
                      <a:pt x="10497" y="3065"/>
                      <a:pt x="9693" y="4661"/>
                    </a:cubicBezTo>
                    <a:cubicBezTo>
                      <a:pt x="9066" y="5889"/>
                      <a:pt x="8150" y="5907"/>
                      <a:pt x="7765" y="5852"/>
                    </a:cubicBezTo>
                    <a:cubicBezTo>
                      <a:pt x="7637" y="5467"/>
                      <a:pt x="7347" y="5027"/>
                      <a:pt x="6752" y="4844"/>
                    </a:cubicBezTo>
                    <a:cubicBezTo>
                      <a:pt x="6752" y="4771"/>
                      <a:pt x="6672" y="3469"/>
                      <a:pt x="7444" y="2845"/>
                    </a:cubicBezTo>
                    <a:cubicBezTo>
                      <a:pt x="7893" y="2478"/>
                      <a:pt x="8391" y="2570"/>
                      <a:pt x="8680" y="2808"/>
                    </a:cubicBezTo>
                    <a:cubicBezTo>
                      <a:pt x="8937" y="3046"/>
                      <a:pt x="9019" y="3396"/>
                      <a:pt x="8873" y="3799"/>
                    </a:cubicBezTo>
                    <a:cubicBezTo>
                      <a:pt x="8809" y="4001"/>
                      <a:pt x="8697" y="4129"/>
                      <a:pt x="8568" y="4203"/>
                    </a:cubicBezTo>
                    <a:cubicBezTo>
                      <a:pt x="8279" y="4331"/>
                      <a:pt x="7957" y="4184"/>
                      <a:pt x="7941" y="4184"/>
                    </a:cubicBezTo>
                    <a:cubicBezTo>
                      <a:pt x="7877" y="4148"/>
                      <a:pt x="7781" y="4184"/>
                      <a:pt x="7748" y="4276"/>
                    </a:cubicBezTo>
                    <a:cubicBezTo>
                      <a:pt x="7717" y="4349"/>
                      <a:pt x="7748" y="4459"/>
                      <a:pt x="7829" y="4496"/>
                    </a:cubicBezTo>
                    <a:cubicBezTo>
                      <a:pt x="7845" y="4496"/>
                      <a:pt x="8279" y="4698"/>
                      <a:pt x="8664" y="4514"/>
                    </a:cubicBezTo>
                    <a:cubicBezTo>
                      <a:pt x="8890" y="4404"/>
                      <a:pt x="9050" y="4203"/>
                      <a:pt x="9163" y="3928"/>
                    </a:cubicBezTo>
                    <a:cubicBezTo>
                      <a:pt x="9339" y="3378"/>
                      <a:pt x="9227" y="2863"/>
                      <a:pt x="8857" y="2533"/>
                    </a:cubicBezTo>
                    <a:cubicBezTo>
                      <a:pt x="8520" y="2240"/>
                      <a:pt x="8054" y="2185"/>
                      <a:pt x="7637" y="2350"/>
                    </a:cubicBezTo>
                    <a:cubicBezTo>
                      <a:pt x="7555" y="2002"/>
                      <a:pt x="7315" y="1507"/>
                      <a:pt x="6720" y="1360"/>
                    </a:cubicBezTo>
                    <a:cubicBezTo>
                      <a:pt x="6142" y="1195"/>
                      <a:pt x="5804" y="1342"/>
                      <a:pt x="5627" y="1470"/>
                    </a:cubicBezTo>
                    <a:cubicBezTo>
                      <a:pt x="5419" y="1158"/>
                      <a:pt x="5001" y="792"/>
                      <a:pt x="4390" y="902"/>
                    </a:cubicBezTo>
                    <a:cubicBezTo>
                      <a:pt x="3892" y="993"/>
                      <a:pt x="3602" y="1305"/>
                      <a:pt x="3442" y="1543"/>
                    </a:cubicBezTo>
                    <a:cubicBezTo>
                      <a:pt x="3297" y="1763"/>
                      <a:pt x="3217" y="2020"/>
                      <a:pt x="3201" y="2277"/>
                    </a:cubicBezTo>
                    <a:cubicBezTo>
                      <a:pt x="2622" y="2112"/>
                      <a:pt x="1963" y="2313"/>
                      <a:pt x="1578" y="2771"/>
                    </a:cubicBezTo>
                    <a:cubicBezTo>
                      <a:pt x="1257" y="3138"/>
                      <a:pt x="1144" y="3634"/>
                      <a:pt x="1257" y="4203"/>
                    </a:cubicBezTo>
                    <a:cubicBezTo>
                      <a:pt x="1112" y="4368"/>
                      <a:pt x="822" y="4771"/>
                      <a:pt x="902" y="5486"/>
                    </a:cubicBezTo>
                    <a:cubicBezTo>
                      <a:pt x="951" y="5852"/>
                      <a:pt x="1144" y="6147"/>
                      <a:pt x="1417" y="6294"/>
                    </a:cubicBezTo>
                    <a:cubicBezTo>
                      <a:pt x="1787" y="6477"/>
                      <a:pt x="2269" y="6422"/>
                      <a:pt x="2670" y="6129"/>
                    </a:cubicBezTo>
                    <a:cubicBezTo>
                      <a:pt x="3233" y="5724"/>
                      <a:pt x="4101" y="5706"/>
                      <a:pt x="4518" y="6092"/>
                    </a:cubicBezTo>
                    <a:cubicBezTo>
                      <a:pt x="4824" y="6385"/>
                      <a:pt x="5194" y="6679"/>
                      <a:pt x="5531" y="6642"/>
                    </a:cubicBezTo>
                    <a:lnTo>
                      <a:pt x="5611" y="6642"/>
                    </a:lnTo>
                    <a:cubicBezTo>
                      <a:pt x="5804" y="6587"/>
                      <a:pt x="5965" y="6422"/>
                      <a:pt x="6093" y="6129"/>
                    </a:cubicBezTo>
                    <a:cubicBezTo>
                      <a:pt x="6126" y="6055"/>
                      <a:pt x="6093" y="5944"/>
                      <a:pt x="6013" y="5907"/>
                    </a:cubicBezTo>
                    <a:cubicBezTo>
                      <a:pt x="5949" y="5871"/>
                      <a:pt x="5853" y="5907"/>
                      <a:pt x="5820" y="5981"/>
                    </a:cubicBezTo>
                    <a:cubicBezTo>
                      <a:pt x="5740" y="6165"/>
                      <a:pt x="5660" y="6275"/>
                      <a:pt x="5547" y="6312"/>
                    </a:cubicBezTo>
                    <a:cubicBezTo>
                      <a:pt x="5306" y="6367"/>
                      <a:pt x="4953" y="6055"/>
                      <a:pt x="4695" y="5834"/>
                    </a:cubicBezTo>
                    <a:cubicBezTo>
                      <a:pt x="4197" y="5339"/>
                      <a:pt x="3185" y="5357"/>
                      <a:pt x="2510" y="5852"/>
                    </a:cubicBezTo>
                    <a:cubicBezTo>
                      <a:pt x="2188" y="6074"/>
                      <a:pt x="1818" y="6129"/>
                      <a:pt x="1545" y="5981"/>
                    </a:cubicBezTo>
                    <a:cubicBezTo>
                      <a:pt x="1353" y="5889"/>
                      <a:pt x="1241" y="5687"/>
                      <a:pt x="1208" y="5431"/>
                    </a:cubicBezTo>
                    <a:cubicBezTo>
                      <a:pt x="1112" y="4716"/>
                      <a:pt x="1497" y="4386"/>
                      <a:pt x="1514" y="4386"/>
                    </a:cubicBezTo>
                    <a:cubicBezTo>
                      <a:pt x="1561" y="4349"/>
                      <a:pt x="1578" y="4276"/>
                      <a:pt x="1561" y="4203"/>
                    </a:cubicBezTo>
                    <a:cubicBezTo>
                      <a:pt x="1450" y="3726"/>
                      <a:pt x="1514" y="3303"/>
                      <a:pt x="1787" y="2991"/>
                    </a:cubicBezTo>
                    <a:cubicBezTo>
                      <a:pt x="2108" y="2625"/>
                      <a:pt x="2654" y="2460"/>
                      <a:pt x="3136" y="2606"/>
                    </a:cubicBezTo>
                    <a:cubicBezTo>
                      <a:pt x="3763" y="2790"/>
                      <a:pt x="3859" y="3561"/>
                      <a:pt x="3876" y="3799"/>
                    </a:cubicBezTo>
                    <a:cubicBezTo>
                      <a:pt x="3506" y="3836"/>
                      <a:pt x="3089" y="4019"/>
                      <a:pt x="2703" y="4569"/>
                    </a:cubicBezTo>
                    <a:cubicBezTo>
                      <a:pt x="2639" y="4643"/>
                      <a:pt x="2654" y="4734"/>
                      <a:pt x="2719" y="4808"/>
                    </a:cubicBezTo>
                    <a:cubicBezTo>
                      <a:pt x="2783" y="4863"/>
                      <a:pt x="2879" y="4844"/>
                      <a:pt x="2927" y="4771"/>
                    </a:cubicBezTo>
                    <a:cubicBezTo>
                      <a:pt x="3763" y="3616"/>
                      <a:pt x="4711" y="4404"/>
                      <a:pt x="4744" y="4423"/>
                    </a:cubicBezTo>
                    <a:cubicBezTo>
                      <a:pt x="4808" y="4478"/>
                      <a:pt x="4888" y="4478"/>
                      <a:pt x="4937" y="4423"/>
                    </a:cubicBezTo>
                    <a:cubicBezTo>
                      <a:pt x="4953" y="4404"/>
                      <a:pt x="5290" y="4074"/>
                      <a:pt x="5804" y="4184"/>
                    </a:cubicBezTo>
                    <a:cubicBezTo>
                      <a:pt x="6302" y="4294"/>
                      <a:pt x="6383" y="4973"/>
                      <a:pt x="6383" y="4973"/>
                    </a:cubicBezTo>
                    <a:cubicBezTo>
                      <a:pt x="6399" y="5046"/>
                      <a:pt x="6447" y="5101"/>
                      <a:pt x="6512" y="5119"/>
                    </a:cubicBezTo>
                    <a:cubicBezTo>
                      <a:pt x="7637" y="5357"/>
                      <a:pt x="7650" y="6240"/>
                      <a:pt x="7572" y="6532"/>
                    </a:cubicBezTo>
                    <a:cubicBezTo>
                      <a:pt x="7725" y="7073"/>
                      <a:pt x="7245" y="7742"/>
                      <a:pt x="6991" y="7909"/>
                    </a:cubicBezTo>
                    <a:cubicBezTo>
                      <a:pt x="6359" y="8325"/>
                      <a:pt x="6075" y="8199"/>
                      <a:pt x="5483" y="8218"/>
                    </a:cubicBezTo>
                    <a:cubicBezTo>
                      <a:pt x="4314" y="8808"/>
                      <a:pt x="3635" y="8328"/>
                      <a:pt x="3490" y="8053"/>
                    </a:cubicBezTo>
                    <a:cubicBezTo>
                      <a:pt x="3345" y="7778"/>
                      <a:pt x="3297" y="7540"/>
                      <a:pt x="3345" y="7357"/>
                    </a:cubicBezTo>
                    <a:cubicBezTo>
                      <a:pt x="3409" y="7155"/>
                      <a:pt x="3586" y="7082"/>
                      <a:pt x="3586" y="7082"/>
                    </a:cubicBezTo>
                    <a:cubicBezTo>
                      <a:pt x="3666" y="7064"/>
                      <a:pt x="3715" y="6954"/>
                      <a:pt x="3683" y="6880"/>
                    </a:cubicBezTo>
                    <a:cubicBezTo>
                      <a:pt x="3651" y="6789"/>
                      <a:pt x="3571" y="6734"/>
                      <a:pt x="3490" y="6770"/>
                    </a:cubicBezTo>
                    <a:cubicBezTo>
                      <a:pt x="3474" y="6770"/>
                      <a:pt x="3185" y="6899"/>
                      <a:pt x="3072" y="7247"/>
                    </a:cubicBezTo>
                    <a:cubicBezTo>
                      <a:pt x="2976" y="7522"/>
                      <a:pt x="3040" y="7870"/>
                      <a:pt x="3249" y="8255"/>
                    </a:cubicBezTo>
                    <a:lnTo>
                      <a:pt x="3249" y="8273"/>
                    </a:lnTo>
                    <a:cubicBezTo>
                      <a:pt x="3635" y="8788"/>
                      <a:pt x="4197" y="8880"/>
                      <a:pt x="4680" y="8825"/>
                    </a:cubicBezTo>
                    <a:cubicBezTo>
                      <a:pt x="4937" y="8806"/>
                      <a:pt x="5177" y="8733"/>
                      <a:pt x="5354" y="8677"/>
                    </a:cubicBezTo>
                    <a:cubicBezTo>
                      <a:pt x="5001" y="9558"/>
                      <a:pt x="4229" y="9961"/>
                      <a:pt x="3393" y="9998"/>
                    </a:cubicBezTo>
                    <a:cubicBezTo>
                      <a:pt x="2430" y="10053"/>
                      <a:pt x="2253" y="9228"/>
                      <a:pt x="2253" y="9228"/>
                    </a:cubicBezTo>
                    <a:cubicBezTo>
                      <a:pt x="935" y="8640"/>
                      <a:pt x="1224" y="7137"/>
                      <a:pt x="1224" y="7137"/>
                    </a:cubicBezTo>
                    <a:cubicBezTo>
                      <a:pt x="678" y="7045"/>
                      <a:pt x="-45" y="6349"/>
                      <a:pt x="3" y="4954"/>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sp>
        <p:nvSpPr>
          <p:cNvPr id="130" name="Rectangle 66"/>
          <p:cNvSpPr>
            <a:spLocks noChangeArrowheads="1"/>
          </p:cNvSpPr>
          <p:nvPr/>
        </p:nvSpPr>
        <p:spPr bwMode="auto">
          <a:xfrm>
            <a:off x="5861783" y="1594016"/>
            <a:ext cx="276991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lvl="0" algn="just" fontAlgn="base">
              <a:spcBef>
                <a:spcPct val="0"/>
              </a:spcBef>
              <a:spcAft>
                <a:spcPct val="0"/>
              </a:spcAft>
            </a:pPr>
            <a:r>
              <a:rPr lang="zh-CN" altLang="en-US" sz="1000" dirty="0">
                <a:solidFill>
                  <a:schemeClr val="bg1">
                    <a:lumMod val="50000"/>
                  </a:schemeClr>
                </a:solidFill>
                <a:latin typeface="Arial" pitchFamily="34" charset="0"/>
                <a:ea typeface="微软雅黑" pitchFamily="34" charset="-122"/>
              </a:rPr>
              <a:t>此处可输入相关说明文本内容，或者复制文本内容后粘贴，并选择只保留文字。</a:t>
            </a:r>
            <a:endParaRPr lang="zh-CN" altLang="zh-CN" sz="1000" dirty="0">
              <a:solidFill>
                <a:prstClr val="black">
                  <a:lumMod val="50000"/>
                  <a:lumOff val="50000"/>
                </a:prstClr>
              </a:solidFill>
              <a:latin typeface="Arial" pitchFamily="34" charset="0"/>
              <a:ea typeface="微软雅黑" pitchFamily="34" charset="-122"/>
            </a:endParaRPr>
          </a:p>
        </p:txBody>
      </p:sp>
      <p:sp>
        <p:nvSpPr>
          <p:cNvPr id="131" name="圆角矩形 130"/>
          <p:cNvSpPr/>
          <p:nvPr/>
        </p:nvSpPr>
        <p:spPr>
          <a:xfrm>
            <a:off x="5861784" y="1263593"/>
            <a:ext cx="1052375" cy="246226"/>
          </a:xfrm>
          <a:prstGeom prst="roundRect">
            <a:avLst>
              <a:gd name="adj" fmla="val 0"/>
            </a:avLst>
          </a:prstGeom>
          <a:solidFill>
            <a:srgbClr val="37B0E8"/>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ln w="6350">
                  <a:noFill/>
                </a:ln>
                <a:solidFill>
                  <a:schemeClr val="bg1"/>
                </a:solidFill>
                <a:latin typeface="Impact" pitchFamily="34" charset="0"/>
                <a:ea typeface="微软雅黑" pitchFamily="34" charset="-122"/>
              </a:rPr>
              <a:t>添加关键词</a:t>
            </a:r>
          </a:p>
        </p:txBody>
      </p:sp>
      <p:sp>
        <p:nvSpPr>
          <p:cNvPr id="132" name="Rectangle 66"/>
          <p:cNvSpPr>
            <a:spLocks noChangeArrowheads="1"/>
          </p:cNvSpPr>
          <p:nvPr/>
        </p:nvSpPr>
        <p:spPr bwMode="auto">
          <a:xfrm>
            <a:off x="5861783" y="2439861"/>
            <a:ext cx="276991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lvl="0" algn="just" fontAlgn="base">
              <a:spcBef>
                <a:spcPct val="0"/>
              </a:spcBef>
              <a:spcAft>
                <a:spcPct val="0"/>
              </a:spcAft>
            </a:pPr>
            <a:r>
              <a:rPr lang="zh-CN" altLang="en-US" sz="1000" dirty="0">
                <a:solidFill>
                  <a:schemeClr val="bg1">
                    <a:lumMod val="50000"/>
                  </a:schemeClr>
                </a:solidFill>
                <a:latin typeface="Arial" pitchFamily="34" charset="0"/>
                <a:ea typeface="微软雅黑" pitchFamily="34" charset="-122"/>
              </a:rPr>
              <a:t>此处可输入相关说明文本内容，或者复制文本内容后粘贴，并选择只保留文字。</a:t>
            </a:r>
            <a:endParaRPr lang="zh-CN" altLang="zh-CN" sz="1000" dirty="0">
              <a:solidFill>
                <a:prstClr val="black">
                  <a:lumMod val="50000"/>
                  <a:lumOff val="50000"/>
                </a:prstClr>
              </a:solidFill>
              <a:latin typeface="Arial" pitchFamily="34" charset="0"/>
              <a:ea typeface="微软雅黑" pitchFamily="34" charset="-122"/>
            </a:endParaRPr>
          </a:p>
        </p:txBody>
      </p:sp>
      <p:sp>
        <p:nvSpPr>
          <p:cNvPr id="133" name="圆角矩形 132"/>
          <p:cNvSpPr/>
          <p:nvPr/>
        </p:nvSpPr>
        <p:spPr>
          <a:xfrm>
            <a:off x="5861784" y="2109438"/>
            <a:ext cx="1052375" cy="246226"/>
          </a:xfrm>
          <a:prstGeom prst="roundRect">
            <a:avLst>
              <a:gd name="adj" fmla="val 0"/>
            </a:avLst>
          </a:prstGeom>
          <a:solidFill>
            <a:srgbClr val="37B0E8"/>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ln w="6350">
                  <a:noFill/>
                </a:ln>
                <a:solidFill>
                  <a:schemeClr val="bg1"/>
                </a:solidFill>
                <a:latin typeface="Impact" pitchFamily="34" charset="0"/>
                <a:ea typeface="微软雅黑" pitchFamily="34" charset="-122"/>
              </a:rPr>
              <a:t>添加关键词</a:t>
            </a:r>
          </a:p>
        </p:txBody>
      </p:sp>
      <p:sp>
        <p:nvSpPr>
          <p:cNvPr id="134" name="任意多边形 133"/>
          <p:cNvSpPr/>
          <p:nvPr/>
        </p:nvSpPr>
        <p:spPr>
          <a:xfrm>
            <a:off x="2821797" y="1386706"/>
            <a:ext cx="2823964" cy="1384564"/>
          </a:xfrm>
          <a:custGeom>
            <a:avLst/>
            <a:gdLst>
              <a:gd name="connsiteX0" fmla="*/ 0 w 2667000"/>
              <a:gd name="connsiteY0" fmla="*/ 1466850 h 1466850"/>
              <a:gd name="connsiteX1" fmla="*/ 0 w 2667000"/>
              <a:gd name="connsiteY1" fmla="*/ 0 h 1466850"/>
              <a:gd name="connsiteX2" fmla="*/ 2667000 w 2667000"/>
              <a:gd name="connsiteY2" fmla="*/ 0 h 1466850"/>
            </a:gdLst>
            <a:ahLst/>
            <a:cxnLst>
              <a:cxn ang="0">
                <a:pos x="connsiteX0" y="connsiteY0"/>
              </a:cxn>
              <a:cxn ang="0">
                <a:pos x="connsiteX1" y="connsiteY1"/>
              </a:cxn>
              <a:cxn ang="0">
                <a:pos x="connsiteX2" y="connsiteY2"/>
              </a:cxn>
            </a:cxnLst>
            <a:rect l="l" t="t" r="r" b="b"/>
            <a:pathLst>
              <a:path w="2667000" h="1466850">
                <a:moveTo>
                  <a:pt x="0" y="1466850"/>
                </a:moveTo>
                <a:lnTo>
                  <a:pt x="0" y="0"/>
                </a:lnTo>
                <a:lnTo>
                  <a:pt x="2667000" y="0"/>
                </a:lnTo>
              </a:path>
            </a:pathLst>
          </a:custGeom>
          <a:ln w="6350">
            <a:solidFill>
              <a:schemeClr val="tx1">
                <a:lumMod val="65000"/>
                <a:lumOff val="35000"/>
              </a:scheme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solidFill>
                <a:schemeClr val="tx1"/>
              </a:solidFill>
            </a:endParaRPr>
          </a:p>
        </p:txBody>
      </p:sp>
      <p:sp>
        <p:nvSpPr>
          <p:cNvPr id="135" name="任意多边形 134"/>
          <p:cNvSpPr/>
          <p:nvPr/>
        </p:nvSpPr>
        <p:spPr>
          <a:xfrm>
            <a:off x="3380596" y="2232549"/>
            <a:ext cx="2254868" cy="753255"/>
          </a:xfrm>
          <a:custGeom>
            <a:avLst/>
            <a:gdLst>
              <a:gd name="connsiteX0" fmla="*/ 0 w 2114550"/>
              <a:gd name="connsiteY0" fmla="*/ 904875 h 904875"/>
              <a:gd name="connsiteX1" fmla="*/ 0 w 2114550"/>
              <a:gd name="connsiteY1" fmla="*/ 0 h 904875"/>
              <a:gd name="connsiteX2" fmla="*/ 2114550 w 2114550"/>
              <a:gd name="connsiteY2" fmla="*/ 0 h 904875"/>
            </a:gdLst>
            <a:ahLst/>
            <a:cxnLst>
              <a:cxn ang="0">
                <a:pos x="connsiteX0" y="connsiteY0"/>
              </a:cxn>
              <a:cxn ang="0">
                <a:pos x="connsiteX1" y="connsiteY1"/>
              </a:cxn>
              <a:cxn ang="0">
                <a:pos x="connsiteX2" y="connsiteY2"/>
              </a:cxn>
            </a:cxnLst>
            <a:rect l="l" t="t" r="r" b="b"/>
            <a:pathLst>
              <a:path w="2114550" h="904875">
                <a:moveTo>
                  <a:pt x="0" y="904875"/>
                </a:moveTo>
                <a:lnTo>
                  <a:pt x="0" y="0"/>
                </a:lnTo>
                <a:lnTo>
                  <a:pt x="2114550" y="0"/>
                </a:lnTo>
              </a:path>
            </a:pathLst>
          </a:custGeom>
          <a:ln w="6350">
            <a:solidFill>
              <a:schemeClr val="tx1">
                <a:lumMod val="65000"/>
                <a:lumOff val="35000"/>
              </a:scheme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36" name="任意多边形 135"/>
          <p:cNvSpPr/>
          <p:nvPr/>
        </p:nvSpPr>
        <p:spPr>
          <a:xfrm>
            <a:off x="3799697" y="3102611"/>
            <a:ext cx="1835767" cy="45719"/>
          </a:xfrm>
          <a:custGeom>
            <a:avLst/>
            <a:gdLst>
              <a:gd name="connsiteX0" fmla="*/ 1428750 w 1428750"/>
              <a:gd name="connsiteY0" fmla="*/ 0 h 0"/>
              <a:gd name="connsiteX1" fmla="*/ 0 w 1428750"/>
              <a:gd name="connsiteY1" fmla="*/ 0 h 0"/>
            </a:gdLst>
            <a:ahLst/>
            <a:cxnLst>
              <a:cxn ang="0">
                <a:pos x="connsiteX0" y="connsiteY0"/>
              </a:cxn>
              <a:cxn ang="0">
                <a:pos x="connsiteX1" y="connsiteY1"/>
              </a:cxn>
            </a:cxnLst>
            <a:rect l="l" t="t" r="r" b="b"/>
            <a:pathLst>
              <a:path w="1428750">
                <a:moveTo>
                  <a:pt x="1428750" y="0"/>
                </a:moveTo>
                <a:lnTo>
                  <a:pt x="0" y="0"/>
                </a:lnTo>
              </a:path>
            </a:pathLst>
          </a:custGeom>
          <a:ln w="6350">
            <a:solidFill>
              <a:schemeClr val="tx1">
                <a:lumMod val="65000"/>
                <a:lumOff val="35000"/>
              </a:scheme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solidFill>
                <a:schemeClr val="tx1"/>
              </a:solidFill>
            </a:endParaRPr>
          </a:p>
        </p:txBody>
      </p:sp>
      <p:sp>
        <p:nvSpPr>
          <p:cNvPr id="137" name="任意多边形 136"/>
          <p:cNvSpPr/>
          <p:nvPr/>
        </p:nvSpPr>
        <p:spPr>
          <a:xfrm>
            <a:off x="3380597" y="3326131"/>
            <a:ext cx="2254868" cy="659020"/>
          </a:xfrm>
          <a:custGeom>
            <a:avLst/>
            <a:gdLst>
              <a:gd name="connsiteX0" fmla="*/ 1590675 w 1590675"/>
              <a:gd name="connsiteY0" fmla="*/ 542925 h 542925"/>
              <a:gd name="connsiteX1" fmla="*/ 0 w 1590675"/>
              <a:gd name="connsiteY1" fmla="*/ 542925 h 542925"/>
              <a:gd name="connsiteX2" fmla="*/ 0 w 1590675"/>
              <a:gd name="connsiteY2" fmla="*/ 0 h 542925"/>
            </a:gdLst>
            <a:ahLst/>
            <a:cxnLst>
              <a:cxn ang="0">
                <a:pos x="connsiteX0" y="connsiteY0"/>
              </a:cxn>
              <a:cxn ang="0">
                <a:pos x="connsiteX1" y="connsiteY1"/>
              </a:cxn>
              <a:cxn ang="0">
                <a:pos x="connsiteX2" y="connsiteY2"/>
              </a:cxn>
            </a:cxnLst>
            <a:rect l="l" t="t" r="r" b="b"/>
            <a:pathLst>
              <a:path w="1590675" h="542925">
                <a:moveTo>
                  <a:pt x="1590675" y="542925"/>
                </a:moveTo>
                <a:lnTo>
                  <a:pt x="0" y="542925"/>
                </a:lnTo>
                <a:lnTo>
                  <a:pt x="0" y="0"/>
                </a:lnTo>
              </a:path>
            </a:pathLst>
          </a:custGeom>
          <a:ln w="6350">
            <a:solidFill>
              <a:schemeClr val="tx1">
                <a:lumMod val="65000"/>
                <a:lumOff val="35000"/>
              </a:scheme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solidFill>
                <a:schemeClr val="tx1"/>
              </a:solidFill>
            </a:endParaRPr>
          </a:p>
        </p:txBody>
      </p:sp>
      <p:sp>
        <p:nvSpPr>
          <p:cNvPr id="138" name="Rectangle 66"/>
          <p:cNvSpPr>
            <a:spLocks noChangeArrowheads="1"/>
          </p:cNvSpPr>
          <p:nvPr/>
        </p:nvSpPr>
        <p:spPr bwMode="auto">
          <a:xfrm>
            <a:off x="5861783" y="3321876"/>
            <a:ext cx="276991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lvl="0" algn="just" fontAlgn="base">
              <a:spcBef>
                <a:spcPct val="0"/>
              </a:spcBef>
              <a:spcAft>
                <a:spcPct val="0"/>
              </a:spcAft>
            </a:pPr>
            <a:r>
              <a:rPr lang="zh-CN" altLang="en-US" sz="1000" dirty="0">
                <a:solidFill>
                  <a:schemeClr val="bg1">
                    <a:lumMod val="50000"/>
                  </a:schemeClr>
                </a:solidFill>
                <a:latin typeface="Arial" pitchFamily="34" charset="0"/>
                <a:ea typeface="微软雅黑" pitchFamily="34" charset="-122"/>
              </a:rPr>
              <a:t>此处可输入相关说明文本内容，或者复制文本内容后粘贴，并选择只保留文字。</a:t>
            </a:r>
            <a:endParaRPr lang="zh-CN" altLang="zh-CN" sz="1000" dirty="0">
              <a:solidFill>
                <a:prstClr val="black">
                  <a:lumMod val="50000"/>
                  <a:lumOff val="50000"/>
                </a:prstClr>
              </a:solidFill>
              <a:latin typeface="Arial" pitchFamily="34" charset="0"/>
              <a:ea typeface="微软雅黑" pitchFamily="34" charset="-122"/>
            </a:endParaRPr>
          </a:p>
        </p:txBody>
      </p:sp>
      <p:sp>
        <p:nvSpPr>
          <p:cNvPr id="139" name="圆角矩形 138"/>
          <p:cNvSpPr/>
          <p:nvPr/>
        </p:nvSpPr>
        <p:spPr>
          <a:xfrm>
            <a:off x="5861784" y="2991453"/>
            <a:ext cx="1052375" cy="246226"/>
          </a:xfrm>
          <a:prstGeom prst="roundRect">
            <a:avLst>
              <a:gd name="adj" fmla="val 0"/>
            </a:avLst>
          </a:prstGeom>
          <a:solidFill>
            <a:srgbClr val="37B0E8"/>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ln w="6350">
                  <a:noFill/>
                </a:ln>
                <a:solidFill>
                  <a:schemeClr val="bg1"/>
                </a:solidFill>
                <a:latin typeface="Impact" pitchFamily="34" charset="0"/>
                <a:ea typeface="微软雅黑" pitchFamily="34" charset="-122"/>
              </a:rPr>
              <a:t>添加关键词</a:t>
            </a:r>
          </a:p>
        </p:txBody>
      </p:sp>
      <p:sp>
        <p:nvSpPr>
          <p:cNvPr id="140" name="Rectangle 66"/>
          <p:cNvSpPr>
            <a:spLocks noChangeArrowheads="1"/>
          </p:cNvSpPr>
          <p:nvPr/>
        </p:nvSpPr>
        <p:spPr bwMode="auto">
          <a:xfrm>
            <a:off x="5861783" y="4192461"/>
            <a:ext cx="276991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lvl="0" algn="just" fontAlgn="base">
              <a:spcBef>
                <a:spcPct val="0"/>
              </a:spcBef>
              <a:spcAft>
                <a:spcPct val="0"/>
              </a:spcAft>
            </a:pPr>
            <a:r>
              <a:rPr lang="zh-CN" altLang="en-US" sz="1000" dirty="0">
                <a:solidFill>
                  <a:schemeClr val="bg1">
                    <a:lumMod val="50000"/>
                  </a:schemeClr>
                </a:solidFill>
                <a:latin typeface="Arial" pitchFamily="34" charset="0"/>
                <a:ea typeface="微软雅黑" pitchFamily="34" charset="-122"/>
              </a:rPr>
              <a:t>此处可输入相关说明文本内容，或者复制文本内容后粘贴，并选择只保留文字。</a:t>
            </a:r>
            <a:endParaRPr lang="zh-CN" altLang="zh-CN" sz="1000" dirty="0">
              <a:solidFill>
                <a:prstClr val="black">
                  <a:lumMod val="50000"/>
                  <a:lumOff val="50000"/>
                </a:prstClr>
              </a:solidFill>
              <a:latin typeface="Arial" pitchFamily="34" charset="0"/>
              <a:ea typeface="微软雅黑" pitchFamily="34" charset="-122"/>
            </a:endParaRPr>
          </a:p>
        </p:txBody>
      </p:sp>
      <p:sp>
        <p:nvSpPr>
          <p:cNvPr id="141" name="圆角矩形 140"/>
          <p:cNvSpPr/>
          <p:nvPr/>
        </p:nvSpPr>
        <p:spPr>
          <a:xfrm>
            <a:off x="5861784" y="3862038"/>
            <a:ext cx="1052375" cy="246226"/>
          </a:xfrm>
          <a:prstGeom prst="roundRect">
            <a:avLst>
              <a:gd name="adj" fmla="val 0"/>
            </a:avLst>
          </a:prstGeom>
          <a:solidFill>
            <a:srgbClr val="37B0E8"/>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ln w="6350">
                  <a:noFill/>
                </a:ln>
                <a:solidFill>
                  <a:schemeClr val="bg1"/>
                </a:solidFill>
                <a:latin typeface="Impact" pitchFamily="34" charset="0"/>
                <a:ea typeface="微软雅黑" pitchFamily="34" charset="-122"/>
              </a:rPr>
              <a:t>添加关键词</a:t>
            </a:r>
          </a:p>
        </p:txBody>
      </p:sp>
    </p:spTree>
  </p:cSld>
  <p:clrMapOvr>
    <a:masterClrMapping/>
  </p:clrMapOvr>
  <p:transition spd="slow">
    <p:push/>
  </p:transition>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25"/>
                                            </p:tgtEl>
                                            <p:attrNameLst>
                                              <p:attrName>style.visibility</p:attrName>
                                            </p:attrNameLst>
                                          </p:cBhvr>
                                          <p:to>
                                            <p:strVal val="visible"/>
                                          </p:to>
                                        </p:set>
                                        <p:animEffect transition="in" filter="fade">
                                          <p:cBhvr>
                                            <p:cTn id="7" dur="750"/>
                                            <p:tgtEl>
                                              <p:spTgt spid="125"/>
                                            </p:tgtEl>
                                          </p:cBhvr>
                                        </p:animEffect>
                                        <p:anim calcmode="lin" valueType="num">
                                          <p:cBhvr>
                                            <p:cTn id="8" dur="750" fill="hold"/>
                                            <p:tgtEl>
                                              <p:spTgt spid="125"/>
                                            </p:tgtEl>
                                            <p:attrNameLst>
                                              <p:attrName>ppt_x</p:attrName>
                                            </p:attrNameLst>
                                          </p:cBhvr>
                                          <p:tavLst>
                                            <p:tav tm="0">
                                              <p:val>
                                                <p:strVal val="#ppt_x"/>
                                              </p:val>
                                            </p:tav>
                                            <p:tav tm="100000">
                                              <p:val>
                                                <p:strVal val="#ppt_x"/>
                                              </p:val>
                                            </p:tav>
                                          </p:tavLst>
                                        </p:anim>
                                        <p:anim calcmode="lin" valueType="num">
                                          <p:cBhvr>
                                            <p:cTn id="9" dur="750" fill="hold"/>
                                            <p:tgtEl>
                                              <p:spTgt spid="125"/>
                                            </p:tgtEl>
                                            <p:attrNameLst>
                                              <p:attrName>ppt_y</p:attrName>
                                            </p:attrNameLst>
                                          </p:cBhvr>
                                          <p:tavLst>
                                            <p:tav tm="0">
                                              <p:val>
                                                <p:strVal val="#ppt_y+.1"/>
                                              </p:val>
                                            </p:tav>
                                            <p:tav tm="100000">
                                              <p:val>
                                                <p:strVal val="#ppt_y"/>
                                              </p:val>
                                            </p:tav>
                                          </p:tavLst>
                                        </p:anim>
                                      </p:childTnLst>
                                    </p:cTn>
                                  </p:par>
                                  <p:par>
                                    <p:cTn id="10" presetID="10" presetClass="entr" presetSubtype="0" fill="hold" nodeType="withEffect">
                                      <p:stCondLst>
                                        <p:cond delay="500"/>
                                      </p:stCondLst>
                                      <p:childTnLst>
                                        <p:set>
                                          <p:cBhvr>
                                            <p:cTn id="11" dur="1" fill="hold">
                                              <p:stCondLst>
                                                <p:cond delay="0"/>
                                              </p:stCondLst>
                                            </p:cTn>
                                            <p:tgtEl>
                                              <p:spTgt spid="32"/>
                                            </p:tgtEl>
                                            <p:attrNameLst>
                                              <p:attrName>style.visibility</p:attrName>
                                            </p:attrNameLst>
                                          </p:cBhvr>
                                          <p:to>
                                            <p:strVal val="visible"/>
                                          </p:to>
                                        </p:set>
                                        <p:animEffect transition="in" filter="fade">
                                          <p:cBhvr>
                                            <p:cTn id="12" dur="750"/>
                                            <p:tgtEl>
                                              <p:spTgt spid="32"/>
                                            </p:tgtEl>
                                          </p:cBhvr>
                                        </p:animEffect>
                                      </p:childTnLst>
                                    </p:cTn>
                                  </p:par>
                                  <p:par>
                                    <p:cTn id="13" presetID="22" presetClass="entr" presetSubtype="8" fill="hold" grpId="0" nodeType="withEffect">
                                      <p:stCondLst>
                                        <p:cond delay="1000"/>
                                      </p:stCondLst>
                                      <p:childTnLst>
                                        <p:set>
                                          <p:cBhvr>
                                            <p:cTn id="14" dur="1" fill="hold">
                                              <p:stCondLst>
                                                <p:cond delay="0"/>
                                              </p:stCondLst>
                                            </p:cTn>
                                            <p:tgtEl>
                                              <p:spTgt spid="134"/>
                                            </p:tgtEl>
                                            <p:attrNameLst>
                                              <p:attrName>style.visibility</p:attrName>
                                            </p:attrNameLst>
                                          </p:cBhvr>
                                          <p:to>
                                            <p:strVal val="visible"/>
                                          </p:to>
                                        </p:set>
                                        <p:animEffect transition="in" filter="wipe(left)">
                                          <p:cBhvr>
                                            <p:cTn id="15" dur="500"/>
                                            <p:tgtEl>
                                              <p:spTgt spid="134"/>
                                            </p:tgtEl>
                                          </p:cBhvr>
                                        </p:animEffect>
                                      </p:childTnLst>
                                    </p:cTn>
                                  </p:par>
                                  <p:par>
                                    <p:cTn id="16" presetID="22" presetClass="entr" presetSubtype="8" fill="hold" grpId="0" nodeType="withEffect">
                                      <p:stCondLst>
                                        <p:cond delay="1000"/>
                                      </p:stCondLst>
                                      <p:childTnLst>
                                        <p:set>
                                          <p:cBhvr>
                                            <p:cTn id="17" dur="1" fill="hold">
                                              <p:stCondLst>
                                                <p:cond delay="0"/>
                                              </p:stCondLst>
                                            </p:cTn>
                                            <p:tgtEl>
                                              <p:spTgt spid="135"/>
                                            </p:tgtEl>
                                            <p:attrNameLst>
                                              <p:attrName>style.visibility</p:attrName>
                                            </p:attrNameLst>
                                          </p:cBhvr>
                                          <p:to>
                                            <p:strVal val="visible"/>
                                          </p:to>
                                        </p:set>
                                        <p:animEffect transition="in" filter="wipe(left)">
                                          <p:cBhvr>
                                            <p:cTn id="18" dur="500"/>
                                            <p:tgtEl>
                                              <p:spTgt spid="135"/>
                                            </p:tgtEl>
                                          </p:cBhvr>
                                        </p:animEffect>
                                      </p:childTnLst>
                                    </p:cTn>
                                  </p:par>
                                  <p:par>
                                    <p:cTn id="19" presetID="22" presetClass="entr" presetSubtype="8" fill="hold" grpId="0" nodeType="withEffect">
                                      <p:stCondLst>
                                        <p:cond delay="1000"/>
                                      </p:stCondLst>
                                      <p:childTnLst>
                                        <p:set>
                                          <p:cBhvr>
                                            <p:cTn id="20" dur="1" fill="hold">
                                              <p:stCondLst>
                                                <p:cond delay="0"/>
                                              </p:stCondLst>
                                            </p:cTn>
                                            <p:tgtEl>
                                              <p:spTgt spid="136"/>
                                            </p:tgtEl>
                                            <p:attrNameLst>
                                              <p:attrName>style.visibility</p:attrName>
                                            </p:attrNameLst>
                                          </p:cBhvr>
                                          <p:to>
                                            <p:strVal val="visible"/>
                                          </p:to>
                                        </p:set>
                                        <p:animEffect transition="in" filter="wipe(left)">
                                          <p:cBhvr>
                                            <p:cTn id="21" dur="500"/>
                                            <p:tgtEl>
                                              <p:spTgt spid="136"/>
                                            </p:tgtEl>
                                          </p:cBhvr>
                                        </p:animEffect>
                                      </p:childTnLst>
                                    </p:cTn>
                                  </p:par>
                                  <p:par>
                                    <p:cTn id="22" presetID="22" presetClass="entr" presetSubtype="8" fill="hold" grpId="0" nodeType="withEffect">
                                      <p:stCondLst>
                                        <p:cond delay="1000"/>
                                      </p:stCondLst>
                                      <p:childTnLst>
                                        <p:set>
                                          <p:cBhvr>
                                            <p:cTn id="23" dur="1" fill="hold">
                                              <p:stCondLst>
                                                <p:cond delay="0"/>
                                              </p:stCondLst>
                                            </p:cTn>
                                            <p:tgtEl>
                                              <p:spTgt spid="137"/>
                                            </p:tgtEl>
                                            <p:attrNameLst>
                                              <p:attrName>style.visibility</p:attrName>
                                            </p:attrNameLst>
                                          </p:cBhvr>
                                          <p:to>
                                            <p:strVal val="visible"/>
                                          </p:to>
                                        </p:set>
                                        <p:animEffect transition="in" filter="wipe(left)">
                                          <p:cBhvr>
                                            <p:cTn id="24" dur="500"/>
                                            <p:tgtEl>
                                              <p:spTgt spid="137"/>
                                            </p:tgtEl>
                                          </p:cBhvr>
                                        </p:animEffect>
                                      </p:childTnLst>
                                    </p:cTn>
                                  </p:par>
                                  <p:par>
                                    <p:cTn id="25" presetID="2" presetClass="entr" presetSubtype="2" fill="hold" grpId="0" nodeType="withEffect" p14:presetBounceEnd="60000">
                                      <p:stCondLst>
                                        <p:cond delay="1500"/>
                                      </p:stCondLst>
                                      <p:childTnLst>
                                        <p:set>
                                          <p:cBhvr>
                                            <p:cTn id="26" dur="1" fill="hold">
                                              <p:stCondLst>
                                                <p:cond delay="0"/>
                                              </p:stCondLst>
                                            </p:cTn>
                                            <p:tgtEl>
                                              <p:spTgt spid="131"/>
                                            </p:tgtEl>
                                            <p:attrNameLst>
                                              <p:attrName>style.visibility</p:attrName>
                                            </p:attrNameLst>
                                          </p:cBhvr>
                                          <p:to>
                                            <p:strVal val="visible"/>
                                          </p:to>
                                        </p:set>
                                        <p:anim calcmode="lin" valueType="num" p14:bounceEnd="60000">
                                          <p:cBhvr additive="base">
                                            <p:cTn id="27" dur="500" fill="hold"/>
                                            <p:tgtEl>
                                              <p:spTgt spid="131"/>
                                            </p:tgtEl>
                                            <p:attrNameLst>
                                              <p:attrName>ppt_x</p:attrName>
                                            </p:attrNameLst>
                                          </p:cBhvr>
                                          <p:tavLst>
                                            <p:tav tm="0">
                                              <p:val>
                                                <p:strVal val="1+#ppt_w/2"/>
                                              </p:val>
                                            </p:tav>
                                            <p:tav tm="100000">
                                              <p:val>
                                                <p:strVal val="#ppt_x"/>
                                              </p:val>
                                            </p:tav>
                                          </p:tavLst>
                                        </p:anim>
                                        <p:anim calcmode="lin" valueType="num" p14:bounceEnd="60000">
                                          <p:cBhvr additive="base">
                                            <p:cTn id="28" dur="500" fill="hold"/>
                                            <p:tgtEl>
                                              <p:spTgt spid="131"/>
                                            </p:tgtEl>
                                            <p:attrNameLst>
                                              <p:attrName>ppt_y</p:attrName>
                                            </p:attrNameLst>
                                          </p:cBhvr>
                                          <p:tavLst>
                                            <p:tav tm="0">
                                              <p:val>
                                                <p:strVal val="#ppt_y"/>
                                              </p:val>
                                            </p:tav>
                                            <p:tav tm="100000">
                                              <p:val>
                                                <p:strVal val="#ppt_y"/>
                                              </p:val>
                                            </p:tav>
                                          </p:tavLst>
                                        </p:anim>
                                      </p:childTnLst>
                                    </p:cTn>
                                  </p:par>
                                  <p:par>
                                    <p:cTn id="29" presetID="55" presetClass="entr" presetSubtype="0" fill="hold" grpId="0" nodeType="withEffect">
                                      <p:stCondLst>
                                        <p:cond delay="1900"/>
                                      </p:stCondLst>
                                      <p:childTnLst>
                                        <p:set>
                                          <p:cBhvr>
                                            <p:cTn id="30" dur="1" fill="hold">
                                              <p:stCondLst>
                                                <p:cond delay="0"/>
                                              </p:stCondLst>
                                            </p:cTn>
                                            <p:tgtEl>
                                              <p:spTgt spid="130"/>
                                            </p:tgtEl>
                                            <p:attrNameLst>
                                              <p:attrName>style.visibility</p:attrName>
                                            </p:attrNameLst>
                                          </p:cBhvr>
                                          <p:to>
                                            <p:strVal val="visible"/>
                                          </p:to>
                                        </p:set>
                                        <p:anim calcmode="lin" valueType="num">
                                          <p:cBhvr>
                                            <p:cTn id="31" dur="500" fill="hold"/>
                                            <p:tgtEl>
                                              <p:spTgt spid="130"/>
                                            </p:tgtEl>
                                            <p:attrNameLst>
                                              <p:attrName>ppt_w</p:attrName>
                                            </p:attrNameLst>
                                          </p:cBhvr>
                                          <p:tavLst>
                                            <p:tav tm="0">
                                              <p:val>
                                                <p:strVal val="#ppt_w*0.70"/>
                                              </p:val>
                                            </p:tav>
                                            <p:tav tm="100000">
                                              <p:val>
                                                <p:strVal val="#ppt_w"/>
                                              </p:val>
                                            </p:tav>
                                          </p:tavLst>
                                        </p:anim>
                                        <p:anim calcmode="lin" valueType="num">
                                          <p:cBhvr>
                                            <p:cTn id="32" dur="500" fill="hold"/>
                                            <p:tgtEl>
                                              <p:spTgt spid="130"/>
                                            </p:tgtEl>
                                            <p:attrNameLst>
                                              <p:attrName>ppt_h</p:attrName>
                                            </p:attrNameLst>
                                          </p:cBhvr>
                                          <p:tavLst>
                                            <p:tav tm="0">
                                              <p:val>
                                                <p:strVal val="#ppt_h"/>
                                              </p:val>
                                            </p:tav>
                                            <p:tav tm="100000">
                                              <p:val>
                                                <p:strVal val="#ppt_h"/>
                                              </p:val>
                                            </p:tav>
                                          </p:tavLst>
                                        </p:anim>
                                        <p:animEffect transition="in" filter="fade">
                                          <p:cBhvr>
                                            <p:cTn id="33" dur="500"/>
                                            <p:tgtEl>
                                              <p:spTgt spid="130"/>
                                            </p:tgtEl>
                                          </p:cBhvr>
                                        </p:animEffect>
                                      </p:childTnLst>
                                    </p:cTn>
                                  </p:par>
                                  <p:par>
                                    <p:cTn id="34" presetID="2" presetClass="entr" presetSubtype="2" fill="hold" grpId="0" nodeType="withEffect" p14:presetBounceEnd="60000">
                                      <p:stCondLst>
                                        <p:cond delay="1500"/>
                                      </p:stCondLst>
                                      <p:childTnLst>
                                        <p:set>
                                          <p:cBhvr>
                                            <p:cTn id="35" dur="1" fill="hold">
                                              <p:stCondLst>
                                                <p:cond delay="0"/>
                                              </p:stCondLst>
                                            </p:cTn>
                                            <p:tgtEl>
                                              <p:spTgt spid="133"/>
                                            </p:tgtEl>
                                            <p:attrNameLst>
                                              <p:attrName>style.visibility</p:attrName>
                                            </p:attrNameLst>
                                          </p:cBhvr>
                                          <p:to>
                                            <p:strVal val="visible"/>
                                          </p:to>
                                        </p:set>
                                        <p:anim calcmode="lin" valueType="num" p14:bounceEnd="60000">
                                          <p:cBhvr additive="base">
                                            <p:cTn id="36" dur="500" fill="hold"/>
                                            <p:tgtEl>
                                              <p:spTgt spid="133"/>
                                            </p:tgtEl>
                                            <p:attrNameLst>
                                              <p:attrName>ppt_x</p:attrName>
                                            </p:attrNameLst>
                                          </p:cBhvr>
                                          <p:tavLst>
                                            <p:tav tm="0">
                                              <p:val>
                                                <p:strVal val="1+#ppt_w/2"/>
                                              </p:val>
                                            </p:tav>
                                            <p:tav tm="100000">
                                              <p:val>
                                                <p:strVal val="#ppt_x"/>
                                              </p:val>
                                            </p:tav>
                                          </p:tavLst>
                                        </p:anim>
                                        <p:anim calcmode="lin" valueType="num" p14:bounceEnd="60000">
                                          <p:cBhvr additive="base">
                                            <p:cTn id="37" dur="500" fill="hold"/>
                                            <p:tgtEl>
                                              <p:spTgt spid="133"/>
                                            </p:tgtEl>
                                            <p:attrNameLst>
                                              <p:attrName>ppt_y</p:attrName>
                                            </p:attrNameLst>
                                          </p:cBhvr>
                                          <p:tavLst>
                                            <p:tav tm="0">
                                              <p:val>
                                                <p:strVal val="#ppt_y"/>
                                              </p:val>
                                            </p:tav>
                                            <p:tav tm="100000">
                                              <p:val>
                                                <p:strVal val="#ppt_y"/>
                                              </p:val>
                                            </p:tav>
                                          </p:tavLst>
                                        </p:anim>
                                      </p:childTnLst>
                                    </p:cTn>
                                  </p:par>
                                  <p:par>
                                    <p:cTn id="38" presetID="55" presetClass="entr" presetSubtype="0" fill="hold" grpId="0" nodeType="withEffect">
                                      <p:stCondLst>
                                        <p:cond delay="1900"/>
                                      </p:stCondLst>
                                      <p:childTnLst>
                                        <p:set>
                                          <p:cBhvr>
                                            <p:cTn id="39" dur="1" fill="hold">
                                              <p:stCondLst>
                                                <p:cond delay="0"/>
                                              </p:stCondLst>
                                            </p:cTn>
                                            <p:tgtEl>
                                              <p:spTgt spid="132"/>
                                            </p:tgtEl>
                                            <p:attrNameLst>
                                              <p:attrName>style.visibility</p:attrName>
                                            </p:attrNameLst>
                                          </p:cBhvr>
                                          <p:to>
                                            <p:strVal val="visible"/>
                                          </p:to>
                                        </p:set>
                                        <p:anim calcmode="lin" valueType="num">
                                          <p:cBhvr>
                                            <p:cTn id="40" dur="500" fill="hold"/>
                                            <p:tgtEl>
                                              <p:spTgt spid="132"/>
                                            </p:tgtEl>
                                            <p:attrNameLst>
                                              <p:attrName>ppt_w</p:attrName>
                                            </p:attrNameLst>
                                          </p:cBhvr>
                                          <p:tavLst>
                                            <p:tav tm="0">
                                              <p:val>
                                                <p:strVal val="#ppt_w*0.70"/>
                                              </p:val>
                                            </p:tav>
                                            <p:tav tm="100000">
                                              <p:val>
                                                <p:strVal val="#ppt_w"/>
                                              </p:val>
                                            </p:tav>
                                          </p:tavLst>
                                        </p:anim>
                                        <p:anim calcmode="lin" valueType="num">
                                          <p:cBhvr>
                                            <p:cTn id="41" dur="500" fill="hold"/>
                                            <p:tgtEl>
                                              <p:spTgt spid="132"/>
                                            </p:tgtEl>
                                            <p:attrNameLst>
                                              <p:attrName>ppt_h</p:attrName>
                                            </p:attrNameLst>
                                          </p:cBhvr>
                                          <p:tavLst>
                                            <p:tav tm="0">
                                              <p:val>
                                                <p:strVal val="#ppt_h"/>
                                              </p:val>
                                            </p:tav>
                                            <p:tav tm="100000">
                                              <p:val>
                                                <p:strVal val="#ppt_h"/>
                                              </p:val>
                                            </p:tav>
                                          </p:tavLst>
                                        </p:anim>
                                        <p:animEffect transition="in" filter="fade">
                                          <p:cBhvr>
                                            <p:cTn id="42" dur="500"/>
                                            <p:tgtEl>
                                              <p:spTgt spid="132"/>
                                            </p:tgtEl>
                                          </p:cBhvr>
                                        </p:animEffect>
                                      </p:childTnLst>
                                    </p:cTn>
                                  </p:par>
                                  <p:par>
                                    <p:cTn id="43" presetID="2" presetClass="entr" presetSubtype="2" fill="hold" grpId="0" nodeType="withEffect" p14:presetBounceEnd="60000">
                                      <p:stCondLst>
                                        <p:cond delay="1500"/>
                                      </p:stCondLst>
                                      <p:childTnLst>
                                        <p:set>
                                          <p:cBhvr>
                                            <p:cTn id="44" dur="1" fill="hold">
                                              <p:stCondLst>
                                                <p:cond delay="0"/>
                                              </p:stCondLst>
                                            </p:cTn>
                                            <p:tgtEl>
                                              <p:spTgt spid="139"/>
                                            </p:tgtEl>
                                            <p:attrNameLst>
                                              <p:attrName>style.visibility</p:attrName>
                                            </p:attrNameLst>
                                          </p:cBhvr>
                                          <p:to>
                                            <p:strVal val="visible"/>
                                          </p:to>
                                        </p:set>
                                        <p:anim calcmode="lin" valueType="num" p14:bounceEnd="60000">
                                          <p:cBhvr additive="base">
                                            <p:cTn id="45" dur="500" fill="hold"/>
                                            <p:tgtEl>
                                              <p:spTgt spid="139"/>
                                            </p:tgtEl>
                                            <p:attrNameLst>
                                              <p:attrName>ppt_x</p:attrName>
                                            </p:attrNameLst>
                                          </p:cBhvr>
                                          <p:tavLst>
                                            <p:tav tm="0">
                                              <p:val>
                                                <p:strVal val="1+#ppt_w/2"/>
                                              </p:val>
                                            </p:tav>
                                            <p:tav tm="100000">
                                              <p:val>
                                                <p:strVal val="#ppt_x"/>
                                              </p:val>
                                            </p:tav>
                                          </p:tavLst>
                                        </p:anim>
                                        <p:anim calcmode="lin" valueType="num" p14:bounceEnd="60000">
                                          <p:cBhvr additive="base">
                                            <p:cTn id="46" dur="500" fill="hold"/>
                                            <p:tgtEl>
                                              <p:spTgt spid="139"/>
                                            </p:tgtEl>
                                            <p:attrNameLst>
                                              <p:attrName>ppt_y</p:attrName>
                                            </p:attrNameLst>
                                          </p:cBhvr>
                                          <p:tavLst>
                                            <p:tav tm="0">
                                              <p:val>
                                                <p:strVal val="#ppt_y"/>
                                              </p:val>
                                            </p:tav>
                                            <p:tav tm="100000">
                                              <p:val>
                                                <p:strVal val="#ppt_y"/>
                                              </p:val>
                                            </p:tav>
                                          </p:tavLst>
                                        </p:anim>
                                      </p:childTnLst>
                                    </p:cTn>
                                  </p:par>
                                  <p:par>
                                    <p:cTn id="47" presetID="55" presetClass="entr" presetSubtype="0" fill="hold" grpId="0" nodeType="withEffect">
                                      <p:stCondLst>
                                        <p:cond delay="1900"/>
                                      </p:stCondLst>
                                      <p:childTnLst>
                                        <p:set>
                                          <p:cBhvr>
                                            <p:cTn id="48" dur="1" fill="hold">
                                              <p:stCondLst>
                                                <p:cond delay="0"/>
                                              </p:stCondLst>
                                            </p:cTn>
                                            <p:tgtEl>
                                              <p:spTgt spid="138"/>
                                            </p:tgtEl>
                                            <p:attrNameLst>
                                              <p:attrName>style.visibility</p:attrName>
                                            </p:attrNameLst>
                                          </p:cBhvr>
                                          <p:to>
                                            <p:strVal val="visible"/>
                                          </p:to>
                                        </p:set>
                                        <p:anim calcmode="lin" valueType="num">
                                          <p:cBhvr>
                                            <p:cTn id="49" dur="500" fill="hold"/>
                                            <p:tgtEl>
                                              <p:spTgt spid="138"/>
                                            </p:tgtEl>
                                            <p:attrNameLst>
                                              <p:attrName>ppt_w</p:attrName>
                                            </p:attrNameLst>
                                          </p:cBhvr>
                                          <p:tavLst>
                                            <p:tav tm="0">
                                              <p:val>
                                                <p:strVal val="#ppt_w*0.70"/>
                                              </p:val>
                                            </p:tav>
                                            <p:tav tm="100000">
                                              <p:val>
                                                <p:strVal val="#ppt_w"/>
                                              </p:val>
                                            </p:tav>
                                          </p:tavLst>
                                        </p:anim>
                                        <p:anim calcmode="lin" valueType="num">
                                          <p:cBhvr>
                                            <p:cTn id="50" dur="500" fill="hold"/>
                                            <p:tgtEl>
                                              <p:spTgt spid="138"/>
                                            </p:tgtEl>
                                            <p:attrNameLst>
                                              <p:attrName>ppt_h</p:attrName>
                                            </p:attrNameLst>
                                          </p:cBhvr>
                                          <p:tavLst>
                                            <p:tav tm="0">
                                              <p:val>
                                                <p:strVal val="#ppt_h"/>
                                              </p:val>
                                            </p:tav>
                                            <p:tav tm="100000">
                                              <p:val>
                                                <p:strVal val="#ppt_h"/>
                                              </p:val>
                                            </p:tav>
                                          </p:tavLst>
                                        </p:anim>
                                        <p:animEffect transition="in" filter="fade">
                                          <p:cBhvr>
                                            <p:cTn id="51" dur="500"/>
                                            <p:tgtEl>
                                              <p:spTgt spid="138"/>
                                            </p:tgtEl>
                                          </p:cBhvr>
                                        </p:animEffect>
                                      </p:childTnLst>
                                    </p:cTn>
                                  </p:par>
                                  <p:par>
                                    <p:cTn id="52" presetID="2" presetClass="entr" presetSubtype="2" fill="hold" grpId="0" nodeType="withEffect" p14:presetBounceEnd="60000">
                                      <p:stCondLst>
                                        <p:cond delay="1500"/>
                                      </p:stCondLst>
                                      <p:childTnLst>
                                        <p:set>
                                          <p:cBhvr>
                                            <p:cTn id="53" dur="1" fill="hold">
                                              <p:stCondLst>
                                                <p:cond delay="0"/>
                                              </p:stCondLst>
                                            </p:cTn>
                                            <p:tgtEl>
                                              <p:spTgt spid="141"/>
                                            </p:tgtEl>
                                            <p:attrNameLst>
                                              <p:attrName>style.visibility</p:attrName>
                                            </p:attrNameLst>
                                          </p:cBhvr>
                                          <p:to>
                                            <p:strVal val="visible"/>
                                          </p:to>
                                        </p:set>
                                        <p:anim calcmode="lin" valueType="num" p14:bounceEnd="60000">
                                          <p:cBhvr additive="base">
                                            <p:cTn id="54" dur="500" fill="hold"/>
                                            <p:tgtEl>
                                              <p:spTgt spid="141"/>
                                            </p:tgtEl>
                                            <p:attrNameLst>
                                              <p:attrName>ppt_x</p:attrName>
                                            </p:attrNameLst>
                                          </p:cBhvr>
                                          <p:tavLst>
                                            <p:tav tm="0">
                                              <p:val>
                                                <p:strVal val="1+#ppt_w/2"/>
                                              </p:val>
                                            </p:tav>
                                            <p:tav tm="100000">
                                              <p:val>
                                                <p:strVal val="#ppt_x"/>
                                              </p:val>
                                            </p:tav>
                                          </p:tavLst>
                                        </p:anim>
                                        <p:anim calcmode="lin" valueType="num" p14:bounceEnd="60000">
                                          <p:cBhvr additive="base">
                                            <p:cTn id="55" dur="500" fill="hold"/>
                                            <p:tgtEl>
                                              <p:spTgt spid="141"/>
                                            </p:tgtEl>
                                            <p:attrNameLst>
                                              <p:attrName>ppt_y</p:attrName>
                                            </p:attrNameLst>
                                          </p:cBhvr>
                                          <p:tavLst>
                                            <p:tav tm="0">
                                              <p:val>
                                                <p:strVal val="#ppt_y"/>
                                              </p:val>
                                            </p:tav>
                                            <p:tav tm="100000">
                                              <p:val>
                                                <p:strVal val="#ppt_y"/>
                                              </p:val>
                                            </p:tav>
                                          </p:tavLst>
                                        </p:anim>
                                      </p:childTnLst>
                                    </p:cTn>
                                  </p:par>
                                  <p:par>
                                    <p:cTn id="56" presetID="55" presetClass="entr" presetSubtype="0" fill="hold" grpId="0" nodeType="withEffect">
                                      <p:stCondLst>
                                        <p:cond delay="1900"/>
                                      </p:stCondLst>
                                      <p:childTnLst>
                                        <p:set>
                                          <p:cBhvr>
                                            <p:cTn id="57" dur="1" fill="hold">
                                              <p:stCondLst>
                                                <p:cond delay="0"/>
                                              </p:stCondLst>
                                            </p:cTn>
                                            <p:tgtEl>
                                              <p:spTgt spid="140"/>
                                            </p:tgtEl>
                                            <p:attrNameLst>
                                              <p:attrName>style.visibility</p:attrName>
                                            </p:attrNameLst>
                                          </p:cBhvr>
                                          <p:to>
                                            <p:strVal val="visible"/>
                                          </p:to>
                                        </p:set>
                                        <p:anim calcmode="lin" valueType="num">
                                          <p:cBhvr>
                                            <p:cTn id="58" dur="500" fill="hold"/>
                                            <p:tgtEl>
                                              <p:spTgt spid="140"/>
                                            </p:tgtEl>
                                            <p:attrNameLst>
                                              <p:attrName>ppt_w</p:attrName>
                                            </p:attrNameLst>
                                          </p:cBhvr>
                                          <p:tavLst>
                                            <p:tav tm="0">
                                              <p:val>
                                                <p:strVal val="#ppt_w*0.70"/>
                                              </p:val>
                                            </p:tav>
                                            <p:tav tm="100000">
                                              <p:val>
                                                <p:strVal val="#ppt_w"/>
                                              </p:val>
                                            </p:tav>
                                          </p:tavLst>
                                        </p:anim>
                                        <p:anim calcmode="lin" valueType="num">
                                          <p:cBhvr>
                                            <p:cTn id="59" dur="500" fill="hold"/>
                                            <p:tgtEl>
                                              <p:spTgt spid="140"/>
                                            </p:tgtEl>
                                            <p:attrNameLst>
                                              <p:attrName>ppt_h</p:attrName>
                                            </p:attrNameLst>
                                          </p:cBhvr>
                                          <p:tavLst>
                                            <p:tav tm="0">
                                              <p:val>
                                                <p:strVal val="#ppt_h"/>
                                              </p:val>
                                            </p:tav>
                                            <p:tav tm="100000">
                                              <p:val>
                                                <p:strVal val="#ppt_h"/>
                                              </p:val>
                                            </p:tav>
                                          </p:tavLst>
                                        </p:anim>
                                        <p:animEffect transition="in" filter="fade">
                                          <p:cBhvr>
                                            <p:cTn id="60" dur="500"/>
                                            <p:tgtEl>
                                              <p:spTgt spid="1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0" grpId="0"/>
          <p:bldP spid="131" grpId="0" animBg="1"/>
          <p:bldP spid="132" grpId="0"/>
          <p:bldP spid="133" grpId="0" animBg="1"/>
          <p:bldP spid="134" grpId="0" animBg="1"/>
          <p:bldP spid="135" grpId="0" animBg="1"/>
          <p:bldP spid="136" grpId="0" animBg="1"/>
          <p:bldP spid="137" grpId="0" animBg="1"/>
          <p:bldP spid="138" grpId="0"/>
          <p:bldP spid="139" grpId="0" animBg="1"/>
          <p:bldP spid="140" grpId="0"/>
          <p:bldP spid="141" grpId="0"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25"/>
                                            </p:tgtEl>
                                            <p:attrNameLst>
                                              <p:attrName>style.visibility</p:attrName>
                                            </p:attrNameLst>
                                          </p:cBhvr>
                                          <p:to>
                                            <p:strVal val="visible"/>
                                          </p:to>
                                        </p:set>
                                        <p:animEffect transition="in" filter="fade">
                                          <p:cBhvr>
                                            <p:cTn id="7" dur="750"/>
                                            <p:tgtEl>
                                              <p:spTgt spid="125"/>
                                            </p:tgtEl>
                                          </p:cBhvr>
                                        </p:animEffect>
                                        <p:anim calcmode="lin" valueType="num">
                                          <p:cBhvr>
                                            <p:cTn id="8" dur="750" fill="hold"/>
                                            <p:tgtEl>
                                              <p:spTgt spid="125"/>
                                            </p:tgtEl>
                                            <p:attrNameLst>
                                              <p:attrName>ppt_x</p:attrName>
                                            </p:attrNameLst>
                                          </p:cBhvr>
                                          <p:tavLst>
                                            <p:tav tm="0">
                                              <p:val>
                                                <p:strVal val="#ppt_x"/>
                                              </p:val>
                                            </p:tav>
                                            <p:tav tm="100000">
                                              <p:val>
                                                <p:strVal val="#ppt_x"/>
                                              </p:val>
                                            </p:tav>
                                          </p:tavLst>
                                        </p:anim>
                                        <p:anim calcmode="lin" valueType="num">
                                          <p:cBhvr>
                                            <p:cTn id="9" dur="750" fill="hold"/>
                                            <p:tgtEl>
                                              <p:spTgt spid="125"/>
                                            </p:tgtEl>
                                            <p:attrNameLst>
                                              <p:attrName>ppt_y</p:attrName>
                                            </p:attrNameLst>
                                          </p:cBhvr>
                                          <p:tavLst>
                                            <p:tav tm="0">
                                              <p:val>
                                                <p:strVal val="#ppt_y+.1"/>
                                              </p:val>
                                            </p:tav>
                                            <p:tav tm="100000">
                                              <p:val>
                                                <p:strVal val="#ppt_y"/>
                                              </p:val>
                                            </p:tav>
                                          </p:tavLst>
                                        </p:anim>
                                      </p:childTnLst>
                                    </p:cTn>
                                  </p:par>
                                  <p:par>
                                    <p:cTn id="10" presetID="10" presetClass="entr" presetSubtype="0" fill="hold" nodeType="withEffect">
                                      <p:stCondLst>
                                        <p:cond delay="500"/>
                                      </p:stCondLst>
                                      <p:childTnLst>
                                        <p:set>
                                          <p:cBhvr>
                                            <p:cTn id="11" dur="1" fill="hold">
                                              <p:stCondLst>
                                                <p:cond delay="0"/>
                                              </p:stCondLst>
                                            </p:cTn>
                                            <p:tgtEl>
                                              <p:spTgt spid="32"/>
                                            </p:tgtEl>
                                            <p:attrNameLst>
                                              <p:attrName>style.visibility</p:attrName>
                                            </p:attrNameLst>
                                          </p:cBhvr>
                                          <p:to>
                                            <p:strVal val="visible"/>
                                          </p:to>
                                        </p:set>
                                        <p:animEffect transition="in" filter="fade">
                                          <p:cBhvr>
                                            <p:cTn id="12" dur="750"/>
                                            <p:tgtEl>
                                              <p:spTgt spid="32"/>
                                            </p:tgtEl>
                                          </p:cBhvr>
                                        </p:animEffect>
                                      </p:childTnLst>
                                    </p:cTn>
                                  </p:par>
                                  <p:par>
                                    <p:cTn id="13" presetID="22" presetClass="entr" presetSubtype="8" fill="hold" grpId="0" nodeType="withEffect">
                                      <p:stCondLst>
                                        <p:cond delay="1000"/>
                                      </p:stCondLst>
                                      <p:childTnLst>
                                        <p:set>
                                          <p:cBhvr>
                                            <p:cTn id="14" dur="1" fill="hold">
                                              <p:stCondLst>
                                                <p:cond delay="0"/>
                                              </p:stCondLst>
                                            </p:cTn>
                                            <p:tgtEl>
                                              <p:spTgt spid="134"/>
                                            </p:tgtEl>
                                            <p:attrNameLst>
                                              <p:attrName>style.visibility</p:attrName>
                                            </p:attrNameLst>
                                          </p:cBhvr>
                                          <p:to>
                                            <p:strVal val="visible"/>
                                          </p:to>
                                        </p:set>
                                        <p:animEffect transition="in" filter="wipe(left)">
                                          <p:cBhvr>
                                            <p:cTn id="15" dur="500"/>
                                            <p:tgtEl>
                                              <p:spTgt spid="134"/>
                                            </p:tgtEl>
                                          </p:cBhvr>
                                        </p:animEffect>
                                      </p:childTnLst>
                                    </p:cTn>
                                  </p:par>
                                  <p:par>
                                    <p:cTn id="16" presetID="22" presetClass="entr" presetSubtype="8" fill="hold" grpId="0" nodeType="withEffect">
                                      <p:stCondLst>
                                        <p:cond delay="1000"/>
                                      </p:stCondLst>
                                      <p:childTnLst>
                                        <p:set>
                                          <p:cBhvr>
                                            <p:cTn id="17" dur="1" fill="hold">
                                              <p:stCondLst>
                                                <p:cond delay="0"/>
                                              </p:stCondLst>
                                            </p:cTn>
                                            <p:tgtEl>
                                              <p:spTgt spid="135"/>
                                            </p:tgtEl>
                                            <p:attrNameLst>
                                              <p:attrName>style.visibility</p:attrName>
                                            </p:attrNameLst>
                                          </p:cBhvr>
                                          <p:to>
                                            <p:strVal val="visible"/>
                                          </p:to>
                                        </p:set>
                                        <p:animEffect transition="in" filter="wipe(left)">
                                          <p:cBhvr>
                                            <p:cTn id="18" dur="500"/>
                                            <p:tgtEl>
                                              <p:spTgt spid="135"/>
                                            </p:tgtEl>
                                          </p:cBhvr>
                                        </p:animEffect>
                                      </p:childTnLst>
                                    </p:cTn>
                                  </p:par>
                                  <p:par>
                                    <p:cTn id="19" presetID="22" presetClass="entr" presetSubtype="8" fill="hold" grpId="0" nodeType="withEffect">
                                      <p:stCondLst>
                                        <p:cond delay="1000"/>
                                      </p:stCondLst>
                                      <p:childTnLst>
                                        <p:set>
                                          <p:cBhvr>
                                            <p:cTn id="20" dur="1" fill="hold">
                                              <p:stCondLst>
                                                <p:cond delay="0"/>
                                              </p:stCondLst>
                                            </p:cTn>
                                            <p:tgtEl>
                                              <p:spTgt spid="136"/>
                                            </p:tgtEl>
                                            <p:attrNameLst>
                                              <p:attrName>style.visibility</p:attrName>
                                            </p:attrNameLst>
                                          </p:cBhvr>
                                          <p:to>
                                            <p:strVal val="visible"/>
                                          </p:to>
                                        </p:set>
                                        <p:animEffect transition="in" filter="wipe(left)">
                                          <p:cBhvr>
                                            <p:cTn id="21" dur="500"/>
                                            <p:tgtEl>
                                              <p:spTgt spid="136"/>
                                            </p:tgtEl>
                                          </p:cBhvr>
                                        </p:animEffect>
                                      </p:childTnLst>
                                    </p:cTn>
                                  </p:par>
                                  <p:par>
                                    <p:cTn id="22" presetID="22" presetClass="entr" presetSubtype="8" fill="hold" grpId="0" nodeType="withEffect">
                                      <p:stCondLst>
                                        <p:cond delay="1000"/>
                                      </p:stCondLst>
                                      <p:childTnLst>
                                        <p:set>
                                          <p:cBhvr>
                                            <p:cTn id="23" dur="1" fill="hold">
                                              <p:stCondLst>
                                                <p:cond delay="0"/>
                                              </p:stCondLst>
                                            </p:cTn>
                                            <p:tgtEl>
                                              <p:spTgt spid="137"/>
                                            </p:tgtEl>
                                            <p:attrNameLst>
                                              <p:attrName>style.visibility</p:attrName>
                                            </p:attrNameLst>
                                          </p:cBhvr>
                                          <p:to>
                                            <p:strVal val="visible"/>
                                          </p:to>
                                        </p:set>
                                        <p:animEffect transition="in" filter="wipe(left)">
                                          <p:cBhvr>
                                            <p:cTn id="24" dur="500"/>
                                            <p:tgtEl>
                                              <p:spTgt spid="137"/>
                                            </p:tgtEl>
                                          </p:cBhvr>
                                        </p:animEffect>
                                      </p:childTnLst>
                                    </p:cTn>
                                  </p:par>
                                  <p:par>
                                    <p:cTn id="25" presetID="2" presetClass="entr" presetSubtype="2" fill="hold" grpId="0" nodeType="withEffect">
                                      <p:stCondLst>
                                        <p:cond delay="1500"/>
                                      </p:stCondLst>
                                      <p:childTnLst>
                                        <p:set>
                                          <p:cBhvr>
                                            <p:cTn id="26" dur="1" fill="hold">
                                              <p:stCondLst>
                                                <p:cond delay="0"/>
                                              </p:stCondLst>
                                            </p:cTn>
                                            <p:tgtEl>
                                              <p:spTgt spid="131"/>
                                            </p:tgtEl>
                                            <p:attrNameLst>
                                              <p:attrName>style.visibility</p:attrName>
                                            </p:attrNameLst>
                                          </p:cBhvr>
                                          <p:to>
                                            <p:strVal val="visible"/>
                                          </p:to>
                                        </p:set>
                                        <p:anim calcmode="lin" valueType="num">
                                          <p:cBhvr additive="base">
                                            <p:cTn id="27" dur="500" fill="hold"/>
                                            <p:tgtEl>
                                              <p:spTgt spid="131"/>
                                            </p:tgtEl>
                                            <p:attrNameLst>
                                              <p:attrName>ppt_x</p:attrName>
                                            </p:attrNameLst>
                                          </p:cBhvr>
                                          <p:tavLst>
                                            <p:tav tm="0">
                                              <p:val>
                                                <p:strVal val="1+#ppt_w/2"/>
                                              </p:val>
                                            </p:tav>
                                            <p:tav tm="100000">
                                              <p:val>
                                                <p:strVal val="#ppt_x"/>
                                              </p:val>
                                            </p:tav>
                                          </p:tavLst>
                                        </p:anim>
                                        <p:anim calcmode="lin" valueType="num">
                                          <p:cBhvr additive="base">
                                            <p:cTn id="28" dur="500" fill="hold"/>
                                            <p:tgtEl>
                                              <p:spTgt spid="131"/>
                                            </p:tgtEl>
                                            <p:attrNameLst>
                                              <p:attrName>ppt_y</p:attrName>
                                            </p:attrNameLst>
                                          </p:cBhvr>
                                          <p:tavLst>
                                            <p:tav tm="0">
                                              <p:val>
                                                <p:strVal val="#ppt_y"/>
                                              </p:val>
                                            </p:tav>
                                            <p:tav tm="100000">
                                              <p:val>
                                                <p:strVal val="#ppt_y"/>
                                              </p:val>
                                            </p:tav>
                                          </p:tavLst>
                                        </p:anim>
                                      </p:childTnLst>
                                    </p:cTn>
                                  </p:par>
                                  <p:par>
                                    <p:cTn id="29" presetID="55" presetClass="entr" presetSubtype="0" fill="hold" grpId="0" nodeType="withEffect">
                                      <p:stCondLst>
                                        <p:cond delay="1900"/>
                                      </p:stCondLst>
                                      <p:childTnLst>
                                        <p:set>
                                          <p:cBhvr>
                                            <p:cTn id="30" dur="1" fill="hold">
                                              <p:stCondLst>
                                                <p:cond delay="0"/>
                                              </p:stCondLst>
                                            </p:cTn>
                                            <p:tgtEl>
                                              <p:spTgt spid="130"/>
                                            </p:tgtEl>
                                            <p:attrNameLst>
                                              <p:attrName>style.visibility</p:attrName>
                                            </p:attrNameLst>
                                          </p:cBhvr>
                                          <p:to>
                                            <p:strVal val="visible"/>
                                          </p:to>
                                        </p:set>
                                        <p:anim calcmode="lin" valueType="num">
                                          <p:cBhvr>
                                            <p:cTn id="31" dur="500" fill="hold"/>
                                            <p:tgtEl>
                                              <p:spTgt spid="130"/>
                                            </p:tgtEl>
                                            <p:attrNameLst>
                                              <p:attrName>ppt_w</p:attrName>
                                            </p:attrNameLst>
                                          </p:cBhvr>
                                          <p:tavLst>
                                            <p:tav tm="0">
                                              <p:val>
                                                <p:strVal val="#ppt_w*0.70"/>
                                              </p:val>
                                            </p:tav>
                                            <p:tav tm="100000">
                                              <p:val>
                                                <p:strVal val="#ppt_w"/>
                                              </p:val>
                                            </p:tav>
                                          </p:tavLst>
                                        </p:anim>
                                        <p:anim calcmode="lin" valueType="num">
                                          <p:cBhvr>
                                            <p:cTn id="32" dur="500" fill="hold"/>
                                            <p:tgtEl>
                                              <p:spTgt spid="130"/>
                                            </p:tgtEl>
                                            <p:attrNameLst>
                                              <p:attrName>ppt_h</p:attrName>
                                            </p:attrNameLst>
                                          </p:cBhvr>
                                          <p:tavLst>
                                            <p:tav tm="0">
                                              <p:val>
                                                <p:strVal val="#ppt_h"/>
                                              </p:val>
                                            </p:tav>
                                            <p:tav tm="100000">
                                              <p:val>
                                                <p:strVal val="#ppt_h"/>
                                              </p:val>
                                            </p:tav>
                                          </p:tavLst>
                                        </p:anim>
                                        <p:animEffect transition="in" filter="fade">
                                          <p:cBhvr>
                                            <p:cTn id="33" dur="500"/>
                                            <p:tgtEl>
                                              <p:spTgt spid="130"/>
                                            </p:tgtEl>
                                          </p:cBhvr>
                                        </p:animEffect>
                                      </p:childTnLst>
                                    </p:cTn>
                                  </p:par>
                                  <p:par>
                                    <p:cTn id="34" presetID="2" presetClass="entr" presetSubtype="2" fill="hold" grpId="0" nodeType="withEffect">
                                      <p:stCondLst>
                                        <p:cond delay="1500"/>
                                      </p:stCondLst>
                                      <p:childTnLst>
                                        <p:set>
                                          <p:cBhvr>
                                            <p:cTn id="35" dur="1" fill="hold">
                                              <p:stCondLst>
                                                <p:cond delay="0"/>
                                              </p:stCondLst>
                                            </p:cTn>
                                            <p:tgtEl>
                                              <p:spTgt spid="133"/>
                                            </p:tgtEl>
                                            <p:attrNameLst>
                                              <p:attrName>style.visibility</p:attrName>
                                            </p:attrNameLst>
                                          </p:cBhvr>
                                          <p:to>
                                            <p:strVal val="visible"/>
                                          </p:to>
                                        </p:set>
                                        <p:anim calcmode="lin" valueType="num">
                                          <p:cBhvr additive="base">
                                            <p:cTn id="36" dur="500" fill="hold"/>
                                            <p:tgtEl>
                                              <p:spTgt spid="133"/>
                                            </p:tgtEl>
                                            <p:attrNameLst>
                                              <p:attrName>ppt_x</p:attrName>
                                            </p:attrNameLst>
                                          </p:cBhvr>
                                          <p:tavLst>
                                            <p:tav tm="0">
                                              <p:val>
                                                <p:strVal val="1+#ppt_w/2"/>
                                              </p:val>
                                            </p:tav>
                                            <p:tav tm="100000">
                                              <p:val>
                                                <p:strVal val="#ppt_x"/>
                                              </p:val>
                                            </p:tav>
                                          </p:tavLst>
                                        </p:anim>
                                        <p:anim calcmode="lin" valueType="num">
                                          <p:cBhvr additive="base">
                                            <p:cTn id="37" dur="500" fill="hold"/>
                                            <p:tgtEl>
                                              <p:spTgt spid="133"/>
                                            </p:tgtEl>
                                            <p:attrNameLst>
                                              <p:attrName>ppt_y</p:attrName>
                                            </p:attrNameLst>
                                          </p:cBhvr>
                                          <p:tavLst>
                                            <p:tav tm="0">
                                              <p:val>
                                                <p:strVal val="#ppt_y"/>
                                              </p:val>
                                            </p:tav>
                                            <p:tav tm="100000">
                                              <p:val>
                                                <p:strVal val="#ppt_y"/>
                                              </p:val>
                                            </p:tav>
                                          </p:tavLst>
                                        </p:anim>
                                      </p:childTnLst>
                                    </p:cTn>
                                  </p:par>
                                  <p:par>
                                    <p:cTn id="38" presetID="55" presetClass="entr" presetSubtype="0" fill="hold" grpId="0" nodeType="withEffect">
                                      <p:stCondLst>
                                        <p:cond delay="1900"/>
                                      </p:stCondLst>
                                      <p:childTnLst>
                                        <p:set>
                                          <p:cBhvr>
                                            <p:cTn id="39" dur="1" fill="hold">
                                              <p:stCondLst>
                                                <p:cond delay="0"/>
                                              </p:stCondLst>
                                            </p:cTn>
                                            <p:tgtEl>
                                              <p:spTgt spid="132"/>
                                            </p:tgtEl>
                                            <p:attrNameLst>
                                              <p:attrName>style.visibility</p:attrName>
                                            </p:attrNameLst>
                                          </p:cBhvr>
                                          <p:to>
                                            <p:strVal val="visible"/>
                                          </p:to>
                                        </p:set>
                                        <p:anim calcmode="lin" valueType="num">
                                          <p:cBhvr>
                                            <p:cTn id="40" dur="500" fill="hold"/>
                                            <p:tgtEl>
                                              <p:spTgt spid="132"/>
                                            </p:tgtEl>
                                            <p:attrNameLst>
                                              <p:attrName>ppt_w</p:attrName>
                                            </p:attrNameLst>
                                          </p:cBhvr>
                                          <p:tavLst>
                                            <p:tav tm="0">
                                              <p:val>
                                                <p:strVal val="#ppt_w*0.70"/>
                                              </p:val>
                                            </p:tav>
                                            <p:tav tm="100000">
                                              <p:val>
                                                <p:strVal val="#ppt_w"/>
                                              </p:val>
                                            </p:tav>
                                          </p:tavLst>
                                        </p:anim>
                                        <p:anim calcmode="lin" valueType="num">
                                          <p:cBhvr>
                                            <p:cTn id="41" dur="500" fill="hold"/>
                                            <p:tgtEl>
                                              <p:spTgt spid="132"/>
                                            </p:tgtEl>
                                            <p:attrNameLst>
                                              <p:attrName>ppt_h</p:attrName>
                                            </p:attrNameLst>
                                          </p:cBhvr>
                                          <p:tavLst>
                                            <p:tav tm="0">
                                              <p:val>
                                                <p:strVal val="#ppt_h"/>
                                              </p:val>
                                            </p:tav>
                                            <p:tav tm="100000">
                                              <p:val>
                                                <p:strVal val="#ppt_h"/>
                                              </p:val>
                                            </p:tav>
                                          </p:tavLst>
                                        </p:anim>
                                        <p:animEffect transition="in" filter="fade">
                                          <p:cBhvr>
                                            <p:cTn id="42" dur="500"/>
                                            <p:tgtEl>
                                              <p:spTgt spid="132"/>
                                            </p:tgtEl>
                                          </p:cBhvr>
                                        </p:animEffect>
                                      </p:childTnLst>
                                    </p:cTn>
                                  </p:par>
                                  <p:par>
                                    <p:cTn id="43" presetID="2" presetClass="entr" presetSubtype="2" fill="hold" grpId="0" nodeType="withEffect">
                                      <p:stCondLst>
                                        <p:cond delay="1500"/>
                                      </p:stCondLst>
                                      <p:childTnLst>
                                        <p:set>
                                          <p:cBhvr>
                                            <p:cTn id="44" dur="1" fill="hold">
                                              <p:stCondLst>
                                                <p:cond delay="0"/>
                                              </p:stCondLst>
                                            </p:cTn>
                                            <p:tgtEl>
                                              <p:spTgt spid="139"/>
                                            </p:tgtEl>
                                            <p:attrNameLst>
                                              <p:attrName>style.visibility</p:attrName>
                                            </p:attrNameLst>
                                          </p:cBhvr>
                                          <p:to>
                                            <p:strVal val="visible"/>
                                          </p:to>
                                        </p:set>
                                        <p:anim calcmode="lin" valueType="num">
                                          <p:cBhvr additive="base">
                                            <p:cTn id="45" dur="500" fill="hold"/>
                                            <p:tgtEl>
                                              <p:spTgt spid="139"/>
                                            </p:tgtEl>
                                            <p:attrNameLst>
                                              <p:attrName>ppt_x</p:attrName>
                                            </p:attrNameLst>
                                          </p:cBhvr>
                                          <p:tavLst>
                                            <p:tav tm="0">
                                              <p:val>
                                                <p:strVal val="1+#ppt_w/2"/>
                                              </p:val>
                                            </p:tav>
                                            <p:tav tm="100000">
                                              <p:val>
                                                <p:strVal val="#ppt_x"/>
                                              </p:val>
                                            </p:tav>
                                          </p:tavLst>
                                        </p:anim>
                                        <p:anim calcmode="lin" valueType="num">
                                          <p:cBhvr additive="base">
                                            <p:cTn id="46" dur="500" fill="hold"/>
                                            <p:tgtEl>
                                              <p:spTgt spid="139"/>
                                            </p:tgtEl>
                                            <p:attrNameLst>
                                              <p:attrName>ppt_y</p:attrName>
                                            </p:attrNameLst>
                                          </p:cBhvr>
                                          <p:tavLst>
                                            <p:tav tm="0">
                                              <p:val>
                                                <p:strVal val="#ppt_y"/>
                                              </p:val>
                                            </p:tav>
                                            <p:tav tm="100000">
                                              <p:val>
                                                <p:strVal val="#ppt_y"/>
                                              </p:val>
                                            </p:tav>
                                          </p:tavLst>
                                        </p:anim>
                                      </p:childTnLst>
                                    </p:cTn>
                                  </p:par>
                                  <p:par>
                                    <p:cTn id="47" presetID="55" presetClass="entr" presetSubtype="0" fill="hold" grpId="0" nodeType="withEffect">
                                      <p:stCondLst>
                                        <p:cond delay="1900"/>
                                      </p:stCondLst>
                                      <p:childTnLst>
                                        <p:set>
                                          <p:cBhvr>
                                            <p:cTn id="48" dur="1" fill="hold">
                                              <p:stCondLst>
                                                <p:cond delay="0"/>
                                              </p:stCondLst>
                                            </p:cTn>
                                            <p:tgtEl>
                                              <p:spTgt spid="138"/>
                                            </p:tgtEl>
                                            <p:attrNameLst>
                                              <p:attrName>style.visibility</p:attrName>
                                            </p:attrNameLst>
                                          </p:cBhvr>
                                          <p:to>
                                            <p:strVal val="visible"/>
                                          </p:to>
                                        </p:set>
                                        <p:anim calcmode="lin" valueType="num">
                                          <p:cBhvr>
                                            <p:cTn id="49" dur="500" fill="hold"/>
                                            <p:tgtEl>
                                              <p:spTgt spid="138"/>
                                            </p:tgtEl>
                                            <p:attrNameLst>
                                              <p:attrName>ppt_w</p:attrName>
                                            </p:attrNameLst>
                                          </p:cBhvr>
                                          <p:tavLst>
                                            <p:tav tm="0">
                                              <p:val>
                                                <p:strVal val="#ppt_w*0.70"/>
                                              </p:val>
                                            </p:tav>
                                            <p:tav tm="100000">
                                              <p:val>
                                                <p:strVal val="#ppt_w"/>
                                              </p:val>
                                            </p:tav>
                                          </p:tavLst>
                                        </p:anim>
                                        <p:anim calcmode="lin" valueType="num">
                                          <p:cBhvr>
                                            <p:cTn id="50" dur="500" fill="hold"/>
                                            <p:tgtEl>
                                              <p:spTgt spid="138"/>
                                            </p:tgtEl>
                                            <p:attrNameLst>
                                              <p:attrName>ppt_h</p:attrName>
                                            </p:attrNameLst>
                                          </p:cBhvr>
                                          <p:tavLst>
                                            <p:tav tm="0">
                                              <p:val>
                                                <p:strVal val="#ppt_h"/>
                                              </p:val>
                                            </p:tav>
                                            <p:tav tm="100000">
                                              <p:val>
                                                <p:strVal val="#ppt_h"/>
                                              </p:val>
                                            </p:tav>
                                          </p:tavLst>
                                        </p:anim>
                                        <p:animEffect transition="in" filter="fade">
                                          <p:cBhvr>
                                            <p:cTn id="51" dur="500"/>
                                            <p:tgtEl>
                                              <p:spTgt spid="138"/>
                                            </p:tgtEl>
                                          </p:cBhvr>
                                        </p:animEffect>
                                      </p:childTnLst>
                                    </p:cTn>
                                  </p:par>
                                  <p:par>
                                    <p:cTn id="52" presetID="2" presetClass="entr" presetSubtype="2" fill="hold" grpId="0" nodeType="withEffect">
                                      <p:stCondLst>
                                        <p:cond delay="1500"/>
                                      </p:stCondLst>
                                      <p:childTnLst>
                                        <p:set>
                                          <p:cBhvr>
                                            <p:cTn id="53" dur="1" fill="hold">
                                              <p:stCondLst>
                                                <p:cond delay="0"/>
                                              </p:stCondLst>
                                            </p:cTn>
                                            <p:tgtEl>
                                              <p:spTgt spid="141"/>
                                            </p:tgtEl>
                                            <p:attrNameLst>
                                              <p:attrName>style.visibility</p:attrName>
                                            </p:attrNameLst>
                                          </p:cBhvr>
                                          <p:to>
                                            <p:strVal val="visible"/>
                                          </p:to>
                                        </p:set>
                                        <p:anim calcmode="lin" valueType="num">
                                          <p:cBhvr additive="base">
                                            <p:cTn id="54" dur="500" fill="hold"/>
                                            <p:tgtEl>
                                              <p:spTgt spid="141"/>
                                            </p:tgtEl>
                                            <p:attrNameLst>
                                              <p:attrName>ppt_x</p:attrName>
                                            </p:attrNameLst>
                                          </p:cBhvr>
                                          <p:tavLst>
                                            <p:tav tm="0">
                                              <p:val>
                                                <p:strVal val="1+#ppt_w/2"/>
                                              </p:val>
                                            </p:tav>
                                            <p:tav tm="100000">
                                              <p:val>
                                                <p:strVal val="#ppt_x"/>
                                              </p:val>
                                            </p:tav>
                                          </p:tavLst>
                                        </p:anim>
                                        <p:anim calcmode="lin" valueType="num">
                                          <p:cBhvr additive="base">
                                            <p:cTn id="55" dur="500" fill="hold"/>
                                            <p:tgtEl>
                                              <p:spTgt spid="141"/>
                                            </p:tgtEl>
                                            <p:attrNameLst>
                                              <p:attrName>ppt_y</p:attrName>
                                            </p:attrNameLst>
                                          </p:cBhvr>
                                          <p:tavLst>
                                            <p:tav tm="0">
                                              <p:val>
                                                <p:strVal val="#ppt_y"/>
                                              </p:val>
                                            </p:tav>
                                            <p:tav tm="100000">
                                              <p:val>
                                                <p:strVal val="#ppt_y"/>
                                              </p:val>
                                            </p:tav>
                                          </p:tavLst>
                                        </p:anim>
                                      </p:childTnLst>
                                    </p:cTn>
                                  </p:par>
                                  <p:par>
                                    <p:cTn id="56" presetID="55" presetClass="entr" presetSubtype="0" fill="hold" grpId="0" nodeType="withEffect">
                                      <p:stCondLst>
                                        <p:cond delay="1900"/>
                                      </p:stCondLst>
                                      <p:childTnLst>
                                        <p:set>
                                          <p:cBhvr>
                                            <p:cTn id="57" dur="1" fill="hold">
                                              <p:stCondLst>
                                                <p:cond delay="0"/>
                                              </p:stCondLst>
                                            </p:cTn>
                                            <p:tgtEl>
                                              <p:spTgt spid="140"/>
                                            </p:tgtEl>
                                            <p:attrNameLst>
                                              <p:attrName>style.visibility</p:attrName>
                                            </p:attrNameLst>
                                          </p:cBhvr>
                                          <p:to>
                                            <p:strVal val="visible"/>
                                          </p:to>
                                        </p:set>
                                        <p:anim calcmode="lin" valueType="num">
                                          <p:cBhvr>
                                            <p:cTn id="58" dur="500" fill="hold"/>
                                            <p:tgtEl>
                                              <p:spTgt spid="140"/>
                                            </p:tgtEl>
                                            <p:attrNameLst>
                                              <p:attrName>ppt_w</p:attrName>
                                            </p:attrNameLst>
                                          </p:cBhvr>
                                          <p:tavLst>
                                            <p:tav tm="0">
                                              <p:val>
                                                <p:strVal val="#ppt_w*0.70"/>
                                              </p:val>
                                            </p:tav>
                                            <p:tav tm="100000">
                                              <p:val>
                                                <p:strVal val="#ppt_w"/>
                                              </p:val>
                                            </p:tav>
                                          </p:tavLst>
                                        </p:anim>
                                        <p:anim calcmode="lin" valueType="num">
                                          <p:cBhvr>
                                            <p:cTn id="59" dur="500" fill="hold"/>
                                            <p:tgtEl>
                                              <p:spTgt spid="140"/>
                                            </p:tgtEl>
                                            <p:attrNameLst>
                                              <p:attrName>ppt_h</p:attrName>
                                            </p:attrNameLst>
                                          </p:cBhvr>
                                          <p:tavLst>
                                            <p:tav tm="0">
                                              <p:val>
                                                <p:strVal val="#ppt_h"/>
                                              </p:val>
                                            </p:tav>
                                            <p:tav tm="100000">
                                              <p:val>
                                                <p:strVal val="#ppt_h"/>
                                              </p:val>
                                            </p:tav>
                                          </p:tavLst>
                                        </p:anim>
                                        <p:animEffect transition="in" filter="fade">
                                          <p:cBhvr>
                                            <p:cTn id="60" dur="500"/>
                                            <p:tgtEl>
                                              <p:spTgt spid="1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0" grpId="0"/>
          <p:bldP spid="131" grpId="0" animBg="1"/>
          <p:bldP spid="132" grpId="0"/>
          <p:bldP spid="133" grpId="0" animBg="1"/>
          <p:bldP spid="134" grpId="0" animBg="1"/>
          <p:bldP spid="135" grpId="0" animBg="1"/>
          <p:bldP spid="136" grpId="0" animBg="1"/>
          <p:bldP spid="137" grpId="0" animBg="1"/>
          <p:bldP spid="138" grpId="0"/>
          <p:bldP spid="139" grpId="0" animBg="1"/>
          <p:bldP spid="140" grpId="0"/>
          <p:bldP spid="141" grpId="0" animBg="1"/>
        </p:bldLst>
      </p:timing>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nvCxnSpPr>
        <p:spPr>
          <a:xfrm flipH="1">
            <a:off x="0" y="2368389"/>
            <a:ext cx="390525" cy="0"/>
          </a:xfrm>
          <a:prstGeom prst="line">
            <a:avLst/>
          </a:prstGeom>
          <a:ln w="6350">
            <a:solidFill>
              <a:srgbClr val="62768C"/>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flipH="1">
            <a:off x="0" y="1977864"/>
            <a:ext cx="390525" cy="0"/>
          </a:xfrm>
          <a:prstGeom prst="line">
            <a:avLst/>
          </a:prstGeom>
          <a:ln w="6350">
            <a:solidFill>
              <a:srgbClr val="62768C"/>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H="1">
            <a:off x="0" y="2762089"/>
            <a:ext cx="390525" cy="0"/>
          </a:xfrm>
          <a:prstGeom prst="line">
            <a:avLst/>
          </a:prstGeom>
          <a:ln w="6350">
            <a:solidFill>
              <a:srgbClr val="62768C"/>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flipH="1">
            <a:off x="0" y="3152614"/>
            <a:ext cx="390525" cy="0"/>
          </a:xfrm>
          <a:prstGeom prst="line">
            <a:avLst/>
          </a:prstGeom>
          <a:ln w="6350">
            <a:solidFill>
              <a:srgbClr val="62768C"/>
            </a:solidFill>
          </a:ln>
        </p:spPr>
        <p:style>
          <a:lnRef idx="1">
            <a:schemeClr val="accent1"/>
          </a:lnRef>
          <a:fillRef idx="0">
            <a:schemeClr val="accent1"/>
          </a:fillRef>
          <a:effectRef idx="0">
            <a:schemeClr val="accent1"/>
          </a:effectRef>
          <a:fontRef idx="minor">
            <a:schemeClr val="tx1"/>
          </a:fontRef>
        </p:style>
      </p:cxnSp>
      <p:sp>
        <p:nvSpPr>
          <p:cNvPr id="37" name="矩形 36"/>
          <p:cNvSpPr/>
          <p:nvPr/>
        </p:nvSpPr>
        <p:spPr>
          <a:xfrm>
            <a:off x="-1" y="1971608"/>
            <a:ext cx="1280513" cy="390525"/>
          </a:xfrm>
          <a:prstGeom prst="rect">
            <a:avLst/>
          </a:prstGeom>
          <a:solidFill>
            <a:srgbClr val="37B0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Freeform 11"/>
          <p:cNvSpPr>
            <a:spLocks noEditPoints="1"/>
          </p:cNvSpPr>
          <p:nvPr/>
        </p:nvSpPr>
        <p:spPr bwMode="auto">
          <a:xfrm>
            <a:off x="124293" y="2864285"/>
            <a:ext cx="150176" cy="190798"/>
          </a:xfrm>
          <a:custGeom>
            <a:avLst/>
            <a:gdLst>
              <a:gd name="T0" fmla="*/ 104 w 139"/>
              <a:gd name="T1" fmla="*/ 99 h 177"/>
              <a:gd name="T2" fmla="*/ 91 w 139"/>
              <a:gd name="T3" fmla="*/ 160 h 177"/>
              <a:gd name="T4" fmla="*/ 133 w 139"/>
              <a:gd name="T5" fmla="*/ 164 h 177"/>
              <a:gd name="T6" fmla="*/ 133 w 139"/>
              <a:gd name="T7" fmla="*/ 177 h 177"/>
              <a:gd name="T8" fmla="*/ 0 w 139"/>
              <a:gd name="T9" fmla="*/ 170 h 177"/>
              <a:gd name="T10" fmla="*/ 51 w 139"/>
              <a:gd name="T11" fmla="*/ 164 h 177"/>
              <a:gd name="T12" fmla="*/ 81 w 139"/>
              <a:gd name="T13" fmla="*/ 151 h 177"/>
              <a:gd name="T14" fmla="*/ 10 w 139"/>
              <a:gd name="T15" fmla="*/ 147 h 177"/>
              <a:gd name="T16" fmla="*/ 10 w 139"/>
              <a:gd name="T17" fmla="*/ 139 h 177"/>
              <a:gd name="T18" fmla="*/ 94 w 139"/>
              <a:gd name="T19" fmla="*/ 120 h 177"/>
              <a:gd name="T20" fmla="*/ 84 w 139"/>
              <a:gd name="T21" fmla="*/ 92 h 177"/>
              <a:gd name="T22" fmla="*/ 69 w 139"/>
              <a:gd name="T23" fmla="*/ 94 h 177"/>
              <a:gd name="T24" fmla="*/ 53 w 139"/>
              <a:gd name="T25" fmla="*/ 113 h 177"/>
              <a:gd name="T26" fmla="*/ 46 w 139"/>
              <a:gd name="T27" fmla="*/ 117 h 177"/>
              <a:gd name="T28" fmla="*/ 24 w 139"/>
              <a:gd name="T29" fmla="*/ 109 h 177"/>
              <a:gd name="T30" fmla="*/ 26 w 139"/>
              <a:gd name="T31" fmla="*/ 97 h 177"/>
              <a:gd name="T32" fmla="*/ 21 w 139"/>
              <a:gd name="T33" fmla="*/ 89 h 177"/>
              <a:gd name="T34" fmla="*/ 63 w 139"/>
              <a:gd name="T35" fmla="*/ 24 h 177"/>
              <a:gd name="T36" fmla="*/ 67 w 139"/>
              <a:gd name="T37" fmla="*/ 26 h 177"/>
              <a:gd name="T38" fmla="*/ 69 w 139"/>
              <a:gd name="T39" fmla="*/ 14 h 177"/>
              <a:gd name="T40" fmla="*/ 76 w 139"/>
              <a:gd name="T41" fmla="*/ 2 h 177"/>
              <a:gd name="T42" fmla="*/ 109 w 139"/>
              <a:gd name="T43" fmla="*/ 29 h 177"/>
              <a:gd name="T44" fmla="*/ 96 w 139"/>
              <a:gd name="T45" fmla="*/ 30 h 177"/>
              <a:gd name="T46" fmla="*/ 94 w 139"/>
              <a:gd name="T47" fmla="*/ 42 h 177"/>
              <a:gd name="T48" fmla="*/ 87 w 139"/>
              <a:gd name="T49" fmla="*/ 63 h 177"/>
              <a:gd name="T50" fmla="*/ 92 w 139"/>
              <a:gd name="T51" fmla="*/ 81 h 177"/>
              <a:gd name="T52" fmla="*/ 89 w 139"/>
              <a:gd name="T53" fmla="*/ 26 h 177"/>
              <a:gd name="T54" fmla="*/ 74 w 139"/>
              <a:gd name="T55" fmla="*/ 30 h 177"/>
              <a:gd name="T56" fmla="*/ 89 w 139"/>
              <a:gd name="T57" fmla="*/ 26 h 177"/>
              <a:gd name="T58" fmla="*/ 80 w 139"/>
              <a:gd name="T59" fmla="*/ 59 h 177"/>
              <a:gd name="T60" fmla="*/ 62 w 139"/>
              <a:gd name="T61" fmla="*/ 33 h 177"/>
              <a:gd name="T62" fmla="*/ 54 w 139"/>
              <a:gd name="T63" fmla="*/ 104 h 177"/>
              <a:gd name="T64" fmla="*/ 56 w 139"/>
              <a:gd name="T65" fmla="*/ 76 h 177"/>
              <a:gd name="T66" fmla="*/ 62 w 139"/>
              <a:gd name="T67" fmla="*/ 63 h 177"/>
              <a:gd name="T68" fmla="*/ 82 w 139"/>
              <a:gd name="T69" fmla="*/ 69 h 177"/>
              <a:gd name="T70" fmla="*/ 67 w 139"/>
              <a:gd name="T71" fmla="*/ 69 h 177"/>
              <a:gd name="T72" fmla="*/ 67 w 139"/>
              <a:gd name="T73" fmla="*/ 69 h 177"/>
              <a:gd name="T74" fmla="*/ 75 w 139"/>
              <a:gd name="T75" fmla="*/ 86 h 177"/>
              <a:gd name="T76" fmla="*/ 82 w 139"/>
              <a:gd name="T77" fmla="*/ 83 h 177"/>
              <a:gd name="T78" fmla="*/ 82 w 139"/>
              <a:gd name="T79" fmla="*/ 69 h 177"/>
              <a:gd name="T80" fmla="*/ 33 w 139"/>
              <a:gd name="T81" fmla="*/ 101 h 177"/>
              <a:gd name="T82" fmla="*/ 31 w 139"/>
              <a:gd name="T83" fmla="*/ 104 h 177"/>
              <a:gd name="T84" fmla="*/ 42 w 139"/>
              <a:gd name="T85" fmla="*/ 106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 h="177">
                <a:moveTo>
                  <a:pt x="92" y="81"/>
                </a:moveTo>
                <a:cubicBezTo>
                  <a:pt x="97" y="87"/>
                  <a:pt x="101" y="92"/>
                  <a:pt x="104" y="99"/>
                </a:cubicBezTo>
                <a:cubicBezTo>
                  <a:pt x="106" y="106"/>
                  <a:pt x="108" y="113"/>
                  <a:pt x="108" y="120"/>
                </a:cubicBezTo>
                <a:cubicBezTo>
                  <a:pt x="108" y="136"/>
                  <a:pt x="101" y="150"/>
                  <a:pt x="91" y="160"/>
                </a:cubicBezTo>
                <a:cubicBezTo>
                  <a:pt x="90" y="162"/>
                  <a:pt x="89" y="163"/>
                  <a:pt x="88" y="164"/>
                </a:cubicBezTo>
                <a:cubicBezTo>
                  <a:pt x="133" y="164"/>
                  <a:pt x="133" y="164"/>
                  <a:pt x="133" y="164"/>
                </a:cubicBezTo>
                <a:cubicBezTo>
                  <a:pt x="136" y="164"/>
                  <a:pt x="139" y="167"/>
                  <a:pt x="139" y="170"/>
                </a:cubicBezTo>
                <a:cubicBezTo>
                  <a:pt x="139" y="174"/>
                  <a:pt x="136" y="177"/>
                  <a:pt x="133" y="177"/>
                </a:cubicBezTo>
                <a:cubicBezTo>
                  <a:pt x="91" y="177"/>
                  <a:pt x="49" y="177"/>
                  <a:pt x="7" y="177"/>
                </a:cubicBezTo>
                <a:cubicBezTo>
                  <a:pt x="3" y="177"/>
                  <a:pt x="0" y="174"/>
                  <a:pt x="0" y="170"/>
                </a:cubicBezTo>
                <a:cubicBezTo>
                  <a:pt x="0" y="167"/>
                  <a:pt x="3" y="164"/>
                  <a:pt x="7" y="164"/>
                </a:cubicBezTo>
                <a:cubicBezTo>
                  <a:pt x="51" y="164"/>
                  <a:pt x="51" y="164"/>
                  <a:pt x="51" y="164"/>
                </a:cubicBezTo>
                <a:cubicBezTo>
                  <a:pt x="51" y="164"/>
                  <a:pt x="51" y="164"/>
                  <a:pt x="51" y="164"/>
                </a:cubicBezTo>
                <a:cubicBezTo>
                  <a:pt x="63" y="164"/>
                  <a:pt x="74" y="159"/>
                  <a:pt x="81" y="151"/>
                </a:cubicBezTo>
                <a:cubicBezTo>
                  <a:pt x="83" y="150"/>
                  <a:pt x="84" y="148"/>
                  <a:pt x="85" y="147"/>
                </a:cubicBezTo>
                <a:cubicBezTo>
                  <a:pt x="10" y="147"/>
                  <a:pt x="10" y="147"/>
                  <a:pt x="10" y="147"/>
                </a:cubicBezTo>
                <a:cubicBezTo>
                  <a:pt x="8" y="147"/>
                  <a:pt x="6" y="145"/>
                  <a:pt x="6" y="143"/>
                </a:cubicBezTo>
                <a:cubicBezTo>
                  <a:pt x="6" y="141"/>
                  <a:pt x="8" y="139"/>
                  <a:pt x="10" y="139"/>
                </a:cubicBezTo>
                <a:cubicBezTo>
                  <a:pt x="90" y="139"/>
                  <a:pt x="90" y="139"/>
                  <a:pt x="90" y="139"/>
                </a:cubicBezTo>
                <a:cubicBezTo>
                  <a:pt x="93" y="133"/>
                  <a:pt x="94" y="127"/>
                  <a:pt x="94" y="120"/>
                </a:cubicBezTo>
                <a:cubicBezTo>
                  <a:pt x="94" y="114"/>
                  <a:pt x="93" y="109"/>
                  <a:pt x="91" y="104"/>
                </a:cubicBezTo>
                <a:cubicBezTo>
                  <a:pt x="89" y="100"/>
                  <a:pt x="87" y="96"/>
                  <a:pt x="84" y="92"/>
                </a:cubicBezTo>
                <a:cubicBezTo>
                  <a:pt x="81" y="94"/>
                  <a:pt x="78" y="94"/>
                  <a:pt x="75" y="94"/>
                </a:cubicBezTo>
                <a:cubicBezTo>
                  <a:pt x="73" y="94"/>
                  <a:pt x="71" y="94"/>
                  <a:pt x="69" y="94"/>
                </a:cubicBezTo>
                <a:cubicBezTo>
                  <a:pt x="59" y="111"/>
                  <a:pt x="59" y="111"/>
                  <a:pt x="59" y="111"/>
                </a:cubicBezTo>
                <a:cubicBezTo>
                  <a:pt x="58" y="113"/>
                  <a:pt x="55" y="114"/>
                  <a:pt x="53" y="113"/>
                </a:cubicBezTo>
                <a:cubicBezTo>
                  <a:pt x="50" y="111"/>
                  <a:pt x="50" y="111"/>
                  <a:pt x="50" y="111"/>
                </a:cubicBezTo>
                <a:cubicBezTo>
                  <a:pt x="46" y="117"/>
                  <a:pt x="46" y="117"/>
                  <a:pt x="46" y="117"/>
                </a:cubicBezTo>
                <a:cubicBezTo>
                  <a:pt x="45" y="119"/>
                  <a:pt x="42" y="119"/>
                  <a:pt x="40" y="118"/>
                </a:cubicBezTo>
                <a:cubicBezTo>
                  <a:pt x="24" y="109"/>
                  <a:pt x="24" y="109"/>
                  <a:pt x="24" y="109"/>
                </a:cubicBezTo>
                <a:cubicBezTo>
                  <a:pt x="22" y="108"/>
                  <a:pt x="21" y="105"/>
                  <a:pt x="22" y="103"/>
                </a:cubicBezTo>
                <a:cubicBezTo>
                  <a:pt x="26" y="97"/>
                  <a:pt x="26" y="97"/>
                  <a:pt x="26" y="97"/>
                </a:cubicBezTo>
                <a:cubicBezTo>
                  <a:pt x="22" y="95"/>
                  <a:pt x="22" y="95"/>
                  <a:pt x="22" y="95"/>
                </a:cubicBezTo>
                <a:cubicBezTo>
                  <a:pt x="20" y="94"/>
                  <a:pt x="20" y="91"/>
                  <a:pt x="21" y="89"/>
                </a:cubicBezTo>
                <a:cubicBezTo>
                  <a:pt x="57" y="26"/>
                  <a:pt x="57" y="26"/>
                  <a:pt x="57" y="26"/>
                </a:cubicBezTo>
                <a:cubicBezTo>
                  <a:pt x="58" y="24"/>
                  <a:pt x="61" y="23"/>
                  <a:pt x="63" y="24"/>
                </a:cubicBezTo>
                <a:cubicBezTo>
                  <a:pt x="63" y="24"/>
                  <a:pt x="63" y="24"/>
                  <a:pt x="63" y="24"/>
                </a:cubicBezTo>
                <a:cubicBezTo>
                  <a:pt x="67" y="26"/>
                  <a:pt x="67" y="26"/>
                  <a:pt x="67" y="26"/>
                </a:cubicBezTo>
                <a:cubicBezTo>
                  <a:pt x="73" y="16"/>
                  <a:pt x="73" y="16"/>
                  <a:pt x="73" y="16"/>
                </a:cubicBezTo>
                <a:cubicBezTo>
                  <a:pt x="69" y="14"/>
                  <a:pt x="69" y="14"/>
                  <a:pt x="69" y="14"/>
                </a:cubicBezTo>
                <a:cubicBezTo>
                  <a:pt x="66" y="12"/>
                  <a:pt x="65" y="8"/>
                  <a:pt x="66" y="5"/>
                </a:cubicBezTo>
                <a:cubicBezTo>
                  <a:pt x="68" y="1"/>
                  <a:pt x="72" y="0"/>
                  <a:pt x="76" y="2"/>
                </a:cubicBezTo>
                <a:cubicBezTo>
                  <a:pt x="86" y="8"/>
                  <a:pt x="96" y="14"/>
                  <a:pt x="107" y="20"/>
                </a:cubicBezTo>
                <a:cubicBezTo>
                  <a:pt x="110" y="22"/>
                  <a:pt x="111" y="26"/>
                  <a:pt x="109" y="29"/>
                </a:cubicBezTo>
                <a:cubicBezTo>
                  <a:pt x="107" y="33"/>
                  <a:pt x="103" y="34"/>
                  <a:pt x="100" y="32"/>
                </a:cubicBezTo>
                <a:cubicBezTo>
                  <a:pt x="96" y="30"/>
                  <a:pt x="96" y="30"/>
                  <a:pt x="96" y="30"/>
                </a:cubicBezTo>
                <a:cubicBezTo>
                  <a:pt x="90" y="40"/>
                  <a:pt x="90" y="40"/>
                  <a:pt x="90" y="40"/>
                </a:cubicBezTo>
                <a:cubicBezTo>
                  <a:pt x="94" y="42"/>
                  <a:pt x="94" y="42"/>
                  <a:pt x="94" y="42"/>
                </a:cubicBezTo>
                <a:cubicBezTo>
                  <a:pt x="96" y="43"/>
                  <a:pt x="97" y="46"/>
                  <a:pt x="96" y="48"/>
                </a:cubicBezTo>
                <a:cubicBezTo>
                  <a:pt x="87" y="63"/>
                  <a:pt x="87" y="63"/>
                  <a:pt x="87" y="63"/>
                </a:cubicBezTo>
                <a:cubicBezTo>
                  <a:pt x="91" y="66"/>
                  <a:pt x="93" y="71"/>
                  <a:pt x="93" y="76"/>
                </a:cubicBezTo>
                <a:cubicBezTo>
                  <a:pt x="93" y="78"/>
                  <a:pt x="93" y="80"/>
                  <a:pt x="92" y="81"/>
                </a:cubicBezTo>
                <a:close/>
                <a:moveTo>
                  <a:pt x="89" y="26"/>
                </a:moveTo>
                <a:cubicBezTo>
                  <a:pt x="89" y="26"/>
                  <a:pt x="89" y="26"/>
                  <a:pt x="89" y="26"/>
                </a:cubicBezTo>
                <a:cubicBezTo>
                  <a:pt x="86" y="24"/>
                  <a:pt x="83" y="22"/>
                  <a:pt x="80" y="20"/>
                </a:cubicBezTo>
                <a:cubicBezTo>
                  <a:pt x="74" y="30"/>
                  <a:pt x="74" y="30"/>
                  <a:pt x="74" y="30"/>
                </a:cubicBezTo>
                <a:cubicBezTo>
                  <a:pt x="83" y="36"/>
                  <a:pt x="83" y="36"/>
                  <a:pt x="83" y="36"/>
                </a:cubicBezTo>
                <a:cubicBezTo>
                  <a:pt x="89" y="26"/>
                  <a:pt x="89" y="26"/>
                  <a:pt x="89" y="26"/>
                </a:cubicBezTo>
                <a:close/>
                <a:moveTo>
                  <a:pt x="80" y="59"/>
                </a:moveTo>
                <a:cubicBezTo>
                  <a:pt x="80" y="59"/>
                  <a:pt x="80" y="59"/>
                  <a:pt x="80" y="59"/>
                </a:cubicBezTo>
                <a:cubicBezTo>
                  <a:pt x="87" y="47"/>
                  <a:pt x="87" y="47"/>
                  <a:pt x="87" y="47"/>
                </a:cubicBezTo>
                <a:cubicBezTo>
                  <a:pt x="78" y="43"/>
                  <a:pt x="70" y="38"/>
                  <a:pt x="62" y="33"/>
                </a:cubicBezTo>
                <a:cubicBezTo>
                  <a:pt x="30" y="90"/>
                  <a:pt x="30" y="90"/>
                  <a:pt x="30" y="90"/>
                </a:cubicBezTo>
                <a:cubicBezTo>
                  <a:pt x="38" y="94"/>
                  <a:pt x="46" y="99"/>
                  <a:pt x="54" y="104"/>
                </a:cubicBezTo>
                <a:cubicBezTo>
                  <a:pt x="62" y="90"/>
                  <a:pt x="62" y="90"/>
                  <a:pt x="62" y="90"/>
                </a:cubicBezTo>
                <a:cubicBezTo>
                  <a:pt x="58" y="86"/>
                  <a:pt x="56" y="81"/>
                  <a:pt x="56" y="76"/>
                </a:cubicBezTo>
                <a:cubicBezTo>
                  <a:pt x="56" y="71"/>
                  <a:pt x="58" y="66"/>
                  <a:pt x="62" y="63"/>
                </a:cubicBezTo>
                <a:cubicBezTo>
                  <a:pt x="62" y="63"/>
                  <a:pt x="62" y="63"/>
                  <a:pt x="62" y="63"/>
                </a:cubicBezTo>
                <a:cubicBezTo>
                  <a:pt x="67" y="58"/>
                  <a:pt x="73" y="57"/>
                  <a:pt x="80" y="59"/>
                </a:cubicBezTo>
                <a:close/>
                <a:moveTo>
                  <a:pt x="82" y="69"/>
                </a:moveTo>
                <a:cubicBezTo>
                  <a:pt x="82" y="69"/>
                  <a:pt x="82" y="69"/>
                  <a:pt x="82" y="69"/>
                </a:cubicBezTo>
                <a:cubicBezTo>
                  <a:pt x="78" y="65"/>
                  <a:pt x="71" y="65"/>
                  <a:pt x="67" y="69"/>
                </a:cubicBezTo>
                <a:cubicBezTo>
                  <a:pt x="67" y="69"/>
                  <a:pt x="67" y="69"/>
                  <a:pt x="67" y="69"/>
                </a:cubicBezTo>
                <a:cubicBezTo>
                  <a:pt x="67" y="69"/>
                  <a:pt x="67" y="69"/>
                  <a:pt x="67" y="69"/>
                </a:cubicBezTo>
                <a:cubicBezTo>
                  <a:pt x="65" y="71"/>
                  <a:pt x="64" y="73"/>
                  <a:pt x="64" y="76"/>
                </a:cubicBezTo>
                <a:cubicBezTo>
                  <a:pt x="64" y="82"/>
                  <a:pt x="69" y="86"/>
                  <a:pt x="75" y="86"/>
                </a:cubicBezTo>
                <a:cubicBezTo>
                  <a:pt x="77" y="86"/>
                  <a:pt x="80" y="85"/>
                  <a:pt x="82" y="83"/>
                </a:cubicBezTo>
                <a:cubicBezTo>
                  <a:pt x="82" y="83"/>
                  <a:pt x="82" y="83"/>
                  <a:pt x="82" y="83"/>
                </a:cubicBezTo>
                <a:cubicBezTo>
                  <a:pt x="84" y="81"/>
                  <a:pt x="85" y="79"/>
                  <a:pt x="85" y="76"/>
                </a:cubicBezTo>
                <a:cubicBezTo>
                  <a:pt x="85" y="73"/>
                  <a:pt x="84" y="71"/>
                  <a:pt x="82" y="69"/>
                </a:cubicBezTo>
                <a:cubicBezTo>
                  <a:pt x="82" y="69"/>
                  <a:pt x="82" y="69"/>
                  <a:pt x="82" y="69"/>
                </a:cubicBezTo>
                <a:close/>
                <a:moveTo>
                  <a:pt x="33" y="101"/>
                </a:moveTo>
                <a:cubicBezTo>
                  <a:pt x="33" y="101"/>
                  <a:pt x="33" y="101"/>
                  <a:pt x="33" y="101"/>
                </a:cubicBezTo>
                <a:cubicBezTo>
                  <a:pt x="31" y="104"/>
                  <a:pt x="31" y="104"/>
                  <a:pt x="31" y="104"/>
                </a:cubicBezTo>
                <a:cubicBezTo>
                  <a:pt x="41" y="109"/>
                  <a:pt x="41" y="109"/>
                  <a:pt x="41" y="109"/>
                </a:cubicBezTo>
                <a:cubicBezTo>
                  <a:pt x="42" y="106"/>
                  <a:pt x="42" y="106"/>
                  <a:pt x="42" y="106"/>
                </a:cubicBezTo>
                <a:cubicBezTo>
                  <a:pt x="33" y="101"/>
                  <a:pt x="33" y="101"/>
                  <a:pt x="33" y="101"/>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0" name="Freeform 12"/>
          <p:cNvSpPr>
            <a:spLocks noEditPoints="1"/>
          </p:cNvSpPr>
          <p:nvPr/>
        </p:nvSpPr>
        <p:spPr bwMode="auto">
          <a:xfrm>
            <a:off x="134107" y="2472073"/>
            <a:ext cx="130548" cy="187604"/>
          </a:xfrm>
          <a:custGeom>
            <a:avLst/>
            <a:gdLst>
              <a:gd name="T0" fmla="*/ 3 w 121"/>
              <a:gd name="T1" fmla="*/ 119 h 174"/>
              <a:gd name="T2" fmla="*/ 23 w 121"/>
              <a:gd name="T3" fmla="*/ 115 h 174"/>
              <a:gd name="T4" fmla="*/ 38 w 121"/>
              <a:gd name="T5" fmla="*/ 74 h 174"/>
              <a:gd name="T6" fmla="*/ 38 w 121"/>
              <a:gd name="T7" fmla="*/ 74 h 174"/>
              <a:gd name="T8" fmla="*/ 38 w 121"/>
              <a:gd name="T9" fmla="*/ 29 h 174"/>
              <a:gd name="T10" fmla="*/ 54 w 121"/>
              <a:gd name="T11" fmla="*/ 21 h 174"/>
              <a:gd name="T12" fmla="*/ 60 w 121"/>
              <a:gd name="T13" fmla="*/ 0 h 174"/>
              <a:gd name="T14" fmla="*/ 67 w 121"/>
              <a:gd name="T15" fmla="*/ 21 h 174"/>
              <a:gd name="T16" fmla="*/ 92 w 121"/>
              <a:gd name="T17" fmla="*/ 51 h 174"/>
              <a:gd name="T18" fmla="*/ 82 w 121"/>
              <a:gd name="T19" fmla="*/ 74 h 174"/>
              <a:gd name="T20" fmla="*/ 98 w 121"/>
              <a:gd name="T21" fmla="*/ 115 h 174"/>
              <a:gd name="T22" fmla="*/ 117 w 121"/>
              <a:gd name="T23" fmla="*/ 119 h 174"/>
              <a:gd name="T24" fmla="*/ 102 w 121"/>
              <a:gd name="T25" fmla="*/ 124 h 174"/>
              <a:gd name="T26" fmla="*/ 116 w 121"/>
              <a:gd name="T27" fmla="*/ 159 h 174"/>
              <a:gd name="T28" fmla="*/ 120 w 121"/>
              <a:gd name="T29" fmla="*/ 168 h 174"/>
              <a:gd name="T30" fmla="*/ 113 w 121"/>
              <a:gd name="T31" fmla="*/ 171 h 174"/>
              <a:gd name="T32" fmla="*/ 108 w 121"/>
              <a:gd name="T33" fmla="*/ 162 h 174"/>
              <a:gd name="T34" fmla="*/ 87 w 121"/>
              <a:gd name="T35" fmla="*/ 124 h 174"/>
              <a:gd name="T36" fmla="*/ 67 w 121"/>
              <a:gd name="T37" fmla="*/ 129 h 174"/>
              <a:gd name="T38" fmla="*/ 54 w 121"/>
              <a:gd name="T39" fmla="*/ 129 h 174"/>
              <a:gd name="T40" fmla="*/ 34 w 121"/>
              <a:gd name="T41" fmla="*/ 124 h 174"/>
              <a:gd name="T42" fmla="*/ 13 w 121"/>
              <a:gd name="T43" fmla="*/ 162 h 174"/>
              <a:gd name="T44" fmla="*/ 8 w 121"/>
              <a:gd name="T45" fmla="*/ 171 h 174"/>
              <a:gd name="T46" fmla="*/ 1 w 121"/>
              <a:gd name="T47" fmla="*/ 168 h 174"/>
              <a:gd name="T48" fmla="*/ 5 w 121"/>
              <a:gd name="T49" fmla="*/ 159 h 174"/>
              <a:gd name="T50" fmla="*/ 19 w 121"/>
              <a:gd name="T51" fmla="*/ 124 h 174"/>
              <a:gd name="T52" fmla="*/ 54 w 121"/>
              <a:gd name="T53" fmla="*/ 115 h 174"/>
              <a:gd name="T54" fmla="*/ 54 w 121"/>
              <a:gd name="T55" fmla="*/ 110 h 174"/>
              <a:gd name="T56" fmla="*/ 67 w 121"/>
              <a:gd name="T57" fmla="*/ 110 h 174"/>
              <a:gd name="T58" fmla="*/ 83 w 121"/>
              <a:gd name="T59" fmla="*/ 115 h 174"/>
              <a:gd name="T60" fmla="*/ 54 w 121"/>
              <a:gd name="T61" fmla="*/ 82 h 174"/>
              <a:gd name="T62" fmla="*/ 54 w 121"/>
              <a:gd name="T63" fmla="*/ 115 h 174"/>
              <a:gd name="T64" fmla="*/ 73 w 121"/>
              <a:gd name="T65" fmla="*/ 39 h 174"/>
              <a:gd name="T66" fmla="*/ 48 w 121"/>
              <a:gd name="T67" fmla="*/ 39 h 174"/>
              <a:gd name="T68" fmla="*/ 48 w 121"/>
              <a:gd name="T69" fmla="*/ 64 h 174"/>
              <a:gd name="T70" fmla="*/ 68 w 121"/>
              <a:gd name="T71" fmla="*/ 68 h 174"/>
              <a:gd name="T72" fmla="*/ 73 w 121"/>
              <a:gd name="T73" fmla="*/ 64 h 174"/>
              <a:gd name="T74" fmla="*/ 73 w 121"/>
              <a:gd name="T75" fmla="*/ 39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1" h="174">
                <a:moveTo>
                  <a:pt x="8" y="124"/>
                </a:moveTo>
                <a:cubicBezTo>
                  <a:pt x="5" y="124"/>
                  <a:pt x="3" y="122"/>
                  <a:pt x="3" y="119"/>
                </a:cubicBezTo>
                <a:cubicBezTo>
                  <a:pt x="3" y="117"/>
                  <a:pt x="5" y="115"/>
                  <a:pt x="8" y="115"/>
                </a:cubicBezTo>
                <a:cubicBezTo>
                  <a:pt x="23" y="115"/>
                  <a:pt x="23" y="115"/>
                  <a:pt x="23" y="115"/>
                </a:cubicBezTo>
                <a:cubicBezTo>
                  <a:pt x="42" y="77"/>
                  <a:pt x="42" y="77"/>
                  <a:pt x="42" y="77"/>
                </a:cubicBezTo>
                <a:cubicBezTo>
                  <a:pt x="41" y="76"/>
                  <a:pt x="40" y="75"/>
                  <a:pt x="38" y="74"/>
                </a:cubicBezTo>
                <a:cubicBezTo>
                  <a:pt x="38" y="74"/>
                  <a:pt x="38" y="74"/>
                  <a:pt x="38" y="74"/>
                </a:cubicBezTo>
                <a:cubicBezTo>
                  <a:pt x="38" y="74"/>
                  <a:pt x="38" y="74"/>
                  <a:pt x="38" y="74"/>
                </a:cubicBezTo>
                <a:cubicBezTo>
                  <a:pt x="33" y="68"/>
                  <a:pt x="29" y="60"/>
                  <a:pt x="29" y="51"/>
                </a:cubicBezTo>
                <a:cubicBezTo>
                  <a:pt x="29" y="43"/>
                  <a:pt x="33" y="35"/>
                  <a:pt x="38" y="29"/>
                </a:cubicBezTo>
                <a:cubicBezTo>
                  <a:pt x="39" y="29"/>
                  <a:pt x="39" y="29"/>
                  <a:pt x="39" y="29"/>
                </a:cubicBezTo>
                <a:cubicBezTo>
                  <a:pt x="43" y="25"/>
                  <a:pt x="48" y="22"/>
                  <a:pt x="54" y="21"/>
                </a:cubicBezTo>
                <a:cubicBezTo>
                  <a:pt x="54" y="7"/>
                  <a:pt x="54" y="7"/>
                  <a:pt x="54" y="7"/>
                </a:cubicBezTo>
                <a:cubicBezTo>
                  <a:pt x="54" y="3"/>
                  <a:pt x="57" y="0"/>
                  <a:pt x="60" y="0"/>
                </a:cubicBezTo>
                <a:cubicBezTo>
                  <a:pt x="64" y="0"/>
                  <a:pt x="67" y="3"/>
                  <a:pt x="67" y="7"/>
                </a:cubicBezTo>
                <a:cubicBezTo>
                  <a:pt x="67" y="21"/>
                  <a:pt x="67" y="21"/>
                  <a:pt x="67" y="21"/>
                </a:cubicBezTo>
                <a:cubicBezTo>
                  <a:pt x="73" y="22"/>
                  <a:pt x="78" y="25"/>
                  <a:pt x="82" y="29"/>
                </a:cubicBezTo>
                <a:cubicBezTo>
                  <a:pt x="88" y="35"/>
                  <a:pt x="92" y="43"/>
                  <a:pt x="92" y="51"/>
                </a:cubicBezTo>
                <a:cubicBezTo>
                  <a:pt x="92" y="60"/>
                  <a:pt x="88" y="68"/>
                  <a:pt x="82" y="74"/>
                </a:cubicBezTo>
                <a:cubicBezTo>
                  <a:pt x="82" y="74"/>
                  <a:pt x="82" y="74"/>
                  <a:pt x="82" y="74"/>
                </a:cubicBezTo>
                <a:cubicBezTo>
                  <a:pt x="81" y="75"/>
                  <a:pt x="80" y="76"/>
                  <a:pt x="79" y="77"/>
                </a:cubicBezTo>
                <a:cubicBezTo>
                  <a:pt x="98" y="115"/>
                  <a:pt x="98" y="115"/>
                  <a:pt x="98" y="115"/>
                </a:cubicBezTo>
                <a:cubicBezTo>
                  <a:pt x="113" y="115"/>
                  <a:pt x="113" y="115"/>
                  <a:pt x="113" y="115"/>
                </a:cubicBezTo>
                <a:cubicBezTo>
                  <a:pt x="116" y="115"/>
                  <a:pt x="117" y="117"/>
                  <a:pt x="117" y="119"/>
                </a:cubicBezTo>
                <a:cubicBezTo>
                  <a:pt x="117" y="122"/>
                  <a:pt x="116" y="124"/>
                  <a:pt x="113" y="124"/>
                </a:cubicBezTo>
                <a:cubicBezTo>
                  <a:pt x="102" y="124"/>
                  <a:pt x="102" y="124"/>
                  <a:pt x="102" y="124"/>
                </a:cubicBezTo>
                <a:cubicBezTo>
                  <a:pt x="116" y="153"/>
                  <a:pt x="116" y="153"/>
                  <a:pt x="116" y="153"/>
                </a:cubicBezTo>
                <a:cubicBezTo>
                  <a:pt x="117" y="155"/>
                  <a:pt x="117" y="157"/>
                  <a:pt x="116" y="159"/>
                </a:cubicBezTo>
                <a:cubicBezTo>
                  <a:pt x="117" y="162"/>
                  <a:pt x="117" y="162"/>
                  <a:pt x="117" y="162"/>
                </a:cubicBezTo>
                <a:cubicBezTo>
                  <a:pt x="120" y="168"/>
                  <a:pt x="120" y="168"/>
                  <a:pt x="120" y="168"/>
                </a:cubicBezTo>
                <a:cubicBezTo>
                  <a:pt x="121" y="170"/>
                  <a:pt x="120" y="172"/>
                  <a:pt x="118" y="173"/>
                </a:cubicBezTo>
                <a:cubicBezTo>
                  <a:pt x="116" y="174"/>
                  <a:pt x="114" y="173"/>
                  <a:pt x="113" y="171"/>
                </a:cubicBezTo>
                <a:cubicBezTo>
                  <a:pt x="110" y="165"/>
                  <a:pt x="110" y="165"/>
                  <a:pt x="110" y="165"/>
                </a:cubicBezTo>
                <a:cubicBezTo>
                  <a:pt x="108" y="162"/>
                  <a:pt x="108" y="162"/>
                  <a:pt x="108" y="162"/>
                </a:cubicBezTo>
                <a:cubicBezTo>
                  <a:pt x="106" y="162"/>
                  <a:pt x="104" y="160"/>
                  <a:pt x="103" y="158"/>
                </a:cubicBezTo>
                <a:cubicBezTo>
                  <a:pt x="87" y="124"/>
                  <a:pt x="87" y="124"/>
                  <a:pt x="87" y="124"/>
                </a:cubicBezTo>
                <a:cubicBezTo>
                  <a:pt x="67" y="124"/>
                  <a:pt x="67" y="124"/>
                  <a:pt x="67" y="124"/>
                </a:cubicBezTo>
                <a:cubicBezTo>
                  <a:pt x="67" y="129"/>
                  <a:pt x="67" y="129"/>
                  <a:pt x="67" y="129"/>
                </a:cubicBezTo>
                <a:cubicBezTo>
                  <a:pt x="67" y="132"/>
                  <a:pt x="64" y="136"/>
                  <a:pt x="60" y="136"/>
                </a:cubicBezTo>
                <a:cubicBezTo>
                  <a:pt x="57" y="136"/>
                  <a:pt x="54" y="132"/>
                  <a:pt x="54" y="129"/>
                </a:cubicBezTo>
                <a:cubicBezTo>
                  <a:pt x="54" y="124"/>
                  <a:pt x="54" y="124"/>
                  <a:pt x="54" y="124"/>
                </a:cubicBezTo>
                <a:cubicBezTo>
                  <a:pt x="34" y="124"/>
                  <a:pt x="34" y="124"/>
                  <a:pt x="34" y="124"/>
                </a:cubicBezTo>
                <a:cubicBezTo>
                  <a:pt x="17" y="158"/>
                  <a:pt x="17" y="158"/>
                  <a:pt x="17" y="158"/>
                </a:cubicBezTo>
                <a:cubicBezTo>
                  <a:pt x="16" y="160"/>
                  <a:pt x="15" y="162"/>
                  <a:pt x="13" y="162"/>
                </a:cubicBezTo>
                <a:cubicBezTo>
                  <a:pt x="11" y="165"/>
                  <a:pt x="11" y="165"/>
                  <a:pt x="11" y="165"/>
                </a:cubicBezTo>
                <a:cubicBezTo>
                  <a:pt x="8" y="171"/>
                  <a:pt x="8" y="171"/>
                  <a:pt x="8" y="171"/>
                </a:cubicBezTo>
                <a:cubicBezTo>
                  <a:pt x="7" y="173"/>
                  <a:pt x="5" y="174"/>
                  <a:pt x="3" y="173"/>
                </a:cubicBezTo>
                <a:cubicBezTo>
                  <a:pt x="1" y="172"/>
                  <a:pt x="0" y="170"/>
                  <a:pt x="1" y="168"/>
                </a:cubicBezTo>
                <a:cubicBezTo>
                  <a:pt x="4" y="162"/>
                  <a:pt x="4" y="162"/>
                  <a:pt x="4" y="162"/>
                </a:cubicBezTo>
                <a:cubicBezTo>
                  <a:pt x="5" y="159"/>
                  <a:pt x="5" y="159"/>
                  <a:pt x="5" y="159"/>
                </a:cubicBezTo>
                <a:cubicBezTo>
                  <a:pt x="4" y="157"/>
                  <a:pt x="4" y="155"/>
                  <a:pt x="5" y="153"/>
                </a:cubicBezTo>
                <a:cubicBezTo>
                  <a:pt x="19" y="124"/>
                  <a:pt x="19" y="124"/>
                  <a:pt x="19" y="124"/>
                </a:cubicBezTo>
                <a:cubicBezTo>
                  <a:pt x="8" y="124"/>
                  <a:pt x="8" y="124"/>
                  <a:pt x="8" y="124"/>
                </a:cubicBezTo>
                <a:close/>
                <a:moveTo>
                  <a:pt x="54" y="115"/>
                </a:moveTo>
                <a:cubicBezTo>
                  <a:pt x="54" y="115"/>
                  <a:pt x="54" y="115"/>
                  <a:pt x="54" y="115"/>
                </a:cubicBezTo>
                <a:cubicBezTo>
                  <a:pt x="54" y="110"/>
                  <a:pt x="54" y="110"/>
                  <a:pt x="54" y="110"/>
                </a:cubicBezTo>
                <a:cubicBezTo>
                  <a:pt x="54" y="107"/>
                  <a:pt x="57" y="103"/>
                  <a:pt x="60" y="103"/>
                </a:cubicBezTo>
                <a:cubicBezTo>
                  <a:pt x="64" y="103"/>
                  <a:pt x="67" y="107"/>
                  <a:pt x="67" y="110"/>
                </a:cubicBezTo>
                <a:cubicBezTo>
                  <a:pt x="67" y="115"/>
                  <a:pt x="67" y="115"/>
                  <a:pt x="67" y="115"/>
                </a:cubicBezTo>
                <a:cubicBezTo>
                  <a:pt x="83" y="115"/>
                  <a:pt x="83" y="115"/>
                  <a:pt x="83" y="115"/>
                </a:cubicBezTo>
                <a:cubicBezTo>
                  <a:pt x="67" y="82"/>
                  <a:pt x="67" y="82"/>
                  <a:pt x="67" y="82"/>
                </a:cubicBezTo>
                <a:cubicBezTo>
                  <a:pt x="63" y="83"/>
                  <a:pt x="58" y="83"/>
                  <a:pt x="54" y="82"/>
                </a:cubicBezTo>
                <a:cubicBezTo>
                  <a:pt x="38" y="115"/>
                  <a:pt x="38" y="115"/>
                  <a:pt x="38" y="115"/>
                </a:cubicBezTo>
                <a:cubicBezTo>
                  <a:pt x="54" y="115"/>
                  <a:pt x="54" y="115"/>
                  <a:pt x="54" y="115"/>
                </a:cubicBezTo>
                <a:close/>
                <a:moveTo>
                  <a:pt x="73" y="39"/>
                </a:moveTo>
                <a:cubicBezTo>
                  <a:pt x="73" y="39"/>
                  <a:pt x="73" y="39"/>
                  <a:pt x="73" y="39"/>
                </a:cubicBezTo>
                <a:cubicBezTo>
                  <a:pt x="66" y="32"/>
                  <a:pt x="55" y="32"/>
                  <a:pt x="48" y="39"/>
                </a:cubicBezTo>
                <a:cubicBezTo>
                  <a:pt x="48" y="39"/>
                  <a:pt x="48" y="39"/>
                  <a:pt x="48" y="39"/>
                </a:cubicBezTo>
                <a:cubicBezTo>
                  <a:pt x="45" y="42"/>
                  <a:pt x="43" y="47"/>
                  <a:pt x="43" y="51"/>
                </a:cubicBezTo>
                <a:cubicBezTo>
                  <a:pt x="43" y="56"/>
                  <a:pt x="45" y="61"/>
                  <a:pt x="48" y="64"/>
                </a:cubicBezTo>
                <a:cubicBezTo>
                  <a:pt x="53" y="69"/>
                  <a:pt x="61" y="71"/>
                  <a:pt x="67" y="68"/>
                </a:cubicBezTo>
                <a:cubicBezTo>
                  <a:pt x="68" y="68"/>
                  <a:pt x="68" y="68"/>
                  <a:pt x="68" y="68"/>
                </a:cubicBezTo>
                <a:cubicBezTo>
                  <a:pt x="69" y="67"/>
                  <a:pt x="71" y="66"/>
                  <a:pt x="73" y="64"/>
                </a:cubicBezTo>
                <a:cubicBezTo>
                  <a:pt x="73" y="64"/>
                  <a:pt x="73" y="64"/>
                  <a:pt x="73" y="64"/>
                </a:cubicBezTo>
                <a:cubicBezTo>
                  <a:pt x="76" y="61"/>
                  <a:pt x="78" y="56"/>
                  <a:pt x="78" y="51"/>
                </a:cubicBezTo>
                <a:cubicBezTo>
                  <a:pt x="78" y="47"/>
                  <a:pt x="76" y="42"/>
                  <a:pt x="73" y="39"/>
                </a:cubicBezTo>
                <a:cubicBezTo>
                  <a:pt x="73" y="39"/>
                  <a:pt x="73" y="39"/>
                  <a:pt x="73" y="39"/>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1" name="Freeform 13"/>
          <p:cNvSpPr>
            <a:spLocks noEditPoints="1"/>
          </p:cNvSpPr>
          <p:nvPr/>
        </p:nvSpPr>
        <p:spPr bwMode="auto">
          <a:xfrm>
            <a:off x="93026" y="1695727"/>
            <a:ext cx="212710" cy="176648"/>
          </a:xfrm>
          <a:custGeom>
            <a:avLst/>
            <a:gdLst>
              <a:gd name="T0" fmla="*/ 111 w 197"/>
              <a:gd name="T1" fmla="*/ 11 h 164"/>
              <a:gd name="T2" fmla="*/ 0 w 197"/>
              <a:gd name="T3" fmla="*/ 15 h 164"/>
              <a:gd name="T4" fmla="*/ 105 w 197"/>
              <a:gd name="T5" fmla="*/ 164 h 164"/>
              <a:gd name="T6" fmla="*/ 136 w 197"/>
              <a:gd name="T7" fmla="*/ 159 h 164"/>
              <a:gd name="T8" fmla="*/ 196 w 197"/>
              <a:gd name="T9" fmla="*/ 142 h 164"/>
              <a:gd name="T10" fmla="*/ 52 w 197"/>
              <a:gd name="T11" fmla="*/ 150 h 164"/>
              <a:gd name="T12" fmla="*/ 52 w 197"/>
              <a:gd name="T13" fmla="*/ 22 h 164"/>
              <a:gd name="T14" fmla="*/ 99 w 197"/>
              <a:gd name="T15" fmla="*/ 150 h 164"/>
              <a:gd name="T16" fmla="*/ 99 w 197"/>
              <a:gd name="T17" fmla="*/ 22 h 164"/>
              <a:gd name="T18" fmla="*/ 147 w 197"/>
              <a:gd name="T19" fmla="*/ 149 h 164"/>
              <a:gd name="T20" fmla="*/ 181 w 197"/>
              <a:gd name="T21" fmla="*/ 139 h 164"/>
              <a:gd name="T22" fmla="*/ 23 w 197"/>
              <a:gd name="T23" fmla="*/ 133 h 164"/>
              <a:gd name="T24" fmla="*/ 42 w 197"/>
              <a:gd name="T25" fmla="*/ 134 h 164"/>
              <a:gd name="T26" fmla="*/ 43 w 197"/>
              <a:gd name="T27" fmla="*/ 114 h 164"/>
              <a:gd name="T28" fmla="*/ 23 w 197"/>
              <a:gd name="T29" fmla="*/ 114 h 164"/>
              <a:gd name="T30" fmla="*/ 29 w 197"/>
              <a:gd name="T31" fmla="*/ 120 h 164"/>
              <a:gd name="T32" fmla="*/ 37 w 197"/>
              <a:gd name="T33" fmla="*/ 120 h 164"/>
              <a:gd name="T34" fmla="*/ 37 w 197"/>
              <a:gd name="T35" fmla="*/ 128 h 164"/>
              <a:gd name="T36" fmla="*/ 29 w 197"/>
              <a:gd name="T37" fmla="*/ 127 h 164"/>
              <a:gd name="T38" fmla="*/ 32 w 197"/>
              <a:gd name="T39" fmla="*/ 91 h 164"/>
              <a:gd name="T40" fmla="*/ 36 w 197"/>
              <a:gd name="T41" fmla="*/ 38 h 164"/>
              <a:gd name="T42" fmla="*/ 28 w 197"/>
              <a:gd name="T43" fmla="*/ 87 h 164"/>
              <a:gd name="T44" fmla="*/ 134 w 197"/>
              <a:gd name="T45" fmla="*/ 31 h 164"/>
              <a:gd name="T46" fmla="*/ 149 w 197"/>
              <a:gd name="T47" fmla="*/ 86 h 164"/>
              <a:gd name="T48" fmla="*/ 134 w 197"/>
              <a:gd name="T49" fmla="*/ 31 h 164"/>
              <a:gd name="T50" fmla="*/ 69 w 197"/>
              <a:gd name="T51" fmla="*/ 133 h 164"/>
              <a:gd name="T52" fmla="*/ 88 w 197"/>
              <a:gd name="T53" fmla="*/ 133 h 164"/>
              <a:gd name="T54" fmla="*/ 79 w 197"/>
              <a:gd name="T55" fmla="*/ 110 h 164"/>
              <a:gd name="T56" fmla="*/ 65 w 197"/>
              <a:gd name="T57" fmla="*/ 124 h 164"/>
              <a:gd name="T58" fmla="*/ 75 w 197"/>
              <a:gd name="T59" fmla="*/ 120 h 164"/>
              <a:gd name="T60" fmla="*/ 82 w 197"/>
              <a:gd name="T61" fmla="*/ 120 h 164"/>
              <a:gd name="T62" fmla="*/ 82 w 197"/>
              <a:gd name="T63" fmla="*/ 128 h 164"/>
              <a:gd name="T64" fmla="*/ 74 w 197"/>
              <a:gd name="T65" fmla="*/ 127 h 164"/>
              <a:gd name="T66" fmla="*/ 81 w 197"/>
              <a:gd name="T67" fmla="*/ 91 h 164"/>
              <a:gd name="T68" fmla="*/ 85 w 197"/>
              <a:gd name="T69" fmla="*/ 38 h 164"/>
              <a:gd name="T70" fmla="*/ 77 w 197"/>
              <a:gd name="T71" fmla="*/ 87 h 164"/>
              <a:gd name="T72" fmla="*/ 148 w 197"/>
              <a:gd name="T73" fmla="*/ 109 h 164"/>
              <a:gd name="T74" fmla="*/ 148 w 197"/>
              <a:gd name="T75" fmla="*/ 128 h 164"/>
              <a:gd name="T76" fmla="*/ 167 w 197"/>
              <a:gd name="T77" fmla="*/ 128 h 164"/>
              <a:gd name="T78" fmla="*/ 168 w 197"/>
              <a:gd name="T79" fmla="*/ 109 h 164"/>
              <a:gd name="T80" fmla="*/ 158 w 197"/>
              <a:gd name="T81" fmla="*/ 105 h 164"/>
              <a:gd name="T82" fmla="*/ 154 w 197"/>
              <a:gd name="T83" fmla="*/ 114 h 164"/>
              <a:gd name="T84" fmla="*/ 163 w 197"/>
              <a:gd name="T85" fmla="*/ 118 h 164"/>
              <a:gd name="T86" fmla="*/ 154 w 197"/>
              <a:gd name="T87" fmla="*/ 122 h 164"/>
              <a:gd name="T88" fmla="*/ 154 w 197"/>
              <a:gd name="T89" fmla="*/ 114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97" h="164">
                <a:moveTo>
                  <a:pt x="159" y="6"/>
                </a:moveTo>
                <a:cubicBezTo>
                  <a:pt x="158" y="2"/>
                  <a:pt x="155" y="0"/>
                  <a:pt x="151" y="1"/>
                </a:cubicBezTo>
                <a:cubicBezTo>
                  <a:pt x="111" y="11"/>
                  <a:pt x="111" y="11"/>
                  <a:pt x="111" y="11"/>
                </a:cubicBezTo>
                <a:cubicBezTo>
                  <a:pt x="110" y="10"/>
                  <a:pt x="108" y="8"/>
                  <a:pt x="105" y="8"/>
                </a:cubicBezTo>
                <a:cubicBezTo>
                  <a:pt x="7" y="8"/>
                  <a:pt x="7" y="8"/>
                  <a:pt x="7" y="8"/>
                </a:cubicBezTo>
                <a:cubicBezTo>
                  <a:pt x="3" y="8"/>
                  <a:pt x="0" y="11"/>
                  <a:pt x="0" y="15"/>
                </a:cubicBezTo>
                <a:cubicBezTo>
                  <a:pt x="0" y="157"/>
                  <a:pt x="0" y="157"/>
                  <a:pt x="0" y="157"/>
                </a:cubicBezTo>
                <a:cubicBezTo>
                  <a:pt x="0" y="161"/>
                  <a:pt x="3" y="164"/>
                  <a:pt x="7" y="164"/>
                </a:cubicBezTo>
                <a:cubicBezTo>
                  <a:pt x="105" y="164"/>
                  <a:pt x="105" y="164"/>
                  <a:pt x="105" y="164"/>
                </a:cubicBezTo>
                <a:cubicBezTo>
                  <a:pt x="109" y="164"/>
                  <a:pt x="112" y="161"/>
                  <a:pt x="112" y="157"/>
                </a:cubicBezTo>
                <a:cubicBezTo>
                  <a:pt x="112" y="71"/>
                  <a:pt x="112" y="71"/>
                  <a:pt x="112" y="71"/>
                </a:cubicBezTo>
                <a:cubicBezTo>
                  <a:pt x="136" y="159"/>
                  <a:pt x="136" y="159"/>
                  <a:pt x="136" y="159"/>
                </a:cubicBezTo>
                <a:cubicBezTo>
                  <a:pt x="136" y="162"/>
                  <a:pt x="140" y="164"/>
                  <a:pt x="144" y="163"/>
                </a:cubicBezTo>
                <a:cubicBezTo>
                  <a:pt x="191" y="151"/>
                  <a:pt x="191" y="151"/>
                  <a:pt x="191" y="151"/>
                </a:cubicBezTo>
                <a:cubicBezTo>
                  <a:pt x="195" y="150"/>
                  <a:pt x="197" y="146"/>
                  <a:pt x="196" y="142"/>
                </a:cubicBezTo>
                <a:cubicBezTo>
                  <a:pt x="159" y="6"/>
                  <a:pt x="159" y="6"/>
                  <a:pt x="159" y="6"/>
                </a:cubicBezTo>
                <a:close/>
                <a:moveTo>
                  <a:pt x="52" y="150"/>
                </a:moveTo>
                <a:cubicBezTo>
                  <a:pt x="52" y="150"/>
                  <a:pt x="52" y="150"/>
                  <a:pt x="52" y="150"/>
                </a:cubicBezTo>
                <a:cubicBezTo>
                  <a:pt x="14" y="150"/>
                  <a:pt x="14" y="150"/>
                  <a:pt x="14" y="150"/>
                </a:cubicBezTo>
                <a:cubicBezTo>
                  <a:pt x="14" y="22"/>
                  <a:pt x="14" y="22"/>
                  <a:pt x="14" y="22"/>
                </a:cubicBezTo>
                <a:cubicBezTo>
                  <a:pt x="52" y="22"/>
                  <a:pt x="52" y="22"/>
                  <a:pt x="52" y="22"/>
                </a:cubicBezTo>
                <a:cubicBezTo>
                  <a:pt x="52" y="150"/>
                  <a:pt x="52" y="150"/>
                  <a:pt x="52" y="150"/>
                </a:cubicBezTo>
                <a:close/>
                <a:moveTo>
                  <a:pt x="99" y="150"/>
                </a:moveTo>
                <a:cubicBezTo>
                  <a:pt x="99" y="150"/>
                  <a:pt x="99" y="150"/>
                  <a:pt x="99" y="150"/>
                </a:cubicBezTo>
                <a:cubicBezTo>
                  <a:pt x="60" y="150"/>
                  <a:pt x="60" y="150"/>
                  <a:pt x="60" y="150"/>
                </a:cubicBezTo>
                <a:cubicBezTo>
                  <a:pt x="60" y="22"/>
                  <a:pt x="60" y="22"/>
                  <a:pt x="60" y="22"/>
                </a:cubicBezTo>
                <a:cubicBezTo>
                  <a:pt x="99" y="22"/>
                  <a:pt x="99" y="22"/>
                  <a:pt x="99" y="22"/>
                </a:cubicBezTo>
                <a:cubicBezTo>
                  <a:pt x="99" y="150"/>
                  <a:pt x="99" y="150"/>
                  <a:pt x="99" y="150"/>
                </a:cubicBezTo>
                <a:close/>
                <a:moveTo>
                  <a:pt x="147" y="149"/>
                </a:moveTo>
                <a:cubicBezTo>
                  <a:pt x="147" y="149"/>
                  <a:pt x="147" y="149"/>
                  <a:pt x="147" y="149"/>
                </a:cubicBezTo>
                <a:cubicBezTo>
                  <a:pt x="114" y="25"/>
                  <a:pt x="114" y="25"/>
                  <a:pt x="114" y="25"/>
                </a:cubicBezTo>
                <a:cubicBezTo>
                  <a:pt x="148" y="16"/>
                  <a:pt x="148" y="16"/>
                  <a:pt x="148" y="16"/>
                </a:cubicBezTo>
                <a:cubicBezTo>
                  <a:pt x="181" y="139"/>
                  <a:pt x="181" y="139"/>
                  <a:pt x="181" y="139"/>
                </a:cubicBezTo>
                <a:cubicBezTo>
                  <a:pt x="147" y="149"/>
                  <a:pt x="147" y="149"/>
                  <a:pt x="147" y="149"/>
                </a:cubicBezTo>
                <a:close/>
                <a:moveTo>
                  <a:pt x="23" y="133"/>
                </a:moveTo>
                <a:cubicBezTo>
                  <a:pt x="23" y="133"/>
                  <a:pt x="23" y="133"/>
                  <a:pt x="23" y="133"/>
                </a:cubicBezTo>
                <a:cubicBezTo>
                  <a:pt x="23" y="133"/>
                  <a:pt x="23" y="133"/>
                  <a:pt x="23" y="133"/>
                </a:cubicBezTo>
                <a:cubicBezTo>
                  <a:pt x="26" y="136"/>
                  <a:pt x="29" y="137"/>
                  <a:pt x="33" y="137"/>
                </a:cubicBezTo>
                <a:cubicBezTo>
                  <a:pt x="37" y="137"/>
                  <a:pt x="40" y="136"/>
                  <a:pt x="42" y="134"/>
                </a:cubicBezTo>
                <a:cubicBezTo>
                  <a:pt x="43" y="133"/>
                  <a:pt x="43" y="133"/>
                  <a:pt x="43" y="133"/>
                </a:cubicBezTo>
                <a:cubicBezTo>
                  <a:pt x="45" y="131"/>
                  <a:pt x="47" y="127"/>
                  <a:pt x="47" y="124"/>
                </a:cubicBezTo>
                <a:cubicBezTo>
                  <a:pt x="47" y="120"/>
                  <a:pt x="45" y="116"/>
                  <a:pt x="43" y="114"/>
                </a:cubicBezTo>
                <a:cubicBezTo>
                  <a:pt x="42" y="114"/>
                  <a:pt x="42" y="114"/>
                  <a:pt x="42" y="114"/>
                </a:cubicBezTo>
                <a:cubicBezTo>
                  <a:pt x="40" y="112"/>
                  <a:pt x="37" y="110"/>
                  <a:pt x="33" y="110"/>
                </a:cubicBezTo>
                <a:cubicBezTo>
                  <a:pt x="29" y="110"/>
                  <a:pt x="26" y="112"/>
                  <a:pt x="23" y="114"/>
                </a:cubicBezTo>
                <a:cubicBezTo>
                  <a:pt x="21" y="116"/>
                  <a:pt x="19" y="120"/>
                  <a:pt x="19" y="124"/>
                </a:cubicBezTo>
                <a:cubicBezTo>
                  <a:pt x="19" y="127"/>
                  <a:pt x="21" y="131"/>
                  <a:pt x="23" y="133"/>
                </a:cubicBezTo>
                <a:close/>
                <a:moveTo>
                  <a:pt x="29" y="120"/>
                </a:moveTo>
                <a:cubicBezTo>
                  <a:pt x="29" y="120"/>
                  <a:pt x="29" y="120"/>
                  <a:pt x="29" y="120"/>
                </a:cubicBezTo>
                <a:cubicBezTo>
                  <a:pt x="30" y="119"/>
                  <a:pt x="31" y="118"/>
                  <a:pt x="33" y="118"/>
                </a:cubicBezTo>
                <a:cubicBezTo>
                  <a:pt x="34" y="118"/>
                  <a:pt x="36" y="119"/>
                  <a:pt x="37" y="120"/>
                </a:cubicBezTo>
                <a:cubicBezTo>
                  <a:pt x="37" y="120"/>
                  <a:pt x="37" y="120"/>
                  <a:pt x="37" y="120"/>
                </a:cubicBezTo>
                <a:cubicBezTo>
                  <a:pt x="38" y="121"/>
                  <a:pt x="38" y="122"/>
                  <a:pt x="38" y="124"/>
                </a:cubicBezTo>
                <a:cubicBezTo>
                  <a:pt x="38" y="125"/>
                  <a:pt x="38" y="127"/>
                  <a:pt x="37" y="128"/>
                </a:cubicBezTo>
                <a:cubicBezTo>
                  <a:pt x="36" y="129"/>
                  <a:pt x="34" y="129"/>
                  <a:pt x="33" y="129"/>
                </a:cubicBezTo>
                <a:cubicBezTo>
                  <a:pt x="31" y="129"/>
                  <a:pt x="30" y="129"/>
                  <a:pt x="29" y="128"/>
                </a:cubicBezTo>
                <a:cubicBezTo>
                  <a:pt x="29" y="127"/>
                  <a:pt x="29" y="127"/>
                  <a:pt x="29" y="127"/>
                </a:cubicBezTo>
                <a:cubicBezTo>
                  <a:pt x="28" y="126"/>
                  <a:pt x="27" y="125"/>
                  <a:pt x="27" y="124"/>
                </a:cubicBezTo>
                <a:cubicBezTo>
                  <a:pt x="27" y="122"/>
                  <a:pt x="28" y="121"/>
                  <a:pt x="29" y="120"/>
                </a:cubicBezTo>
                <a:close/>
                <a:moveTo>
                  <a:pt x="32" y="91"/>
                </a:moveTo>
                <a:cubicBezTo>
                  <a:pt x="32" y="91"/>
                  <a:pt x="32" y="91"/>
                  <a:pt x="32" y="91"/>
                </a:cubicBezTo>
                <a:cubicBezTo>
                  <a:pt x="34" y="91"/>
                  <a:pt x="36" y="89"/>
                  <a:pt x="36" y="87"/>
                </a:cubicBezTo>
                <a:cubicBezTo>
                  <a:pt x="36" y="38"/>
                  <a:pt x="36" y="38"/>
                  <a:pt x="36" y="38"/>
                </a:cubicBezTo>
                <a:cubicBezTo>
                  <a:pt x="36" y="35"/>
                  <a:pt x="34" y="34"/>
                  <a:pt x="32" y="34"/>
                </a:cubicBezTo>
                <a:cubicBezTo>
                  <a:pt x="29" y="34"/>
                  <a:pt x="28" y="35"/>
                  <a:pt x="28" y="38"/>
                </a:cubicBezTo>
                <a:cubicBezTo>
                  <a:pt x="28" y="87"/>
                  <a:pt x="28" y="87"/>
                  <a:pt x="28" y="87"/>
                </a:cubicBezTo>
                <a:cubicBezTo>
                  <a:pt x="28" y="89"/>
                  <a:pt x="29" y="91"/>
                  <a:pt x="32" y="91"/>
                </a:cubicBezTo>
                <a:close/>
                <a:moveTo>
                  <a:pt x="134" y="31"/>
                </a:moveTo>
                <a:cubicBezTo>
                  <a:pt x="134" y="31"/>
                  <a:pt x="134" y="31"/>
                  <a:pt x="134" y="31"/>
                </a:cubicBezTo>
                <a:cubicBezTo>
                  <a:pt x="132" y="32"/>
                  <a:pt x="131" y="34"/>
                  <a:pt x="131" y="36"/>
                </a:cubicBezTo>
                <a:cubicBezTo>
                  <a:pt x="144" y="84"/>
                  <a:pt x="144" y="84"/>
                  <a:pt x="144" y="84"/>
                </a:cubicBezTo>
                <a:cubicBezTo>
                  <a:pt x="144" y="86"/>
                  <a:pt x="146" y="87"/>
                  <a:pt x="149" y="86"/>
                </a:cubicBezTo>
                <a:cubicBezTo>
                  <a:pt x="151" y="86"/>
                  <a:pt x="152" y="84"/>
                  <a:pt x="152" y="82"/>
                </a:cubicBezTo>
                <a:cubicBezTo>
                  <a:pt x="139" y="34"/>
                  <a:pt x="139" y="34"/>
                  <a:pt x="139" y="34"/>
                </a:cubicBezTo>
                <a:cubicBezTo>
                  <a:pt x="138" y="32"/>
                  <a:pt x="136" y="31"/>
                  <a:pt x="134" y="31"/>
                </a:cubicBezTo>
                <a:close/>
                <a:moveTo>
                  <a:pt x="69" y="133"/>
                </a:moveTo>
                <a:cubicBezTo>
                  <a:pt x="69" y="133"/>
                  <a:pt x="69" y="133"/>
                  <a:pt x="69" y="133"/>
                </a:cubicBezTo>
                <a:cubicBezTo>
                  <a:pt x="69" y="133"/>
                  <a:pt x="69" y="133"/>
                  <a:pt x="69" y="133"/>
                </a:cubicBezTo>
                <a:cubicBezTo>
                  <a:pt x="71" y="136"/>
                  <a:pt x="75" y="137"/>
                  <a:pt x="79" y="137"/>
                </a:cubicBezTo>
                <a:cubicBezTo>
                  <a:pt x="82" y="137"/>
                  <a:pt x="86" y="136"/>
                  <a:pt x="88" y="134"/>
                </a:cubicBezTo>
                <a:cubicBezTo>
                  <a:pt x="88" y="133"/>
                  <a:pt x="88" y="133"/>
                  <a:pt x="88" y="133"/>
                </a:cubicBezTo>
                <a:cubicBezTo>
                  <a:pt x="91" y="131"/>
                  <a:pt x="92" y="127"/>
                  <a:pt x="92" y="124"/>
                </a:cubicBezTo>
                <a:cubicBezTo>
                  <a:pt x="92" y="120"/>
                  <a:pt x="91" y="116"/>
                  <a:pt x="88" y="114"/>
                </a:cubicBezTo>
                <a:cubicBezTo>
                  <a:pt x="86" y="112"/>
                  <a:pt x="82" y="110"/>
                  <a:pt x="79" y="110"/>
                </a:cubicBezTo>
                <a:cubicBezTo>
                  <a:pt x="75" y="110"/>
                  <a:pt x="71" y="112"/>
                  <a:pt x="69" y="114"/>
                </a:cubicBezTo>
                <a:cubicBezTo>
                  <a:pt x="69" y="114"/>
                  <a:pt x="69" y="114"/>
                  <a:pt x="69" y="114"/>
                </a:cubicBezTo>
                <a:cubicBezTo>
                  <a:pt x="66" y="116"/>
                  <a:pt x="65" y="120"/>
                  <a:pt x="65" y="124"/>
                </a:cubicBezTo>
                <a:cubicBezTo>
                  <a:pt x="65" y="127"/>
                  <a:pt x="66" y="131"/>
                  <a:pt x="69" y="133"/>
                </a:cubicBezTo>
                <a:close/>
                <a:moveTo>
                  <a:pt x="75" y="120"/>
                </a:moveTo>
                <a:cubicBezTo>
                  <a:pt x="75" y="120"/>
                  <a:pt x="75" y="120"/>
                  <a:pt x="75" y="120"/>
                </a:cubicBezTo>
                <a:cubicBezTo>
                  <a:pt x="76" y="119"/>
                  <a:pt x="77" y="118"/>
                  <a:pt x="79" y="118"/>
                </a:cubicBezTo>
                <a:cubicBezTo>
                  <a:pt x="80" y="118"/>
                  <a:pt x="81" y="119"/>
                  <a:pt x="82" y="120"/>
                </a:cubicBezTo>
                <a:cubicBezTo>
                  <a:pt x="82" y="120"/>
                  <a:pt x="82" y="120"/>
                  <a:pt x="82" y="120"/>
                </a:cubicBezTo>
                <a:cubicBezTo>
                  <a:pt x="84" y="121"/>
                  <a:pt x="84" y="122"/>
                  <a:pt x="84" y="124"/>
                </a:cubicBezTo>
                <a:cubicBezTo>
                  <a:pt x="84" y="125"/>
                  <a:pt x="84" y="127"/>
                  <a:pt x="83" y="128"/>
                </a:cubicBezTo>
                <a:cubicBezTo>
                  <a:pt x="82" y="128"/>
                  <a:pt x="82" y="128"/>
                  <a:pt x="82" y="128"/>
                </a:cubicBezTo>
                <a:cubicBezTo>
                  <a:pt x="81" y="129"/>
                  <a:pt x="80" y="129"/>
                  <a:pt x="79" y="129"/>
                </a:cubicBezTo>
                <a:cubicBezTo>
                  <a:pt x="77" y="129"/>
                  <a:pt x="76" y="129"/>
                  <a:pt x="75" y="128"/>
                </a:cubicBezTo>
                <a:cubicBezTo>
                  <a:pt x="74" y="127"/>
                  <a:pt x="74" y="127"/>
                  <a:pt x="74" y="127"/>
                </a:cubicBezTo>
                <a:cubicBezTo>
                  <a:pt x="74" y="126"/>
                  <a:pt x="73" y="125"/>
                  <a:pt x="73" y="124"/>
                </a:cubicBezTo>
                <a:cubicBezTo>
                  <a:pt x="73" y="122"/>
                  <a:pt x="74" y="121"/>
                  <a:pt x="75" y="120"/>
                </a:cubicBezTo>
                <a:close/>
                <a:moveTo>
                  <a:pt x="81" y="91"/>
                </a:moveTo>
                <a:cubicBezTo>
                  <a:pt x="81" y="91"/>
                  <a:pt x="81" y="91"/>
                  <a:pt x="81" y="91"/>
                </a:cubicBezTo>
                <a:cubicBezTo>
                  <a:pt x="83" y="91"/>
                  <a:pt x="85" y="89"/>
                  <a:pt x="85" y="87"/>
                </a:cubicBezTo>
                <a:cubicBezTo>
                  <a:pt x="85" y="38"/>
                  <a:pt x="85" y="38"/>
                  <a:pt x="85" y="38"/>
                </a:cubicBezTo>
                <a:cubicBezTo>
                  <a:pt x="85" y="35"/>
                  <a:pt x="83" y="34"/>
                  <a:pt x="81" y="34"/>
                </a:cubicBezTo>
                <a:cubicBezTo>
                  <a:pt x="79" y="34"/>
                  <a:pt x="77" y="35"/>
                  <a:pt x="77" y="38"/>
                </a:cubicBezTo>
                <a:cubicBezTo>
                  <a:pt x="77" y="87"/>
                  <a:pt x="77" y="87"/>
                  <a:pt x="77" y="87"/>
                </a:cubicBezTo>
                <a:cubicBezTo>
                  <a:pt x="77" y="89"/>
                  <a:pt x="79" y="91"/>
                  <a:pt x="81" y="91"/>
                </a:cubicBezTo>
                <a:close/>
                <a:moveTo>
                  <a:pt x="148" y="109"/>
                </a:moveTo>
                <a:cubicBezTo>
                  <a:pt x="148" y="109"/>
                  <a:pt x="148" y="109"/>
                  <a:pt x="148" y="109"/>
                </a:cubicBezTo>
                <a:cubicBezTo>
                  <a:pt x="146" y="111"/>
                  <a:pt x="144" y="114"/>
                  <a:pt x="144" y="118"/>
                </a:cubicBezTo>
                <a:cubicBezTo>
                  <a:pt x="144" y="122"/>
                  <a:pt x="146" y="125"/>
                  <a:pt x="148" y="128"/>
                </a:cubicBezTo>
                <a:cubicBezTo>
                  <a:pt x="148" y="128"/>
                  <a:pt x="148" y="128"/>
                  <a:pt x="148" y="128"/>
                </a:cubicBezTo>
                <a:cubicBezTo>
                  <a:pt x="151" y="130"/>
                  <a:pt x="154" y="132"/>
                  <a:pt x="158" y="132"/>
                </a:cubicBezTo>
                <a:cubicBezTo>
                  <a:pt x="161" y="132"/>
                  <a:pt x="165" y="131"/>
                  <a:pt x="167" y="128"/>
                </a:cubicBezTo>
                <a:cubicBezTo>
                  <a:pt x="167" y="128"/>
                  <a:pt x="167" y="128"/>
                  <a:pt x="167" y="128"/>
                </a:cubicBezTo>
                <a:cubicBezTo>
                  <a:pt x="168" y="128"/>
                  <a:pt x="168" y="128"/>
                  <a:pt x="168" y="128"/>
                </a:cubicBezTo>
                <a:cubicBezTo>
                  <a:pt x="170" y="126"/>
                  <a:pt x="171" y="122"/>
                  <a:pt x="171" y="118"/>
                </a:cubicBezTo>
                <a:cubicBezTo>
                  <a:pt x="171" y="114"/>
                  <a:pt x="170" y="111"/>
                  <a:pt x="168" y="109"/>
                </a:cubicBezTo>
                <a:cubicBezTo>
                  <a:pt x="168" y="109"/>
                  <a:pt x="168" y="109"/>
                  <a:pt x="168" y="109"/>
                </a:cubicBezTo>
                <a:cubicBezTo>
                  <a:pt x="168" y="109"/>
                  <a:pt x="168" y="109"/>
                  <a:pt x="168" y="109"/>
                </a:cubicBezTo>
                <a:cubicBezTo>
                  <a:pt x="165" y="106"/>
                  <a:pt x="162" y="105"/>
                  <a:pt x="158" y="105"/>
                </a:cubicBezTo>
                <a:cubicBezTo>
                  <a:pt x="154" y="105"/>
                  <a:pt x="151" y="106"/>
                  <a:pt x="148" y="109"/>
                </a:cubicBezTo>
                <a:close/>
                <a:moveTo>
                  <a:pt x="154" y="114"/>
                </a:moveTo>
                <a:cubicBezTo>
                  <a:pt x="154" y="114"/>
                  <a:pt x="154" y="114"/>
                  <a:pt x="154" y="114"/>
                </a:cubicBezTo>
                <a:cubicBezTo>
                  <a:pt x="155" y="113"/>
                  <a:pt x="156" y="113"/>
                  <a:pt x="158" y="113"/>
                </a:cubicBezTo>
                <a:cubicBezTo>
                  <a:pt x="159" y="113"/>
                  <a:pt x="161" y="113"/>
                  <a:pt x="162" y="114"/>
                </a:cubicBezTo>
                <a:cubicBezTo>
                  <a:pt x="163" y="115"/>
                  <a:pt x="163" y="117"/>
                  <a:pt x="163" y="118"/>
                </a:cubicBezTo>
                <a:cubicBezTo>
                  <a:pt x="163" y="120"/>
                  <a:pt x="163" y="121"/>
                  <a:pt x="162" y="122"/>
                </a:cubicBezTo>
                <a:cubicBezTo>
                  <a:pt x="161" y="123"/>
                  <a:pt x="159" y="124"/>
                  <a:pt x="158" y="124"/>
                </a:cubicBezTo>
                <a:cubicBezTo>
                  <a:pt x="156" y="124"/>
                  <a:pt x="155" y="123"/>
                  <a:pt x="154" y="122"/>
                </a:cubicBezTo>
                <a:cubicBezTo>
                  <a:pt x="154" y="122"/>
                  <a:pt x="154" y="122"/>
                  <a:pt x="154" y="122"/>
                </a:cubicBezTo>
                <a:cubicBezTo>
                  <a:pt x="153" y="121"/>
                  <a:pt x="152" y="120"/>
                  <a:pt x="152" y="118"/>
                </a:cubicBezTo>
                <a:cubicBezTo>
                  <a:pt x="152" y="117"/>
                  <a:pt x="153" y="115"/>
                  <a:pt x="154" y="114"/>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8" name="Freeform 10"/>
          <p:cNvSpPr>
            <a:spLocks noEditPoints="1"/>
          </p:cNvSpPr>
          <p:nvPr/>
        </p:nvSpPr>
        <p:spPr bwMode="auto">
          <a:xfrm>
            <a:off x="107850" y="2091788"/>
            <a:ext cx="174824" cy="175280"/>
          </a:xfrm>
          <a:custGeom>
            <a:avLst/>
            <a:gdLst>
              <a:gd name="T0" fmla="*/ 47 w 162"/>
              <a:gd name="T1" fmla="*/ 34 h 163"/>
              <a:gd name="T2" fmla="*/ 34 w 162"/>
              <a:gd name="T3" fmla="*/ 47 h 163"/>
              <a:gd name="T4" fmla="*/ 32 w 162"/>
              <a:gd name="T5" fmla="*/ 61 h 163"/>
              <a:gd name="T6" fmla="*/ 41 w 162"/>
              <a:gd name="T7" fmla="*/ 52 h 163"/>
              <a:gd name="T8" fmla="*/ 52 w 162"/>
              <a:gd name="T9" fmla="*/ 41 h 163"/>
              <a:gd name="T10" fmla="*/ 60 w 162"/>
              <a:gd name="T11" fmla="*/ 32 h 163"/>
              <a:gd name="T12" fmla="*/ 160 w 162"/>
              <a:gd name="T13" fmla="*/ 150 h 163"/>
              <a:gd name="T14" fmla="*/ 130 w 162"/>
              <a:gd name="T15" fmla="*/ 121 h 163"/>
              <a:gd name="T16" fmla="*/ 147 w 162"/>
              <a:gd name="T17" fmla="*/ 74 h 163"/>
              <a:gd name="T18" fmla="*/ 142 w 162"/>
              <a:gd name="T19" fmla="*/ 46 h 163"/>
              <a:gd name="T20" fmla="*/ 126 w 162"/>
              <a:gd name="T21" fmla="*/ 22 h 163"/>
              <a:gd name="T22" fmla="*/ 74 w 162"/>
              <a:gd name="T23" fmla="*/ 0 h 163"/>
              <a:gd name="T24" fmla="*/ 6 w 162"/>
              <a:gd name="T25" fmla="*/ 46 h 163"/>
              <a:gd name="T26" fmla="*/ 5 w 162"/>
              <a:gd name="T27" fmla="*/ 102 h 163"/>
              <a:gd name="T28" fmla="*/ 21 w 162"/>
              <a:gd name="T29" fmla="*/ 126 h 163"/>
              <a:gd name="T30" fmla="*/ 45 w 162"/>
              <a:gd name="T31" fmla="*/ 142 h 163"/>
              <a:gd name="T32" fmla="*/ 45 w 162"/>
              <a:gd name="T33" fmla="*/ 142 h 163"/>
              <a:gd name="T34" fmla="*/ 102 w 162"/>
              <a:gd name="T35" fmla="*/ 142 h 163"/>
              <a:gd name="T36" fmla="*/ 150 w 162"/>
              <a:gd name="T37" fmla="*/ 160 h 163"/>
              <a:gd name="T38" fmla="*/ 160 w 162"/>
              <a:gd name="T39" fmla="*/ 150 h 163"/>
              <a:gd name="T40" fmla="*/ 116 w 162"/>
              <a:gd name="T41" fmla="*/ 117 h 163"/>
              <a:gd name="T42" fmla="*/ 97 w 162"/>
              <a:gd name="T43" fmla="*/ 130 h 163"/>
              <a:gd name="T44" fmla="*/ 51 w 162"/>
              <a:gd name="T45" fmla="*/ 130 h 163"/>
              <a:gd name="T46" fmla="*/ 31 w 162"/>
              <a:gd name="T47" fmla="*/ 117 h 163"/>
              <a:gd name="T48" fmla="*/ 31 w 162"/>
              <a:gd name="T49" fmla="*/ 117 h 163"/>
              <a:gd name="T50" fmla="*/ 18 w 162"/>
              <a:gd name="T51" fmla="*/ 97 h 163"/>
              <a:gd name="T52" fmla="*/ 18 w 162"/>
              <a:gd name="T53" fmla="*/ 51 h 163"/>
              <a:gd name="T54" fmla="*/ 74 w 162"/>
              <a:gd name="T55" fmla="*/ 14 h 163"/>
              <a:gd name="T56" fmla="*/ 116 w 162"/>
              <a:gd name="T57" fmla="*/ 31 h 163"/>
              <a:gd name="T58" fmla="*/ 129 w 162"/>
              <a:gd name="T59" fmla="*/ 51 h 163"/>
              <a:gd name="T60" fmla="*/ 134 w 162"/>
              <a:gd name="T61" fmla="*/ 74 h 163"/>
              <a:gd name="T62" fmla="*/ 116 w 162"/>
              <a:gd name="T63" fmla="*/ 117 h 163"/>
              <a:gd name="T64" fmla="*/ 117 w 162"/>
              <a:gd name="T65" fmla="*/ 70 h 163"/>
              <a:gd name="T66" fmla="*/ 110 w 162"/>
              <a:gd name="T67" fmla="*/ 89 h 163"/>
              <a:gd name="T68" fmla="*/ 102 w 162"/>
              <a:gd name="T69" fmla="*/ 102 h 163"/>
              <a:gd name="T70" fmla="*/ 74 w 162"/>
              <a:gd name="T71" fmla="*/ 114 h 163"/>
              <a:gd name="T72" fmla="*/ 74 w 162"/>
              <a:gd name="T73" fmla="*/ 122 h 163"/>
              <a:gd name="T74" fmla="*/ 107 w 162"/>
              <a:gd name="T75" fmla="*/ 108 h 163"/>
              <a:gd name="T76" fmla="*/ 118 w 162"/>
              <a:gd name="T77" fmla="*/ 92 h 163"/>
              <a:gd name="T78" fmla="*/ 117 w 162"/>
              <a:gd name="T79" fmla="*/ 70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62" h="163">
                <a:moveTo>
                  <a:pt x="55" y="30"/>
                </a:moveTo>
                <a:cubicBezTo>
                  <a:pt x="52" y="31"/>
                  <a:pt x="50" y="33"/>
                  <a:pt x="47" y="34"/>
                </a:cubicBezTo>
                <a:cubicBezTo>
                  <a:pt x="44" y="36"/>
                  <a:pt x="42" y="38"/>
                  <a:pt x="40" y="40"/>
                </a:cubicBezTo>
                <a:cubicBezTo>
                  <a:pt x="38" y="42"/>
                  <a:pt x="36" y="45"/>
                  <a:pt x="34" y="47"/>
                </a:cubicBezTo>
                <a:cubicBezTo>
                  <a:pt x="32" y="50"/>
                  <a:pt x="31" y="53"/>
                  <a:pt x="30" y="55"/>
                </a:cubicBezTo>
                <a:cubicBezTo>
                  <a:pt x="29" y="57"/>
                  <a:pt x="30" y="60"/>
                  <a:pt x="32" y="61"/>
                </a:cubicBezTo>
                <a:cubicBezTo>
                  <a:pt x="34" y="62"/>
                  <a:pt x="36" y="61"/>
                  <a:pt x="37" y="59"/>
                </a:cubicBezTo>
                <a:cubicBezTo>
                  <a:pt x="38" y="56"/>
                  <a:pt x="39" y="54"/>
                  <a:pt x="41" y="52"/>
                </a:cubicBezTo>
                <a:cubicBezTo>
                  <a:pt x="42" y="50"/>
                  <a:pt x="44" y="48"/>
                  <a:pt x="46" y="46"/>
                </a:cubicBezTo>
                <a:cubicBezTo>
                  <a:pt x="48" y="44"/>
                  <a:pt x="49" y="43"/>
                  <a:pt x="52" y="41"/>
                </a:cubicBezTo>
                <a:cubicBezTo>
                  <a:pt x="54" y="40"/>
                  <a:pt x="56" y="38"/>
                  <a:pt x="58" y="37"/>
                </a:cubicBezTo>
                <a:cubicBezTo>
                  <a:pt x="60" y="37"/>
                  <a:pt x="61" y="34"/>
                  <a:pt x="60" y="32"/>
                </a:cubicBezTo>
                <a:cubicBezTo>
                  <a:pt x="59" y="30"/>
                  <a:pt x="57" y="29"/>
                  <a:pt x="55" y="30"/>
                </a:cubicBezTo>
                <a:close/>
                <a:moveTo>
                  <a:pt x="160" y="150"/>
                </a:moveTo>
                <a:cubicBezTo>
                  <a:pt x="160" y="150"/>
                  <a:pt x="160" y="150"/>
                  <a:pt x="160" y="150"/>
                </a:cubicBezTo>
                <a:cubicBezTo>
                  <a:pt x="130" y="121"/>
                  <a:pt x="130" y="121"/>
                  <a:pt x="130" y="121"/>
                </a:cubicBezTo>
                <a:cubicBezTo>
                  <a:pt x="135" y="115"/>
                  <a:pt x="139" y="109"/>
                  <a:pt x="142" y="102"/>
                </a:cubicBezTo>
                <a:cubicBezTo>
                  <a:pt x="145" y="93"/>
                  <a:pt x="147" y="84"/>
                  <a:pt x="147" y="74"/>
                </a:cubicBezTo>
                <a:cubicBezTo>
                  <a:pt x="147" y="64"/>
                  <a:pt x="145" y="55"/>
                  <a:pt x="142" y="46"/>
                </a:cubicBezTo>
                <a:cubicBezTo>
                  <a:pt x="142" y="46"/>
                  <a:pt x="142" y="46"/>
                  <a:pt x="142" y="46"/>
                </a:cubicBezTo>
                <a:cubicBezTo>
                  <a:pt x="138" y="37"/>
                  <a:pt x="133" y="29"/>
                  <a:pt x="126" y="22"/>
                </a:cubicBezTo>
                <a:cubicBezTo>
                  <a:pt x="126" y="22"/>
                  <a:pt x="126" y="22"/>
                  <a:pt x="126" y="22"/>
                </a:cubicBezTo>
                <a:cubicBezTo>
                  <a:pt x="119" y="15"/>
                  <a:pt x="111" y="10"/>
                  <a:pt x="102" y="6"/>
                </a:cubicBezTo>
                <a:cubicBezTo>
                  <a:pt x="93" y="2"/>
                  <a:pt x="84" y="0"/>
                  <a:pt x="74" y="0"/>
                </a:cubicBezTo>
                <a:cubicBezTo>
                  <a:pt x="53" y="0"/>
                  <a:pt x="35" y="8"/>
                  <a:pt x="21" y="22"/>
                </a:cubicBezTo>
                <a:cubicBezTo>
                  <a:pt x="15" y="29"/>
                  <a:pt x="9" y="37"/>
                  <a:pt x="6" y="46"/>
                </a:cubicBezTo>
                <a:cubicBezTo>
                  <a:pt x="2" y="55"/>
                  <a:pt x="0" y="64"/>
                  <a:pt x="0" y="74"/>
                </a:cubicBezTo>
                <a:cubicBezTo>
                  <a:pt x="0" y="84"/>
                  <a:pt x="2" y="93"/>
                  <a:pt x="5" y="102"/>
                </a:cubicBezTo>
                <a:cubicBezTo>
                  <a:pt x="6" y="102"/>
                  <a:pt x="6" y="102"/>
                  <a:pt x="6" y="102"/>
                </a:cubicBezTo>
                <a:cubicBezTo>
                  <a:pt x="9" y="111"/>
                  <a:pt x="15" y="119"/>
                  <a:pt x="21" y="126"/>
                </a:cubicBezTo>
                <a:cubicBezTo>
                  <a:pt x="22" y="126"/>
                  <a:pt x="22" y="126"/>
                  <a:pt x="22" y="126"/>
                </a:cubicBezTo>
                <a:cubicBezTo>
                  <a:pt x="28" y="133"/>
                  <a:pt x="36" y="138"/>
                  <a:pt x="45" y="142"/>
                </a:cubicBezTo>
                <a:cubicBezTo>
                  <a:pt x="45" y="142"/>
                  <a:pt x="45" y="142"/>
                  <a:pt x="45" y="142"/>
                </a:cubicBezTo>
                <a:cubicBezTo>
                  <a:pt x="45" y="142"/>
                  <a:pt x="45" y="142"/>
                  <a:pt x="45" y="142"/>
                </a:cubicBezTo>
                <a:cubicBezTo>
                  <a:pt x="54" y="146"/>
                  <a:pt x="64" y="148"/>
                  <a:pt x="74" y="148"/>
                </a:cubicBezTo>
                <a:cubicBezTo>
                  <a:pt x="84" y="148"/>
                  <a:pt x="93" y="146"/>
                  <a:pt x="102" y="142"/>
                </a:cubicBezTo>
                <a:cubicBezTo>
                  <a:pt x="109" y="139"/>
                  <a:pt x="115" y="135"/>
                  <a:pt x="121" y="131"/>
                </a:cubicBezTo>
                <a:cubicBezTo>
                  <a:pt x="150" y="160"/>
                  <a:pt x="150" y="160"/>
                  <a:pt x="150" y="160"/>
                </a:cubicBezTo>
                <a:cubicBezTo>
                  <a:pt x="153" y="163"/>
                  <a:pt x="157" y="163"/>
                  <a:pt x="160" y="160"/>
                </a:cubicBezTo>
                <a:cubicBezTo>
                  <a:pt x="162" y="157"/>
                  <a:pt x="162" y="153"/>
                  <a:pt x="160" y="150"/>
                </a:cubicBezTo>
                <a:close/>
                <a:moveTo>
                  <a:pt x="116" y="117"/>
                </a:moveTo>
                <a:cubicBezTo>
                  <a:pt x="116" y="117"/>
                  <a:pt x="116" y="117"/>
                  <a:pt x="116" y="117"/>
                </a:cubicBezTo>
                <a:cubicBezTo>
                  <a:pt x="116" y="117"/>
                  <a:pt x="116" y="117"/>
                  <a:pt x="116" y="117"/>
                </a:cubicBezTo>
                <a:cubicBezTo>
                  <a:pt x="111" y="122"/>
                  <a:pt x="104" y="127"/>
                  <a:pt x="97" y="130"/>
                </a:cubicBezTo>
                <a:cubicBezTo>
                  <a:pt x="90" y="133"/>
                  <a:pt x="82" y="134"/>
                  <a:pt x="74" y="134"/>
                </a:cubicBezTo>
                <a:cubicBezTo>
                  <a:pt x="65" y="134"/>
                  <a:pt x="58" y="133"/>
                  <a:pt x="51" y="130"/>
                </a:cubicBezTo>
                <a:cubicBezTo>
                  <a:pt x="51" y="130"/>
                  <a:pt x="51" y="130"/>
                  <a:pt x="51" y="130"/>
                </a:cubicBezTo>
                <a:cubicBezTo>
                  <a:pt x="43" y="127"/>
                  <a:pt x="37" y="122"/>
                  <a:pt x="31" y="117"/>
                </a:cubicBezTo>
                <a:cubicBezTo>
                  <a:pt x="31" y="117"/>
                  <a:pt x="31" y="117"/>
                  <a:pt x="31" y="117"/>
                </a:cubicBezTo>
                <a:cubicBezTo>
                  <a:pt x="31" y="117"/>
                  <a:pt x="31" y="117"/>
                  <a:pt x="31" y="117"/>
                </a:cubicBezTo>
                <a:cubicBezTo>
                  <a:pt x="26" y="111"/>
                  <a:pt x="21" y="104"/>
                  <a:pt x="18" y="97"/>
                </a:cubicBezTo>
                <a:cubicBezTo>
                  <a:pt x="18" y="97"/>
                  <a:pt x="18" y="97"/>
                  <a:pt x="18" y="97"/>
                </a:cubicBezTo>
                <a:cubicBezTo>
                  <a:pt x="15" y="90"/>
                  <a:pt x="13" y="82"/>
                  <a:pt x="13" y="74"/>
                </a:cubicBezTo>
                <a:cubicBezTo>
                  <a:pt x="13" y="66"/>
                  <a:pt x="15" y="58"/>
                  <a:pt x="18" y="51"/>
                </a:cubicBezTo>
                <a:cubicBezTo>
                  <a:pt x="21" y="44"/>
                  <a:pt x="26" y="37"/>
                  <a:pt x="31" y="31"/>
                </a:cubicBezTo>
                <a:cubicBezTo>
                  <a:pt x="42" y="21"/>
                  <a:pt x="57" y="14"/>
                  <a:pt x="74" y="14"/>
                </a:cubicBezTo>
                <a:cubicBezTo>
                  <a:pt x="82" y="14"/>
                  <a:pt x="90" y="15"/>
                  <a:pt x="97" y="18"/>
                </a:cubicBezTo>
                <a:cubicBezTo>
                  <a:pt x="104" y="21"/>
                  <a:pt x="111" y="26"/>
                  <a:pt x="116" y="31"/>
                </a:cubicBezTo>
                <a:cubicBezTo>
                  <a:pt x="117" y="32"/>
                  <a:pt x="117" y="32"/>
                  <a:pt x="117" y="32"/>
                </a:cubicBezTo>
                <a:cubicBezTo>
                  <a:pt x="122" y="37"/>
                  <a:pt x="126" y="44"/>
                  <a:pt x="129" y="51"/>
                </a:cubicBezTo>
                <a:cubicBezTo>
                  <a:pt x="129" y="51"/>
                  <a:pt x="129" y="51"/>
                  <a:pt x="129" y="51"/>
                </a:cubicBezTo>
                <a:cubicBezTo>
                  <a:pt x="132" y="58"/>
                  <a:pt x="134" y="66"/>
                  <a:pt x="134" y="74"/>
                </a:cubicBezTo>
                <a:cubicBezTo>
                  <a:pt x="134" y="82"/>
                  <a:pt x="132" y="90"/>
                  <a:pt x="129" y="97"/>
                </a:cubicBezTo>
                <a:cubicBezTo>
                  <a:pt x="126" y="104"/>
                  <a:pt x="122" y="111"/>
                  <a:pt x="116" y="117"/>
                </a:cubicBezTo>
                <a:close/>
                <a:moveTo>
                  <a:pt x="117" y="70"/>
                </a:moveTo>
                <a:cubicBezTo>
                  <a:pt x="117" y="70"/>
                  <a:pt x="117" y="70"/>
                  <a:pt x="117" y="70"/>
                </a:cubicBezTo>
                <a:cubicBezTo>
                  <a:pt x="115" y="70"/>
                  <a:pt x="113" y="72"/>
                  <a:pt x="113" y="74"/>
                </a:cubicBezTo>
                <a:cubicBezTo>
                  <a:pt x="113" y="79"/>
                  <a:pt x="112" y="84"/>
                  <a:pt x="110" y="89"/>
                </a:cubicBezTo>
                <a:cubicBezTo>
                  <a:pt x="110" y="89"/>
                  <a:pt x="110" y="89"/>
                  <a:pt x="110" y="89"/>
                </a:cubicBezTo>
                <a:cubicBezTo>
                  <a:pt x="108" y="94"/>
                  <a:pt x="105" y="98"/>
                  <a:pt x="102" y="102"/>
                </a:cubicBezTo>
                <a:cubicBezTo>
                  <a:pt x="98" y="106"/>
                  <a:pt x="94" y="109"/>
                  <a:pt x="89" y="111"/>
                </a:cubicBezTo>
                <a:cubicBezTo>
                  <a:pt x="84" y="113"/>
                  <a:pt x="79" y="114"/>
                  <a:pt x="74" y="114"/>
                </a:cubicBezTo>
                <a:cubicBezTo>
                  <a:pt x="71" y="114"/>
                  <a:pt x="70" y="115"/>
                  <a:pt x="70" y="118"/>
                </a:cubicBezTo>
                <a:cubicBezTo>
                  <a:pt x="70" y="120"/>
                  <a:pt x="71" y="122"/>
                  <a:pt x="74" y="122"/>
                </a:cubicBezTo>
                <a:cubicBezTo>
                  <a:pt x="80" y="122"/>
                  <a:pt x="86" y="120"/>
                  <a:pt x="92" y="118"/>
                </a:cubicBezTo>
                <a:cubicBezTo>
                  <a:pt x="98" y="116"/>
                  <a:pt x="103" y="112"/>
                  <a:pt x="107" y="108"/>
                </a:cubicBezTo>
                <a:cubicBezTo>
                  <a:pt x="112" y="103"/>
                  <a:pt x="115" y="98"/>
                  <a:pt x="118" y="92"/>
                </a:cubicBezTo>
                <a:cubicBezTo>
                  <a:pt x="118" y="92"/>
                  <a:pt x="118" y="92"/>
                  <a:pt x="118" y="92"/>
                </a:cubicBezTo>
                <a:cubicBezTo>
                  <a:pt x="120" y="86"/>
                  <a:pt x="121" y="80"/>
                  <a:pt x="121" y="74"/>
                </a:cubicBezTo>
                <a:cubicBezTo>
                  <a:pt x="121" y="72"/>
                  <a:pt x="120" y="70"/>
                  <a:pt x="117" y="70"/>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grpSp>
        <p:nvGrpSpPr>
          <p:cNvPr id="27" name="组合 26"/>
          <p:cNvGrpSpPr/>
          <p:nvPr/>
        </p:nvGrpSpPr>
        <p:grpSpPr>
          <a:xfrm>
            <a:off x="8632482" y="346839"/>
            <a:ext cx="156623" cy="156623"/>
            <a:chOff x="8689063" y="2493438"/>
            <a:chExt cx="156623" cy="156623"/>
          </a:xfrm>
        </p:grpSpPr>
        <p:sp>
          <p:nvSpPr>
            <p:cNvPr id="28" name="矩形 27"/>
            <p:cNvSpPr/>
            <p:nvPr/>
          </p:nvSpPr>
          <p:spPr>
            <a:xfrm>
              <a:off x="8689063" y="2493438"/>
              <a:ext cx="156623" cy="156623"/>
            </a:xfrm>
            <a:prstGeom prst="rect">
              <a:avLst/>
            </a:prstGeom>
            <a:solidFill>
              <a:srgbClr val="586B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任意多边形 28"/>
            <p:cNvSpPr/>
            <p:nvPr/>
          </p:nvSpPr>
          <p:spPr>
            <a:xfrm rot="10800000">
              <a:off x="8737889" y="2531868"/>
              <a:ext cx="58967" cy="79764"/>
            </a:xfrm>
            <a:custGeom>
              <a:avLst/>
              <a:gdLst>
                <a:gd name="connsiteX0" fmla="*/ 0 w 78581"/>
                <a:gd name="connsiteY0" fmla="*/ 0 h 152400"/>
                <a:gd name="connsiteX1" fmla="*/ 78581 w 78581"/>
                <a:gd name="connsiteY1" fmla="*/ 78581 h 152400"/>
                <a:gd name="connsiteX2" fmla="*/ 4762 w 78581"/>
                <a:gd name="connsiteY2" fmla="*/ 152400 h 152400"/>
              </a:gdLst>
              <a:ahLst/>
              <a:cxnLst>
                <a:cxn ang="0">
                  <a:pos x="connsiteX0" y="connsiteY0"/>
                </a:cxn>
                <a:cxn ang="0">
                  <a:pos x="connsiteX1" y="connsiteY1"/>
                </a:cxn>
                <a:cxn ang="0">
                  <a:pos x="connsiteX2" y="connsiteY2"/>
                </a:cxn>
              </a:cxnLst>
              <a:rect l="l" t="t" r="r" b="b"/>
              <a:pathLst>
                <a:path w="78581" h="152400">
                  <a:moveTo>
                    <a:pt x="0" y="0"/>
                  </a:moveTo>
                  <a:lnTo>
                    <a:pt x="78581" y="78581"/>
                  </a:lnTo>
                  <a:lnTo>
                    <a:pt x="4762" y="152400"/>
                  </a:lnTo>
                </a:path>
              </a:pathLst>
            </a:cu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3" name="组合 42"/>
          <p:cNvGrpSpPr/>
          <p:nvPr/>
        </p:nvGrpSpPr>
        <p:grpSpPr>
          <a:xfrm>
            <a:off x="8789105" y="346839"/>
            <a:ext cx="156623" cy="156623"/>
            <a:chOff x="8845686" y="2493438"/>
            <a:chExt cx="156623" cy="156623"/>
          </a:xfrm>
        </p:grpSpPr>
        <p:sp>
          <p:nvSpPr>
            <p:cNvPr id="44" name="矩形 43"/>
            <p:cNvSpPr/>
            <p:nvPr/>
          </p:nvSpPr>
          <p:spPr>
            <a:xfrm>
              <a:off x="8845686" y="2493438"/>
              <a:ext cx="156623" cy="156623"/>
            </a:xfrm>
            <a:prstGeom prst="rect">
              <a:avLst/>
            </a:prstGeom>
            <a:solidFill>
              <a:srgbClr val="37B0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任意多边形 44"/>
            <p:cNvSpPr/>
            <p:nvPr/>
          </p:nvSpPr>
          <p:spPr>
            <a:xfrm>
              <a:off x="8894513" y="2531868"/>
              <a:ext cx="58967" cy="79764"/>
            </a:xfrm>
            <a:custGeom>
              <a:avLst/>
              <a:gdLst>
                <a:gd name="connsiteX0" fmla="*/ 0 w 78581"/>
                <a:gd name="connsiteY0" fmla="*/ 0 h 152400"/>
                <a:gd name="connsiteX1" fmla="*/ 78581 w 78581"/>
                <a:gd name="connsiteY1" fmla="*/ 78581 h 152400"/>
                <a:gd name="connsiteX2" fmla="*/ 4762 w 78581"/>
                <a:gd name="connsiteY2" fmla="*/ 152400 h 152400"/>
              </a:gdLst>
              <a:ahLst/>
              <a:cxnLst>
                <a:cxn ang="0">
                  <a:pos x="connsiteX0" y="connsiteY0"/>
                </a:cxn>
                <a:cxn ang="0">
                  <a:pos x="connsiteX1" y="connsiteY1"/>
                </a:cxn>
                <a:cxn ang="0">
                  <a:pos x="connsiteX2" y="connsiteY2"/>
                </a:cxn>
              </a:cxnLst>
              <a:rect l="l" t="t" r="r" b="b"/>
              <a:pathLst>
                <a:path w="78581" h="152400">
                  <a:moveTo>
                    <a:pt x="0" y="0"/>
                  </a:moveTo>
                  <a:lnTo>
                    <a:pt x="78581" y="78581"/>
                  </a:lnTo>
                  <a:lnTo>
                    <a:pt x="4762" y="152400"/>
                  </a:lnTo>
                </a:path>
              </a:pathLst>
            </a:cu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6" name="矩形 45">
            <a:hlinkClick r:id="" action="ppaction://hlinkshowjump?jump=previousslide"/>
          </p:cNvPr>
          <p:cNvSpPr/>
          <p:nvPr/>
        </p:nvSpPr>
        <p:spPr>
          <a:xfrm>
            <a:off x="8632479" y="340203"/>
            <a:ext cx="156623" cy="166239"/>
          </a:xfrm>
          <a:prstGeom prst="rect">
            <a:avLst/>
          </a:prstGeom>
          <a:solidFill>
            <a:srgbClr val="37B0E8">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矩形 46">
            <a:hlinkClick r:id="" action="ppaction://hlinkshowjump?jump=nextslide"/>
          </p:cNvPr>
          <p:cNvSpPr/>
          <p:nvPr/>
        </p:nvSpPr>
        <p:spPr>
          <a:xfrm>
            <a:off x="8789102" y="340203"/>
            <a:ext cx="156623" cy="166239"/>
          </a:xfrm>
          <a:prstGeom prst="rect">
            <a:avLst/>
          </a:prstGeom>
          <a:solidFill>
            <a:srgbClr val="37B0E8">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矩形 47"/>
          <p:cNvSpPr/>
          <p:nvPr/>
        </p:nvSpPr>
        <p:spPr>
          <a:xfrm>
            <a:off x="5867400" y="262034"/>
            <a:ext cx="2665040" cy="285078"/>
          </a:xfrm>
          <a:prstGeom prst="rect">
            <a:avLst/>
          </a:prstGeom>
        </p:spPr>
        <p:txBody>
          <a:bodyPr wrap="square" lIns="0" tIns="0" rIns="0" bIns="0" anchor="ctr" anchorCtr="0">
            <a:spAutoFit/>
          </a:bodyPr>
          <a:lstStyle/>
          <a:p>
            <a:pPr algn="r">
              <a:lnSpc>
                <a:spcPct val="150000"/>
              </a:lnSpc>
            </a:pPr>
            <a:r>
              <a:rPr lang="zh-CN" altLang="en-US" sz="1400" b="1" dirty="0">
                <a:solidFill>
                  <a:srgbClr val="354454"/>
                </a:solidFill>
                <a:latin typeface="微软雅黑" pitchFamily="34" charset="-122"/>
                <a:ea typeface="微软雅黑" pitchFamily="34" charset="-122"/>
              </a:rPr>
              <a:t>研究方法</a:t>
            </a:r>
          </a:p>
        </p:txBody>
      </p:sp>
      <p:sp>
        <p:nvSpPr>
          <p:cNvPr id="25" name="矩形 24"/>
          <p:cNvSpPr/>
          <p:nvPr/>
        </p:nvSpPr>
        <p:spPr>
          <a:xfrm>
            <a:off x="614945" y="1653245"/>
            <a:ext cx="441146" cy="246221"/>
          </a:xfrm>
          <a:prstGeom prst="rect">
            <a:avLst/>
          </a:prstGeom>
        </p:spPr>
        <p:txBody>
          <a:bodyPr wrap="none">
            <a:spAutoFit/>
          </a:bodyPr>
          <a:lstStyle/>
          <a:p>
            <a:pPr algn="ctr"/>
            <a:r>
              <a:rPr lang="zh-CN" altLang="en-US" sz="1000" dirty="0">
                <a:ln w="6350">
                  <a:noFill/>
                </a:ln>
                <a:solidFill>
                  <a:srgbClr val="586B7F"/>
                </a:solidFill>
                <a:latin typeface="Impact" pitchFamily="34" charset="0"/>
                <a:ea typeface="微软雅黑" pitchFamily="34" charset="-122"/>
              </a:rPr>
              <a:t>绪论</a:t>
            </a:r>
          </a:p>
        </p:txBody>
      </p:sp>
      <p:sp>
        <p:nvSpPr>
          <p:cNvPr id="26" name="矩形 25"/>
          <p:cNvSpPr/>
          <p:nvPr/>
        </p:nvSpPr>
        <p:spPr>
          <a:xfrm>
            <a:off x="422584" y="2036065"/>
            <a:ext cx="825867" cy="246221"/>
          </a:xfrm>
          <a:prstGeom prst="rect">
            <a:avLst/>
          </a:prstGeom>
        </p:spPr>
        <p:txBody>
          <a:bodyPr wrap="none">
            <a:spAutoFit/>
          </a:bodyPr>
          <a:lstStyle/>
          <a:p>
            <a:pPr algn="ctr"/>
            <a:r>
              <a:rPr lang="zh-CN" altLang="en-US" sz="1000" dirty="0">
                <a:ln w="6350">
                  <a:noFill/>
                </a:ln>
                <a:solidFill>
                  <a:schemeClr val="bg1"/>
                </a:solidFill>
                <a:latin typeface="Impact" pitchFamily="34" charset="0"/>
                <a:ea typeface="微软雅黑" pitchFamily="34" charset="-122"/>
              </a:rPr>
              <a:t>思路与方法</a:t>
            </a:r>
          </a:p>
        </p:txBody>
      </p:sp>
      <p:sp>
        <p:nvSpPr>
          <p:cNvPr id="30" name="矩形 29"/>
          <p:cNvSpPr/>
          <p:nvPr/>
        </p:nvSpPr>
        <p:spPr>
          <a:xfrm>
            <a:off x="422585" y="2823369"/>
            <a:ext cx="825867" cy="246221"/>
          </a:xfrm>
          <a:prstGeom prst="rect">
            <a:avLst/>
          </a:prstGeom>
        </p:spPr>
        <p:txBody>
          <a:bodyPr wrap="none">
            <a:spAutoFit/>
          </a:bodyPr>
          <a:lstStyle/>
          <a:p>
            <a:pPr algn="ctr"/>
            <a:r>
              <a:rPr lang="zh-CN" altLang="en-US" sz="1000" dirty="0">
                <a:ln w="6350">
                  <a:noFill/>
                </a:ln>
                <a:solidFill>
                  <a:srgbClr val="586B7F"/>
                </a:solidFill>
                <a:latin typeface="Impact" pitchFamily="34" charset="0"/>
                <a:ea typeface="微软雅黑" pitchFamily="34" charset="-122"/>
              </a:rPr>
              <a:t>成果与应用</a:t>
            </a:r>
          </a:p>
        </p:txBody>
      </p:sp>
      <p:sp>
        <p:nvSpPr>
          <p:cNvPr id="31" name="矩形 30"/>
          <p:cNvSpPr/>
          <p:nvPr/>
        </p:nvSpPr>
        <p:spPr>
          <a:xfrm>
            <a:off x="422585" y="2432846"/>
            <a:ext cx="825867" cy="246221"/>
          </a:xfrm>
          <a:prstGeom prst="rect">
            <a:avLst/>
          </a:prstGeom>
        </p:spPr>
        <p:txBody>
          <a:bodyPr wrap="none">
            <a:spAutoFit/>
          </a:bodyPr>
          <a:lstStyle/>
          <a:p>
            <a:pPr algn="ctr"/>
            <a:r>
              <a:rPr lang="zh-CN" altLang="en-US" sz="1000" dirty="0">
                <a:ln w="6350">
                  <a:noFill/>
                </a:ln>
                <a:solidFill>
                  <a:srgbClr val="586B7F"/>
                </a:solidFill>
                <a:latin typeface="Impact" pitchFamily="34" charset="0"/>
                <a:ea typeface="微软雅黑" pitchFamily="34" charset="-122"/>
              </a:rPr>
              <a:t>技术与难点</a:t>
            </a:r>
          </a:p>
        </p:txBody>
      </p:sp>
      <p:sp>
        <p:nvSpPr>
          <p:cNvPr id="33" name="Freeform 9"/>
          <p:cNvSpPr>
            <a:spLocks noEditPoints="1"/>
          </p:cNvSpPr>
          <p:nvPr/>
        </p:nvSpPr>
        <p:spPr bwMode="auto">
          <a:xfrm>
            <a:off x="83442" y="3272333"/>
            <a:ext cx="231878" cy="151086"/>
          </a:xfrm>
          <a:custGeom>
            <a:avLst/>
            <a:gdLst>
              <a:gd name="T0" fmla="*/ 58 w 215"/>
              <a:gd name="T1" fmla="*/ 83 h 140"/>
              <a:gd name="T2" fmla="*/ 58 w 215"/>
              <a:gd name="T3" fmla="*/ 91 h 140"/>
              <a:gd name="T4" fmla="*/ 161 w 215"/>
              <a:gd name="T5" fmla="*/ 87 h 140"/>
              <a:gd name="T6" fmla="*/ 58 w 215"/>
              <a:gd name="T7" fmla="*/ 73 h 140"/>
              <a:gd name="T8" fmla="*/ 98 w 215"/>
              <a:gd name="T9" fmla="*/ 73 h 140"/>
              <a:gd name="T10" fmla="*/ 102 w 215"/>
              <a:gd name="T11" fmla="*/ 34 h 140"/>
              <a:gd name="T12" fmla="*/ 58 w 215"/>
              <a:gd name="T13" fmla="*/ 30 h 140"/>
              <a:gd name="T14" fmla="*/ 54 w 215"/>
              <a:gd name="T15" fmla="*/ 69 h 140"/>
              <a:gd name="T16" fmla="*/ 63 w 215"/>
              <a:gd name="T17" fmla="*/ 38 h 140"/>
              <a:gd name="T18" fmla="*/ 94 w 215"/>
              <a:gd name="T19" fmla="*/ 38 h 140"/>
              <a:gd name="T20" fmla="*/ 63 w 215"/>
              <a:gd name="T21" fmla="*/ 65 h 140"/>
              <a:gd name="T22" fmla="*/ 27 w 215"/>
              <a:gd name="T23" fmla="*/ 121 h 140"/>
              <a:gd name="T24" fmla="*/ 189 w 215"/>
              <a:gd name="T25" fmla="*/ 121 h 140"/>
              <a:gd name="T26" fmla="*/ 196 w 215"/>
              <a:gd name="T27" fmla="*/ 7 h 140"/>
              <a:gd name="T28" fmla="*/ 27 w 215"/>
              <a:gd name="T29" fmla="*/ 0 h 140"/>
              <a:gd name="T30" fmla="*/ 20 w 215"/>
              <a:gd name="T31" fmla="*/ 114 h 140"/>
              <a:gd name="T32" fmla="*/ 33 w 215"/>
              <a:gd name="T33" fmla="*/ 13 h 140"/>
              <a:gd name="T34" fmla="*/ 182 w 215"/>
              <a:gd name="T35" fmla="*/ 13 h 140"/>
              <a:gd name="T36" fmla="*/ 33 w 215"/>
              <a:gd name="T37" fmla="*/ 107 h 140"/>
              <a:gd name="T38" fmla="*/ 157 w 215"/>
              <a:gd name="T39" fmla="*/ 48 h 140"/>
              <a:gd name="T40" fmla="*/ 111 w 215"/>
              <a:gd name="T41" fmla="*/ 48 h 140"/>
              <a:gd name="T42" fmla="*/ 111 w 215"/>
              <a:gd name="T43" fmla="*/ 56 h 140"/>
              <a:gd name="T44" fmla="*/ 161 w 215"/>
              <a:gd name="T45" fmla="*/ 52 h 140"/>
              <a:gd name="T46" fmla="*/ 157 w 215"/>
              <a:gd name="T47" fmla="*/ 65 h 140"/>
              <a:gd name="T48" fmla="*/ 111 w 215"/>
              <a:gd name="T49" fmla="*/ 65 h 140"/>
              <a:gd name="T50" fmla="*/ 111 w 215"/>
              <a:gd name="T51" fmla="*/ 73 h 140"/>
              <a:gd name="T52" fmla="*/ 161 w 215"/>
              <a:gd name="T53" fmla="*/ 69 h 140"/>
              <a:gd name="T54" fmla="*/ 157 w 215"/>
              <a:gd name="T55" fmla="*/ 30 h 140"/>
              <a:gd name="T56" fmla="*/ 111 w 215"/>
              <a:gd name="T57" fmla="*/ 30 h 140"/>
              <a:gd name="T58" fmla="*/ 111 w 215"/>
              <a:gd name="T59" fmla="*/ 38 h 140"/>
              <a:gd name="T60" fmla="*/ 161 w 215"/>
              <a:gd name="T61" fmla="*/ 34 h 140"/>
              <a:gd name="T62" fmla="*/ 209 w 215"/>
              <a:gd name="T63" fmla="*/ 127 h 140"/>
              <a:gd name="T64" fmla="*/ 7 w 215"/>
              <a:gd name="T65" fmla="*/ 127 h 140"/>
              <a:gd name="T66" fmla="*/ 7 w 215"/>
              <a:gd name="T67" fmla="*/ 140 h 140"/>
              <a:gd name="T68" fmla="*/ 215 w 215"/>
              <a:gd name="T69" fmla="*/ 13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15" h="140">
                <a:moveTo>
                  <a:pt x="157" y="83"/>
                </a:moveTo>
                <a:cubicBezTo>
                  <a:pt x="58" y="83"/>
                  <a:pt x="58" y="83"/>
                  <a:pt x="58" y="83"/>
                </a:cubicBezTo>
                <a:cubicBezTo>
                  <a:pt x="56" y="83"/>
                  <a:pt x="54" y="84"/>
                  <a:pt x="54" y="87"/>
                </a:cubicBezTo>
                <a:cubicBezTo>
                  <a:pt x="54" y="89"/>
                  <a:pt x="56" y="91"/>
                  <a:pt x="58" y="91"/>
                </a:cubicBezTo>
                <a:cubicBezTo>
                  <a:pt x="157" y="91"/>
                  <a:pt x="157" y="91"/>
                  <a:pt x="157" y="91"/>
                </a:cubicBezTo>
                <a:cubicBezTo>
                  <a:pt x="159" y="91"/>
                  <a:pt x="161" y="89"/>
                  <a:pt x="161" y="87"/>
                </a:cubicBezTo>
                <a:cubicBezTo>
                  <a:pt x="161" y="84"/>
                  <a:pt x="159" y="83"/>
                  <a:pt x="157" y="83"/>
                </a:cubicBezTo>
                <a:close/>
                <a:moveTo>
                  <a:pt x="58" y="73"/>
                </a:moveTo>
                <a:cubicBezTo>
                  <a:pt x="58" y="73"/>
                  <a:pt x="58" y="73"/>
                  <a:pt x="58" y="73"/>
                </a:cubicBezTo>
                <a:cubicBezTo>
                  <a:pt x="98" y="73"/>
                  <a:pt x="98" y="73"/>
                  <a:pt x="98" y="73"/>
                </a:cubicBezTo>
                <a:cubicBezTo>
                  <a:pt x="100" y="73"/>
                  <a:pt x="102" y="71"/>
                  <a:pt x="102" y="69"/>
                </a:cubicBezTo>
                <a:cubicBezTo>
                  <a:pt x="102" y="34"/>
                  <a:pt x="102" y="34"/>
                  <a:pt x="102" y="34"/>
                </a:cubicBezTo>
                <a:cubicBezTo>
                  <a:pt x="102" y="32"/>
                  <a:pt x="100" y="30"/>
                  <a:pt x="98" y="30"/>
                </a:cubicBezTo>
                <a:cubicBezTo>
                  <a:pt x="58" y="30"/>
                  <a:pt x="58" y="30"/>
                  <a:pt x="58" y="30"/>
                </a:cubicBezTo>
                <a:cubicBezTo>
                  <a:pt x="56" y="30"/>
                  <a:pt x="54" y="32"/>
                  <a:pt x="54" y="34"/>
                </a:cubicBezTo>
                <a:cubicBezTo>
                  <a:pt x="54" y="69"/>
                  <a:pt x="54" y="69"/>
                  <a:pt x="54" y="69"/>
                </a:cubicBezTo>
                <a:cubicBezTo>
                  <a:pt x="54" y="71"/>
                  <a:pt x="56" y="73"/>
                  <a:pt x="58" y="73"/>
                </a:cubicBezTo>
                <a:close/>
                <a:moveTo>
                  <a:pt x="63" y="38"/>
                </a:moveTo>
                <a:cubicBezTo>
                  <a:pt x="63" y="38"/>
                  <a:pt x="63" y="38"/>
                  <a:pt x="63" y="38"/>
                </a:cubicBezTo>
                <a:cubicBezTo>
                  <a:pt x="94" y="38"/>
                  <a:pt x="94" y="38"/>
                  <a:pt x="94" y="38"/>
                </a:cubicBezTo>
                <a:cubicBezTo>
                  <a:pt x="94" y="65"/>
                  <a:pt x="94" y="65"/>
                  <a:pt x="94" y="65"/>
                </a:cubicBezTo>
                <a:cubicBezTo>
                  <a:pt x="63" y="65"/>
                  <a:pt x="63" y="65"/>
                  <a:pt x="63" y="65"/>
                </a:cubicBezTo>
                <a:cubicBezTo>
                  <a:pt x="63" y="38"/>
                  <a:pt x="63" y="38"/>
                  <a:pt x="63" y="38"/>
                </a:cubicBezTo>
                <a:close/>
                <a:moveTo>
                  <a:pt x="27" y="121"/>
                </a:moveTo>
                <a:cubicBezTo>
                  <a:pt x="27" y="121"/>
                  <a:pt x="27" y="121"/>
                  <a:pt x="27" y="121"/>
                </a:cubicBezTo>
                <a:cubicBezTo>
                  <a:pt x="189" y="121"/>
                  <a:pt x="189" y="121"/>
                  <a:pt x="189" y="121"/>
                </a:cubicBezTo>
                <a:cubicBezTo>
                  <a:pt x="193" y="121"/>
                  <a:pt x="196" y="118"/>
                  <a:pt x="196" y="114"/>
                </a:cubicBezTo>
                <a:cubicBezTo>
                  <a:pt x="196" y="7"/>
                  <a:pt x="196" y="7"/>
                  <a:pt x="196" y="7"/>
                </a:cubicBezTo>
                <a:cubicBezTo>
                  <a:pt x="196" y="3"/>
                  <a:pt x="193" y="0"/>
                  <a:pt x="189" y="0"/>
                </a:cubicBezTo>
                <a:cubicBezTo>
                  <a:pt x="27" y="0"/>
                  <a:pt x="27" y="0"/>
                  <a:pt x="27" y="0"/>
                </a:cubicBezTo>
                <a:cubicBezTo>
                  <a:pt x="23" y="0"/>
                  <a:pt x="20" y="3"/>
                  <a:pt x="20" y="7"/>
                </a:cubicBezTo>
                <a:cubicBezTo>
                  <a:pt x="20" y="114"/>
                  <a:pt x="20" y="114"/>
                  <a:pt x="20" y="114"/>
                </a:cubicBezTo>
                <a:cubicBezTo>
                  <a:pt x="20" y="118"/>
                  <a:pt x="23" y="121"/>
                  <a:pt x="27" y="121"/>
                </a:cubicBezTo>
                <a:close/>
                <a:moveTo>
                  <a:pt x="33" y="13"/>
                </a:moveTo>
                <a:cubicBezTo>
                  <a:pt x="33" y="13"/>
                  <a:pt x="33" y="13"/>
                  <a:pt x="33" y="13"/>
                </a:cubicBezTo>
                <a:cubicBezTo>
                  <a:pt x="182" y="13"/>
                  <a:pt x="182" y="13"/>
                  <a:pt x="182" y="13"/>
                </a:cubicBezTo>
                <a:cubicBezTo>
                  <a:pt x="182" y="107"/>
                  <a:pt x="182" y="107"/>
                  <a:pt x="182" y="107"/>
                </a:cubicBezTo>
                <a:cubicBezTo>
                  <a:pt x="33" y="107"/>
                  <a:pt x="33" y="107"/>
                  <a:pt x="33" y="107"/>
                </a:cubicBezTo>
                <a:cubicBezTo>
                  <a:pt x="33" y="13"/>
                  <a:pt x="33" y="13"/>
                  <a:pt x="33" y="13"/>
                </a:cubicBezTo>
                <a:close/>
                <a:moveTo>
                  <a:pt x="157" y="48"/>
                </a:moveTo>
                <a:cubicBezTo>
                  <a:pt x="157" y="48"/>
                  <a:pt x="157" y="48"/>
                  <a:pt x="157" y="48"/>
                </a:cubicBezTo>
                <a:cubicBezTo>
                  <a:pt x="111" y="48"/>
                  <a:pt x="111" y="48"/>
                  <a:pt x="111" y="48"/>
                </a:cubicBezTo>
                <a:cubicBezTo>
                  <a:pt x="108" y="48"/>
                  <a:pt x="107" y="49"/>
                  <a:pt x="107" y="52"/>
                </a:cubicBezTo>
                <a:cubicBezTo>
                  <a:pt x="107" y="54"/>
                  <a:pt x="108" y="56"/>
                  <a:pt x="111" y="56"/>
                </a:cubicBezTo>
                <a:cubicBezTo>
                  <a:pt x="157" y="56"/>
                  <a:pt x="157" y="56"/>
                  <a:pt x="157" y="56"/>
                </a:cubicBezTo>
                <a:cubicBezTo>
                  <a:pt x="159" y="56"/>
                  <a:pt x="161" y="54"/>
                  <a:pt x="161" y="52"/>
                </a:cubicBezTo>
                <a:cubicBezTo>
                  <a:pt x="161" y="49"/>
                  <a:pt x="159" y="48"/>
                  <a:pt x="157" y="48"/>
                </a:cubicBezTo>
                <a:close/>
                <a:moveTo>
                  <a:pt x="157" y="65"/>
                </a:moveTo>
                <a:cubicBezTo>
                  <a:pt x="157" y="65"/>
                  <a:pt x="157" y="65"/>
                  <a:pt x="157" y="65"/>
                </a:cubicBezTo>
                <a:cubicBezTo>
                  <a:pt x="111" y="65"/>
                  <a:pt x="111" y="65"/>
                  <a:pt x="111" y="65"/>
                </a:cubicBezTo>
                <a:cubicBezTo>
                  <a:pt x="108" y="65"/>
                  <a:pt x="107" y="67"/>
                  <a:pt x="107" y="69"/>
                </a:cubicBezTo>
                <a:cubicBezTo>
                  <a:pt x="107" y="71"/>
                  <a:pt x="108" y="73"/>
                  <a:pt x="111" y="73"/>
                </a:cubicBezTo>
                <a:cubicBezTo>
                  <a:pt x="157" y="73"/>
                  <a:pt x="157" y="73"/>
                  <a:pt x="157" y="73"/>
                </a:cubicBezTo>
                <a:cubicBezTo>
                  <a:pt x="159" y="73"/>
                  <a:pt x="161" y="71"/>
                  <a:pt x="161" y="69"/>
                </a:cubicBezTo>
                <a:cubicBezTo>
                  <a:pt x="161" y="67"/>
                  <a:pt x="159" y="65"/>
                  <a:pt x="157" y="65"/>
                </a:cubicBezTo>
                <a:close/>
                <a:moveTo>
                  <a:pt x="157" y="30"/>
                </a:moveTo>
                <a:cubicBezTo>
                  <a:pt x="157" y="30"/>
                  <a:pt x="157" y="30"/>
                  <a:pt x="157" y="30"/>
                </a:cubicBezTo>
                <a:cubicBezTo>
                  <a:pt x="111" y="30"/>
                  <a:pt x="111" y="30"/>
                  <a:pt x="111" y="30"/>
                </a:cubicBezTo>
                <a:cubicBezTo>
                  <a:pt x="108" y="30"/>
                  <a:pt x="107" y="32"/>
                  <a:pt x="107" y="34"/>
                </a:cubicBezTo>
                <a:cubicBezTo>
                  <a:pt x="107" y="37"/>
                  <a:pt x="108" y="38"/>
                  <a:pt x="111" y="38"/>
                </a:cubicBezTo>
                <a:cubicBezTo>
                  <a:pt x="157" y="38"/>
                  <a:pt x="157" y="38"/>
                  <a:pt x="157" y="38"/>
                </a:cubicBezTo>
                <a:cubicBezTo>
                  <a:pt x="159" y="38"/>
                  <a:pt x="161" y="37"/>
                  <a:pt x="161" y="34"/>
                </a:cubicBezTo>
                <a:cubicBezTo>
                  <a:pt x="161" y="32"/>
                  <a:pt x="159" y="30"/>
                  <a:pt x="157" y="30"/>
                </a:cubicBezTo>
                <a:close/>
                <a:moveTo>
                  <a:pt x="209" y="127"/>
                </a:moveTo>
                <a:cubicBezTo>
                  <a:pt x="209" y="127"/>
                  <a:pt x="209" y="127"/>
                  <a:pt x="209" y="127"/>
                </a:cubicBezTo>
                <a:cubicBezTo>
                  <a:pt x="7" y="127"/>
                  <a:pt x="7" y="127"/>
                  <a:pt x="7" y="127"/>
                </a:cubicBezTo>
                <a:cubicBezTo>
                  <a:pt x="3" y="127"/>
                  <a:pt x="0" y="130"/>
                  <a:pt x="0" y="134"/>
                </a:cubicBezTo>
                <a:cubicBezTo>
                  <a:pt x="0" y="137"/>
                  <a:pt x="3" y="140"/>
                  <a:pt x="7" y="140"/>
                </a:cubicBezTo>
                <a:cubicBezTo>
                  <a:pt x="209" y="140"/>
                  <a:pt x="209" y="140"/>
                  <a:pt x="209" y="140"/>
                </a:cubicBezTo>
                <a:cubicBezTo>
                  <a:pt x="212" y="140"/>
                  <a:pt x="215" y="137"/>
                  <a:pt x="215" y="134"/>
                </a:cubicBezTo>
                <a:cubicBezTo>
                  <a:pt x="215" y="130"/>
                  <a:pt x="212" y="127"/>
                  <a:pt x="209" y="127"/>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34" name="矩形 33"/>
          <p:cNvSpPr/>
          <p:nvPr/>
        </p:nvSpPr>
        <p:spPr>
          <a:xfrm>
            <a:off x="422585" y="3224765"/>
            <a:ext cx="825867" cy="246221"/>
          </a:xfrm>
          <a:prstGeom prst="rect">
            <a:avLst/>
          </a:prstGeom>
        </p:spPr>
        <p:txBody>
          <a:bodyPr wrap="none">
            <a:spAutoFit/>
          </a:bodyPr>
          <a:lstStyle/>
          <a:p>
            <a:pPr algn="ctr"/>
            <a:r>
              <a:rPr lang="zh-CN" altLang="en-US" sz="1000" dirty="0">
                <a:ln w="6350">
                  <a:noFill/>
                </a:ln>
                <a:solidFill>
                  <a:srgbClr val="586B7F"/>
                </a:solidFill>
                <a:latin typeface="Impact" pitchFamily="34" charset="0"/>
                <a:ea typeface="微软雅黑" pitchFamily="34" charset="-122"/>
              </a:rPr>
              <a:t>建议与总结</a:t>
            </a:r>
          </a:p>
        </p:txBody>
      </p:sp>
      <p:sp>
        <p:nvSpPr>
          <p:cNvPr id="142" name="Freeform 103"/>
          <p:cNvSpPr>
            <a:spLocks noEditPoints="1"/>
          </p:cNvSpPr>
          <p:nvPr/>
        </p:nvSpPr>
        <p:spPr bwMode="auto">
          <a:xfrm>
            <a:off x="5986398" y="1417849"/>
            <a:ext cx="440670" cy="361120"/>
          </a:xfrm>
          <a:custGeom>
            <a:avLst/>
            <a:gdLst>
              <a:gd name="T0" fmla="*/ 317 w 332"/>
              <a:gd name="T1" fmla="*/ 227 h 272"/>
              <a:gd name="T2" fmla="*/ 198 w 332"/>
              <a:gd name="T3" fmla="*/ 227 h 272"/>
              <a:gd name="T4" fmla="*/ 294 w 332"/>
              <a:gd name="T5" fmla="*/ 212 h 272"/>
              <a:gd name="T6" fmla="*/ 302 w 332"/>
              <a:gd name="T7" fmla="*/ 204 h 272"/>
              <a:gd name="T8" fmla="*/ 302 w 332"/>
              <a:gd name="T9" fmla="*/ 53 h 272"/>
              <a:gd name="T10" fmla="*/ 317 w 332"/>
              <a:gd name="T11" fmla="*/ 53 h 272"/>
              <a:gd name="T12" fmla="*/ 317 w 332"/>
              <a:gd name="T13" fmla="*/ 227 h 272"/>
              <a:gd name="T14" fmla="*/ 174 w 332"/>
              <a:gd name="T15" fmla="*/ 224 h 272"/>
              <a:gd name="T16" fmla="*/ 174 w 332"/>
              <a:gd name="T17" fmla="*/ 48 h 272"/>
              <a:gd name="T18" fmla="*/ 287 w 332"/>
              <a:gd name="T19" fmla="*/ 15 h 272"/>
              <a:gd name="T20" fmla="*/ 287 w 332"/>
              <a:gd name="T21" fmla="*/ 197 h 272"/>
              <a:gd name="T22" fmla="*/ 174 w 332"/>
              <a:gd name="T23" fmla="*/ 224 h 272"/>
              <a:gd name="T24" fmla="*/ 158 w 332"/>
              <a:gd name="T25" fmla="*/ 224 h 272"/>
              <a:gd name="T26" fmla="*/ 45 w 332"/>
              <a:gd name="T27" fmla="*/ 197 h 272"/>
              <a:gd name="T28" fmla="*/ 45 w 332"/>
              <a:gd name="T29" fmla="*/ 15 h 272"/>
              <a:gd name="T30" fmla="*/ 158 w 332"/>
              <a:gd name="T31" fmla="*/ 48 h 272"/>
              <a:gd name="T32" fmla="*/ 158 w 332"/>
              <a:gd name="T33" fmla="*/ 224 h 272"/>
              <a:gd name="T34" fmla="*/ 15 w 332"/>
              <a:gd name="T35" fmla="*/ 227 h 272"/>
              <a:gd name="T36" fmla="*/ 15 w 332"/>
              <a:gd name="T37" fmla="*/ 53 h 272"/>
              <a:gd name="T38" fmla="*/ 30 w 332"/>
              <a:gd name="T39" fmla="*/ 53 h 272"/>
              <a:gd name="T40" fmla="*/ 30 w 332"/>
              <a:gd name="T41" fmla="*/ 204 h 272"/>
              <a:gd name="T42" fmla="*/ 37 w 332"/>
              <a:gd name="T43" fmla="*/ 212 h 272"/>
              <a:gd name="T44" fmla="*/ 134 w 332"/>
              <a:gd name="T45" fmla="*/ 227 h 272"/>
              <a:gd name="T46" fmla="*/ 15 w 332"/>
              <a:gd name="T47" fmla="*/ 227 h 272"/>
              <a:gd name="T48" fmla="*/ 317 w 332"/>
              <a:gd name="T49" fmla="*/ 38 h 272"/>
              <a:gd name="T50" fmla="*/ 302 w 332"/>
              <a:gd name="T51" fmla="*/ 38 h 272"/>
              <a:gd name="T52" fmla="*/ 302 w 332"/>
              <a:gd name="T53" fmla="*/ 7 h 272"/>
              <a:gd name="T54" fmla="*/ 294 w 332"/>
              <a:gd name="T55" fmla="*/ 0 h 272"/>
              <a:gd name="T56" fmla="*/ 166 w 332"/>
              <a:gd name="T57" fmla="*/ 34 h 272"/>
              <a:gd name="T58" fmla="*/ 37 w 332"/>
              <a:gd name="T59" fmla="*/ 0 h 272"/>
              <a:gd name="T60" fmla="*/ 30 w 332"/>
              <a:gd name="T61" fmla="*/ 7 h 272"/>
              <a:gd name="T62" fmla="*/ 30 w 332"/>
              <a:gd name="T63" fmla="*/ 38 h 272"/>
              <a:gd name="T64" fmla="*/ 15 w 332"/>
              <a:gd name="T65" fmla="*/ 38 h 272"/>
              <a:gd name="T66" fmla="*/ 0 w 332"/>
              <a:gd name="T67" fmla="*/ 53 h 272"/>
              <a:gd name="T68" fmla="*/ 0 w 332"/>
              <a:gd name="T69" fmla="*/ 242 h 272"/>
              <a:gd name="T70" fmla="*/ 15 w 332"/>
              <a:gd name="T71" fmla="*/ 257 h 272"/>
              <a:gd name="T72" fmla="*/ 143 w 332"/>
              <a:gd name="T73" fmla="*/ 257 h 272"/>
              <a:gd name="T74" fmla="*/ 158 w 332"/>
              <a:gd name="T75" fmla="*/ 272 h 272"/>
              <a:gd name="T76" fmla="*/ 174 w 332"/>
              <a:gd name="T77" fmla="*/ 272 h 272"/>
              <a:gd name="T78" fmla="*/ 189 w 332"/>
              <a:gd name="T79" fmla="*/ 257 h 272"/>
              <a:gd name="T80" fmla="*/ 317 w 332"/>
              <a:gd name="T81" fmla="*/ 257 h 272"/>
              <a:gd name="T82" fmla="*/ 332 w 332"/>
              <a:gd name="T83" fmla="*/ 242 h 272"/>
              <a:gd name="T84" fmla="*/ 332 w 332"/>
              <a:gd name="T85" fmla="*/ 53 h 272"/>
              <a:gd name="T86" fmla="*/ 317 w 332"/>
              <a:gd name="T87" fmla="*/ 38 h 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32" h="272">
                <a:moveTo>
                  <a:pt x="317" y="227"/>
                </a:moveTo>
                <a:cubicBezTo>
                  <a:pt x="198" y="227"/>
                  <a:pt x="198" y="227"/>
                  <a:pt x="198" y="227"/>
                </a:cubicBezTo>
                <a:cubicBezTo>
                  <a:pt x="230" y="212"/>
                  <a:pt x="273" y="212"/>
                  <a:pt x="294" y="212"/>
                </a:cubicBezTo>
                <a:cubicBezTo>
                  <a:pt x="299" y="212"/>
                  <a:pt x="302" y="208"/>
                  <a:pt x="302" y="204"/>
                </a:cubicBezTo>
                <a:cubicBezTo>
                  <a:pt x="302" y="53"/>
                  <a:pt x="302" y="53"/>
                  <a:pt x="302" y="53"/>
                </a:cubicBezTo>
                <a:cubicBezTo>
                  <a:pt x="317" y="53"/>
                  <a:pt x="317" y="53"/>
                  <a:pt x="317" y="53"/>
                </a:cubicBezTo>
                <a:cubicBezTo>
                  <a:pt x="317" y="227"/>
                  <a:pt x="317" y="227"/>
                  <a:pt x="317" y="227"/>
                </a:cubicBezTo>
                <a:close/>
                <a:moveTo>
                  <a:pt x="174" y="224"/>
                </a:moveTo>
                <a:cubicBezTo>
                  <a:pt x="174" y="48"/>
                  <a:pt x="174" y="48"/>
                  <a:pt x="174" y="48"/>
                </a:cubicBezTo>
                <a:cubicBezTo>
                  <a:pt x="200" y="18"/>
                  <a:pt x="256" y="15"/>
                  <a:pt x="287" y="15"/>
                </a:cubicBezTo>
                <a:cubicBezTo>
                  <a:pt x="287" y="197"/>
                  <a:pt x="287" y="197"/>
                  <a:pt x="287" y="197"/>
                </a:cubicBezTo>
                <a:cubicBezTo>
                  <a:pt x="258" y="197"/>
                  <a:pt x="206" y="199"/>
                  <a:pt x="174" y="224"/>
                </a:cubicBezTo>
                <a:close/>
                <a:moveTo>
                  <a:pt x="158" y="224"/>
                </a:moveTo>
                <a:cubicBezTo>
                  <a:pt x="126" y="199"/>
                  <a:pt x="74" y="197"/>
                  <a:pt x="45" y="197"/>
                </a:cubicBezTo>
                <a:cubicBezTo>
                  <a:pt x="45" y="15"/>
                  <a:pt x="45" y="15"/>
                  <a:pt x="45" y="15"/>
                </a:cubicBezTo>
                <a:cubicBezTo>
                  <a:pt x="76" y="15"/>
                  <a:pt x="132" y="18"/>
                  <a:pt x="158" y="48"/>
                </a:cubicBezTo>
                <a:cubicBezTo>
                  <a:pt x="158" y="224"/>
                  <a:pt x="158" y="224"/>
                  <a:pt x="158" y="224"/>
                </a:cubicBezTo>
                <a:close/>
                <a:moveTo>
                  <a:pt x="15" y="227"/>
                </a:moveTo>
                <a:cubicBezTo>
                  <a:pt x="15" y="53"/>
                  <a:pt x="15" y="53"/>
                  <a:pt x="15" y="53"/>
                </a:cubicBezTo>
                <a:cubicBezTo>
                  <a:pt x="30" y="53"/>
                  <a:pt x="30" y="53"/>
                  <a:pt x="30" y="53"/>
                </a:cubicBezTo>
                <a:cubicBezTo>
                  <a:pt x="30" y="204"/>
                  <a:pt x="30" y="204"/>
                  <a:pt x="30" y="204"/>
                </a:cubicBezTo>
                <a:cubicBezTo>
                  <a:pt x="30" y="208"/>
                  <a:pt x="33" y="212"/>
                  <a:pt x="37" y="212"/>
                </a:cubicBezTo>
                <a:cubicBezTo>
                  <a:pt x="59" y="212"/>
                  <a:pt x="102" y="212"/>
                  <a:pt x="134" y="227"/>
                </a:cubicBezTo>
                <a:cubicBezTo>
                  <a:pt x="15" y="227"/>
                  <a:pt x="15" y="227"/>
                  <a:pt x="15" y="227"/>
                </a:cubicBezTo>
                <a:close/>
                <a:moveTo>
                  <a:pt x="317" y="38"/>
                </a:moveTo>
                <a:cubicBezTo>
                  <a:pt x="302" y="38"/>
                  <a:pt x="302" y="38"/>
                  <a:pt x="302" y="38"/>
                </a:cubicBezTo>
                <a:cubicBezTo>
                  <a:pt x="302" y="7"/>
                  <a:pt x="302" y="7"/>
                  <a:pt x="302" y="7"/>
                </a:cubicBezTo>
                <a:cubicBezTo>
                  <a:pt x="302" y="3"/>
                  <a:pt x="299" y="0"/>
                  <a:pt x="294" y="0"/>
                </a:cubicBezTo>
                <a:cubicBezTo>
                  <a:pt x="266" y="0"/>
                  <a:pt x="201" y="0"/>
                  <a:pt x="166" y="34"/>
                </a:cubicBezTo>
                <a:cubicBezTo>
                  <a:pt x="131" y="0"/>
                  <a:pt x="66" y="0"/>
                  <a:pt x="37" y="0"/>
                </a:cubicBezTo>
                <a:cubicBezTo>
                  <a:pt x="33" y="0"/>
                  <a:pt x="30" y="3"/>
                  <a:pt x="30" y="7"/>
                </a:cubicBezTo>
                <a:cubicBezTo>
                  <a:pt x="30" y="38"/>
                  <a:pt x="30" y="38"/>
                  <a:pt x="30" y="38"/>
                </a:cubicBezTo>
                <a:cubicBezTo>
                  <a:pt x="15" y="38"/>
                  <a:pt x="15" y="38"/>
                  <a:pt x="15" y="38"/>
                </a:cubicBezTo>
                <a:cubicBezTo>
                  <a:pt x="6" y="38"/>
                  <a:pt x="0" y="44"/>
                  <a:pt x="0" y="53"/>
                </a:cubicBezTo>
                <a:cubicBezTo>
                  <a:pt x="0" y="242"/>
                  <a:pt x="0" y="242"/>
                  <a:pt x="0" y="242"/>
                </a:cubicBezTo>
                <a:cubicBezTo>
                  <a:pt x="0" y="250"/>
                  <a:pt x="6" y="257"/>
                  <a:pt x="15" y="257"/>
                </a:cubicBezTo>
                <a:cubicBezTo>
                  <a:pt x="143" y="257"/>
                  <a:pt x="143" y="257"/>
                  <a:pt x="143" y="257"/>
                </a:cubicBezTo>
                <a:cubicBezTo>
                  <a:pt x="143" y="265"/>
                  <a:pt x="150" y="272"/>
                  <a:pt x="158" y="272"/>
                </a:cubicBezTo>
                <a:cubicBezTo>
                  <a:pt x="174" y="272"/>
                  <a:pt x="174" y="272"/>
                  <a:pt x="174" y="272"/>
                </a:cubicBezTo>
                <a:cubicBezTo>
                  <a:pt x="182" y="272"/>
                  <a:pt x="189" y="265"/>
                  <a:pt x="189" y="257"/>
                </a:cubicBezTo>
                <a:cubicBezTo>
                  <a:pt x="317" y="257"/>
                  <a:pt x="317" y="257"/>
                  <a:pt x="317" y="257"/>
                </a:cubicBezTo>
                <a:cubicBezTo>
                  <a:pt x="326" y="257"/>
                  <a:pt x="332" y="250"/>
                  <a:pt x="332" y="242"/>
                </a:cubicBezTo>
                <a:cubicBezTo>
                  <a:pt x="332" y="53"/>
                  <a:pt x="332" y="53"/>
                  <a:pt x="332" y="53"/>
                </a:cubicBezTo>
                <a:cubicBezTo>
                  <a:pt x="332" y="44"/>
                  <a:pt x="326" y="38"/>
                  <a:pt x="317" y="38"/>
                </a:cubicBezTo>
                <a:close/>
              </a:path>
            </a:pathLst>
          </a:custGeom>
          <a:solidFill>
            <a:srgbClr val="37B0E8"/>
          </a:solidFill>
          <a:ln>
            <a:noFill/>
          </a:ln>
        </p:spPr>
        <p:txBody>
          <a:bodyPr vert="horz" wrap="square" lIns="91440" tIns="45720" rIns="91440" bIns="45720" numCol="1" anchor="t" anchorCtr="0" compatLnSpc="1"/>
          <a:lstStyle/>
          <a:p>
            <a:endParaRPr lang="zh-CN" altLang="en-US"/>
          </a:p>
        </p:txBody>
      </p:sp>
      <p:sp>
        <p:nvSpPr>
          <p:cNvPr id="143" name="Freeform 104"/>
          <p:cNvSpPr/>
          <p:nvPr/>
        </p:nvSpPr>
        <p:spPr bwMode="auto">
          <a:xfrm>
            <a:off x="4219183" y="1932732"/>
            <a:ext cx="911225" cy="2804369"/>
          </a:xfrm>
          <a:custGeom>
            <a:avLst/>
            <a:gdLst>
              <a:gd name="T0" fmla="*/ 0 w 574"/>
              <a:gd name="T1" fmla="*/ 0 h 1616"/>
              <a:gd name="T2" fmla="*/ 0 w 574"/>
              <a:gd name="T3" fmla="*/ 1616 h 1616"/>
              <a:gd name="T4" fmla="*/ 574 w 574"/>
              <a:gd name="T5" fmla="*/ 1616 h 1616"/>
            </a:gdLst>
            <a:ahLst/>
            <a:cxnLst>
              <a:cxn ang="0">
                <a:pos x="T0" y="T1"/>
              </a:cxn>
              <a:cxn ang="0">
                <a:pos x="T2" y="T3"/>
              </a:cxn>
              <a:cxn ang="0">
                <a:pos x="T4" y="T5"/>
              </a:cxn>
            </a:cxnLst>
            <a:rect l="0" t="0" r="r" b="b"/>
            <a:pathLst>
              <a:path w="574" h="1616">
                <a:moveTo>
                  <a:pt x="0" y="0"/>
                </a:moveTo>
                <a:lnTo>
                  <a:pt x="0" y="1616"/>
                </a:lnTo>
                <a:lnTo>
                  <a:pt x="574" y="1616"/>
                </a:lnTo>
              </a:path>
            </a:pathLst>
          </a:custGeom>
          <a:ln w="6350">
            <a:solidFill>
              <a:schemeClr val="tx1">
                <a:lumMod val="65000"/>
                <a:lumOff val="35000"/>
              </a:schemeClr>
            </a:solidFill>
            <a:headEnd type="oval" w="sm" len="sm"/>
            <a:tailEnd type="none" w="sm" len="sm"/>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44" name="Freeform 105"/>
          <p:cNvSpPr/>
          <p:nvPr/>
        </p:nvSpPr>
        <p:spPr bwMode="auto">
          <a:xfrm>
            <a:off x="3734995" y="3733801"/>
            <a:ext cx="1344613" cy="906464"/>
          </a:xfrm>
          <a:custGeom>
            <a:avLst/>
            <a:gdLst>
              <a:gd name="T0" fmla="*/ 0 w 970"/>
              <a:gd name="T1" fmla="*/ 0 h 438"/>
              <a:gd name="T2" fmla="*/ 0 w 970"/>
              <a:gd name="T3" fmla="*/ 438 h 438"/>
              <a:gd name="T4" fmla="*/ 970 w 970"/>
              <a:gd name="T5" fmla="*/ 438 h 438"/>
            </a:gdLst>
            <a:ahLst/>
            <a:cxnLst>
              <a:cxn ang="0">
                <a:pos x="T0" y="T1"/>
              </a:cxn>
              <a:cxn ang="0">
                <a:pos x="T2" y="T3"/>
              </a:cxn>
              <a:cxn ang="0">
                <a:pos x="T4" y="T5"/>
              </a:cxn>
            </a:cxnLst>
            <a:rect l="0" t="0" r="r" b="b"/>
            <a:pathLst>
              <a:path w="970" h="438">
                <a:moveTo>
                  <a:pt x="0" y="0"/>
                </a:moveTo>
                <a:lnTo>
                  <a:pt x="0" y="438"/>
                </a:lnTo>
                <a:lnTo>
                  <a:pt x="970" y="438"/>
                </a:lnTo>
              </a:path>
            </a:pathLst>
          </a:custGeom>
          <a:ln w="6350">
            <a:solidFill>
              <a:schemeClr val="tx1">
                <a:lumMod val="65000"/>
                <a:lumOff val="35000"/>
              </a:schemeClr>
            </a:solidFill>
            <a:headEnd type="oval" w="sm" len="sm"/>
            <a:tailEnd type="none" w="sm" len="sm"/>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45" name="Freeform 106"/>
          <p:cNvSpPr/>
          <p:nvPr/>
        </p:nvSpPr>
        <p:spPr bwMode="auto">
          <a:xfrm>
            <a:off x="5293920" y="1935906"/>
            <a:ext cx="912813" cy="2804369"/>
          </a:xfrm>
          <a:custGeom>
            <a:avLst/>
            <a:gdLst>
              <a:gd name="T0" fmla="*/ 575 w 575"/>
              <a:gd name="T1" fmla="*/ 0 h 1616"/>
              <a:gd name="T2" fmla="*/ 575 w 575"/>
              <a:gd name="T3" fmla="*/ 1616 h 1616"/>
              <a:gd name="T4" fmla="*/ 0 w 575"/>
              <a:gd name="T5" fmla="*/ 1616 h 1616"/>
            </a:gdLst>
            <a:ahLst/>
            <a:cxnLst>
              <a:cxn ang="0">
                <a:pos x="T0" y="T1"/>
              </a:cxn>
              <a:cxn ang="0">
                <a:pos x="T2" y="T3"/>
              </a:cxn>
              <a:cxn ang="0">
                <a:pos x="T4" y="T5"/>
              </a:cxn>
            </a:cxnLst>
            <a:rect l="0" t="0" r="r" b="b"/>
            <a:pathLst>
              <a:path w="575" h="1616">
                <a:moveTo>
                  <a:pt x="575" y="0"/>
                </a:moveTo>
                <a:lnTo>
                  <a:pt x="575" y="1616"/>
                </a:lnTo>
                <a:lnTo>
                  <a:pt x="0" y="1616"/>
                </a:lnTo>
              </a:path>
            </a:pathLst>
          </a:custGeom>
          <a:ln w="6350">
            <a:solidFill>
              <a:schemeClr val="tx1">
                <a:lumMod val="65000"/>
                <a:lumOff val="35000"/>
              </a:schemeClr>
            </a:solidFill>
            <a:headEnd type="oval" w="sm" len="sm"/>
            <a:tailEnd type="none" w="sm" len="sm"/>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46" name="Freeform 107"/>
          <p:cNvSpPr/>
          <p:nvPr/>
        </p:nvSpPr>
        <p:spPr bwMode="auto">
          <a:xfrm>
            <a:off x="5344720" y="3732212"/>
            <a:ext cx="1358741" cy="906464"/>
          </a:xfrm>
          <a:custGeom>
            <a:avLst/>
            <a:gdLst>
              <a:gd name="T0" fmla="*/ 753 w 753"/>
              <a:gd name="T1" fmla="*/ 0 h 438"/>
              <a:gd name="T2" fmla="*/ 753 w 753"/>
              <a:gd name="T3" fmla="*/ 438 h 438"/>
              <a:gd name="T4" fmla="*/ 0 w 753"/>
              <a:gd name="T5" fmla="*/ 438 h 438"/>
            </a:gdLst>
            <a:ahLst/>
            <a:cxnLst>
              <a:cxn ang="0">
                <a:pos x="T0" y="T1"/>
              </a:cxn>
              <a:cxn ang="0">
                <a:pos x="T2" y="T3"/>
              </a:cxn>
              <a:cxn ang="0">
                <a:pos x="T4" y="T5"/>
              </a:cxn>
            </a:cxnLst>
            <a:rect l="0" t="0" r="r" b="b"/>
            <a:pathLst>
              <a:path w="753" h="438">
                <a:moveTo>
                  <a:pt x="753" y="0"/>
                </a:moveTo>
                <a:lnTo>
                  <a:pt x="753" y="438"/>
                </a:lnTo>
                <a:lnTo>
                  <a:pt x="0" y="438"/>
                </a:lnTo>
              </a:path>
            </a:pathLst>
          </a:custGeom>
          <a:ln w="6350">
            <a:solidFill>
              <a:schemeClr val="tx1">
                <a:lumMod val="65000"/>
                <a:lumOff val="35000"/>
              </a:schemeClr>
            </a:solidFill>
            <a:headEnd type="oval" w="sm" len="sm"/>
            <a:tailEnd type="none" w="sm" len="sm"/>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47" name="Freeform 108"/>
          <p:cNvSpPr>
            <a:spLocks noEditPoints="1"/>
          </p:cNvSpPr>
          <p:nvPr/>
        </p:nvSpPr>
        <p:spPr bwMode="auto">
          <a:xfrm rot="20105526">
            <a:off x="6544056" y="3225794"/>
            <a:ext cx="266424" cy="397740"/>
          </a:xfrm>
          <a:custGeom>
            <a:avLst/>
            <a:gdLst>
              <a:gd name="T0" fmla="*/ 196 w 201"/>
              <a:gd name="T1" fmla="*/ 271 h 299"/>
              <a:gd name="T2" fmla="*/ 164 w 201"/>
              <a:gd name="T3" fmla="*/ 199 h 299"/>
              <a:gd name="T4" fmla="*/ 152 w 201"/>
              <a:gd name="T5" fmla="*/ 189 h 299"/>
              <a:gd name="T6" fmla="*/ 143 w 201"/>
              <a:gd name="T7" fmla="*/ 169 h 299"/>
              <a:gd name="T8" fmla="*/ 175 w 201"/>
              <a:gd name="T9" fmla="*/ 62 h 299"/>
              <a:gd name="T10" fmla="*/ 62 w 201"/>
              <a:gd name="T11" fmla="*/ 20 h 299"/>
              <a:gd name="T12" fmla="*/ 20 w 201"/>
              <a:gd name="T13" fmla="*/ 133 h 299"/>
              <a:gd name="T14" fmla="*/ 122 w 201"/>
              <a:gd name="T15" fmla="*/ 179 h 299"/>
              <a:gd name="T16" fmla="*/ 131 w 201"/>
              <a:gd name="T17" fmla="*/ 199 h 299"/>
              <a:gd name="T18" fmla="*/ 131 w 201"/>
              <a:gd name="T19" fmla="*/ 215 h 299"/>
              <a:gd name="T20" fmla="*/ 163 w 201"/>
              <a:gd name="T21" fmla="*/ 286 h 299"/>
              <a:gd name="T22" fmla="*/ 187 w 201"/>
              <a:gd name="T23" fmla="*/ 295 h 299"/>
              <a:gd name="T24" fmla="*/ 196 w 201"/>
              <a:gd name="T25" fmla="*/ 271 h 299"/>
              <a:gd name="T26" fmla="*/ 126 w 201"/>
              <a:gd name="T27" fmla="*/ 160 h 299"/>
              <a:gd name="T28" fmla="*/ 34 w 201"/>
              <a:gd name="T29" fmla="*/ 126 h 299"/>
              <a:gd name="T30" fmla="*/ 69 w 201"/>
              <a:gd name="T31" fmla="*/ 34 h 299"/>
              <a:gd name="T32" fmla="*/ 160 w 201"/>
              <a:gd name="T33" fmla="*/ 69 h 299"/>
              <a:gd name="T34" fmla="*/ 126 w 201"/>
              <a:gd name="T35" fmla="*/ 160 h 2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01" h="299">
                <a:moveTo>
                  <a:pt x="196" y="271"/>
                </a:moveTo>
                <a:cubicBezTo>
                  <a:pt x="164" y="199"/>
                  <a:pt x="164" y="199"/>
                  <a:pt x="164" y="199"/>
                </a:cubicBezTo>
                <a:cubicBezTo>
                  <a:pt x="162" y="194"/>
                  <a:pt x="157" y="191"/>
                  <a:pt x="152" y="189"/>
                </a:cubicBezTo>
                <a:cubicBezTo>
                  <a:pt x="143" y="169"/>
                  <a:pt x="143" y="169"/>
                  <a:pt x="143" y="169"/>
                </a:cubicBezTo>
                <a:cubicBezTo>
                  <a:pt x="178" y="147"/>
                  <a:pt x="193" y="101"/>
                  <a:pt x="175" y="62"/>
                </a:cubicBezTo>
                <a:cubicBezTo>
                  <a:pt x="155" y="19"/>
                  <a:pt x="105" y="0"/>
                  <a:pt x="62" y="20"/>
                </a:cubicBezTo>
                <a:cubicBezTo>
                  <a:pt x="19" y="39"/>
                  <a:pt x="0" y="90"/>
                  <a:pt x="20" y="133"/>
                </a:cubicBezTo>
                <a:cubicBezTo>
                  <a:pt x="38" y="172"/>
                  <a:pt x="82" y="191"/>
                  <a:pt x="122" y="179"/>
                </a:cubicBezTo>
                <a:cubicBezTo>
                  <a:pt x="131" y="199"/>
                  <a:pt x="131" y="199"/>
                  <a:pt x="131" y="199"/>
                </a:cubicBezTo>
                <a:cubicBezTo>
                  <a:pt x="128" y="204"/>
                  <a:pt x="128" y="209"/>
                  <a:pt x="131" y="215"/>
                </a:cubicBezTo>
                <a:cubicBezTo>
                  <a:pt x="163" y="286"/>
                  <a:pt x="163" y="286"/>
                  <a:pt x="163" y="286"/>
                </a:cubicBezTo>
                <a:cubicBezTo>
                  <a:pt x="167" y="295"/>
                  <a:pt x="178" y="299"/>
                  <a:pt x="187" y="295"/>
                </a:cubicBezTo>
                <a:cubicBezTo>
                  <a:pt x="197" y="291"/>
                  <a:pt x="201" y="280"/>
                  <a:pt x="196" y="271"/>
                </a:cubicBezTo>
                <a:close/>
                <a:moveTo>
                  <a:pt x="126" y="160"/>
                </a:moveTo>
                <a:cubicBezTo>
                  <a:pt x="91" y="176"/>
                  <a:pt x="50" y="161"/>
                  <a:pt x="34" y="126"/>
                </a:cubicBezTo>
                <a:cubicBezTo>
                  <a:pt x="19" y="91"/>
                  <a:pt x="34" y="50"/>
                  <a:pt x="69" y="34"/>
                </a:cubicBezTo>
                <a:cubicBezTo>
                  <a:pt x="104" y="18"/>
                  <a:pt x="145" y="34"/>
                  <a:pt x="160" y="69"/>
                </a:cubicBezTo>
                <a:cubicBezTo>
                  <a:pt x="176" y="103"/>
                  <a:pt x="161" y="145"/>
                  <a:pt x="126" y="160"/>
                </a:cubicBezTo>
                <a:close/>
              </a:path>
            </a:pathLst>
          </a:custGeom>
          <a:solidFill>
            <a:srgbClr val="37B0E8"/>
          </a:solidFill>
          <a:ln>
            <a:noFill/>
          </a:ln>
        </p:spPr>
        <p:txBody>
          <a:bodyPr vert="horz" wrap="square" lIns="91440" tIns="45720" rIns="91440" bIns="45720" numCol="1" anchor="t" anchorCtr="0" compatLnSpc="1"/>
          <a:lstStyle/>
          <a:p>
            <a:endParaRPr lang="zh-CN" altLang="en-US"/>
          </a:p>
        </p:txBody>
      </p:sp>
      <p:grpSp>
        <p:nvGrpSpPr>
          <p:cNvPr id="148" name="组合 147"/>
          <p:cNvGrpSpPr/>
          <p:nvPr/>
        </p:nvGrpSpPr>
        <p:grpSpPr>
          <a:xfrm>
            <a:off x="4015893" y="1410505"/>
            <a:ext cx="406580" cy="407842"/>
            <a:chOff x="3020219" y="1344612"/>
            <a:chExt cx="511175" cy="512763"/>
          </a:xfrm>
          <a:solidFill>
            <a:srgbClr val="37B0E8"/>
          </a:solidFill>
        </p:grpSpPr>
        <p:sp>
          <p:nvSpPr>
            <p:cNvPr id="149" name="Freeform 109"/>
            <p:cNvSpPr>
              <a:spLocks noEditPoints="1"/>
            </p:cNvSpPr>
            <p:nvPr/>
          </p:nvSpPr>
          <p:spPr bwMode="auto">
            <a:xfrm>
              <a:off x="3182144" y="1344612"/>
              <a:ext cx="187325" cy="512763"/>
            </a:xfrm>
            <a:custGeom>
              <a:avLst/>
              <a:gdLst>
                <a:gd name="T0" fmla="*/ 57 w 113"/>
                <a:gd name="T1" fmla="*/ 0 h 307"/>
                <a:gd name="T2" fmla="*/ 0 w 113"/>
                <a:gd name="T3" fmla="*/ 153 h 307"/>
                <a:gd name="T4" fmla="*/ 57 w 113"/>
                <a:gd name="T5" fmla="*/ 307 h 307"/>
                <a:gd name="T6" fmla="*/ 113 w 113"/>
                <a:gd name="T7" fmla="*/ 153 h 307"/>
                <a:gd name="T8" fmla="*/ 57 w 113"/>
                <a:gd name="T9" fmla="*/ 0 h 307"/>
                <a:gd name="T10" fmla="*/ 57 w 113"/>
                <a:gd name="T11" fmla="*/ 282 h 307"/>
                <a:gd name="T12" fmla="*/ 9 w 113"/>
                <a:gd name="T13" fmla="*/ 153 h 307"/>
                <a:gd name="T14" fmla="*/ 57 w 113"/>
                <a:gd name="T15" fmla="*/ 25 h 307"/>
                <a:gd name="T16" fmla="*/ 104 w 113"/>
                <a:gd name="T17" fmla="*/ 153 h 307"/>
                <a:gd name="T18" fmla="*/ 57 w 113"/>
                <a:gd name="T19" fmla="*/ 282 h 3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3" h="307">
                  <a:moveTo>
                    <a:pt x="57" y="0"/>
                  </a:moveTo>
                  <a:cubicBezTo>
                    <a:pt x="25" y="0"/>
                    <a:pt x="0" y="69"/>
                    <a:pt x="0" y="153"/>
                  </a:cubicBezTo>
                  <a:cubicBezTo>
                    <a:pt x="0" y="238"/>
                    <a:pt x="25" y="307"/>
                    <a:pt x="57" y="307"/>
                  </a:cubicBezTo>
                  <a:cubicBezTo>
                    <a:pt x="88" y="307"/>
                    <a:pt x="113" y="238"/>
                    <a:pt x="113" y="153"/>
                  </a:cubicBezTo>
                  <a:cubicBezTo>
                    <a:pt x="113" y="69"/>
                    <a:pt x="88" y="0"/>
                    <a:pt x="57" y="0"/>
                  </a:cubicBezTo>
                  <a:close/>
                  <a:moveTo>
                    <a:pt x="57" y="282"/>
                  </a:moveTo>
                  <a:cubicBezTo>
                    <a:pt x="30" y="282"/>
                    <a:pt x="9" y="224"/>
                    <a:pt x="9" y="153"/>
                  </a:cubicBezTo>
                  <a:cubicBezTo>
                    <a:pt x="9" y="82"/>
                    <a:pt x="30" y="25"/>
                    <a:pt x="57" y="25"/>
                  </a:cubicBezTo>
                  <a:cubicBezTo>
                    <a:pt x="83" y="25"/>
                    <a:pt x="104" y="82"/>
                    <a:pt x="104" y="153"/>
                  </a:cubicBezTo>
                  <a:cubicBezTo>
                    <a:pt x="104" y="224"/>
                    <a:pt x="83" y="282"/>
                    <a:pt x="57" y="282"/>
                  </a:cubicBezTo>
                  <a:close/>
                </a:path>
              </a:pathLst>
            </a:custGeom>
            <a:grpFill/>
            <a:ln>
              <a:noFill/>
            </a:ln>
          </p:spPr>
          <p:txBody>
            <a:bodyPr vert="horz" wrap="square" lIns="91440" tIns="45720" rIns="91440" bIns="45720" numCol="1" anchor="t" anchorCtr="0" compatLnSpc="1"/>
            <a:lstStyle/>
            <a:p>
              <a:endParaRPr lang="zh-CN" altLang="en-US"/>
            </a:p>
          </p:txBody>
        </p:sp>
        <p:sp>
          <p:nvSpPr>
            <p:cNvPr id="150" name="Freeform 110"/>
            <p:cNvSpPr>
              <a:spLocks noEditPoints="1"/>
            </p:cNvSpPr>
            <p:nvPr/>
          </p:nvSpPr>
          <p:spPr bwMode="auto">
            <a:xfrm>
              <a:off x="3020219" y="1506538"/>
              <a:ext cx="511175" cy="188913"/>
            </a:xfrm>
            <a:custGeom>
              <a:avLst/>
              <a:gdLst>
                <a:gd name="T0" fmla="*/ 307 w 307"/>
                <a:gd name="T1" fmla="*/ 56 h 113"/>
                <a:gd name="T2" fmla="*/ 154 w 307"/>
                <a:gd name="T3" fmla="*/ 0 h 113"/>
                <a:gd name="T4" fmla="*/ 0 w 307"/>
                <a:gd name="T5" fmla="*/ 56 h 113"/>
                <a:gd name="T6" fmla="*/ 154 w 307"/>
                <a:gd name="T7" fmla="*/ 113 h 113"/>
                <a:gd name="T8" fmla="*/ 307 w 307"/>
                <a:gd name="T9" fmla="*/ 56 h 113"/>
                <a:gd name="T10" fmla="*/ 25 w 307"/>
                <a:gd name="T11" fmla="*/ 56 h 113"/>
                <a:gd name="T12" fmla="*/ 154 w 307"/>
                <a:gd name="T13" fmla="*/ 9 h 113"/>
                <a:gd name="T14" fmla="*/ 282 w 307"/>
                <a:gd name="T15" fmla="*/ 56 h 113"/>
                <a:gd name="T16" fmla="*/ 154 w 307"/>
                <a:gd name="T17" fmla="*/ 104 h 113"/>
                <a:gd name="T18" fmla="*/ 25 w 307"/>
                <a:gd name="T19" fmla="*/ 56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07" h="113">
                  <a:moveTo>
                    <a:pt x="307" y="56"/>
                  </a:moveTo>
                  <a:cubicBezTo>
                    <a:pt x="307" y="25"/>
                    <a:pt x="238" y="0"/>
                    <a:pt x="154" y="0"/>
                  </a:cubicBezTo>
                  <a:cubicBezTo>
                    <a:pt x="69" y="0"/>
                    <a:pt x="0" y="25"/>
                    <a:pt x="0" y="56"/>
                  </a:cubicBezTo>
                  <a:cubicBezTo>
                    <a:pt x="0" y="88"/>
                    <a:pt x="69" y="113"/>
                    <a:pt x="154" y="113"/>
                  </a:cubicBezTo>
                  <a:cubicBezTo>
                    <a:pt x="238" y="113"/>
                    <a:pt x="307" y="88"/>
                    <a:pt x="307" y="56"/>
                  </a:cubicBezTo>
                  <a:close/>
                  <a:moveTo>
                    <a:pt x="25" y="56"/>
                  </a:moveTo>
                  <a:cubicBezTo>
                    <a:pt x="25" y="30"/>
                    <a:pt x="83" y="9"/>
                    <a:pt x="154" y="9"/>
                  </a:cubicBezTo>
                  <a:cubicBezTo>
                    <a:pt x="225" y="9"/>
                    <a:pt x="282" y="30"/>
                    <a:pt x="282" y="56"/>
                  </a:cubicBezTo>
                  <a:cubicBezTo>
                    <a:pt x="282" y="82"/>
                    <a:pt x="225" y="104"/>
                    <a:pt x="154" y="104"/>
                  </a:cubicBezTo>
                  <a:cubicBezTo>
                    <a:pt x="83" y="104"/>
                    <a:pt x="25" y="82"/>
                    <a:pt x="25" y="56"/>
                  </a:cubicBezTo>
                  <a:close/>
                </a:path>
              </a:pathLst>
            </a:custGeom>
            <a:grpFill/>
            <a:ln>
              <a:noFill/>
            </a:ln>
          </p:spPr>
          <p:txBody>
            <a:bodyPr vert="horz" wrap="square" lIns="91440" tIns="45720" rIns="91440" bIns="45720" numCol="1" anchor="t" anchorCtr="0" compatLnSpc="1"/>
            <a:lstStyle/>
            <a:p>
              <a:endParaRPr lang="zh-CN" altLang="en-US"/>
            </a:p>
          </p:txBody>
        </p:sp>
        <p:sp>
          <p:nvSpPr>
            <p:cNvPr id="151" name="Freeform 111"/>
            <p:cNvSpPr>
              <a:spLocks noEditPoints="1"/>
            </p:cNvSpPr>
            <p:nvPr/>
          </p:nvSpPr>
          <p:spPr bwMode="auto">
            <a:xfrm>
              <a:off x="3058319" y="1382713"/>
              <a:ext cx="434975" cy="436563"/>
            </a:xfrm>
            <a:custGeom>
              <a:avLst/>
              <a:gdLst>
                <a:gd name="T0" fmla="*/ 239 w 261"/>
                <a:gd name="T1" fmla="*/ 22 h 261"/>
                <a:gd name="T2" fmla="*/ 91 w 261"/>
                <a:gd name="T3" fmla="*/ 90 h 261"/>
                <a:gd name="T4" fmla="*/ 22 w 261"/>
                <a:gd name="T5" fmla="*/ 239 h 261"/>
                <a:gd name="T6" fmla="*/ 171 w 261"/>
                <a:gd name="T7" fmla="*/ 170 h 261"/>
                <a:gd name="T8" fmla="*/ 239 w 261"/>
                <a:gd name="T9" fmla="*/ 22 h 261"/>
                <a:gd name="T10" fmla="*/ 40 w 261"/>
                <a:gd name="T11" fmla="*/ 221 h 261"/>
                <a:gd name="T12" fmla="*/ 97 w 261"/>
                <a:gd name="T13" fmla="*/ 97 h 261"/>
                <a:gd name="T14" fmla="*/ 221 w 261"/>
                <a:gd name="T15" fmla="*/ 39 h 261"/>
                <a:gd name="T16" fmla="*/ 164 w 261"/>
                <a:gd name="T17" fmla="*/ 164 h 261"/>
                <a:gd name="T18" fmla="*/ 40 w 261"/>
                <a:gd name="T19" fmla="*/ 221 h 2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1" h="261">
                  <a:moveTo>
                    <a:pt x="239" y="22"/>
                  </a:moveTo>
                  <a:cubicBezTo>
                    <a:pt x="217" y="0"/>
                    <a:pt x="150" y="30"/>
                    <a:pt x="91" y="90"/>
                  </a:cubicBezTo>
                  <a:cubicBezTo>
                    <a:pt x="31" y="150"/>
                    <a:pt x="0" y="217"/>
                    <a:pt x="22" y="239"/>
                  </a:cubicBezTo>
                  <a:cubicBezTo>
                    <a:pt x="44" y="261"/>
                    <a:pt x="111" y="230"/>
                    <a:pt x="171" y="170"/>
                  </a:cubicBezTo>
                  <a:cubicBezTo>
                    <a:pt x="230" y="110"/>
                    <a:pt x="261" y="44"/>
                    <a:pt x="239" y="22"/>
                  </a:cubicBezTo>
                  <a:close/>
                  <a:moveTo>
                    <a:pt x="40" y="221"/>
                  </a:moveTo>
                  <a:cubicBezTo>
                    <a:pt x="21" y="203"/>
                    <a:pt x="47" y="147"/>
                    <a:pt x="97" y="97"/>
                  </a:cubicBezTo>
                  <a:cubicBezTo>
                    <a:pt x="147" y="47"/>
                    <a:pt x="203" y="21"/>
                    <a:pt x="221" y="39"/>
                  </a:cubicBezTo>
                  <a:cubicBezTo>
                    <a:pt x="240" y="58"/>
                    <a:pt x="214" y="114"/>
                    <a:pt x="164" y="164"/>
                  </a:cubicBezTo>
                  <a:cubicBezTo>
                    <a:pt x="114" y="214"/>
                    <a:pt x="58" y="240"/>
                    <a:pt x="40" y="221"/>
                  </a:cubicBezTo>
                  <a:close/>
                </a:path>
              </a:pathLst>
            </a:custGeom>
            <a:grpFill/>
            <a:ln>
              <a:noFill/>
            </a:ln>
          </p:spPr>
          <p:txBody>
            <a:bodyPr vert="horz" wrap="square" lIns="91440" tIns="45720" rIns="91440" bIns="45720" numCol="1" anchor="t" anchorCtr="0" compatLnSpc="1"/>
            <a:lstStyle/>
            <a:p>
              <a:endParaRPr lang="zh-CN" altLang="en-US"/>
            </a:p>
          </p:txBody>
        </p:sp>
        <p:sp>
          <p:nvSpPr>
            <p:cNvPr id="152" name="Freeform 112"/>
            <p:cNvSpPr>
              <a:spLocks noEditPoints="1"/>
            </p:cNvSpPr>
            <p:nvPr/>
          </p:nvSpPr>
          <p:spPr bwMode="auto">
            <a:xfrm>
              <a:off x="3058319" y="1382713"/>
              <a:ext cx="434975" cy="436563"/>
            </a:xfrm>
            <a:custGeom>
              <a:avLst/>
              <a:gdLst>
                <a:gd name="T0" fmla="*/ 239 w 261"/>
                <a:gd name="T1" fmla="*/ 239 h 261"/>
                <a:gd name="T2" fmla="*/ 171 w 261"/>
                <a:gd name="T3" fmla="*/ 90 h 261"/>
                <a:gd name="T4" fmla="*/ 22 w 261"/>
                <a:gd name="T5" fmla="*/ 22 h 261"/>
                <a:gd name="T6" fmla="*/ 91 w 261"/>
                <a:gd name="T7" fmla="*/ 170 h 261"/>
                <a:gd name="T8" fmla="*/ 239 w 261"/>
                <a:gd name="T9" fmla="*/ 239 h 261"/>
                <a:gd name="T10" fmla="*/ 40 w 261"/>
                <a:gd name="T11" fmla="*/ 39 h 261"/>
                <a:gd name="T12" fmla="*/ 164 w 261"/>
                <a:gd name="T13" fmla="*/ 97 h 261"/>
                <a:gd name="T14" fmla="*/ 221 w 261"/>
                <a:gd name="T15" fmla="*/ 221 h 261"/>
                <a:gd name="T16" fmla="*/ 97 w 261"/>
                <a:gd name="T17" fmla="*/ 164 h 261"/>
                <a:gd name="T18" fmla="*/ 40 w 261"/>
                <a:gd name="T19" fmla="*/ 39 h 2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1" h="261">
                  <a:moveTo>
                    <a:pt x="239" y="239"/>
                  </a:moveTo>
                  <a:cubicBezTo>
                    <a:pt x="261" y="217"/>
                    <a:pt x="230" y="150"/>
                    <a:pt x="171" y="90"/>
                  </a:cubicBezTo>
                  <a:cubicBezTo>
                    <a:pt x="111" y="30"/>
                    <a:pt x="44" y="0"/>
                    <a:pt x="22" y="22"/>
                  </a:cubicBezTo>
                  <a:cubicBezTo>
                    <a:pt x="0" y="44"/>
                    <a:pt x="31" y="110"/>
                    <a:pt x="91" y="170"/>
                  </a:cubicBezTo>
                  <a:cubicBezTo>
                    <a:pt x="150" y="230"/>
                    <a:pt x="217" y="261"/>
                    <a:pt x="239" y="239"/>
                  </a:cubicBezTo>
                  <a:close/>
                  <a:moveTo>
                    <a:pt x="40" y="39"/>
                  </a:moveTo>
                  <a:cubicBezTo>
                    <a:pt x="58" y="21"/>
                    <a:pt x="114" y="47"/>
                    <a:pt x="164" y="97"/>
                  </a:cubicBezTo>
                  <a:cubicBezTo>
                    <a:pt x="214" y="147"/>
                    <a:pt x="240" y="203"/>
                    <a:pt x="221" y="221"/>
                  </a:cubicBezTo>
                  <a:cubicBezTo>
                    <a:pt x="203" y="240"/>
                    <a:pt x="147" y="214"/>
                    <a:pt x="97" y="164"/>
                  </a:cubicBezTo>
                  <a:cubicBezTo>
                    <a:pt x="47" y="114"/>
                    <a:pt x="21" y="58"/>
                    <a:pt x="40" y="39"/>
                  </a:cubicBezTo>
                  <a:close/>
                </a:path>
              </a:pathLst>
            </a:custGeom>
            <a:grpFill/>
            <a:ln>
              <a:noFill/>
            </a:ln>
          </p:spPr>
          <p:txBody>
            <a:bodyPr vert="horz" wrap="square" lIns="91440" tIns="45720" rIns="91440" bIns="45720" numCol="1" anchor="t" anchorCtr="0" compatLnSpc="1"/>
            <a:lstStyle/>
            <a:p>
              <a:endParaRPr lang="zh-CN" altLang="en-US"/>
            </a:p>
          </p:txBody>
        </p:sp>
        <p:sp>
          <p:nvSpPr>
            <p:cNvPr id="153" name="Oval 113"/>
            <p:cNvSpPr>
              <a:spLocks noChangeArrowheads="1"/>
            </p:cNvSpPr>
            <p:nvPr/>
          </p:nvSpPr>
          <p:spPr bwMode="auto">
            <a:xfrm>
              <a:off x="3236119" y="1562100"/>
              <a:ext cx="79375" cy="77788"/>
            </a:xfrm>
            <a:prstGeom prst="ellipse">
              <a:avLst/>
            </a:prstGeom>
            <a:grpFill/>
            <a:ln>
              <a:noFill/>
            </a:ln>
          </p:spPr>
          <p:txBody>
            <a:bodyPr vert="horz" wrap="square" lIns="91440" tIns="45720" rIns="91440" bIns="45720" numCol="1" anchor="t" anchorCtr="0" compatLnSpc="1"/>
            <a:lstStyle/>
            <a:p>
              <a:endParaRPr lang="zh-CN" altLang="en-US"/>
            </a:p>
          </p:txBody>
        </p:sp>
      </p:grpSp>
      <p:sp>
        <p:nvSpPr>
          <p:cNvPr id="154" name="Freeform 80"/>
          <p:cNvSpPr>
            <a:spLocks noEditPoints="1"/>
          </p:cNvSpPr>
          <p:nvPr/>
        </p:nvSpPr>
        <p:spPr bwMode="auto">
          <a:xfrm flipH="1">
            <a:off x="3547352" y="3271947"/>
            <a:ext cx="390525" cy="320675"/>
          </a:xfrm>
          <a:custGeom>
            <a:avLst/>
            <a:gdLst>
              <a:gd name="T0" fmla="*/ 6 w 147"/>
              <a:gd name="T1" fmla="*/ 0 h 122"/>
              <a:gd name="T2" fmla="*/ 6 w 147"/>
              <a:gd name="T3" fmla="*/ 0 h 122"/>
              <a:gd name="T4" fmla="*/ 141 w 147"/>
              <a:gd name="T5" fmla="*/ 0 h 122"/>
              <a:gd name="T6" fmla="*/ 147 w 147"/>
              <a:gd name="T7" fmla="*/ 5 h 122"/>
              <a:gd name="T8" fmla="*/ 147 w 147"/>
              <a:gd name="T9" fmla="*/ 5 h 122"/>
              <a:gd name="T10" fmla="*/ 147 w 147"/>
              <a:gd name="T11" fmla="*/ 103 h 122"/>
              <a:gd name="T12" fmla="*/ 141 w 147"/>
              <a:gd name="T13" fmla="*/ 108 h 122"/>
              <a:gd name="T14" fmla="*/ 141 w 147"/>
              <a:gd name="T15" fmla="*/ 108 h 122"/>
              <a:gd name="T16" fmla="*/ 79 w 147"/>
              <a:gd name="T17" fmla="*/ 108 h 122"/>
              <a:gd name="T18" fmla="*/ 79 w 147"/>
              <a:gd name="T19" fmla="*/ 115 h 122"/>
              <a:gd name="T20" fmla="*/ 79 w 147"/>
              <a:gd name="T21" fmla="*/ 115 h 122"/>
              <a:gd name="T22" fmla="*/ 110 w 147"/>
              <a:gd name="T23" fmla="*/ 115 h 122"/>
              <a:gd name="T24" fmla="*/ 114 w 147"/>
              <a:gd name="T25" fmla="*/ 119 h 122"/>
              <a:gd name="T26" fmla="*/ 110 w 147"/>
              <a:gd name="T27" fmla="*/ 122 h 122"/>
              <a:gd name="T28" fmla="*/ 36 w 147"/>
              <a:gd name="T29" fmla="*/ 122 h 122"/>
              <a:gd name="T30" fmla="*/ 33 w 147"/>
              <a:gd name="T31" fmla="*/ 119 h 122"/>
              <a:gd name="T32" fmla="*/ 36 w 147"/>
              <a:gd name="T33" fmla="*/ 115 h 122"/>
              <a:gd name="T34" fmla="*/ 68 w 147"/>
              <a:gd name="T35" fmla="*/ 115 h 122"/>
              <a:gd name="T36" fmla="*/ 68 w 147"/>
              <a:gd name="T37" fmla="*/ 115 h 122"/>
              <a:gd name="T38" fmla="*/ 68 w 147"/>
              <a:gd name="T39" fmla="*/ 108 h 122"/>
              <a:gd name="T40" fmla="*/ 6 w 147"/>
              <a:gd name="T41" fmla="*/ 108 h 122"/>
              <a:gd name="T42" fmla="*/ 0 w 147"/>
              <a:gd name="T43" fmla="*/ 103 h 122"/>
              <a:gd name="T44" fmla="*/ 0 w 147"/>
              <a:gd name="T45" fmla="*/ 103 h 122"/>
              <a:gd name="T46" fmla="*/ 0 w 147"/>
              <a:gd name="T47" fmla="*/ 5 h 122"/>
              <a:gd name="T48" fmla="*/ 6 w 147"/>
              <a:gd name="T49" fmla="*/ 0 h 122"/>
              <a:gd name="T50" fmla="*/ 125 w 147"/>
              <a:gd name="T51" fmla="*/ 81 h 122"/>
              <a:gd name="T52" fmla="*/ 125 w 147"/>
              <a:gd name="T53" fmla="*/ 81 h 122"/>
              <a:gd name="T54" fmla="*/ 131 w 147"/>
              <a:gd name="T55" fmla="*/ 87 h 122"/>
              <a:gd name="T56" fmla="*/ 125 w 147"/>
              <a:gd name="T57" fmla="*/ 93 h 122"/>
              <a:gd name="T58" fmla="*/ 120 w 147"/>
              <a:gd name="T59" fmla="*/ 87 h 122"/>
              <a:gd name="T60" fmla="*/ 125 w 147"/>
              <a:gd name="T61" fmla="*/ 81 h 122"/>
              <a:gd name="T62" fmla="*/ 135 w 147"/>
              <a:gd name="T63" fmla="*/ 11 h 122"/>
              <a:gd name="T64" fmla="*/ 135 w 147"/>
              <a:gd name="T65" fmla="*/ 11 h 122"/>
              <a:gd name="T66" fmla="*/ 11 w 147"/>
              <a:gd name="T67" fmla="*/ 11 h 122"/>
              <a:gd name="T68" fmla="*/ 11 w 147"/>
              <a:gd name="T69" fmla="*/ 97 h 122"/>
              <a:gd name="T70" fmla="*/ 135 w 147"/>
              <a:gd name="T71" fmla="*/ 97 h 122"/>
              <a:gd name="T72" fmla="*/ 135 w 147"/>
              <a:gd name="T73" fmla="*/ 11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47" h="122">
                <a:moveTo>
                  <a:pt x="6" y="0"/>
                </a:moveTo>
                <a:cubicBezTo>
                  <a:pt x="6" y="0"/>
                  <a:pt x="6" y="0"/>
                  <a:pt x="6" y="0"/>
                </a:cubicBezTo>
                <a:cubicBezTo>
                  <a:pt x="141" y="0"/>
                  <a:pt x="141" y="0"/>
                  <a:pt x="141" y="0"/>
                </a:cubicBezTo>
                <a:cubicBezTo>
                  <a:pt x="144" y="0"/>
                  <a:pt x="147" y="2"/>
                  <a:pt x="147" y="5"/>
                </a:cubicBezTo>
                <a:cubicBezTo>
                  <a:pt x="147" y="5"/>
                  <a:pt x="147" y="5"/>
                  <a:pt x="147" y="5"/>
                </a:cubicBezTo>
                <a:cubicBezTo>
                  <a:pt x="147" y="103"/>
                  <a:pt x="147" y="103"/>
                  <a:pt x="147" y="103"/>
                </a:cubicBezTo>
                <a:cubicBezTo>
                  <a:pt x="147" y="106"/>
                  <a:pt x="144" y="108"/>
                  <a:pt x="141" y="108"/>
                </a:cubicBezTo>
                <a:cubicBezTo>
                  <a:pt x="141" y="108"/>
                  <a:pt x="141" y="108"/>
                  <a:pt x="141" y="108"/>
                </a:cubicBezTo>
                <a:cubicBezTo>
                  <a:pt x="79" y="108"/>
                  <a:pt x="79" y="108"/>
                  <a:pt x="79" y="108"/>
                </a:cubicBezTo>
                <a:cubicBezTo>
                  <a:pt x="79" y="115"/>
                  <a:pt x="79" y="115"/>
                  <a:pt x="79" y="115"/>
                </a:cubicBezTo>
                <a:cubicBezTo>
                  <a:pt x="79" y="115"/>
                  <a:pt x="79" y="115"/>
                  <a:pt x="79" y="115"/>
                </a:cubicBezTo>
                <a:cubicBezTo>
                  <a:pt x="110" y="115"/>
                  <a:pt x="110" y="115"/>
                  <a:pt x="110" y="115"/>
                </a:cubicBezTo>
                <a:cubicBezTo>
                  <a:pt x="112" y="115"/>
                  <a:pt x="114" y="117"/>
                  <a:pt x="114" y="119"/>
                </a:cubicBezTo>
                <a:cubicBezTo>
                  <a:pt x="114" y="120"/>
                  <a:pt x="112" y="122"/>
                  <a:pt x="110" y="122"/>
                </a:cubicBezTo>
                <a:cubicBezTo>
                  <a:pt x="36" y="122"/>
                  <a:pt x="36" y="122"/>
                  <a:pt x="36" y="122"/>
                </a:cubicBezTo>
                <a:cubicBezTo>
                  <a:pt x="35" y="122"/>
                  <a:pt x="33" y="120"/>
                  <a:pt x="33" y="119"/>
                </a:cubicBezTo>
                <a:cubicBezTo>
                  <a:pt x="33" y="117"/>
                  <a:pt x="35" y="115"/>
                  <a:pt x="36" y="115"/>
                </a:cubicBezTo>
                <a:cubicBezTo>
                  <a:pt x="68" y="115"/>
                  <a:pt x="68" y="115"/>
                  <a:pt x="68" y="115"/>
                </a:cubicBezTo>
                <a:cubicBezTo>
                  <a:pt x="68" y="115"/>
                  <a:pt x="68" y="115"/>
                  <a:pt x="68" y="115"/>
                </a:cubicBezTo>
                <a:cubicBezTo>
                  <a:pt x="68" y="108"/>
                  <a:pt x="68" y="108"/>
                  <a:pt x="68" y="108"/>
                </a:cubicBezTo>
                <a:cubicBezTo>
                  <a:pt x="6" y="108"/>
                  <a:pt x="6" y="108"/>
                  <a:pt x="6" y="108"/>
                </a:cubicBezTo>
                <a:cubicBezTo>
                  <a:pt x="2" y="108"/>
                  <a:pt x="0" y="106"/>
                  <a:pt x="0" y="103"/>
                </a:cubicBezTo>
                <a:cubicBezTo>
                  <a:pt x="0" y="103"/>
                  <a:pt x="0" y="103"/>
                  <a:pt x="0" y="103"/>
                </a:cubicBezTo>
                <a:cubicBezTo>
                  <a:pt x="0" y="5"/>
                  <a:pt x="0" y="5"/>
                  <a:pt x="0" y="5"/>
                </a:cubicBezTo>
                <a:cubicBezTo>
                  <a:pt x="0" y="2"/>
                  <a:pt x="2" y="0"/>
                  <a:pt x="6" y="0"/>
                </a:cubicBezTo>
                <a:close/>
                <a:moveTo>
                  <a:pt x="125" y="81"/>
                </a:moveTo>
                <a:cubicBezTo>
                  <a:pt x="125" y="81"/>
                  <a:pt x="125" y="81"/>
                  <a:pt x="125" y="81"/>
                </a:cubicBezTo>
                <a:cubicBezTo>
                  <a:pt x="129" y="81"/>
                  <a:pt x="131" y="84"/>
                  <a:pt x="131" y="87"/>
                </a:cubicBezTo>
                <a:cubicBezTo>
                  <a:pt x="131" y="90"/>
                  <a:pt x="129" y="93"/>
                  <a:pt x="125" y="93"/>
                </a:cubicBezTo>
                <a:cubicBezTo>
                  <a:pt x="122" y="93"/>
                  <a:pt x="120" y="90"/>
                  <a:pt x="120" y="87"/>
                </a:cubicBezTo>
                <a:cubicBezTo>
                  <a:pt x="120" y="84"/>
                  <a:pt x="122" y="81"/>
                  <a:pt x="125" y="81"/>
                </a:cubicBezTo>
                <a:close/>
                <a:moveTo>
                  <a:pt x="135" y="11"/>
                </a:moveTo>
                <a:cubicBezTo>
                  <a:pt x="135" y="11"/>
                  <a:pt x="135" y="11"/>
                  <a:pt x="135" y="11"/>
                </a:cubicBezTo>
                <a:cubicBezTo>
                  <a:pt x="11" y="11"/>
                  <a:pt x="11" y="11"/>
                  <a:pt x="11" y="11"/>
                </a:cubicBezTo>
                <a:cubicBezTo>
                  <a:pt x="11" y="40"/>
                  <a:pt x="11" y="68"/>
                  <a:pt x="11" y="97"/>
                </a:cubicBezTo>
                <a:cubicBezTo>
                  <a:pt x="53" y="97"/>
                  <a:pt x="94" y="97"/>
                  <a:pt x="135" y="97"/>
                </a:cubicBezTo>
                <a:cubicBezTo>
                  <a:pt x="135" y="68"/>
                  <a:pt x="135" y="40"/>
                  <a:pt x="135" y="11"/>
                </a:cubicBezTo>
                <a:close/>
              </a:path>
            </a:pathLst>
          </a:custGeom>
          <a:solidFill>
            <a:srgbClr val="37B0E8"/>
          </a:solidFill>
          <a:ln>
            <a:noFill/>
          </a:ln>
        </p:spPr>
        <p:txBody>
          <a:bodyPr vert="horz" wrap="square" lIns="91440" tIns="45720" rIns="91440" bIns="45720" numCol="1" anchor="t" anchorCtr="0" compatLnSpc="1"/>
          <a:lstStyle/>
          <a:p>
            <a:endParaRPr lang="zh-CN" altLang="en-US"/>
          </a:p>
        </p:txBody>
      </p:sp>
      <p:sp>
        <p:nvSpPr>
          <p:cNvPr id="155" name="Rectangle 66"/>
          <p:cNvSpPr>
            <a:spLocks noChangeArrowheads="1"/>
          </p:cNvSpPr>
          <p:nvPr/>
        </p:nvSpPr>
        <p:spPr bwMode="auto">
          <a:xfrm>
            <a:off x="6584600" y="1790801"/>
            <a:ext cx="1654772"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lvl="0" algn="just" fontAlgn="base">
              <a:spcBef>
                <a:spcPct val="0"/>
              </a:spcBef>
              <a:spcAft>
                <a:spcPct val="0"/>
              </a:spcAft>
            </a:pPr>
            <a:r>
              <a:rPr lang="zh-CN" altLang="en-US" sz="1000" dirty="0">
                <a:solidFill>
                  <a:schemeClr val="bg1">
                    <a:lumMod val="50000"/>
                  </a:schemeClr>
                </a:solidFill>
                <a:latin typeface="Arial" pitchFamily="34" charset="0"/>
                <a:ea typeface="微软雅黑" pitchFamily="34" charset="-122"/>
              </a:rPr>
              <a:t>此处可输入相关说明文本内容，或者复制文本内容后粘贴，并选择只保留文字。文本内容建议简洁明了、提纲挈领，尽量保持整体风格统一</a:t>
            </a:r>
            <a:r>
              <a:rPr lang="zh-CN" altLang="en-US" sz="1000" dirty="0">
                <a:solidFill>
                  <a:prstClr val="black">
                    <a:lumMod val="50000"/>
                    <a:lumOff val="50000"/>
                  </a:prstClr>
                </a:solidFill>
                <a:latin typeface="Arial" pitchFamily="34" charset="0"/>
                <a:ea typeface="微软雅黑" pitchFamily="34" charset="-122"/>
              </a:rPr>
              <a:t>。</a:t>
            </a:r>
            <a:endParaRPr lang="zh-CN" altLang="zh-CN" sz="1000" dirty="0">
              <a:solidFill>
                <a:prstClr val="black">
                  <a:lumMod val="50000"/>
                  <a:lumOff val="50000"/>
                </a:prstClr>
              </a:solidFill>
              <a:latin typeface="Arial" pitchFamily="34" charset="0"/>
              <a:ea typeface="微软雅黑" pitchFamily="34" charset="-122"/>
            </a:endParaRPr>
          </a:p>
        </p:txBody>
      </p:sp>
      <p:sp>
        <p:nvSpPr>
          <p:cNvPr id="156" name="圆角矩形 155"/>
          <p:cNvSpPr/>
          <p:nvPr/>
        </p:nvSpPr>
        <p:spPr>
          <a:xfrm>
            <a:off x="6584600" y="1460378"/>
            <a:ext cx="1052375" cy="246226"/>
          </a:xfrm>
          <a:prstGeom prst="roundRect">
            <a:avLst>
              <a:gd name="adj" fmla="val 0"/>
            </a:avLst>
          </a:prstGeom>
          <a:solidFill>
            <a:srgbClr val="37B0E8"/>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ln w="6350">
                  <a:noFill/>
                </a:ln>
                <a:solidFill>
                  <a:schemeClr val="bg1"/>
                </a:solidFill>
                <a:latin typeface="Impact" pitchFamily="34" charset="0"/>
                <a:ea typeface="微软雅黑" pitchFamily="34" charset="-122"/>
              </a:rPr>
              <a:t>方法二</a:t>
            </a:r>
          </a:p>
        </p:txBody>
      </p:sp>
      <p:sp>
        <p:nvSpPr>
          <p:cNvPr id="157" name="Rectangle 66"/>
          <p:cNvSpPr>
            <a:spLocks noChangeArrowheads="1"/>
          </p:cNvSpPr>
          <p:nvPr/>
        </p:nvSpPr>
        <p:spPr bwMode="auto">
          <a:xfrm>
            <a:off x="7034180" y="3573881"/>
            <a:ext cx="1654772"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lvl="0" algn="just" fontAlgn="base">
              <a:spcBef>
                <a:spcPct val="0"/>
              </a:spcBef>
              <a:spcAft>
                <a:spcPct val="0"/>
              </a:spcAft>
            </a:pPr>
            <a:r>
              <a:rPr lang="zh-CN" altLang="en-US" sz="1000" dirty="0">
                <a:solidFill>
                  <a:schemeClr val="bg1">
                    <a:lumMod val="50000"/>
                  </a:schemeClr>
                </a:solidFill>
                <a:latin typeface="Arial" pitchFamily="34" charset="0"/>
                <a:ea typeface="微软雅黑" pitchFamily="34" charset="-122"/>
              </a:rPr>
              <a:t>此处可输入相关说明文本内容，或者复制文本内容后粘贴，并选择只保留文字。文本内容建议简洁明了、提纲挈领，尽量保持整体风格统一</a:t>
            </a:r>
            <a:r>
              <a:rPr lang="zh-CN" altLang="en-US" sz="1000" dirty="0">
                <a:solidFill>
                  <a:prstClr val="black">
                    <a:lumMod val="50000"/>
                    <a:lumOff val="50000"/>
                  </a:prstClr>
                </a:solidFill>
                <a:latin typeface="Arial" pitchFamily="34" charset="0"/>
                <a:ea typeface="微软雅黑" pitchFamily="34" charset="-122"/>
              </a:rPr>
              <a:t>。</a:t>
            </a:r>
            <a:endParaRPr lang="zh-CN" altLang="zh-CN" sz="1000" dirty="0">
              <a:solidFill>
                <a:prstClr val="black">
                  <a:lumMod val="50000"/>
                  <a:lumOff val="50000"/>
                </a:prstClr>
              </a:solidFill>
              <a:latin typeface="Arial" pitchFamily="34" charset="0"/>
              <a:ea typeface="微软雅黑" pitchFamily="34" charset="-122"/>
            </a:endParaRPr>
          </a:p>
        </p:txBody>
      </p:sp>
      <p:sp>
        <p:nvSpPr>
          <p:cNvPr id="158" name="圆角矩形 157"/>
          <p:cNvSpPr/>
          <p:nvPr/>
        </p:nvSpPr>
        <p:spPr>
          <a:xfrm>
            <a:off x="7034180" y="3243458"/>
            <a:ext cx="1052375" cy="246226"/>
          </a:xfrm>
          <a:prstGeom prst="roundRect">
            <a:avLst>
              <a:gd name="adj" fmla="val 0"/>
            </a:avLst>
          </a:prstGeom>
          <a:solidFill>
            <a:srgbClr val="37B0E8"/>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ln w="6350">
                  <a:noFill/>
                </a:ln>
                <a:solidFill>
                  <a:schemeClr val="bg1"/>
                </a:solidFill>
                <a:latin typeface="Impact" pitchFamily="34" charset="0"/>
                <a:ea typeface="微软雅黑" pitchFamily="34" charset="-122"/>
              </a:rPr>
              <a:t>方法四</a:t>
            </a:r>
          </a:p>
        </p:txBody>
      </p:sp>
      <p:sp>
        <p:nvSpPr>
          <p:cNvPr id="159" name="Rectangle 66"/>
          <p:cNvSpPr>
            <a:spLocks noChangeArrowheads="1"/>
          </p:cNvSpPr>
          <p:nvPr/>
        </p:nvSpPr>
        <p:spPr bwMode="auto">
          <a:xfrm>
            <a:off x="2246095" y="1790801"/>
            <a:ext cx="1654772"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lvl="0" algn="just" fontAlgn="base">
              <a:spcBef>
                <a:spcPct val="0"/>
              </a:spcBef>
              <a:spcAft>
                <a:spcPct val="0"/>
              </a:spcAft>
            </a:pPr>
            <a:r>
              <a:rPr lang="zh-CN" altLang="en-US" sz="1000" dirty="0">
                <a:solidFill>
                  <a:schemeClr val="bg1">
                    <a:lumMod val="50000"/>
                  </a:schemeClr>
                </a:solidFill>
                <a:latin typeface="Arial" pitchFamily="34" charset="0"/>
                <a:ea typeface="微软雅黑" pitchFamily="34" charset="-122"/>
              </a:rPr>
              <a:t>此处可输入相关说明文本内容，或者复制文本内容后粘贴，并选择只保留文字。文本内容建议简洁明了、提纲挈领，尽量保持整体风格统一</a:t>
            </a:r>
            <a:r>
              <a:rPr lang="zh-CN" altLang="en-US" sz="1000" dirty="0">
                <a:solidFill>
                  <a:prstClr val="black">
                    <a:lumMod val="50000"/>
                    <a:lumOff val="50000"/>
                  </a:prstClr>
                </a:solidFill>
                <a:latin typeface="Arial" pitchFamily="34" charset="0"/>
                <a:ea typeface="微软雅黑" pitchFamily="34" charset="-122"/>
              </a:rPr>
              <a:t>。</a:t>
            </a:r>
            <a:endParaRPr lang="zh-CN" altLang="zh-CN" sz="1000" dirty="0">
              <a:solidFill>
                <a:prstClr val="black">
                  <a:lumMod val="50000"/>
                  <a:lumOff val="50000"/>
                </a:prstClr>
              </a:solidFill>
              <a:latin typeface="Arial" pitchFamily="34" charset="0"/>
              <a:ea typeface="微软雅黑" pitchFamily="34" charset="-122"/>
            </a:endParaRPr>
          </a:p>
        </p:txBody>
      </p:sp>
      <p:sp>
        <p:nvSpPr>
          <p:cNvPr id="160" name="圆角矩形 159"/>
          <p:cNvSpPr/>
          <p:nvPr/>
        </p:nvSpPr>
        <p:spPr>
          <a:xfrm>
            <a:off x="2792654" y="1460378"/>
            <a:ext cx="1052375" cy="246226"/>
          </a:xfrm>
          <a:prstGeom prst="roundRect">
            <a:avLst>
              <a:gd name="adj" fmla="val 0"/>
            </a:avLst>
          </a:prstGeom>
          <a:solidFill>
            <a:srgbClr val="37B0E8"/>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ln w="6350">
                  <a:noFill/>
                </a:ln>
                <a:solidFill>
                  <a:schemeClr val="bg1"/>
                </a:solidFill>
                <a:latin typeface="Impact" pitchFamily="34" charset="0"/>
                <a:ea typeface="微软雅黑" pitchFamily="34" charset="-122"/>
              </a:rPr>
              <a:t>方法一</a:t>
            </a:r>
          </a:p>
        </p:txBody>
      </p:sp>
      <p:sp>
        <p:nvSpPr>
          <p:cNvPr id="161" name="Rectangle 66"/>
          <p:cNvSpPr>
            <a:spLocks noChangeArrowheads="1"/>
          </p:cNvSpPr>
          <p:nvPr/>
        </p:nvSpPr>
        <p:spPr bwMode="auto">
          <a:xfrm>
            <a:off x="1691680" y="3573881"/>
            <a:ext cx="1654772"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lvl="0" algn="just" fontAlgn="base">
              <a:spcBef>
                <a:spcPct val="0"/>
              </a:spcBef>
              <a:spcAft>
                <a:spcPct val="0"/>
              </a:spcAft>
            </a:pPr>
            <a:r>
              <a:rPr lang="zh-CN" altLang="en-US" sz="1000" dirty="0">
                <a:solidFill>
                  <a:schemeClr val="bg1">
                    <a:lumMod val="50000"/>
                  </a:schemeClr>
                </a:solidFill>
                <a:latin typeface="Arial" pitchFamily="34" charset="0"/>
                <a:ea typeface="微软雅黑" pitchFamily="34" charset="-122"/>
              </a:rPr>
              <a:t>此处可输入相关说明文本内容，或者复制文本内容后粘贴，并选择只保留文字。文本内容建议简洁明了、提纲挈领，尽量保持整体风格统一</a:t>
            </a:r>
            <a:r>
              <a:rPr lang="zh-CN" altLang="en-US" sz="1000" dirty="0">
                <a:solidFill>
                  <a:prstClr val="black">
                    <a:lumMod val="50000"/>
                    <a:lumOff val="50000"/>
                  </a:prstClr>
                </a:solidFill>
                <a:latin typeface="Arial" pitchFamily="34" charset="0"/>
                <a:ea typeface="微软雅黑" pitchFamily="34" charset="-122"/>
              </a:rPr>
              <a:t>。</a:t>
            </a:r>
            <a:endParaRPr lang="zh-CN" altLang="zh-CN" sz="1000" dirty="0">
              <a:solidFill>
                <a:prstClr val="black">
                  <a:lumMod val="50000"/>
                  <a:lumOff val="50000"/>
                </a:prstClr>
              </a:solidFill>
              <a:latin typeface="Arial" pitchFamily="34" charset="0"/>
              <a:ea typeface="微软雅黑" pitchFamily="34" charset="-122"/>
            </a:endParaRPr>
          </a:p>
        </p:txBody>
      </p:sp>
      <p:sp>
        <p:nvSpPr>
          <p:cNvPr id="162" name="圆角矩形 161"/>
          <p:cNvSpPr/>
          <p:nvPr/>
        </p:nvSpPr>
        <p:spPr>
          <a:xfrm>
            <a:off x="2294077" y="3243458"/>
            <a:ext cx="1052375" cy="246226"/>
          </a:xfrm>
          <a:prstGeom prst="roundRect">
            <a:avLst>
              <a:gd name="adj" fmla="val 0"/>
            </a:avLst>
          </a:prstGeom>
          <a:solidFill>
            <a:srgbClr val="37B0E8"/>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ln w="6350">
                  <a:noFill/>
                </a:ln>
                <a:solidFill>
                  <a:schemeClr val="bg1"/>
                </a:solidFill>
                <a:latin typeface="Impact" pitchFamily="34" charset="0"/>
                <a:ea typeface="微软雅黑" pitchFamily="34" charset="-122"/>
              </a:rPr>
              <a:t>方法三</a:t>
            </a:r>
          </a:p>
        </p:txBody>
      </p:sp>
      <p:grpSp>
        <p:nvGrpSpPr>
          <p:cNvPr id="163" name="组合 162"/>
          <p:cNvGrpSpPr/>
          <p:nvPr/>
        </p:nvGrpSpPr>
        <p:grpSpPr>
          <a:xfrm>
            <a:off x="5004995" y="1601788"/>
            <a:ext cx="417513" cy="3160713"/>
            <a:chOff x="4360547" y="1601788"/>
            <a:chExt cx="417513" cy="3160713"/>
          </a:xfrm>
        </p:grpSpPr>
        <p:sp>
          <p:nvSpPr>
            <p:cNvPr id="164" name="Freeform 96"/>
            <p:cNvSpPr/>
            <p:nvPr/>
          </p:nvSpPr>
          <p:spPr bwMode="auto">
            <a:xfrm>
              <a:off x="4373247" y="1601788"/>
              <a:ext cx="392113" cy="682625"/>
            </a:xfrm>
            <a:custGeom>
              <a:avLst/>
              <a:gdLst>
                <a:gd name="T0" fmla="*/ 235 w 235"/>
                <a:gd name="T1" fmla="*/ 360 h 408"/>
                <a:gd name="T2" fmla="*/ 187 w 235"/>
                <a:gd name="T3" fmla="*/ 408 h 408"/>
                <a:gd name="T4" fmla="*/ 48 w 235"/>
                <a:gd name="T5" fmla="*/ 408 h 408"/>
                <a:gd name="T6" fmla="*/ 0 w 235"/>
                <a:gd name="T7" fmla="*/ 360 h 408"/>
                <a:gd name="T8" fmla="*/ 0 w 235"/>
                <a:gd name="T9" fmla="*/ 48 h 408"/>
                <a:gd name="T10" fmla="*/ 48 w 235"/>
                <a:gd name="T11" fmla="*/ 0 h 408"/>
                <a:gd name="T12" fmla="*/ 187 w 235"/>
                <a:gd name="T13" fmla="*/ 0 h 408"/>
                <a:gd name="T14" fmla="*/ 235 w 235"/>
                <a:gd name="T15" fmla="*/ 48 h 408"/>
                <a:gd name="T16" fmla="*/ 235 w 235"/>
                <a:gd name="T17" fmla="*/ 360 h 4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5" h="408">
                  <a:moveTo>
                    <a:pt x="235" y="360"/>
                  </a:moveTo>
                  <a:cubicBezTo>
                    <a:pt x="235" y="387"/>
                    <a:pt x="214" y="408"/>
                    <a:pt x="187" y="408"/>
                  </a:cubicBezTo>
                  <a:cubicBezTo>
                    <a:pt x="48" y="408"/>
                    <a:pt x="48" y="408"/>
                    <a:pt x="48" y="408"/>
                  </a:cubicBezTo>
                  <a:cubicBezTo>
                    <a:pt x="21" y="408"/>
                    <a:pt x="0" y="387"/>
                    <a:pt x="0" y="360"/>
                  </a:cubicBezTo>
                  <a:cubicBezTo>
                    <a:pt x="0" y="48"/>
                    <a:pt x="0" y="48"/>
                    <a:pt x="0" y="48"/>
                  </a:cubicBezTo>
                  <a:cubicBezTo>
                    <a:pt x="0" y="21"/>
                    <a:pt x="21" y="0"/>
                    <a:pt x="48" y="0"/>
                  </a:cubicBezTo>
                  <a:cubicBezTo>
                    <a:pt x="187" y="0"/>
                    <a:pt x="187" y="0"/>
                    <a:pt x="187" y="0"/>
                  </a:cubicBezTo>
                  <a:cubicBezTo>
                    <a:pt x="214" y="0"/>
                    <a:pt x="235" y="21"/>
                    <a:pt x="235" y="48"/>
                  </a:cubicBezTo>
                  <a:lnTo>
                    <a:pt x="235" y="360"/>
                  </a:lnTo>
                  <a:close/>
                </a:path>
              </a:pathLst>
            </a:custGeom>
            <a:solidFill>
              <a:schemeClr val="tx1">
                <a:lumMod val="65000"/>
                <a:lumOff val="35000"/>
              </a:schemeClr>
            </a:solidFill>
            <a:ln>
              <a:noFill/>
            </a:ln>
          </p:spPr>
          <p:txBody>
            <a:bodyPr vert="horz" wrap="square" lIns="91440" tIns="45720" rIns="91440" bIns="45720" numCol="1" anchor="t" anchorCtr="0" compatLnSpc="1"/>
            <a:lstStyle/>
            <a:p>
              <a:endParaRPr lang="zh-CN" altLang="en-US"/>
            </a:p>
          </p:txBody>
        </p:sp>
        <p:sp>
          <p:nvSpPr>
            <p:cNvPr id="165" name="Rectangle 97"/>
            <p:cNvSpPr>
              <a:spLocks noChangeArrowheads="1"/>
            </p:cNvSpPr>
            <p:nvPr/>
          </p:nvSpPr>
          <p:spPr bwMode="auto">
            <a:xfrm>
              <a:off x="4360547" y="1824038"/>
              <a:ext cx="417513" cy="2393950"/>
            </a:xfrm>
            <a:prstGeom prst="rect">
              <a:avLst/>
            </a:prstGeom>
            <a:solidFill>
              <a:schemeClr val="bg1">
                <a:lumMod val="50000"/>
              </a:schemeClr>
            </a:solidFill>
            <a:ln>
              <a:noFill/>
            </a:ln>
          </p:spPr>
          <p:txBody>
            <a:bodyPr vert="horz" wrap="square" lIns="91440" tIns="45720" rIns="91440" bIns="45720" numCol="1" anchor="t" anchorCtr="0" compatLnSpc="1"/>
            <a:lstStyle/>
            <a:p>
              <a:endParaRPr lang="zh-CN" altLang="en-US"/>
            </a:p>
          </p:txBody>
        </p:sp>
        <p:sp>
          <p:nvSpPr>
            <p:cNvPr id="166" name="Rectangle 98"/>
            <p:cNvSpPr>
              <a:spLocks noChangeArrowheads="1"/>
            </p:cNvSpPr>
            <p:nvPr/>
          </p:nvSpPr>
          <p:spPr bwMode="auto">
            <a:xfrm>
              <a:off x="4385947" y="1824038"/>
              <a:ext cx="120650" cy="2393950"/>
            </a:xfrm>
            <a:prstGeom prst="rect">
              <a:avLst/>
            </a:prstGeom>
            <a:solidFill>
              <a:schemeClr val="bg1">
                <a:lumMod val="95000"/>
              </a:schemeClr>
            </a:solidFill>
            <a:ln>
              <a:noFill/>
            </a:ln>
          </p:spPr>
          <p:txBody>
            <a:bodyPr vert="horz" wrap="square" lIns="91440" tIns="45720" rIns="91440" bIns="45720" numCol="1" anchor="t" anchorCtr="0" compatLnSpc="1"/>
            <a:lstStyle/>
            <a:p>
              <a:endParaRPr lang="zh-CN" altLang="en-US"/>
            </a:p>
          </p:txBody>
        </p:sp>
        <p:sp>
          <p:nvSpPr>
            <p:cNvPr id="167" name="Rectangle 99"/>
            <p:cNvSpPr>
              <a:spLocks noChangeArrowheads="1"/>
            </p:cNvSpPr>
            <p:nvPr/>
          </p:nvSpPr>
          <p:spPr bwMode="auto">
            <a:xfrm>
              <a:off x="4628834" y="1824038"/>
              <a:ext cx="119063" cy="2393950"/>
            </a:xfrm>
            <a:prstGeom prst="rect">
              <a:avLst/>
            </a:prstGeom>
            <a:solidFill>
              <a:schemeClr val="bg1">
                <a:lumMod val="95000"/>
              </a:schemeClr>
            </a:solidFill>
            <a:ln>
              <a:noFill/>
            </a:ln>
          </p:spPr>
          <p:txBody>
            <a:bodyPr vert="horz" wrap="square" lIns="91440" tIns="45720" rIns="91440" bIns="45720" numCol="1" anchor="t" anchorCtr="0" compatLnSpc="1"/>
            <a:lstStyle/>
            <a:p>
              <a:endParaRPr lang="zh-CN" altLang="en-US"/>
            </a:p>
          </p:txBody>
        </p:sp>
        <p:sp>
          <p:nvSpPr>
            <p:cNvPr id="168" name="Rectangle 100"/>
            <p:cNvSpPr>
              <a:spLocks noChangeArrowheads="1"/>
            </p:cNvSpPr>
            <p:nvPr/>
          </p:nvSpPr>
          <p:spPr bwMode="auto">
            <a:xfrm>
              <a:off x="4502627" y="1824038"/>
              <a:ext cx="127795" cy="2393950"/>
            </a:xfrm>
            <a:prstGeom prst="rect">
              <a:avLst/>
            </a:prstGeom>
            <a:solidFill>
              <a:srgbClr val="37B0E8"/>
            </a:solidFill>
            <a:ln>
              <a:noFill/>
            </a:ln>
          </p:spPr>
          <p:txBody>
            <a:bodyPr vert="horz" wrap="square" lIns="91440" tIns="45720" rIns="91440" bIns="45720" numCol="1" anchor="t" anchorCtr="0" compatLnSpc="1"/>
            <a:lstStyle/>
            <a:p>
              <a:endParaRPr lang="zh-CN" altLang="en-US"/>
            </a:p>
          </p:txBody>
        </p:sp>
        <p:sp>
          <p:nvSpPr>
            <p:cNvPr id="169" name="Freeform 101"/>
            <p:cNvSpPr/>
            <p:nvPr/>
          </p:nvSpPr>
          <p:spPr bwMode="auto">
            <a:xfrm>
              <a:off x="4360547" y="4217988"/>
              <a:ext cx="417513" cy="333375"/>
            </a:xfrm>
            <a:custGeom>
              <a:avLst/>
              <a:gdLst>
                <a:gd name="T0" fmla="*/ 0 w 263"/>
                <a:gd name="T1" fmla="*/ 0 h 210"/>
                <a:gd name="T2" fmla="*/ 54 w 263"/>
                <a:gd name="T3" fmla="*/ 210 h 210"/>
                <a:gd name="T4" fmla="*/ 207 w 263"/>
                <a:gd name="T5" fmla="*/ 210 h 210"/>
                <a:gd name="T6" fmla="*/ 263 w 263"/>
                <a:gd name="T7" fmla="*/ 0 h 210"/>
                <a:gd name="T8" fmla="*/ 0 w 263"/>
                <a:gd name="T9" fmla="*/ 0 h 210"/>
              </a:gdLst>
              <a:ahLst/>
              <a:cxnLst>
                <a:cxn ang="0">
                  <a:pos x="T0" y="T1"/>
                </a:cxn>
                <a:cxn ang="0">
                  <a:pos x="T2" y="T3"/>
                </a:cxn>
                <a:cxn ang="0">
                  <a:pos x="T4" y="T5"/>
                </a:cxn>
                <a:cxn ang="0">
                  <a:pos x="T6" y="T7"/>
                </a:cxn>
                <a:cxn ang="0">
                  <a:pos x="T8" y="T9"/>
                </a:cxn>
              </a:cxnLst>
              <a:rect l="0" t="0" r="r" b="b"/>
              <a:pathLst>
                <a:path w="263" h="210">
                  <a:moveTo>
                    <a:pt x="0" y="0"/>
                  </a:moveTo>
                  <a:lnTo>
                    <a:pt x="54" y="210"/>
                  </a:lnTo>
                  <a:lnTo>
                    <a:pt x="207" y="210"/>
                  </a:lnTo>
                  <a:lnTo>
                    <a:pt x="263" y="0"/>
                  </a:lnTo>
                  <a:lnTo>
                    <a:pt x="0" y="0"/>
                  </a:lnTo>
                  <a:close/>
                </a:path>
              </a:pathLst>
            </a:custGeom>
            <a:solidFill>
              <a:schemeClr val="bg1">
                <a:lumMod val="50000"/>
              </a:schemeClr>
            </a:solidFill>
            <a:ln>
              <a:noFill/>
            </a:ln>
          </p:spPr>
          <p:txBody>
            <a:bodyPr vert="horz" wrap="square" lIns="91440" tIns="45720" rIns="91440" bIns="45720" numCol="1" anchor="t" anchorCtr="0" compatLnSpc="1"/>
            <a:lstStyle/>
            <a:p>
              <a:endParaRPr lang="zh-CN" altLang="en-US"/>
            </a:p>
          </p:txBody>
        </p:sp>
        <p:sp>
          <p:nvSpPr>
            <p:cNvPr id="170" name="Freeform 102"/>
            <p:cNvSpPr/>
            <p:nvPr/>
          </p:nvSpPr>
          <p:spPr bwMode="auto">
            <a:xfrm>
              <a:off x="4446272" y="4551363"/>
              <a:ext cx="242888" cy="211138"/>
            </a:xfrm>
            <a:custGeom>
              <a:avLst/>
              <a:gdLst>
                <a:gd name="T0" fmla="*/ 145 w 145"/>
                <a:gd name="T1" fmla="*/ 0 h 126"/>
                <a:gd name="T2" fmla="*/ 0 w 145"/>
                <a:gd name="T3" fmla="*/ 0 h 126"/>
                <a:gd name="T4" fmla="*/ 35 w 145"/>
                <a:gd name="T5" fmla="*/ 89 h 126"/>
                <a:gd name="T6" fmla="*/ 74 w 145"/>
                <a:gd name="T7" fmla="*/ 126 h 126"/>
                <a:gd name="T8" fmla="*/ 112 w 145"/>
                <a:gd name="T9" fmla="*/ 89 h 126"/>
                <a:gd name="T10" fmla="*/ 145 w 145"/>
                <a:gd name="T11" fmla="*/ 0 h 126"/>
              </a:gdLst>
              <a:ahLst/>
              <a:cxnLst>
                <a:cxn ang="0">
                  <a:pos x="T0" y="T1"/>
                </a:cxn>
                <a:cxn ang="0">
                  <a:pos x="T2" y="T3"/>
                </a:cxn>
                <a:cxn ang="0">
                  <a:pos x="T4" y="T5"/>
                </a:cxn>
                <a:cxn ang="0">
                  <a:pos x="T6" y="T7"/>
                </a:cxn>
                <a:cxn ang="0">
                  <a:pos x="T8" y="T9"/>
                </a:cxn>
                <a:cxn ang="0">
                  <a:pos x="T10" y="T11"/>
                </a:cxn>
              </a:cxnLst>
              <a:rect l="0" t="0" r="r" b="b"/>
              <a:pathLst>
                <a:path w="145" h="126">
                  <a:moveTo>
                    <a:pt x="145" y="0"/>
                  </a:moveTo>
                  <a:cubicBezTo>
                    <a:pt x="0" y="0"/>
                    <a:pt x="0" y="0"/>
                    <a:pt x="0" y="0"/>
                  </a:cubicBezTo>
                  <a:cubicBezTo>
                    <a:pt x="35" y="89"/>
                    <a:pt x="35" y="89"/>
                    <a:pt x="35" y="89"/>
                  </a:cubicBezTo>
                  <a:cubicBezTo>
                    <a:pt x="36" y="110"/>
                    <a:pt x="53" y="126"/>
                    <a:pt x="74" y="126"/>
                  </a:cubicBezTo>
                  <a:cubicBezTo>
                    <a:pt x="94" y="126"/>
                    <a:pt x="111" y="109"/>
                    <a:pt x="112" y="89"/>
                  </a:cubicBezTo>
                  <a:lnTo>
                    <a:pt x="145" y="0"/>
                  </a:lnTo>
                  <a:close/>
                </a:path>
              </a:pathLst>
            </a:custGeom>
            <a:solidFill>
              <a:srgbClr val="37B0E8"/>
            </a:solidFill>
            <a:ln>
              <a:noFill/>
            </a:ln>
          </p:spPr>
          <p:txBody>
            <a:bodyPr vert="horz" wrap="square" lIns="91440" tIns="45720" rIns="91440" bIns="45720" numCol="1" anchor="t" anchorCtr="0" compatLnSpc="1"/>
            <a:lstStyle/>
            <a:p>
              <a:endParaRPr lang="zh-CN" altLang="en-US"/>
            </a:p>
          </p:txBody>
        </p:sp>
      </p:grpSp>
      <p:pic>
        <p:nvPicPr>
          <p:cNvPr id="55" name="图片 5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643649" y="714563"/>
            <a:ext cx="1568698" cy="699598"/>
          </a:xfrm>
          <a:prstGeom prst="rect">
            <a:avLst/>
          </a:prstGeom>
        </p:spPr>
      </p:pic>
    </p:spTree>
  </p:cSld>
  <p:clrMapOvr>
    <a:masterClrMapping/>
  </p:clrMapOvr>
  <p:transition spd="slow">
    <p:push dir="u"/>
  </p:transition>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14:presetBounceEnd="40000">
                                      <p:stCondLst>
                                        <p:cond delay="0"/>
                                      </p:stCondLst>
                                      <p:childTnLst>
                                        <p:set>
                                          <p:cBhvr>
                                            <p:cTn id="6" dur="1" fill="hold">
                                              <p:stCondLst>
                                                <p:cond delay="0"/>
                                              </p:stCondLst>
                                            </p:cTn>
                                            <p:tgtEl>
                                              <p:spTgt spid="163"/>
                                            </p:tgtEl>
                                            <p:attrNameLst>
                                              <p:attrName>style.visibility</p:attrName>
                                            </p:attrNameLst>
                                          </p:cBhvr>
                                          <p:to>
                                            <p:strVal val="visible"/>
                                          </p:to>
                                        </p:set>
                                        <p:anim calcmode="lin" valueType="num" p14:bounceEnd="40000">
                                          <p:cBhvr additive="base">
                                            <p:cTn id="7" dur="500" fill="hold"/>
                                            <p:tgtEl>
                                              <p:spTgt spid="163"/>
                                            </p:tgtEl>
                                            <p:attrNameLst>
                                              <p:attrName>ppt_x</p:attrName>
                                            </p:attrNameLst>
                                          </p:cBhvr>
                                          <p:tavLst>
                                            <p:tav tm="0">
                                              <p:val>
                                                <p:strVal val="#ppt_x"/>
                                              </p:val>
                                            </p:tav>
                                            <p:tav tm="100000">
                                              <p:val>
                                                <p:strVal val="#ppt_x"/>
                                              </p:val>
                                            </p:tav>
                                          </p:tavLst>
                                        </p:anim>
                                        <p:anim calcmode="lin" valueType="num" p14:bounceEnd="40000">
                                          <p:cBhvr additive="base">
                                            <p:cTn id="8" dur="500" fill="hold"/>
                                            <p:tgtEl>
                                              <p:spTgt spid="163"/>
                                            </p:tgtEl>
                                            <p:attrNameLst>
                                              <p:attrName>ppt_y</p:attrName>
                                            </p:attrNameLst>
                                          </p:cBhvr>
                                          <p:tavLst>
                                            <p:tav tm="0">
                                              <p:val>
                                                <p:strVal val="1+#ppt_h/2"/>
                                              </p:val>
                                            </p:tav>
                                            <p:tav tm="100000">
                                              <p:val>
                                                <p:strVal val="#ppt_y"/>
                                              </p:val>
                                            </p:tav>
                                          </p:tavLst>
                                        </p:anim>
                                      </p:childTnLst>
                                    </p:cTn>
                                  </p:par>
                                  <p:par>
                                    <p:cTn id="9" presetID="12" presetClass="entr" presetSubtype="2" fill="hold" grpId="0" nodeType="withEffect">
                                      <p:stCondLst>
                                        <p:cond delay="500"/>
                                      </p:stCondLst>
                                      <p:childTnLst>
                                        <p:set>
                                          <p:cBhvr>
                                            <p:cTn id="10" dur="1" fill="hold">
                                              <p:stCondLst>
                                                <p:cond delay="0"/>
                                              </p:stCondLst>
                                            </p:cTn>
                                            <p:tgtEl>
                                              <p:spTgt spid="143"/>
                                            </p:tgtEl>
                                            <p:attrNameLst>
                                              <p:attrName>style.visibility</p:attrName>
                                            </p:attrNameLst>
                                          </p:cBhvr>
                                          <p:to>
                                            <p:strVal val="visible"/>
                                          </p:to>
                                        </p:set>
                                        <p:anim calcmode="lin" valueType="num">
                                          <p:cBhvr additive="base">
                                            <p:cTn id="11" dur="500"/>
                                            <p:tgtEl>
                                              <p:spTgt spid="143"/>
                                            </p:tgtEl>
                                            <p:attrNameLst>
                                              <p:attrName>ppt_x</p:attrName>
                                            </p:attrNameLst>
                                          </p:cBhvr>
                                          <p:tavLst>
                                            <p:tav tm="0">
                                              <p:val>
                                                <p:strVal val="#ppt_x+#ppt_w*1.125000"/>
                                              </p:val>
                                            </p:tav>
                                            <p:tav tm="100000">
                                              <p:val>
                                                <p:strVal val="#ppt_x"/>
                                              </p:val>
                                            </p:tav>
                                          </p:tavLst>
                                        </p:anim>
                                        <p:animEffect transition="in" filter="wipe(left)">
                                          <p:cBhvr>
                                            <p:cTn id="12" dur="500"/>
                                            <p:tgtEl>
                                              <p:spTgt spid="143"/>
                                            </p:tgtEl>
                                          </p:cBhvr>
                                        </p:animEffect>
                                      </p:childTnLst>
                                    </p:cTn>
                                  </p:par>
                                  <p:par>
                                    <p:cTn id="13" presetID="53" presetClass="entr" presetSubtype="16" fill="hold" nodeType="withEffect">
                                      <p:stCondLst>
                                        <p:cond delay="1000"/>
                                      </p:stCondLst>
                                      <p:childTnLst>
                                        <p:set>
                                          <p:cBhvr>
                                            <p:cTn id="14" dur="1" fill="hold">
                                              <p:stCondLst>
                                                <p:cond delay="0"/>
                                              </p:stCondLst>
                                            </p:cTn>
                                            <p:tgtEl>
                                              <p:spTgt spid="148"/>
                                            </p:tgtEl>
                                            <p:attrNameLst>
                                              <p:attrName>style.visibility</p:attrName>
                                            </p:attrNameLst>
                                          </p:cBhvr>
                                          <p:to>
                                            <p:strVal val="visible"/>
                                          </p:to>
                                        </p:set>
                                        <p:anim calcmode="lin" valueType="num">
                                          <p:cBhvr>
                                            <p:cTn id="15" dur="300" fill="hold"/>
                                            <p:tgtEl>
                                              <p:spTgt spid="148"/>
                                            </p:tgtEl>
                                            <p:attrNameLst>
                                              <p:attrName>ppt_w</p:attrName>
                                            </p:attrNameLst>
                                          </p:cBhvr>
                                          <p:tavLst>
                                            <p:tav tm="0">
                                              <p:val>
                                                <p:fltVal val="0"/>
                                              </p:val>
                                            </p:tav>
                                            <p:tav tm="100000">
                                              <p:val>
                                                <p:strVal val="#ppt_w"/>
                                              </p:val>
                                            </p:tav>
                                          </p:tavLst>
                                        </p:anim>
                                        <p:anim calcmode="lin" valueType="num">
                                          <p:cBhvr>
                                            <p:cTn id="16" dur="300" fill="hold"/>
                                            <p:tgtEl>
                                              <p:spTgt spid="148"/>
                                            </p:tgtEl>
                                            <p:attrNameLst>
                                              <p:attrName>ppt_h</p:attrName>
                                            </p:attrNameLst>
                                          </p:cBhvr>
                                          <p:tavLst>
                                            <p:tav tm="0">
                                              <p:val>
                                                <p:fltVal val="0"/>
                                              </p:val>
                                            </p:tav>
                                            <p:tav tm="100000">
                                              <p:val>
                                                <p:strVal val="#ppt_h"/>
                                              </p:val>
                                            </p:tav>
                                          </p:tavLst>
                                        </p:anim>
                                        <p:animEffect transition="in" filter="fade">
                                          <p:cBhvr>
                                            <p:cTn id="17" dur="300"/>
                                            <p:tgtEl>
                                              <p:spTgt spid="148"/>
                                            </p:tgtEl>
                                          </p:cBhvr>
                                        </p:animEffect>
                                      </p:childTnLst>
                                    </p:cTn>
                                  </p:par>
                                  <p:par>
                                    <p:cTn id="18" presetID="6" presetClass="emph" presetSubtype="0" autoRev="1" fill="hold" nodeType="withEffect">
                                      <p:stCondLst>
                                        <p:cond delay="1300"/>
                                      </p:stCondLst>
                                      <p:childTnLst>
                                        <p:animScale>
                                          <p:cBhvr>
                                            <p:cTn id="19" dur="150" fill="hold"/>
                                            <p:tgtEl>
                                              <p:spTgt spid="148"/>
                                            </p:tgtEl>
                                          </p:cBhvr>
                                          <p:by x="110000" y="110000"/>
                                        </p:animScale>
                                      </p:childTnLst>
                                    </p:cTn>
                                  </p:par>
                                  <p:par>
                                    <p:cTn id="20" presetID="2" presetClass="entr" presetSubtype="8" fill="hold" grpId="0" nodeType="withEffect" p14:presetBounceEnd="60000">
                                      <p:stCondLst>
                                        <p:cond delay="1300"/>
                                      </p:stCondLst>
                                      <p:childTnLst>
                                        <p:set>
                                          <p:cBhvr>
                                            <p:cTn id="21" dur="1" fill="hold">
                                              <p:stCondLst>
                                                <p:cond delay="0"/>
                                              </p:stCondLst>
                                            </p:cTn>
                                            <p:tgtEl>
                                              <p:spTgt spid="160"/>
                                            </p:tgtEl>
                                            <p:attrNameLst>
                                              <p:attrName>style.visibility</p:attrName>
                                            </p:attrNameLst>
                                          </p:cBhvr>
                                          <p:to>
                                            <p:strVal val="visible"/>
                                          </p:to>
                                        </p:set>
                                        <p:anim calcmode="lin" valueType="num" p14:bounceEnd="60000">
                                          <p:cBhvr additive="base">
                                            <p:cTn id="22" dur="500" fill="hold"/>
                                            <p:tgtEl>
                                              <p:spTgt spid="160"/>
                                            </p:tgtEl>
                                            <p:attrNameLst>
                                              <p:attrName>ppt_x</p:attrName>
                                            </p:attrNameLst>
                                          </p:cBhvr>
                                          <p:tavLst>
                                            <p:tav tm="0">
                                              <p:val>
                                                <p:strVal val="0-#ppt_w/2"/>
                                              </p:val>
                                            </p:tav>
                                            <p:tav tm="100000">
                                              <p:val>
                                                <p:strVal val="#ppt_x"/>
                                              </p:val>
                                            </p:tav>
                                          </p:tavLst>
                                        </p:anim>
                                        <p:anim calcmode="lin" valueType="num" p14:bounceEnd="60000">
                                          <p:cBhvr additive="base">
                                            <p:cTn id="23" dur="500" fill="hold"/>
                                            <p:tgtEl>
                                              <p:spTgt spid="160"/>
                                            </p:tgtEl>
                                            <p:attrNameLst>
                                              <p:attrName>ppt_y</p:attrName>
                                            </p:attrNameLst>
                                          </p:cBhvr>
                                          <p:tavLst>
                                            <p:tav tm="0">
                                              <p:val>
                                                <p:strVal val="#ppt_y"/>
                                              </p:val>
                                            </p:tav>
                                            <p:tav tm="100000">
                                              <p:val>
                                                <p:strVal val="#ppt_y"/>
                                              </p:val>
                                            </p:tav>
                                          </p:tavLst>
                                        </p:anim>
                                      </p:childTnLst>
                                    </p:cTn>
                                  </p:par>
                                  <p:par>
                                    <p:cTn id="24" presetID="55" presetClass="entr" presetSubtype="0" fill="hold" grpId="0" nodeType="withEffect">
                                      <p:stCondLst>
                                        <p:cond delay="1700"/>
                                      </p:stCondLst>
                                      <p:childTnLst>
                                        <p:set>
                                          <p:cBhvr>
                                            <p:cTn id="25" dur="1" fill="hold">
                                              <p:stCondLst>
                                                <p:cond delay="0"/>
                                              </p:stCondLst>
                                            </p:cTn>
                                            <p:tgtEl>
                                              <p:spTgt spid="159"/>
                                            </p:tgtEl>
                                            <p:attrNameLst>
                                              <p:attrName>style.visibility</p:attrName>
                                            </p:attrNameLst>
                                          </p:cBhvr>
                                          <p:to>
                                            <p:strVal val="visible"/>
                                          </p:to>
                                        </p:set>
                                        <p:anim calcmode="lin" valueType="num">
                                          <p:cBhvr>
                                            <p:cTn id="26" dur="500" fill="hold"/>
                                            <p:tgtEl>
                                              <p:spTgt spid="159"/>
                                            </p:tgtEl>
                                            <p:attrNameLst>
                                              <p:attrName>ppt_w</p:attrName>
                                            </p:attrNameLst>
                                          </p:cBhvr>
                                          <p:tavLst>
                                            <p:tav tm="0">
                                              <p:val>
                                                <p:strVal val="#ppt_w*0.70"/>
                                              </p:val>
                                            </p:tav>
                                            <p:tav tm="100000">
                                              <p:val>
                                                <p:strVal val="#ppt_w"/>
                                              </p:val>
                                            </p:tav>
                                          </p:tavLst>
                                        </p:anim>
                                        <p:anim calcmode="lin" valueType="num">
                                          <p:cBhvr>
                                            <p:cTn id="27" dur="500" fill="hold"/>
                                            <p:tgtEl>
                                              <p:spTgt spid="159"/>
                                            </p:tgtEl>
                                            <p:attrNameLst>
                                              <p:attrName>ppt_h</p:attrName>
                                            </p:attrNameLst>
                                          </p:cBhvr>
                                          <p:tavLst>
                                            <p:tav tm="0">
                                              <p:val>
                                                <p:strVal val="#ppt_h"/>
                                              </p:val>
                                            </p:tav>
                                            <p:tav tm="100000">
                                              <p:val>
                                                <p:strVal val="#ppt_h"/>
                                              </p:val>
                                            </p:tav>
                                          </p:tavLst>
                                        </p:anim>
                                        <p:animEffect transition="in" filter="fade">
                                          <p:cBhvr>
                                            <p:cTn id="28" dur="500"/>
                                            <p:tgtEl>
                                              <p:spTgt spid="159"/>
                                            </p:tgtEl>
                                          </p:cBhvr>
                                        </p:animEffect>
                                      </p:childTnLst>
                                    </p:cTn>
                                  </p:par>
                                  <p:par>
                                    <p:cTn id="29" presetID="12" presetClass="entr" presetSubtype="8" fill="hold" grpId="0" nodeType="withEffect">
                                      <p:stCondLst>
                                        <p:cond delay="2200"/>
                                      </p:stCondLst>
                                      <p:childTnLst>
                                        <p:set>
                                          <p:cBhvr>
                                            <p:cTn id="30" dur="1" fill="hold">
                                              <p:stCondLst>
                                                <p:cond delay="0"/>
                                              </p:stCondLst>
                                            </p:cTn>
                                            <p:tgtEl>
                                              <p:spTgt spid="145"/>
                                            </p:tgtEl>
                                            <p:attrNameLst>
                                              <p:attrName>style.visibility</p:attrName>
                                            </p:attrNameLst>
                                          </p:cBhvr>
                                          <p:to>
                                            <p:strVal val="visible"/>
                                          </p:to>
                                        </p:set>
                                        <p:anim calcmode="lin" valueType="num">
                                          <p:cBhvr additive="base">
                                            <p:cTn id="31" dur="500"/>
                                            <p:tgtEl>
                                              <p:spTgt spid="145"/>
                                            </p:tgtEl>
                                            <p:attrNameLst>
                                              <p:attrName>ppt_x</p:attrName>
                                            </p:attrNameLst>
                                          </p:cBhvr>
                                          <p:tavLst>
                                            <p:tav tm="0">
                                              <p:val>
                                                <p:strVal val="#ppt_x-#ppt_w*1.125000"/>
                                              </p:val>
                                            </p:tav>
                                            <p:tav tm="100000">
                                              <p:val>
                                                <p:strVal val="#ppt_x"/>
                                              </p:val>
                                            </p:tav>
                                          </p:tavLst>
                                        </p:anim>
                                        <p:animEffect transition="in" filter="wipe(right)">
                                          <p:cBhvr>
                                            <p:cTn id="32" dur="500"/>
                                            <p:tgtEl>
                                              <p:spTgt spid="145"/>
                                            </p:tgtEl>
                                          </p:cBhvr>
                                        </p:animEffect>
                                      </p:childTnLst>
                                    </p:cTn>
                                  </p:par>
                                  <p:par>
                                    <p:cTn id="33" presetID="53" presetClass="entr" presetSubtype="16" fill="hold" grpId="0" nodeType="withEffect">
                                      <p:stCondLst>
                                        <p:cond delay="2700"/>
                                      </p:stCondLst>
                                      <p:childTnLst>
                                        <p:set>
                                          <p:cBhvr>
                                            <p:cTn id="34" dur="1" fill="hold">
                                              <p:stCondLst>
                                                <p:cond delay="0"/>
                                              </p:stCondLst>
                                            </p:cTn>
                                            <p:tgtEl>
                                              <p:spTgt spid="142"/>
                                            </p:tgtEl>
                                            <p:attrNameLst>
                                              <p:attrName>style.visibility</p:attrName>
                                            </p:attrNameLst>
                                          </p:cBhvr>
                                          <p:to>
                                            <p:strVal val="visible"/>
                                          </p:to>
                                        </p:set>
                                        <p:anim calcmode="lin" valueType="num">
                                          <p:cBhvr>
                                            <p:cTn id="35" dur="300" fill="hold"/>
                                            <p:tgtEl>
                                              <p:spTgt spid="142"/>
                                            </p:tgtEl>
                                            <p:attrNameLst>
                                              <p:attrName>ppt_w</p:attrName>
                                            </p:attrNameLst>
                                          </p:cBhvr>
                                          <p:tavLst>
                                            <p:tav tm="0">
                                              <p:val>
                                                <p:fltVal val="0"/>
                                              </p:val>
                                            </p:tav>
                                            <p:tav tm="100000">
                                              <p:val>
                                                <p:strVal val="#ppt_w"/>
                                              </p:val>
                                            </p:tav>
                                          </p:tavLst>
                                        </p:anim>
                                        <p:anim calcmode="lin" valueType="num">
                                          <p:cBhvr>
                                            <p:cTn id="36" dur="300" fill="hold"/>
                                            <p:tgtEl>
                                              <p:spTgt spid="142"/>
                                            </p:tgtEl>
                                            <p:attrNameLst>
                                              <p:attrName>ppt_h</p:attrName>
                                            </p:attrNameLst>
                                          </p:cBhvr>
                                          <p:tavLst>
                                            <p:tav tm="0">
                                              <p:val>
                                                <p:fltVal val="0"/>
                                              </p:val>
                                            </p:tav>
                                            <p:tav tm="100000">
                                              <p:val>
                                                <p:strVal val="#ppt_h"/>
                                              </p:val>
                                            </p:tav>
                                          </p:tavLst>
                                        </p:anim>
                                        <p:animEffect transition="in" filter="fade">
                                          <p:cBhvr>
                                            <p:cTn id="37" dur="300"/>
                                            <p:tgtEl>
                                              <p:spTgt spid="142"/>
                                            </p:tgtEl>
                                          </p:cBhvr>
                                        </p:animEffect>
                                      </p:childTnLst>
                                    </p:cTn>
                                  </p:par>
                                  <p:par>
                                    <p:cTn id="38" presetID="6" presetClass="emph" presetSubtype="0" autoRev="1" fill="hold" grpId="1" nodeType="withEffect">
                                      <p:stCondLst>
                                        <p:cond delay="3000"/>
                                      </p:stCondLst>
                                      <p:childTnLst>
                                        <p:animScale>
                                          <p:cBhvr>
                                            <p:cTn id="39" dur="150" fill="hold"/>
                                            <p:tgtEl>
                                              <p:spTgt spid="142"/>
                                            </p:tgtEl>
                                          </p:cBhvr>
                                          <p:by x="110000" y="110000"/>
                                        </p:animScale>
                                      </p:childTnLst>
                                    </p:cTn>
                                  </p:par>
                                  <p:par>
                                    <p:cTn id="40" presetID="2" presetClass="entr" presetSubtype="2" fill="hold" grpId="0" nodeType="withEffect" p14:presetBounceEnd="60000">
                                      <p:stCondLst>
                                        <p:cond delay="3000"/>
                                      </p:stCondLst>
                                      <p:childTnLst>
                                        <p:set>
                                          <p:cBhvr>
                                            <p:cTn id="41" dur="1" fill="hold">
                                              <p:stCondLst>
                                                <p:cond delay="0"/>
                                              </p:stCondLst>
                                            </p:cTn>
                                            <p:tgtEl>
                                              <p:spTgt spid="156"/>
                                            </p:tgtEl>
                                            <p:attrNameLst>
                                              <p:attrName>style.visibility</p:attrName>
                                            </p:attrNameLst>
                                          </p:cBhvr>
                                          <p:to>
                                            <p:strVal val="visible"/>
                                          </p:to>
                                        </p:set>
                                        <p:anim calcmode="lin" valueType="num" p14:bounceEnd="60000">
                                          <p:cBhvr additive="base">
                                            <p:cTn id="42" dur="500" fill="hold"/>
                                            <p:tgtEl>
                                              <p:spTgt spid="156"/>
                                            </p:tgtEl>
                                            <p:attrNameLst>
                                              <p:attrName>ppt_x</p:attrName>
                                            </p:attrNameLst>
                                          </p:cBhvr>
                                          <p:tavLst>
                                            <p:tav tm="0">
                                              <p:val>
                                                <p:strVal val="1+#ppt_w/2"/>
                                              </p:val>
                                            </p:tav>
                                            <p:tav tm="100000">
                                              <p:val>
                                                <p:strVal val="#ppt_x"/>
                                              </p:val>
                                            </p:tav>
                                          </p:tavLst>
                                        </p:anim>
                                        <p:anim calcmode="lin" valueType="num" p14:bounceEnd="60000">
                                          <p:cBhvr additive="base">
                                            <p:cTn id="43" dur="500" fill="hold"/>
                                            <p:tgtEl>
                                              <p:spTgt spid="156"/>
                                            </p:tgtEl>
                                            <p:attrNameLst>
                                              <p:attrName>ppt_y</p:attrName>
                                            </p:attrNameLst>
                                          </p:cBhvr>
                                          <p:tavLst>
                                            <p:tav tm="0">
                                              <p:val>
                                                <p:strVal val="#ppt_y"/>
                                              </p:val>
                                            </p:tav>
                                            <p:tav tm="100000">
                                              <p:val>
                                                <p:strVal val="#ppt_y"/>
                                              </p:val>
                                            </p:tav>
                                          </p:tavLst>
                                        </p:anim>
                                      </p:childTnLst>
                                    </p:cTn>
                                  </p:par>
                                  <p:par>
                                    <p:cTn id="44" presetID="55" presetClass="entr" presetSubtype="0" fill="hold" grpId="0" nodeType="withEffect">
                                      <p:stCondLst>
                                        <p:cond delay="3400"/>
                                      </p:stCondLst>
                                      <p:childTnLst>
                                        <p:set>
                                          <p:cBhvr>
                                            <p:cTn id="45" dur="1" fill="hold">
                                              <p:stCondLst>
                                                <p:cond delay="0"/>
                                              </p:stCondLst>
                                            </p:cTn>
                                            <p:tgtEl>
                                              <p:spTgt spid="155"/>
                                            </p:tgtEl>
                                            <p:attrNameLst>
                                              <p:attrName>style.visibility</p:attrName>
                                            </p:attrNameLst>
                                          </p:cBhvr>
                                          <p:to>
                                            <p:strVal val="visible"/>
                                          </p:to>
                                        </p:set>
                                        <p:anim calcmode="lin" valueType="num">
                                          <p:cBhvr>
                                            <p:cTn id="46" dur="500" fill="hold"/>
                                            <p:tgtEl>
                                              <p:spTgt spid="155"/>
                                            </p:tgtEl>
                                            <p:attrNameLst>
                                              <p:attrName>ppt_w</p:attrName>
                                            </p:attrNameLst>
                                          </p:cBhvr>
                                          <p:tavLst>
                                            <p:tav tm="0">
                                              <p:val>
                                                <p:strVal val="#ppt_w*0.70"/>
                                              </p:val>
                                            </p:tav>
                                            <p:tav tm="100000">
                                              <p:val>
                                                <p:strVal val="#ppt_w"/>
                                              </p:val>
                                            </p:tav>
                                          </p:tavLst>
                                        </p:anim>
                                        <p:anim calcmode="lin" valueType="num">
                                          <p:cBhvr>
                                            <p:cTn id="47" dur="500" fill="hold"/>
                                            <p:tgtEl>
                                              <p:spTgt spid="155"/>
                                            </p:tgtEl>
                                            <p:attrNameLst>
                                              <p:attrName>ppt_h</p:attrName>
                                            </p:attrNameLst>
                                          </p:cBhvr>
                                          <p:tavLst>
                                            <p:tav tm="0">
                                              <p:val>
                                                <p:strVal val="#ppt_h"/>
                                              </p:val>
                                            </p:tav>
                                            <p:tav tm="100000">
                                              <p:val>
                                                <p:strVal val="#ppt_h"/>
                                              </p:val>
                                            </p:tav>
                                          </p:tavLst>
                                        </p:anim>
                                        <p:animEffect transition="in" filter="fade">
                                          <p:cBhvr>
                                            <p:cTn id="48" dur="500"/>
                                            <p:tgtEl>
                                              <p:spTgt spid="155"/>
                                            </p:tgtEl>
                                          </p:cBhvr>
                                        </p:animEffect>
                                      </p:childTnLst>
                                    </p:cTn>
                                  </p:par>
                                  <p:par>
                                    <p:cTn id="49" presetID="12" presetClass="entr" presetSubtype="2" fill="hold" grpId="0" nodeType="withEffect">
                                      <p:stCondLst>
                                        <p:cond delay="3900"/>
                                      </p:stCondLst>
                                      <p:childTnLst>
                                        <p:set>
                                          <p:cBhvr>
                                            <p:cTn id="50" dur="1" fill="hold">
                                              <p:stCondLst>
                                                <p:cond delay="0"/>
                                              </p:stCondLst>
                                            </p:cTn>
                                            <p:tgtEl>
                                              <p:spTgt spid="144"/>
                                            </p:tgtEl>
                                            <p:attrNameLst>
                                              <p:attrName>style.visibility</p:attrName>
                                            </p:attrNameLst>
                                          </p:cBhvr>
                                          <p:to>
                                            <p:strVal val="visible"/>
                                          </p:to>
                                        </p:set>
                                        <p:anim calcmode="lin" valueType="num">
                                          <p:cBhvr additive="base">
                                            <p:cTn id="51" dur="500"/>
                                            <p:tgtEl>
                                              <p:spTgt spid="144"/>
                                            </p:tgtEl>
                                            <p:attrNameLst>
                                              <p:attrName>ppt_x</p:attrName>
                                            </p:attrNameLst>
                                          </p:cBhvr>
                                          <p:tavLst>
                                            <p:tav tm="0">
                                              <p:val>
                                                <p:strVal val="#ppt_x+#ppt_w*1.125000"/>
                                              </p:val>
                                            </p:tav>
                                            <p:tav tm="100000">
                                              <p:val>
                                                <p:strVal val="#ppt_x"/>
                                              </p:val>
                                            </p:tav>
                                          </p:tavLst>
                                        </p:anim>
                                        <p:animEffect transition="in" filter="wipe(left)">
                                          <p:cBhvr>
                                            <p:cTn id="52" dur="500"/>
                                            <p:tgtEl>
                                              <p:spTgt spid="144"/>
                                            </p:tgtEl>
                                          </p:cBhvr>
                                        </p:animEffect>
                                      </p:childTnLst>
                                    </p:cTn>
                                  </p:par>
                                  <p:par>
                                    <p:cTn id="53" presetID="53" presetClass="entr" presetSubtype="16" fill="hold" grpId="0" nodeType="withEffect">
                                      <p:stCondLst>
                                        <p:cond delay="4400"/>
                                      </p:stCondLst>
                                      <p:childTnLst>
                                        <p:set>
                                          <p:cBhvr>
                                            <p:cTn id="54" dur="1" fill="hold">
                                              <p:stCondLst>
                                                <p:cond delay="0"/>
                                              </p:stCondLst>
                                            </p:cTn>
                                            <p:tgtEl>
                                              <p:spTgt spid="154"/>
                                            </p:tgtEl>
                                            <p:attrNameLst>
                                              <p:attrName>style.visibility</p:attrName>
                                            </p:attrNameLst>
                                          </p:cBhvr>
                                          <p:to>
                                            <p:strVal val="visible"/>
                                          </p:to>
                                        </p:set>
                                        <p:anim calcmode="lin" valueType="num">
                                          <p:cBhvr>
                                            <p:cTn id="55" dur="300" fill="hold"/>
                                            <p:tgtEl>
                                              <p:spTgt spid="154"/>
                                            </p:tgtEl>
                                            <p:attrNameLst>
                                              <p:attrName>ppt_w</p:attrName>
                                            </p:attrNameLst>
                                          </p:cBhvr>
                                          <p:tavLst>
                                            <p:tav tm="0">
                                              <p:val>
                                                <p:fltVal val="0"/>
                                              </p:val>
                                            </p:tav>
                                            <p:tav tm="100000">
                                              <p:val>
                                                <p:strVal val="#ppt_w"/>
                                              </p:val>
                                            </p:tav>
                                          </p:tavLst>
                                        </p:anim>
                                        <p:anim calcmode="lin" valueType="num">
                                          <p:cBhvr>
                                            <p:cTn id="56" dur="300" fill="hold"/>
                                            <p:tgtEl>
                                              <p:spTgt spid="154"/>
                                            </p:tgtEl>
                                            <p:attrNameLst>
                                              <p:attrName>ppt_h</p:attrName>
                                            </p:attrNameLst>
                                          </p:cBhvr>
                                          <p:tavLst>
                                            <p:tav tm="0">
                                              <p:val>
                                                <p:fltVal val="0"/>
                                              </p:val>
                                            </p:tav>
                                            <p:tav tm="100000">
                                              <p:val>
                                                <p:strVal val="#ppt_h"/>
                                              </p:val>
                                            </p:tav>
                                          </p:tavLst>
                                        </p:anim>
                                        <p:animEffect transition="in" filter="fade">
                                          <p:cBhvr>
                                            <p:cTn id="57" dur="300"/>
                                            <p:tgtEl>
                                              <p:spTgt spid="154"/>
                                            </p:tgtEl>
                                          </p:cBhvr>
                                        </p:animEffect>
                                      </p:childTnLst>
                                    </p:cTn>
                                  </p:par>
                                  <p:par>
                                    <p:cTn id="58" presetID="6" presetClass="emph" presetSubtype="0" autoRev="1" fill="hold" grpId="1" nodeType="withEffect">
                                      <p:stCondLst>
                                        <p:cond delay="4700"/>
                                      </p:stCondLst>
                                      <p:childTnLst>
                                        <p:animScale>
                                          <p:cBhvr>
                                            <p:cTn id="59" dur="150" fill="hold"/>
                                            <p:tgtEl>
                                              <p:spTgt spid="154"/>
                                            </p:tgtEl>
                                          </p:cBhvr>
                                          <p:by x="110000" y="110000"/>
                                        </p:animScale>
                                      </p:childTnLst>
                                    </p:cTn>
                                  </p:par>
                                  <p:par>
                                    <p:cTn id="60" presetID="2" presetClass="entr" presetSubtype="8" fill="hold" grpId="0" nodeType="withEffect" p14:presetBounceEnd="60000">
                                      <p:stCondLst>
                                        <p:cond delay="4700"/>
                                      </p:stCondLst>
                                      <p:childTnLst>
                                        <p:set>
                                          <p:cBhvr>
                                            <p:cTn id="61" dur="1" fill="hold">
                                              <p:stCondLst>
                                                <p:cond delay="0"/>
                                              </p:stCondLst>
                                            </p:cTn>
                                            <p:tgtEl>
                                              <p:spTgt spid="162"/>
                                            </p:tgtEl>
                                            <p:attrNameLst>
                                              <p:attrName>style.visibility</p:attrName>
                                            </p:attrNameLst>
                                          </p:cBhvr>
                                          <p:to>
                                            <p:strVal val="visible"/>
                                          </p:to>
                                        </p:set>
                                        <p:anim calcmode="lin" valueType="num" p14:bounceEnd="60000">
                                          <p:cBhvr additive="base">
                                            <p:cTn id="62" dur="500" fill="hold"/>
                                            <p:tgtEl>
                                              <p:spTgt spid="162"/>
                                            </p:tgtEl>
                                            <p:attrNameLst>
                                              <p:attrName>ppt_x</p:attrName>
                                            </p:attrNameLst>
                                          </p:cBhvr>
                                          <p:tavLst>
                                            <p:tav tm="0">
                                              <p:val>
                                                <p:strVal val="0-#ppt_w/2"/>
                                              </p:val>
                                            </p:tav>
                                            <p:tav tm="100000">
                                              <p:val>
                                                <p:strVal val="#ppt_x"/>
                                              </p:val>
                                            </p:tav>
                                          </p:tavLst>
                                        </p:anim>
                                        <p:anim calcmode="lin" valueType="num" p14:bounceEnd="60000">
                                          <p:cBhvr additive="base">
                                            <p:cTn id="63" dur="500" fill="hold"/>
                                            <p:tgtEl>
                                              <p:spTgt spid="162"/>
                                            </p:tgtEl>
                                            <p:attrNameLst>
                                              <p:attrName>ppt_y</p:attrName>
                                            </p:attrNameLst>
                                          </p:cBhvr>
                                          <p:tavLst>
                                            <p:tav tm="0">
                                              <p:val>
                                                <p:strVal val="#ppt_y"/>
                                              </p:val>
                                            </p:tav>
                                            <p:tav tm="100000">
                                              <p:val>
                                                <p:strVal val="#ppt_y"/>
                                              </p:val>
                                            </p:tav>
                                          </p:tavLst>
                                        </p:anim>
                                      </p:childTnLst>
                                    </p:cTn>
                                  </p:par>
                                  <p:par>
                                    <p:cTn id="64" presetID="55" presetClass="entr" presetSubtype="0" fill="hold" grpId="0" nodeType="withEffect">
                                      <p:stCondLst>
                                        <p:cond delay="5100"/>
                                      </p:stCondLst>
                                      <p:childTnLst>
                                        <p:set>
                                          <p:cBhvr>
                                            <p:cTn id="65" dur="1" fill="hold">
                                              <p:stCondLst>
                                                <p:cond delay="0"/>
                                              </p:stCondLst>
                                            </p:cTn>
                                            <p:tgtEl>
                                              <p:spTgt spid="161"/>
                                            </p:tgtEl>
                                            <p:attrNameLst>
                                              <p:attrName>style.visibility</p:attrName>
                                            </p:attrNameLst>
                                          </p:cBhvr>
                                          <p:to>
                                            <p:strVal val="visible"/>
                                          </p:to>
                                        </p:set>
                                        <p:anim calcmode="lin" valueType="num">
                                          <p:cBhvr>
                                            <p:cTn id="66" dur="500" fill="hold"/>
                                            <p:tgtEl>
                                              <p:spTgt spid="161"/>
                                            </p:tgtEl>
                                            <p:attrNameLst>
                                              <p:attrName>ppt_w</p:attrName>
                                            </p:attrNameLst>
                                          </p:cBhvr>
                                          <p:tavLst>
                                            <p:tav tm="0">
                                              <p:val>
                                                <p:strVal val="#ppt_w*0.70"/>
                                              </p:val>
                                            </p:tav>
                                            <p:tav tm="100000">
                                              <p:val>
                                                <p:strVal val="#ppt_w"/>
                                              </p:val>
                                            </p:tav>
                                          </p:tavLst>
                                        </p:anim>
                                        <p:anim calcmode="lin" valueType="num">
                                          <p:cBhvr>
                                            <p:cTn id="67" dur="500" fill="hold"/>
                                            <p:tgtEl>
                                              <p:spTgt spid="161"/>
                                            </p:tgtEl>
                                            <p:attrNameLst>
                                              <p:attrName>ppt_h</p:attrName>
                                            </p:attrNameLst>
                                          </p:cBhvr>
                                          <p:tavLst>
                                            <p:tav tm="0">
                                              <p:val>
                                                <p:strVal val="#ppt_h"/>
                                              </p:val>
                                            </p:tav>
                                            <p:tav tm="100000">
                                              <p:val>
                                                <p:strVal val="#ppt_h"/>
                                              </p:val>
                                            </p:tav>
                                          </p:tavLst>
                                        </p:anim>
                                        <p:animEffect transition="in" filter="fade">
                                          <p:cBhvr>
                                            <p:cTn id="68" dur="500"/>
                                            <p:tgtEl>
                                              <p:spTgt spid="161"/>
                                            </p:tgtEl>
                                          </p:cBhvr>
                                        </p:animEffect>
                                      </p:childTnLst>
                                    </p:cTn>
                                  </p:par>
                                  <p:par>
                                    <p:cTn id="69" presetID="12" presetClass="entr" presetSubtype="8" fill="hold" grpId="0" nodeType="withEffect">
                                      <p:stCondLst>
                                        <p:cond delay="5600"/>
                                      </p:stCondLst>
                                      <p:childTnLst>
                                        <p:set>
                                          <p:cBhvr>
                                            <p:cTn id="70" dur="1" fill="hold">
                                              <p:stCondLst>
                                                <p:cond delay="0"/>
                                              </p:stCondLst>
                                            </p:cTn>
                                            <p:tgtEl>
                                              <p:spTgt spid="146"/>
                                            </p:tgtEl>
                                            <p:attrNameLst>
                                              <p:attrName>style.visibility</p:attrName>
                                            </p:attrNameLst>
                                          </p:cBhvr>
                                          <p:to>
                                            <p:strVal val="visible"/>
                                          </p:to>
                                        </p:set>
                                        <p:anim calcmode="lin" valueType="num">
                                          <p:cBhvr additive="base">
                                            <p:cTn id="71" dur="500"/>
                                            <p:tgtEl>
                                              <p:spTgt spid="146"/>
                                            </p:tgtEl>
                                            <p:attrNameLst>
                                              <p:attrName>ppt_x</p:attrName>
                                            </p:attrNameLst>
                                          </p:cBhvr>
                                          <p:tavLst>
                                            <p:tav tm="0">
                                              <p:val>
                                                <p:strVal val="#ppt_x-#ppt_w*1.125000"/>
                                              </p:val>
                                            </p:tav>
                                            <p:tav tm="100000">
                                              <p:val>
                                                <p:strVal val="#ppt_x"/>
                                              </p:val>
                                            </p:tav>
                                          </p:tavLst>
                                        </p:anim>
                                        <p:animEffect transition="in" filter="wipe(right)">
                                          <p:cBhvr>
                                            <p:cTn id="72" dur="500"/>
                                            <p:tgtEl>
                                              <p:spTgt spid="146"/>
                                            </p:tgtEl>
                                          </p:cBhvr>
                                        </p:animEffect>
                                      </p:childTnLst>
                                    </p:cTn>
                                  </p:par>
                                  <p:par>
                                    <p:cTn id="73" presetID="53" presetClass="entr" presetSubtype="16" fill="hold" grpId="0" nodeType="withEffect">
                                      <p:stCondLst>
                                        <p:cond delay="6100"/>
                                      </p:stCondLst>
                                      <p:childTnLst>
                                        <p:set>
                                          <p:cBhvr>
                                            <p:cTn id="74" dur="1" fill="hold">
                                              <p:stCondLst>
                                                <p:cond delay="0"/>
                                              </p:stCondLst>
                                            </p:cTn>
                                            <p:tgtEl>
                                              <p:spTgt spid="147"/>
                                            </p:tgtEl>
                                            <p:attrNameLst>
                                              <p:attrName>style.visibility</p:attrName>
                                            </p:attrNameLst>
                                          </p:cBhvr>
                                          <p:to>
                                            <p:strVal val="visible"/>
                                          </p:to>
                                        </p:set>
                                        <p:anim calcmode="lin" valueType="num">
                                          <p:cBhvr>
                                            <p:cTn id="75" dur="300" fill="hold"/>
                                            <p:tgtEl>
                                              <p:spTgt spid="147"/>
                                            </p:tgtEl>
                                            <p:attrNameLst>
                                              <p:attrName>ppt_w</p:attrName>
                                            </p:attrNameLst>
                                          </p:cBhvr>
                                          <p:tavLst>
                                            <p:tav tm="0">
                                              <p:val>
                                                <p:fltVal val="0"/>
                                              </p:val>
                                            </p:tav>
                                            <p:tav tm="100000">
                                              <p:val>
                                                <p:strVal val="#ppt_w"/>
                                              </p:val>
                                            </p:tav>
                                          </p:tavLst>
                                        </p:anim>
                                        <p:anim calcmode="lin" valueType="num">
                                          <p:cBhvr>
                                            <p:cTn id="76" dur="300" fill="hold"/>
                                            <p:tgtEl>
                                              <p:spTgt spid="147"/>
                                            </p:tgtEl>
                                            <p:attrNameLst>
                                              <p:attrName>ppt_h</p:attrName>
                                            </p:attrNameLst>
                                          </p:cBhvr>
                                          <p:tavLst>
                                            <p:tav tm="0">
                                              <p:val>
                                                <p:fltVal val="0"/>
                                              </p:val>
                                            </p:tav>
                                            <p:tav tm="100000">
                                              <p:val>
                                                <p:strVal val="#ppt_h"/>
                                              </p:val>
                                            </p:tav>
                                          </p:tavLst>
                                        </p:anim>
                                        <p:animEffect transition="in" filter="fade">
                                          <p:cBhvr>
                                            <p:cTn id="77" dur="300"/>
                                            <p:tgtEl>
                                              <p:spTgt spid="147"/>
                                            </p:tgtEl>
                                          </p:cBhvr>
                                        </p:animEffect>
                                      </p:childTnLst>
                                    </p:cTn>
                                  </p:par>
                                  <p:par>
                                    <p:cTn id="78" presetID="6" presetClass="emph" presetSubtype="0" autoRev="1" fill="hold" grpId="1" nodeType="withEffect">
                                      <p:stCondLst>
                                        <p:cond delay="6400"/>
                                      </p:stCondLst>
                                      <p:childTnLst>
                                        <p:animScale>
                                          <p:cBhvr>
                                            <p:cTn id="79" dur="150" fill="hold"/>
                                            <p:tgtEl>
                                              <p:spTgt spid="147"/>
                                            </p:tgtEl>
                                          </p:cBhvr>
                                          <p:by x="110000" y="110000"/>
                                        </p:animScale>
                                      </p:childTnLst>
                                    </p:cTn>
                                  </p:par>
                                  <p:par>
                                    <p:cTn id="80" presetID="2" presetClass="entr" presetSubtype="2" fill="hold" grpId="0" nodeType="withEffect" p14:presetBounceEnd="60000">
                                      <p:stCondLst>
                                        <p:cond delay="6400"/>
                                      </p:stCondLst>
                                      <p:childTnLst>
                                        <p:set>
                                          <p:cBhvr>
                                            <p:cTn id="81" dur="1" fill="hold">
                                              <p:stCondLst>
                                                <p:cond delay="0"/>
                                              </p:stCondLst>
                                            </p:cTn>
                                            <p:tgtEl>
                                              <p:spTgt spid="158"/>
                                            </p:tgtEl>
                                            <p:attrNameLst>
                                              <p:attrName>style.visibility</p:attrName>
                                            </p:attrNameLst>
                                          </p:cBhvr>
                                          <p:to>
                                            <p:strVal val="visible"/>
                                          </p:to>
                                        </p:set>
                                        <p:anim calcmode="lin" valueType="num" p14:bounceEnd="60000">
                                          <p:cBhvr additive="base">
                                            <p:cTn id="82" dur="500" fill="hold"/>
                                            <p:tgtEl>
                                              <p:spTgt spid="158"/>
                                            </p:tgtEl>
                                            <p:attrNameLst>
                                              <p:attrName>ppt_x</p:attrName>
                                            </p:attrNameLst>
                                          </p:cBhvr>
                                          <p:tavLst>
                                            <p:tav tm="0">
                                              <p:val>
                                                <p:strVal val="1+#ppt_w/2"/>
                                              </p:val>
                                            </p:tav>
                                            <p:tav tm="100000">
                                              <p:val>
                                                <p:strVal val="#ppt_x"/>
                                              </p:val>
                                            </p:tav>
                                          </p:tavLst>
                                        </p:anim>
                                        <p:anim calcmode="lin" valueType="num" p14:bounceEnd="60000">
                                          <p:cBhvr additive="base">
                                            <p:cTn id="83" dur="500" fill="hold"/>
                                            <p:tgtEl>
                                              <p:spTgt spid="158"/>
                                            </p:tgtEl>
                                            <p:attrNameLst>
                                              <p:attrName>ppt_y</p:attrName>
                                            </p:attrNameLst>
                                          </p:cBhvr>
                                          <p:tavLst>
                                            <p:tav tm="0">
                                              <p:val>
                                                <p:strVal val="#ppt_y"/>
                                              </p:val>
                                            </p:tav>
                                            <p:tav tm="100000">
                                              <p:val>
                                                <p:strVal val="#ppt_y"/>
                                              </p:val>
                                            </p:tav>
                                          </p:tavLst>
                                        </p:anim>
                                      </p:childTnLst>
                                    </p:cTn>
                                  </p:par>
                                  <p:par>
                                    <p:cTn id="84" presetID="55" presetClass="entr" presetSubtype="0" fill="hold" grpId="0" nodeType="withEffect">
                                      <p:stCondLst>
                                        <p:cond delay="6800"/>
                                      </p:stCondLst>
                                      <p:childTnLst>
                                        <p:set>
                                          <p:cBhvr>
                                            <p:cTn id="85" dur="1" fill="hold">
                                              <p:stCondLst>
                                                <p:cond delay="0"/>
                                              </p:stCondLst>
                                            </p:cTn>
                                            <p:tgtEl>
                                              <p:spTgt spid="157"/>
                                            </p:tgtEl>
                                            <p:attrNameLst>
                                              <p:attrName>style.visibility</p:attrName>
                                            </p:attrNameLst>
                                          </p:cBhvr>
                                          <p:to>
                                            <p:strVal val="visible"/>
                                          </p:to>
                                        </p:set>
                                        <p:anim calcmode="lin" valueType="num">
                                          <p:cBhvr>
                                            <p:cTn id="86" dur="500" fill="hold"/>
                                            <p:tgtEl>
                                              <p:spTgt spid="157"/>
                                            </p:tgtEl>
                                            <p:attrNameLst>
                                              <p:attrName>ppt_w</p:attrName>
                                            </p:attrNameLst>
                                          </p:cBhvr>
                                          <p:tavLst>
                                            <p:tav tm="0">
                                              <p:val>
                                                <p:strVal val="#ppt_w*0.70"/>
                                              </p:val>
                                            </p:tav>
                                            <p:tav tm="100000">
                                              <p:val>
                                                <p:strVal val="#ppt_w"/>
                                              </p:val>
                                            </p:tav>
                                          </p:tavLst>
                                        </p:anim>
                                        <p:anim calcmode="lin" valueType="num">
                                          <p:cBhvr>
                                            <p:cTn id="87" dur="500" fill="hold"/>
                                            <p:tgtEl>
                                              <p:spTgt spid="157"/>
                                            </p:tgtEl>
                                            <p:attrNameLst>
                                              <p:attrName>ppt_h</p:attrName>
                                            </p:attrNameLst>
                                          </p:cBhvr>
                                          <p:tavLst>
                                            <p:tav tm="0">
                                              <p:val>
                                                <p:strVal val="#ppt_h"/>
                                              </p:val>
                                            </p:tav>
                                            <p:tav tm="100000">
                                              <p:val>
                                                <p:strVal val="#ppt_h"/>
                                              </p:val>
                                            </p:tav>
                                          </p:tavLst>
                                        </p:anim>
                                        <p:animEffect transition="in" filter="fade">
                                          <p:cBhvr>
                                            <p:cTn id="88" dur="500"/>
                                            <p:tgtEl>
                                              <p:spTgt spid="1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 grpId="0" animBg="1"/>
          <p:bldP spid="142" grpId="1" animBg="1"/>
          <p:bldP spid="143" grpId="0" animBg="1"/>
          <p:bldP spid="144" grpId="0" animBg="1"/>
          <p:bldP spid="145" grpId="0" animBg="1"/>
          <p:bldP spid="146" grpId="0" animBg="1"/>
          <p:bldP spid="147" grpId="0" animBg="1"/>
          <p:bldP spid="147" grpId="1" animBg="1"/>
          <p:bldP spid="154" grpId="0" animBg="1"/>
          <p:bldP spid="154" grpId="1" animBg="1"/>
          <p:bldP spid="155" grpId="0"/>
          <p:bldP spid="156" grpId="0" animBg="1"/>
          <p:bldP spid="157" grpId="0"/>
          <p:bldP spid="158" grpId="0" animBg="1"/>
          <p:bldP spid="159" grpId="0"/>
          <p:bldP spid="160" grpId="0" animBg="1"/>
          <p:bldP spid="161" grpId="0"/>
          <p:bldP spid="162" grpId="0"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163"/>
                                            </p:tgtEl>
                                            <p:attrNameLst>
                                              <p:attrName>style.visibility</p:attrName>
                                            </p:attrNameLst>
                                          </p:cBhvr>
                                          <p:to>
                                            <p:strVal val="visible"/>
                                          </p:to>
                                        </p:set>
                                        <p:anim calcmode="lin" valueType="num">
                                          <p:cBhvr additive="base">
                                            <p:cTn id="7" dur="500" fill="hold"/>
                                            <p:tgtEl>
                                              <p:spTgt spid="163"/>
                                            </p:tgtEl>
                                            <p:attrNameLst>
                                              <p:attrName>ppt_x</p:attrName>
                                            </p:attrNameLst>
                                          </p:cBhvr>
                                          <p:tavLst>
                                            <p:tav tm="0">
                                              <p:val>
                                                <p:strVal val="#ppt_x"/>
                                              </p:val>
                                            </p:tav>
                                            <p:tav tm="100000">
                                              <p:val>
                                                <p:strVal val="#ppt_x"/>
                                              </p:val>
                                            </p:tav>
                                          </p:tavLst>
                                        </p:anim>
                                        <p:anim calcmode="lin" valueType="num">
                                          <p:cBhvr additive="base">
                                            <p:cTn id="8" dur="500" fill="hold"/>
                                            <p:tgtEl>
                                              <p:spTgt spid="163"/>
                                            </p:tgtEl>
                                            <p:attrNameLst>
                                              <p:attrName>ppt_y</p:attrName>
                                            </p:attrNameLst>
                                          </p:cBhvr>
                                          <p:tavLst>
                                            <p:tav tm="0">
                                              <p:val>
                                                <p:strVal val="1+#ppt_h/2"/>
                                              </p:val>
                                            </p:tav>
                                            <p:tav tm="100000">
                                              <p:val>
                                                <p:strVal val="#ppt_y"/>
                                              </p:val>
                                            </p:tav>
                                          </p:tavLst>
                                        </p:anim>
                                      </p:childTnLst>
                                    </p:cTn>
                                  </p:par>
                                  <p:par>
                                    <p:cTn id="9" presetID="12" presetClass="entr" presetSubtype="2" fill="hold" grpId="0" nodeType="withEffect">
                                      <p:stCondLst>
                                        <p:cond delay="500"/>
                                      </p:stCondLst>
                                      <p:childTnLst>
                                        <p:set>
                                          <p:cBhvr>
                                            <p:cTn id="10" dur="1" fill="hold">
                                              <p:stCondLst>
                                                <p:cond delay="0"/>
                                              </p:stCondLst>
                                            </p:cTn>
                                            <p:tgtEl>
                                              <p:spTgt spid="143"/>
                                            </p:tgtEl>
                                            <p:attrNameLst>
                                              <p:attrName>style.visibility</p:attrName>
                                            </p:attrNameLst>
                                          </p:cBhvr>
                                          <p:to>
                                            <p:strVal val="visible"/>
                                          </p:to>
                                        </p:set>
                                        <p:anim calcmode="lin" valueType="num">
                                          <p:cBhvr additive="base">
                                            <p:cTn id="11" dur="500"/>
                                            <p:tgtEl>
                                              <p:spTgt spid="143"/>
                                            </p:tgtEl>
                                            <p:attrNameLst>
                                              <p:attrName>ppt_x</p:attrName>
                                            </p:attrNameLst>
                                          </p:cBhvr>
                                          <p:tavLst>
                                            <p:tav tm="0">
                                              <p:val>
                                                <p:strVal val="#ppt_x+#ppt_w*1.125000"/>
                                              </p:val>
                                            </p:tav>
                                            <p:tav tm="100000">
                                              <p:val>
                                                <p:strVal val="#ppt_x"/>
                                              </p:val>
                                            </p:tav>
                                          </p:tavLst>
                                        </p:anim>
                                        <p:animEffect transition="in" filter="wipe(left)">
                                          <p:cBhvr>
                                            <p:cTn id="12" dur="500"/>
                                            <p:tgtEl>
                                              <p:spTgt spid="143"/>
                                            </p:tgtEl>
                                          </p:cBhvr>
                                        </p:animEffect>
                                      </p:childTnLst>
                                    </p:cTn>
                                  </p:par>
                                  <p:par>
                                    <p:cTn id="13" presetID="53" presetClass="entr" presetSubtype="16" fill="hold" nodeType="withEffect">
                                      <p:stCondLst>
                                        <p:cond delay="1000"/>
                                      </p:stCondLst>
                                      <p:childTnLst>
                                        <p:set>
                                          <p:cBhvr>
                                            <p:cTn id="14" dur="1" fill="hold">
                                              <p:stCondLst>
                                                <p:cond delay="0"/>
                                              </p:stCondLst>
                                            </p:cTn>
                                            <p:tgtEl>
                                              <p:spTgt spid="148"/>
                                            </p:tgtEl>
                                            <p:attrNameLst>
                                              <p:attrName>style.visibility</p:attrName>
                                            </p:attrNameLst>
                                          </p:cBhvr>
                                          <p:to>
                                            <p:strVal val="visible"/>
                                          </p:to>
                                        </p:set>
                                        <p:anim calcmode="lin" valueType="num">
                                          <p:cBhvr>
                                            <p:cTn id="15" dur="300" fill="hold"/>
                                            <p:tgtEl>
                                              <p:spTgt spid="148"/>
                                            </p:tgtEl>
                                            <p:attrNameLst>
                                              <p:attrName>ppt_w</p:attrName>
                                            </p:attrNameLst>
                                          </p:cBhvr>
                                          <p:tavLst>
                                            <p:tav tm="0">
                                              <p:val>
                                                <p:fltVal val="0"/>
                                              </p:val>
                                            </p:tav>
                                            <p:tav tm="100000">
                                              <p:val>
                                                <p:strVal val="#ppt_w"/>
                                              </p:val>
                                            </p:tav>
                                          </p:tavLst>
                                        </p:anim>
                                        <p:anim calcmode="lin" valueType="num">
                                          <p:cBhvr>
                                            <p:cTn id="16" dur="300" fill="hold"/>
                                            <p:tgtEl>
                                              <p:spTgt spid="148"/>
                                            </p:tgtEl>
                                            <p:attrNameLst>
                                              <p:attrName>ppt_h</p:attrName>
                                            </p:attrNameLst>
                                          </p:cBhvr>
                                          <p:tavLst>
                                            <p:tav tm="0">
                                              <p:val>
                                                <p:fltVal val="0"/>
                                              </p:val>
                                            </p:tav>
                                            <p:tav tm="100000">
                                              <p:val>
                                                <p:strVal val="#ppt_h"/>
                                              </p:val>
                                            </p:tav>
                                          </p:tavLst>
                                        </p:anim>
                                        <p:animEffect transition="in" filter="fade">
                                          <p:cBhvr>
                                            <p:cTn id="17" dur="300"/>
                                            <p:tgtEl>
                                              <p:spTgt spid="148"/>
                                            </p:tgtEl>
                                          </p:cBhvr>
                                        </p:animEffect>
                                      </p:childTnLst>
                                    </p:cTn>
                                  </p:par>
                                  <p:par>
                                    <p:cTn id="18" presetID="6" presetClass="emph" presetSubtype="0" autoRev="1" fill="hold" nodeType="withEffect">
                                      <p:stCondLst>
                                        <p:cond delay="1300"/>
                                      </p:stCondLst>
                                      <p:childTnLst>
                                        <p:animScale>
                                          <p:cBhvr>
                                            <p:cTn id="19" dur="150" fill="hold"/>
                                            <p:tgtEl>
                                              <p:spTgt spid="148"/>
                                            </p:tgtEl>
                                          </p:cBhvr>
                                          <p:by x="110000" y="110000"/>
                                        </p:animScale>
                                      </p:childTnLst>
                                    </p:cTn>
                                  </p:par>
                                  <p:par>
                                    <p:cTn id="20" presetID="2" presetClass="entr" presetSubtype="8" fill="hold" grpId="0" nodeType="withEffect">
                                      <p:stCondLst>
                                        <p:cond delay="1300"/>
                                      </p:stCondLst>
                                      <p:childTnLst>
                                        <p:set>
                                          <p:cBhvr>
                                            <p:cTn id="21" dur="1" fill="hold">
                                              <p:stCondLst>
                                                <p:cond delay="0"/>
                                              </p:stCondLst>
                                            </p:cTn>
                                            <p:tgtEl>
                                              <p:spTgt spid="160"/>
                                            </p:tgtEl>
                                            <p:attrNameLst>
                                              <p:attrName>style.visibility</p:attrName>
                                            </p:attrNameLst>
                                          </p:cBhvr>
                                          <p:to>
                                            <p:strVal val="visible"/>
                                          </p:to>
                                        </p:set>
                                        <p:anim calcmode="lin" valueType="num">
                                          <p:cBhvr additive="base">
                                            <p:cTn id="22" dur="500" fill="hold"/>
                                            <p:tgtEl>
                                              <p:spTgt spid="160"/>
                                            </p:tgtEl>
                                            <p:attrNameLst>
                                              <p:attrName>ppt_x</p:attrName>
                                            </p:attrNameLst>
                                          </p:cBhvr>
                                          <p:tavLst>
                                            <p:tav tm="0">
                                              <p:val>
                                                <p:strVal val="0-#ppt_w/2"/>
                                              </p:val>
                                            </p:tav>
                                            <p:tav tm="100000">
                                              <p:val>
                                                <p:strVal val="#ppt_x"/>
                                              </p:val>
                                            </p:tav>
                                          </p:tavLst>
                                        </p:anim>
                                        <p:anim calcmode="lin" valueType="num">
                                          <p:cBhvr additive="base">
                                            <p:cTn id="23" dur="500" fill="hold"/>
                                            <p:tgtEl>
                                              <p:spTgt spid="160"/>
                                            </p:tgtEl>
                                            <p:attrNameLst>
                                              <p:attrName>ppt_y</p:attrName>
                                            </p:attrNameLst>
                                          </p:cBhvr>
                                          <p:tavLst>
                                            <p:tav tm="0">
                                              <p:val>
                                                <p:strVal val="#ppt_y"/>
                                              </p:val>
                                            </p:tav>
                                            <p:tav tm="100000">
                                              <p:val>
                                                <p:strVal val="#ppt_y"/>
                                              </p:val>
                                            </p:tav>
                                          </p:tavLst>
                                        </p:anim>
                                      </p:childTnLst>
                                    </p:cTn>
                                  </p:par>
                                  <p:par>
                                    <p:cTn id="24" presetID="55" presetClass="entr" presetSubtype="0" fill="hold" grpId="0" nodeType="withEffect">
                                      <p:stCondLst>
                                        <p:cond delay="1700"/>
                                      </p:stCondLst>
                                      <p:childTnLst>
                                        <p:set>
                                          <p:cBhvr>
                                            <p:cTn id="25" dur="1" fill="hold">
                                              <p:stCondLst>
                                                <p:cond delay="0"/>
                                              </p:stCondLst>
                                            </p:cTn>
                                            <p:tgtEl>
                                              <p:spTgt spid="159"/>
                                            </p:tgtEl>
                                            <p:attrNameLst>
                                              <p:attrName>style.visibility</p:attrName>
                                            </p:attrNameLst>
                                          </p:cBhvr>
                                          <p:to>
                                            <p:strVal val="visible"/>
                                          </p:to>
                                        </p:set>
                                        <p:anim calcmode="lin" valueType="num">
                                          <p:cBhvr>
                                            <p:cTn id="26" dur="500" fill="hold"/>
                                            <p:tgtEl>
                                              <p:spTgt spid="159"/>
                                            </p:tgtEl>
                                            <p:attrNameLst>
                                              <p:attrName>ppt_w</p:attrName>
                                            </p:attrNameLst>
                                          </p:cBhvr>
                                          <p:tavLst>
                                            <p:tav tm="0">
                                              <p:val>
                                                <p:strVal val="#ppt_w*0.70"/>
                                              </p:val>
                                            </p:tav>
                                            <p:tav tm="100000">
                                              <p:val>
                                                <p:strVal val="#ppt_w"/>
                                              </p:val>
                                            </p:tav>
                                          </p:tavLst>
                                        </p:anim>
                                        <p:anim calcmode="lin" valueType="num">
                                          <p:cBhvr>
                                            <p:cTn id="27" dur="500" fill="hold"/>
                                            <p:tgtEl>
                                              <p:spTgt spid="159"/>
                                            </p:tgtEl>
                                            <p:attrNameLst>
                                              <p:attrName>ppt_h</p:attrName>
                                            </p:attrNameLst>
                                          </p:cBhvr>
                                          <p:tavLst>
                                            <p:tav tm="0">
                                              <p:val>
                                                <p:strVal val="#ppt_h"/>
                                              </p:val>
                                            </p:tav>
                                            <p:tav tm="100000">
                                              <p:val>
                                                <p:strVal val="#ppt_h"/>
                                              </p:val>
                                            </p:tav>
                                          </p:tavLst>
                                        </p:anim>
                                        <p:animEffect transition="in" filter="fade">
                                          <p:cBhvr>
                                            <p:cTn id="28" dur="500"/>
                                            <p:tgtEl>
                                              <p:spTgt spid="159"/>
                                            </p:tgtEl>
                                          </p:cBhvr>
                                        </p:animEffect>
                                      </p:childTnLst>
                                    </p:cTn>
                                  </p:par>
                                  <p:par>
                                    <p:cTn id="29" presetID="12" presetClass="entr" presetSubtype="8" fill="hold" grpId="0" nodeType="withEffect">
                                      <p:stCondLst>
                                        <p:cond delay="2200"/>
                                      </p:stCondLst>
                                      <p:childTnLst>
                                        <p:set>
                                          <p:cBhvr>
                                            <p:cTn id="30" dur="1" fill="hold">
                                              <p:stCondLst>
                                                <p:cond delay="0"/>
                                              </p:stCondLst>
                                            </p:cTn>
                                            <p:tgtEl>
                                              <p:spTgt spid="145"/>
                                            </p:tgtEl>
                                            <p:attrNameLst>
                                              <p:attrName>style.visibility</p:attrName>
                                            </p:attrNameLst>
                                          </p:cBhvr>
                                          <p:to>
                                            <p:strVal val="visible"/>
                                          </p:to>
                                        </p:set>
                                        <p:anim calcmode="lin" valueType="num">
                                          <p:cBhvr additive="base">
                                            <p:cTn id="31" dur="500"/>
                                            <p:tgtEl>
                                              <p:spTgt spid="145"/>
                                            </p:tgtEl>
                                            <p:attrNameLst>
                                              <p:attrName>ppt_x</p:attrName>
                                            </p:attrNameLst>
                                          </p:cBhvr>
                                          <p:tavLst>
                                            <p:tav tm="0">
                                              <p:val>
                                                <p:strVal val="#ppt_x-#ppt_w*1.125000"/>
                                              </p:val>
                                            </p:tav>
                                            <p:tav tm="100000">
                                              <p:val>
                                                <p:strVal val="#ppt_x"/>
                                              </p:val>
                                            </p:tav>
                                          </p:tavLst>
                                        </p:anim>
                                        <p:animEffect transition="in" filter="wipe(right)">
                                          <p:cBhvr>
                                            <p:cTn id="32" dur="500"/>
                                            <p:tgtEl>
                                              <p:spTgt spid="145"/>
                                            </p:tgtEl>
                                          </p:cBhvr>
                                        </p:animEffect>
                                      </p:childTnLst>
                                    </p:cTn>
                                  </p:par>
                                  <p:par>
                                    <p:cTn id="33" presetID="53" presetClass="entr" presetSubtype="16" fill="hold" grpId="0" nodeType="withEffect">
                                      <p:stCondLst>
                                        <p:cond delay="2700"/>
                                      </p:stCondLst>
                                      <p:childTnLst>
                                        <p:set>
                                          <p:cBhvr>
                                            <p:cTn id="34" dur="1" fill="hold">
                                              <p:stCondLst>
                                                <p:cond delay="0"/>
                                              </p:stCondLst>
                                            </p:cTn>
                                            <p:tgtEl>
                                              <p:spTgt spid="142"/>
                                            </p:tgtEl>
                                            <p:attrNameLst>
                                              <p:attrName>style.visibility</p:attrName>
                                            </p:attrNameLst>
                                          </p:cBhvr>
                                          <p:to>
                                            <p:strVal val="visible"/>
                                          </p:to>
                                        </p:set>
                                        <p:anim calcmode="lin" valueType="num">
                                          <p:cBhvr>
                                            <p:cTn id="35" dur="300" fill="hold"/>
                                            <p:tgtEl>
                                              <p:spTgt spid="142"/>
                                            </p:tgtEl>
                                            <p:attrNameLst>
                                              <p:attrName>ppt_w</p:attrName>
                                            </p:attrNameLst>
                                          </p:cBhvr>
                                          <p:tavLst>
                                            <p:tav tm="0">
                                              <p:val>
                                                <p:fltVal val="0"/>
                                              </p:val>
                                            </p:tav>
                                            <p:tav tm="100000">
                                              <p:val>
                                                <p:strVal val="#ppt_w"/>
                                              </p:val>
                                            </p:tav>
                                          </p:tavLst>
                                        </p:anim>
                                        <p:anim calcmode="lin" valueType="num">
                                          <p:cBhvr>
                                            <p:cTn id="36" dur="300" fill="hold"/>
                                            <p:tgtEl>
                                              <p:spTgt spid="142"/>
                                            </p:tgtEl>
                                            <p:attrNameLst>
                                              <p:attrName>ppt_h</p:attrName>
                                            </p:attrNameLst>
                                          </p:cBhvr>
                                          <p:tavLst>
                                            <p:tav tm="0">
                                              <p:val>
                                                <p:fltVal val="0"/>
                                              </p:val>
                                            </p:tav>
                                            <p:tav tm="100000">
                                              <p:val>
                                                <p:strVal val="#ppt_h"/>
                                              </p:val>
                                            </p:tav>
                                          </p:tavLst>
                                        </p:anim>
                                        <p:animEffect transition="in" filter="fade">
                                          <p:cBhvr>
                                            <p:cTn id="37" dur="300"/>
                                            <p:tgtEl>
                                              <p:spTgt spid="142"/>
                                            </p:tgtEl>
                                          </p:cBhvr>
                                        </p:animEffect>
                                      </p:childTnLst>
                                    </p:cTn>
                                  </p:par>
                                  <p:par>
                                    <p:cTn id="38" presetID="6" presetClass="emph" presetSubtype="0" autoRev="1" fill="hold" grpId="1" nodeType="withEffect">
                                      <p:stCondLst>
                                        <p:cond delay="3000"/>
                                      </p:stCondLst>
                                      <p:childTnLst>
                                        <p:animScale>
                                          <p:cBhvr>
                                            <p:cTn id="39" dur="150" fill="hold"/>
                                            <p:tgtEl>
                                              <p:spTgt spid="142"/>
                                            </p:tgtEl>
                                          </p:cBhvr>
                                          <p:by x="110000" y="110000"/>
                                        </p:animScale>
                                      </p:childTnLst>
                                    </p:cTn>
                                  </p:par>
                                  <p:par>
                                    <p:cTn id="40" presetID="2" presetClass="entr" presetSubtype="2" fill="hold" grpId="0" nodeType="withEffect">
                                      <p:stCondLst>
                                        <p:cond delay="3000"/>
                                      </p:stCondLst>
                                      <p:childTnLst>
                                        <p:set>
                                          <p:cBhvr>
                                            <p:cTn id="41" dur="1" fill="hold">
                                              <p:stCondLst>
                                                <p:cond delay="0"/>
                                              </p:stCondLst>
                                            </p:cTn>
                                            <p:tgtEl>
                                              <p:spTgt spid="156"/>
                                            </p:tgtEl>
                                            <p:attrNameLst>
                                              <p:attrName>style.visibility</p:attrName>
                                            </p:attrNameLst>
                                          </p:cBhvr>
                                          <p:to>
                                            <p:strVal val="visible"/>
                                          </p:to>
                                        </p:set>
                                        <p:anim calcmode="lin" valueType="num">
                                          <p:cBhvr additive="base">
                                            <p:cTn id="42" dur="500" fill="hold"/>
                                            <p:tgtEl>
                                              <p:spTgt spid="156"/>
                                            </p:tgtEl>
                                            <p:attrNameLst>
                                              <p:attrName>ppt_x</p:attrName>
                                            </p:attrNameLst>
                                          </p:cBhvr>
                                          <p:tavLst>
                                            <p:tav tm="0">
                                              <p:val>
                                                <p:strVal val="1+#ppt_w/2"/>
                                              </p:val>
                                            </p:tav>
                                            <p:tav tm="100000">
                                              <p:val>
                                                <p:strVal val="#ppt_x"/>
                                              </p:val>
                                            </p:tav>
                                          </p:tavLst>
                                        </p:anim>
                                        <p:anim calcmode="lin" valueType="num">
                                          <p:cBhvr additive="base">
                                            <p:cTn id="43" dur="500" fill="hold"/>
                                            <p:tgtEl>
                                              <p:spTgt spid="156"/>
                                            </p:tgtEl>
                                            <p:attrNameLst>
                                              <p:attrName>ppt_y</p:attrName>
                                            </p:attrNameLst>
                                          </p:cBhvr>
                                          <p:tavLst>
                                            <p:tav tm="0">
                                              <p:val>
                                                <p:strVal val="#ppt_y"/>
                                              </p:val>
                                            </p:tav>
                                            <p:tav tm="100000">
                                              <p:val>
                                                <p:strVal val="#ppt_y"/>
                                              </p:val>
                                            </p:tav>
                                          </p:tavLst>
                                        </p:anim>
                                      </p:childTnLst>
                                    </p:cTn>
                                  </p:par>
                                  <p:par>
                                    <p:cTn id="44" presetID="55" presetClass="entr" presetSubtype="0" fill="hold" grpId="0" nodeType="withEffect">
                                      <p:stCondLst>
                                        <p:cond delay="3400"/>
                                      </p:stCondLst>
                                      <p:childTnLst>
                                        <p:set>
                                          <p:cBhvr>
                                            <p:cTn id="45" dur="1" fill="hold">
                                              <p:stCondLst>
                                                <p:cond delay="0"/>
                                              </p:stCondLst>
                                            </p:cTn>
                                            <p:tgtEl>
                                              <p:spTgt spid="155"/>
                                            </p:tgtEl>
                                            <p:attrNameLst>
                                              <p:attrName>style.visibility</p:attrName>
                                            </p:attrNameLst>
                                          </p:cBhvr>
                                          <p:to>
                                            <p:strVal val="visible"/>
                                          </p:to>
                                        </p:set>
                                        <p:anim calcmode="lin" valueType="num">
                                          <p:cBhvr>
                                            <p:cTn id="46" dur="500" fill="hold"/>
                                            <p:tgtEl>
                                              <p:spTgt spid="155"/>
                                            </p:tgtEl>
                                            <p:attrNameLst>
                                              <p:attrName>ppt_w</p:attrName>
                                            </p:attrNameLst>
                                          </p:cBhvr>
                                          <p:tavLst>
                                            <p:tav tm="0">
                                              <p:val>
                                                <p:strVal val="#ppt_w*0.70"/>
                                              </p:val>
                                            </p:tav>
                                            <p:tav tm="100000">
                                              <p:val>
                                                <p:strVal val="#ppt_w"/>
                                              </p:val>
                                            </p:tav>
                                          </p:tavLst>
                                        </p:anim>
                                        <p:anim calcmode="lin" valueType="num">
                                          <p:cBhvr>
                                            <p:cTn id="47" dur="500" fill="hold"/>
                                            <p:tgtEl>
                                              <p:spTgt spid="155"/>
                                            </p:tgtEl>
                                            <p:attrNameLst>
                                              <p:attrName>ppt_h</p:attrName>
                                            </p:attrNameLst>
                                          </p:cBhvr>
                                          <p:tavLst>
                                            <p:tav tm="0">
                                              <p:val>
                                                <p:strVal val="#ppt_h"/>
                                              </p:val>
                                            </p:tav>
                                            <p:tav tm="100000">
                                              <p:val>
                                                <p:strVal val="#ppt_h"/>
                                              </p:val>
                                            </p:tav>
                                          </p:tavLst>
                                        </p:anim>
                                        <p:animEffect transition="in" filter="fade">
                                          <p:cBhvr>
                                            <p:cTn id="48" dur="500"/>
                                            <p:tgtEl>
                                              <p:spTgt spid="155"/>
                                            </p:tgtEl>
                                          </p:cBhvr>
                                        </p:animEffect>
                                      </p:childTnLst>
                                    </p:cTn>
                                  </p:par>
                                  <p:par>
                                    <p:cTn id="49" presetID="12" presetClass="entr" presetSubtype="2" fill="hold" grpId="0" nodeType="withEffect">
                                      <p:stCondLst>
                                        <p:cond delay="3900"/>
                                      </p:stCondLst>
                                      <p:childTnLst>
                                        <p:set>
                                          <p:cBhvr>
                                            <p:cTn id="50" dur="1" fill="hold">
                                              <p:stCondLst>
                                                <p:cond delay="0"/>
                                              </p:stCondLst>
                                            </p:cTn>
                                            <p:tgtEl>
                                              <p:spTgt spid="144"/>
                                            </p:tgtEl>
                                            <p:attrNameLst>
                                              <p:attrName>style.visibility</p:attrName>
                                            </p:attrNameLst>
                                          </p:cBhvr>
                                          <p:to>
                                            <p:strVal val="visible"/>
                                          </p:to>
                                        </p:set>
                                        <p:anim calcmode="lin" valueType="num">
                                          <p:cBhvr additive="base">
                                            <p:cTn id="51" dur="500"/>
                                            <p:tgtEl>
                                              <p:spTgt spid="144"/>
                                            </p:tgtEl>
                                            <p:attrNameLst>
                                              <p:attrName>ppt_x</p:attrName>
                                            </p:attrNameLst>
                                          </p:cBhvr>
                                          <p:tavLst>
                                            <p:tav tm="0">
                                              <p:val>
                                                <p:strVal val="#ppt_x+#ppt_w*1.125000"/>
                                              </p:val>
                                            </p:tav>
                                            <p:tav tm="100000">
                                              <p:val>
                                                <p:strVal val="#ppt_x"/>
                                              </p:val>
                                            </p:tav>
                                          </p:tavLst>
                                        </p:anim>
                                        <p:animEffect transition="in" filter="wipe(left)">
                                          <p:cBhvr>
                                            <p:cTn id="52" dur="500"/>
                                            <p:tgtEl>
                                              <p:spTgt spid="144"/>
                                            </p:tgtEl>
                                          </p:cBhvr>
                                        </p:animEffect>
                                      </p:childTnLst>
                                    </p:cTn>
                                  </p:par>
                                  <p:par>
                                    <p:cTn id="53" presetID="53" presetClass="entr" presetSubtype="16" fill="hold" grpId="0" nodeType="withEffect">
                                      <p:stCondLst>
                                        <p:cond delay="4400"/>
                                      </p:stCondLst>
                                      <p:childTnLst>
                                        <p:set>
                                          <p:cBhvr>
                                            <p:cTn id="54" dur="1" fill="hold">
                                              <p:stCondLst>
                                                <p:cond delay="0"/>
                                              </p:stCondLst>
                                            </p:cTn>
                                            <p:tgtEl>
                                              <p:spTgt spid="154"/>
                                            </p:tgtEl>
                                            <p:attrNameLst>
                                              <p:attrName>style.visibility</p:attrName>
                                            </p:attrNameLst>
                                          </p:cBhvr>
                                          <p:to>
                                            <p:strVal val="visible"/>
                                          </p:to>
                                        </p:set>
                                        <p:anim calcmode="lin" valueType="num">
                                          <p:cBhvr>
                                            <p:cTn id="55" dur="300" fill="hold"/>
                                            <p:tgtEl>
                                              <p:spTgt spid="154"/>
                                            </p:tgtEl>
                                            <p:attrNameLst>
                                              <p:attrName>ppt_w</p:attrName>
                                            </p:attrNameLst>
                                          </p:cBhvr>
                                          <p:tavLst>
                                            <p:tav tm="0">
                                              <p:val>
                                                <p:fltVal val="0"/>
                                              </p:val>
                                            </p:tav>
                                            <p:tav tm="100000">
                                              <p:val>
                                                <p:strVal val="#ppt_w"/>
                                              </p:val>
                                            </p:tav>
                                          </p:tavLst>
                                        </p:anim>
                                        <p:anim calcmode="lin" valueType="num">
                                          <p:cBhvr>
                                            <p:cTn id="56" dur="300" fill="hold"/>
                                            <p:tgtEl>
                                              <p:spTgt spid="154"/>
                                            </p:tgtEl>
                                            <p:attrNameLst>
                                              <p:attrName>ppt_h</p:attrName>
                                            </p:attrNameLst>
                                          </p:cBhvr>
                                          <p:tavLst>
                                            <p:tav tm="0">
                                              <p:val>
                                                <p:fltVal val="0"/>
                                              </p:val>
                                            </p:tav>
                                            <p:tav tm="100000">
                                              <p:val>
                                                <p:strVal val="#ppt_h"/>
                                              </p:val>
                                            </p:tav>
                                          </p:tavLst>
                                        </p:anim>
                                        <p:animEffect transition="in" filter="fade">
                                          <p:cBhvr>
                                            <p:cTn id="57" dur="300"/>
                                            <p:tgtEl>
                                              <p:spTgt spid="154"/>
                                            </p:tgtEl>
                                          </p:cBhvr>
                                        </p:animEffect>
                                      </p:childTnLst>
                                    </p:cTn>
                                  </p:par>
                                  <p:par>
                                    <p:cTn id="58" presetID="6" presetClass="emph" presetSubtype="0" autoRev="1" fill="hold" grpId="1" nodeType="withEffect">
                                      <p:stCondLst>
                                        <p:cond delay="4700"/>
                                      </p:stCondLst>
                                      <p:childTnLst>
                                        <p:animScale>
                                          <p:cBhvr>
                                            <p:cTn id="59" dur="150" fill="hold"/>
                                            <p:tgtEl>
                                              <p:spTgt spid="154"/>
                                            </p:tgtEl>
                                          </p:cBhvr>
                                          <p:by x="110000" y="110000"/>
                                        </p:animScale>
                                      </p:childTnLst>
                                    </p:cTn>
                                  </p:par>
                                  <p:par>
                                    <p:cTn id="60" presetID="2" presetClass="entr" presetSubtype="8" fill="hold" grpId="0" nodeType="withEffect">
                                      <p:stCondLst>
                                        <p:cond delay="4700"/>
                                      </p:stCondLst>
                                      <p:childTnLst>
                                        <p:set>
                                          <p:cBhvr>
                                            <p:cTn id="61" dur="1" fill="hold">
                                              <p:stCondLst>
                                                <p:cond delay="0"/>
                                              </p:stCondLst>
                                            </p:cTn>
                                            <p:tgtEl>
                                              <p:spTgt spid="162"/>
                                            </p:tgtEl>
                                            <p:attrNameLst>
                                              <p:attrName>style.visibility</p:attrName>
                                            </p:attrNameLst>
                                          </p:cBhvr>
                                          <p:to>
                                            <p:strVal val="visible"/>
                                          </p:to>
                                        </p:set>
                                        <p:anim calcmode="lin" valueType="num">
                                          <p:cBhvr additive="base">
                                            <p:cTn id="62" dur="500" fill="hold"/>
                                            <p:tgtEl>
                                              <p:spTgt spid="162"/>
                                            </p:tgtEl>
                                            <p:attrNameLst>
                                              <p:attrName>ppt_x</p:attrName>
                                            </p:attrNameLst>
                                          </p:cBhvr>
                                          <p:tavLst>
                                            <p:tav tm="0">
                                              <p:val>
                                                <p:strVal val="0-#ppt_w/2"/>
                                              </p:val>
                                            </p:tav>
                                            <p:tav tm="100000">
                                              <p:val>
                                                <p:strVal val="#ppt_x"/>
                                              </p:val>
                                            </p:tav>
                                          </p:tavLst>
                                        </p:anim>
                                        <p:anim calcmode="lin" valueType="num">
                                          <p:cBhvr additive="base">
                                            <p:cTn id="63" dur="500" fill="hold"/>
                                            <p:tgtEl>
                                              <p:spTgt spid="162"/>
                                            </p:tgtEl>
                                            <p:attrNameLst>
                                              <p:attrName>ppt_y</p:attrName>
                                            </p:attrNameLst>
                                          </p:cBhvr>
                                          <p:tavLst>
                                            <p:tav tm="0">
                                              <p:val>
                                                <p:strVal val="#ppt_y"/>
                                              </p:val>
                                            </p:tav>
                                            <p:tav tm="100000">
                                              <p:val>
                                                <p:strVal val="#ppt_y"/>
                                              </p:val>
                                            </p:tav>
                                          </p:tavLst>
                                        </p:anim>
                                      </p:childTnLst>
                                    </p:cTn>
                                  </p:par>
                                  <p:par>
                                    <p:cTn id="64" presetID="55" presetClass="entr" presetSubtype="0" fill="hold" grpId="0" nodeType="withEffect">
                                      <p:stCondLst>
                                        <p:cond delay="5100"/>
                                      </p:stCondLst>
                                      <p:childTnLst>
                                        <p:set>
                                          <p:cBhvr>
                                            <p:cTn id="65" dur="1" fill="hold">
                                              <p:stCondLst>
                                                <p:cond delay="0"/>
                                              </p:stCondLst>
                                            </p:cTn>
                                            <p:tgtEl>
                                              <p:spTgt spid="161"/>
                                            </p:tgtEl>
                                            <p:attrNameLst>
                                              <p:attrName>style.visibility</p:attrName>
                                            </p:attrNameLst>
                                          </p:cBhvr>
                                          <p:to>
                                            <p:strVal val="visible"/>
                                          </p:to>
                                        </p:set>
                                        <p:anim calcmode="lin" valueType="num">
                                          <p:cBhvr>
                                            <p:cTn id="66" dur="500" fill="hold"/>
                                            <p:tgtEl>
                                              <p:spTgt spid="161"/>
                                            </p:tgtEl>
                                            <p:attrNameLst>
                                              <p:attrName>ppt_w</p:attrName>
                                            </p:attrNameLst>
                                          </p:cBhvr>
                                          <p:tavLst>
                                            <p:tav tm="0">
                                              <p:val>
                                                <p:strVal val="#ppt_w*0.70"/>
                                              </p:val>
                                            </p:tav>
                                            <p:tav tm="100000">
                                              <p:val>
                                                <p:strVal val="#ppt_w"/>
                                              </p:val>
                                            </p:tav>
                                          </p:tavLst>
                                        </p:anim>
                                        <p:anim calcmode="lin" valueType="num">
                                          <p:cBhvr>
                                            <p:cTn id="67" dur="500" fill="hold"/>
                                            <p:tgtEl>
                                              <p:spTgt spid="161"/>
                                            </p:tgtEl>
                                            <p:attrNameLst>
                                              <p:attrName>ppt_h</p:attrName>
                                            </p:attrNameLst>
                                          </p:cBhvr>
                                          <p:tavLst>
                                            <p:tav tm="0">
                                              <p:val>
                                                <p:strVal val="#ppt_h"/>
                                              </p:val>
                                            </p:tav>
                                            <p:tav tm="100000">
                                              <p:val>
                                                <p:strVal val="#ppt_h"/>
                                              </p:val>
                                            </p:tav>
                                          </p:tavLst>
                                        </p:anim>
                                        <p:animEffect transition="in" filter="fade">
                                          <p:cBhvr>
                                            <p:cTn id="68" dur="500"/>
                                            <p:tgtEl>
                                              <p:spTgt spid="161"/>
                                            </p:tgtEl>
                                          </p:cBhvr>
                                        </p:animEffect>
                                      </p:childTnLst>
                                    </p:cTn>
                                  </p:par>
                                  <p:par>
                                    <p:cTn id="69" presetID="12" presetClass="entr" presetSubtype="8" fill="hold" grpId="0" nodeType="withEffect">
                                      <p:stCondLst>
                                        <p:cond delay="5600"/>
                                      </p:stCondLst>
                                      <p:childTnLst>
                                        <p:set>
                                          <p:cBhvr>
                                            <p:cTn id="70" dur="1" fill="hold">
                                              <p:stCondLst>
                                                <p:cond delay="0"/>
                                              </p:stCondLst>
                                            </p:cTn>
                                            <p:tgtEl>
                                              <p:spTgt spid="146"/>
                                            </p:tgtEl>
                                            <p:attrNameLst>
                                              <p:attrName>style.visibility</p:attrName>
                                            </p:attrNameLst>
                                          </p:cBhvr>
                                          <p:to>
                                            <p:strVal val="visible"/>
                                          </p:to>
                                        </p:set>
                                        <p:anim calcmode="lin" valueType="num">
                                          <p:cBhvr additive="base">
                                            <p:cTn id="71" dur="500"/>
                                            <p:tgtEl>
                                              <p:spTgt spid="146"/>
                                            </p:tgtEl>
                                            <p:attrNameLst>
                                              <p:attrName>ppt_x</p:attrName>
                                            </p:attrNameLst>
                                          </p:cBhvr>
                                          <p:tavLst>
                                            <p:tav tm="0">
                                              <p:val>
                                                <p:strVal val="#ppt_x-#ppt_w*1.125000"/>
                                              </p:val>
                                            </p:tav>
                                            <p:tav tm="100000">
                                              <p:val>
                                                <p:strVal val="#ppt_x"/>
                                              </p:val>
                                            </p:tav>
                                          </p:tavLst>
                                        </p:anim>
                                        <p:animEffect transition="in" filter="wipe(right)">
                                          <p:cBhvr>
                                            <p:cTn id="72" dur="500"/>
                                            <p:tgtEl>
                                              <p:spTgt spid="146"/>
                                            </p:tgtEl>
                                          </p:cBhvr>
                                        </p:animEffect>
                                      </p:childTnLst>
                                    </p:cTn>
                                  </p:par>
                                  <p:par>
                                    <p:cTn id="73" presetID="53" presetClass="entr" presetSubtype="16" fill="hold" grpId="0" nodeType="withEffect">
                                      <p:stCondLst>
                                        <p:cond delay="6100"/>
                                      </p:stCondLst>
                                      <p:childTnLst>
                                        <p:set>
                                          <p:cBhvr>
                                            <p:cTn id="74" dur="1" fill="hold">
                                              <p:stCondLst>
                                                <p:cond delay="0"/>
                                              </p:stCondLst>
                                            </p:cTn>
                                            <p:tgtEl>
                                              <p:spTgt spid="147"/>
                                            </p:tgtEl>
                                            <p:attrNameLst>
                                              <p:attrName>style.visibility</p:attrName>
                                            </p:attrNameLst>
                                          </p:cBhvr>
                                          <p:to>
                                            <p:strVal val="visible"/>
                                          </p:to>
                                        </p:set>
                                        <p:anim calcmode="lin" valueType="num">
                                          <p:cBhvr>
                                            <p:cTn id="75" dur="300" fill="hold"/>
                                            <p:tgtEl>
                                              <p:spTgt spid="147"/>
                                            </p:tgtEl>
                                            <p:attrNameLst>
                                              <p:attrName>ppt_w</p:attrName>
                                            </p:attrNameLst>
                                          </p:cBhvr>
                                          <p:tavLst>
                                            <p:tav tm="0">
                                              <p:val>
                                                <p:fltVal val="0"/>
                                              </p:val>
                                            </p:tav>
                                            <p:tav tm="100000">
                                              <p:val>
                                                <p:strVal val="#ppt_w"/>
                                              </p:val>
                                            </p:tav>
                                          </p:tavLst>
                                        </p:anim>
                                        <p:anim calcmode="lin" valueType="num">
                                          <p:cBhvr>
                                            <p:cTn id="76" dur="300" fill="hold"/>
                                            <p:tgtEl>
                                              <p:spTgt spid="147"/>
                                            </p:tgtEl>
                                            <p:attrNameLst>
                                              <p:attrName>ppt_h</p:attrName>
                                            </p:attrNameLst>
                                          </p:cBhvr>
                                          <p:tavLst>
                                            <p:tav tm="0">
                                              <p:val>
                                                <p:fltVal val="0"/>
                                              </p:val>
                                            </p:tav>
                                            <p:tav tm="100000">
                                              <p:val>
                                                <p:strVal val="#ppt_h"/>
                                              </p:val>
                                            </p:tav>
                                          </p:tavLst>
                                        </p:anim>
                                        <p:animEffect transition="in" filter="fade">
                                          <p:cBhvr>
                                            <p:cTn id="77" dur="300"/>
                                            <p:tgtEl>
                                              <p:spTgt spid="147"/>
                                            </p:tgtEl>
                                          </p:cBhvr>
                                        </p:animEffect>
                                      </p:childTnLst>
                                    </p:cTn>
                                  </p:par>
                                  <p:par>
                                    <p:cTn id="78" presetID="6" presetClass="emph" presetSubtype="0" autoRev="1" fill="hold" grpId="1" nodeType="withEffect">
                                      <p:stCondLst>
                                        <p:cond delay="6400"/>
                                      </p:stCondLst>
                                      <p:childTnLst>
                                        <p:animScale>
                                          <p:cBhvr>
                                            <p:cTn id="79" dur="150" fill="hold"/>
                                            <p:tgtEl>
                                              <p:spTgt spid="147"/>
                                            </p:tgtEl>
                                          </p:cBhvr>
                                          <p:by x="110000" y="110000"/>
                                        </p:animScale>
                                      </p:childTnLst>
                                    </p:cTn>
                                  </p:par>
                                  <p:par>
                                    <p:cTn id="80" presetID="2" presetClass="entr" presetSubtype="2" fill="hold" grpId="0" nodeType="withEffect">
                                      <p:stCondLst>
                                        <p:cond delay="6400"/>
                                      </p:stCondLst>
                                      <p:childTnLst>
                                        <p:set>
                                          <p:cBhvr>
                                            <p:cTn id="81" dur="1" fill="hold">
                                              <p:stCondLst>
                                                <p:cond delay="0"/>
                                              </p:stCondLst>
                                            </p:cTn>
                                            <p:tgtEl>
                                              <p:spTgt spid="158"/>
                                            </p:tgtEl>
                                            <p:attrNameLst>
                                              <p:attrName>style.visibility</p:attrName>
                                            </p:attrNameLst>
                                          </p:cBhvr>
                                          <p:to>
                                            <p:strVal val="visible"/>
                                          </p:to>
                                        </p:set>
                                        <p:anim calcmode="lin" valueType="num">
                                          <p:cBhvr additive="base">
                                            <p:cTn id="82" dur="500" fill="hold"/>
                                            <p:tgtEl>
                                              <p:spTgt spid="158"/>
                                            </p:tgtEl>
                                            <p:attrNameLst>
                                              <p:attrName>ppt_x</p:attrName>
                                            </p:attrNameLst>
                                          </p:cBhvr>
                                          <p:tavLst>
                                            <p:tav tm="0">
                                              <p:val>
                                                <p:strVal val="1+#ppt_w/2"/>
                                              </p:val>
                                            </p:tav>
                                            <p:tav tm="100000">
                                              <p:val>
                                                <p:strVal val="#ppt_x"/>
                                              </p:val>
                                            </p:tav>
                                          </p:tavLst>
                                        </p:anim>
                                        <p:anim calcmode="lin" valueType="num">
                                          <p:cBhvr additive="base">
                                            <p:cTn id="83" dur="500" fill="hold"/>
                                            <p:tgtEl>
                                              <p:spTgt spid="158"/>
                                            </p:tgtEl>
                                            <p:attrNameLst>
                                              <p:attrName>ppt_y</p:attrName>
                                            </p:attrNameLst>
                                          </p:cBhvr>
                                          <p:tavLst>
                                            <p:tav tm="0">
                                              <p:val>
                                                <p:strVal val="#ppt_y"/>
                                              </p:val>
                                            </p:tav>
                                            <p:tav tm="100000">
                                              <p:val>
                                                <p:strVal val="#ppt_y"/>
                                              </p:val>
                                            </p:tav>
                                          </p:tavLst>
                                        </p:anim>
                                      </p:childTnLst>
                                    </p:cTn>
                                  </p:par>
                                  <p:par>
                                    <p:cTn id="84" presetID="55" presetClass="entr" presetSubtype="0" fill="hold" grpId="0" nodeType="withEffect">
                                      <p:stCondLst>
                                        <p:cond delay="6800"/>
                                      </p:stCondLst>
                                      <p:childTnLst>
                                        <p:set>
                                          <p:cBhvr>
                                            <p:cTn id="85" dur="1" fill="hold">
                                              <p:stCondLst>
                                                <p:cond delay="0"/>
                                              </p:stCondLst>
                                            </p:cTn>
                                            <p:tgtEl>
                                              <p:spTgt spid="157"/>
                                            </p:tgtEl>
                                            <p:attrNameLst>
                                              <p:attrName>style.visibility</p:attrName>
                                            </p:attrNameLst>
                                          </p:cBhvr>
                                          <p:to>
                                            <p:strVal val="visible"/>
                                          </p:to>
                                        </p:set>
                                        <p:anim calcmode="lin" valueType="num">
                                          <p:cBhvr>
                                            <p:cTn id="86" dur="500" fill="hold"/>
                                            <p:tgtEl>
                                              <p:spTgt spid="157"/>
                                            </p:tgtEl>
                                            <p:attrNameLst>
                                              <p:attrName>ppt_w</p:attrName>
                                            </p:attrNameLst>
                                          </p:cBhvr>
                                          <p:tavLst>
                                            <p:tav tm="0">
                                              <p:val>
                                                <p:strVal val="#ppt_w*0.70"/>
                                              </p:val>
                                            </p:tav>
                                            <p:tav tm="100000">
                                              <p:val>
                                                <p:strVal val="#ppt_w"/>
                                              </p:val>
                                            </p:tav>
                                          </p:tavLst>
                                        </p:anim>
                                        <p:anim calcmode="lin" valueType="num">
                                          <p:cBhvr>
                                            <p:cTn id="87" dur="500" fill="hold"/>
                                            <p:tgtEl>
                                              <p:spTgt spid="157"/>
                                            </p:tgtEl>
                                            <p:attrNameLst>
                                              <p:attrName>ppt_h</p:attrName>
                                            </p:attrNameLst>
                                          </p:cBhvr>
                                          <p:tavLst>
                                            <p:tav tm="0">
                                              <p:val>
                                                <p:strVal val="#ppt_h"/>
                                              </p:val>
                                            </p:tav>
                                            <p:tav tm="100000">
                                              <p:val>
                                                <p:strVal val="#ppt_h"/>
                                              </p:val>
                                            </p:tav>
                                          </p:tavLst>
                                        </p:anim>
                                        <p:animEffect transition="in" filter="fade">
                                          <p:cBhvr>
                                            <p:cTn id="88" dur="500"/>
                                            <p:tgtEl>
                                              <p:spTgt spid="1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 grpId="0" animBg="1"/>
          <p:bldP spid="142" grpId="1" animBg="1"/>
          <p:bldP spid="143" grpId="0" animBg="1"/>
          <p:bldP spid="144" grpId="0" animBg="1"/>
          <p:bldP spid="145" grpId="0" animBg="1"/>
          <p:bldP spid="146" grpId="0" animBg="1"/>
          <p:bldP spid="147" grpId="0" animBg="1"/>
          <p:bldP spid="147" grpId="1" animBg="1"/>
          <p:bldP spid="154" grpId="0" animBg="1"/>
          <p:bldP spid="154" grpId="1" animBg="1"/>
          <p:bldP spid="155" grpId="0"/>
          <p:bldP spid="156" grpId="0" animBg="1"/>
          <p:bldP spid="157" grpId="0"/>
          <p:bldP spid="158" grpId="0" animBg="1"/>
          <p:bldP spid="159" grpId="0"/>
          <p:bldP spid="160" grpId="0" animBg="1"/>
          <p:bldP spid="161" grpId="0"/>
          <p:bldP spid="162" grpId="0" animBg="1"/>
        </p:bldLst>
      </p:timing>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nvCxnSpPr>
        <p:spPr>
          <a:xfrm flipH="1">
            <a:off x="0" y="2368389"/>
            <a:ext cx="390525" cy="0"/>
          </a:xfrm>
          <a:prstGeom prst="line">
            <a:avLst/>
          </a:prstGeom>
          <a:ln w="6350">
            <a:solidFill>
              <a:srgbClr val="62768C"/>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flipH="1">
            <a:off x="0" y="1977864"/>
            <a:ext cx="390525" cy="0"/>
          </a:xfrm>
          <a:prstGeom prst="line">
            <a:avLst/>
          </a:prstGeom>
          <a:ln w="6350">
            <a:solidFill>
              <a:srgbClr val="62768C"/>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H="1">
            <a:off x="0" y="2762089"/>
            <a:ext cx="390525" cy="0"/>
          </a:xfrm>
          <a:prstGeom prst="line">
            <a:avLst/>
          </a:prstGeom>
          <a:ln w="6350">
            <a:solidFill>
              <a:srgbClr val="62768C"/>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flipH="1">
            <a:off x="0" y="3152614"/>
            <a:ext cx="390525" cy="0"/>
          </a:xfrm>
          <a:prstGeom prst="line">
            <a:avLst/>
          </a:prstGeom>
          <a:ln w="6350">
            <a:solidFill>
              <a:srgbClr val="62768C"/>
            </a:solidFill>
          </a:ln>
        </p:spPr>
        <p:style>
          <a:lnRef idx="1">
            <a:schemeClr val="accent1"/>
          </a:lnRef>
          <a:fillRef idx="0">
            <a:schemeClr val="accent1"/>
          </a:fillRef>
          <a:effectRef idx="0">
            <a:schemeClr val="accent1"/>
          </a:effectRef>
          <a:fontRef idx="minor">
            <a:schemeClr val="tx1"/>
          </a:fontRef>
        </p:style>
      </p:cxnSp>
      <p:sp>
        <p:nvSpPr>
          <p:cNvPr id="37" name="矩形 36"/>
          <p:cNvSpPr/>
          <p:nvPr/>
        </p:nvSpPr>
        <p:spPr>
          <a:xfrm>
            <a:off x="-1" y="1971608"/>
            <a:ext cx="1280513" cy="390525"/>
          </a:xfrm>
          <a:prstGeom prst="rect">
            <a:avLst/>
          </a:prstGeom>
          <a:solidFill>
            <a:srgbClr val="37B0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Freeform 11"/>
          <p:cNvSpPr>
            <a:spLocks noEditPoints="1"/>
          </p:cNvSpPr>
          <p:nvPr/>
        </p:nvSpPr>
        <p:spPr bwMode="auto">
          <a:xfrm>
            <a:off x="124293" y="2864285"/>
            <a:ext cx="150176" cy="190798"/>
          </a:xfrm>
          <a:custGeom>
            <a:avLst/>
            <a:gdLst>
              <a:gd name="T0" fmla="*/ 104 w 139"/>
              <a:gd name="T1" fmla="*/ 99 h 177"/>
              <a:gd name="T2" fmla="*/ 91 w 139"/>
              <a:gd name="T3" fmla="*/ 160 h 177"/>
              <a:gd name="T4" fmla="*/ 133 w 139"/>
              <a:gd name="T5" fmla="*/ 164 h 177"/>
              <a:gd name="T6" fmla="*/ 133 w 139"/>
              <a:gd name="T7" fmla="*/ 177 h 177"/>
              <a:gd name="T8" fmla="*/ 0 w 139"/>
              <a:gd name="T9" fmla="*/ 170 h 177"/>
              <a:gd name="T10" fmla="*/ 51 w 139"/>
              <a:gd name="T11" fmla="*/ 164 h 177"/>
              <a:gd name="T12" fmla="*/ 81 w 139"/>
              <a:gd name="T13" fmla="*/ 151 h 177"/>
              <a:gd name="T14" fmla="*/ 10 w 139"/>
              <a:gd name="T15" fmla="*/ 147 h 177"/>
              <a:gd name="T16" fmla="*/ 10 w 139"/>
              <a:gd name="T17" fmla="*/ 139 h 177"/>
              <a:gd name="T18" fmla="*/ 94 w 139"/>
              <a:gd name="T19" fmla="*/ 120 h 177"/>
              <a:gd name="T20" fmla="*/ 84 w 139"/>
              <a:gd name="T21" fmla="*/ 92 h 177"/>
              <a:gd name="T22" fmla="*/ 69 w 139"/>
              <a:gd name="T23" fmla="*/ 94 h 177"/>
              <a:gd name="T24" fmla="*/ 53 w 139"/>
              <a:gd name="T25" fmla="*/ 113 h 177"/>
              <a:gd name="T26" fmla="*/ 46 w 139"/>
              <a:gd name="T27" fmla="*/ 117 h 177"/>
              <a:gd name="T28" fmla="*/ 24 w 139"/>
              <a:gd name="T29" fmla="*/ 109 h 177"/>
              <a:gd name="T30" fmla="*/ 26 w 139"/>
              <a:gd name="T31" fmla="*/ 97 h 177"/>
              <a:gd name="T32" fmla="*/ 21 w 139"/>
              <a:gd name="T33" fmla="*/ 89 h 177"/>
              <a:gd name="T34" fmla="*/ 63 w 139"/>
              <a:gd name="T35" fmla="*/ 24 h 177"/>
              <a:gd name="T36" fmla="*/ 67 w 139"/>
              <a:gd name="T37" fmla="*/ 26 h 177"/>
              <a:gd name="T38" fmla="*/ 69 w 139"/>
              <a:gd name="T39" fmla="*/ 14 h 177"/>
              <a:gd name="T40" fmla="*/ 76 w 139"/>
              <a:gd name="T41" fmla="*/ 2 h 177"/>
              <a:gd name="T42" fmla="*/ 109 w 139"/>
              <a:gd name="T43" fmla="*/ 29 h 177"/>
              <a:gd name="T44" fmla="*/ 96 w 139"/>
              <a:gd name="T45" fmla="*/ 30 h 177"/>
              <a:gd name="T46" fmla="*/ 94 w 139"/>
              <a:gd name="T47" fmla="*/ 42 h 177"/>
              <a:gd name="T48" fmla="*/ 87 w 139"/>
              <a:gd name="T49" fmla="*/ 63 h 177"/>
              <a:gd name="T50" fmla="*/ 92 w 139"/>
              <a:gd name="T51" fmla="*/ 81 h 177"/>
              <a:gd name="T52" fmla="*/ 89 w 139"/>
              <a:gd name="T53" fmla="*/ 26 h 177"/>
              <a:gd name="T54" fmla="*/ 74 w 139"/>
              <a:gd name="T55" fmla="*/ 30 h 177"/>
              <a:gd name="T56" fmla="*/ 89 w 139"/>
              <a:gd name="T57" fmla="*/ 26 h 177"/>
              <a:gd name="T58" fmla="*/ 80 w 139"/>
              <a:gd name="T59" fmla="*/ 59 h 177"/>
              <a:gd name="T60" fmla="*/ 62 w 139"/>
              <a:gd name="T61" fmla="*/ 33 h 177"/>
              <a:gd name="T62" fmla="*/ 54 w 139"/>
              <a:gd name="T63" fmla="*/ 104 h 177"/>
              <a:gd name="T64" fmla="*/ 56 w 139"/>
              <a:gd name="T65" fmla="*/ 76 h 177"/>
              <a:gd name="T66" fmla="*/ 62 w 139"/>
              <a:gd name="T67" fmla="*/ 63 h 177"/>
              <a:gd name="T68" fmla="*/ 82 w 139"/>
              <a:gd name="T69" fmla="*/ 69 h 177"/>
              <a:gd name="T70" fmla="*/ 67 w 139"/>
              <a:gd name="T71" fmla="*/ 69 h 177"/>
              <a:gd name="T72" fmla="*/ 67 w 139"/>
              <a:gd name="T73" fmla="*/ 69 h 177"/>
              <a:gd name="T74" fmla="*/ 75 w 139"/>
              <a:gd name="T75" fmla="*/ 86 h 177"/>
              <a:gd name="T76" fmla="*/ 82 w 139"/>
              <a:gd name="T77" fmla="*/ 83 h 177"/>
              <a:gd name="T78" fmla="*/ 82 w 139"/>
              <a:gd name="T79" fmla="*/ 69 h 177"/>
              <a:gd name="T80" fmla="*/ 33 w 139"/>
              <a:gd name="T81" fmla="*/ 101 h 177"/>
              <a:gd name="T82" fmla="*/ 31 w 139"/>
              <a:gd name="T83" fmla="*/ 104 h 177"/>
              <a:gd name="T84" fmla="*/ 42 w 139"/>
              <a:gd name="T85" fmla="*/ 106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 h="177">
                <a:moveTo>
                  <a:pt x="92" y="81"/>
                </a:moveTo>
                <a:cubicBezTo>
                  <a:pt x="97" y="87"/>
                  <a:pt x="101" y="92"/>
                  <a:pt x="104" y="99"/>
                </a:cubicBezTo>
                <a:cubicBezTo>
                  <a:pt x="106" y="106"/>
                  <a:pt x="108" y="113"/>
                  <a:pt x="108" y="120"/>
                </a:cubicBezTo>
                <a:cubicBezTo>
                  <a:pt x="108" y="136"/>
                  <a:pt x="101" y="150"/>
                  <a:pt x="91" y="160"/>
                </a:cubicBezTo>
                <a:cubicBezTo>
                  <a:pt x="90" y="162"/>
                  <a:pt x="89" y="163"/>
                  <a:pt x="88" y="164"/>
                </a:cubicBezTo>
                <a:cubicBezTo>
                  <a:pt x="133" y="164"/>
                  <a:pt x="133" y="164"/>
                  <a:pt x="133" y="164"/>
                </a:cubicBezTo>
                <a:cubicBezTo>
                  <a:pt x="136" y="164"/>
                  <a:pt x="139" y="167"/>
                  <a:pt x="139" y="170"/>
                </a:cubicBezTo>
                <a:cubicBezTo>
                  <a:pt x="139" y="174"/>
                  <a:pt x="136" y="177"/>
                  <a:pt x="133" y="177"/>
                </a:cubicBezTo>
                <a:cubicBezTo>
                  <a:pt x="91" y="177"/>
                  <a:pt x="49" y="177"/>
                  <a:pt x="7" y="177"/>
                </a:cubicBezTo>
                <a:cubicBezTo>
                  <a:pt x="3" y="177"/>
                  <a:pt x="0" y="174"/>
                  <a:pt x="0" y="170"/>
                </a:cubicBezTo>
                <a:cubicBezTo>
                  <a:pt x="0" y="167"/>
                  <a:pt x="3" y="164"/>
                  <a:pt x="7" y="164"/>
                </a:cubicBezTo>
                <a:cubicBezTo>
                  <a:pt x="51" y="164"/>
                  <a:pt x="51" y="164"/>
                  <a:pt x="51" y="164"/>
                </a:cubicBezTo>
                <a:cubicBezTo>
                  <a:pt x="51" y="164"/>
                  <a:pt x="51" y="164"/>
                  <a:pt x="51" y="164"/>
                </a:cubicBezTo>
                <a:cubicBezTo>
                  <a:pt x="63" y="164"/>
                  <a:pt x="74" y="159"/>
                  <a:pt x="81" y="151"/>
                </a:cubicBezTo>
                <a:cubicBezTo>
                  <a:pt x="83" y="150"/>
                  <a:pt x="84" y="148"/>
                  <a:pt x="85" y="147"/>
                </a:cubicBezTo>
                <a:cubicBezTo>
                  <a:pt x="10" y="147"/>
                  <a:pt x="10" y="147"/>
                  <a:pt x="10" y="147"/>
                </a:cubicBezTo>
                <a:cubicBezTo>
                  <a:pt x="8" y="147"/>
                  <a:pt x="6" y="145"/>
                  <a:pt x="6" y="143"/>
                </a:cubicBezTo>
                <a:cubicBezTo>
                  <a:pt x="6" y="141"/>
                  <a:pt x="8" y="139"/>
                  <a:pt x="10" y="139"/>
                </a:cubicBezTo>
                <a:cubicBezTo>
                  <a:pt x="90" y="139"/>
                  <a:pt x="90" y="139"/>
                  <a:pt x="90" y="139"/>
                </a:cubicBezTo>
                <a:cubicBezTo>
                  <a:pt x="93" y="133"/>
                  <a:pt x="94" y="127"/>
                  <a:pt x="94" y="120"/>
                </a:cubicBezTo>
                <a:cubicBezTo>
                  <a:pt x="94" y="114"/>
                  <a:pt x="93" y="109"/>
                  <a:pt x="91" y="104"/>
                </a:cubicBezTo>
                <a:cubicBezTo>
                  <a:pt x="89" y="100"/>
                  <a:pt x="87" y="96"/>
                  <a:pt x="84" y="92"/>
                </a:cubicBezTo>
                <a:cubicBezTo>
                  <a:pt x="81" y="94"/>
                  <a:pt x="78" y="94"/>
                  <a:pt x="75" y="94"/>
                </a:cubicBezTo>
                <a:cubicBezTo>
                  <a:pt x="73" y="94"/>
                  <a:pt x="71" y="94"/>
                  <a:pt x="69" y="94"/>
                </a:cubicBezTo>
                <a:cubicBezTo>
                  <a:pt x="59" y="111"/>
                  <a:pt x="59" y="111"/>
                  <a:pt x="59" y="111"/>
                </a:cubicBezTo>
                <a:cubicBezTo>
                  <a:pt x="58" y="113"/>
                  <a:pt x="55" y="114"/>
                  <a:pt x="53" y="113"/>
                </a:cubicBezTo>
                <a:cubicBezTo>
                  <a:pt x="50" y="111"/>
                  <a:pt x="50" y="111"/>
                  <a:pt x="50" y="111"/>
                </a:cubicBezTo>
                <a:cubicBezTo>
                  <a:pt x="46" y="117"/>
                  <a:pt x="46" y="117"/>
                  <a:pt x="46" y="117"/>
                </a:cubicBezTo>
                <a:cubicBezTo>
                  <a:pt x="45" y="119"/>
                  <a:pt x="42" y="119"/>
                  <a:pt x="40" y="118"/>
                </a:cubicBezTo>
                <a:cubicBezTo>
                  <a:pt x="24" y="109"/>
                  <a:pt x="24" y="109"/>
                  <a:pt x="24" y="109"/>
                </a:cubicBezTo>
                <a:cubicBezTo>
                  <a:pt x="22" y="108"/>
                  <a:pt x="21" y="105"/>
                  <a:pt x="22" y="103"/>
                </a:cubicBezTo>
                <a:cubicBezTo>
                  <a:pt x="26" y="97"/>
                  <a:pt x="26" y="97"/>
                  <a:pt x="26" y="97"/>
                </a:cubicBezTo>
                <a:cubicBezTo>
                  <a:pt x="22" y="95"/>
                  <a:pt x="22" y="95"/>
                  <a:pt x="22" y="95"/>
                </a:cubicBezTo>
                <a:cubicBezTo>
                  <a:pt x="20" y="94"/>
                  <a:pt x="20" y="91"/>
                  <a:pt x="21" y="89"/>
                </a:cubicBezTo>
                <a:cubicBezTo>
                  <a:pt x="57" y="26"/>
                  <a:pt x="57" y="26"/>
                  <a:pt x="57" y="26"/>
                </a:cubicBezTo>
                <a:cubicBezTo>
                  <a:pt x="58" y="24"/>
                  <a:pt x="61" y="23"/>
                  <a:pt x="63" y="24"/>
                </a:cubicBezTo>
                <a:cubicBezTo>
                  <a:pt x="63" y="24"/>
                  <a:pt x="63" y="24"/>
                  <a:pt x="63" y="24"/>
                </a:cubicBezTo>
                <a:cubicBezTo>
                  <a:pt x="67" y="26"/>
                  <a:pt x="67" y="26"/>
                  <a:pt x="67" y="26"/>
                </a:cubicBezTo>
                <a:cubicBezTo>
                  <a:pt x="73" y="16"/>
                  <a:pt x="73" y="16"/>
                  <a:pt x="73" y="16"/>
                </a:cubicBezTo>
                <a:cubicBezTo>
                  <a:pt x="69" y="14"/>
                  <a:pt x="69" y="14"/>
                  <a:pt x="69" y="14"/>
                </a:cubicBezTo>
                <a:cubicBezTo>
                  <a:pt x="66" y="12"/>
                  <a:pt x="65" y="8"/>
                  <a:pt x="66" y="5"/>
                </a:cubicBezTo>
                <a:cubicBezTo>
                  <a:pt x="68" y="1"/>
                  <a:pt x="72" y="0"/>
                  <a:pt x="76" y="2"/>
                </a:cubicBezTo>
                <a:cubicBezTo>
                  <a:pt x="86" y="8"/>
                  <a:pt x="96" y="14"/>
                  <a:pt x="107" y="20"/>
                </a:cubicBezTo>
                <a:cubicBezTo>
                  <a:pt x="110" y="22"/>
                  <a:pt x="111" y="26"/>
                  <a:pt x="109" y="29"/>
                </a:cubicBezTo>
                <a:cubicBezTo>
                  <a:pt x="107" y="33"/>
                  <a:pt x="103" y="34"/>
                  <a:pt x="100" y="32"/>
                </a:cubicBezTo>
                <a:cubicBezTo>
                  <a:pt x="96" y="30"/>
                  <a:pt x="96" y="30"/>
                  <a:pt x="96" y="30"/>
                </a:cubicBezTo>
                <a:cubicBezTo>
                  <a:pt x="90" y="40"/>
                  <a:pt x="90" y="40"/>
                  <a:pt x="90" y="40"/>
                </a:cubicBezTo>
                <a:cubicBezTo>
                  <a:pt x="94" y="42"/>
                  <a:pt x="94" y="42"/>
                  <a:pt x="94" y="42"/>
                </a:cubicBezTo>
                <a:cubicBezTo>
                  <a:pt x="96" y="43"/>
                  <a:pt x="97" y="46"/>
                  <a:pt x="96" y="48"/>
                </a:cubicBezTo>
                <a:cubicBezTo>
                  <a:pt x="87" y="63"/>
                  <a:pt x="87" y="63"/>
                  <a:pt x="87" y="63"/>
                </a:cubicBezTo>
                <a:cubicBezTo>
                  <a:pt x="91" y="66"/>
                  <a:pt x="93" y="71"/>
                  <a:pt x="93" y="76"/>
                </a:cubicBezTo>
                <a:cubicBezTo>
                  <a:pt x="93" y="78"/>
                  <a:pt x="93" y="80"/>
                  <a:pt x="92" y="81"/>
                </a:cubicBezTo>
                <a:close/>
                <a:moveTo>
                  <a:pt x="89" y="26"/>
                </a:moveTo>
                <a:cubicBezTo>
                  <a:pt x="89" y="26"/>
                  <a:pt x="89" y="26"/>
                  <a:pt x="89" y="26"/>
                </a:cubicBezTo>
                <a:cubicBezTo>
                  <a:pt x="86" y="24"/>
                  <a:pt x="83" y="22"/>
                  <a:pt x="80" y="20"/>
                </a:cubicBezTo>
                <a:cubicBezTo>
                  <a:pt x="74" y="30"/>
                  <a:pt x="74" y="30"/>
                  <a:pt x="74" y="30"/>
                </a:cubicBezTo>
                <a:cubicBezTo>
                  <a:pt x="83" y="36"/>
                  <a:pt x="83" y="36"/>
                  <a:pt x="83" y="36"/>
                </a:cubicBezTo>
                <a:cubicBezTo>
                  <a:pt x="89" y="26"/>
                  <a:pt x="89" y="26"/>
                  <a:pt x="89" y="26"/>
                </a:cubicBezTo>
                <a:close/>
                <a:moveTo>
                  <a:pt x="80" y="59"/>
                </a:moveTo>
                <a:cubicBezTo>
                  <a:pt x="80" y="59"/>
                  <a:pt x="80" y="59"/>
                  <a:pt x="80" y="59"/>
                </a:cubicBezTo>
                <a:cubicBezTo>
                  <a:pt x="87" y="47"/>
                  <a:pt x="87" y="47"/>
                  <a:pt x="87" y="47"/>
                </a:cubicBezTo>
                <a:cubicBezTo>
                  <a:pt x="78" y="43"/>
                  <a:pt x="70" y="38"/>
                  <a:pt x="62" y="33"/>
                </a:cubicBezTo>
                <a:cubicBezTo>
                  <a:pt x="30" y="90"/>
                  <a:pt x="30" y="90"/>
                  <a:pt x="30" y="90"/>
                </a:cubicBezTo>
                <a:cubicBezTo>
                  <a:pt x="38" y="94"/>
                  <a:pt x="46" y="99"/>
                  <a:pt x="54" y="104"/>
                </a:cubicBezTo>
                <a:cubicBezTo>
                  <a:pt x="62" y="90"/>
                  <a:pt x="62" y="90"/>
                  <a:pt x="62" y="90"/>
                </a:cubicBezTo>
                <a:cubicBezTo>
                  <a:pt x="58" y="86"/>
                  <a:pt x="56" y="81"/>
                  <a:pt x="56" y="76"/>
                </a:cubicBezTo>
                <a:cubicBezTo>
                  <a:pt x="56" y="71"/>
                  <a:pt x="58" y="66"/>
                  <a:pt x="62" y="63"/>
                </a:cubicBezTo>
                <a:cubicBezTo>
                  <a:pt x="62" y="63"/>
                  <a:pt x="62" y="63"/>
                  <a:pt x="62" y="63"/>
                </a:cubicBezTo>
                <a:cubicBezTo>
                  <a:pt x="67" y="58"/>
                  <a:pt x="73" y="57"/>
                  <a:pt x="80" y="59"/>
                </a:cubicBezTo>
                <a:close/>
                <a:moveTo>
                  <a:pt x="82" y="69"/>
                </a:moveTo>
                <a:cubicBezTo>
                  <a:pt x="82" y="69"/>
                  <a:pt x="82" y="69"/>
                  <a:pt x="82" y="69"/>
                </a:cubicBezTo>
                <a:cubicBezTo>
                  <a:pt x="78" y="65"/>
                  <a:pt x="71" y="65"/>
                  <a:pt x="67" y="69"/>
                </a:cubicBezTo>
                <a:cubicBezTo>
                  <a:pt x="67" y="69"/>
                  <a:pt x="67" y="69"/>
                  <a:pt x="67" y="69"/>
                </a:cubicBezTo>
                <a:cubicBezTo>
                  <a:pt x="67" y="69"/>
                  <a:pt x="67" y="69"/>
                  <a:pt x="67" y="69"/>
                </a:cubicBezTo>
                <a:cubicBezTo>
                  <a:pt x="65" y="71"/>
                  <a:pt x="64" y="73"/>
                  <a:pt x="64" y="76"/>
                </a:cubicBezTo>
                <a:cubicBezTo>
                  <a:pt x="64" y="82"/>
                  <a:pt x="69" y="86"/>
                  <a:pt x="75" y="86"/>
                </a:cubicBezTo>
                <a:cubicBezTo>
                  <a:pt x="77" y="86"/>
                  <a:pt x="80" y="85"/>
                  <a:pt x="82" y="83"/>
                </a:cubicBezTo>
                <a:cubicBezTo>
                  <a:pt x="82" y="83"/>
                  <a:pt x="82" y="83"/>
                  <a:pt x="82" y="83"/>
                </a:cubicBezTo>
                <a:cubicBezTo>
                  <a:pt x="84" y="81"/>
                  <a:pt x="85" y="79"/>
                  <a:pt x="85" y="76"/>
                </a:cubicBezTo>
                <a:cubicBezTo>
                  <a:pt x="85" y="73"/>
                  <a:pt x="84" y="71"/>
                  <a:pt x="82" y="69"/>
                </a:cubicBezTo>
                <a:cubicBezTo>
                  <a:pt x="82" y="69"/>
                  <a:pt x="82" y="69"/>
                  <a:pt x="82" y="69"/>
                </a:cubicBezTo>
                <a:close/>
                <a:moveTo>
                  <a:pt x="33" y="101"/>
                </a:moveTo>
                <a:cubicBezTo>
                  <a:pt x="33" y="101"/>
                  <a:pt x="33" y="101"/>
                  <a:pt x="33" y="101"/>
                </a:cubicBezTo>
                <a:cubicBezTo>
                  <a:pt x="31" y="104"/>
                  <a:pt x="31" y="104"/>
                  <a:pt x="31" y="104"/>
                </a:cubicBezTo>
                <a:cubicBezTo>
                  <a:pt x="41" y="109"/>
                  <a:pt x="41" y="109"/>
                  <a:pt x="41" y="109"/>
                </a:cubicBezTo>
                <a:cubicBezTo>
                  <a:pt x="42" y="106"/>
                  <a:pt x="42" y="106"/>
                  <a:pt x="42" y="106"/>
                </a:cubicBezTo>
                <a:cubicBezTo>
                  <a:pt x="33" y="101"/>
                  <a:pt x="33" y="101"/>
                  <a:pt x="33" y="101"/>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0" name="Freeform 12"/>
          <p:cNvSpPr>
            <a:spLocks noEditPoints="1"/>
          </p:cNvSpPr>
          <p:nvPr/>
        </p:nvSpPr>
        <p:spPr bwMode="auto">
          <a:xfrm>
            <a:off x="134107" y="2472073"/>
            <a:ext cx="130548" cy="187604"/>
          </a:xfrm>
          <a:custGeom>
            <a:avLst/>
            <a:gdLst>
              <a:gd name="T0" fmla="*/ 3 w 121"/>
              <a:gd name="T1" fmla="*/ 119 h 174"/>
              <a:gd name="T2" fmla="*/ 23 w 121"/>
              <a:gd name="T3" fmla="*/ 115 h 174"/>
              <a:gd name="T4" fmla="*/ 38 w 121"/>
              <a:gd name="T5" fmla="*/ 74 h 174"/>
              <a:gd name="T6" fmla="*/ 38 w 121"/>
              <a:gd name="T7" fmla="*/ 74 h 174"/>
              <a:gd name="T8" fmla="*/ 38 w 121"/>
              <a:gd name="T9" fmla="*/ 29 h 174"/>
              <a:gd name="T10" fmla="*/ 54 w 121"/>
              <a:gd name="T11" fmla="*/ 21 h 174"/>
              <a:gd name="T12" fmla="*/ 60 w 121"/>
              <a:gd name="T13" fmla="*/ 0 h 174"/>
              <a:gd name="T14" fmla="*/ 67 w 121"/>
              <a:gd name="T15" fmla="*/ 21 h 174"/>
              <a:gd name="T16" fmla="*/ 92 w 121"/>
              <a:gd name="T17" fmla="*/ 51 h 174"/>
              <a:gd name="T18" fmla="*/ 82 w 121"/>
              <a:gd name="T19" fmla="*/ 74 h 174"/>
              <a:gd name="T20" fmla="*/ 98 w 121"/>
              <a:gd name="T21" fmla="*/ 115 h 174"/>
              <a:gd name="T22" fmla="*/ 117 w 121"/>
              <a:gd name="T23" fmla="*/ 119 h 174"/>
              <a:gd name="T24" fmla="*/ 102 w 121"/>
              <a:gd name="T25" fmla="*/ 124 h 174"/>
              <a:gd name="T26" fmla="*/ 116 w 121"/>
              <a:gd name="T27" fmla="*/ 159 h 174"/>
              <a:gd name="T28" fmla="*/ 120 w 121"/>
              <a:gd name="T29" fmla="*/ 168 h 174"/>
              <a:gd name="T30" fmla="*/ 113 w 121"/>
              <a:gd name="T31" fmla="*/ 171 h 174"/>
              <a:gd name="T32" fmla="*/ 108 w 121"/>
              <a:gd name="T33" fmla="*/ 162 h 174"/>
              <a:gd name="T34" fmla="*/ 87 w 121"/>
              <a:gd name="T35" fmla="*/ 124 h 174"/>
              <a:gd name="T36" fmla="*/ 67 w 121"/>
              <a:gd name="T37" fmla="*/ 129 h 174"/>
              <a:gd name="T38" fmla="*/ 54 w 121"/>
              <a:gd name="T39" fmla="*/ 129 h 174"/>
              <a:gd name="T40" fmla="*/ 34 w 121"/>
              <a:gd name="T41" fmla="*/ 124 h 174"/>
              <a:gd name="T42" fmla="*/ 13 w 121"/>
              <a:gd name="T43" fmla="*/ 162 h 174"/>
              <a:gd name="T44" fmla="*/ 8 w 121"/>
              <a:gd name="T45" fmla="*/ 171 h 174"/>
              <a:gd name="T46" fmla="*/ 1 w 121"/>
              <a:gd name="T47" fmla="*/ 168 h 174"/>
              <a:gd name="T48" fmla="*/ 5 w 121"/>
              <a:gd name="T49" fmla="*/ 159 h 174"/>
              <a:gd name="T50" fmla="*/ 19 w 121"/>
              <a:gd name="T51" fmla="*/ 124 h 174"/>
              <a:gd name="T52" fmla="*/ 54 w 121"/>
              <a:gd name="T53" fmla="*/ 115 h 174"/>
              <a:gd name="T54" fmla="*/ 54 w 121"/>
              <a:gd name="T55" fmla="*/ 110 h 174"/>
              <a:gd name="T56" fmla="*/ 67 w 121"/>
              <a:gd name="T57" fmla="*/ 110 h 174"/>
              <a:gd name="T58" fmla="*/ 83 w 121"/>
              <a:gd name="T59" fmla="*/ 115 h 174"/>
              <a:gd name="T60" fmla="*/ 54 w 121"/>
              <a:gd name="T61" fmla="*/ 82 h 174"/>
              <a:gd name="T62" fmla="*/ 54 w 121"/>
              <a:gd name="T63" fmla="*/ 115 h 174"/>
              <a:gd name="T64" fmla="*/ 73 w 121"/>
              <a:gd name="T65" fmla="*/ 39 h 174"/>
              <a:gd name="T66" fmla="*/ 48 w 121"/>
              <a:gd name="T67" fmla="*/ 39 h 174"/>
              <a:gd name="T68" fmla="*/ 48 w 121"/>
              <a:gd name="T69" fmla="*/ 64 h 174"/>
              <a:gd name="T70" fmla="*/ 68 w 121"/>
              <a:gd name="T71" fmla="*/ 68 h 174"/>
              <a:gd name="T72" fmla="*/ 73 w 121"/>
              <a:gd name="T73" fmla="*/ 64 h 174"/>
              <a:gd name="T74" fmla="*/ 73 w 121"/>
              <a:gd name="T75" fmla="*/ 39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1" h="174">
                <a:moveTo>
                  <a:pt x="8" y="124"/>
                </a:moveTo>
                <a:cubicBezTo>
                  <a:pt x="5" y="124"/>
                  <a:pt x="3" y="122"/>
                  <a:pt x="3" y="119"/>
                </a:cubicBezTo>
                <a:cubicBezTo>
                  <a:pt x="3" y="117"/>
                  <a:pt x="5" y="115"/>
                  <a:pt x="8" y="115"/>
                </a:cubicBezTo>
                <a:cubicBezTo>
                  <a:pt x="23" y="115"/>
                  <a:pt x="23" y="115"/>
                  <a:pt x="23" y="115"/>
                </a:cubicBezTo>
                <a:cubicBezTo>
                  <a:pt x="42" y="77"/>
                  <a:pt x="42" y="77"/>
                  <a:pt x="42" y="77"/>
                </a:cubicBezTo>
                <a:cubicBezTo>
                  <a:pt x="41" y="76"/>
                  <a:pt x="40" y="75"/>
                  <a:pt x="38" y="74"/>
                </a:cubicBezTo>
                <a:cubicBezTo>
                  <a:pt x="38" y="74"/>
                  <a:pt x="38" y="74"/>
                  <a:pt x="38" y="74"/>
                </a:cubicBezTo>
                <a:cubicBezTo>
                  <a:pt x="38" y="74"/>
                  <a:pt x="38" y="74"/>
                  <a:pt x="38" y="74"/>
                </a:cubicBezTo>
                <a:cubicBezTo>
                  <a:pt x="33" y="68"/>
                  <a:pt x="29" y="60"/>
                  <a:pt x="29" y="51"/>
                </a:cubicBezTo>
                <a:cubicBezTo>
                  <a:pt x="29" y="43"/>
                  <a:pt x="33" y="35"/>
                  <a:pt x="38" y="29"/>
                </a:cubicBezTo>
                <a:cubicBezTo>
                  <a:pt x="39" y="29"/>
                  <a:pt x="39" y="29"/>
                  <a:pt x="39" y="29"/>
                </a:cubicBezTo>
                <a:cubicBezTo>
                  <a:pt x="43" y="25"/>
                  <a:pt x="48" y="22"/>
                  <a:pt x="54" y="21"/>
                </a:cubicBezTo>
                <a:cubicBezTo>
                  <a:pt x="54" y="7"/>
                  <a:pt x="54" y="7"/>
                  <a:pt x="54" y="7"/>
                </a:cubicBezTo>
                <a:cubicBezTo>
                  <a:pt x="54" y="3"/>
                  <a:pt x="57" y="0"/>
                  <a:pt x="60" y="0"/>
                </a:cubicBezTo>
                <a:cubicBezTo>
                  <a:pt x="64" y="0"/>
                  <a:pt x="67" y="3"/>
                  <a:pt x="67" y="7"/>
                </a:cubicBezTo>
                <a:cubicBezTo>
                  <a:pt x="67" y="21"/>
                  <a:pt x="67" y="21"/>
                  <a:pt x="67" y="21"/>
                </a:cubicBezTo>
                <a:cubicBezTo>
                  <a:pt x="73" y="22"/>
                  <a:pt x="78" y="25"/>
                  <a:pt x="82" y="29"/>
                </a:cubicBezTo>
                <a:cubicBezTo>
                  <a:pt x="88" y="35"/>
                  <a:pt x="92" y="43"/>
                  <a:pt x="92" y="51"/>
                </a:cubicBezTo>
                <a:cubicBezTo>
                  <a:pt x="92" y="60"/>
                  <a:pt x="88" y="68"/>
                  <a:pt x="82" y="74"/>
                </a:cubicBezTo>
                <a:cubicBezTo>
                  <a:pt x="82" y="74"/>
                  <a:pt x="82" y="74"/>
                  <a:pt x="82" y="74"/>
                </a:cubicBezTo>
                <a:cubicBezTo>
                  <a:pt x="81" y="75"/>
                  <a:pt x="80" y="76"/>
                  <a:pt x="79" y="77"/>
                </a:cubicBezTo>
                <a:cubicBezTo>
                  <a:pt x="98" y="115"/>
                  <a:pt x="98" y="115"/>
                  <a:pt x="98" y="115"/>
                </a:cubicBezTo>
                <a:cubicBezTo>
                  <a:pt x="113" y="115"/>
                  <a:pt x="113" y="115"/>
                  <a:pt x="113" y="115"/>
                </a:cubicBezTo>
                <a:cubicBezTo>
                  <a:pt x="116" y="115"/>
                  <a:pt x="117" y="117"/>
                  <a:pt x="117" y="119"/>
                </a:cubicBezTo>
                <a:cubicBezTo>
                  <a:pt x="117" y="122"/>
                  <a:pt x="116" y="124"/>
                  <a:pt x="113" y="124"/>
                </a:cubicBezTo>
                <a:cubicBezTo>
                  <a:pt x="102" y="124"/>
                  <a:pt x="102" y="124"/>
                  <a:pt x="102" y="124"/>
                </a:cubicBezTo>
                <a:cubicBezTo>
                  <a:pt x="116" y="153"/>
                  <a:pt x="116" y="153"/>
                  <a:pt x="116" y="153"/>
                </a:cubicBezTo>
                <a:cubicBezTo>
                  <a:pt x="117" y="155"/>
                  <a:pt x="117" y="157"/>
                  <a:pt x="116" y="159"/>
                </a:cubicBezTo>
                <a:cubicBezTo>
                  <a:pt x="117" y="162"/>
                  <a:pt x="117" y="162"/>
                  <a:pt x="117" y="162"/>
                </a:cubicBezTo>
                <a:cubicBezTo>
                  <a:pt x="120" y="168"/>
                  <a:pt x="120" y="168"/>
                  <a:pt x="120" y="168"/>
                </a:cubicBezTo>
                <a:cubicBezTo>
                  <a:pt x="121" y="170"/>
                  <a:pt x="120" y="172"/>
                  <a:pt x="118" y="173"/>
                </a:cubicBezTo>
                <a:cubicBezTo>
                  <a:pt x="116" y="174"/>
                  <a:pt x="114" y="173"/>
                  <a:pt x="113" y="171"/>
                </a:cubicBezTo>
                <a:cubicBezTo>
                  <a:pt x="110" y="165"/>
                  <a:pt x="110" y="165"/>
                  <a:pt x="110" y="165"/>
                </a:cubicBezTo>
                <a:cubicBezTo>
                  <a:pt x="108" y="162"/>
                  <a:pt x="108" y="162"/>
                  <a:pt x="108" y="162"/>
                </a:cubicBezTo>
                <a:cubicBezTo>
                  <a:pt x="106" y="162"/>
                  <a:pt x="104" y="160"/>
                  <a:pt x="103" y="158"/>
                </a:cubicBezTo>
                <a:cubicBezTo>
                  <a:pt x="87" y="124"/>
                  <a:pt x="87" y="124"/>
                  <a:pt x="87" y="124"/>
                </a:cubicBezTo>
                <a:cubicBezTo>
                  <a:pt x="67" y="124"/>
                  <a:pt x="67" y="124"/>
                  <a:pt x="67" y="124"/>
                </a:cubicBezTo>
                <a:cubicBezTo>
                  <a:pt x="67" y="129"/>
                  <a:pt x="67" y="129"/>
                  <a:pt x="67" y="129"/>
                </a:cubicBezTo>
                <a:cubicBezTo>
                  <a:pt x="67" y="132"/>
                  <a:pt x="64" y="136"/>
                  <a:pt x="60" y="136"/>
                </a:cubicBezTo>
                <a:cubicBezTo>
                  <a:pt x="57" y="136"/>
                  <a:pt x="54" y="132"/>
                  <a:pt x="54" y="129"/>
                </a:cubicBezTo>
                <a:cubicBezTo>
                  <a:pt x="54" y="124"/>
                  <a:pt x="54" y="124"/>
                  <a:pt x="54" y="124"/>
                </a:cubicBezTo>
                <a:cubicBezTo>
                  <a:pt x="34" y="124"/>
                  <a:pt x="34" y="124"/>
                  <a:pt x="34" y="124"/>
                </a:cubicBezTo>
                <a:cubicBezTo>
                  <a:pt x="17" y="158"/>
                  <a:pt x="17" y="158"/>
                  <a:pt x="17" y="158"/>
                </a:cubicBezTo>
                <a:cubicBezTo>
                  <a:pt x="16" y="160"/>
                  <a:pt x="15" y="162"/>
                  <a:pt x="13" y="162"/>
                </a:cubicBezTo>
                <a:cubicBezTo>
                  <a:pt x="11" y="165"/>
                  <a:pt x="11" y="165"/>
                  <a:pt x="11" y="165"/>
                </a:cubicBezTo>
                <a:cubicBezTo>
                  <a:pt x="8" y="171"/>
                  <a:pt x="8" y="171"/>
                  <a:pt x="8" y="171"/>
                </a:cubicBezTo>
                <a:cubicBezTo>
                  <a:pt x="7" y="173"/>
                  <a:pt x="5" y="174"/>
                  <a:pt x="3" y="173"/>
                </a:cubicBezTo>
                <a:cubicBezTo>
                  <a:pt x="1" y="172"/>
                  <a:pt x="0" y="170"/>
                  <a:pt x="1" y="168"/>
                </a:cubicBezTo>
                <a:cubicBezTo>
                  <a:pt x="4" y="162"/>
                  <a:pt x="4" y="162"/>
                  <a:pt x="4" y="162"/>
                </a:cubicBezTo>
                <a:cubicBezTo>
                  <a:pt x="5" y="159"/>
                  <a:pt x="5" y="159"/>
                  <a:pt x="5" y="159"/>
                </a:cubicBezTo>
                <a:cubicBezTo>
                  <a:pt x="4" y="157"/>
                  <a:pt x="4" y="155"/>
                  <a:pt x="5" y="153"/>
                </a:cubicBezTo>
                <a:cubicBezTo>
                  <a:pt x="19" y="124"/>
                  <a:pt x="19" y="124"/>
                  <a:pt x="19" y="124"/>
                </a:cubicBezTo>
                <a:cubicBezTo>
                  <a:pt x="8" y="124"/>
                  <a:pt x="8" y="124"/>
                  <a:pt x="8" y="124"/>
                </a:cubicBezTo>
                <a:close/>
                <a:moveTo>
                  <a:pt x="54" y="115"/>
                </a:moveTo>
                <a:cubicBezTo>
                  <a:pt x="54" y="115"/>
                  <a:pt x="54" y="115"/>
                  <a:pt x="54" y="115"/>
                </a:cubicBezTo>
                <a:cubicBezTo>
                  <a:pt x="54" y="110"/>
                  <a:pt x="54" y="110"/>
                  <a:pt x="54" y="110"/>
                </a:cubicBezTo>
                <a:cubicBezTo>
                  <a:pt x="54" y="107"/>
                  <a:pt x="57" y="103"/>
                  <a:pt x="60" y="103"/>
                </a:cubicBezTo>
                <a:cubicBezTo>
                  <a:pt x="64" y="103"/>
                  <a:pt x="67" y="107"/>
                  <a:pt x="67" y="110"/>
                </a:cubicBezTo>
                <a:cubicBezTo>
                  <a:pt x="67" y="115"/>
                  <a:pt x="67" y="115"/>
                  <a:pt x="67" y="115"/>
                </a:cubicBezTo>
                <a:cubicBezTo>
                  <a:pt x="83" y="115"/>
                  <a:pt x="83" y="115"/>
                  <a:pt x="83" y="115"/>
                </a:cubicBezTo>
                <a:cubicBezTo>
                  <a:pt x="67" y="82"/>
                  <a:pt x="67" y="82"/>
                  <a:pt x="67" y="82"/>
                </a:cubicBezTo>
                <a:cubicBezTo>
                  <a:pt x="63" y="83"/>
                  <a:pt x="58" y="83"/>
                  <a:pt x="54" y="82"/>
                </a:cubicBezTo>
                <a:cubicBezTo>
                  <a:pt x="38" y="115"/>
                  <a:pt x="38" y="115"/>
                  <a:pt x="38" y="115"/>
                </a:cubicBezTo>
                <a:cubicBezTo>
                  <a:pt x="54" y="115"/>
                  <a:pt x="54" y="115"/>
                  <a:pt x="54" y="115"/>
                </a:cubicBezTo>
                <a:close/>
                <a:moveTo>
                  <a:pt x="73" y="39"/>
                </a:moveTo>
                <a:cubicBezTo>
                  <a:pt x="73" y="39"/>
                  <a:pt x="73" y="39"/>
                  <a:pt x="73" y="39"/>
                </a:cubicBezTo>
                <a:cubicBezTo>
                  <a:pt x="66" y="32"/>
                  <a:pt x="55" y="32"/>
                  <a:pt x="48" y="39"/>
                </a:cubicBezTo>
                <a:cubicBezTo>
                  <a:pt x="48" y="39"/>
                  <a:pt x="48" y="39"/>
                  <a:pt x="48" y="39"/>
                </a:cubicBezTo>
                <a:cubicBezTo>
                  <a:pt x="45" y="42"/>
                  <a:pt x="43" y="47"/>
                  <a:pt x="43" y="51"/>
                </a:cubicBezTo>
                <a:cubicBezTo>
                  <a:pt x="43" y="56"/>
                  <a:pt x="45" y="61"/>
                  <a:pt x="48" y="64"/>
                </a:cubicBezTo>
                <a:cubicBezTo>
                  <a:pt x="53" y="69"/>
                  <a:pt x="61" y="71"/>
                  <a:pt x="67" y="68"/>
                </a:cubicBezTo>
                <a:cubicBezTo>
                  <a:pt x="68" y="68"/>
                  <a:pt x="68" y="68"/>
                  <a:pt x="68" y="68"/>
                </a:cubicBezTo>
                <a:cubicBezTo>
                  <a:pt x="69" y="67"/>
                  <a:pt x="71" y="66"/>
                  <a:pt x="73" y="64"/>
                </a:cubicBezTo>
                <a:cubicBezTo>
                  <a:pt x="73" y="64"/>
                  <a:pt x="73" y="64"/>
                  <a:pt x="73" y="64"/>
                </a:cubicBezTo>
                <a:cubicBezTo>
                  <a:pt x="76" y="61"/>
                  <a:pt x="78" y="56"/>
                  <a:pt x="78" y="51"/>
                </a:cubicBezTo>
                <a:cubicBezTo>
                  <a:pt x="78" y="47"/>
                  <a:pt x="76" y="42"/>
                  <a:pt x="73" y="39"/>
                </a:cubicBezTo>
                <a:cubicBezTo>
                  <a:pt x="73" y="39"/>
                  <a:pt x="73" y="39"/>
                  <a:pt x="73" y="39"/>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1" name="Freeform 13"/>
          <p:cNvSpPr>
            <a:spLocks noEditPoints="1"/>
          </p:cNvSpPr>
          <p:nvPr/>
        </p:nvSpPr>
        <p:spPr bwMode="auto">
          <a:xfrm>
            <a:off x="93026" y="1695727"/>
            <a:ext cx="212710" cy="176648"/>
          </a:xfrm>
          <a:custGeom>
            <a:avLst/>
            <a:gdLst>
              <a:gd name="T0" fmla="*/ 111 w 197"/>
              <a:gd name="T1" fmla="*/ 11 h 164"/>
              <a:gd name="T2" fmla="*/ 0 w 197"/>
              <a:gd name="T3" fmla="*/ 15 h 164"/>
              <a:gd name="T4" fmla="*/ 105 w 197"/>
              <a:gd name="T5" fmla="*/ 164 h 164"/>
              <a:gd name="T6" fmla="*/ 136 w 197"/>
              <a:gd name="T7" fmla="*/ 159 h 164"/>
              <a:gd name="T8" fmla="*/ 196 w 197"/>
              <a:gd name="T9" fmla="*/ 142 h 164"/>
              <a:gd name="T10" fmla="*/ 52 w 197"/>
              <a:gd name="T11" fmla="*/ 150 h 164"/>
              <a:gd name="T12" fmla="*/ 52 w 197"/>
              <a:gd name="T13" fmla="*/ 22 h 164"/>
              <a:gd name="T14" fmla="*/ 99 w 197"/>
              <a:gd name="T15" fmla="*/ 150 h 164"/>
              <a:gd name="T16" fmla="*/ 99 w 197"/>
              <a:gd name="T17" fmla="*/ 22 h 164"/>
              <a:gd name="T18" fmla="*/ 147 w 197"/>
              <a:gd name="T19" fmla="*/ 149 h 164"/>
              <a:gd name="T20" fmla="*/ 181 w 197"/>
              <a:gd name="T21" fmla="*/ 139 h 164"/>
              <a:gd name="T22" fmla="*/ 23 w 197"/>
              <a:gd name="T23" fmla="*/ 133 h 164"/>
              <a:gd name="T24" fmla="*/ 42 w 197"/>
              <a:gd name="T25" fmla="*/ 134 h 164"/>
              <a:gd name="T26" fmla="*/ 43 w 197"/>
              <a:gd name="T27" fmla="*/ 114 h 164"/>
              <a:gd name="T28" fmla="*/ 23 w 197"/>
              <a:gd name="T29" fmla="*/ 114 h 164"/>
              <a:gd name="T30" fmla="*/ 29 w 197"/>
              <a:gd name="T31" fmla="*/ 120 h 164"/>
              <a:gd name="T32" fmla="*/ 37 w 197"/>
              <a:gd name="T33" fmla="*/ 120 h 164"/>
              <a:gd name="T34" fmla="*/ 37 w 197"/>
              <a:gd name="T35" fmla="*/ 128 h 164"/>
              <a:gd name="T36" fmla="*/ 29 w 197"/>
              <a:gd name="T37" fmla="*/ 127 h 164"/>
              <a:gd name="T38" fmla="*/ 32 w 197"/>
              <a:gd name="T39" fmla="*/ 91 h 164"/>
              <a:gd name="T40" fmla="*/ 36 w 197"/>
              <a:gd name="T41" fmla="*/ 38 h 164"/>
              <a:gd name="T42" fmla="*/ 28 w 197"/>
              <a:gd name="T43" fmla="*/ 87 h 164"/>
              <a:gd name="T44" fmla="*/ 134 w 197"/>
              <a:gd name="T45" fmla="*/ 31 h 164"/>
              <a:gd name="T46" fmla="*/ 149 w 197"/>
              <a:gd name="T47" fmla="*/ 86 h 164"/>
              <a:gd name="T48" fmla="*/ 134 w 197"/>
              <a:gd name="T49" fmla="*/ 31 h 164"/>
              <a:gd name="T50" fmla="*/ 69 w 197"/>
              <a:gd name="T51" fmla="*/ 133 h 164"/>
              <a:gd name="T52" fmla="*/ 88 w 197"/>
              <a:gd name="T53" fmla="*/ 133 h 164"/>
              <a:gd name="T54" fmla="*/ 79 w 197"/>
              <a:gd name="T55" fmla="*/ 110 h 164"/>
              <a:gd name="T56" fmla="*/ 65 w 197"/>
              <a:gd name="T57" fmla="*/ 124 h 164"/>
              <a:gd name="T58" fmla="*/ 75 w 197"/>
              <a:gd name="T59" fmla="*/ 120 h 164"/>
              <a:gd name="T60" fmla="*/ 82 w 197"/>
              <a:gd name="T61" fmla="*/ 120 h 164"/>
              <a:gd name="T62" fmla="*/ 82 w 197"/>
              <a:gd name="T63" fmla="*/ 128 h 164"/>
              <a:gd name="T64" fmla="*/ 74 w 197"/>
              <a:gd name="T65" fmla="*/ 127 h 164"/>
              <a:gd name="T66" fmla="*/ 81 w 197"/>
              <a:gd name="T67" fmla="*/ 91 h 164"/>
              <a:gd name="T68" fmla="*/ 85 w 197"/>
              <a:gd name="T69" fmla="*/ 38 h 164"/>
              <a:gd name="T70" fmla="*/ 77 w 197"/>
              <a:gd name="T71" fmla="*/ 87 h 164"/>
              <a:gd name="T72" fmla="*/ 148 w 197"/>
              <a:gd name="T73" fmla="*/ 109 h 164"/>
              <a:gd name="T74" fmla="*/ 148 w 197"/>
              <a:gd name="T75" fmla="*/ 128 h 164"/>
              <a:gd name="T76" fmla="*/ 167 w 197"/>
              <a:gd name="T77" fmla="*/ 128 h 164"/>
              <a:gd name="T78" fmla="*/ 168 w 197"/>
              <a:gd name="T79" fmla="*/ 109 h 164"/>
              <a:gd name="T80" fmla="*/ 158 w 197"/>
              <a:gd name="T81" fmla="*/ 105 h 164"/>
              <a:gd name="T82" fmla="*/ 154 w 197"/>
              <a:gd name="T83" fmla="*/ 114 h 164"/>
              <a:gd name="T84" fmla="*/ 163 w 197"/>
              <a:gd name="T85" fmla="*/ 118 h 164"/>
              <a:gd name="T86" fmla="*/ 154 w 197"/>
              <a:gd name="T87" fmla="*/ 122 h 164"/>
              <a:gd name="T88" fmla="*/ 154 w 197"/>
              <a:gd name="T89" fmla="*/ 114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97" h="164">
                <a:moveTo>
                  <a:pt x="159" y="6"/>
                </a:moveTo>
                <a:cubicBezTo>
                  <a:pt x="158" y="2"/>
                  <a:pt x="155" y="0"/>
                  <a:pt x="151" y="1"/>
                </a:cubicBezTo>
                <a:cubicBezTo>
                  <a:pt x="111" y="11"/>
                  <a:pt x="111" y="11"/>
                  <a:pt x="111" y="11"/>
                </a:cubicBezTo>
                <a:cubicBezTo>
                  <a:pt x="110" y="10"/>
                  <a:pt x="108" y="8"/>
                  <a:pt x="105" y="8"/>
                </a:cubicBezTo>
                <a:cubicBezTo>
                  <a:pt x="7" y="8"/>
                  <a:pt x="7" y="8"/>
                  <a:pt x="7" y="8"/>
                </a:cubicBezTo>
                <a:cubicBezTo>
                  <a:pt x="3" y="8"/>
                  <a:pt x="0" y="11"/>
                  <a:pt x="0" y="15"/>
                </a:cubicBezTo>
                <a:cubicBezTo>
                  <a:pt x="0" y="157"/>
                  <a:pt x="0" y="157"/>
                  <a:pt x="0" y="157"/>
                </a:cubicBezTo>
                <a:cubicBezTo>
                  <a:pt x="0" y="161"/>
                  <a:pt x="3" y="164"/>
                  <a:pt x="7" y="164"/>
                </a:cubicBezTo>
                <a:cubicBezTo>
                  <a:pt x="105" y="164"/>
                  <a:pt x="105" y="164"/>
                  <a:pt x="105" y="164"/>
                </a:cubicBezTo>
                <a:cubicBezTo>
                  <a:pt x="109" y="164"/>
                  <a:pt x="112" y="161"/>
                  <a:pt x="112" y="157"/>
                </a:cubicBezTo>
                <a:cubicBezTo>
                  <a:pt x="112" y="71"/>
                  <a:pt x="112" y="71"/>
                  <a:pt x="112" y="71"/>
                </a:cubicBezTo>
                <a:cubicBezTo>
                  <a:pt x="136" y="159"/>
                  <a:pt x="136" y="159"/>
                  <a:pt x="136" y="159"/>
                </a:cubicBezTo>
                <a:cubicBezTo>
                  <a:pt x="136" y="162"/>
                  <a:pt x="140" y="164"/>
                  <a:pt x="144" y="163"/>
                </a:cubicBezTo>
                <a:cubicBezTo>
                  <a:pt x="191" y="151"/>
                  <a:pt x="191" y="151"/>
                  <a:pt x="191" y="151"/>
                </a:cubicBezTo>
                <a:cubicBezTo>
                  <a:pt x="195" y="150"/>
                  <a:pt x="197" y="146"/>
                  <a:pt x="196" y="142"/>
                </a:cubicBezTo>
                <a:cubicBezTo>
                  <a:pt x="159" y="6"/>
                  <a:pt x="159" y="6"/>
                  <a:pt x="159" y="6"/>
                </a:cubicBezTo>
                <a:close/>
                <a:moveTo>
                  <a:pt x="52" y="150"/>
                </a:moveTo>
                <a:cubicBezTo>
                  <a:pt x="52" y="150"/>
                  <a:pt x="52" y="150"/>
                  <a:pt x="52" y="150"/>
                </a:cubicBezTo>
                <a:cubicBezTo>
                  <a:pt x="14" y="150"/>
                  <a:pt x="14" y="150"/>
                  <a:pt x="14" y="150"/>
                </a:cubicBezTo>
                <a:cubicBezTo>
                  <a:pt x="14" y="22"/>
                  <a:pt x="14" y="22"/>
                  <a:pt x="14" y="22"/>
                </a:cubicBezTo>
                <a:cubicBezTo>
                  <a:pt x="52" y="22"/>
                  <a:pt x="52" y="22"/>
                  <a:pt x="52" y="22"/>
                </a:cubicBezTo>
                <a:cubicBezTo>
                  <a:pt x="52" y="150"/>
                  <a:pt x="52" y="150"/>
                  <a:pt x="52" y="150"/>
                </a:cubicBezTo>
                <a:close/>
                <a:moveTo>
                  <a:pt x="99" y="150"/>
                </a:moveTo>
                <a:cubicBezTo>
                  <a:pt x="99" y="150"/>
                  <a:pt x="99" y="150"/>
                  <a:pt x="99" y="150"/>
                </a:cubicBezTo>
                <a:cubicBezTo>
                  <a:pt x="60" y="150"/>
                  <a:pt x="60" y="150"/>
                  <a:pt x="60" y="150"/>
                </a:cubicBezTo>
                <a:cubicBezTo>
                  <a:pt x="60" y="22"/>
                  <a:pt x="60" y="22"/>
                  <a:pt x="60" y="22"/>
                </a:cubicBezTo>
                <a:cubicBezTo>
                  <a:pt x="99" y="22"/>
                  <a:pt x="99" y="22"/>
                  <a:pt x="99" y="22"/>
                </a:cubicBezTo>
                <a:cubicBezTo>
                  <a:pt x="99" y="150"/>
                  <a:pt x="99" y="150"/>
                  <a:pt x="99" y="150"/>
                </a:cubicBezTo>
                <a:close/>
                <a:moveTo>
                  <a:pt x="147" y="149"/>
                </a:moveTo>
                <a:cubicBezTo>
                  <a:pt x="147" y="149"/>
                  <a:pt x="147" y="149"/>
                  <a:pt x="147" y="149"/>
                </a:cubicBezTo>
                <a:cubicBezTo>
                  <a:pt x="114" y="25"/>
                  <a:pt x="114" y="25"/>
                  <a:pt x="114" y="25"/>
                </a:cubicBezTo>
                <a:cubicBezTo>
                  <a:pt x="148" y="16"/>
                  <a:pt x="148" y="16"/>
                  <a:pt x="148" y="16"/>
                </a:cubicBezTo>
                <a:cubicBezTo>
                  <a:pt x="181" y="139"/>
                  <a:pt x="181" y="139"/>
                  <a:pt x="181" y="139"/>
                </a:cubicBezTo>
                <a:cubicBezTo>
                  <a:pt x="147" y="149"/>
                  <a:pt x="147" y="149"/>
                  <a:pt x="147" y="149"/>
                </a:cubicBezTo>
                <a:close/>
                <a:moveTo>
                  <a:pt x="23" y="133"/>
                </a:moveTo>
                <a:cubicBezTo>
                  <a:pt x="23" y="133"/>
                  <a:pt x="23" y="133"/>
                  <a:pt x="23" y="133"/>
                </a:cubicBezTo>
                <a:cubicBezTo>
                  <a:pt x="23" y="133"/>
                  <a:pt x="23" y="133"/>
                  <a:pt x="23" y="133"/>
                </a:cubicBezTo>
                <a:cubicBezTo>
                  <a:pt x="26" y="136"/>
                  <a:pt x="29" y="137"/>
                  <a:pt x="33" y="137"/>
                </a:cubicBezTo>
                <a:cubicBezTo>
                  <a:pt x="37" y="137"/>
                  <a:pt x="40" y="136"/>
                  <a:pt x="42" y="134"/>
                </a:cubicBezTo>
                <a:cubicBezTo>
                  <a:pt x="43" y="133"/>
                  <a:pt x="43" y="133"/>
                  <a:pt x="43" y="133"/>
                </a:cubicBezTo>
                <a:cubicBezTo>
                  <a:pt x="45" y="131"/>
                  <a:pt x="47" y="127"/>
                  <a:pt x="47" y="124"/>
                </a:cubicBezTo>
                <a:cubicBezTo>
                  <a:pt x="47" y="120"/>
                  <a:pt x="45" y="116"/>
                  <a:pt x="43" y="114"/>
                </a:cubicBezTo>
                <a:cubicBezTo>
                  <a:pt x="42" y="114"/>
                  <a:pt x="42" y="114"/>
                  <a:pt x="42" y="114"/>
                </a:cubicBezTo>
                <a:cubicBezTo>
                  <a:pt x="40" y="112"/>
                  <a:pt x="37" y="110"/>
                  <a:pt x="33" y="110"/>
                </a:cubicBezTo>
                <a:cubicBezTo>
                  <a:pt x="29" y="110"/>
                  <a:pt x="26" y="112"/>
                  <a:pt x="23" y="114"/>
                </a:cubicBezTo>
                <a:cubicBezTo>
                  <a:pt x="21" y="116"/>
                  <a:pt x="19" y="120"/>
                  <a:pt x="19" y="124"/>
                </a:cubicBezTo>
                <a:cubicBezTo>
                  <a:pt x="19" y="127"/>
                  <a:pt x="21" y="131"/>
                  <a:pt x="23" y="133"/>
                </a:cubicBezTo>
                <a:close/>
                <a:moveTo>
                  <a:pt x="29" y="120"/>
                </a:moveTo>
                <a:cubicBezTo>
                  <a:pt x="29" y="120"/>
                  <a:pt x="29" y="120"/>
                  <a:pt x="29" y="120"/>
                </a:cubicBezTo>
                <a:cubicBezTo>
                  <a:pt x="30" y="119"/>
                  <a:pt x="31" y="118"/>
                  <a:pt x="33" y="118"/>
                </a:cubicBezTo>
                <a:cubicBezTo>
                  <a:pt x="34" y="118"/>
                  <a:pt x="36" y="119"/>
                  <a:pt x="37" y="120"/>
                </a:cubicBezTo>
                <a:cubicBezTo>
                  <a:pt x="37" y="120"/>
                  <a:pt x="37" y="120"/>
                  <a:pt x="37" y="120"/>
                </a:cubicBezTo>
                <a:cubicBezTo>
                  <a:pt x="38" y="121"/>
                  <a:pt x="38" y="122"/>
                  <a:pt x="38" y="124"/>
                </a:cubicBezTo>
                <a:cubicBezTo>
                  <a:pt x="38" y="125"/>
                  <a:pt x="38" y="127"/>
                  <a:pt x="37" y="128"/>
                </a:cubicBezTo>
                <a:cubicBezTo>
                  <a:pt x="36" y="129"/>
                  <a:pt x="34" y="129"/>
                  <a:pt x="33" y="129"/>
                </a:cubicBezTo>
                <a:cubicBezTo>
                  <a:pt x="31" y="129"/>
                  <a:pt x="30" y="129"/>
                  <a:pt x="29" y="128"/>
                </a:cubicBezTo>
                <a:cubicBezTo>
                  <a:pt x="29" y="127"/>
                  <a:pt x="29" y="127"/>
                  <a:pt x="29" y="127"/>
                </a:cubicBezTo>
                <a:cubicBezTo>
                  <a:pt x="28" y="126"/>
                  <a:pt x="27" y="125"/>
                  <a:pt x="27" y="124"/>
                </a:cubicBezTo>
                <a:cubicBezTo>
                  <a:pt x="27" y="122"/>
                  <a:pt x="28" y="121"/>
                  <a:pt x="29" y="120"/>
                </a:cubicBezTo>
                <a:close/>
                <a:moveTo>
                  <a:pt x="32" y="91"/>
                </a:moveTo>
                <a:cubicBezTo>
                  <a:pt x="32" y="91"/>
                  <a:pt x="32" y="91"/>
                  <a:pt x="32" y="91"/>
                </a:cubicBezTo>
                <a:cubicBezTo>
                  <a:pt x="34" y="91"/>
                  <a:pt x="36" y="89"/>
                  <a:pt x="36" y="87"/>
                </a:cubicBezTo>
                <a:cubicBezTo>
                  <a:pt x="36" y="38"/>
                  <a:pt x="36" y="38"/>
                  <a:pt x="36" y="38"/>
                </a:cubicBezTo>
                <a:cubicBezTo>
                  <a:pt x="36" y="35"/>
                  <a:pt x="34" y="34"/>
                  <a:pt x="32" y="34"/>
                </a:cubicBezTo>
                <a:cubicBezTo>
                  <a:pt x="29" y="34"/>
                  <a:pt x="28" y="35"/>
                  <a:pt x="28" y="38"/>
                </a:cubicBezTo>
                <a:cubicBezTo>
                  <a:pt x="28" y="87"/>
                  <a:pt x="28" y="87"/>
                  <a:pt x="28" y="87"/>
                </a:cubicBezTo>
                <a:cubicBezTo>
                  <a:pt x="28" y="89"/>
                  <a:pt x="29" y="91"/>
                  <a:pt x="32" y="91"/>
                </a:cubicBezTo>
                <a:close/>
                <a:moveTo>
                  <a:pt x="134" y="31"/>
                </a:moveTo>
                <a:cubicBezTo>
                  <a:pt x="134" y="31"/>
                  <a:pt x="134" y="31"/>
                  <a:pt x="134" y="31"/>
                </a:cubicBezTo>
                <a:cubicBezTo>
                  <a:pt x="132" y="32"/>
                  <a:pt x="131" y="34"/>
                  <a:pt x="131" y="36"/>
                </a:cubicBezTo>
                <a:cubicBezTo>
                  <a:pt x="144" y="84"/>
                  <a:pt x="144" y="84"/>
                  <a:pt x="144" y="84"/>
                </a:cubicBezTo>
                <a:cubicBezTo>
                  <a:pt x="144" y="86"/>
                  <a:pt x="146" y="87"/>
                  <a:pt x="149" y="86"/>
                </a:cubicBezTo>
                <a:cubicBezTo>
                  <a:pt x="151" y="86"/>
                  <a:pt x="152" y="84"/>
                  <a:pt x="152" y="82"/>
                </a:cubicBezTo>
                <a:cubicBezTo>
                  <a:pt x="139" y="34"/>
                  <a:pt x="139" y="34"/>
                  <a:pt x="139" y="34"/>
                </a:cubicBezTo>
                <a:cubicBezTo>
                  <a:pt x="138" y="32"/>
                  <a:pt x="136" y="31"/>
                  <a:pt x="134" y="31"/>
                </a:cubicBezTo>
                <a:close/>
                <a:moveTo>
                  <a:pt x="69" y="133"/>
                </a:moveTo>
                <a:cubicBezTo>
                  <a:pt x="69" y="133"/>
                  <a:pt x="69" y="133"/>
                  <a:pt x="69" y="133"/>
                </a:cubicBezTo>
                <a:cubicBezTo>
                  <a:pt x="69" y="133"/>
                  <a:pt x="69" y="133"/>
                  <a:pt x="69" y="133"/>
                </a:cubicBezTo>
                <a:cubicBezTo>
                  <a:pt x="71" y="136"/>
                  <a:pt x="75" y="137"/>
                  <a:pt x="79" y="137"/>
                </a:cubicBezTo>
                <a:cubicBezTo>
                  <a:pt x="82" y="137"/>
                  <a:pt x="86" y="136"/>
                  <a:pt x="88" y="134"/>
                </a:cubicBezTo>
                <a:cubicBezTo>
                  <a:pt x="88" y="133"/>
                  <a:pt x="88" y="133"/>
                  <a:pt x="88" y="133"/>
                </a:cubicBezTo>
                <a:cubicBezTo>
                  <a:pt x="91" y="131"/>
                  <a:pt x="92" y="127"/>
                  <a:pt x="92" y="124"/>
                </a:cubicBezTo>
                <a:cubicBezTo>
                  <a:pt x="92" y="120"/>
                  <a:pt x="91" y="116"/>
                  <a:pt x="88" y="114"/>
                </a:cubicBezTo>
                <a:cubicBezTo>
                  <a:pt x="86" y="112"/>
                  <a:pt x="82" y="110"/>
                  <a:pt x="79" y="110"/>
                </a:cubicBezTo>
                <a:cubicBezTo>
                  <a:pt x="75" y="110"/>
                  <a:pt x="71" y="112"/>
                  <a:pt x="69" y="114"/>
                </a:cubicBezTo>
                <a:cubicBezTo>
                  <a:pt x="69" y="114"/>
                  <a:pt x="69" y="114"/>
                  <a:pt x="69" y="114"/>
                </a:cubicBezTo>
                <a:cubicBezTo>
                  <a:pt x="66" y="116"/>
                  <a:pt x="65" y="120"/>
                  <a:pt x="65" y="124"/>
                </a:cubicBezTo>
                <a:cubicBezTo>
                  <a:pt x="65" y="127"/>
                  <a:pt x="66" y="131"/>
                  <a:pt x="69" y="133"/>
                </a:cubicBezTo>
                <a:close/>
                <a:moveTo>
                  <a:pt x="75" y="120"/>
                </a:moveTo>
                <a:cubicBezTo>
                  <a:pt x="75" y="120"/>
                  <a:pt x="75" y="120"/>
                  <a:pt x="75" y="120"/>
                </a:cubicBezTo>
                <a:cubicBezTo>
                  <a:pt x="76" y="119"/>
                  <a:pt x="77" y="118"/>
                  <a:pt x="79" y="118"/>
                </a:cubicBezTo>
                <a:cubicBezTo>
                  <a:pt x="80" y="118"/>
                  <a:pt x="81" y="119"/>
                  <a:pt x="82" y="120"/>
                </a:cubicBezTo>
                <a:cubicBezTo>
                  <a:pt x="82" y="120"/>
                  <a:pt x="82" y="120"/>
                  <a:pt x="82" y="120"/>
                </a:cubicBezTo>
                <a:cubicBezTo>
                  <a:pt x="84" y="121"/>
                  <a:pt x="84" y="122"/>
                  <a:pt x="84" y="124"/>
                </a:cubicBezTo>
                <a:cubicBezTo>
                  <a:pt x="84" y="125"/>
                  <a:pt x="84" y="127"/>
                  <a:pt x="83" y="128"/>
                </a:cubicBezTo>
                <a:cubicBezTo>
                  <a:pt x="82" y="128"/>
                  <a:pt x="82" y="128"/>
                  <a:pt x="82" y="128"/>
                </a:cubicBezTo>
                <a:cubicBezTo>
                  <a:pt x="81" y="129"/>
                  <a:pt x="80" y="129"/>
                  <a:pt x="79" y="129"/>
                </a:cubicBezTo>
                <a:cubicBezTo>
                  <a:pt x="77" y="129"/>
                  <a:pt x="76" y="129"/>
                  <a:pt x="75" y="128"/>
                </a:cubicBezTo>
                <a:cubicBezTo>
                  <a:pt x="74" y="127"/>
                  <a:pt x="74" y="127"/>
                  <a:pt x="74" y="127"/>
                </a:cubicBezTo>
                <a:cubicBezTo>
                  <a:pt x="74" y="126"/>
                  <a:pt x="73" y="125"/>
                  <a:pt x="73" y="124"/>
                </a:cubicBezTo>
                <a:cubicBezTo>
                  <a:pt x="73" y="122"/>
                  <a:pt x="74" y="121"/>
                  <a:pt x="75" y="120"/>
                </a:cubicBezTo>
                <a:close/>
                <a:moveTo>
                  <a:pt x="81" y="91"/>
                </a:moveTo>
                <a:cubicBezTo>
                  <a:pt x="81" y="91"/>
                  <a:pt x="81" y="91"/>
                  <a:pt x="81" y="91"/>
                </a:cubicBezTo>
                <a:cubicBezTo>
                  <a:pt x="83" y="91"/>
                  <a:pt x="85" y="89"/>
                  <a:pt x="85" y="87"/>
                </a:cubicBezTo>
                <a:cubicBezTo>
                  <a:pt x="85" y="38"/>
                  <a:pt x="85" y="38"/>
                  <a:pt x="85" y="38"/>
                </a:cubicBezTo>
                <a:cubicBezTo>
                  <a:pt x="85" y="35"/>
                  <a:pt x="83" y="34"/>
                  <a:pt x="81" y="34"/>
                </a:cubicBezTo>
                <a:cubicBezTo>
                  <a:pt x="79" y="34"/>
                  <a:pt x="77" y="35"/>
                  <a:pt x="77" y="38"/>
                </a:cubicBezTo>
                <a:cubicBezTo>
                  <a:pt x="77" y="87"/>
                  <a:pt x="77" y="87"/>
                  <a:pt x="77" y="87"/>
                </a:cubicBezTo>
                <a:cubicBezTo>
                  <a:pt x="77" y="89"/>
                  <a:pt x="79" y="91"/>
                  <a:pt x="81" y="91"/>
                </a:cubicBezTo>
                <a:close/>
                <a:moveTo>
                  <a:pt x="148" y="109"/>
                </a:moveTo>
                <a:cubicBezTo>
                  <a:pt x="148" y="109"/>
                  <a:pt x="148" y="109"/>
                  <a:pt x="148" y="109"/>
                </a:cubicBezTo>
                <a:cubicBezTo>
                  <a:pt x="146" y="111"/>
                  <a:pt x="144" y="114"/>
                  <a:pt x="144" y="118"/>
                </a:cubicBezTo>
                <a:cubicBezTo>
                  <a:pt x="144" y="122"/>
                  <a:pt x="146" y="125"/>
                  <a:pt x="148" y="128"/>
                </a:cubicBezTo>
                <a:cubicBezTo>
                  <a:pt x="148" y="128"/>
                  <a:pt x="148" y="128"/>
                  <a:pt x="148" y="128"/>
                </a:cubicBezTo>
                <a:cubicBezTo>
                  <a:pt x="151" y="130"/>
                  <a:pt x="154" y="132"/>
                  <a:pt x="158" y="132"/>
                </a:cubicBezTo>
                <a:cubicBezTo>
                  <a:pt x="161" y="132"/>
                  <a:pt x="165" y="131"/>
                  <a:pt x="167" y="128"/>
                </a:cubicBezTo>
                <a:cubicBezTo>
                  <a:pt x="167" y="128"/>
                  <a:pt x="167" y="128"/>
                  <a:pt x="167" y="128"/>
                </a:cubicBezTo>
                <a:cubicBezTo>
                  <a:pt x="168" y="128"/>
                  <a:pt x="168" y="128"/>
                  <a:pt x="168" y="128"/>
                </a:cubicBezTo>
                <a:cubicBezTo>
                  <a:pt x="170" y="126"/>
                  <a:pt x="171" y="122"/>
                  <a:pt x="171" y="118"/>
                </a:cubicBezTo>
                <a:cubicBezTo>
                  <a:pt x="171" y="114"/>
                  <a:pt x="170" y="111"/>
                  <a:pt x="168" y="109"/>
                </a:cubicBezTo>
                <a:cubicBezTo>
                  <a:pt x="168" y="109"/>
                  <a:pt x="168" y="109"/>
                  <a:pt x="168" y="109"/>
                </a:cubicBezTo>
                <a:cubicBezTo>
                  <a:pt x="168" y="109"/>
                  <a:pt x="168" y="109"/>
                  <a:pt x="168" y="109"/>
                </a:cubicBezTo>
                <a:cubicBezTo>
                  <a:pt x="165" y="106"/>
                  <a:pt x="162" y="105"/>
                  <a:pt x="158" y="105"/>
                </a:cubicBezTo>
                <a:cubicBezTo>
                  <a:pt x="154" y="105"/>
                  <a:pt x="151" y="106"/>
                  <a:pt x="148" y="109"/>
                </a:cubicBezTo>
                <a:close/>
                <a:moveTo>
                  <a:pt x="154" y="114"/>
                </a:moveTo>
                <a:cubicBezTo>
                  <a:pt x="154" y="114"/>
                  <a:pt x="154" y="114"/>
                  <a:pt x="154" y="114"/>
                </a:cubicBezTo>
                <a:cubicBezTo>
                  <a:pt x="155" y="113"/>
                  <a:pt x="156" y="113"/>
                  <a:pt x="158" y="113"/>
                </a:cubicBezTo>
                <a:cubicBezTo>
                  <a:pt x="159" y="113"/>
                  <a:pt x="161" y="113"/>
                  <a:pt x="162" y="114"/>
                </a:cubicBezTo>
                <a:cubicBezTo>
                  <a:pt x="163" y="115"/>
                  <a:pt x="163" y="117"/>
                  <a:pt x="163" y="118"/>
                </a:cubicBezTo>
                <a:cubicBezTo>
                  <a:pt x="163" y="120"/>
                  <a:pt x="163" y="121"/>
                  <a:pt x="162" y="122"/>
                </a:cubicBezTo>
                <a:cubicBezTo>
                  <a:pt x="161" y="123"/>
                  <a:pt x="159" y="124"/>
                  <a:pt x="158" y="124"/>
                </a:cubicBezTo>
                <a:cubicBezTo>
                  <a:pt x="156" y="124"/>
                  <a:pt x="155" y="123"/>
                  <a:pt x="154" y="122"/>
                </a:cubicBezTo>
                <a:cubicBezTo>
                  <a:pt x="154" y="122"/>
                  <a:pt x="154" y="122"/>
                  <a:pt x="154" y="122"/>
                </a:cubicBezTo>
                <a:cubicBezTo>
                  <a:pt x="153" y="121"/>
                  <a:pt x="152" y="120"/>
                  <a:pt x="152" y="118"/>
                </a:cubicBezTo>
                <a:cubicBezTo>
                  <a:pt x="152" y="117"/>
                  <a:pt x="153" y="115"/>
                  <a:pt x="154" y="114"/>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8" name="Freeform 10"/>
          <p:cNvSpPr>
            <a:spLocks noEditPoints="1"/>
          </p:cNvSpPr>
          <p:nvPr/>
        </p:nvSpPr>
        <p:spPr bwMode="auto">
          <a:xfrm>
            <a:off x="107850" y="2091788"/>
            <a:ext cx="174824" cy="175280"/>
          </a:xfrm>
          <a:custGeom>
            <a:avLst/>
            <a:gdLst>
              <a:gd name="T0" fmla="*/ 47 w 162"/>
              <a:gd name="T1" fmla="*/ 34 h 163"/>
              <a:gd name="T2" fmla="*/ 34 w 162"/>
              <a:gd name="T3" fmla="*/ 47 h 163"/>
              <a:gd name="T4" fmla="*/ 32 w 162"/>
              <a:gd name="T5" fmla="*/ 61 h 163"/>
              <a:gd name="T6" fmla="*/ 41 w 162"/>
              <a:gd name="T7" fmla="*/ 52 h 163"/>
              <a:gd name="T8" fmla="*/ 52 w 162"/>
              <a:gd name="T9" fmla="*/ 41 h 163"/>
              <a:gd name="T10" fmla="*/ 60 w 162"/>
              <a:gd name="T11" fmla="*/ 32 h 163"/>
              <a:gd name="T12" fmla="*/ 160 w 162"/>
              <a:gd name="T13" fmla="*/ 150 h 163"/>
              <a:gd name="T14" fmla="*/ 130 w 162"/>
              <a:gd name="T15" fmla="*/ 121 h 163"/>
              <a:gd name="T16" fmla="*/ 147 w 162"/>
              <a:gd name="T17" fmla="*/ 74 h 163"/>
              <a:gd name="T18" fmla="*/ 142 w 162"/>
              <a:gd name="T19" fmla="*/ 46 h 163"/>
              <a:gd name="T20" fmla="*/ 126 w 162"/>
              <a:gd name="T21" fmla="*/ 22 h 163"/>
              <a:gd name="T22" fmla="*/ 74 w 162"/>
              <a:gd name="T23" fmla="*/ 0 h 163"/>
              <a:gd name="T24" fmla="*/ 6 w 162"/>
              <a:gd name="T25" fmla="*/ 46 h 163"/>
              <a:gd name="T26" fmla="*/ 5 w 162"/>
              <a:gd name="T27" fmla="*/ 102 h 163"/>
              <a:gd name="T28" fmla="*/ 21 w 162"/>
              <a:gd name="T29" fmla="*/ 126 h 163"/>
              <a:gd name="T30" fmla="*/ 45 w 162"/>
              <a:gd name="T31" fmla="*/ 142 h 163"/>
              <a:gd name="T32" fmla="*/ 45 w 162"/>
              <a:gd name="T33" fmla="*/ 142 h 163"/>
              <a:gd name="T34" fmla="*/ 102 w 162"/>
              <a:gd name="T35" fmla="*/ 142 h 163"/>
              <a:gd name="T36" fmla="*/ 150 w 162"/>
              <a:gd name="T37" fmla="*/ 160 h 163"/>
              <a:gd name="T38" fmla="*/ 160 w 162"/>
              <a:gd name="T39" fmla="*/ 150 h 163"/>
              <a:gd name="T40" fmla="*/ 116 w 162"/>
              <a:gd name="T41" fmla="*/ 117 h 163"/>
              <a:gd name="T42" fmla="*/ 97 w 162"/>
              <a:gd name="T43" fmla="*/ 130 h 163"/>
              <a:gd name="T44" fmla="*/ 51 w 162"/>
              <a:gd name="T45" fmla="*/ 130 h 163"/>
              <a:gd name="T46" fmla="*/ 31 w 162"/>
              <a:gd name="T47" fmla="*/ 117 h 163"/>
              <a:gd name="T48" fmla="*/ 31 w 162"/>
              <a:gd name="T49" fmla="*/ 117 h 163"/>
              <a:gd name="T50" fmla="*/ 18 w 162"/>
              <a:gd name="T51" fmla="*/ 97 h 163"/>
              <a:gd name="T52" fmla="*/ 18 w 162"/>
              <a:gd name="T53" fmla="*/ 51 h 163"/>
              <a:gd name="T54" fmla="*/ 74 w 162"/>
              <a:gd name="T55" fmla="*/ 14 h 163"/>
              <a:gd name="T56" fmla="*/ 116 w 162"/>
              <a:gd name="T57" fmla="*/ 31 h 163"/>
              <a:gd name="T58" fmla="*/ 129 w 162"/>
              <a:gd name="T59" fmla="*/ 51 h 163"/>
              <a:gd name="T60" fmla="*/ 134 w 162"/>
              <a:gd name="T61" fmla="*/ 74 h 163"/>
              <a:gd name="T62" fmla="*/ 116 w 162"/>
              <a:gd name="T63" fmla="*/ 117 h 163"/>
              <a:gd name="T64" fmla="*/ 117 w 162"/>
              <a:gd name="T65" fmla="*/ 70 h 163"/>
              <a:gd name="T66" fmla="*/ 110 w 162"/>
              <a:gd name="T67" fmla="*/ 89 h 163"/>
              <a:gd name="T68" fmla="*/ 102 w 162"/>
              <a:gd name="T69" fmla="*/ 102 h 163"/>
              <a:gd name="T70" fmla="*/ 74 w 162"/>
              <a:gd name="T71" fmla="*/ 114 h 163"/>
              <a:gd name="T72" fmla="*/ 74 w 162"/>
              <a:gd name="T73" fmla="*/ 122 h 163"/>
              <a:gd name="T74" fmla="*/ 107 w 162"/>
              <a:gd name="T75" fmla="*/ 108 h 163"/>
              <a:gd name="T76" fmla="*/ 118 w 162"/>
              <a:gd name="T77" fmla="*/ 92 h 163"/>
              <a:gd name="T78" fmla="*/ 117 w 162"/>
              <a:gd name="T79" fmla="*/ 70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62" h="163">
                <a:moveTo>
                  <a:pt x="55" y="30"/>
                </a:moveTo>
                <a:cubicBezTo>
                  <a:pt x="52" y="31"/>
                  <a:pt x="50" y="33"/>
                  <a:pt x="47" y="34"/>
                </a:cubicBezTo>
                <a:cubicBezTo>
                  <a:pt x="44" y="36"/>
                  <a:pt x="42" y="38"/>
                  <a:pt x="40" y="40"/>
                </a:cubicBezTo>
                <a:cubicBezTo>
                  <a:pt x="38" y="42"/>
                  <a:pt x="36" y="45"/>
                  <a:pt x="34" y="47"/>
                </a:cubicBezTo>
                <a:cubicBezTo>
                  <a:pt x="32" y="50"/>
                  <a:pt x="31" y="53"/>
                  <a:pt x="30" y="55"/>
                </a:cubicBezTo>
                <a:cubicBezTo>
                  <a:pt x="29" y="57"/>
                  <a:pt x="30" y="60"/>
                  <a:pt x="32" y="61"/>
                </a:cubicBezTo>
                <a:cubicBezTo>
                  <a:pt x="34" y="62"/>
                  <a:pt x="36" y="61"/>
                  <a:pt x="37" y="59"/>
                </a:cubicBezTo>
                <a:cubicBezTo>
                  <a:pt x="38" y="56"/>
                  <a:pt x="39" y="54"/>
                  <a:pt x="41" y="52"/>
                </a:cubicBezTo>
                <a:cubicBezTo>
                  <a:pt x="42" y="50"/>
                  <a:pt x="44" y="48"/>
                  <a:pt x="46" y="46"/>
                </a:cubicBezTo>
                <a:cubicBezTo>
                  <a:pt x="48" y="44"/>
                  <a:pt x="49" y="43"/>
                  <a:pt x="52" y="41"/>
                </a:cubicBezTo>
                <a:cubicBezTo>
                  <a:pt x="54" y="40"/>
                  <a:pt x="56" y="38"/>
                  <a:pt x="58" y="37"/>
                </a:cubicBezTo>
                <a:cubicBezTo>
                  <a:pt x="60" y="37"/>
                  <a:pt x="61" y="34"/>
                  <a:pt x="60" y="32"/>
                </a:cubicBezTo>
                <a:cubicBezTo>
                  <a:pt x="59" y="30"/>
                  <a:pt x="57" y="29"/>
                  <a:pt x="55" y="30"/>
                </a:cubicBezTo>
                <a:close/>
                <a:moveTo>
                  <a:pt x="160" y="150"/>
                </a:moveTo>
                <a:cubicBezTo>
                  <a:pt x="160" y="150"/>
                  <a:pt x="160" y="150"/>
                  <a:pt x="160" y="150"/>
                </a:cubicBezTo>
                <a:cubicBezTo>
                  <a:pt x="130" y="121"/>
                  <a:pt x="130" y="121"/>
                  <a:pt x="130" y="121"/>
                </a:cubicBezTo>
                <a:cubicBezTo>
                  <a:pt x="135" y="115"/>
                  <a:pt x="139" y="109"/>
                  <a:pt x="142" y="102"/>
                </a:cubicBezTo>
                <a:cubicBezTo>
                  <a:pt x="145" y="93"/>
                  <a:pt x="147" y="84"/>
                  <a:pt x="147" y="74"/>
                </a:cubicBezTo>
                <a:cubicBezTo>
                  <a:pt x="147" y="64"/>
                  <a:pt x="145" y="55"/>
                  <a:pt x="142" y="46"/>
                </a:cubicBezTo>
                <a:cubicBezTo>
                  <a:pt x="142" y="46"/>
                  <a:pt x="142" y="46"/>
                  <a:pt x="142" y="46"/>
                </a:cubicBezTo>
                <a:cubicBezTo>
                  <a:pt x="138" y="37"/>
                  <a:pt x="133" y="29"/>
                  <a:pt x="126" y="22"/>
                </a:cubicBezTo>
                <a:cubicBezTo>
                  <a:pt x="126" y="22"/>
                  <a:pt x="126" y="22"/>
                  <a:pt x="126" y="22"/>
                </a:cubicBezTo>
                <a:cubicBezTo>
                  <a:pt x="119" y="15"/>
                  <a:pt x="111" y="10"/>
                  <a:pt x="102" y="6"/>
                </a:cubicBezTo>
                <a:cubicBezTo>
                  <a:pt x="93" y="2"/>
                  <a:pt x="84" y="0"/>
                  <a:pt x="74" y="0"/>
                </a:cubicBezTo>
                <a:cubicBezTo>
                  <a:pt x="53" y="0"/>
                  <a:pt x="35" y="8"/>
                  <a:pt x="21" y="22"/>
                </a:cubicBezTo>
                <a:cubicBezTo>
                  <a:pt x="15" y="29"/>
                  <a:pt x="9" y="37"/>
                  <a:pt x="6" y="46"/>
                </a:cubicBezTo>
                <a:cubicBezTo>
                  <a:pt x="2" y="55"/>
                  <a:pt x="0" y="64"/>
                  <a:pt x="0" y="74"/>
                </a:cubicBezTo>
                <a:cubicBezTo>
                  <a:pt x="0" y="84"/>
                  <a:pt x="2" y="93"/>
                  <a:pt x="5" y="102"/>
                </a:cubicBezTo>
                <a:cubicBezTo>
                  <a:pt x="6" y="102"/>
                  <a:pt x="6" y="102"/>
                  <a:pt x="6" y="102"/>
                </a:cubicBezTo>
                <a:cubicBezTo>
                  <a:pt x="9" y="111"/>
                  <a:pt x="15" y="119"/>
                  <a:pt x="21" y="126"/>
                </a:cubicBezTo>
                <a:cubicBezTo>
                  <a:pt x="22" y="126"/>
                  <a:pt x="22" y="126"/>
                  <a:pt x="22" y="126"/>
                </a:cubicBezTo>
                <a:cubicBezTo>
                  <a:pt x="28" y="133"/>
                  <a:pt x="36" y="138"/>
                  <a:pt x="45" y="142"/>
                </a:cubicBezTo>
                <a:cubicBezTo>
                  <a:pt x="45" y="142"/>
                  <a:pt x="45" y="142"/>
                  <a:pt x="45" y="142"/>
                </a:cubicBezTo>
                <a:cubicBezTo>
                  <a:pt x="45" y="142"/>
                  <a:pt x="45" y="142"/>
                  <a:pt x="45" y="142"/>
                </a:cubicBezTo>
                <a:cubicBezTo>
                  <a:pt x="54" y="146"/>
                  <a:pt x="64" y="148"/>
                  <a:pt x="74" y="148"/>
                </a:cubicBezTo>
                <a:cubicBezTo>
                  <a:pt x="84" y="148"/>
                  <a:pt x="93" y="146"/>
                  <a:pt x="102" y="142"/>
                </a:cubicBezTo>
                <a:cubicBezTo>
                  <a:pt x="109" y="139"/>
                  <a:pt x="115" y="135"/>
                  <a:pt x="121" y="131"/>
                </a:cubicBezTo>
                <a:cubicBezTo>
                  <a:pt x="150" y="160"/>
                  <a:pt x="150" y="160"/>
                  <a:pt x="150" y="160"/>
                </a:cubicBezTo>
                <a:cubicBezTo>
                  <a:pt x="153" y="163"/>
                  <a:pt x="157" y="163"/>
                  <a:pt x="160" y="160"/>
                </a:cubicBezTo>
                <a:cubicBezTo>
                  <a:pt x="162" y="157"/>
                  <a:pt x="162" y="153"/>
                  <a:pt x="160" y="150"/>
                </a:cubicBezTo>
                <a:close/>
                <a:moveTo>
                  <a:pt x="116" y="117"/>
                </a:moveTo>
                <a:cubicBezTo>
                  <a:pt x="116" y="117"/>
                  <a:pt x="116" y="117"/>
                  <a:pt x="116" y="117"/>
                </a:cubicBezTo>
                <a:cubicBezTo>
                  <a:pt x="116" y="117"/>
                  <a:pt x="116" y="117"/>
                  <a:pt x="116" y="117"/>
                </a:cubicBezTo>
                <a:cubicBezTo>
                  <a:pt x="111" y="122"/>
                  <a:pt x="104" y="127"/>
                  <a:pt x="97" y="130"/>
                </a:cubicBezTo>
                <a:cubicBezTo>
                  <a:pt x="90" y="133"/>
                  <a:pt x="82" y="134"/>
                  <a:pt x="74" y="134"/>
                </a:cubicBezTo>
                <a:cubicBezTo>
                  <a:pt x="65" y="134"/>
                  <a:pt x="58" y="133"/>
                  <a:pt x="51" y="130"/>
                </a:cubicBezTo>
                <a:cubicBezTo>
                  <a:pt x="51" y="130"/>
                  <a:pt x="51" y="130"/>
                  <a:pt x="51" y="130"/>
                </a:cubicBezTo>
                <a:cubicBezTo>
                  <a:pt x="43" y="127"/>
                  <a:pt x="37" y="122"/>
                  <a:pt x="31" y="117"/>
                </a:cubicBezTo>
                <a:cubicBezTo>
                  <a:pt x="31" y="117"/>
                  <a:pt x="31" y="117"/>
                  <a:pt x="31" y="117"/>
                </a:cubicBezTo>
                <a:cubicBezTo>
                  <a:pt x="31" y="117"/>
                  <a:pt x="31" y="117"/>
                  <a:pt x="31" y="117"/>
                </a:cubicBezTo>
                <a:cubicBezTo>
                  <a:pt x="26" y="111"/>
                  <a:pt x="21" y="104"/>
                  <a:pt x="18" y="97"/>
                </a:cubicBezTo>
                <a:cubicBezTo>
                  <a:pt x="18" y="97"/>
                  <a:pt x="18" y="97"/>
                  <a:pt x="18" y="97"/>
                </a:cubicBezTo>
                <a:cubicBezTo>
                  <a:pt x="15" y="90"/>
                  <a:pt x="13" y="82"/>
                  <a:pt x="13" y="74"/>
                </a:cubicBezTo>
                <a:cubicBezTo>
                  <a:pt x="13" y="66"/>
                  <a:pt x="15" y="58"/>
                  <a:pt x="18" y="51"/>
                </a:cubicBezTo>
                <a:cubicBezTo>
                  <a:pt x="21" y="44"/>
                  <a:pt x="26" y="37"/>
                  <a:pt x="31" y="31"/>
                </a:cubicBezTo>
                <a:cubicBezTo>
                  <a:pt x="42" y="21"/>
                  <a:pt x="57" y="14"/>
                  <a:pt x="74" y="14"/>
                </a:cubicBezTo>
                <a:cubicBezTo>
                  <a:pt x="82" y="14"/>
                  <a:pt x="90" y="15"/>
                  <a:pt x="97" y="18"/>
                </a:cubicBezTo>
                <a:cubicBezTo>
                  <a:pt x="104" y="21"/>
                  <a:pt x="111" y="26"/>
                  <a:pt x="116" y="31"/>
                </a:cubicBezTo>
                <a:cubicBezTo>
                  <a:pt x="117" y="32"/>
                  <a:pt x="117" y="32"/>
                  <a:pt x="117" y="32"/>
                </a:cubicBezTo>
                <a:cubicBezTo>
                  <a:pt x="122" y="37"/>
                  <a:pt x="126" y="44"/>
                  <a:pt x="129" y="51"/>
                </a:cubicBezTo>
                <a:cubicBezTo>
                  <a:pt x="129" y="51"/>
                  <a:pt x="129" y="51"/>
                  <a:pt x="129" y="51"/>
                </a:cubicBezTo>
                <a:cubicBezTo>
                  <a:pt x="132" y="58"/>
                  <a:pt x="134" y="66"/>
                  <a:pt x="134" y="74"/>
                </a:cubicBezTo>
                <a:cubicBezTo>
                  <a:pt x="134" y="82"/>
                  <a:pt x="132" y="90"/>
                  <a:pt x="129" y="97"/>
                </a:cubicBezTo>
                <a:cubicBezTo>
                  <a:pt x="126" y="104"/>
                  <a:pt x="122" y="111"/>
                  <a:pt x="116" y="117"/>
                </a:cubicBezTo>
                <a:close/>
                <a:moveTo>
                  <a:pt x="117" y="70"/>
                </a:moveTo>
                <a:cubicBezTo>
                  <a:pt x="117" y="70"/>
                  <a:pt x="117" y="70"/>
                  <a:pt x="117" y="70"/>
                </a:cubicBezTo>
                <a:cubicBezTo>
                  <a:pt x="115" y="70"/>
                  <a:pt x="113" y="72"/>
                  <a:pt x="113" y="74"/>
                </a:cubicBezTo>
                <a:cubicBezTo>
                  <a:pt x="113" y="79"/>
                  <a:pt x="112" y="84"/>
                  <a:pt x="110" y="89"/>
                </a:cubicBezTo>
                <a:cubicBezTo>
                  <a:pt x="110" y="89"/>
                  <a:pt x="110" y="89"/>
                  <a:pt x="110" y="89"/>
                </a:cubicBezTo>
                <a:cubicBezTo>
                  <a:pt x="108" y="94"/>
                  <a:pt x="105" y="98"/>
                  <a:pt x="102" y="102"/>
                </a:cubicBezTo>
                <a:cubicBezTo>
                  <a:pt x="98" y="106"/>
                  <a:pt x="94" y="109"/>
                  <a:pt x="89" y="111"/>
                </a:cubicBezTo>
                <a:cubicBezTo>
                  <a:pt x="84" y="113"/>
                  <a:pt x="79" y="114"/>
                  <a:pt x="74" y="114"/>
                </a:cubicBezTo>
                <a:cubicBezTo>
                  <a:pt x="71" y="114"/>
                  <a:pt x="70" y="115"/>
                  <a:pt x="70" y="118"/>
                </a:cubicBezTo>
                <a:cubicBezTo>
                  <a:pt x="70" y="120"/>
                  <a:pt x="71" y="122"/>
                  <a:pt x="74" y="122"/>
                </a:cubicBezTo>
                <a:cubicBezTo>
                  <a:pt x="80" y="122"/>
                  <a:pt x="86" y="120"/>
                  <a:pt x="92" y="118"/>
                </a:cubicBezTo>
                <a:cubicBezTo>
                  <a:pt x="98" y="116"/>
                  <a:pt x="103" y="112"/>
                  <a:pt x="107" y="108"/>
                </a:cubicBezTo>
                <a:cubicBezTo>
                  <a:pt x="112" y="103"/>
                  <a:pt x="115" y="98"/>
                  <a:pt x="118" y="92"/>
                </a:cubicBezTo>
                <a:cubicBezTo>
                  <a:pt x="118" y="92"/>
                  <a:pt x="118" y="92"/>
                  <a:pt x="118" y="92"/>
                </a:cubicBezTo>
                <a:cubicBezTo>
                  <a:pt x="120" y="86"/>
                  <a:pt x="121" y="80"/>
                  <a:pt x="121" y="74"/>
                </a:cubicBezTo>
                <a:cubicBezTo>
                  <a:pt x="121" y="72"/>
                  <a:pt x="120" y="70"/>
                  <a:pt x="117" y="70"/>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grpSp>
        <p:nvGrpSpPr>
          <p:cNvPr id="27" name="组合 26"/>
          <p:cNvGrpSpPr/>
          <p:nvPr/>
        </p:nvGrpSpPr>
        <p:grpSpPr>
          <a:xfrm>
            <a:off x="8632482" y="346839"/>
            <a:ext cx="156623" cy="156623"/>
            <a:chOff x="8689063" y="2493438"/>
            <a:chExt cx="156623" cy="156623"/>
          </a:xfrm>
        </p:grpSpPr>
        <p:sp>
          <p:nvSpPr>
            <p:cNvPr id="28" name="矩形 27"/>
            <p:cNvSpPr/>
            <p:nvPr/>
          </p:nvSpPr>
          <p:spPr>
            <a:xfrm>
              <a:off x="8689063" y="2493438"/>
              <a:ext cx="156623" cy="156623"/>
            </a:xfrm>
            <a:prstGeom prst="rect">
              <a:avLst/>
            </a:prstGeom>
            <a:solidFill>
              <a:srgbClr val="586B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任意多边形 28"/>
            <p:cNvSpPr/>
            <p:nvPr/>
          </p:nvSpPr>
          <p:spPr>
            <a:xfrm rot="10800000">
              <a:off x="8737889" y="2531868"/>
              <a:ext cx="58967" cy="79764"/>
            </a:xfrm>
            <a:custGeom>
              <a:avLst/>
              <a:gdLst>
                <a:gd name="connsiteX0" fmla="*/ 0 w 78581"/>
                <a:gd name="connsiteY0" fmla="*/ 0 h 152400"/>
                <a:gd name="connsiteX1" fmla="*/ 78581 w 78581"/>
                <a:gd name="connsiteY1" fmla="*/ 78581 h 152400"/>
                <a:gd name="connsiteX2" fmla="*/ 4762 w 78581"/>
                <a:gd name="connsiteY2" fmla="*/ 152400 h 152400"/>
              </a:gdLst>
              <a:ahLst/>
              <a:cxnLst>
                <a:cxn ang="0">
                  <a:pos x="connsiteX0" y="connsiteY0"/>
                </a:cxn>
                <a:cxn ang="0">
                  <a:pos x="connsiteX1" y="connsiteY1"/>
                </a:cxn>
                <a:cxn ang="0">
                  <a:pos x="connsiteX2" y="connsiteY2"/>
                </a:cxn>
              </a:cxnLst>
              <a:rect l="l" t="t" r="r" b="b"/>
              <a:pathLst>
                <a:path w="78581" h="152400">
                  <a:moveTo>
                    <a:pt x="0" y="0"/>
                  </a:moveTo>
                  <a:lnTo>
                    <a:pt x="78581" y="78581"/>
                  </a:lnTo>
                  <a:lnTo>
                    <a:pt x="4762" y="152400"/>
                  </a:lnTo>
                </a:path>
              </a:pathLst>
            </a:cu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3" name="组合 42"/>
          <p:cNvGrpSpPr/>
          <p:nvPr/>
        </p:nvGrpSpPr>
        <p:grpSpPr>
          <a:xfrm>
            <a:off x="8789105" y="346839"/>
            <a:ext cx="156623" cy="156623"/>
            <a:chOff x="8845686" y="2493438"/>
            <a:chExt cx="156623" cy="156623"/>
          </a:xfrm>
        </p:grpSpPr>
        <p:sp>
          <p:nvSpPr>
            <p:cNvPr id="44" name="矩形 43"/>
            <p:cNvSpPr/>
            <p:nvPr/>
          </p:nvSpPr>
          <p:spPr>
            <a:xfrm>
              <a:off x="8845686" y="2493438"/>
              <a:ext cx="156623" cy="156623"/>
            </a:xfrm>
            <a:prstGeom prst="rect">
              <a:avLst/>
            </a:prstGeom>
            <a:solidFill>
              <a:srgbClr val="37B0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任意多边形 44"/>
            <p:cNvSpPr/>
            <p:nvPr/>
          </p:nvSpPr>
          <p:spPr>
            <a:xfrm>
              <a:off x="8894513" y="2531868"/>
              <a:ext cx="58967" cy="79764"/>
            </a:xfrm>
            <a:custGeom>
              <a:avLst/>
              <a:gdLst>
                <a:gd name="connsiteX0" fmla="*/ 0 w 78581"/>
                <a:gd name="connsiteY0" fmla="*/ 0 h 152400"/>
                <a:gd name="connsiteX1" fmla="*/ 78581 w 78581"/>
                <a:gd name="connsiteY1" fmla="*/ 78581 h 152400"/>
                <a:gd name="connsiteX2" fmla="*/ 4762 w 78581"/>
                <a:gd name="connsiteY2" fmla="*/ 152400 h 152400"/>
              </a:gdLst>
              <a:ahLst/>
              <a:cxnLst>
                <a:cxn ang="0">
                  <a:pos x="connsiteX0" y="connsiteY0"/>
                </a:cxn>
                <a:cxn ang="0">
                  <a:pos x="connsiteX1" y="connsiteY1"/>
                </a:cxn>
                <a:cxn ang="0">
                  <a:pos x="connsiteX2" y="connsiteY2"/>
                </a:cxn>
              </a:cxnLst>
              <a:rect l="l" t="t" r="r" b="b"/>
              <a:pathLst>
                <a:path w="78581" h="152400">
                  <a:moveTo>
                    <a:pt x="0" y="0"/>
                  </a:moveTo>
                  <a:lnTo>
                    <a:pt x="78581" y="78581"/>
                  </a:lnTo>
                  <a:lnTo>
                    <a:pt x="4762" y="152400"/>
                  </a:lnTo>
                </a:path>
              </a:pathLst>
            </a:cu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6" name="矩形 45">
            <a:hlinkClick r:id="" action="ppaction://hlinkshowjump?jump=previousslide"/>
          </p:cNvPr>
          <p:cNvSpPr/>
          <p:nvPr/>
        </p:nvSpPr>
        <p:spPr>
          <a:xfrm>
            <a:off x="8632479" y="340203"/>
            <a:ext cx="156623" cy="166239"/>
          </a:xfrm>
          <a:prstGeom prst="rect">
            <a:avLst/>
          </a:prstGeom>
          <a:solidFill>
            <a:srgbClr val="37B0E8">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矩形 46">
            <a:hlinkClick r:id="" action="ppaction://hlinkshowjump?jump=nextslide"/>
          </p:cNvPr>
          <p:cNvSpPr/>
          <p:nvPr/>
        </p:nvSpPr>
        <p:spPr>
          <a:xfrm>
            <a:off x="8789102" y="340203"/>
            <a:ext cx="156623" cy="166239"/>
          </a:xfrm>
          <a:prstGeom prst="rect">
            <a:avLst/>
          </a:prstGeom>
          <a:solidFill>
            <a:srgbClr val="37B0E8">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矩形 47"/>
          <p:cNvSpPr/>
          <p:nvPr/>
        </p:nvSpPr>
        <p:spPr>
          <a:xfrm>
            <a:off x="5867400" y="262034"/>
            <a:ext cx="2665040" cy="285078"/>
          </a:xfrm>
          <a:prstGeom prst="rect">
            <a:avLst/>
          </a:prstGeom>
        </p:spPr>
        <p:txBody>
          <a:bodyPr wrap="square" lIns="0" tIns="0" rIns="0" bIns="0" anchor="ctr" anchorCtr="0">
            <a:spAutoFit/>
          </a:bodyPr>
          <a:lstStyle/>
          <a:p>
            <a:pPr algn="r">
              <a:lnSpc>
                <a:spcPct val="150000"/>
              </a:lnSpc>
            </a:pPr>
            <a:r>
              <a:rPr lang="zh-CN" altLang="en-US" sz="1400" b="1" dirty="0">
                <a:solidFill>
                  <a:srgbClr val="354454"/>
                </a:solidFill>
                <a:latin typeface="微软雅黑" pitchFamily="34" charset="-122"/>
                <a:ea typeface="微软雅黑" pitchFamily="34" charset="-122"/>
              </a:rPr>
              <a:t>研究方案可行性说明</a:t>
            </a:r>
          </a:p>
        </p:txBody>
      </p:sp>
      <p:sp>
        <p:nvSpPr>
          <p:cNvPr id="25" name="矩形 24"/>
          <p:cNvSpPr/>
          <p:nvPr/>
        </p:nvSpPr>
        <p:spPr>
          <a:xfrm>
            <a:off x="614945" y="1653245"/>
            <a:ext cx="441146" cy="246221"/>
          </a:xfrm>
          <a:prstGeom prst="rect">
            <a:avLst/>
          </a:prstGeom>
        </p:spPr>
        <p:txBody>
          <a:bodyPr wrap="none">
            <a:spAutoFit/>
          </a:bodyPr>
          <a:lstStyle/>
          <a:p>
            <a:pPr algn="ctr"/>
            <a:r>
              <a:rPr lang="zh-CN" altLang="en-US" sz="1000" dirty="0">
                <a:ln w="6350">
                  <a:noFill/>
                </a:ln>
                <a:solidFill>
                  <a:srgbClr val="586B7F"/>
                </a:solidFill>
                <a:latin typeface="Impact" pitchFamily="34" charset="0"/>
                <a:ea typeface="微软雅黑" pitchFamily="34" charset="-122"/>
              </a:rPr>
              <a:t>绪论</a:t>
            </a:r>
          </a:p>
        </p:txBody>
      </p:sp>
      <p:sp>
        <p:nvSpPr>
          <p:cNvPr id="26" name="矩形 25"/>
          <p:cNvSpPr/>
          <p:nvPr/>
        </p:nvSpPr>
        <p:spPr>
          <a:xfrm>
            <a:off x="422584" y="2036065"/>
            <a:ext cx="825867" cy="246221"/>
          </a:xfrm>
          <a:prstGeom prst="rect">
            <a:avLst/>
          </a:prstGeom>
        </p:spPr>
        <p:txBody>
          <a:bodyPr wrap="none">
            <a:spAutoFit/>
          </a:bodyPr>
          <a:lstStyle/>
          <a:p>
            <a:pPr algn="ctr"/>
            <a:r>
              <a:rPr lang="zh-CN" altLang="en-US" sz="1000" dirty="0">
                <a:ln w="6350">
                  <a:noFill/>
                </a:ln>
                <a:solidFill>
                  <a:schemeClr val="bg1"/>
                </a:solidFill>
                <a:latin typeface="Impact" pitchFamily="34" charset="0"/>
                <a:ea typeface="微软雅黑" pitchFamily="34" charset="-122"/>
              </a:rPr>
              <a:t>思路与方法</a:t>
            </a:r>
          </a:p>
        </p:txBody>
      </p:sp>
      <p:sp>
        <p:nvSpPr>
          <p:cNvPr id="30" name="矩形 29"/>
          <p:cNvSpPr/>
          <p:nvPr/>
        </p:nvSpPr>
        <p:spPr>
          <a:xfrm>
            <a:off x="422585" y="2823369"/>
            <a:ext cx="825867" cy="246221"/>
          </a:xfrm>
          <a:prstGeom prst="rect">
            <a:avLst/>
          </a:prstGeom>
        </p:spPr>
        <p:txBody>
          <a:bodyPr wrap="none">
            <a:spAutoFit/>
          </a:bodyPr>
          <a:lstStyle/>
          <a:p>
            <a:pPr algn="ctr"/>
            <a:r>
              <a:rPr lang="zh-CN" altLang="en-US" sz="1000" dirty="0">
                <a:ln w="6350">
                  <a:noFill/>
                </a:ln>
                <a:solidFill>
                  <a:srgbClr val="586B7F"/>
                </a:solidFill>
                <a:latin typeface="Impact" pitchFamily="34" charset="0"/>
                <a:ea typeface="微软雅黑" pitchFamily="34" charset="-122"/>
              </a:rPr>
              <a:t>成果与应用</a:t>
            </a:r>
          </a:p>
        </p:txBody>
      </p:sp>
      <p:sp>
        <p:nvSpPr>
          <p:cNvPr id="31" name="矩形 30"/>
          <p:cNvSpPr/>
          <p:nvPr/>
        </p:nvSpPr>
        <p:spPr>
          <a:xfrm>
            <a:off x="422585" y="2432846"/>
            <a:ext cx="825867" cy="246221"/>
          </a:xfrm>
          <a:prstGeom prst="rect">
            <a:avLst/>
          </a:prstGeom>
        </p:spPr>
        <p:txBody>
          <a:bodyPr wrap="none">
            <a:spAutoFit/>
          </a:bodyPr>
          <a:lstStyle/>
          <a:p>
            <a:pPr algn="ctr"/>
            <a:r>
              <a:rPr lang="zh-CN" altLang="en-US" sz="1000" dirty="0">
                <a:ln w="6350">
                  <a:noFill/>
                </a:ln>
                <a:solidFill>
                  <a:srgbClr val="586B7F"/>
                </a:solidFill>
                <a:latin typeface="Impact" pitchFamily="34" charset="0"/>
                <a:ea typeface="微软雅黑" pitchFamily="34" charset="-122"/>
              </a:rPr>
              <a:t>技术与难点</a:t>
            </a:r>
          </a:p>
        </p:txBody>
      </p:sp>
      <p:sp>
        <p:nvSpPr>
          <p:cNvPr id="33" name="Freeform 9"/>
          <p:cNvSpPr>
            <a:spLocks noEditPoints="1"/>
          </p:cNvSpPr>
          <p:nvPr/>
        </p:nvSpPr>
        <p:spPr bwMode="auto">
          <a:xfrm>
            <a:off x="83442" y="3272333"/>
            <a:ext cx="231878" cy="151086"/>
          </a:xfrm>
          <a:custGeom>
            <a:avLst/>
            <a:gdLst>
              <a:gd name="T0" fmla="*/ 58 w 215"/>
              <a:gd name="T1" fmla="*/ 83 h 140"/>
              <a:gd name="T2" fmla="*/ 58 w 215"/>
              <a:gd name="T3" fmla="*/ 91 h 140"/>
              <a:gd name="T4" fmla="*/ 161 w 215"/>
              <a:gd name="T5" fmla="*/ 87 h 140"/>
              <a:gd name="T6" fmla="*/ 58 w 215"/>
              <a:gd name="T7" fmla="*/ 73 h 140"/>
              <a:gd name="T8" fmla="*/ 98 w 215"/>
              <a:gd name="T9" fmla="*/ 73 h 140"/>
              <a:gd name="T10" fmla="*/ 102 w 215"/>
              <a:gd name="T11" fmla="*/ 34 h 140"/>
              <a:gd name="T12" fmla="*/ 58 w 215"/>
              <a:gd name="T13" fmla="*/ 30 h 140"/>
              <a:gd name="T14" fmla="*/ 54 w 215"/>
              <a:gd name="T15" fmla="*/ 69 h 140"/>
              <a:gd name="T16" fmla="*/ 63 w 215"/>
              <a:gd name="T17" fmla="*/ 38 h 140"/>
              <a:gd name="T18" fmla="*/ 94 w 215"/>
              <a:gd name="T19" fmla="*/ 38 h 140"/>
              <a:gd name="T20" fmla="*/ 63 w 215"/>
              <a:gd name="T21" fmla="*/ 65 h 140"/>
              <a:gd name="T22" fmla="*/ 27 w 215"/>
              <a:gd name="T23" fmla="*/ 121 h 140"/>
              <a:gd name="T24" fmla="*/ 189 w 215"/>
              <a:gd name="T25" fmla="*/ 121 h 140"/>
              <a:gd name="T26" fmla="*/ 196 w 215"/>
              <a:gd name="T27" fmla="*/ 7 h 140"/>
              <a:gd name="T28" fmla="*/ 27 w 215"/>
              <a:gd name="T29" fmla="*/ 0 h 140"/>
              <a:gd name="T30" fmla="*/ 20 w 215"/>
              <a:gd name="T31" fmla="*/ 114 h 140"/>
              <a:gd name="T32" fmla="*/ 33 w 215"/>
              <a:gd name="T33" fmla="*/ 13 h 140"/>
              <a:gd name="T34" fmla="*/ 182 w 215"/>
              <a:gd name="T35" fmla="*/ 13 h 140"/>
              <a:gd name="T36" fmla="*/ 33 w 215"/>
              <a:gd name="T37" fmla="*/ 107 h 140"/>
              <a:gd name="T38" fmla="*/ 157 w 215"/>
              <a:gd name="T39" fmla="*/ 48 h 140"/>
              <a:gd name="T40" fmla="*/ 111 w 215"/>
              <a:gd name="T41" fmla="*/ 48 h 140"/>
              <a:gd name="T42" fmla="*/ 111 w 215"/>
              <a:gd name="T43" fmla="*/ 56 h 140"/>
              <a:gd name="T44" fmla="*/ 161 w 215"/>
              <a:gd name="T45" fmla="*/ 52 h 140"/>
              <a:gd name="T46" fmla="*/ 157 w 215"/>
              <a:gd name="T47" fmla="*/ 65 h 140"/>
              <a:gd name="T48" fmla="*/ 111 w 215"/>
              <a:gd name="T49" fmla="*/ 65 h 140"/>
              <a:gd name="T50" fmla="*/ 111 w 215"/>
              <a:gd name="T51" fmla="*/ 73 h 140"/>
              <a:gd name="T52" fmla="*/ 161 w 215"/>
              <a:gd name="T53" fmla="*/ 69 h 140"/>
              <a:gd name="T54" fmla="*/ 157 w 215"/>
              <a:gd name="T55" fmla="*/ 30 h 140"/>
              <a:gd name="T56" fmla="*/ 111 w 215"/>
              <a:gd name="T57" fmla="*/ 30 h 140"/>
              <a:gd name="T58" fmla="*/ 111 w 215"/>
              <a:gd name="T59" fmla="*/ 38 h 140"/>
              <a:gd name="T60" fmla="*/ 161 w 215"/>
              <a:gd name="T61" fmla="*/ 34 h 140"/>
              <a:gd name="T62" fmla="*/ 209 w 215"/>
              <a:gd name="T63" fmla="*/ 127 h 140"/>
              <a:gd name="T64" fmla="*/ 7 w 215"/>
              <a:gd name="T65" fmla="*/ 127 h 140"/>
              <a:gd name="T66" fmla="*/ 7 w 215"/>
              <a:gd name="T67" fmla="*/ 140 h 140"/>
              <a:gd name="T68" fmla="*/ 215 w 215"/>
              <a:gd name="T69" fmla="*/ 13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15" h="140">
                <a:moveTo>
                  <a:pt x="157" y="83"/>
                </a:moveTo>
                <a:cubicBezTo>
                  <a:pt x="58" y="83"/>
                  <a:pt x="58" y="83"/>
                  <a:pt x="58" y="83"/>
                </a:cubicBezTo>
                <a:cubicBezTo>
                  <a:pt x="56" y="83"/>
                  <a:pt x="54" y="84"/>
                  <a:pt x="54" y="87"/>
                </a:cubicBezTo>
                <a:cubicBezTo>
                  <a:pt x="54" y="89"/>
                  <a:pt x="56" y="91"/>
                  <a:pt x="58" y="91"/>
                </a:cubicBezTo>
                <a:cubicBezTo>
                  <a:pt x="157" y="91"/>
                  <a:pt x="157" y="91"/>
                  <a:pt x="157" y="91"/>
                </a:cubicBezTo>
                <a:cubicBezTo>
                  <a:pt x="159" y="91"/>
                  <a:pt x="161" y="89"/>
                  <a:pt x="161" y="87"/>
                </a:cubicBezTo>
                <a:cubicBezTo>
                  <a:pt x="161" y="84"/>
                  <a:pt x="159" y="83"/>
                  <a:pt x="157" y="83"/>
                </a:cubicBezTo>
                <a:close/>
                <a:moveTo>
                  <a:pt x="58" y="73"/>
                </a:moveTo>
                <a:cubicBezTo>
                  <a:pt x="58" y="73"/>
                  <a:pt x="58" y="73"/>
                  <a:pt x="58" y="73"/>
                </a:cubicBezTo>
                <a:cubicBezTo>
                  <a:pt x="98" y="73"/>
                  <a:pt x="98" y="73"/>
                  <a:pt x="98" y="73"/>
                </a:cubicBezTo>
                <a:cubicBezTo>
                  <a:pt x="100" y="73"/>
                  <a:pt x="102" y="71"/>
                  <a:pt x="102" y="69"/>
                </a:cubicBezTo>
                <a:cubicBezTo>
                  <a:pt x="102" y="34"/>
                  <a:pt x="102" y="34"/>
                  <a:pt x="102" y="34"/>
                </a:cubicBezTo>
                <a:cubicBezTo>
                  <a:pt x="102" y="32"/>
                  <a:pt x="100" y="30"/>
                  <a:pt x="98" y="30"/>
                </a:cubicBezTo>
                <a:cubicBezTo>
                  <a:pt x="58" y="30"/>
                  <a:pt x="58" y="30"/>
                  <a:pt x="58" y="30"/>
                </a:cubicBezTo>
                <a:cubicBezTo>
                  <a:pt x="56" y="30"/>
                  <a:pt x="54" y="32"/>
                  <a:pt x="54" y="34"/>
                </a:cubicBezTo>
                <a:cubicBezTo>
                  <a:pt x="54" y="69"/>
                  <a:pt x="54" y="69"/>
                  <a:pt x="54" y="69"/>
                </a:cubicBezTo>
                <a:cubicBezTo>
                  <a:pt x="54" y="71"/>
                  <a:pt x="56" y="73"/>
                  <a:pt x="58" y="73"/>
                </a:cubicBezTo>
                <a:close/>
                <a:moveTo>
                  <a:pt x="63" y="38"/>
                </a:moveTo>
                <a:cubicBezTo>
                  <a:pt x="63" y="38"/>
                  <a:pt x="63" y="38"/>
                  <a:pt x="63" y="38"/>
                </a:cubicBezTo>
                <a:cubicBezTo>
                  <a:pt x="94" y="38"/>
                  <a:pt x="94" y="38"/>
                  <a:pt x="94" y="38"/>
                </a:cubicBezTo>
                <a:cubicBezTo>
                  <a:pt x="94" y="65"/>
                  <a:pt x="94" y="65"/>
                  <a:pt x="94" y="65"/>
                </a:cubicBezTo>
                <a:cubicBezTo>
                  <a:pt x="63" y="65"/>
                  <a:pt x="63" y="65"/>
                  <a:pt x="63" y="65"/>
                </a:cubicBezTo>
                <a:cubicBezTo>
                  <a:pt x="63" y="38"/>
                  <a:pt x="63" y="38"/>
                  <a:pt x="63" y="38"/>
                </a:cubicBezTo>
                <a:close/>
                <a:moveTo>
                  <a:pt x="27" y="121"/>
                </a:moveTo>
                <a:cubicBezTo>
                  <a:pt x="27" y="121"/>
                  <a:pt x="27" y="121"/>
                  <a:pt x="27" y="121"/>
                </a:cubicBezTo>
                <a:cubicBezTo>
                  <a:pt x="189" y="121"/>
                  <a:pt x="189" y="121"/>
                  <a:pt x="189" y="121"/>
                </a:cubicBezTo>
                <a:cubicBezTo>
                  <a:pt x="193" y="121"/>
                  <a:pt x="196" y="118"/>
                  <a:pt x="196" y="114"/>
                </a:cubicBezTo>
                <a:cubicBezTo>
                  <a:pt x="196" y="7"/>
                  <a:pt x="196" y="7"/>
                  <a:pt x="196" y="7"/>
                </a:cubicBezTo>
                <a:cubicBezTo>
                  <a:pt x="196" y="3"/>
                  <a:pt x="193" y="0"/>
                  <a:pt x="189" y="0"/>
                </a:cubicBezTo>
                <a:cubicBezTo>
                  <a:pt x="27" y="0"/>
                  <a:pt x="27" y="0"/>
                  <a:pt x="27" y="0"/>
                </a:cubicBezTo>
                <a:cubicBezTo>
                  <a:pt x="23" y="0"/>
                  <a:pt x="20" y="3"/>
                  <a:pt x="20" y="7"/>
                </a:cubicBezTo>
                <a:cubicBezTo>
                  <a:pt x="20" y="114"/>
                  <a:pt x="20" y="114"/>
                  <a:pt x="20" y="114"/>
                </a:cubicBezTo>
                <a:cubicBezTo>
                  <a:pt x="20" y="118"/>
                  <a:pt x="23" y="121"/>
                  <a:pt x="27" y="121"/>
                </a:cubicBezTo>
                <a:close/>
                <a:moveTo>
                  <a:pt x="33" y="13"/>
                </a:moveTo>
                <a:cubicBezTo>
                  <a:pt x="33" y="13"/>
                  <a:pt x="33" y="13"/>
                  <a:pt x="33" y="13"/>
                </a:cubicBezTo>
                <a:cubicBezTo>
                  <a:pt x="182" y="13"/>
                  <a:pt x="182" y="13"/>
                  <a:pt x="182" y="13"/>
                </a:cubicBezTo>
                <a:cubicBezTo>
                  <a:pt x="182" y="107"/>
                  <a:pt x="182" y="107"/>
                  <a:pt x="182" y="107"/>
                </a:cubicBezTo>
                <a:cubicBezTo>
                  <a:pt x="33" y="107"/>
                  <a:pt x="33" y="107"/>
                  <a:pt x="33" y="107"/>
                </a:cubicBezTo>
                <a:cubicBezTo>
                  <a:pt x="33" y="13"/>
                  <a:pt x="33" y="13"/>
                  <a:pt x="33" y="13"/>
                </a:cubicBezTo>
                <a:close/>
                <a:moveTo>
                  <a:pt x="157" y="48"/>
                </a:moveTo>
                <a:cubicBezTo>
                  <a:pt x="157" y="48"/>
                  <a:pt x="157" y="48"/>
                  <a:pt x="157" y="48"/>
                </a:cubicBezTo>
                <a:cubicBezTo>
                  <a:pt x="111" y="48"/>
                  <a:pt x="111" y="48"/>
                  <a:pt x="111" y="48"/>
                </a:cubicBezTo>
                <a:cubicBezTo>
                  <a:pt x="108" y="48"/>
                  <a:pt x="107" y="49"/>
                  <a:pt x="107" y="52"/>
                </a:cubicBezTo>
                <a:cubicBezTo>
                  <a:pt x="107" y="54"/>
                  <a:pt x="108" y="56"/>
                  <a:pt x="111" y="56"/>
                </a:cubicBezTo>
                <a:cubicBezTo>
                  <a:pt x="157" y="56"/>
                  <a:pt x="157" y="56"/>
                  <a:pt x="157" y="56"/>
                </a:cubicBezTo>
                <a:cubicBezTo>
                  <a:pt x="159" y="56"/>
                  <a:pt x="161" y="54"/>
                  <a:pt x="161" y="52"/>
                </a:cubicBezTo>
                <a:cubicBezTo>
                  <a:pt x="161" y="49"/>
                  <a:pt x="159" y="48"/>
                  <a:pt x="157" y="48"/>
                </a:cubicBezTo>
                <a:close/>
                <a:moveTo>
                  <a:pt x="157" y="65"/>
                </a:moveTo>
                <a:cubicBezTo>
                  <a:pt x="157" y="65"/>
                  <a:pt x="157" y="65"/>
                  <a:pt x="157" y="65"/>
                </a:cubicBezTo>
                <a:cubicBezTo>
                  <a:pt x="111" y="65"/>
                  <a:pt x="111" y="65"/>
                  <a:pt x="111" y="65"/>
                </a:cubicBezTo>
                <a:cubicBezTo>
                  <a:pt x="108" y="65"/>
                  <a:pt x="107" y="67"/>
                  <a:pt x="107" y="69"/>
                </a:cubicBezTo>
                <a:cubicBezTo>
                  <a:pt x="107" y="71"/>
                  <a:pt x="108" y="73"/>
                  <a:pt x="111" y="73"/>
                </a:cubicBezTo>
                <a:cubicBezTo>
                  <a:pt x="157" y="73"/>
                  <a:pt x="157" y="73"/>
                  <a:pt x="157" y="73"/>
                </a:cubicBezTo>
                <a:cubicBezTo>
                  <a:pt x="159" y="73"/>
                  <a:pt x="161" y="71"/>
                  <a:pt x="161" y="69"/>
                </a:cubicBezTo>
                <a:cubicBezTo>
                  <a:pt x="161" y="67"/>
                  <a:pt x="159" y="65"/>
                  <a:pt x="157" y="65"/>
                </a:cubicBezTo>
                <a:close/>
                <a:moveTo>
                  <a:pt x="157" y="30"/>
                </a:moveTo>
                <a:cubicBezTo>
                  <a:pt x="157" y="30"/>
                  <a:pt x="157" y="30"/>
                  <a:pt x="157" y="30"/>
                </a:cubicBezTo>
                <a:cubicBezTo>
                  <a:pt x="111" y="30"/>
                  <a:pt x="111" y="30"/>
                  <a:pt x="111" y="30"/>
                </a:cubicBezTo>
                <a:cubicBezTo>
                  <a:pt x="108" y="30"/>
                  <a:pt x="107" y="32"/>
                  <a:pt x="107" y="34"/>
                </a:cubicBezTo>
                <a:cubicBezTo>
                  <a:pt x="107" y="37"/>
                  <a:pt x="108" y="38"/>
                  <a:pt x="111" y="38"/>
                </a:cubicBezTo>
                <a:cubicBezTo>
                  <a:pt x="157" y="38"/>
                  <a:pt x="157" y="38"/>
                  <a:pt x="157" y="38"/>
                </a:cubicBezTo>
                <a:cubicBezTo>
                  <a:pt x="159" y="38"/>
                  <a:pt x="161" y="37"/>
                  <a:pt x="161" y="34"/>
                </a:cubicBezTo>
                <a:cubicBezTo>
                  <a:pt x="161" y="32"/>
                  <a:pt x="159" y="30"/>
                  <a:pt x="157" y="30"/>
                </a:cubicBezTo>
                <a:close/>
                <a:moveTo>
                  <a:pt x="209" y="127"/>
                </a:moveTo>
                <a:cubicBezTo>
                  <a:pt x="209" y="127"/>
                  <a:pt x="209" y="127"/>
                  <a:pt x="209" y="127"/>
                </a:cubicBezTo>
                <a:cubicBezTo>
                  <a:pt x="7" y="127"/>
                  <a:pt x="7" y="127"/>
                  <a:pt x="7" y="127"/>
                </a:cubicBezTo>
                <a:cubicBezTo>
                  <a:pt x="3" y="127"/>
                  <a:pt x="0" y="130"/>
                  <a:pt x="0" y="134"/>
                </a:cubicBezTo>
                <a:cubicBezTo>
                  <a:pt x="0" y="137"/>
                  <a:pt x="3" y="140"/>
                  <a:pt x="7" y="140"/>
                </a:cubicBezTo>
                <a:cubicBezTo>
                  <a:pt x="209" y="140"/>
                  <a:pt x="209" y="140"/>
                  <a:pt x="209" y="140"/>
                </a:cubicBezTo>
                <a:cubicBezTo>
                  <a:pt x="212" y="140"/>
                  <a:pt x="215" y="137"/>
                  <a:pt x="215" y="134"/>
                </a:cubicBezTo>
                <a:cubicBezTo>
                  <a:pt x="215" y="130"/>
                  <a:pt x="212" y="127"/>
                  <a:pt x="209" y="127"/>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34" name="矩形 33"/>
          <p:cNvSpPr/>
          <p:nvPr/>
        </p:nvSpPr>
        <p:spPr>
          <a:xfrm>
            <a:off x="422585" y="3224765"/>
            <a:ext cx="825867" cy="246221"/>
          </a:xfrm>
          <a:prstGeom prst="rect">
            <a:avLst/>
          </a:prstGeom>
        </p:spPr>
        <p:txBody>
          <a:bodyPr wrap="none">
            <a:spAutoFit/>
          </a:bodyPr>
          <a:lstStyle/>
          <a:p>
            <a:pPr algn="ctr"/>
            <a:r>
              <a:rPr lang="zh-CN" altLang="en-US" sz="1000" dirty="0">
                <a:ln w="6350">
                  <a:noFill/>
                </a:ln>
                <a:solidFill>
                  <a:srgbClr val="586B7F"/>
                </a:solidFill>
                <a:latin typeface="Impact" pitchFamily="34" charset="0"/>
                <a:ea typeface="微软雅黑" pitchFamily="34" charset="-122"/>
              </a:rPr>
              <a:t>建议与总结</a:t>
            </a:r>
          </a:p>
        </p:txBody>
      </p:sp>
      <p:grpSp>
        <p:nvGrpSpPr>
          <p:cNvPr id="55" name="Group 5"/>
          <p:cNvGrpSpPr/>
          <p:nvPr/>
        </p:nvGrpSpPr>
        <p:grpSpPr bwMode="auto">
          <a:xfrm>
            <a:off x="5965841" y="2472647"/>
            <a:ext cx="1014412" cy="1655763"/>
            <a:chOff x="3333" y="1602"/>
            <a:chExt cx="639" cy="1043"/>
          </a:xfrm>
          <a:solidFill>
            <a:srgbClr val="061926"/>
          </a:solidFill>
        </p:grpSpPr>
        <p:sp>
          <p:nvSpPr>
            <p:cNvPr id="56" name="Freeform 6"/>
            <p:cNvSpPr/>
            <p:nvPr/>
          </p:nvSpPr>
          <p:spPr bwMode="auto">
            <a:xfrm>
              <a:off x="3333" y="1707"/>
              <a:ext cx="639" cy="938"/>
            </a:xfrm>
            <a:custGeom>
              <a:avLst/>
              <a:gdLst>
                <a:gd name="T0" fmla="*/ 189 w 194"/>
                <a:gd name="T1" fmla="*/ 8 h 285"/>
                <a:gd name="T2" fmla="*/ 137 w 194"/>
                <a:gd name="T3" fmla="*/ 0 h 285"/>
                <a:gd name="T4" fmla="*/ 133 w 194"/>
                <a:gd name="T5" fmla="*/ 1 h 285"/>
                <a:gd name="T6" fmla="*/ 149 w 194"/>
                <a:gd name="T7" fmla="*/ 22 h 285"/>
                <a:gd name="T8" fmla="*/ 86 w 194"/>
                <a:gd name="T9" fmla="*/ 68 h 285"/>
                <a:gd name="T10" fmla="*/ 68 w 194"/>
                <a:gd name="T11" fmla="*/ 68 h 285"/>
                <a:gd name="T12" fmla="*/ 52 w 194"/>
                <a:gd name="T13" fmla="*/ 85 h 285"/>
                <a:gd name="T14" fmla="*/ 35 w 194"/>
                <a:gd name="T15" fmla="*/ 68 h 285"/>
                <a:gd name="T16" fmla="*/ 16 w 194"/>
                <a:gd name="T17" fmla="*/ 68 h 285"/>
                <a:gd name="T18" fmla="*/ 0 w 194"/>
                <a:gd name="T19" fmla="*/ 76 h 285"/>
                <a:gd name="T20" fmla="*/ 0 w 194"/>
                <a:gd name="T21" fmla="*/ 173 h 285"/>
                <a:gd name="T22" fmla="*/ 6 w 194"/>
                <a:gd name="T23" fmla="*/ 186 h 285"/>
                <a:gd name="T24" fmla="*/ 17 w 194"/>
                <a:gd name="T25" fmla="*/ 186 h 285"/>
                <a:gd name="T26" fmla="*/ 17 w 194"/>
                <a:gd name="T27" fmla="*/ 271 h 285"/>
                <a:gd name="T28" fmla="*/ 38 w 194"/>
                <a:gd name="T29" fmla="*/ 285 h 285"/>
                <a:gd name="T30" fmla="*/ 52 w 194"/>
                <a:gd name="T31" fmla="*/ 273 h 285"/>
                <a:gd name="T32" fmla="*/ 69 w 194"/>
                <a:gd name="T33" fmla="*/ 284 h 285"/>
                <a:gd name="T34" fmla="*/ 87 w 194"/>
                <a:gd name="T35" fmla="*/ 274 h 285"/>
                <a:gd name="T36" fmla="*/ 87 w 194"/>
                <a:gd name="T37" fmla="*/ 220 h 285"/>
                <a:gd name="T38" fmla="*/ 87 w 194"/>
                <a:gd name="T39" fmla="*/ 185 h 285"/>
                <a:gd name="T40" fmla="*/ 87 w 194"/>
                <a:gd name="T41" fmla="*/ 106 h 285"/>
                <a:gd name="T42" fmla="*/ 167 w 194"/>
                <a:gd name="T43" fmla="*/ 47 h 285"/>
                <a:gd name="T44" fmla="*/ 183 w 194"/>
                <a:gd name="T45" fmla="*/ 69 h 285"/>
                <a:gd name="T46" fmla="*/ 186 w 194"/>
                <a:gd name="T47" fmla="*/ 65 h 285"/>
                <a:gd name="T48" fmla="*/ 194 w 194"/>
                <a:gd name="T49" fmla="*/ 14 h 285"/>
                <a:gd name="T50" fmla="*/ 189 w 194"/>
                <a:gd name="T51" fmla="*/ 8 h 2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94" h="285">
                  <a:moveTo>
                    <a:pt x="189" y="8"/>
                  </a:moveTo>
                  <a:cubicBezTo>
                    <a:pt x="137" y="0"/>
                    <a:pt x="137" y="0"/>
                    <a:pt x="137" y="0"/>
                  </a:cubicBezTo>
                  <a:cubicBezTo>
                    <a:pt x="136" y="0"/>
                    <a:pt x="134" y="0"/>
                    <a:pt x="133" y="1"/>
                  </a:cubicBezTo>
                  <a:cubicBezTo>
                    <a:pt x="149" y="22"/>
                    <a:pt x="149" y="22"/>
                    <a:pt x="149" y="22"/>
                  </a:cubicBezTo>
                  <a:cubicBezTo>
                    <a:pt x="86" y="68"/>
                    <a:pt x="86" y="68"/>
                    <a:pt x="86" y="68"/>
                  </a:cubicBezTo>
                  <a:cubicBezTo>
                    <a:pt x="77" y="68"/>
                    <a:pt x="68" y="68"/>
                    <a:pt x="68" y="68"/>
                  </a:cubicBezTo>
                  <a:cubicBezTo>
                    <a:pt x="52" y="85"/>
                    <a:pt x="52" y="85"/>
                    <a:pt x="52" y="85"/>
                  </a:cubicBezTo>
                  <a:cubicBezTo>
                    <a:pt x="35" y="68"/>
                    <a:pt x="35" y="68"/>
                    <a:pt x="35" y="68"/>
                  </a:cubicBezTo>
                  <a:cubicBezTo>
                    <a:pt x="35" y="68"/>
                    <a:pt x="26" y="68"/>
                    <a:pt x="16" y="68"/>
                  </a:cubicBezTo>
                  <a:cubicBezTo>
                    <a:pt x="5" y="68"/>
                    <a:pt x="0" y="67"/>
                    <a:pt x="0" y="76"/>
                  </a:cubicBezTo>
                  <a:cubicBezTo>
                    <a:pt x="0" y="85"/>
                    <a:pt x="0" y="166"/>
                    <a:pt x="0" y="173"/>
                  </a:cubicBezTo>
                  <a:cubicBezTo>
                    <a:pt x="0" y="183"/>
                    <a:pt x="0" y="186"/>
                    <a:pt x="6" y="186"/>
                  </a:cubicBezTo>
                  <a:cubicBezTo>
                    <a:pt x="10" y="186"/>
                    <a:pt x="17" y="186"/>
                    <a:pt x="17" y="186"/>
                  </a:cubicBezTo>
                  <a:cubicBezTo>
                    <a:pt x="17" y="186"/>
                    <a:pt x="17" y="262"/>
                    <a:pt x="17" y="271"/>
                  </a:cubicBezTo>
                  <a:cubicBezTo>
                    <a:pt x="17" y="282"/>
                    <a:pt x="19" y="285"/>
                    <a:pt x="38" y="285"/>
                  </a:cubicBezTo>
                  <a:cubicBezTo>
                    <a:pt x="50" y="285"/>
                    <a:pt x="52" y="277"/>
                    <a:pt x="52" y="273"/>
                  </a:cubicBezTo>
                  <a:cubicBezTo>
                    <a:pt x="53" y="283"/>
                    <a:pt x="57" y="284"/>
                    <a:pt x="69" y="284"/>
                  </a:cubicBezTo>
                  <a:cubicBezTo>
                    <a:pt x="80" y="284"/>
                    <a:pt x="87" y="285"/>
                    <a:pt x="87" y="274"/>
                  </a:cubicBezTo>
                  <a:cubicBezTo>
                    <a:pt x="87" y="267"/>
                    <a:pt x="87" y="242"/>
                    <a:pt x="87" y="220"/>
                  </a:cubicBezTo>
                  <a:cubicBezTo>
                    <a:pt x="87" y="201"/>
                    <a:pt x="87" y="185"/>
                    <a:pt x="87" y="185"/>
                  </a:cubicBezTo>
                  <a:cubicBezTo>
                    <a:pt x="87" y="106"/>
                    <a:pt x="87" y="106"/>
                    <a:pt x="87" y="106"/>
                  </a:cubicBezTo>
                  <a:cubicBezTo>
                    <a:pt x="167" y="47"/>
                    <a:pt x="167" y="47"/>
                    <a:pt x="167" y="47"/>
                  </a:cubicBezTo>
                  <a:cubicBezTo>
                    <a:pt x="183" y="69"/>
                    <a:pt x="183" y="69"/>
                    <a:pt x="183" y="69"/>
                  </a:cubicBezTo>
                  <a:cubicBezTo>
                    <a:pt x="185" y="68"/>
                    <a:pt x="186" y="67"/>
                    <a:pt x="186" y="65"/>
                  </a:cubicBezTo>
                  <a:cubicBezTo>
                    <a:pt x="194" y="14"/>
                    <a:pt x="194" y="14"/>
                    <a:pt x="194" y="14"/>
                  </a:cubicBezTo>
                  <a:cubicBezTo>
                    <a:pt x="194" y="11"/>
                    <a:pt x="192" y="8"/>
                    <a:pt x="189" y="8"/>
                  </a:cubicBezTo>
                  <a:close/>
                </a:path>
              </a:pathLst>
            </a:custGeom>
            <a:solidFill>
              <a:schemeClr val="bg1"/>
            </a:solidFill>
            <a:ln w="12700" cap="flat">
              <a:solidFill>
                <a:schemeClr val="bg1">
                  <a:lumMod val="85000"/>
                </a:schemeClr>
              </a:solidFill>
              <a:prstDash val="solid"/>
              <a:miter lim="800000"/>
            </a:ln>
          </p:spPr>
          <p:txBody>
            <a:bodyPr/>
            <a:lstStyle/>
            <a:p>
              <a:endParaRPr lang="zh-CN" altLang="en-US">
                <a:solidFill>
                  <a:schemeClr val="bg1">
                    <a:lumMod val="50000"/>
                  </a:schemeClr>
                </a:solidFill>
              </a:endParaRPr>
            </a:p>
          </p:txBody>
        </p:sp>
        <p:sp>
          <p:nvSpPr>
            <p:cNvPr id="57" name="Oval 7"/>
            <p:cNvSpPr>
              <a:spLocks noChangeArrowheads="1"/>
            </p:cNvSpPr>
            <p:nvPr/>
          </p:nvSpPr>
          <p:spPr bwMode="auto">
            <a:xfrm>
              <a:off x="3350" y="1602"/>
              <a:ext cx="310" cy="306"/>
            </a:xfrm>
            <a:prstGeom prst="ellipse">
              <a:avLst/>
            </a:prstGeom>
            <a:solidFill>
              <a:schemeClr val="bg1"/>
            </a:solidFill>
            <a:ln w="12700">
              <a:solidFill>
                <a:schemeClr val="bg1">
                  <a:lumMod val="85000"/>
                </a:schemeClr>
              </a:solidFill>
              <a:miter lim="800000"/>
            </a:ln>
          </p:spPr>
          <p:txBody>
            <a:bodyPr/>
            <a:lstStyle/>
            <a:p>
              <a:endParaRPr lang="zh-CN" altLang="en-US">
                <a:solidFill>
                  <a:schemeClr val="bg1">
                    <a:lumMod val="50000"/>
                  </a:schemeClr>
                </a:solidFill>
              </a:endParaRPr>
            </a:p>
          </p:txBody>
        </p:sp>
      </p:grpSp>
      <p:grpSp>
        <p:nvGrpSpPr>
          <p:cNvPr id="58" name="Group 8"/>
          <p:cNvGrpSpPr/>
          <p:nvPr/>
        </p:nvGrpSpPr>
        <p:grpSpPr bwMode="auto">
          <a:xfrm>
            <a:off x="3438538" y="2472647"/>
            <a:ext cx="1014413" cy="1655763"/>
            <a:chOff x="1756" y="1602"/>
            <a:chExt cx="639" cy="1043"/>
          </a:xfrm>
          <a:solidFill>
            <a:srgbClr val="061926"/>
          </a:solidFill>
        </p:grpSpPr>
        <p:sp>
          <p:nvSpPr>
            <p:cNvPr id="59" name="Freeform 9"/>
            <p:cNvSpPr/>
            <p:nvPr/>
          </p:nvSpPr>
          <p:spPr bwMode="auto">
            <a:xfrm>
              <a:off x="1756" y="1707"/>
              <a:ext cx="639" cy="938"/>
            </a:xfrm>
            <a:custGeom>
              <a:avLst/>
              <a:gdLst>
                <a:gd name="T0" fmla="*/ 5 w 194"/>
                <a:gd name="T1" fmla="*/ 8 h 285"/>
                <a:gd name="T2" fmla="*/ 57 w 194"/>
                <a:gd name="T3" fmla="*/ 0 h 285"/>
                <a:gd name="T4" fmla="*/ 61 w 194"/>
                <a:gd name="T5" fmla="*/ 1 h 285"/>
                <a:gd name="T6" fmla="*/ 46 w 194"/>
                <a:gd name="T7" fmla="*/ 22 h 285"/>
                <a:gd name="T8" fmla="*/ 108 w 194"/>
                <a:gd name="T9" fmla="*/ 68 h 285"/>
                <a:gd name="T10" fmla="*/ 126 w 194"/>
                <a:gd name="T11" fmla="*/ 68 h 285"/>
                <a:gd name="T12" fmla="*/ 142 w 194"/>
                <a:gd name="T13" fmla="*/ 85 h 285"/>
                <a:gd name="T14" fmla="*/ 159 w 194"/>
                <a:gd name="T15" fmla="*/ 68 h 285"/>
                <a:gd name="T16" fmla="*/ 179 w 194"/>
                <a:gd name="T17" fmla="*/ 68 h 285"/>
                <a:gd name="T18" fmla="*/ 194 w 194"/>
                <a:gd name="T19" fmla="*/ 76 h 285"/>
                <a:gd name="T20" fmla="*/ 194 w 194"/>
                <a:gd name="T21" fmla="*/ 173 h 285"/>
                <a:gd name="T22" fmla="*/ 189 w 194"/>
                <a:gd name="T23" fmla="*/ 186 h 285"/>
                <a:gd name="T24" fmla="*/ 177 w 194"/>
                <a:gd name="T25" fmla="*/ 186 h 285"/>
                <a:gd name="T26" fmla="*/ 177 w 194"/>
                <a:gd name="T27" fmla="*/ 271 h 285"/>
                <a:gd name="T28" fmla="*/ 156 w 194"/>
                <a:gd name="T29" fmla="*/ 285 h 285"/>
                <a:gd name="T30" fmla="*/ 142 w 194"/>
                <a:gd name="T31" fmla="*/ 273 h 285"/>
                <a:gd name="T32" fmla="*/ 125 w 194"/>
                <a:gd name="T33" fmla="*/ 284 h 285"/>
                <a:gd name="T34" fmla="*/ 108 w 194"/>
                <a:gd name="T35" fmla="*/ 274 h 285"/>
                <a:gd name="T36" fmla="*/ 108 w 194"/>
                <a:gd name="T37" fmla="*/ 220 h 285"/>
                <a:gd name="T38" fmla="*/ 108 w 194"/>
                <a:gd name="T39" fmla="*/ 185 h 285"/>
                <a:gd name="T40" fmla="*/ 108 w 194"/>
                <a:gd name="T41" fmla="*/ 106 h 285"/>
                <a:gd name="T42" fmla="*/ 27 w 194"/>
                <a:gd name="T43" fmla="*/ 47 h 285"/>
                <a:gd name="T44" fmla="*/ 11 w 194"/>
                <a:gd name="T45" fmla="*/ 69 h 285"/>
                <a:gd name="T46" fmla="*/ 8 w 194"/>
                <a:gd name="T47" fmla="*/ 65 h 285"/>
                <a:gd name="T48" fmla="*/ 1 w 194"/>
                <a:gd name="T49" fmla="*/ 14 h 285"/>
                <a:gd name="T50" fmla="*/ 5 w 194"/>
                <a:gd name="T51" fmla="*/ 8 h 2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94" h="285">
                  <a:moveTo>
                    <a:pt x="5" y="8"/>
                  </a:moveTo>
                  <a:cubicBezTo>
                    <a:pt x="57" y="0"/>
                    <a:pt x="57" y="0"/>
                    <a:pt x="57" y="0"/>
                  </a:cubicBezTo>
                  <a:cubicBezTo>
                    <a:pt x="59" y="0"/>
                    <a:pt x="60" y="0"/>
                    <a:pt x="61" y="1"/>
                  </a:cubicBezTo>
                  <a:cubicBezTo>
                    <a:pt x="46" y="22"/>
                    <a:pt x="46" y="22"/>
                    <a:pt x="46" y="22"/>
                  </a:cubicBezTo>
                  <a:cubicBezTo>
                    <a:pt x="108" y="68"/>
                    <a:pt x="108" y="68"/>
                    <a:pt x="108" y="68"/>
                  </a:cubicBezTo>
                  <a:cubicBezTo>
                    <a:pt x="117" y="68"/>
                    <a:pt x="126" y="68"/>
                    <a:pt x="126" y="68"/>
                  </a:cubicBezTo>
                  <a:cubicBezTo>
                    <a:pt x="142" y="85"/>
                    <a:pt x="142" y="85"/>
                    <a:pt x="142" y="85"/>
                  </a:cubicBezTo>
                  <a:cubicBezTo>
                    <a:pt x="159" y="68"/>
                    <a:pt x="159" y="68"/>
                    <a:pt x="159" y="68"/>
                  </a:cubicBezTo>
                  <a:cubicBezTo>
                    <a:pt x="159" y="68"/>
                    <a:pt x="169" y="68"/>
                    <a:pt x="179" y="68"/>
                  </a:cubicBezTo>
                  <a:cubicBezTo>
                    <a:pt x="189" y="68"/>
                    <a:pt x="194" y="67"/>
                    <a:pt x="194" y="76"/>
                  </a:cubicBezTo>
                  <a:cubicBezTo>
                    <a:pt x="194" y="85"/>
                    <a:pt x="194" y="166"/>
                    <a:pt x="194" y="173"/>
                  </a:cubicBezTo>
                  <a:cubicBezTo>
                    <a:pt x="194" y="183"/>
                    <a:pt x="194" y="186"/>
                    <a:pt x="189" y="186"/>
                  </a:cubicBezTo>
                  <a:cubicBezTo>
                    <a:pt x="185" y="186"/>
                    <a:pt x="177" y="186"/>
                    <a:pt x="177" y="186"/>
                  </a:cubicBezTo>
                  <a:cubicBezTo>
                    <a:pt x="177" y="186"/>
                    <a:pt x="177" y="262"/>
                    <a:pt x="177" y="271"/>
                  </a:cubicBezTo>
                  <a:cubicBezTo>
                    <a:pt x="177" y="282"/>
                    <a:pt x="175" y="285"/>
                    <a:pt x="156" y="285"/>
                  </a:cubicBezTo>
                  <a:cubicBezTo>
                    <a:pt x="145" y="285"/>
                    <a:pt x="143" y="277"/>
                    <a:pt x="142" y="273"/>
                  </a:cubicBezTo>
                  <a:cubicBezTo>
                    <a:pt x="142" y="283"/>
                    <a:pt x="137" y="284"/>
                    <a:pt x="125" y="284"/>
                  </a:cubicBezTo>
                  <a:cubicBezTo>
                    <a:pt x="115" y="284"/>
                    <a:pt x="108" y="285"/>
                    <a:pt x="108" y="274"/>
                  </a:cubicBezTo>
                  <a:cubicBezTo>
                    <a:pt x="108" y="267"/>
                    <a:pt x="108" y="242"/>
                    <a:pt x="108" y="220"/>
                  </a:cubicBezTo>
                  <a:cubicBezTo>
                    <a:pt x="108" y="201"/>
                    <a:pt x="108" y="185"/>
                    <a:pt x="108" y="185"/>
                  </a:cubicBezTo>
                  <a:cubicBezTo>
                    <a:pt x="108" y="106"/>
                    <a:pt x="108" y="106"/>
                    <a:pt x="108" y="106"/>
                  </a:cubicBezTo>
                  <a:cubicBezTo>
                    <a:pt x="27" y="47"/>
                    <a:pt x="27" y="47"/>
                    <a:pt x="27" y="47"/>
                  </a:cubicBezTo>
                  <a:cubicBezTo>
                    <a:pt x="11" y="69"/>
                    <a:pt x="11" y="69"/>
                    <a:pt x="11" y="69"/>
                  </a:cubicBezTo>
                  <a:cubicBezTo>
                    <a:pt x="10" y="68"/>
                    <a:pt x="9" y="67"/>
                    <a:pt x="8" y="65"/>
                  </a:cubicBezTo>
                  <a:cubicBezTo>
                    <a:pt x="1" y="14"/>
                    <a:pt x="1" y="14"/>
                    <a:pt x="1" y="14"/>
                  </a:cubicBezTo>
                  <a:cubicBezTo>
                    <a:pt x="0" y="11"/>
                    <a:pt x="2" y="8"/>
                    <a:pt x="5" y="8"/>
                  </a:cubicBezTo>
                  <a:close/>
                </a:path>
              </a:pathLst>
            </a:custGeom>
            <a:solidFill>
              <a:schemeClr val="bg1"/>
            </a:solidFill>
            <a:ln w="12700" cap="flat">
              <a:solidFill>
                <a:schemeClr val="bg1">
                  <a:lumMod val="85000"/>
                </a:schemeClr>
              </a:solidFill>
              <a:prstDash val="solid"/>
              <a:miter lim="800000"/>
            </a:ln>
          </p:spPr>
          <p:txBody>
            <a:bodyPr/>
            <a:lstStyle/>
            <a:p>
              <a:endParaRPr lang="zh-CN" altLang="en-US">
                <a:solidFill>
                  <a:schemeClr val="bg1">
                    <a:lumMod val="50000"/>
                  </a:schemeClr>
                </a:solidFill>
              </a:endParaRPr>
            </a:p>
          </p:txBody>
        </p:sp>
        <p:sp>
          <p:nvSpPr>
            <p:cNvPr id="60" name="Oval 10"/>
            <p:cNvSpPr>
              <a:spLocks noChangeArrowheads="1"/>
            </p:cNvSpPr>
            <p:nvPr/>
          </p:nvSpPr>
          <p:spPr bwMode="auto">
            <a:xfrm>
              <a:off x="2072" y="1602"/>
              <a:ext cx="306" cy="306"/>
            </a:xfrm>
            <a:prstGeom prst="ellipse">
              <a:avLst/>
            </a:prstGeom>
            <a:solidFill>
              <a:schemeClr val="bg1"/>
            </a:solidFill>
            <a:ln w="12700">
              <a:solidFill>
                <a:schemeClr val="bg1">
                  <a:lumMod val="85000"/>
                </a:schemeClr>
              </a:solidFill>
              <a:miter lim="800000"/>
            </a:ln>
          </p:spPr>
          <p:txBody>
            <a:bodyPr/>
            <a:lstStyle/>
            <a:p>
              <a:endParaRPr lang="zh-CN" altLang="en-US">
                <a:solidFill>
                  <a:schemeClr val="bg1">
                    <a:lumMod val="50000"/>
                  </a:schemeClr>
                </a:solidFill>
              </a:endParaRPr>
            </a:p>
          </p:txBody>
        </p:sp>
      </p:grpSp>
      <p:grpSp>
        <p:nvGrpSpPr>
          <p:cNvPr id="61" name="Group 11"/>
          <p:cNvGrpSpPr/>
          <p:nvPr/>
        </p:nvGrpSpPr>
        <p:grpSpPr bwMode="auto">
          <a:xfrm>
            <a:off x="3856051" y="2602822"/>
            <a:ext cx="1073150" cy="1698625"/>
            <a:chOff x="2019" y="1684"/>
            <a:chExt cx="676" cy="1070"/>
          </a:xfrm>
          <a:solidFill>
            <a:srgbClr val="061926"/>
          </a:solidFill>
        </p:grpSpPr>
        <p:sp>
          <p:nvSpPr>
            <p:cNvPr id="62" name="Oval 12"/>
            <p:cNvSpPr>
              <a:spLocks noChangeArrowheads="1"/>
            </p:cNvSpPr>
            <p:nvPr/>
          </p:nvSpPr>
          <p:spPr bwMode="auto">
            <a:xfrm>
              <a:off x="2362" y="1684"/>
              <a:ext cx="313" cy="316"/>
            </a:xfrm>
            <a:prstGeom prst="ellipse">
              <a:avLst/>
            </a:prstGeom>
            <a:solidFill>
              <a:schemeClr val="bg1"/>
            </a:solidFill>
            <a:ln w="12700">
              <a:solidFill>
                <a:schemeClr val="bg1">
                  <a:lumMod val="85000"/>
                </a:schemeClr>
              </a:solidFill>
              <a:miter lim="800000"/>
            </a:ln>
          </p:spPr>
          <p:txBody>
            <a:bodyPr/>
            <a:lstStyle/>
            <a:p>
              <a:endParaRPr lang="zh-CN" altLang="en-US">
                <a:solidFill>
                  <a:schemeClr val="bg1">
                    <a:lumMod val="50000"/>
                  </a:schemeClr>
                </a:solidFill>
              </a:endParaRPr>
            </a:p>
          </p:txBody>
        </p:sp>
        <p:sp>
          <p:nvSpPr>
            <p:cNvPr id="63" name="Freeform 13"/>
            <p:cNvSpPr/>
            <p:nvPr/>
          </p:nvSpPr>
          <p:spPr bwMode="auto">
            <a:xfrm>
              <a:off x="2019" y="1934"/>
              <a:ext cx="676" cy="820"/>
            </a:xfrm>
            <a:custGeom>
              <a:avLst/>
              <a:gdLst>
                <a:gd name="T0" fmla="*/ 2 w 205"/>
                <a:gd name="T1" fmla="*/ 40 h 249"/>
                <a:gd name="T2" fmla="*/ 41 w 205"/>
                <a:gd name="T3" fmla="*/ 2 h 249"/>
                <a:gd name="T4" fmla="*/ 44 w 205"/>
                <a:gd name="T5" fmla="*/ 0 h 249"/>
                <a:gd name="T6" fmla="*/ 44 w 205"/>
                <a:gd name="T7" fmla="*/ 27 h 249"/>
                <a:gd name="T8" fmla="*/ 116 w 205"/>
                <a:gd name="T9" fmla="*/ 27 h 249"/>
                <a:gd name="T10" fmla="*/ 117 w 205"/>
                <a:gd name="T11" fmla="*/ 27 h 249"/>
                <a:gd name="T12" fmla="*/ 135 w 205"/>
                <a:gd name="T13" fmla="*/ 27 h 249"/>
                <a:gd name="T14" fmla="*/ 151 w 205"/>
                <a:gd name="T15" fmla="*/ 44 h 249"/>
                <a:gd name="T16" fmla="*/ 168 w 205"/>
                <a:gd name="T17" fmla="*/ 27 h 249"/>
                <a:gd name="T18" fmla="*/ 189 w 205"/>
                <a:gd name="T19" fmla="*/ 27 h 249"/>
                <a:gd name="T20" fmla="*/ 205 w 205"/>
                <a:gd name="T21" fmla="*/ 35 h 249"/>
                <a:gd name="T22" fmla="*/ 205 w 205"/>
                <a:gd name="T23" fmla="*/ 135 h 249"/>
                <a:gd name="T24" fmla="*/ 199 w 205"/>
                <a:gd name="T25" fmla="*/ 148 h 249"/>
                <a:gd name="T26" fmla="*/ 187 w 205"/>
                <a:gd name="T27" fmla="*/ 148 h 249"/>
                <a:gd name="T28" fmla="*/ 187 w 205"/>
                <a:gd name="T29" fmla="*/ 234 h 249"/>
                <a:gd name="T30" fmla="*/ 166 w 205"/>
                <a:gd name="T31" fmla="*/ 249 h 249"/>
                <a:gd name="T32" fmla="*/ 151 w 205"/>
                <a:gd name="T33" fmla="*/ 237 h 249"/>
                <a:gd name="T34" fmla="*/ 134 w 205"/>
                <a:gd name="T35" fmla="*/ 248 h 249"/>
                <a:gd name="T36" fmla="*/ 116 w 205"/>
                <a:gd name="T37" fmla="*/ 238 h 249"/>
                <a:gd name="T38" fmla="*/ 116 w 205"/>
                <a:gd name="T39" fmla="*/ 176 h 249"/>
                <a:gd name="T40" fmla="*/ 116 w 205"/>
                <a:gd name="T41" fmla="*/ 147 h 249"/>
                <a:gd name="T42" fmla="*/ 116 w 205"/>
                <a:gd name="T43" fmla="*/ 59 h 249"/>
                <a:gd name="T44" fmla="*/ 44 w 205"/>
                <a:gd name="T45" fmla="*/ 59 h 249"/>
                <a:gd name="T46" fmla="*/ 44 w 205"/>
                <a:gd name="T47" fmla="*/ 87 h 249"/>
                <a:gd name="T48" fmla="*/ 40 w 205"/>
                <a:gd name="T49" fmla="*/ 85 h 249"/>
                <a:gd name="T50" fmla="*/ 3 w 205"/>
                <a:gd name="T51" fmla="*/ 48 h 249"/>
                <a:gd name="T52" fmla="*/ 2 w 205"/>
                <a:gd name="T53" fmla="*/ 40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05" h="249">
                  <a:moveTo>
                    <a:pt x="2" y="40"/>
                  </a:moveTo>
                  <a:cubicBezTo>
                    <a:pt x="41" y="2"/>
                    <a:pt x="41" y="2"/>
                    <a:pt x="41" y="2"/>
                  </a:cubicBezTo>
                  <a:cubicBezTo>
                    <a:pt x="42" y="1"/>
                    <a:pt x="43" y="0"/>
                    <a:pt x="44" y="0"/>
                  </a:cubicBezTo>
                  <a:cubicBezTo>
                    <a:pt x="44" y="27"/>
                    <a:pt x="44" y="27"/>
                    <a:pt x="44" y="27"/>
                  </a:cubicBezTo>
                  <a:cubicBezTo>
                    <a:pt x="116" y="27"/>
                    <a:pt x="116" y="27"/>
                    <a:pt x="116" y="27"/>
                  </a:cubicBezTo>
                  <a:cubicBezTo>
                    <a:pt x="117" y="27"/>
                    <a:pt x="117" y="27"/>
                    <a:pt x="117" y="27"/>
                  </a:cubicBezTo>
                  <a:cubicBezTo>
                    <a:pt x="126" y="27"/>
                    <a:pt x="135" y="27"/>
                    <a:pt x="135" y="27"/>
                  </a:cubicBezTo>
                  <a:cubicBezTo>
                    <a:pt x="151" y="44"/>
                    <a:pt x="151" y="44"/>
                    <a:pt x="151" y="44"/>
                  </a:cubicBezTo>
                  <a:cubicBezTo>
                    <a:pt x="168" y="27"/>
                    <a:pt x="168" y="27"/>
                    <a:pt x="168" y="27"/>
                  </a:cubicBezTo>
                  <a:cubicBezTo>
                    <a:pt x="168" y="27"/>
                    <a:pt x="178" y="27"/>
                    <a:pt x="189" y="27"/>
                  </a:cubicBezTo>
                  <a:cubicBezTo>
                    <a:pt x="199" y="27"/>
                    <a:pt x="205" y="26"/>
                    <a:pt x="205" y="35"/>
                  </a:cubicBezTo>
                  <a:cubicBezTo>
                    <a:pt x="205" y="44"/>
                    <a:pt x="205" y="127"/>
                    <a:pt x="205" y="135"/>
                  </a:cubicBezTo>
                  <a:cubicBezTo>
                    <a:pt x="205" y="144"/>
                    <a:pt x="205" y="148"/>
                    <a:pt x="199" y="148"/>
                  </a:cubicBezTo>
                  <a:cubicBezTo>
                    <a:pt x="195" y="148"/>
                    <a:pt x="187" y="148"/>
                    <a:pt x="187" y="148"/>
                  </a:cubicBezTo>
                  <a:cubicBezTo>
                    <a:pt x="187" y="148"/>
                    <a:pt x="187" y="226"/>
                    <a:pt x="187" y="234"/>
                  </a:cubicBezTo>
                  <a:cubicBezTo>
                    <a:pt x="187" y="246"/>
                    <a:pt x="185" y="249"/>
                    <a:pt x="166" y="249"/>
                  </a:cubicBezTo>
                  <a:cubicBezTo>
                    <a:pt x="154" y="249"/>
                    <a:pt x="151" y="241"/>
                    <a:pt x="151" y="237"/>
                  </a:cubicBezTo>
                  <a:cubicBezTo>
                    <a:pt x="151" y="247"/>
                    <a:pt x="146" y="248"/>
                    <a:pt x="134" y="248"/>
                  </a:cubicBezTo>
                  <a:cubicBezTo>
                    <a:pt x="123" y="248"/>
                    <a:pt x="116" y="249"/>
                    <a:pt x="116" y="238"/>
                  </a:cubicBezTo>
                  <a:cubicBezTo>
                    <a:pt x="116" y="230"/>
                    <a:pt x="116" y="199"/>
                    <a:pt x="116" y="176"/>
                  </a:cubicBezTo>
                  <a:cubicBezTo>
                    <a:pt x="116" y="160"/>
                    <a:pt x="116" y="147"/>
                    <a:pt x="116" y="147"/>
                  </a:cubicBezTo>
                  <a:cubicBezTo>
                    <a:pt x="116" y="59"/>
                    <a:pt x="116" y="59"/>
                    <a:pt x="116" y="59"/>
                  </a:cubicBezTo>
                  <a:cubicBezTo>
                    <a:pt x="44" y="59"/>
                    <a:pt x="44" y="59"/>
                    <a:pt x="44" y="59"/>
                  </a:cubicBezTo>
                  <a:cubicBezTo>
                    <a:pt x="44" y="87"/>
                    <a:pt x="44" y="87"/>
                    <a:pt x="44" y="87"/>
                  </a:cubicBezTo>
                  <a:cubicBezTo>
                    <a:pt x="43" y="87"/>
                    <a:pt x="41" y="87"/>
                    <a:pt x="40" y="85"/>
                  </a:cubicBezTo>
                  <a:cubicBezTo>
                    <a:pt x="3" y="48"/>
                    <a:pt x="3" y="48"/>
                    <a:pt x="3" y="48"/>
                  </a:cubicBezTo>
                  <a:cubicBezTo>
                    <a:pt x="0" y="46"/>
                    <a:pt x="0" y="42"/>
                    <a:pt x="2" y="40"/>
                  </a:cubicBezTo>
                  <a:close/>
                </a:path>
              </a:pathLst>
            </a:custGeom>
            <a:solidFill>
              <a:schemeClr val="bg1"/>
            </a:solidFill>
            <a:ln w="12700" cap="flat">
              <a:solidFill>
                <a:schemeClr val="bg1">
                  <a:lumMod val="85000"/>
                </a:schemeClr>
              </a:solidFill>
              <a:prstDash val="solid"/>
              <a:miter lim="800000"/>
            </a:ln>
          </p:spPr>
          <p:txBody>
            <a:bodyPr/>
            <a:lstStyle/>
            <a:p>
              <a:endParaRPr lang="zh-CN" altLang="en-US">
                <a:solidFill>
                  <a:schemeClr val="bg1">
                    <a:lumMod val="50000"/>
                  </a:schemeClr>
                </a:solidFill>
              </a:endParaRPr>
            </a:p>
          </p:txBody>
        </p:sp>
      </p:grpSp>
      <p:grpSp>
        <p:nvGrpSpPr>
          <p:cNvPr id="64" name="Group 14"/>
          <p:cNvGrpSpPr/>
          <p:nvPr/>
        </p:nvGrpSpPr>
        <p:grpSpPr bwMode="auto">
          <a:xfrm>
            <a:off x="5462603" y="2575835"/>
            <a:ext cx="1066800" cy="1698625"/>
            <a:chOff x="3037" y="1684"/>
            <a:chExt cx="672" cy="1070"/>
          </a:xfrm>
          <a:solidFill>
            <a:srgbClr val="061926"/>
          </a:solidFill>
        </p:grpSpPr>
        <p:sp>
          <p:nvSpPr>
            <p:cNvPr id="65" name="Oval 15"/>
            <p:cNvSpPr>
              <a:spLocks noChangeArrowheads="1"/>
            </p:cNvSpPr>
            <p:nvPr/>
          </p:nvSpPr>
          <p:spPr bwMode="auto">
            <a:xfrm>
              <a:off x="3054" y="1684"/>
              <a:ext cx="316" cy="316"/>
            </a:xfrm>
            <a:prstGeom prst="ellipse">
              <a:avLst/>
            </a:prstGeom>
            <a:solidFill>
              <a:schemeClr val="bg1"/>
            </a:solidFill>
            <a:ln w="12700">
              <a:solidFill>
                <a:schemeClr val="bg1">
                  <a:lumMod val="85000"/>
                </a:schemeClr>
              </a:solidFill>
              <a:miter lim="800000"/>
            </a:ln>
          </p:spPr>
          <p:txBody>
            <a:bodyPr/>
            <a:lstStyle/>
            <a:p>
              <a:endParaRPr lang="zh-CN" altLang="en-US">
                <a:solidFill>
                  <a:schemeClr val="bg1">
                    <a:lumMod val="50000"/>
                  </a:schemeClr>
                </a:solidFill>
              </a:endParaRPr>
            </a:p>
          </p:txBody>
        </p:sp>
        <p:sp>
          <p:nvSpPr>
            <p:cNvPr id="66" name="Freeform 16"/>
            <p:cNvSpPr/>
            <p:nvPr/>
          </p:nvSpPr>
          <p:spPr bwMode="auto">
            <a:xfrm>
              <a:off x="3037" y="1934"/>
              <a:ext cx="672" cy="820"/>
            </a:xfrm>
            <a:custGeom>
              <a:avLst/>
              <a:gdLst>
                <a:gd name="T0" fmla="*/ 202 w 204"/>
                <a:gd name="T1" fmla="*/ 40 h 249"/>
                <a:gd name="T2" fmla="*/ 164 w 204"/>
                <a:gd name="T3" fmla="*/ 2 h 249"/>
                <a:gd name="T4" fmla="*/ 160 w 204"/>
                <a:gd name="T5" fmla="*/ 0 h 249"/>
                <a:gd name="T6" fmla="*/ 160 w 204"/>
                <a:gd name="T7" fmla="*/ 27 h 249"/>
                <a:gd name="T8" fmla="*/ 89 w 204"/>
                <a:gd name="T9" fmla="*/ 27 h 249"/>
                <a:gd name="T10" fmla="*/ 87 w 204"/>
                <a:gd name="T11" fmla="*/ 27 h 249"/>
                <a:gd name="T12" fmla="*/ 69 w 204"/>
                <a:gd name="T13" fmla="*/ 27 h 249"/>
                <a:gd name="T14" fmla="*/ 53 w 204"/>
                <a:gd name="T15" fmla="*/ 44 h 249"/>
                <a:gd name="T16" fmla="*/ 36 w 204"/>
                <a:gd name="T17" fmla="*/ 27 h 249"/>
                <a:gd name="T18" fmla="*/ 16 w 204"/>
                <a:gd name="T19" fmla="*/ 27 h 249"/>
                <a:gd name="T20" fmla="*/ 0 w 204"/>
                <a:gd name="T21" fmla="*/ 35 h 249"/>
                <a:gd name="T22" fmla="*/ 0 w 204"/>
                <a:gd name="T23" fmla="*/ 135 h 249"/>
                <a:gd name="T24" fmla="*/ 5 w 204"/>
                <a:gd name="T25" fmla="*/ 148 h 249"/>
                <a:gd name="T26" fmla="*/ 17 w 204"/>
                <a:gd name="T27" fmla="*/ 148 h 249"/>
                <a:gd name="T28" fmla="*/ 17 w 204"/>
                <a:gd name="T29" fmla="*/ 234 h 249"/>
                <a:gd name="T30" fmla="*/ 39 w 204"/>
                <a:gd name="T31" fmla="*/ 249 h 249"/>
                <a:gd name="T32" fmla="*/ 53 w 204"/>
                <a:gd name="T33" fmla="*/ 237 h 249"/>
                <a:gd name="T34" fmla="*/ 71 w 204"/>
                <a:gd name="T35" fmla="*/ 248 h 249"/>
                <a:gd name="T36" fmla="*/ 89 w 204"/>
                <a:gd name="T37" fmla="*/ 238 h 249"/>
                <a:gd name="T38" fmla="*/ 89 w 204"/>
                <a:gd name="T39" fmla="*/ 176 h 249"/>
                <a:gd name="T40" fmla="*/ 89 w 204"/>
                <a:gd name="T41" fmla="*/ 147 h 249"/>
                <a:gd name="T42" fmla="*/ 89 w 204"/>
                <a:gd name="T43" fmla="*/ 59 h 249"/>
                <a:gd name="T44" fmla="*/ 160 w 204"/>
                <a:gd name="T45" fmla="*/ 59 h 249"/>
                <a:gd name="T46" fmla="*/ 160 w 204"/>
                <a:gd name="T47" fmla="*/ 87 h 249"/>
                <a:gd name="T48" fmla="*/ 164 w 204"/>
                <a:gd name="T49" fmla="*/ 85 h 249"/>
                <a:gd name="T50" fmla="*/ 202 w 204"/>
                <a:gd name="T51" fmla="*/ 48 h 249"/>
                <a:gd name="T52" fmla="*/ 202 w 204"/>
                <a:gd name="T53" fmla="*/ 40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04" h="249">
                  <a:moveTo>
                    <a:pt x="202" y="40"/>
                  </a:moveTo>
                  <a:cubicBezTo>
                    <a:pt x="164" y="2"/>
                    <a:pt x="164" y="2"/>
                    <a:pt x="164" y="2"/>
                  </a:cubicBezTo>
                  <a:cubicBezTo>
                    <a:pt x="163" y="1"/>
                    <a:pt x="161" y="0"/>
                    <a:pt x="160" y="0"/>
                  </a:cubicBezTo>
                  <a:cubicBezTo>
                    <a:pt x="160" y="27"/>
                    <a:pt x="160" y="27"/>
                    <a:pt x="160" y="27"/>
                  </a:cubicBezTo>
                  <a:cubicBezTo>
                    <a:pt x="89" y="27"/>
                    <a:pt x="89" y="27"/>
                    <a:pt x="89" y="27"/>
                  </a:cubicBezTo>
                  <a:cubicBezTo>
                    <a:pt x="87" y="27"/>
                    <a:pt x="87" y="27"/>
                    <a:pt x="87" y="27"/>
                  </a:cubicBezTo>
                  <a:cubicBezTo>
                    <a:pt x="78" y="27"/>
                    <a:pt x="69" y="27"/>
                    <a:pt x="69" y="27"/>
                  </a:cubicBezTo>
                  <a:cubicBezTo>
                    <a:pt x="53" y="44"/>
                    <a:pt x="53" y="44"/>
                    <a:pt x="53" y="44"/>
                  </a:cubicBezTo>
                  <a:cubicBezTo>
                    <a:pt x="36" y="27"/>
                    <a:pt x="36" y="27"/>
                    <a:pt x="36" y="27"/>
                  </a:cubicBezTo>
                  <a:cubicBezTo>
                    <a:pt x="36" y="27"/>
                    <a:pt x="26" y="27"/>
                    <a:pt x="16" y="27"/>
                  </a:cubicBezTo>
                  <a:cubicBezTo>
                    <a:pt x="5" y="27"/>
                    <a:pt x="0" y="26"/>
                    <a:pt x="0" y="35"/>
                  </a:cubicBezTo>
                  <a:cubicBezTo>
                    <a:pt x="0" y="44"/>
                    <a:pt x="0" y="127"/>
                    <a:pt x="0" y="135"/>
                  </a:cubicBezTo>
                  <a:cubicBezTo>
                    <a:pt x="0" y="144"/>
                    <a:pt x="0" y="148"/>
                    <a:pt x="5" y="148"/>
                  </a:cubicBezTo>
                  <a:cubicBezTo>
                    <a:pt x="10" y="148"/>
                    <a:pt x="17" y="148"/>
                    <a:pt x="17" y="148"/>
                  </a:cubicBezTo>
                  <a:cubicBezTo>
                    <a:pt x="17" y="148"/>
                    <a:pt x="17" y="226"/>
                    <a:pt x="17" y="234"/>
                  </a:cubicBezTo>
                  <a:cubicBezTo>
                    <a:pt x="17" y="246"/>
                    <a:pt x="19" y="249"/>
                    <a:pt x="39" y="249"/>
                  </a:cubicBezTo>
                  <a:cubicBezTo>
                    <a:pt x="51" y="249"/>
                    <a:pt x="53" y="241"/>
                    <a:pt x="53" y="237"/>
                  </a:cubicBezTo>
                  <a:cubicBezTo>
                    <a:pt x="54" y="247"/>
                    <a:pt x="58" y="248"/>
                    <a:pt x="71" y="248"/>
                  </a:cubicBezTo>
                  <a:cubicBezTo>
                    <a:pt x="81" y="248"/>
                    <a:pt x="89" y="249"/>
                    <a:pt x="89" y="238"/>
                  </a:cubicBezTo>
                  <a:cubicBezTo>
                    <a:pt x="89" y="230"/>
                    <a:pt x="89" y="199"/>
                    <a:pt x="89" y="176"/>
                  </a:cubicBezTo>
                  <a:cubicBezTo>
                    <a:pt x="89" y="160"/>
                    <a:pt x="89" y="147"/>
                    <a:pt x="89" y="147"/>
                  </a:cubicBezTo>
                  <a:cubicBezTo>
                    <a:pt x="89" y="59"/>
                    <a:pt x="89" y="59"/>
                    <a:pt x="89" y="59"/>
                  </a:cubicBezTo>
                  <a:cubicBezTo>
                    <a:pt x="160" y="59"/>
                    <a:pt x="160" y="59"/>
                    <a:pt x="160" y="59"/>
                  </a:cubicBezTo>
                  <a:cubicBezTo>
                    <a:pt x="160" y="87"/>
                    <a:pt x="160" y="87"/>
                    <a:pt x="160" y="87"/>
                  </a:cubicBezTo>
                  <a:cubicBezTo>
                    <a:pt x="162" y="87"/>
                    <a:pt x="163" y="87"/>
                    <a:pt x="164" y="85"/>
                  </a:cubicBezTo>
                  <a:cubicBezTo>
                    <a:pt x="202" y="48"/>
                    <a:pt x="202" y="48"/>
                    <a:pt x="202" y="48"/>
                  </a:cubicBezTo>
                  <a:cubicBezTo>
                    <a:pt x="204" y="46"/>
                    <a:pt x="204" y="42"/>
                    <a:pt x="202" y="40"/>
                  </a:cubicBezTo>
                  <a:close/>
                </a:path>
              </a:pathLst>
            </a:custGeom>
            <a:solidFill>
              <a:schemeClr val="bg1"/>
            </a:solidFill>
            <a:ln w="12700" cap="flat">
              <a:solidFill>
                <a:schemeClr val="bg1">
                  <a:lumMod val="85000"/>
                </a:schemeClr>
              </a:solidFill>
              <a:prstDash val="solid"/>
              <a:miter lim="800000"/>
            </a:ln>
          </p:spPr>
          <p:txBody>
            <a:bodyPr/>
            <a:lstStyle/>
            <a:p>
              <a:endParaRPr lang="zh-CN" altLang="en-US">
                <a:solidFill>
                  <a:schemeClr val="bg1">
                    <a:lumMod val="50000"/>
                  </a:schemeClr>
                </a:solidFill>
              </a:endParaRPr>
            </a:p>
          </p:txBody>
        </p:sp>
      </p:grpSp>
      <p:grpSp>
        <p:nvGrpSpPr>
          <p:cNvPr id="67" name="Group 17"/>
          <p:cNvGrpSpPr/>
          <p:nvPr/>
        </p:nvGrpSpPr>
        <p:grpSpPr bwMode="auto">
          <a:xfrm>
            <a:off x="4876813" y="2555197"/>
            <a:ext cx="647700" cy="1965325"/>
            <a:chOff x="2662" y="1654"/>
            <a:chExt cx="408" cy="1238"/>
          </a:xfrm>
          <a:solidFill>
            <a:srgbClr val="1D93DD"/>
          </a:solidFill>
          <a:effectLst/>
        </p:grpSpPr>
        <p:sp>
          <p:nvSpPr>
            <p:cNvPr id="68" name="Oval 18"/>
            <p:cNvSpPr>
              <a:spLocks noChangeArrowheads="1"/>
            </p:cNvSpPr>
            <p:nvPr/>
          </p:nvSpPr>
          <p:spPr bwMode="auto">
            <a:xfrm>
              <a:off x="2681" y="1654"/>
              <a:ext cx="366" cy="366"/>
            </a:xfrm>
            <a:prstGeom prst="ellipse">
              <a:avLst/>
            </a:prstGeom>
            <a:solidFill>
              <a:srgbClr val="37B0E8"/>
            </a:solidFill>
            <a:ln w="635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0">
                <a:ln w="6350">
                  <a:noFill/>
                </a:ln>
                <a:solidFill>
                  <a:schemeClr val="bg1"/>
                </a:solidFill>
                <a:latin typeface="Impact" pitchFamily="34" charset="0"/>
                <a:ea typeface="微软雅黑" pitchFamily="34" charset="-122"/>
              </a:endParaRPr>
            </a:p>
          </p:txBody>
        </p:sp>
        <p:sp>
          <p:nvSpPr>
            <p:cNvPr id="69" name="Freeform 19"/>
            <p:cNvSpPr/>
            <p:nvPr/>
          </p:nvSpPr>
          <p:spPr bwMode="auto">
            <a:xfrm>
              <a:off x="2662" y="2043"/>
              <a:ext cx="408" cy="849"/>
            </a:xfrm>
            <a:custGeom>
              <a:avLst/>
              <a:gdLst>
                <a:gd name="T0" fmla="*/ 62 w 124"/>
                <a:gd name="T1" fmla="*/ 21 h 258"/>
                <a:gd name="T2" fmla="*/ 81 w 124"/>
                <a:gd name="T3" fmla="*/ 1 h 258"/>
                <a:gd name="T4" fmla="*/ 112 w 124"/>
                <a:gd name="T5" fmla="*/ 1 h 258"/>
                <a:gd name="T6" fmla="*/ 124 w 124"/>
                <a:gd name="T7" fmla="*/ 25 h 258"/>
                <a:gd name="T8" fmla="*/ 124 w 124"/>
                <a:gd name="T9" fmla="*/ 130 h 258"/>
                <a:gd name="T10" fmla="*/ 103 w 124"/>
                <a:gd name="T11" fmla="*/ 140 h 258"/>
                <a:gd name="T12" fmla="*/ 103 w 124"/>
                <a:gd name="T13" fmla="*/ 246 h 258"/>
                <a:gd name="T14" fmla="*/ 82 w 124"/>
                <a:gd name="T15" fmla="*/ 257 h 258"/>
                <a:gd name="T16" fmla="*/ 62 w 124"/>
                <a:gd name="T17" fmla="*/ 240 h 258"/>
                <a:gd name="T18" fmla="*/ 45 w 124"/>
                <a:gd name="T19" fmla="*/ 258 h 258"/>
                <a:gd name="T20" fmla="*/ 20 w 124"/>
                <a:gd name="T21" fmla="*/ 241 h 258"/>
                <a:gd name="T22" fmla="*/ 20 w 124"/>
                <a:gd name="T23" fmla="*/ 141 h 258"/>
                <a:gd name="T24" fmla="*/ 7 w 124"/>
                <a:gd name="T25" fmla="*/ 141 h 258"/>
                <a:gd name="T26" fmla="*/ 0 w 124"/>
                <a:gd name="T27" fmla="*/ 126 h 258"/>
                <a:gd name="T28" fmla="*/ 0 w 124"/>
                <a:gd name="T29" fmla="*/ 11 h 258"/>
                <a:gd name="T30" fmla="*/ 19 w 124"/>
                <a:gd name="T31" fmla="*/ 1 h 258"/>
                <a:gd name="T32" fmla="*/ 42 w 124"/>
                <a:gd name="T33" fmla="*/ 1 h 258"/>
                <a:gd name="T34" fmla="*/ 62 w 124"/>
                <a:gd name="T35" fmla="*/ 21 h 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4" h="258">
                  <a:moveTo>
                    <a:pt x="62" y="21"/>
                  </a:moveTo>
                  <a:cubicBezTo>
                    <a:pt x="81" y="1"/>
                    <a:pt x="81" y="1"/>
                    <a:pt x="81" y="1"/>
                  </a:cubicBezTo>
                  <a:cubicBezTo>
                    <a:pt x="81" y="1"/>
                    <a:pt x="101" y="1"/>
                    <a:pt x="112" y="1"/>
                  </a:cubicBezTo>
                  <a:cubicBezTo>
                    <a:pt x="124" y="1"/>
                    <a:pt x="124" y="2"/>
                    <a:pt x="124" y="25"/>
                  </a:cubicBezTo>
                  <a:cubicBezTo>
                    <a:pt x="124" y="48"/>
                    <a:pt x="124" y="120"/>
                    <a:pt x="124" y="130"/>
                  </a:cubicBezTo>
                  <a:cubicBezTo>
                    <a:pt x="124" y="141"/>
                    <a:pt x="119" y="140"/>
                    <a:pt x="103" y="140"/>
                  </a:cubicBezTo>
                  <a:cubicBezTo>
                    <a:pt x="103" y="140"/>
                    <a:pt x="103" y="230"/>
                    <a:pt x="103" y="246"/>
                  </a:cubicBezTo>
                  <a:cubicBezTo>
                    <a:pt x="103" y="258"/>
                    <a:pt x="95" y="257"/>
                    <a:pt x="82" y="257"/>
                  </a:cubicBezTo>
                  <a:cubicBezTo>
                    <a:pt x="67" y="257"/>
                    <a:pt x="62" y="256"/>
                    <a:pt x="62" y="240"/>
                  </a:cubicBezTo>
                  <a:cubicBezTo>
                    <a:pt x="62" y="240"/>
                    <a:pt x="65" y="258"/>
                    <a:pt x="45" y="258"/>
                  </a:cubicBezTo>
                  <a:cubicBezTo>
                    <a:pt x="23" y="258"/>
                    <a:pt x="20" y="255"/>
                    <a:pt x="20" y="241"/>
                  </a:cubicBezTo>
                  <a:cubicBezTo>
                    <a:pt x="20" y="231"/>
                    <a:pt x="20" y="141"/>
                    <a:pt x="20" y="141"/>
                  </a:cubicBezTo>
                  <a:cubicBezTo>
                    <a:pt x="20" y="141"/>
                    <a:pt x="12" y="141"/>
                    <a:pt x="7" y="141"/>
                  </a:cubicBezTo>
                  <a:cubicBezTo>
                    <a:pt x="0" y="141"/>
                    <a:pt x="0" y="137"/>
                    <a:pt x="0" y="126"/>
                  </a:cubicBezTo>
                  <a:cubicBezTo>
                    <a:pt x="0" y="117"/>
                    <a:pt x="0" y="21"/>
                    <a:pt x="0" y="11"/>
                  </a:cubicBezTo>
                  <a:cubicBezTo>
                    <a:pt x="0" y="0"/>
                    <a:pt x="7" y="1"/>
                    <a:pt x="19" y="1"/>
                  </a:cubicBezTo>
                  <a:cubicBezTo>
                    <a:pt x="31" y="1"/>
                    <a:pt x="42" y="1"/>
                    <a:pt x="42" y="1"/>
                  </a:cubicBezTo>
                  <a:lnTo>
                    <a:pt x="62" y="21"/>
                  </a:lnTo>
                  <a:close/>
                </a:path>
              </a:pathLst>
            </a:custGeom>
            <a:solidFill>
              <a:srgbClr val="37B0E8"/>
            </a:solidFill>
            <a:ln w="635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0">
                <a:ln w="6350">
                  <a:noFill/>
                </a:ln>
                <a:solidFill>
                  <a:schemeClr val="bg1"/>
                </a:solidFill>
                <a:latin typeface="Impact" pitchFamily="34" charset="0"/>
                <a:ea typeface="微软雅黑" pitchFamily="34" charset="-122"/>
              </a:endParaRPr>
            </a:p>
          </p:txBody>
        </p:sp>
      </p:grpSp>
      <p:sp>
        <p:nvSpPr>
          <p:cNvPr id="70" name="Rectangle 20"/>
          <p:cNvSpPr>
            <a:spLocks noChangeArrowheads="1"/>
          </p:cNvSpPr>
          <p:nvPr/>
        </p:nvSpPr>
        <p:spPr bwMode="auto">
          <a:xfrm>
            <a:off x="5138978" y="2668981"/>
            <a:ext cx="11702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zh-CN" sz="2400" dirty="0">
                <a:ln w="6350">
                  <a:noFill/>
                </a:ln>
                <a:solidFill>
                  <a:schemeClr val="bg1"/>
                </a:solidFill>
                <a:latin typeface="Impact" pitchFamily="34" charset="0"/>
                <a:ea typeface="微软雅黑" pitchFamily="34" charset="-122"/>
              </a:rPr>
              <a:t>1</a:t>
            </a:r>
          </a:p>
        </p:txBody>
      </p:sp>
      <p:sp>
        <p:nvSpPr>
          <p:cNvPr id="71" name="Rectangle 21"/>
          <p:cNvSpPr>
            <a:spLocks noChangeArrowheads="1"/>
          </p:cNvSpPr>
          <p:nvPr/>
        </p:nvSpPr>
        <p:spPr bwMode="auto">
          <a:xfrm>
            <a:off x="4572064" y="2661043"/>
            <a:ext cx="15388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400" dirty="0">
                <a:ln w="6350">
                  <a:noFill/>
                </a:ln>
                <a:solidFill>
                  <a:schemeClr val="tx1">
                    <a:lumMod val="65000"/>
                    <a:lumOff val="35000"/>
                  </a:schemeClr>
                </a:solidFill>
                <a:latin typeface="Impact" pitchFamily="34" charset="0"/>
                <a:ea typeface="微软雅黑" pitchFamily="34" charset="-122"/>
              </a:rPr>
              <a:t>2</a:t>
            </a:r>
          </a:p>
        </p:txBody>
      </p:sp>
      <p:sp>
        <p:nvSpPr>
          <p:cNvPr id="72" name="Rectangle 22"/>
          <p:cNvSpPr>
            <a:spLocks noChangeArrowheads="1"/>
          </p:cNvSpPr>
          <p:nvPr/>
        </p:nvSpPr>
        <p:spPr bwMode="auto">
          <a:xfrm>
            <a:off x="4106131" y="2530868"/>
            <a:ext cx="15388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400" dirty="0">
                <a:ln w="6350">
                  <a:noFill/>
                </a:ln>
                <a:solidFill>
                  <a:schemeClr val="tx1">
                    <a:lumMod val="65000"/>
                    <a:lumOff val="35000"/>
                  </a:schemeClr>
                </a:solidFill>
                <a:latin typeface="Impact" pitchFamily="34" charset="0"/>
                <a:ea typeface="微软雅黑" pitchFamily="34" charset="-122"/>
              </a:rPr>
              <a:t>4</a:t>
            </a:r>
          </a:p>
        </p:txBody>
      </p:sp>
      <p:sp>
        <p:nvSpPr>
          <p:cNvPr id="73" name="Rectangle 23"/>
          <p:cNvSpPr>
            <a:spLocks noChangeArrowheads="1"/>
          </p:cNvSpPr>
          <p:nvPr/>
        </p:nvSpPr>
        <p:spPr bwMode="auto">
          <a:xfrm>
            <a:off x="6156335" y="2530868"/>
            <a:ext cx="16511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400" dirty="0">
                <a:ln w="6350">
                  <a:noFill/>
                </a:ln>
                <a:solidFill>
                  <a:schemeClr val="tx1">
                    <a:lumMod val="65000"/>
                    <a:lumOff val="35000"/>
                  </a:schemeClr>
                </a:solidFill>
                <a:latin typeface="Impact" pitchFamily="34" charset="0"/>
                <a:ea typeface="微软雅黑" pitchFamily="34" charset="-122"/>
              </a:rPr>
              <a:t>5</a:t>
            </a:r>
          </a:p>
        </p:txBody>
      </p:sp>
      <p:sp>
        <p:nvSpPr>
          <p:cNvPr id="74" name="Rectangle 24"/>
          <p:cNvSpPr>
            <a:spLocks noChangeArrowheads="1"/>
          </p:cNvSpPr>
          <p:nvPr/>
        </p:nvSpPr>
        <p:spPr bwMode="auto">
          <a:xfrm>
            <a:off x="5658663" y="2641994"/>
            <a:ext cx="1635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400" dirty="0">
                <a:ln w="6350">
                  <a:noFill/>
                </a:ln>
                <a:solidFill>
                  <a:schemeClr val="tx1">
                    <a:lumMod val="65000"/>
                    <a:lumOff val="35000"/>
                  </a:schemeClr>
                </a:solidFill>
                <a:latin typeface="Impact" pitchFamily="34" charset="0"/>
                <a:ea typeface="微软雅黑" pitchFamily="34" charset="-122"/>
              </a:rPr>
              <a:t>3</a:t>
            </a:r>
          </a:p>
        </p:txBody>
      </p:sp>
      <p:sp>
        <p:nvSpPr>
          <p:cNvPr id="75" name="Rectangle 66"/>
          <p:cNvSpPr>
            <a:spLocks noChangeArrowheads="1"/>
          </p:cNvSpPr>
          <p:nvPr/>
        </p:nvSpPr>
        <p:spPr bwMode="auto">
          <a:xfrm>
            <a:off x="7082207" y="2052826"/>
            <a:ext cx="1767012"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lvl="0" algn="just" fontAlgn="base">
              <a:spcBef>
                <a:spcPct val="0"/>
              </a:spcBef>
              <a:spcAft>
                <a:spcPct val="0"/>
              </a:spcAft>
            </a:pPr>
            <a:r>
              <a:rPr lang="zh-CN" altLang="en-US" sz="1000" dirty="0">
                <a:solidFill>
                  <a:schemeClr val="bg1">
                    <a:lumMod val="50000"/>
                  </a:schemeClr>
                </a:solidFill>
                <a:latin typeface="Arial" pitchFamily="34" charset="0"/>
                <a:ea typeface="微软雅黑" pitchFamily="34" charset="-122"/>
              </a:rPr>
              <a:t>此处可输入相关说明文本内容，或者复制文本内容后粘贴，并选择只保留文字。文本内容建议简洁明了、提纲挈领，尽量保持整体风格统一</a:t>
            </a:r>
            <a:r>
              <a:rPr lang="zh-CN" altLang="en-US" sz="1000" dirty="0">
                <a:solidFill>
                  <a:prstClr val="black">
                    <a:lumMod val="50000"/>
                    <a:lumOff val="50000"/>
                  </a:prstClr>
                </a:solidFill>
                <a:latin typeface="Arial" pitchFamily="34" charset="0"/>
                <a:ea typeface="微软雅黑" pitchFamily="34" charset="-122"/>
              </a:rPr>
              <a:t>。</a:t>
            </a:r>
            <a:endParaRPr lang="zh-CN" altLang="zh-CN" sz="1000" dirty="0">
              <a:solidFill>
                <a:prstClr val="black">
                  <a:lumMod val="50000"/>
                  <a:lumOff val="50000"/>
                </a:prstClr>
              </a:solidFill>
              <a:latin typeface="Arial" pitchFamily="34" charset="0"/>
              <a:ea typeface="微软雅黑" pitchFamily="34" charset="-122"/>
            </a:endParaRPr>
          </a:p>
        </p:txBody>
      </p:sp>
      <p:sp>
        <p:nvSpPr>
          <p:cNvPr id="76" name="圆角矩形 75"/>
          <p:cNvSpPr/>
          <p:nvPr/>
        </p:nvSpPr>
        <p:spPr>
          <a:xfrm>
            <a:off x="7439526" y="1722403"/>
            <a:ext cx="1052375" cy="246226"/>
          </a:xfrm>
          <a:prstGeom prst="roundRect">
            <a:avLst>
              <a:gd name="adj" fmla="val 0"/>
            </a:avLst>
          </a:prstGeom>
          <a:solidFill>
            <a:schemeClr val="bg1"/>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ln w="6350">
                  <a:noFill/>
                </a:ln>
                <a:solidFill>
                  <a:schemeClr val="tx1">
                    <a:lumMod val="65000"/>
                    <a:lumOff val="35000"/>
                  </a:schemeClr>
                </a:solidFill>
                <a:latin typeface="Impact" pitchFamily="34" charset="0"/>
                <a:ea typeface="微软雅黑" pitchFamily="34" charset="-122"/>
              </a:rPr>
              <a:t>添加关键词</a:t>
            </a:r>
          </a:p>
        </p:txBody>
      </p:sp>
      <p:sp>
        <p:nvSpPr>
          <p:cNvPr id="77" name="Rectangle 66"/>
          <p:cNvSpPr>
            <a:spLocks noChangeArrowheads="1"/>
          </p:cNvSpPr>
          <p:nvPr/>
        </p:nvSpPr>
        <p:spPr bwMode="auto">
          <a:xfrm>
            <a:off x="7082207" y="3395851"/>
            <a:ext cx="1767012"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lvl="0" algn="just" fontAlgn="base">
              <a:spcBef>
                <a:spcPct val="0"/>
              </a:spcBef>
              <a:spcAft>
                <a:spcPct val="0"/>
              </a:spcAft>
            </a:pPr>
            <a:r>
              <a:rPr lang="zh-CN" altLang="en-US" sz="1000" dirty="0">
                <a:solidFill>
                  <a:schemeClr val="bg1">
                    <a:lumMod val="50000"/>
                  </a:schemeClr>
                </a:solidFill>
                <a:latin typeface="Arial" pitchFamily="34" charset="0"/>
                <a:ea typeface="微软雅黑" pitchFamily="34" charset="-122"/>
              </a:rPr>
              <a:t>此处可输入相关说明文本内容，或者复制文本内容后粘贴，并选择只保留文字。文本内容建议简洁明了、提纲挈领，尽量保持整体风格统一</a:t>
            </a:r>
            <a:r>
              <a:rPr lang="zh-CN" altLang="en-US" sz="1000" dirty="0">
                <a:solidFill>
                  <a:prstClr val="black">
                    <a:lumMod val="50000"/>
                    <a:lumOff val="50000"/>
                  </a:prstClr>
                </a:solidFill>
                <a:latin typeface="Arial" pitchFamily="34" charset="0"/>
                <a:ea typeface="微软雅黑" pitchFamily="34" charset="-122"/>
              </a:rPr>
              <a:t>。</a:t>
            </a:r>
            <a:endParaRPr lang="zh-CN" altLang="zh-CN" sz="1000" dirty="0">
              <a:solidFill>
                <a:prstClr val="black">
                  <a:lumMod val="50000"/>
                  <a:lumOff val="50000"/>
                </a:prstClr>
              </a:solidFill>
              <a:latin typeface="Arial" pitchFamily="34" charset="0"/>
              <a:ea typeface="微软雅黑" pitchFamily="34" charset="-122"/>
            </a:endParaRPr>
          </a:p>
        </p:txBody>
      </p:sp>
      <p:sp>
        <p:nvSpPr>
          <p:cNvPr id="78" name="圆角矩形 77"/>
          <p:cNvSpPr/>
          <p:nvPr/>
        </p:nvSpPr>
        <p:spPr>
          <a:xfrm>
            <a:off x="7439526" y="3065428"/>
            <a:ext cx="1052375" cy="246226"/>
          </a:xfrm>
          <a:prstGeom prst="roundRect">
            <a:avLst>
              <a:gd name="adj" fmla="val 0"/>
            </a:avLst>
          </a:prstGeom>
          <a:solidFill>
            <a:schemeClr val="bg1"/>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ln w="6350">
                  <a:noFill/>
                </a:ln>
                <a:solidFill>
                  <a:schemeClr val="tx1">
                    <a:lumMod val="65000"/>
                    <a:lumOff val="35000"/>
                  </a:schemeClr>
                </a:solidFill>
                <a:latin typeface="Impact" pitchFamily="34" charset="0"/>
                <a:ea typeface="微软雅黑" pitchFamily="34" charset="-122"/>
              </a:rPr>
              <a:t>添加关键词</a:t>
            </a:r>
          </a:p>
        </p:txBody>
      </p:sp>
      <p:sp>
        <p:nvSpPr>
          <p:cNvPr id="79" name="Rectangle 66"/>
          <p:cNvSpPr>
            <a:spLocks noChangeArrowheads="1"/>
          </p:cNvSpPr>
          <p:nvPr/>
        </p:nvSpPr>
        <p:spPr bwMode="auto">
          <a:xfrm>
            <a:off x="1588485" y="2052826"/>
            <a:ext cx="1767012"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lvl="0" algn="just" fontAlgn="base">
              <a:spcBef>
                <a:spcPct val="0"/>
              </a:spcBef>
              <a:spcAft>
                <a:spcPct val="0"/>
              </a:spcAft>
            </a:pPr>
            <a:r>
              <a:rPr lang="zh-CN" altLang="en-US" sz="1000" dirty="0">
                <a:solidFill>
                  <a:schemeClr val="bg1">
                    <a:lumMod val="50000"/>
                  </a:schemeClr>
                </a:solidFill>
                <a:latin typeface="Arial" pitchFamily="34" charset="0"/>
                <a:ea typeface="微软雅黑" pitchFamily="34" charset="-122"/>
              </a:rPr>
              <a:t>此处可输入相关说明文本内容，或者复制文本内容后粘贴，并选择只保留文字。文本内容建议简洁明了、提纲挈领，尽量保持整体风格统一</a:t>
            </a:r>
            <a:r>
              <a:rPr lang="zh-CN" altLang="en-US" sz="1000" dirty="0">
                <a:solidFill>
                  <a:prstClr val="black">
                    <a:lumMod val="50000"/>
                    <a:lumOff val="50000"/>
                  </a:prstClr>
                </a:solidFill>
                <a:latin typeface="Arial" pitchFamily="34" charset="0"/>
                <a:ea typeface="微软雅黑" pitchFamily="34" charset="-122"/>
              </a:rPr>
              <a:t>。</a:t>
            </a:r>
            <a:endParaRPr lang="zh-CN" altLang="zh-CN" sz="1000" dirty="0">
              <a:solidFill>
                <a:prstClr val="black">
                  <a:lumMod val="50000"/>
                  <a:lumOff val="50000"/>
                </a:prstClr>
              </a:solidFill>
              <a:latin typeface="Arial" pitchFamily="34" charset="0"/>
              <a:ea typeface="微软雅黑" pitchFamily="34" charset="-122"/>
            </a:endParaRPr>
          </a:p>
        </p:txBody>
      </p:sp>
      <p:sp>
        <p:nvSpPr>
          <p:cNvPr id="80" name="圆角矩形 79"/>
          <p:cNvSpPr/>
          <p:nvPr/>
        </p:nvSpPr>
        <p:spPr>
          <a:xfrm>
            <a:off x="1945804" y="1722403"/>
            <a:ext cx="1052375" cy="246226"/>
          </a:xfrm>
          <a:prstGeom prst="roundRect">
            <a:avLst>
              <a:gd name="adj" fmla="val 0"/>
            </a:avLst>
          </a:prstGeom>
          <a:solidFill>
            <a:schemeClr val="bg1"/>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ln w="6350">
                  <a:noFill/>
                </a:ln>
                <a:solidFill>
                  <a:schemeClr val="tx1">
                    <a:lumMod val="65000"/>
                    <a:lumOff val="35000"/>
                  </a:schemeClr>
                </a:solidFill>
                <a:latin typeface="Impact" pitchFamily="34" charset="0"/>
                <a:ea typeface="微软雅黑" pitchFamily="34" charset="-122"/>
              </a:rPr>
              <a:t>添加关键词</a:t>
            </a:r>
          </a:p>
        </p:txBody>
      </p:sp>
      <p:sp>
        <p:nvSpPr>
          <p:cNvPr id="81" name="Rectangle 66"/>
          <p:cNvSpPr>
            <a:spLocks noChangeArrowheads="1"/>
          </p:cNvSpPr>
          <p:nvPr/>
        </p:nvSpPr>
        <p:spPr bwMode="auto">
          <a:xfrm>
            <a:off x="1588485" y="3395851"/>
            <a:ext cx="1767012"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lvl="0" algn="just" fontAlgn="base">
              <a:spcBef>
                <a:spcPct val="0"/>
              </a:spcBef>
              <a:spcAft>
                <a:spcPct val="0"/>
              </a:spcAft>
            </a:pPr>
            <a:r>
              <a:rPr lang="zh-CN" altLang="en-US" sz="1000" dirty="0">
                <a:solidFill>
                  <a:schemeClr val="bg1">
                    <a:lumMod val="50000"/>
                  </a:schemeClr>
                </a:solidFill>
                <a:latin typeface="Arial" pitchFamily="34" charset="0"/>
                <a:ea typeface="微软雅黑" pitchFamily="34" charset="-122"/>
              </a:rPr>
              <a:t>此处可输入相关说明文本内容，或者复制文本内容后粘贴，并选择只保留文字。文本内容建议简洁明了、提纲挈领，尽量保持整体风格统一</a:t>
            </a:r>
            <a:r>
              <a:rPr lang="zh-CN" altLang="en-US" sz="1000" dirty="0">
                <a:solidFill>
                  <a:prstClr val="black">
                    <a:lumMod val="50000"/>
                    <a:lumOff val="50000"/>
                  </a:prstClr>
                </a:solidFill>
                <a:latin typeface="Arial" pitchFamily="34" charset="0"/>
                <a:ea typeface="微软雅黑" pitchFamily="34" charset="-122"/>
              </a:rPr>
              <a:t>。</a:t>
            </a:r>
            <a:endParaRPr lang="zh-CN" altLang="zh-CN" sz="1000" dirty="0">
              <a:solidFill>
                <a:prstClr val="black">
                  <a:lumMod val="50000"/>
                  <a:lumOff val="50000"/>
                </a:prstClr>
              </a:solidFill>
              <a:latin typeface="Arial" pitchFamily="34" charset="0"/>
              <a:ea typeface="微软雅黑" pitchFamily="34" charset="-122"/>
            </a:endParaRPr>
          </a:p>
        </p:txBody>
      </p:sp>
      <p:sp>
        <p:nvSpPr>
          <p:cNvPr id="82" name="圆角矩形 81"/>
          <p:cNvSpPr/>
          <p:nvPr/>
        </p:nvSpPr>
        <p:spPr>
          <a:xfrm>
            <a:off x="1945804" y="3065428"/>
            <a:ext cx="1052375" cy="246226"/>
          </a:xfrm>
          <a:prstGeom prst="roundRect">
            <a:avLst>
              <a:gd name="adj" fmla="val 0"/>
            </a:avLst>
          </a:prstGeom>
          <a:solidFill>
            <a:schemeClr val="bg1"/>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ln w="6350">
                  <a:noFill/>
                </a:ln>
                <a:solidFill>
                  <a:schemeClr val="tx1">
                    <a:lumMod val="65000"/>
                    <a:lumOff val="35000"/>
                  </a:schemeClr>
                </a:solidFill>
                <a:latin typeface="Impact" pitchFamily="34" charset="0"/>
                <a:ea typeface="微软雅黑" pitchFamily="34" charset="-122"/>
              </a:rPr>
              <a:t>添加关键词</a:t>
            </a:r>
          </a:p>
        </p:txBody>
      </p:sp>
      <p:sp>
        <p:nvSpPr>
          <p:cNvPr id="83" name="Rectangle 66"/>
          <p:cNvSpPr>
            <a:spLocks noChangeArrowheads="1"/>
          </p:cNvSpPr>
          <p:nvPr/>
        </p:nvSpPr>
        <p:spPr bwMode="auto">
          <a:xfrm>
            <a:off x="4317156" y="1562975"/>
            <a:ext cx="1767012"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lvl="0" algn="just" fontAlgn="base">
              <a:spcBef>
                <a:spcPct val="0"/>
              </a:spcBef>
              <a:spcAft>
                <a:spcPct val="0"/>
              </a:spcAft>
            </a:pPr>
            <a:r>
              <a:rPr lang="zh-CN" altLang="en-US" sz="1000" dirty="0">
                <a:solidFill>
                  <a:schemeClr val="bg1">
                    <a:lumMod val="50000"/>
                  </a:schemeClr>
                </a:solidFill>
                <a:latin typeface="Arial" pitchFamily="34" charset="0"/>
                <a:ea typeface="微软雅黑" pitchFamily="34" charset="-122"/>
              </a:rPr>
              <a:t>此处可输入相关说明文本内容，或者复制文本内容后粘贴，并选择只保留文字。文本内容建议简洁明了、提纲挈领，尽量保持整体风格统一</a:t>
            </a:r>
            <a:r>
              <a:rPr lang="zh-CN" altLang="en-US" sz="1000" dirty="0">
                <a:solidFill>
                  <a:prstClr val="black">
                    <a:lumMod val="50000"/>
                    <a:lumOff val="50000"/>
                  </a:prstClr>
                </a:solidFill>
                <a:latin typeface="Arial" pitchFamily="34" charset="0"/>
                <a:ea typeface="微软雅黑" pitchFamily="34" charset="-122"/>
              </a:rPr>
              <a:t>。</a:t>
            </a:r>
            <a:endParaRPr lang="zh-CN" altLang="zh-CN" sz="1000" dirty="0">
              <a:solidFill>
                <a:prstClr val="black">
                  <a:lumMod val="50000"/>
                  <a:lumOff val="50000"/>
                </a:prstClr>
              </a:solidFill>
              <a:latin typeface="Arial" pitchFamily="34" charset="0"/>
              <a:ea typeface="微软雅黑" pitchFamily="34" charset="-122"/>
            </a:endParaRPr>
          </a:p>
        </p:txBody>
      </p:sp>
      <p:sp>
        <p:nvSpPr>
          <p:cNvPr id="84" name="圆角矩形 83"/>
          <p:cNvSpPr/>
          <p:nvPr/>
        </p:nvSpPr>
        <p:spPr>
          <a:xfrm>
            <a:off x="4674475" y="1232552"/>
            <a:ext cx="1052375" cy="246226"/>
          </a:xfrm>
          <a:prstGeom prst="roundRect">
            <a:avLst>
              <a:gd name="adj" fmla="val 0"/>
            </a:avLst>
          </a:prstGeom>
          <a:solidFill>
            <a:srgbClr val="37B0E8"/>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ln w="6350">
                  <a:noFill/>
                </a:ln>
                <a:solidFill>
                  <a:schemeClr val="bg1"/>
                </a:solidFill>
                <a:latin typeface="Impact" pitchFamily="34" charset="0"/>
                <a:ea typeface="微软雅黑" pitchFamily="34" charset="-122"/>
              </a:rPr>
              <a:t>添加关键词</a:t>
            </a:r>
          </a:p>
        </p:txBody>
      </p:sp>
      <p:pic>
        <p:nvPicPr>
          <p:cNvPr id="85" name="图片 8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643649" y="714563"/>
            <a:ext cx="1568698" cy="699598"/>
          </a:xfrm>
          <a:prstGeom prst="rect">
            <a:avLst/>
          </a:prstGeom>
        </p:spPr>
      </p:pic>
    </p:spTree>
  </p:cSld>
  <p:clrMapOvr>
    <a:masterClrMapping/>
  </p:clrMapOvr>
  <p:transition spd="slow">
    <p:push dir="u"/>
  </p:transition>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withEffect">
                                      <p:stCondLst>
                                        <p:cond delay="0"/>
                                      </p:stCondLst>
                                      <p:childTnLst>
                                        <p:set>
                                          <p:cBhvr>
                                            <p:cTn id="6" dur="1" fill="hold">
                                              <p:stCondLst>
                                                <p:cond delay="0"/>
                                              </p:stCondLst>
                                            </p:cTn>
                                            <p:tgtEl>
                                              <p:spTgt spid="67"/>
                                            </p:tgtEl>
                                            <p:attrNameLst>
                                              <p:attrName>style.visibility</p:attrName>
                                            </p:attrNameLst>
                                          </p:cBhvr>
                                          <p:to>
                                            <p:strVal val="visible"/>
                                          </p:to>
                                        </p:set>
                                        <p:animEffect transition="in" filter="fade">
                                          <p:cBhvr>
                                            <p:cTn id="7" dur="500"/>
                                            <p:tgtEl>
                                              <p:spTgt spid="67"/>
                                            </p:tgtEl>
                                          </p:cBhvr>
                                        </p:animEffect>
                                        <p:anim calcmode="lin" valueType="num">
                                          <p:cBhvr>
                                            <p:cTn id="8" dur="500" fill="hold"/>
                                            <p:tgtEl>
                                              <p:spTgt spid="67"/>
                                            </p:tgtEl>
                                            <p:attrNameLst>
                                              <p:attrName>ppt_x</p:attrName>
                                            </p:attrNameLst>
                                          </p:cBhvr>
                                          <p:tavLst>
                                            <p:tav tm="0">
                                              <p:val>
                                                <p:strVal val="#ppt_x"/>
                                              </p:val>
                                            </p:tav>
                                            <p:tav tm="100000">
                                              <p:val>
                                                <p:strVal val="#ppt_x"/>
                                              </p:val>
                                            </p:tav>
                                          </p:tavLst>
                                        </p:anim>
                                        <p:anim calcmode="lin" valueType="num">
                                          <p:cBhvr>
                                            <p:cTn id="9" dur="500" fill="hold"/>
                                            <p:tgtEl>
                                              <p:spTgt spid="67"/>
                                            </p:tgtEl>
                                            <p:attrNameLst>
                                              <p:attrName>ppt_y</p:attrName>
                                            </p:attrNameLst>
                                          </p:cBhvr>
                                          <p:tavLst>
                                            <p:tav tm="0">
                                              <p:val>
                                                <p:strVal val="#ppt_y-.1"/>
                                              </p:val>
                                            </p:tav>
                                            <p:tav tm="100000">
                                              <p:val>
                                                <p:strVal val="#ppt_y"/>
                                              </p:val>
                                            </p:tav>
                                          </p:tavLst>
                                        </p:anim>
                                      </p:childTnLst>
                                    </p:cTn>
                                  </p:par>
                                  <p:par>
                                    <p:cTn id="10" presetID="23" presetClass="entr" presetSubtype="16" fill="hold" grpId="0" nodeType="withEffect">
                                      <p:stCondLst>
                                        <p:cond delay="500"/>
                                      </p:stCondLst>
                                      <p:childTnLst>
                                        <p:set>
                                          <p:cBhvr>
                                            <p:cTn id="11" dur="1" fill="hold">
                                              <p:stCondLst>
                                                <p:cond delay="0"/>
                                              </p:stCondLst>
                                            </p:cTn>
                                            <p:tgtEl>
                                              <p:spTgt spid="70"/>
                                            </p:tgtEl>
                                            <p:attrNameLst>
                                              <p:attrName>style.visibility</p:attrName>
                                            </p:attrNameLst>
                                          </p:cBhvr>
                                          <p:to>
                                            <p:strVal val="visible"/>
                                          </p:to>
                                        </p:set>
                                        <p:anim calcmode="lin" valueType="num">
                                          <p:cBhvr>
                                            <p:cTn id="12" dur="500" fill="hold"/>
                                            <p:tgtEl>
                                              <p:spTgt spid="70"/>
                                            </p:tgtEl>
                                            <p:attrNameLst>
                                              <p:attrName>ppt_w</p:attrName>
                                            </p:attrNameLst>
                                          </p:cBhvr>
                                          <p:tavLst>
                                            <p:tav tm="0">
                                              <p:val>
                                                <p:fltVal val="0"/>
                                              </p:val>
                                            </p:tav>
                                            <p:tav tm="100000">
                                              <p:val>
                                                <p:strVal val="#ppt_w"/>
                                              </p:val>
                                            </p:tav>
                                          </p:tavLst>
                                        </p:anim>
                                        <p:anim calcmode="lin" valueType="num">
                                          <p:cBhvr>
                                            <p:cTn id="13" dur="500" fill="hold"/>
                                            <p:tgtEl>
                                              <p:spTgt spid="70"/>
                                            </p:tgtEl>
                                            <p:attrNameLst>
                                              <p:attrName>ppt_h</p:attrName>
                                            </p:attrNameLst>
                                          </p:cBhvr>
                                          <p:tavLst>
                                            <p:tav tm="0">
                                              <p:val>
                                                <p:fltVal val="0"/>
                                              </p:val>
                                            </p:tav>
                                            <p:tav tm="100000">
                                              <p:val>
                                                <p:strVal val="#ppt_h"/>
                                              </p:val>
                                            </p:tav>
                                          </p:tavLst>
                                        </p:anim>
                                      </p:childTnLst>
                                    </p:cTn>
                                  </p:par>
                                  <p:par>
                                    <p:cTn id="14" presetID="47" presetClass="entr" presetSubtype="0" fill="hold" nodeType="withEffect">
                                      <p:stCondLst>
                                        <p:cond delay="100"/>
                                      </p:stCondLst>
                                      <p:childTnLst>
                                        <p:set>
                                          <p:cBhvr>
                                            <p:cTn id="15" dur="1" fill="hold">
                                              <p:stCondLst>
                                                <p:cond delay="0"/>
                                              </p:stCondLst>
                                            </p:cTn>
                                            <p:tgtEl>
                                              <p:spTgt spid="61"/>
                                            </p:tgtEl>
                                            <p:attrNameLst>
                                              <p:attrName>style.visibility</p:attrName>
                                            </p:attrNameLst>
                                          </p:cBhvr>
                                          <p:to>
                                            <p:strVal val="visible"/>
                                          </p:to>
                                        </p:set>
                                        <p:animEffect transition="in" filter="fade">
                                          <p:cBhvr>
                                            <p:cTn id="16" dur="500"/>
                                            <p:tgtEl>
                                              <p:spTgt spid="61"/>
                                            </p:tgtEl>
                                          </p:cBhvr>
                                        </p:animEffect>
                                        <p:anim calcmode="lin" valueType="num">
                                          <p:cBhvr>
                                            <p:cTn id="17" dur="500" fill="hold"/>
                                            <p:tgtEl>
                                              <p:spTgt spid="61"/>
                                            </p:tgtEl>
                                            <p:attrNameLst>
                                              <p:attrName>ppt_x</p:attrName>
                                            </p:attrNameLst>
                                          </p:cBhvr>
                                          <p:tavLst>
                                            <p:tav tm="0">
                                              <p:val>
                                                <p:strVal val="#ppt_x"/>
                                              </p:val>
                                            </p:tav>
                                            <p:tav tm="100000">
                                              <p:val>
                                                <p:strVal val="#ppt_x"/>
                                              </p:val>
                                            </p:tav>
                                          </p:tavLst>
                                        </p:anim>
                                        <p:anim calcmode="lin" valueType="num">
                                          <p:cBhvr>
                                            <p:cTn id="18" dur="500" fill="hold"/>
                                            <p:tgtEl>
                                              <p:spTgt spid="61"/>
                                            </p:tgtEl>
                                            <p:attrNameLst>
                                              <p:attrName>ppt_y</p:attrName>
                                            </p:attrNameLst>
                                          </p:cBhvr>
                                          <p:tavLst>
                                            <p:tav tm="0">
                                              <p:val>
                                                <p:strVal val="#ppt_y-.1"/>
                                              </p:val>
                                            </p:tav>
                                            <p:tav tm="100000">
                                              <p:val>
                                                <p:strVal val="#ppt_y"/>
                                              </p:val>
                                            </p:tav>
                                          </p:tavLst>
                                        </p:anim>
                                      </p:childTnLst>
                                    </p:cTn>
                                  </p:par>
                                  <p:par>
                                    <p:cTn id="19" presetID="23" presetClass="entr" presetSubtype="16" fill="hold" grpId="0" nodeType="withEffect">
                                      <p:stCondLst>
                                        <p:cond delay="600"/>
                                      </p:stCondLst>
                                      <p:childTnLst>
                                        <p:set>
                                          <p:cBhvr>
                                            <p:cTn id="20" dur="1" fill="hold">
                                              <p:stCondLst>
                                                <p:cond delay="0"/>
                                              </p:stCondLst>
                                            </p:cTn>
                                            <p:tgtEl>
                                              <p:spTgt spid="71"/>
                                            </p:tgtEl>
                                            <p:attrNameLst>
                                              <p:attrName>style.visibility</p:attrName>
                                            </p:attrNameLst>
                                          </p:cBhvr>
                                          <p:to>
                                            <p:strVal val="visible"/>
                                          </p:to>
                                        </p:set>
                                        <p:anim calcmode="lin" valueType="num">
                                          <p:cBhvr>
                                            <p:cTn id="21" dur="500" fill="hold"/>
                                            <p:tgtEl>
                                              <p:spTgt spid="71"/>
                                            </p:tgtEl>
                                            <p:attrNameLst>
                                              <p:attrName>ppt_w</p:attrName>
                                            </p:attrNameLst>
                                          </p:cBhvr>
                                          <p:tavLst>
                                            <p:tav tm="0">
                                              <p:val>
                                                <p:fltVal val="0"/>
                                              </p:val>
                                            </p:tav>
                                            <p:tav tm="100000">
                                              <p:val>
                                                <p:strVal val="#ppt_w"/>
                                              </p:val>
                                            </p:tav>
                                          </p:tavLst>
                                        </p:anim>
                                        <p:anim calcmode="lin" valueType="num">
                                          <p:cBhvr>
                                            <p:cTn id="22" dur="500" fill="hold"/>
                                            <p:tgtEl>
                                              <p:spTgt spid="71"/>
                                            </p:tgtEl>
                                            <p:attrNameLst>
                                              <p:attrName>ppt_h</p:attrName>
                                            </p:attrNameLst>
                                          </p:cBhvr>
                                          <p:tavLst>
                                            <p:tav tm="0">
                                              <p:val>
                                                <p:fltVal val="0"/>
                                              </p:val>
                                            </p:tav>
                                            <p:tav tm="100000">
                                              <p:val>
                                                <p:strVal val="#ppt_h"/>
                                              </p:val>
                                            </p:tav>
                                          </p:tavLst>
                                        </p:anim>
                                      </p:childTnLst>
                                    </p:cTn>
                                  </p:par>
                                  <p:par>
                                    <p:cTn id="23" presetID="47" presetClass="entr" presetSubtype="0" fill="hold" nodeType="withEffect">
                                      <p:stCondLst>
                                        <p:cond delay="200"/>
                                      </p:stCondLst>
                                      <p:childTnLst>
                                        <p:set>
                                          <p:cBhvr>
                                            <p:cTn id="24" dur="1" fill="hold">
                                              <p:stCondLst>
                                                <p:cond delay="0"/>
                                              </p:stCondLst>
                                            </p:cTn>
                                            <p:tgtEl>
                                              <p:spTgt spid="64"/>
                                            </p:tgtEl>
                                            <p:attrNameLst>
                                              <p:attrName>style.visibility</p:attrName>
                                            </p:attrNameLst>
                                          </p:cBhvr>
                                          <p:to>
                                            <p:strVal val="visible"/>
                                          </p:to>
                                        </p:set>
                                        <p:animEffect transition="in" filter="fade">
                                          <p:cBhvr>
                                            <p:cTn id="25" dur="500"/>
                                            <p:tgtEl>
                                              <p:spTgt spid="64"/>
                                            </p:tgtEl>
                                          </p:cBhvr>
                                        </p:animEffect>
                                        <p:anim calcmode="lin" valueType="num">
                                          <p:cBhvr>
                                            <p:cTn id="26" dur="500" fill="hold"/>
                                            <p:tgtEl>
                                              <p:spTgt spid="64"/>
                                            </p:tgtEl>
                                            <p:attrNameLst>
                                              <p:attrName>ppt_x</p:attrName>
                                            </p:attrNameLst>
                                          </p:cBhvr>
                                          <p:tavLst>
                                            <p:tav tm="0">
                                              <p:val>
                                                <p:strVal val="#ppt_x"/>
                                              </p:val>
                                            </p:tav>
                                            <p:tav tm="100000">
                                              <p:val>
                                                <p:strVal val="#ppt_x"/>
                                              </p:val>
                                            </p:tav>
                                          </p:tavLst>
                                        </p:anim>
                                        <p:anim calcmode="lin" valueType="num">
                                          <p:cBhvr>
                                            <p:cTn id="27" dur="500" fill="hold"/>
                                            <p:tgtEl>
                                              <p:spTgt spid="64"/>
                                            </p:tgtEl>
                                            <p:attrNameLst>
                                              <p:attrName>ppt_y</p:attrName>
                                            </p:attrNameLst>
                                          </p:cBhvr>
                                          <p:tavLst>
                                            <p:tav tm="0">
                                              <p:val>
                                                <p:strVal val="#ppt_y-.1"/>
                                              </p:val>
                                            </p:tav>
                                            <p:tav tm="100000">
                                              <p:val>
                                                <p:strVal val="#ppt_y"/>
                                              </p:val>
                                            </p:tav>
                                          </p:tavLst>
                                        </p:anim>
                                      </p:childTnLst>
                                    </p:cTn>
                                  </p:par>
                                  <p:par>
                                    <p:cTn id="28" presetID="23" presetClass="entr" presetSubtype="16" fill="hold" grpId="0" nodeType="withEffect">
                                      <p:stCondLst>
                                        <p:cond delay="700"/>
                                      </p:stCondLst>
                                      <p:childTnLst>
                                        <p:set>
                                          <p:cBhvr>
                                            <p:cTn id="29" dur="1" fill="hold">
                                              <p:stCondLst>
                                                <p:cond delay="0"/>
                                              </p:stCondLst>
                                            </p:cTn>
                                            <p:tgtEl>
                                              <p:spTgt spid="74"/>
                                            </p:tgtEl>
                                            <p:attrNameLst>
                                              <p:attrName>style.visibility</p:attrName>
                                            </p:attrNameLst>
                                          </p:cBhvr>
                                          <p:to>
                                            <p:strVal val="visible"/>
                                          </p:to>
                                        </p:set>
                                        <p:anim calcmode="lin" valueType="num">
                                          <p:cBhvr>
                                            <p:cTn id="30" dur="500" fill="hold"/>
                                            <p:tgtEl>
                                              <p:spTgt spid="74"/>
                                            </p:tgtEl>
                                            <p:attrNameLst>
                                              <p:attrName>ppt_w</p:attrName>
                                            </p:attrNameLst>
                                          </p:cBhvr>
                                          <p:tavLst>
                                            <p:tav tm="0">
                                              <p:val>
                                                <p:fltVal val="0"/>
                                              </p:val>
                                            </p:tav>
                                            <p:tav tm="100000">
                                              <p:val>
                                                <p:strVal val="#ppt_w"/>
                                              </p:val>
                                            </p:tav>
                                          </p:tavLst>
                                        </p:anim>
                                        <p:anim calcmode="lin" valueType="num">
                                          <p:cBhvr>
                                            <p:cTn id="31" dur="500" fill="hold"/>
                                            <p:tgtEl>
                                              <p:spTgt spid="74"/>
                                            </p:tgtEl>
                                            <p:attrNameLst>
                                              <p:attrName>ppt_h</p:attrName>
                                            </p:attrNameLst>
                                          </p:cBhvr>
                                          <p:tavLst>
                                            <p:tav tm="0">
                                              <p:val>
                                                <p:fltVal val="0"/>
                                              </p:val>
                                            </p:tav>
                                            <p:tav tm="100000">
                                              <p:val>
                                                <p:strVal val="#ppt_h"/>
                                              </p:val>
                                            </p:tav>
                                          </p:tavLst>
                                        </p:anim>
                                      </p:childTnLst>
                                    </p:cTn>
                                  </p:par>
                                  <p:par>
                                    <p:cTn id="32" presetID="47" presetClass="entr" presetSubtype="0" fill="hold" nodeType="withEffect">
                                      <p:stCondLst>
                                        <p:cond delay="300"/>
                                      </p:stCondLst>
                                      <p:childTnLst>
                                        <p:set>
                                          <p:cBhvr>
                                            <p:cTn id="33" dur="1" fill="hold">
                                              <p:stCondLst>
                                                <p:cond delay="0"/>
                                              </p:stCondLst>
                                            </p:cTn>
                                            <p:tgtEl>
                                              <p:spTgt spid="55"/>
                                            </p:tgtEl>
                                            <p:attrNameLst>
                                              <p:attrName>style.visibility</p:attrName>
                                            </p:attrNameLst>
                                          </p:cBhvr>
                                          <p:to>
                                            <p:strVal val="visible"/>
                                          </p:to>
                                        </p:set>
                                        <p:animEffect transition="in" filter="fade">
                                          <p:cBhvr>
                                            <p:cTn id="34" dur="500"/>
                                            <p:tgtEl>
                                              <p:spTgt spid="55"/>
                                            </p:tgtEl>
                                          </p:cBhvr>
                                        </p:animEffect>
                                        <p:anim calcmode="lin" valueType="num">
                                          <p:cBhvr>
                                            <p:cTn id="35" dur="500" fill="hold"/>
                                            <p:tgtEl>
                                              <p:spTgt spid="55"/>
                                            </p:tgtEl>
                                            <p:attrNameLst>
                                              <p:attrName>ppt_x</p:attrName>
                                            </p:attrNameLst>
                                          </p:cBhvr>
                                          <p:tavLst>
                                            <p:tav tm="0">
                                              <p:val>
                                                <p:strVal val="#ppt_x"/>
                                              </p:val>
                                            </p:tav>
                                            <p:tav tm="100000">
                                              <p:val>
                                                <p:strVal val="#ppt_x"/>
                                              </p:val>
                                            </p:tav>
                                          </p:tavLst>
                                        </p:anim>
                                        <p:anim calcmode="lin" valueType="num">
                                          <p:cBhvr>
                                            <p:cTn id="36" dur="500" fill="hold"/>
                                            <p:tgtEl>
                                              <p:spTgt spid="55"/>
                                            </p:tgtEl>
                                            <p:attrNameLst>
                                              <p:attrName>ppt_y</p:attrName>
                                            </p:attrNameLst>
                                          </p:cBhvr>
                                          <p:tavLst>
                                            <p:tav tm="0">
                                              <p:val>
                                                <p:strVal val="#ppt_y-.1"/>
                                              </p:val>
                                            </p:tav>
                                            <p:tav tm="100000">
                                              <p:val>
                                                <p:strVal val="#ppt_y"/>
                                              </p:val>
                                            </p:tav>
                                          </p:tavLst>
                                        </p:anim>
                                      </p:childTnLst>
                                    </p:cTn>
                                  </p:par>
                                  <p:par>
                                    <p:cTn id="37" presetID="23" presetClass="entr" presetSubtype="16" fill="hold" grpId="0" nodeType="withEffect">
                                      <p:stCondLst>
                                        <p:cond delay="800"/>
                                      </p:stCondLst>
                                      <p:childTnLst>
                                        <p:set>
                                          <p:cBhvr>
                                            <p:cTn id="38" dur="1" fill="hold">
                                              <p:stCondLst>
                                                <p:cond delay="0"/>
                                              </p:stCondLst>
                                            </p:cTn>
                                            <p:tgtEl>
                                              <p:spTgt spid="72"/>
                                            </p:tgtEl>
                                            <p:attrNameLst>
                                              <p:attrName>style.visibility</p:attrName>
                                            </p:attrNameLst>
                                          </p:cBhvr>
                                          <p:to>
                                            <p:strVal val="visible"/>
                                          </p:to>
                                        </p:set>
                                        <p:anim calcmode="lin" valueType="num">
                                          <p:cBhvr>
                                            <p:cTn id="39" dur="500" fill="hold"/>
                                            <p:tgtEl>
                                              <p:spTgt spid="72"/>
                                            </p:tgtEl>
                                            <p:attrNameLst>
                                              <p:attrName>ppt_w</p:attrName>
                                            </p:attrNameLst>
                                          </p:cBhvr>
                                          <p:tavLst>
                                            <p:tav tm="0">
                                              <p:val>
                                                <p:fltVal val="0"/>
                                              </p:val>
                                            </p:tav>
                                            <p:tav tm="100000">
                                              <p:val>
                                                <p:strVal val="#ppt_w"/>
                                              </p:val>
                                            </p:tav>
                                          </p:tavLst>
                                        </p:anim>
                                        <p:anim calcmode="lin" valueType="num">
                                          <p:cBhvr>
                                            <p:cTn id="40" dur="500" fill="hold"/>
                                            <p:tgtEl>
                                              <p:spTgt spid="72"/>
                                            </p:tgtEl>
                                            <p:attrNameLst>
                                              <p:attrName>ppt_h</p:attrName>
                                            </p:attrNameLst>
                                          </p:cBhvr>
                                          <p:tavLst>
                                            <p:tav tm="0">
                                              <p:val>
                                                <p:fltVal val="0"/>
                                              </p:val>
                                            </p:tav>
                                            <p:tav tm="100000">
                                              <p:val>
                                                <p:strVal val="#ppt_h"/>
                                              </p:val>
                                            </p:tav>
                                          </p:tavLst>
                                        </p:anim>
                                      </p:childTnLst>
                                    </p:cTn>
                                  </p:par>
                                  <p:par>
                                    <p:cTn id="41" presetID="47" presetClass="entr" presetSubtype="0" fill="hold" nodeType="withEffect">
                                      <p:stCondLst>
                                        <p:cond delay="400"/>
                                      </p:stCondLst>
                                      <p:childTnLst>
                                        <p:set>
                                          <p:cBhvr>
                                            <p:cTn id="42" dur="1" fill="hold">
                                              <p:stCondLst>
                                                <p:cond delay="0"/>
                                              </p:stCondLst>
                                            </p:cTn>
                                            <p:tgtEl>
                                              <p:spTgt spid="58"/>
                                            </p:tgtEl>
                                            <p:attrNameLst>
                                              <p:attrName>style.visibility</p:attrName>
                                            </p:attrNameLst>
                                          </p:cBhvr>
                                          <p:to>
                                            <p:strVal val="visible"/>
                                          </p:to>
                                        </p:set>
                                        <p:animEffect transition="in" filter="fade">
                                          <p:cBhvr>
                                            <p:cTn id="43" dur="500"/>
                                            <p:tgtEl>
                                              <p:spTgt spid="58"/>
                                            </p:tgtEl>
                                          </p:cBhvr>
                                        </p:animEffect>
                                        <p:anim calcmode="lin" valueType="num">
                                          <p:cBhvr>
                                            <p:cTn id="44" dur="500" fill="hold"/>
                                            <p:tgtEl>
                                              <p:spTgt spid="58"/>
                                            </p:tgtEl>
                                            <p:attrNameLst>
                                              <p:attrName>ppt_x</p:attrName>
                                            </p:attrNameLst>
                                          </p:cBhvr>
                                          <p:tavLst>
                                            <p:tav tm="0">
                                              <p:val>
                                                <p:strVal val="#ppt_x"/>
                                              </p:val>
                                            </p:tav>
                                            <p:tav tm="100000">
                                              <p:val>
                                                <p:strVal val="#ppt_x"/>
                                              </p:val>
                                            </p:tav>
                                          </p:tavLst>
                                        </p:anim>
                                        <p:anim calcmode="lin" valueType="num">
                                          <p:cBhvr>
                                            <p:cTn id="45" dur="500" fill="hold"/>
                                            <p:tgtEl>
                                              <p:spTgt spid="58"/>
                                            </p:tgtEl>
                                            <p:attrNameLst>
                                              <p:attrName>ppt_y</p:attrName>
                                            </p:attrNameLst>
                                          </p:cBhvr>
                                          <p:tavLst>
                                            <p:tav tm="0">
                                              <p:val>
                                                <p:strVal val="#ppt_y-.1"/>
                                              </p:val>
                                            </p:tav>
                                            <p:tav tm="100000">
                                              <p:val>
                                                <p:strVal val="#ppt_y"/>
                                              </p:val>
                                            </p:tav>
                                          </p:tavLst>
                                        </p:anim>
                                      </p:childTnLst>
                                    </p:cTn>
                                  </p:par>
                                  <p:par>
                                    <p:cTn id="46" presetID="23" presetClass="entr" presetSubtype="16" fill="hold" grpId="0" nodeType="withEffect">
                                      <p:stCondLst>
                                        <p:cond delay="900"/>
                                      </p:stCondLst>
                                      <p:childTnLst>
                                        <p:set>
                                          <p:cBhvr>
                                            <p:cTn id="47" dur="1" fill="hold">
                                              <p:stCondLst>
                                                <p:cond delay="0"/>
                                              </p:stCondLst>
                                            </p:cTn>
                                            <p:tgtEl>
                                              <p:spTgt spid="73"/>
                                            </p:tgtEl>
                                            <p:attrNameLst>
                                              <p:attrName>style.visibility</p:attrName>
                                            </p:attrNameLst>
                                          </p:cBhvr>
                                          <p:to>
                                            <p:strVal val="visible"/>
                                          </p:to>
                                        </p:set>
                                        <p:anim calcmode="lin" valueType="num">
                                          <p:cBhvr>
                                            <p:cTn id="48" dur="500" fill="hold"/>
                                            <p:tgtEl>
                                              <p:spTgt spid="73"/>
                                            </p:tgtEl>
                                            <p:attrNameLst>
                                              <p:attrName>ppt_w</p:attrName>
                                            </p:attrNameLst>
                                          </p:cBhvr>
                                          <p:tavLst>
                                            <p:tav tm="0">
                                              <p:val>
                                                <p:fltVal val="0"/>
                                              </p:val>
                                            </p:tav>
                                            <p:tav tm="100000">
                                              <p:val>
                                                <p:strVal val="#ppt_w"/>
                                              </p:val>
                                            </p:tav>
                                          </p:tavLst>
                                        </p:anim>
                                        <p:anim calcmode="lin" valueType="num">
                                          <p:cBhvr>
                                            <p:cTn id="49" dur="500" fill="hold"/>
                                            <p:tgtEl>
                                              <p:spTgt spid="73"/>
                                            </p:tgtEl>
                                            <p:attrNameLst>
                                              <p:attrName>ppt_h</p:attrName>
                                            </p:attrNameLst>
                                          </p:cBhvr>
                                          <p:tavLst>
                                            <p:tav tm="0">
                                              <p:val>
                                                <p:fltVal val="0"/>
                                              </p:val>
                                            </p:tav>
                                            <p:tav tm="100000">
                                              <p:val>
                                                <p:strVal val="#ppt_h"/>
                                              </p:val>
                                            </p:tav>
                                          </p:tavLst>
                                        </p:anim>
                                      </p:childTnLst>
                                    </p:cTn>
                                  </p:par>
                                  <p:par>
                                    <p:cTn id="50" presetID="2" presetClass="entr" presetSubtype="2" fill="hold" grpId="0" nodeType="withEffect" p14:presetBounceEnd="60000">
                                      <p:stCondLst>
                                        <p:cond delay="1400"/>
                                      </p:stCondLst>
                                      <p:childTnLst>
                                        <p:set>
                                          <p:cBhvr>
                                            <p:cTn id="51" dur="1" fill="hold">
                                              <p:stCondLst>
                                                <p:cond delay="0"/>
                                              </p:stCondLst>
                                            </p:cTn>
                                            <p:tgtEl>
                                              <p:spTgt spid="76"/>
                                            </p:tgtEl>
                                            <p:attrNameLst>
                                              <p:attrName>style.visibility</p:attrName>
                                            </p:attrNameLst>
                                          </p:cBhvr>
                                          <p:to>
                                            <p:strVal val="visible"/>
                                          </p:to>
                                        </p:set>
                                        <p:anim calcmode="lin" valueType="num" p14:bounceEnd="60000">
                                          <p:cBhvr additive="base">
                                            <p:cTn id="52" dur="500" fill="hold"/>
                                            <p:tgtEl>
                                              <p:spTgt spid="76"/>
                                            </p:tgtEl>
                                            <p:attrNameLst>
                                              <p:attrName>ppt_x</p:attrName>
                                            </p:attrNameLst>
                                          </p:cBhvr>
                                          <p:tavLst>
                                            <p:tav tm="0">
                                              <p:val>
                                                <p:strVal val="1+#ppt_w/2"/>
                                              </p:val>
                                            </p:tav>
                                            <p:tav tm="100000">
                                              <p:val>
                                                <p:strVal val="#ppt_x"/>
                                              </p:val>
                                            </p:tav>
                                          </p:tavLst>
                                        </p:anim>
                                        <p:anim calcmode="lin" valueType="num" p14:bounceEnd="60000">
                                          <p:cBhvr additive="base">
                                            <p:cTn id="53" dur="500" fill="hold"/>
                                            <p:tgtEl>
                                              <p:spTgt spid="76"/>
                                            </p:tgtEl>
                                            <p:attrNameLst>
                                              <p:attrName>ppt_y</p:attrName>
                                            </p:attrNameLst>
                                          </p:cBhvr>
                                          <p:tavLst>
                                            <p:tav tm="0">
                                              <p:val>
                                                <p:strVal val="#ppt_y"/>
                                              </p:val>
                                            </p:tav>
                                            <p:tav tm="100000">
                                              <p:val>
                                                <p:strVal val="#ppt_y"/>
                                              </p:val>
                                            </p:tav>
                                          </p:tavLst>
                                        </p:anim>
                                      </p:childTnLst>
                                    </p:cTn>
                                  </p:par>
                                  <p:par>
                                    <p:cTn id="54" presetID="55" presetClass="entr" presetSubtype="0" fill="hold" grpId="0" nodeType="withEffect">
                                      <p:stCondLst>
                                        <p:cond delay="1700"/>
                                      </p:stCondLst>
                                      <p:childTnLst>
                                        <p:set>
                                          <p:cBhvr>
                                            <p:cTn id="55" dur="1" fill="hold">
                                              <p:stCondLst>
                                                <p:cond delay="0"/>
                                              </p:stCondLst>
                                            </p:cTn>
                                            <p:tgtEl>
                                              <p:spTgt spid="75"/>
                                            </p:tgtEl>
                                            <p:attrNameLst>
                                              <p:attrName>style.visibility</p:attrName>
                                            </p:attrNameLst>
                                          </p:cBhvr>
                                          <p:to>
                                            <p:strVal val="visible"/>
                                          </p:to>
                                        </p:set>
                                        <p:anim calcmode="lin" valueType="num">
                                          <p:cBhvr>
                                            <p:cTn id="56" dur="500" fill="hold"/>
                                            <p:tgtEl>
                                              <p:spTgt spid="75"/>
                                            </p:tgtEl>
                                            <p:attrNameLst>
                                              <p:attrName>ppt_w</p:attrName>
                                            </p:attrNameLst>
                                          </p:cBhvr>
                                          <p:tavLst>
                                            <p:tav tm="0">
                                              <p:val>
                                                <p:strVal val="#ppt_w*0.70"/>
                                              </p:val>
                                            </p:tav>
                                            <p:tav tm="100000">
                                              <p:val>
                                                <p:strVal val="#ppt_w"/>
                                              </p:val>
                                            </p:tav>
                                          </p:tavLst>
                                        </p:anim>
                                        <p:anim calcmode="lin" valueType="num">
                                          <p:cBhvr>
                                            <p:cTn id="57" dur="500" fill="hold"/>
                                            <p:tgtEl>
                                              <p:spTgt spid="75"/>
                                            </p:tgtEl>
                                            <p:attrNameLst>
                                              <p:attrName>ppt_h</p:attrName>
                                            </p:attrNameLst>
                                          </p:cBhvr>
                                          <p:tavLst>
                                            <p:tav tm="0">
                                              <p:val>
                                                <p:strVal val="#ppt_h"/>
                                              </p:val>
                                            </p:tav>
                                            <p:tav tm="100000">
                                              <p:val>
                                                <p:strVal val="#ppt_h"/>
                                              </p:val>
                                            </p:tav>
                                          </p:tavLst>
                                        </p:anim>
                                        <p:animEffect transition="in" filter="fade">
                                          <p:cBhvr>
                                            <p:cTn id="58" dur="500"/>
                                            <p:tgtEl>
                                              <p:spTgt spid="75"/>
                                            </p:tgtEl>
                                          </p:cBhvr>
                                        </p:animEffect>
                                      </p:childTnLst>
                                    </p:cTn>
                                  </p:par>
                                  <p:par>
                                    <p:cTn id="59" presetID="2" presetClass="entr" presetSubtype="2" fill="hold" grpId="0" nodeType="withEffect" p14:presetBounceEnd="60000">
                                      <p:stCondLst>
                                        <p:cond delay="1400"/>
                                      </p:stCondLst>
                                      <p:childTnLst>
                                        <p:set>
                                          <p:cBhvr>
                                            <p:cTn id="60" dur="1" fill="hold">
                                              <p:stCondLst>
                                                <p:cond delay="0"/>
                                              </p:stCondLst>
                                            </p:cTn>
                                            <p:tgtEl>
                                              <p:spTgt spid="78"/>
                                            </p:tgtEl>
                                            <p:attrNameLst>
                                              <p:attrName>style.visibility</p:attrName>
                                            </p:attrNameLst>
                                          </p:cBhvr>
                                          <p:to>
                                            <p:strVal val="visible"/>
                                          </p:to>
                                        </p:set>
                                        <p:anim calcmode="lin" valueType="num" p14:bounceEnd="60000">
                                          <p:cBhvr additive="base">
                                            <p:cTn id="61" dur="500" fill="hold"/>
                                            <p:tgtEl>
                                              <p:spTgt spid="78"/>
                                            </p:tgtEl>
                                            <p:attrNameLst>
                                              <p:attrName>ppt_x</p:attrName>
                                            </p:attrNameLst>
                                          </p:cBhvr>
                                          <p:tavLst>
                                            <p:tav tm="0">
                                              <p:val>
                                                <p:strVal val="1+#ppt_w/2"/>
                                              </p:val>
                                            </p:tav>
                                            <p:tav tm="100000">
                                              <p:val>
                                                <p:strVal val="#ppt_x"/>
                                              </p:val>
                                            </p:tav>
                                          </p:tavLst>
                                        </p:anim>
                                        <p:anim calcmode="lin" valueType="num" p14:bounceEnd="60000">
                                          <p:cBhvr additive="base">
                                            <p:cTn id="62" dur="500" fill="hold"/>
                                            <p:tgtEl>
                                              <p:spTgt spid="78"/>
                                            </p:tgtEl>
                                            <p:attrNameLst>
                                              <p:attrName>ppt_y</p:attrName>
                                            </p:attrNameLst>
                                          </p:cBhvr>
                                          <p:tavLst>
                                            <p:tav tm="0">
                                              <p:val>
                                                <p:strVal val="#ppt_y"/>
                                              </p:val>
                                            </p:tav>
                                            <p:tav tm="100000">
                                              <p:val>
                                                <p:strVal val="#ppt_y"/>
                                              </p:val>
                                            </p:tav>
                                          </p:tavLst>
                                        </p:anim>
                                      </p:childTnLst>
                                    </p:cTn>
                                  </p:par>
                                  <p:par>
                                    <p:cTn id="63" presetID="55" presetClass="entr" presetSubtype="0" fill="hold" grpId="0" nodeType="withEffect">
                                      <p:stCondLst>
                                        <p:cond delay="1700"/>
                                      </p:stCondLst>
                                      <p:childTnLst>
                                        <p:set>
                                          <p:cBhvr>
                                            <p:cTn id="64" dur="1" fill="hold">
                                              <p:stCondLst>
                                                <p:cond delay="0"/>
                                              </p:stCondLst>
                                            </p:cTn>
                                            <p:tgtEl>
                                              <p:spTgt spid="77"/>
                                            </p:tgtEl>
                                            <p:attrNameLst>
                                              <p:attrName>style.visibility</p:attrName>
                                            </p:attrNameLst>
                                          </p:cBhvr>
                                          <p:to>
                                            <p:strVal val="visible"/>
                                          </p:to>
                                        </p:set>
                                        <p:anim calcmode="lin" valueType="num">
                                          <p:cBhvr>
                                            <p:cTn id="65" dur="500" fill="hold"/>
                                            <p:tgtEl>
                                              <p:spTgt spid="77"/>
                                            </p:tgtEl>
                                            <p:attrNameLst>
                                              <p:attrName>ppt_w</p:attrName>
                                            </p:attrNameLst>
                                          </p:cBhvr>
                                          <p:tavLst>
                                            <p:tav tm="0">
                                              <p:val>
                                                <p:strVal val="#ppt_w*0.70"/>
                                              </p:val>
                                            </p:tav>
                                            <p:tav tm="100000">
                                              <p:val>
                                                <p:strVal val="#ppt_w"/>
                                              </p:val>
                                            </p:tav>
                                          </p:tavLst>
                                        </p:anim>
                                        <p:anim calcmode="lin" valueType="num">
                                          <p:cBhvr>
                                            <p:cTn id="66" dur="500" fill="hold"/>
                                            <p:tgtEl>
                                              <p:spTgt spid="77"/>
                                            </p:tgtEl>
                                            <p:attrNameLst>
                                              <p:attrName>ppt_h</p:attrName>
                                            </p:attrNameLst>
                                          </p:cBhvr>
                                          <p:tavLst>
                                            <p:tav tm="0">
                                              <p:val>
                                                <p:strVal val="#ppt_h"/>
                                              </p:val>
                                            </p:tav>
                                            <p:tav tm="100000">
                                              <p:val>
                                                <p:strVal val="#ppt_h"/>
                                              </p:val>
                                            </p:tav>
                                          </p:tavLst>
                                        </p:anim>
                                        <p:animEffect transition="in" filter="fade">
                                          <p:cBhvr>
                                            <p:cTn id="67" dur="500"/>
                                            <p:tgtEl>
                                              <p:spTgt spid="77"/>
                                            </p:tgtEl>
                                          </p:cBhvr>
                                        </p:animEffect>
                                      </p:childTnLst>
                                    </p:cTn>
                                  </p:par>
                                  <p:par>
                                    <p:cTn id="68" presetID="2" presetClass="entr" presetSubtype="8" fill="hold" grpId="0" nodeType="withEffect" p14:presetBounceEnd="60000">
                                      <p:stCondLst>
                                        <p:cond delay="1400"/>
                                      </p:stCondLst>
                                      <p:childTnLst>
                                        <p:set>
                                          <p:cBhvr>
                                            <p:cTn id="69" dur="1" fill="hold">
                                              <p:stCondLst>
                                                <p:cond delay="0"/>
                                              </p:stCondLst>
                                            </p:cTn>
                                            <p:tgtEl>
                                              <p:spTgt spid="80"/>
                                            </p:tgtEl>
                                            <p:attrNameLst>
                                              <p:attrName>style.visibility</p:attrName>
                                            </p:attrNameLst>
                                          </p:cBhvr>
                                          <p:to>
                                            <p:strVal val="visible"/>
                                          </p:to>
                                        </p:set>
                                        <p:anim calcmode="lin" valueType="num" p14:bounceEnd="60000">
                                          <p:cBhvr additive="base">
                                            <p:cTn id="70" dur="500" fill="hold"/>
                                            <p:tgtEl>
                                              <p:spTgt spid="80"/>
                                            </p:tgtEl>
                                            <p:attrNameLst>
                                              <p:attrName>ppt_x</p:attrName>
                                            </p:attrNameLst>
                                          </p:cBhvr>
                                          <p:tavLst>
                                            <p:tav tm="0">
                                              <p:val>
                                                <p:strVal val="0-#ppt_w/2"/>
                                              </p:val>
                                            </p:tav>
                                            <p:tav tm="100000">
                                              <p:val>
                                                <p:strVal val="#ppt_x"/>
                                              </p:val>
                                            </p:tav>
                                          </p:tavLst>
                                        </p:anim>
                                        <p:anim calcmode="lin" valueType="num" p14:bounceEnd="60000">
                                          <p:cBhvr additive="base">
                                            <p:cTn id="71" dur="500" fill="hold"/>
                                            <p:tgtEl>
                                              <p:spTgt spid="80"/>
                                            </p:tgtEl>
                                            <p:attrNameLst>
                                              <p:attrName>ppt_y</p:attrName>
                                            </p:attrNameLst>
                                          </p:cBhvr>
                                          <p:tavLst>
                                            <p:tav tm="0">
                                              <p:val>
                                                <p:strVal val="#ppt_y"/>
                                              </p:val>
                                            </p:tav>
                                            <p:tav tm="100000">
                                              <p:val>
                                                <p:strVal val="#ppt_y"/>
                                              </p:val>
                                            </p:tav>
                                          </p:tavLst>
                                        </p:anim>
                                      </p:childTnLst>
                                    </p:cTn>
                                  </p:par>
                                  <p:par>
                                    <p:cTn id="72" presetID="55" presetClass="entr" presetSubtype="0" fill="hold" grpId="0" nodeType="withEffect">
                                      <p:stCondLst>
                                        <p:cond delay="1700"/>
                                      </p:stCondLst>
                                      <p:childTnLst>
                                        <p:set>
                                          <p:cBhvr>
                                            <p:cTn id="73" dur="1" fill="hold">
                                              <p:stCondLst>
                                                <p:cond delay="0"/>
                                              </p:stCondLst>
                                            </p:cTn>
                                            <p:tgtEl>
                                              <p:spTgt spid="79"/>
                                            </p:tgtEl>
                                            <p:attrNameLst>
                                              <p:attrName>style.visibility</p:attrName>
                                            </p:attrNameLst>
                                          </p:cBhvr>
                                          <p:to>
                                            <p:strVal val="visible"/>
                                          </p:to>
                                        </p:set>
                                        <p:anim calcmode="lin" valueType="num">
                                          <p:cBhvr>
                                            <p:cTn id="74" dur="500" fill="hold"/>
                                            <p:tgtEl>
                                              <p:spTgt spid="79"/>
                                            </p:tgtEl>
                                            <p:attrNameLst>
                                              <p:attrName>ppt_w</p:attrName>
                                            </p:attrNameLst>
                                          </p:cBhvr>
                                          <p:tavLst>
                                            <p:tav tm="0">
                                              <p:val>
                                                <p:strVal val="#ppt_w*0.70"/>
                                              </p:val>
                                            </p:tav>
                                            <p:tav tm="100000">
                                              <p:val>
                                                <p:strVal val="#ppt_w"/>
                                              </p:val>
                                            </p:tav>
                                          </p:tavLst>
                                        </p:anim>
                                        <p:anim calcmode="lin" valueType="num">
                                          <p:cBhvr>
                                            <p:cTn id="75" dur="500" fill="hold"/>
                                            <p:tgtEl>
                                              <p:spTgt spid="79"/>
                                            </p:tgtEl>
                                            <p:attrNameLst>
                                              <p:attrName>ppt_h</p:attrName>
                                            </p:attrNameLst>
                                          </p:cBhvr>
                                          <p:tavLst>
                                            <p:tav tm="0">
                                              <p:val>
                                                <p:strVal val="#ppt_h"/>
                                              </p:val>
                                            </p:tav>
                                            <p:tav tm="100000">
                                              <p:val>
                                                <p:strVal val="#ppt_h"/>
                                              </p:val>
                                            </p:tav>
                                          </p:tavLst>
                                        </p:anim>
                                        <p:animEffect transition="in" filter="fade">
                                          <p:cBhvr>
                                            <p:cTn id="76" dur="500"/>
                                            <p:tgtEl>
                                              <p:spTgt spid="79"/>
                                            </p:tgtEl>
                                          </p:cBhvr>
                                        </p:animEffect>
                                      </p:childTnLst>
                                    </p:cTn>
                                  </p:par>
                                  <p:par>
                                    <p:cTn id="77" presetID="2" presetClass="entr" presetSubtype="8" fill="hold" grpId="0" nodeType="withEffect" p14:presetBounceEnd="60000">
                                      <p:stCondLst>
                                        <p:cond delay="1400"/>
                                      </p:stCondLst>
                                      <p:childTnLst>
                                        <p:set>
                                          <p:cBhvr>
                                            <p:cTn id="78" dur="1" fill="hold">
                                              <p:stCondLst>
                                                <p:cond delay="0"/>
                                              </p:stCondLst>
                                            </p:cTn>
                                            <p:tgtEl>
                                              <p:spTgt spid="82"/>
                                            </p:tgtEl>
                                            <p:attrNameLst>
                                              <p:attrName>style.visibility</p:attrName>
                                            </p:attrNameLst>
                                          </p:cBhvr>
                                          <p:to>
                                            <p:strVal val="visible"/>
                                          </p:to>
                                        </p:set>
                                        <p:anim calcmode="lin" valueType="num" p14:bounceEnd="60000">
                                          <p:cBhvr additive="base">
                                            <p:cTn id="79" dur="500" fill="hold"/>
                                            <p:tgtEl>
                                              <p:spTgt spid="82"/>
                                            </p:tgtEl>
                                            <p:attrNameLst>
                                              <p:attrName>ppt_x</p:attrName>
                                            </p:attrNameLst>
                                          </p:cBhvr>
                                          <p:tavLst>
                                            <p:tav tm="0">
                                              <p:val>
                                                <p:strVal val="0-#ppt_w/2"/>
                                              </p:val>
                                            </p:tav>
                                            <p:tav tm="100000">
                                              <p:val>
                                                <p:strVal val="#ppt_x"/>
                                              </p:val>
                                            </p:tav>
                                          </p:tavLst>
                                        </p:anim>
                                        <p:anim calcmode="lin" valueType="num" p14:bounceEnd="60000">
                                          <p:cBhvr additive="base">
                                            <p:cTn id="80" dur="500" fill="hold"/>
                                            <p:tgtEl>
                                              <p:spTgt spid="82"/>
                                            </p:tgtEl>
                                            <p:attrNameLst>
                                              <p:attrName>ppt_y</p:attrName>
                                            </p:attrNameLst>
                                          </p:cBhvr>
                                          <p:tavLst>
                                            <p:tav tm="0">
                                              <p:val>
                                                <p:strVal val="#ppt_y"/>
                                              </p:val>
                                            </p:tav>
                                            <p:tav tm="100000">
                                              <p:val>
                                                <p:strVal val="#ppt_y"/>
                                              </p:val>
                                            </p:tav>
                                          </p:tavLst>
                                        </p:anim>
                                      </p:childTnLst>
                                    </p:cTn>
                                  </p:par>
                                  <p:par>
                                    <p:cTn id="81" presetID="55" presetClass="entr" presetSubtype="0" fill="hold" grpId="0" nodeType="withEffect">
                                      <p:stCondLst>
                                        <p:cond delay="1700"/>
                                      </p:stCondLst>
                                      <p:childTnLst>
                                        <p:set>
                                          <p:cBhvr>
                                            <p:cTn id="82" dur="1" fill="hold">
                                              <p:stCondLst>
                                                <p:cond delay="0"/>
                                              </p:stCondLst>
                                            </p:cTn>
                                            <p:tgtEl>
                                              <p:spTgt spid="81"/>
                                            </p:tgtEl>
                                            <p:attrNameLst>
                                              <p:attrName>style.visibility</p:attrName>
                                            </p:attrNameLst>
                                          </p:cBhvr>
                                          <p:to>
                                            <p:strVal val="visible"/>
                                          </p:to>
                                        </p:set>
                                        <p:anim calcmode="lin" valueType="num">
                                          <p:cBhvr>
                                            <p:cTn id="83" dur="500" fill="hold"/>
                                            <p:tgtEl>
                                              <p:spTgt spid="81"/>
                                            </p:tgtEl>
                                            <p:attrNameLst>
                                              <p:attrName>ppt_w</p:attrName>
                                            </p:attrNameLst>
                                          </p:cBhvr>
                                          <p:tavLst>
                                            <p:tav tm="0">
                                              <p:val>
                                                <p:strVal val="#ppt_w*0.70"/>
                                              </p:val>
                                            </p:tav>
                                            <p:tav tm="100000">
                                              <p:val>
                                                <p:strVal val="#ppt_w"/>
                                              </p:val>
                                            </p:tav>
                                          </p:tavLst>
                                        </p:anim>
                                        <p:anim calcmode="lin" valueType="num">
                                          <p:cBhvr>
                                            <p:cTn id="84" dur="500" fill="hold"/>
                                            <p:tgtEl>
                                              <p:spTgt spid="81"/>
                                            </p:tgtEl>
                                            <p:attrNameLst>
                                              <p:attrName>ppt_h</p:attrName>
                                            </p:attrNameLst>
                                          </p:cBhvr>
                                          <p:tavLst>
                                            <p:tav tm="0">
                                              <p:val>
                                                <p:strVal val="#ppt_h"/>
                                              </p:val>
                                            </p:tav>
                                            <p:tav tm="100000">
                                              <p:val>
                                                <p:strVal val="#ppt_h"/>
                                              </p:val>
                                            </p:tav>
                                          </p:tavLst>
                                        </p:anim>
                                        <p:animEffect transition="in" filter="fade">
                                          <p:cBhvr>
                                            <p:cTn id="85" dur="500"/>
                                            <p:tgtEl>
                                              <p:spTgt spid="81"/>
                                            </p:tgtEl>
                                          </p:cBhvr>
                                        </p:animEffect>
                                      </p:childTnLst>
                                    </p:cTn>
                                  </p:par>
                                  <p:par>
                                    <p:cTn id="86" presetID="2" presetClass="entr" presetSubtype="1" fill="hold" grpId="0" nodeType="withEffect" p14:presetBounceEnd="60000">
                                      <p:stCondLst>
                                        <p:cond delay="1400"/>
                                      </p:stCondLst>
                                      <p:childTnLst>
                                        <p:set>
                                          <p:cBhvr>
                                            <p:cTn id="87" dur="1" fill="hold">
                                              <p:stCondLst>
                                                <p:cond delay="0"/>
                                              </p:stCondLst>
                                            </p:cTn>
                                            <p:tgtEl>
                                              <p:spTgt spid="84"/>
                                            </p:tgtEl>
                                            <p:attrNameLst>
                                              <p:attrName>style.visibility</p:attrName>
                                            </p:attrNameLst>
                                          </p:cBhvr>
                                          <p:to>
                                            <p:strVal val="visible"/>
                                          </p:to>
                                        </p:set>
                                        <p:anim calcmode="lin" valueType="num" p14:bounceEnd="60000">
                                          <p:cBhvr additive="base">
                                            <p:cTn id="88" dur="500" fill="hold"/>
                                            <p:tgtEl>
                                              <p:spTgt spid="84"/>
                                            </p:tgtEl>
                                            <p:attrNameLst>
                                              <p:attrName>ppt_x</p:attrName>
                                            </p:attrNameLst>
                                          </p:cBhvr>
                                          <p:tavLst>
                                            <p:tav tm="0">
                                              <p:val>
                                                <p:strVal val="#ppt_x"/>
                                              </p:val>
                                            </p:tav>
                                            <p:tav tm="100000">
                                              <p:val>
                                                <p:strVal val="#ppt_x"/>
                                              </p:val>
                                            </p:tav>
                                          </p:tavLst>
                                        </p:anim>
                                        <p:anim calcmode="lin" valueType="num" p14:bounceEnd="60000">
                                          <p:cBhvr additive="base">
                                            <p:cTn id="89" dur="500" fill="hold"/>
                                            <p:tgtEl>
                                              <p:spTgt spid="84"/>
                                            </p:tgtEl>
                                            <p:attrNameLst>
                                              <p:attrName>ppt_y</p:attrName>
                                            </p:attrNameLst>
                                          </p:cBhvr>
                                          <p:tavLst>
                                            <p:tav tm="0">
                                              <p:val>
                                                <p:strVal val="0-#ppt_h/2"/>
                                              </p:val>
                                            </p:tav>
                                            <p:tav tm="100000">
                                              <p:val>
                                                <p:strVal val="#ppt_y"/>
                                              </p:val>
                                            </p:tav>
                                          </p:tavLst>
                                        </p:anim>
                                      </p:childTnLst>
                                    </p:cTn>
                                  </p:par>
                                  <p:par>
                                    <p:cTn id="90" presetID="55" presetClass="entr" presetSubtype="0" fill="hold" grpId="0" nodeType="withEffect">
                                      <p:stCondLst>
                                        <p:cond delay="1700"/>
                                      </p:stCondLst>
                                      <p:childTnLst>
                                        <p:set>
                                          <p:cBhvr>
                                            <p:cTn id="91" dur="1" fill="hold">
                                              <p:stCondLst>
                                                <p:cond delay="0"/>
                                              </p:stCondLst>
                                            </p:cTn>
                                            <p:tgtEl>
                                              <p:spTgt spid="83"/>
                                            </p:tgtEl>
                                            <p:attrNameLst>
                                              <p:attrName>style.visibility</p:attrName>
                                            </p:attrNameLst>
                                          </p:cBhvr>
                                          <p:to>
                                            <p:strVal val="visible"/>
                                          </p:to>
                                        </p:set>
                                        <p:anim calcmode="lin" valueType="num">
                                          <p:cBhvr>
                                            <p:cTn id="92" dur="500" fill="hold"/>
                                            <p:tgtEl>
                                              <p:spTgt spid="83"/>
                                            </p:tgtEl>
                                            <p:attrNameLst>
                                              <p:attrName>ppt_w</p:attrName>
                                            </p:attrNameLst>
                                          </p:cBhvr>
                                          <p:tavLst>
                                            <p:tav tm="0">
                                              <p:val>
                                                <p:strVal val="#ppt_w*0.70"/>
                                              </p:val>
                                            </p:tav>
                                            <p:tav tm="100000">
                                              <p:val>
                                                <p:strVal val="#ppt_w"/>
                                              </p:val>
                                            </p:tav>
                                          </p:tavLst>
                                        </p:anim>
                                        <p:anim calcmode="lin" valueType="num">
                                          <p:cBhvr>
                                            <p:cTn id="93" dur="500" fill="hold"/>
                                            <p:tgtEl>
                                              <p:spTgt spid="83"/>
                                            </p:tgtEl>
                                            <p:attrNameLst>
                                              <p:attrName>ppt_h</p:attrName>
                                            </p:attrNameLst>
                                          </p:cBhvr>
                                          <p:tavLst>
                                            <p:tav tm="0">
                                              <p:val>
                                                <p:strVal val="#ppt_h"/>
                                              </p:val>
                                            </p:tav>
                                            <p:tav tm="100000">
                                              <p:val>
                                                <p:strVal val="#ppt_h"/>
                                              </p:val>
                                            </p:tav>
                                          </p:tavLst>
                                        </p:anim>
                                        <p:animEffect transition="in" filter="fade">
                                          <p:cBhvr>
                                            <p:cTn id="94" dur="500"/>
                                            <p:tgtEl>
                                              <p:spTgt spid="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 grpId="0"/>
          <p:bldP spid="71" grpId="0"/>
          <p:bldP spid="72" grpId="0"/>
          <p:bldP spid="73" grpId="0"/>
          <p:bldP spid="74" grpId="0"/>
          <p:bldP spid="75" grpId="0"/>
          <p:bldP spid="76" grpId="0" animBg="1"/>
          <p:bldP spid="77" grpId="0"/>
          <p:bldP spid="78" grpId="0" animBg="1"/>
          <p:bldP spid="79" grpId="0"/>
          <p:bldP spid="80" grpId="0" animBg="1"/>
          <p:bldP spid="81" grpId="0"/>
          <p:bldP spid="82" grpId="0" animBg="1"/>
          <p:bldP spid="83" grpId="0"/>
          <p:bldP spid="84" grpId="0"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withEffect">
                                      <p:stCondLst>
                                        <p:cond delay="0"/>
                                      </p:stCondLst>
                                      <p:childTnLst>
                                        <p:set>
                                          <p:cBhvr>
                                            <p:cTn id="6" dur="1" fill="hold">
                                              <p:stCondLst>
                                                <p:cond delay="0"/>
                                              </p:stCondLst>
                                            </p:cTn>
                                            <p:tgtEl>
                                              <p:spTgt spid="67"/>
                                            </p:tgtEl>
                                            <p:attrNameLst>
                                              <p:attrName>style.visibility</p:attrName>
                                            </p:attrNameLst>
                                          </p:cBhvr>
                                          <p:to>
                                            <p:strVal val="visible"/>
                                          </p:to>
                                        </p:set>
                                        <p:animEffect transition="in" filter="fade">
                                          <p:cBhvr>
                                            <p:cTn id="7" dur="500"/>
                                            <p:tgtEl>
                                              <p:spTgt spid="67"/>
                                            </p:tgtEl>
                                          </p:cBhvr>
                                        </p:animEffect>
                                        <p:anim calcmode="lin" valueType="num">
                                          <p:cBhvr>
                                            <p:cTn id="8" dur="500" fill="hold"/>
                                            <p:tgtEl>
                                              <p:spTgt spid="67"/>
                                            </p:tgtEl>
                                            <p:attrNameLst>
                                              <p:attrName>ppt_x</p:attrName>
                                            </p:attrNameLst>
                                          </p:cBhvr>
                                          <p:tavLst>
                                            <p:tav tm="0">
                                              <p:val>
                                                <p:strVal val="#ppt_x"/>
                                              </p:val>
                                            </p:tav>
                                            <p:tav tm="100000">
                                              <p:val>
                                                <p:strVal val="#ppt_x"/>
                                              </p:val>
                                            </p:tav>
                                          </p:tavLst>
                                        </p:anim>
                                        <p:anim calcmode="lin" valueType="num">
                                          <p:cBhvr>
                                            <p:cTn id="9" dur="500" fill="hold"/>
                                            <p:tgtEl>
                                              <p:spTgt spid="67"/>
                                            </p:tgtEl>
                                            <p:attrNameLst>
                                              <p:attrName>ppt_y</p:attrName>
                                            </p:attrNameLst>
                                          </p:cBhvr>
                                          <p:tavLst>
                                            <p:tav tm="0">
                                              <p:val>
                                                <p:strVal val="#ppt_y-.1"/>
                                              </p:val>
                                            </p:tav>
                                            <p:tav tm="100000">
                                              <p:val>
                                                <p:strVal val="#ppt_y"/>
                                              </p:val>
                                            </p:tav>
                                          </p:tavLst>
                                        </p:anim>
                                      </p:childTnLst>
                                    </p:cTn>
                                  </p:par>
                                  <p:par>
                                    <p:cTn id="10" presetID="23" presetClass="entr" presetSubtype="16" fill="hold" grpId="0" nodeType="withEffect">
                                      <p:stCondLst>
                                        <p:cond delay="500"/>
                                      </p:stCondLst>
                                      <p:childTnLst>
                                        <p:set>
                                          <p:cBhvr>
                                            <p:cTn id="11" dur="1" fill="hold">
                                              <p:stCondLst>
                                                <p:cond delay="0"/>
                                              </p:stCondLst>
                                            </p:cTn>
                                            <p:tgtEl>
                                              <p:spTgt spid="70"/>
                                            </p:tgtEl>
                                            <p:attrNameLst>
                                              <p:attrName>style.visibility</p:attrName>
                                            </p:attrNameLst>
                                          </p:cBhvr>
                                          <p:to>
                                            <p:strVal val="visible"/>
                                          </p:to>
                                        </p:set>
                                        <p:anim calcmode="lin" valueType="num">
                                          <p:cBhvr>
                                            <p:cTn id="12" dur="500" fill="hold"/>
                                            <p:tgtEl>
                                              <p:spTgt spid="70"/>
                                            </p:tgtEl>
                                            <p:attrNameLst>
                                              <p:attrName>ppt_w</p:attrName>
                                            </p:attrNameLst>
                                          </p:cBhvr>
                                          <p:tavLst>
                                            <p:tav tm="0">
                                              <p:val>
                                                <p:fltVal val="0"/>
                                              </p:val>
                                            </p:tav>
                                            <p:tav tm="100000">
                                              <p:val>
                                                <p:strVal val="#ppt_w"/>
                                              </p:val>
                                            </p:tav>
                                          </p:tavLst>
                                        </p:anim>
                                        <p:anim calcmode="lin" valueType="num">
                                          <p:cBhvr>
                                            <p:cTn id="13" dur="500" fill="hold"/>
                                            <p:tgtEl>
                                              <p:spTgt spid="70"/>
                                            </p:tgtEl>
                                            <p:attrNameLst>
                                              <p:attrName>ppt_h</p:attrName>
                                            </p:attrNameLst>
                                          </p:cBhvr>
                                          <p:tavLst>
                                            <p:tav tm="0">
                                              <p:val>
                                                <p:fltVal val="0"/>
                                              </p:val>
                                            </p:tav>
                                            <p:tav tm="100000">
                                              <p:val>
                                                <p:strVal val="#ppt_h"/>
                                              </p:val>
                                            </p:tav>
                                          </p:tavLst>
                                        </p:anim>
                                      </p:childTnLst>
                                    </p:cTn>
                                  </p:par>
                                  <p:par>
                                    <p:cTn id="14" presetID="47" presetClass="entr" presetSubtype="0" fill="hold" nodeType="withEffect">
                                      <p:stCondLst>
                                        <p:cond delay="100"/>
                                      </p:stCondLst>
                                      <p:childTnLst>
                                        <p:set>
                                          <p:cBhvr>
                                            <p:cTn id="15" dur="1" fill="hold">
                                              <p:stCondLst>
                                                <p:cond delay="0"/>
                                              </p:stCondLst>
                                            </p:cTn>
                                            <p:tgtEl>
                                              <p:spTgt spid="61"/>
                                            </p:tgtEl>
                                            <p:attrNameLst>
                                              <p:attrName>style.visibility</p:attrName>
                                            </p:attrNameLst>
                                          </p:cBhvr>
                                          <p:to>
                                            <p:strVal val="visible"/>
                                          </p:to>
                                        </p:set>
                                        <p:animEffect transition="in" filter="fade">
                                          <p:cBhvr>
                                            <p:cTn id="16" dur="500"/>
                                            <p:tgtEl>
                                              <p:spTgt spid="61"/>
                                            </p:tgtEl>
                                          </p:cBhvr>
                                        </p:animEffect>
                                        <p:anim calcmode="lin" valueType="num">
                                          <p:cBhvr>
                                            <p:cTn id="17" dur="500" fill="hold"/>
                                            <p:tgtEl>
                                              <p:spTgt spid="61"/>
                                            </p:tgtEl>
                                            <p:attrNameLst>
                                              <p:attrName>ppt_x</p:attrName>
                                            </p:attrNameLst>
                                          </p:cBhvr>
                                          <p:tavLst>
                                            <p:tav tm="0">
                                              <p:val>
                                                <p:strVal val="#ppt_x"/>
                                              </p:val>
                                            </p:tav>
                                            <p:tav tm="100000">
                                              <p:val>
                                                <p:strVal val="#ppt_x"/>
                                              </p:val>
                                            </p:tav>
                                          </p:tavLst>
                                        </p:anim>
                                        <p:anim calcmode="lin" valueType="num">
                                          <p:cBhvr>
                                            <p:cTn id="18" dur="500" fill="hold"/>
                                            <p:tgtEl>
                                              <p:spTgt spid="61"/>
                                            </p:tgtEl>
                                            <p:attrNameLst>
                                              <p:attrName>ppt_y</p:attrName>
                                            </p:attrNameLst>
                                          </p:cBhvr>
                                          <p:tavLst>
                                            <p:tav tm="0">
                                              <p:val>
                                                <p:strVal val="#ppt_y-.1"/>
                                              </p:val>
                                            </p:tav>
                                            <p:tav tm="100000">
                                              <p:val>
                                                <p:strVal val="#ppt_y"/>
                                              </p:val>
                                            </p:tav>
                                          </p:tavLst>
                                        </p:anim>
                                      </p:childTnLst>
                                    </p:cTn>
                                  </p:par>
                                  <p:par>
                                    <p:cTn id="19" presetID="23" presetClass="entr" presetSubtype="16" fill="hold" grpId="0" nodeType="withEffect">
                                      <p:stCondLst>
                                        <p:cond delay="600"/>
                                      </p:stCondLst>
                                      <p:childTnLst>
                                        <p:set>
                                          <p:cBhvr>
                                            <p:cTn id="20" dur="1" fill="hold">
                                              <p:stCondLst>
                                                <p:cond delay="0"/>
                                              </p:stCondLst>
                                            </p:cTn>
                                            <p:tgtEl>
                                              <p:spTgt spid="71"/>
                                            </p:tgtEl>
                                            <p:attrNameLst>
                                              <p:attrName>style.visibility</p:attrName>
                                            </p:attrNameLst>
                                          </p:cBhvr>
                                          <p:to>
                                            <p:strVal val="visible"/>
                                          </p:to>
                                        </p:set>
                                        <p:anim calcmode="lin" valueType="num">
                                          <p:cBhvr>
                                            <p:cTn id="21" dur="500" fill="hold"/>
                                            <p:tgtEl>
                                              <p:spTgt spid="71"/>
                                            </p:tgtEl>
                                            <p:attrNameLst>
                                              <p:attrName>ppt_w</p:attrName>
                                            </p:attrNameLst>
                                          </p:cBhvr>
                                          <p:tavLst>
                                            <p:tav tm="0">
                                              <p:val>
                                                <p:fltVal val="0"/>
                                              </p:val>
                                            </p:tav>
                                            <p:tav tm="100000">
                                              <p:val>
                                                <p:strVal val="#ppt_w"/>
                                              </p:val>
                                            </p:tav>
                                          </p:tavLst>
                                        </p:anim>
                                        <p:anim calcmode="lin" valueType="num">
                                          <p:cBhvr>
                                            <p:cTn id="22" dur="500" fill="hold"/>
                                            <p:tgtEl>
                                              <p:spTgt spid="71"/>
                                            </p:tgtEl>
                                            <p:attrNameLst>
                                              <p:attrName>ppt_h</p:attrName>
                                            </p:attrNameLst>
                                          </p:cBhvr>
                                          <p:tavLst>
                                            <p:tav tm="0">
                                              <p:val>
                                                <p:fltVal val="0"/>
                                              </p:val>
                                            </p:tav>
                                            <p:tav tm="100000">
                                              <p:val>
                                                <p:strVal val="#ppt_h"/>
                                              </p:val>
                                            </p:tav>
                                          </p:tavLst>
                                        </p:anim>
                                      </p:childTnLst>
                                    </p:cTn>
                                  </p:par>
                                  <p:par>
                                    <p:cTn id="23" presetID="47" presetClass="entr" presetSubtype="0" fill="hold" nodeType="withEffect">
                                      <p:stCondLst>
                                        <p:cond delay="200"/>
                                      </p:stCondLst>
                                      <p:childTnLst>
                                        <p:set>
                                          <p:cBhvr>
                                            <p:cTn id="24" dur="1" fill="hold">
                                              <p:stCondLst>
                                                <p:cond delay="0"/>
                                              </p:stCondLst>
                                            </p:cTn>
                                            <p:tgtEl>
                                              <p:spTgt spid="64"/>
                                            </p:tgtEl>
                                            <p:attrNameLst>
                                              <p:attrName>style.visibility</p:attrName>
                                            </p:attrNameLst>
                                          </p:cBhvr>
                                          <p:to>
                                            <p:strVal val="visible"/>
                                          </p:to>
                                        </p:set>
                                        <p:animEffect transition="in" filter="fade">
                                          <p:cBhvr>
                                            <p:cTn id="25" dur="500"/>
                                            <p:tgtEl>
                                              <p:spTgt spid="64"/>
                                            </p:tgtEl>
                                          </p:cBhvr>
                                        </p:animEffect>
                                        <p:anim calcmode="lin" valueType="num">
                                          <p:cBhvr>
                                            <p:cTn id="26" dur="500" fill="hold"/>
                                            <p:tgtEl>
                                              <p:spTgt spid="64"/>
                                            </p:tgtEl>
                                            <p:attrNameLst>
                                              <p:attrName>ppt_x</p:attrName>
                                            </p:attrNameLst>
                                          </p:cBhvr>
                                          <p:tavLst>
                                            <p:tav tm="0">
                                              <p:val>
                                                <p:strVal val="#ppt_x"/>
                                              </p:val>
                                            </p:tav>
                                            <p:tav tm="100000">
                                              <p:val>
                                                <p:strVal val="#ppt_x"/>
                                              </p:val>
                                            </p:tav>
                                          </p:tavLst>
                                        </p:anim>
                                        <p:anim calcmode="lin" valueType="num">
                                          <p:cBhvr>
                                            <p:cTn id="27" dur="500" fill="hold"/>
                                            <p:tgtEl>
                                              <p:spTgt spid="64"/>
                                            </p:tgtEl>
                                            <p:attrNameLst>
                                              <p:attrName>ppt_y</p:attrName>
                                            </p:attrNameLst>
                                          </p:cBhvr>
                                          <p:tavLst>
                                            <p:tav tm="0">
                                              <p:val>
                                                <p:strVal val="#ppt_y-.1"/>
                                              </p:val>
                                            </p:tav>
                                            <p:tav tm="100000">
                                              <p:val>
                                                <p:strVal val="#ppt_y"/>
                                              </p:val>
                                            </p:tav>
                                          </p:tavLst>
                                        </p:anim>
                                      </p:childTnLst>
                                    </p:cTn>
                                  </p:par>
                                  <p:par>
                                    <p:cTn id="28" presetID="23" presetClass="entr" presetSubtype="16" fill="hold" grpId="0" nodeType="withEffect">
                                      <p:stCondLst>
                                        <p:cond delay="700"/>
                                      </p:stCondLst>
                                      <p:childTnLst>
                                        <p:set>
                                          <p:cBhvr>
                                            <p:cTn id="29" dur="1" fill="hold">
                                              <p:stCondLst>
                                                <p:cond delay="0"/>
                                              </p:stCondLst>
                                            </p:cTn>
                                            <p:tgtEl>
                                              <p:spTgt spid="74"/>
                                            </p:tgtEl>
                                            <p:attrNameLst>
                                              <p:attrName>style.visibility</p:attrName>
                                            </p:attrNameLst>
                                          </p:cBhvr>
                                          <p:to>
                                            <p:strVal val="visible"/>
                                          </p:to>
                                        </p:set>
                                        <p:anim calcmode="lin" valueType="num">
                                          <p:cBhvr>
                                            <p:cTn id="30" dur="500" fill="hold"/>
                                            <p:tgtEl>
                                              <p:spTgt spid="74"/>
                                            </p:tgtEl>
                                            <p:attrNameLst>
                                              <p:attrName>ppt_w</p:attrName>
                                            </p:attrNameLst>
                                          </p:cBhvr>
                                          <p:tavLst>
                                            <p:tav tm="0">
                                              <p:val>
                                                <p:fltVal val="0"/>
                                              </p:val>
                                            </p:tav>
                                            <p:tav tm="100000">
                                              <p:val>
                                                <p:strVal val="#ppt_w"/>
                                              </p:val>
                                            </p:tav>
                                          </p:tavLst>
                                        </p:anim>
                                        <p:anim calcmode="lin" valueType="num">
                                          <p:cBhvr>
                                            <p:cTn id="31" dur="500" fill="hold"/>
                                            <p:tgtEl>
                                              <p:spTgt spid="74"/>
                                            </p:tgtEl>
                                            <p:attrNameLst>
                                              <p:attrName>ppt_h</p:attrName>
                                            </p:attrNameLst>
                                          </p:cBhvr>
                                          <p:tavLst>
                                            <p:tav tm="0">
                                              <p:val>
                                                <p:fltVal val="0"/>
                                              </p:val>
                                            </p:tav>
                                            <p:tav tm="100000">
                                              <p:val>
                                                <p:strVal val="#ppt_h"/>
                                              </p:val>
                                            </p:tav>
                                          </p:tavLst>
                                        </p:anim>
                                      </p:childTnLst>
                                    </p:cTn>
                                  </p:par>
                                  <p:par>
                                    <p:cTn id="32" presetID="47" presetClass="entr" presetSubtype="0" fill="hold" nodeType="withEffect">
                                      <p:stCondLst>
                                        <p:cond delay="300"/>
                                      </p:stCondLst>
                                      <p:childTnLst>
                                        <p:set>
                                          <p:cBhvr>
                                            <p:cTn id="33" dur="1" fill="hold">
                                              <p:stCondLst>
                                                <p:cond delay="0"/>
                                              </p:stCondLst>
                                            </p:cTn>
                                            <p:tgtEl>
                                              <p:spTgt spid="55"/>
                                            </p:tgtEl>
                                            <p:attrNameLst>
                                              <p:attrName>style.visibility</p:attrName>
                                            </p:attrNameLst>
                                          </p:cBhvr>
                                          <p:to>
                                            <p:strVal val="visible"/>
                                          </p:to>
                                        </p:set>
                                        <p:animEffect transition="in" filter="fade">
                                          <p:cBhvr>
                                            <p:cTn id="34" dur="500"/>
                                            <p:tgtEl>
                                              <p:spTgt spid="55"/>
                                            </p:tgtEl>
                                          </p:cBhvr>
                                        </p:animEffect>
                                        <p:anim calcmode="lin" valueType="num">
                                          <p:cBhvr>
                                            <p:cTn id="35" dur="500" fill="hold"/>
                                            <p:tgtEl>
                                              <p:spTgt spid="55"/>
                                            </p:tgtEl>
                                            <p:attrNameLst>
                                              <p:attrName>ppt_x</p:attrName>
                                            </p:attrNameLst>
                                          </p:cBhvr>
                                          <p:tavLst>
                                            <p:tav tm="0">
                                              <p:val>
                                                <p:strVal val="#ppt_x"/>
                                              </p:val>
                                            </p:tav>
                                            <p:tav tm="100000">
                                              <p:val>
                                                <p:strVal val="#ppt_x"/>
                                              </p:val>
                                            </p:tav>
                                          </p:tavLst>
                                        </p:anim>
                                        <p:anim calcmode="lin" valueType="num">
                                          <p:cBhvr>
                                            <p:cTn id="36" dur="500" fill="hold"/>
                                            <p:tgtEl>
                                              <p:spTgt spid="55"/>
                                            </p:tgtEl>
                                            <p:attrNameLst>
                                              <p:attrName>ppt_y</p:attrName>
                                            </p:attrNameLst>
                                          </p:cBhvr>
                                          <p:tavLst>
                                            <p:tav tm="0">
                                              <p:val>
                                                <p:strVal val="#ppt_y-.1"/>
                                              </p:val>
                                            </p:tav>
                                            <p:tav tm="100000">
                                              <p:val>
                                                <p:strVal val="#ppt_y"/>
                                              </p:val>
                                            </p:tav>
                                          </p:tavLst>
                                        </p:anim>
                                      </p:childTnLst>
                                    </p:cTn>
                                  </p:par>
                                  <p:par>
                                    <p:cTn id="37" presetID="23" presetClass="entr" presetSubtype="16" fill="hold" grpId="0" nodeType="withEffect">
                                      <p:stCondLst>
                                        <p:cond delay="800"/>
                                      </p:stCondLst>
                                      <p:childTnLst>
                                        <p:set>
                                          <p:cBhvr>
                                            <p:cTn id="38" dur="1" fill="hold">
                                              <p:stCondLst>
                                                <p:cond delay="0"/>
                                              </p:stCondLst>
                                            </p:cTn>
                                            <p:tgtEl>
                                              <p:spTgt spid="72"/>
                                            </p:tgtEl>
                                            <p:attrNameLst>
                                              <p:attrName>style.visibility</p:attrName>
                                            </p:attrNameLst>
                                          </p:cBhvr>
                                          <p:to>
                                            <p:strVal val="visible"/>
                                          </p:to>
                                        </p:set>
                                        <p:anim calcmode="lin" valueType="num">
                                          <p:cBhvr>
                                            <p:cTn id="39" dur="500" fill="hold"/>
                                            <p:tgtEl>
                                              <p:spTgt spid="72"/>
                                            </p:tgtEl>
                                            <p:attrNameLst>
                                              <p:attrName>ppt_w</p:attrName>
                                            </p:attrNameLst>
                                          </p:cBhvr>
                                          <p:tavLst>
                                            <p:tav tm="0">
                                              <p:val>
                                                <p:fltVal val="0"/>
                                              </p:val>
                                            </p:tav>
                                            <p:tav tm="100000">
                                              <p:val>
                                                <p:strVal val="#ppt_w"/>
                                              </p:val>
                                            </p:tav>
                                          </p:tavLst>
                                        </p:anim>
                                        <p:anim calcmode="lin" valueType="num">
                                          <p:cBhvr>
                                            <p:cTn id="40" dur="500" fill="hold"/>
                                            <p:tgtEl>
                                              <p:spTgt spid="72"/>
                                            </p:tgtEl>
                                            <p:attrNameLst>
                                              <p:attrName>ppt_h</p:attrName>
                                            </p:attrNameLst>
                                          </p:cBhvr>
                                          <p:tavLst>
                                            <p:tav tm="0">
                                              <p:val>
                                                <p:fltVal val="0"/>
                                              </p:val>
                                            </p:tav>
                                            <p:tav tm="100000">
                                              <p:val>
                                                <p:strVal val="#ppt_h"/>
                                              </p:val>
                                            </p:tav>
                                          </p:tavLst>
                                        </p:anim>
                                      </p:childTnLst>
                                    </p:cTn>
                                  </p:par>
                                  <p:par>
                                    <p:cTn id="41" presetID="47" presetClass="entr" presetSubtype="0" fill="hold" nodeType="withEffect">
                                      <p:stCondLst>
                                        <p:cond delay="400"/>
                                      </p:stCondLst>
                                      <p:childTnLst>
                                        <p:set>
                                          <p:cBhvr>
                                            <p:cTn id="42" dur="1" fill="hold">
                                              <p:stCondLst>
                                                <p:cond delay="0"/>
                                              </p:stCondLst>
                                            </p:cTn>
                                            <p:tgtEl>
                                              <p:spTgt spid="58"/>
                                            </p:tgtEl>
                                            <p:attrNameLst>
                                              <p:attrName>style.visibility</p:attrName>
                                            </p:attrNameLst>
                                          </p:cBhvr>
                                          <p:to>
                                            <p:strVal val="visible"/>
                                          </p:to>
                                        </p:set>
                                        <p:animEffect transition="in" filter="fade">
                                          <p:cBhvr>
                                            <p:cTn id="43" dur="500"/>
                                            <p:tgtEl>
                                              <p:spTgt spid="58"/>
                                            </p:tgtEl>
                                          </p:cBhvr>
                                        </p:animEffect>
                                        <p:anim calcmode="lin" valueType="num">
                                          <p:cBhvr>
                                            <p:cTn id="44" dur="500" fill="hold"/>
                                            <p:tgtEl>
                                              <p:spTgt spid="58"/>
                                            </p:tgtEl>
                                            <p:attrNameLst>
                                              <p:attrName>ppt_x</p:attrName>
                                            </p:attrNameLst>
                                          </p:cBhvr>
                                          <p:tavLst>
                                            <p:tav tm="0">
                                              <p:val>
                                                <p:strVal val="#ppt_x"/>
                                              </p:val>
                                            </p:tav>
                                            <p:tav tm="100000">
                                              <p:val>
                                                <p:strVal val="#ppt_x"/>
                                              </p:val>
                                            </p:tav>
                                          </p:tavLst>
                                        </p:anim>
                                        <p:anim calcmode="lin" valueType="num">
                                          <p:cBhvr>
                                            <p:cTn id="45" dur="500" fill="hold"/>
                                            <p:tgtEl>
                                              <p:spTgt spid="58"/>
                                            </p:tgtEl>
                                            <p:attrNameLst>
                                              <p:attrName>ppt_y</p:attrName>
                                            </p:attrNameLst>
                                          </p:cBhvr>
                                          <p:tavLst>
                                            <p:tav tm="0">
                                              <p:val>
                                                <p:strVal val="#ppt_y-.1"/>
                                              </p:val>
                                            </p:tav>
                                            <p:tav tm="100000">
                                              <p:val>
                                                <p:strVal val="#ppt_y"/>
                                              </p:val>
                                            </p:tav>
                                          </p:tavLst>
                                        </p:anim>
                                      </p:childTnLst>
                                    </p:cTn>
                                  </p:par>
                                  <p:par>
                                    <p:cTn id="46" presetID="23" presetClass="entr" presetSubtype="16" fill="hold" grpId="0" nodeType="withEffect">
                                      <p:stCondLst>
                                        <p:cond delay="900"/>
                                      </p:stCondLst>
                                      <p:childTnLst>
                                        <p:set>
                                          <p:cBhvr>
                                            <p:cTn id="47" dur="1" fill="hold">
                                              <p:stCondLst>
                                                <p:cond delay="0"/>
                                              </p:stCondLst>
                                            </p:cTn>
                                            <p:tgtEl>
                                              <p:spTgt spid="73"/>
                                            </p:tgtEl>
                                            <p:attrNameLst>
                                              <p:attrName>style.visibility</p:attrName>
                                            </p:attrNameLst>
                                          </p:cBhvr>
                                          <p:to>
                                            <p:strVal val="visible"/>
                                          </p:to>
                                        </p:set>
                                        <p:anim calcmode="lin" valueType="num">
                                          <p:cBhvr>
                                            <p:cTn id="48" dur="500" fill="hold"/>
                                            <p:tgtEl>
                                              <p:spTgt spid="73"/>
                                            </p:tgtEl>
                                            <p:attrNameLst>
                                              <p:attrName>ppt_w</p:attrName>
                                            </p:attrNameLst>
                                          </p:cBhvr>
                                          <p:tavLst>
                                            <p:tav tm="0">
                                              <p:val>
                                                <p:fltVal val="0"/>
                                              </p:val>
                                            </p:tav>
                                            <p:tav tm="100000">
                                              <p:val>
                                                <p:strVal val="#ppt_w"/>
                                              </p:val>
                                            </p:tav>
                                          </p:tavLst>
                                        </p:anim>
                                        <p:anim calcmode="lin" valueType="num">
                                          <p:cBhvr>
                                            <p:cTn id="49" dur="500" fill="hold"/>
                                            <p:tgtEl>
                                              <p:spTgt spid="73"/>
                                            </p:tgtEl>
                                            <p:attrNameLst>
                                              <p:attrName>ppt_h</p:attrName>
                                            </p:attrNameLst>
                                          </p:cBhvr>
                                          <p:tavLst>
                                            <p:tav tm="0">
                                              <p:val>
                                                <p:fltVal val="0"/>
                                              </p:val>
                                            </p:tav>
                                            <p:tav tm="100000">
                                              <p:val>
                                                <p:strVal val="#ppt_h"/>
                                              </p:val>
                                            </p:tav>
                                          </p:tavLst>
                                        </p:anim>
                                      </p:childTnLst>
                                    </p:cTn>
                                  </p:par>
                                  <p:par>
                                    <p:cTn id="50" presetID="2" presetClass="entr" presetSubtype="2" fill="hold" grpId="0" nodeType="withEffect">
                                      <p:stCondLst>
                                        <p:cond delay="1400"/>
                                      </p:stCondLst>
                                      <p:childTnLst>
                                        <p:set>
                                          <p:cBhvr>
                                            <p:cTn id="51" dur="1" fill="hold">
                                              <p:stCondLst>
                                                <p:cond delay="0"/>
                                              </p:stCondLst>
                                            </p:cTn>
                                            <p:tgtEl>
                                              <p:spTgt spid="76"/>
                                            </p:tgtEl>
                                            <p:attrNameLst>
                                              <p:attrName>style.visibility</p:attrName>
                                            </p:attrNameLst>
                                          </p:cBhvr>
                                          <p:to>
                                            <p:strVal val="visible"/>
                                          </p:to>
                                        </p:set>
                                        <p:anim calcmode="lin" valueType="num">
                                          <p:cBhvr additive="base">
                                            <p:cTn id="52" dur="500" fill="hold"/>
                                            <p:tgtEl>
                                              <p:spTgt spid="76"/>
                                            </p:tgtEl>
                                            <p:attrNameLst>
                                              <p:attrName>ppt_x</p:attrName>
                                            </p:attrNameLst>
                                          </p:cBhvr>
                                          <p:tavLst>
                                            <p:tav tm="0">
                                              <p:val>
                                                <p:strVal val="1+#ppt_w/2"/>
                                              </p:val>
                                            </p:tav>
                                            <p:tav tm="100000">
                                              <p:val>
                                                <p:strVal val="#ppt_x"/>
                                              </p:val>
                                            </p:tav>
                                          </p:tavLst>
                                        </p:anim>
                                        <p:anim calcmode="lin" valueType="num">
                                          <p:cBhvr additive="base">
                                            <p:cTn id="53" dur="500" fill="hold"/>
                                            <p:tgtEl>
                                              <p:spTgt spid="76"/>
                                            </p:tgtEl>
                                            <p:attrNameLst>
                                              <p:attrName>ppt_y</p:attrName>
                                            </p:attrNameLst>
                                          </p:cBhvr>
                                          <p:tavLst>
                                            <p:tav tm="0">
                                              <p:val>
                                                <p:strVal val="#ppt_y"/>
                                              </p:val>
                                            </p:tav>
                                            <p:tav tm="100000">
                                              <p:val>
                                                <p:strVal val="#ppt_y"/>
                                              </p:val>
                                            </p:tav>
                                          </p:tavLst>
                                        </p:anim>
                                      </p:childTnLst>
                                    </p:cTn>
                                  </p:par>
                                  <p:par>
                                    <p:cTn id="54" presetID="55" presetClass="entr" presetSubtype="0" fill="hold" grpId="0" nodeType="withEffect">
                                      <p:stCondLst>
                                        <p:cond delay="1700"/>
                                      </p:stCondLst>
                                      <p:childTnLst>
                                        <p:set>
                                          <p:cBhvr>
                                            <p:cTn id="55" dur="1" fill="hold">
                                              <p:stCondLst>
                                                <p:cond delay="0"/>
                                              </p:stCondLst>
                                            </p:cTn>
                                            <p:tgtEl>
                                              <p:spTgt spid="75"/>
                                            </p:tgtEl>
                                            <p:attrNameLst>
                                              <p:attrName>style.visibility</p:attrName>
                                            </p:attrNameLst>
                                          </p:cBhvr>
                                          <p:to>
                                            <p:strVal val="visible"/>
                                          </p:to>
                                        </p:set>
                                        <p:anim calcmode="lin" valueType="num">
                                          <p:cBhvr>
                                            <p:cTn id="56" dur="500" fill="hold"/>
                                            <p:tgtEl>
                                              <p:spTgt spid="75"/>
                                            </p:tgtEl>
                                            <p:attrNameLst>
                                              <p:attrName>ppt_w</p:attrName>
                                            </p:attrNameLst>
                                          </p:cBhvr>
                                          <p:tavLst>
                                            <p:tav tm="0">
                                              <p:val>
                                                <p:strVal val="#ppt_w*0.70"/>
                                              </p:val>
                                            </p:tav>
                                            <p:tav tm="100000">
                                              <p:val>
                                                <p:strVal val="#ppt_w"/>
                                              </p:val>
                                            </p:tav>
                                          </p:tavLst>
                                        </p:anim>
                                        <p:anim calcmode="lin" valueType="num">
                                          <p:cBhvr>
                                            <p:cTn id="57" dur="500" fill="hold"/>
                                            <p:tgtEl>
                                              <p:spTgt spid="75"/>
                                            </p:tgtEl>
                                            <p:attrNameLst>
                                              <p:attrName>ppt_h</p:attrName>
                                            </p:attrNameLst>
                                          </p:cBhvr>
                                          <p:tavLst>
                                            <p:tav tm="0">
                                              <p:val>
                                                <p:strVal val="#ppt_h"/>
                                              </p:val>
                                            </p:tav>
                                            <p:tav tm="100000">
                                              <p:val>
                                                <p:strVal val="#ppt_h"/>
                                              </p:val>
                                            </p:tav>
                                          </p:tavLst>
                                        </p:anim>
                                        <p:animEffect transition="in" filter="fade">
                                          <p:cBhvr>
                                            <p:cTn id="58" dur="500"/>
                                            <p:tgtEl>
                                              <p:spTgt spid="75"/>
                                            </p:tgtEl>
                                          </p:cBhvr>
                                        </p:animEffect>
                                      </p:childTnLst>
                                    </p:cTn>
                                  </p:par>
                                  <p:par>
                                    <p:cTn id="59" presetID="2" presetClass="entr" presetSubtype="2" fill="hold" grpId="0" nodeType="withEffect">
                                      <p:stCondLst>
                                        <p:cond delay="1400"/>
                                      </p:stCondLst>
                                      <p:childTnLst>
                                        <p:set>
                                          <p:cBhvr>
                                            <p:cTn id="60" dur="1" fill="hold">
                                              <p:stCondLst>
                                                <p:cond delay="0"/>
                                              </p:stCondLst>
                                            </p:cTn>
                                            <p:tgtEl>
                                              <p:spTgt spid="78"/>
                                            </p:tgtEl>
                                            <p:attrNameLst>
                                              <p:attrName>style.visibility</p:attrName>
                                            </p:attrNameLst>
                                          </p:cBhvr>
                                          <p:to>
                                            <p:strVal val="visible"/>
                                          </p:to>
                                        </p:set>
                                        <p:anim calcmode="lin" valueType="num">
                                          <p:cBhvr additive="base">
                                            <p:cTn id="61" dur="500" fill="hold"/>
                                            <p:tgtEl>
                                              <p:spTgt spid="78"/>
                                            </p:tgtEl>
                                            <p:attrNameLst>
                                              <p:attrName>ppt_x</p:attrName>
                                            </p:attrNameLst>
                                          </p:cBhvr>
                                          <p:tavLst>
                                            <p:tav tm="0">
                                              <p:val>
                                                <p:strVal val="1+#ppt_w/2"/>
                                              </p:val>
                                            </p:tav>
                                            <p:tav tm="100000">
                                              <p:val>
                                                <p:strVal val="#ppt_x"/>
                                              </p:val>
                                            </p:tav>
                                          </p:tavLst>
                                        </p:anim>
                                        <p:anim calcmode="lin" valueType="num">
                                          <p:cBhvr additive="base">
                                            <p:cTn id="62" dur="500" fill="hold"/>
                                            <p:tgtEl>
                                              <p:spTgt spid="78"/>
                                            </p:tgtEl>
                                            <p:attrNameLst>
                                              <p:attrName>ppt_y</p:attrName>
                                            </p:attrNameLst>
                                          </p:cBhvr>
                                          <p:tavLst>
                                            <p:tav tm="0">
                                              <p:val>
                                                <p:strVal val="#ppt_y"/>
                                              </p:val>
                                            </p:tav>
                                            <p:tav tm="100000">
                                              <p:val>
                                                <p:strVal val="#ppt_y"/>
                                              </p:val>
                                            </p:tav>
                                          </p:tavLst>
                                        </p:anim>
                                      </p:childTnLst>
                                    </p:cTn>
                                  </p:par>
                                  <p:par>
                                    <p:cTn id="63" presetID="55" presetClass="entr" presetSubtype="0" fill="hold" grpId="0" nodeType="withEffect">
                                      <p:stCondLst>
                                        <p:cond delay="1700"/>
                                      </p:stCondLst>
                                      <p:childTnLst>
                                        <p:set>
                                          <p:cBhvr>
                                            <p:cTn id="64" dur="1" fill="hold">
                                              <p:stCondLst>
                                                <p:cond delay="0"/>
                                              </p:stCondLst>
                                            </p:cTn>
                                            <p:tgtEl>
                                              <p:spTgt spid="77"/>
                                            </p:tgtEl>
                                            <p:attrNameLst>
                                              <p:attrName>style.visibility</p:attrName>
                                            </p:attrNameLst>
                                          </p:cBhvr>
                                          <p:to>
                                            <p:strVal val="visible"/>
                                          </p:to>
                                        </p:set>
                                        <p:anim calcmode="lin" valueType="num">
                                          <p:cBhvr>
                                            <p:cTn id="65" dur="500" fill="hold"/>
                                            <p:tgtEl>
                                              <p:spTgt spid="77"/>
                                            </p:tgtEl>
                                            <p:attrNameLst>
                                              <p:attrName>ppt_w</p:attrName>
                                            </p:attrNameLst>
                                          </p:cBhvr>
                                          <p:tavLst>
                                            <p:tav tm="0">
                                              <p:val>
                                                <p:strVal val="#ppt_w*0.70"/>
                                              </p:val>
                                            </p:tav>
                                            <p:tav tm="100000">
                                              <p:val>
                                                <p:strVal val="#ppt_w"/>
                                              </p:val>
                                            </p:tav>
                                          </p:tavLst>
                                        </p:anim>
                                        <p:anim calcmode="lin" valueType="num">
                                          <p:cBhvr>
                                            <p:cTn id="66" dur="500" fill="hold"/>
                                            <p:tgtEl>
                                              <p:spTgt spid="77"/>
                                            </p:tgtEl>
                                            <p:attrNameLst>
                                              <p:attrName>ppt_h</p:attrName>
                                            </p:attrNameLst>
                                          </p:cBhvr>
                                          <p:tavLst>
                                            <p:tav tm="0">
                                              <p:val>
                                                <p:strVal val="#ppt_h"/>
                                              </p:val>
                                            </p:tav>
                                            <p:tav tm="100000">
                                              <p:val>
                                                <p:strVal val="#ppt_h"/>
                                              </p:val>
                                            </p:tav>
                                          </p:tavLst>
                                        </p:anim>
                                        <p:animEffect transition="in" filter="fade">
                                          <p:cBhvr>
                                            <p:cTn id="67" dur="500"/>
                                            <p:tgtEl>
                                              <p:spTgt spid="77"/>
                                            </p:tgtEl>
                                          </p:cBhvr>
                                        </p:animEffect>
                                      </p:childTnLst>
                                    </p:cTn>
                                  </p:par>
                                  <p:par>
                                    <p:cTn id="68" presetID="2" presetClass="entr" presetSubtype="8" fill="hold" grpId="0" nodeType="withEffect">
                                      <p:stCondLst>
                                        <p:cond delay="1400"/>
                                      </p:stCondLst>
                                      <p:childTnLst>
                                        <p:set>
                                          <p:cBhvr>
                                            <p:cTn id="69" dur="1" fill="hold">
                                              <p:stCondLst>
                                                <p:cond delay="0"/>
                                              </p:stCondLst>
                                            </p:cTn>
                                            <p:tgtEl>
                                              <p:spTgt spid="80"/>
                                            </p:tgtEl>
                                            <p:attrNameLst>
                                              <p:attrName>style.visibility</p:attrName>
                                            </p:attrNameLst>
                                          </p:cBhvr>
                                          <p:to>
                                            <p:strVal val="visible"/>
                                          </p:to>
                                        </p:set>
                                        <p:anim calcmode="lin" valueType="num">
                                          <p:cBhvr additive="base">
                                            <p:cTn id="70" dur="500" fill="hold"/>
                                            <p:tgtEl>
                                              <p:spTgt spid="80"/>
                                            </p:tgtEl>
                                            <p:attrNameLst>
                                              <p:attrName>ppt_x</p:attrName>
                                            </p:attrNameLst>
                                          </p:cBhvr>
                                          <p:tavLst>
                                            <p:tav tm="0">
                                              <p:val>
                                                <p:strVal val="0-#ppt_w/2"/>
                                              </p:val>
                                            </p:tav>
                                            <p:tav tm="100000">
                                              <p:val>
                                                <p:strVal val="#ppt_x"/>
                                              </p:val>
                                            </p:tav>
                                          </p:tavLst>
                                        </p:anim>
                                        <p:anim calcmode="lin" valueType="num">
                                          <p:cBhvr additive="base">
                                            <p:cTn id="71" dur="500" fill="hold"/>
                                            <p:tgtEl>
                                              <p:spTgt spid="80"/>
                                            </p:tgtEl>
                                            <p:attrNameLst>
                                              <p:attrName>ppt_y</p:attrName>
                                            </p:attrNameLst>
                                          </p:cBhvr>
                                          <p:tavLst>
                                            <p:tav tm="0">
                                              <p:val>
                                                <p:strVal val="#ppt_y"/>
                                              </p:val>
                                            </p:tav>
                                            <p:tav tm="100000">
                                              <p:val>
                                                <p:strVal val="#ppt_y"/>
                                              </p:val>
                                            </p:tav>
                                          </p:tavLst>
                                        </p:anim>
                                      </p:childTnLst>
                                    </p:cTn>
                                  </p:par>
                                  <p:par>
                                    <p:cTn id="72" presetID="55" presetClass="entr" presetSubtype="0" fill="hold" grpId="0" nodeType="withEffect">
                                      <p:stCondLst>
                                        <p:cond delay="1700"/>
                                      </p:stCondLst>
                                      <p:childTnLst>
                                        <p:set>
                                          <p:cBhvr>
                                            <p:cTn id="73" dur="1" fill="hold">
                                              <p:stCondLst>
                                                <p:cond delay="0"/>
                                              </p:stCondLst>
                                            </p:cTn>
                                            <p:tgtEl>
                                              <p:spTgt spid="79"/>
                                            </p:tgtEl>
                                            <p:attrNameLst>
                                              <p:attrName>style.visibility</p:attrName>
                                            </p:attrNameLst>
                                          </p:cBhvr>
                                          <p:to>
                                            <p:strVal val="visible"/>
                                          </p:to>
                                        </p:set>
                                        <p:anim calcmode="lin" valueType="num">
                                          <p:cBhvr>
                                            <p:cTn id="74" dur="500" fill="hold"/>
                                            <p:tgtEl>
                                              <p:spTgt spid="79"/>
                                            </p:tgtEl>
                                            <p:attrNameLst>
                                              <p:attrName>ppt_w</p:attrName>
                                            </p:attrNameLst>
                                          </p:cBhvr>
                                          <p:tavLst>
                                            <p:tav tm="0">
                                              <p:val>
                                                <p:strVal val="#ppt_w*0.70"/>
                                              </p:val>
                                            </p:tav>
                                            <p:tav tm="100000">
                                              <p:val>
                                                <p:strVal val="#ppt_w"/>
                                              </p:val>
                                            </p:tav>
                                          </p:tavLst>
                                        </p:anim>
                                        <p:anim calcmode="lin" valueType="num">
                                          <p:cBhvr>
                                            <p:cTn id="75" dur="500" fill="hold"/>
                                            <p:tgtEl>
                                              <p:spTgt spid="79"/>
                                            </p:tgtEl>
                                            <p:attrNameLst>
                                              <p:attrName>ppt_h</p:attrName>
                                            </p:attrNameLst>
                                          </p:cBhvr>
                                          <p:tavLst>
                                            <p:tav tm="0">
                                              <p:val>
                                                <p:strVal val="#ppt_h"/>
                                              </p:val>
                                            </p:tav>
                                            <p:tav tm="100000">
                                              <p:val>
                                                <p:strVal val="#ppt_h"/>
                                              </p:val>
                                            </p:tav>
                                          </p:tavLst>
                                        </p:anim>
                                        <p:animEffect transition="in" filter="fade">
                                          <p:cBhvr>
                                            <p:cTn id="76" dur="500"/>
                                            <p:tgtEl>
                                              <p:spTgt spid="79"/>
                                            </p:tgtEl>
                                          </p:cBhvr>
                                        </p:animEffect>
                                      </p:childTnLst>
                                    </p:cTn>
                                  </p:par>
                                  <p:par>
                                    <p:cTn id="77" presetID="2" presetClass="entr" presetSubtype="8" fill="hold" grpId="0" nodeType="withEffect">
                                      <p:stCondLst>
                                        <p:cond delay="1400"/>
                                      </p:stCondLst>
                                      <p:childTnLst>
                                        <p:set>
                                          <p:cBhvr>
                                            <p:cTn id="78" dur="1" fill="hold">
                                              <p:stCondLst>
                                                <p:cond delay="0"/>
                                              </p:stCondLst>
                                            </p:cTn>
                                            <p:tgtEl>
                                              <p:spTgt spid="82"/>
                                            </p:tgtEl>
                                            <p:attrNameLst>
                                              <p:attrName>style.visibility</p:attrName>
                                            </p:attrNameLst>
                                          </p:cBhvr>
                                          <p:to>
                                            <p:strVal val="visible"/>
                                          </p:to>
                                        </p:set>
                                        <p:anim calcmode="lin" valueType="num">
                                          <p:cBhvr additive="base">
                                            <p:cTn id="79" dur="500" fill="hold"/>
                                            <p:tgtEl>
                                              <p:spTgt spid="82"/>
                                            </p:tgtEl>
                                            <p:attrNameLst>
                                              <p:attrName>ppt_x</p:attrName>
                                            </p:attrNameLst>
                                          </p:cBhvr>
                                          <p:tavLst>
                                            <p:tav tm="0">
                                              <p:val>
                                                <p:strVal val="0-#ppt_w/2"/>
                                              </p:val>
                                            </p:tav>
                                            <p:tav tm="100000">
                                              <p:val>
                                                <p:strVal val="#ppt_x"/>
                                              </p:val>
                                            </p:tav>
                                          </p:tavLst>
                                        </p:anim>
                                        <p:anim calcmode="lin" valueType="num">
                                          <p:cBhvr additive="base">
                                            <p:cTn id="80" dur="500" fill="hold"/>
                                            <p:tgtEl>
                                              <p:spTgt spid="82"/>
                                            </p:tgtEl>
                                            <p:attrNameLst>
                                              <p:attrName>ppt_y</p:attrName>
                                            </p:attrNameLst>
                                          </p:cBhvr>
                                          <p:tavLst>
                                            <p:tav tm="0">
                                              <p:val>
                                                <p:strVal val="#ppt_y"/>
                                              </p:val>
                                            </p:tav>
                                            <p:tav tm="100000">
                                              <p:val>
                                                <p:strVal val="#ppt_y"/>
                                              </p:val>
                                            </p:tav>
                                          </p:tavLst>
                                        </p:anim>
                                      </p:childTnLst>
                                    </p:cTn>
                                  </p:par>
                                  <p:par>
                                    <p:cTn id="81" presetID="55" presetClass="entr" presetSubtype="0" fill="hold" grpId="0" nodeType="withEffect">
                                      <p:stCondLst>
                                        <p:cond delay="1700"/>
                                      </p:stCondLst>
                                      <p:childTnLst>
                                        <p:set>
                                          <p:cBhvr>
                                            <p:cTn id="82" dur="1" fill="hold">
                                              <p:stCondLst>
                                                <p:cond delay="0"/>
                                              </p:stCondLst>
                                            </p:cTn>
                                            <p:tgtEl>
                                              <p:spTgt spid="81"/>
                                            </p:tgtEl>
                                            <p:attrNameLst>
                                              <p:attrName>style.visibility</p:attrName>
                                            </p:attrNameLst>
                                          </p:cBhvr>
                                          <p:to>
                                            <p:strVal val="visible"/>
                                          </p:to>
                                        </p:set>
                                        <p:anim calcmode="lin" valueType="num">
                                          <p:cBhvr>
                                            <p:cTn id="83" dur="500" fill="hold"/>
                                            <p:tgtEl>
                                              <p:spTgt spid="81"/>
                                            </p:tgtEl>
                                            <p:attrNameLst>
                                              <p:attrName>ppt_w</p:attrName>
                                            </p:attrNameLst>
                                          </p:cBhvr>
                                          <p:tavLst>
                                            <p:tav tm="0">
                                              <p:val>
                                                <p:strVal val="#ppt_w*0.70"/>
                                              </p:val>
                                            </p:tav>
                                            <p:tav tm="100000">
                                              <p:val>
                                                <p:strVal val="#ppt_w"/>
                                              </p:val>
                                            </p:tav>
                                          </p:tavLst>
                                        </p:anim>
                                        <p:anim calcmode="lin" valueType="num">
                                          <p:cBhvr>
                                            <p:cTn id="84" dur="500" fill="hold"/>
                                            <p:tgtEl>
                                              <p:spTgt spid="81"/>
                                            </p:tgtEl>
                                            <p:attrNameLst>
                                              <p:attrName>ppt_h</p:attrName>
                                            </p:attrNameLst>
                                          </p:cBhvr>
                                          <p:tavLst>
                                            <p:tav tm="0">
                                              <p:val>
                                                <p:strVal val="#ppt_h"/>
                                              </p:val>
                                            </p:tav>
                                            <p:tav tm="100000">
                                              <p:val>
                                                <p:strVal val="#ppt_h"/>
                                              </p:val>
                                            </p:tav>
                                          </p:tavLst>
                                        </p:anim>
                                        <p:animEffect transition="in" filter="fade">
                                          <p:cBhvr>
                                            <p:cTn id="85" dur="500"/>
                                            <p:tgtEl>
                                              <p:spTgt spid="81"/>
                                            </p:tgtEl>
                                          </p:cBhvr>
                                        </p:animEffect>
                                      </p:childTnLst>
                                    </p:cTn>
                                  </p:par>
                                  <p:par>
                                    <p:cTn id="86" presetID="2" presetClass="entr" presetSubtype="1" fill="hold" grpId="0" nodeType="withEffect">
                                      <p:stCondLst>
                                        <p:cond delay="1400"/>
                                      </p:stCondLst>
                                      <p:childTnLst>
                                        <p:set>
                                          <p:cBhvr>
                                            <p:cTn id="87" dur="1" fill="hold">
                                              <p:stCondLst>
                                                <p:cond delay="0"/>
                                              </p:stCondLst>
                                            </p:cTn>
                                            <p:tgtEl>
                                              <p:spTgt spid="84"/>
                                            </p:tgtEl>
                                            <p:attrNameLst>
                                              <p:attrName>style.visibility</p:attrName>
                                            </p:attrNameLst>
                                          </p:cBhvr>
                                          <p:to>
                                            <p:strVal val="visible"/>
                                          </p:to>
                                        </p:set>
                                        <p:anim calcmode="lin" valueType="num">
                                          <p:cBhvr additive="base">
                                            <p:cTn id="88" dur="500" fill="hold"/>
                                            <p:tgtEl>
                                              <p:spTgt spid="84"/>
                                            </p:tgtEl>
                                            <p:attrNameLst>
                                              <p:attrName>ppt_x</p:attrName>
                                            </p:attrNameLst>
                                          </p:cBhvr>
                                          <p:tavLst>
                                            <p:tav tm="0">
                                              <p:val>
                                                <p:strVal val="#ppt_x"/>
                                              </p:val>
                                            </p:tav>
                                            <p:tav tm="100000">
                                              <p:val>
                                                <p:strVal val="#ppt_x"/>
                                              </p:val>
                                            </p:tav>
                                          </p:tavLst>
                                        </p:anim>
                                        <p:anim calcmode="lin" valueType="num">
                                          <p:cBhvr additive="base">
                                            <p:cTn id="89" dur="500" fill="hold"/>
                                            <p:tgtEl>
                                              <p:spTgt spid="84"/>
                                            </p:tgtEl>
                                            <p:attrNameLst>
                                              <p:attrName>ppt_y</p:attrName>
                                            </p:attrNameLst>
                                          </p:cBhvr>
                                          <p:tavLst>
                                            <p:tav tm="0">
                                              <p:val>
                                                <p:strVal val="0-#ppt_h/2"/>
                                              </p:val>
                                            </p:tav>
                                            <p:tav tm="100000">
                                              <p:val>
                                                <p:strVal val="#ppt_y"/>
                                              </p:val>
                                            </p:tav>
                                          </p:tavLst>
                                        </p:anim>
                                      </p:childTnLst>
                                    </p:cTn>
                                  </p:par>
                                  <p:par>
                                    <p:cTn id="90" presetID="55" presetClass="entr" presetSubtype="0" fill="hold" grpId="0" nodeType="withEffect">
                                      <p:stCondLst>
                                        <p:cond delay="1700"/>
                                      </p:stCondLst>
                                      <p:childTnLst>
                                        <p:set>
                                          <p:cBhvr>
                                            <p:cTn id="91" dur="1" fill="hold">
                                              <p:stCondLst>
                                                <p:cond delay="0"/>
                                              </p:stCondLst>
                                            </p:cTn>
                                            <p:tgtEl>
                                              <p:spTgt spid="83"/>
                                            </p:tgtEl>
                                            <p:attrNameLst>
                                              <p:attrName>style.visibility</p:attrName>
                                            </p:attrNameLst>
                                          </p:cBhvr>
                                          <p:to>
                                            <p:strVal val="visible"/>
                                          </p:to>
                                        </p:set>
                                        <p:anim calcmode="lin" valueType="num">
                                          <p:cBhvr>
                                            <p:cTn id="92" dur="500" fill="hold"/>
                                            <p:tgtEl>
                                              <p:spTgt spid="83"/>
                                            </p:tgtEl>
                                            <p:attrNameLst>
                                              <p:attrName>ppt_w</p:attrName>
                                            </p:attrNameLst>
                                          </p:cBhvr>
                                          <p:tavLst>
                                            <p:tav tm="0">
                                              <p:val>
                                                <p:strVal val="#ppt_w*0.70"/>
                                              </p:val>
                                            </p:tav>
                                            <p:tav tm="100000">
                                              <p:val>
                                                <p:strVal val="#ppt_w"/>
                                              </p:val>
                                            </p:tav>
                                          </p:tavLst>
                                        </p:anim>
                                        <p:anim calcmode="lin" valueType="num">
                                          <p:cBhvr>
                                            <p:cTn id="93" dur="500" fill="hold"/>
                                            <p:tgtEl>
                                              <p:spTgt spid="83"/>
                                            </p:tgtEl>
                                            <p:attrNameLst>
                                              <p:attrName>ppt_h</p:attrName>
                                            </p:attrNameLst>
                                          </p:cBhvr>
                                          <p:tavLst>
                                            <p:tav tm="0">
                                              <p:val>
                                                <p:strVal val="#ppt_h"/>
                                              </p:val>
                                            </p:tav>
                                            <p:tav tm="100000">
                                              <p:val>
                                                <p:strVal val="#ppt_h"/>
                                              </p:val>
                                            </p:tav>
                                          </p:tavLst>
                                        </p:anim>
                                        <p:animEffect transition="in" filter="fade">
                                          <p:cBhvr>
                                            <p:cTn id="94" dur="500"/>
                                            <p:tgtEl>
                                              <p:spTgt spid="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 grpId="0"/>
          <p:bldP spid="71" grpId="0"/>
          <p:bldP spid="72" grpId="0"/>
          <p:bldP spid="73" grpId="0"/>
          <p:bldP spid="74" grpId="0"/>
          <p:bldP spid="75" grpId="0"/>
          <p:bldP spid="76" grpId="0" animBg="1"/>
          <p:bldP spid="77" grpId="0"/>
          <p:bldP spid="78" grpId="0" animBg="1"/>
          <p:bldP spid="79" grpId="0"/>
          <p:bldP spid="80" grpId="0" animBg="1"/>
          <p:bldP spid="81" grpId="0"/>
          <p:bldP spid="82" grpId="0" animBg="1"/>
          <p:bldP spid="83" grpId="0"/>
          <p:bldP spid="84" grpId="0" animBg="1"/>
        </p:bldLst>
      </p:timing>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932757"/>
            <a:ext cx="9144000" cy="1274812"/>
          </a:xfrm>
          <a:prstGeom prst="rect">
            <a:avLst/>
          </a:prstGeom>
          <a:solidFill>
            <a:srgbClr val="54667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2853008" y="1364795"/>
            <a:ext cx="1152128" cy="1152128"/>
          </a:xfrm>
          <a:prstGeom prst="rect">
            <a:avLst/>
          </a:prstGeom>
          <a:solidFill>
            <a:srgbClr val="F0F1F3"/>
          </a:solidFill>
          <a:ln w="6350">
            <a:solidFill>
              <a:srgbClr val="37B0E8"/>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2956949" y="1468736"/>
            <a:ext cx="944246" cy="944246"/>
          </a:xfrm>
          <a:prstGeom prst="rect">
            <a:avLst/>
          </a:prstGeom>
          <a:solidFill>
            <a:srgbClr val="37B0E8"/>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Rectangle 44"/>
          <p:cNvSpPr>
            <a:spLocks noChangeArrowheads="1"/>
          </p:cNvSpPr>
          <p:nvPr/>
        </p:nvSpPr>
        <p:spPr bwMode="auto">
          <a:xfrm>
            <a:off x="4546476" y="2122476"/>
            <a:ext cx="1427625" cy="8953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marL="171450" indent="-171450">
              <a:lnSpc>
                <a:spcPct val="150000"/>
              </a:lnSpc>
              <a:buClr>
                <a:srgbClr val="37B0E8"/>
              </a:buClr>
              <a:buFont typeface="Wingdings" pitchFamily="2" charset="2"/>
              <a:buChar char="ü"/>
            </a:pPr>
            <a:r>
              <a:rPr lang="zh-CN" altLang="en-US" sz="1000" dirty="0">
                <a:ln w="6350">
                  <a:noFill/>
                </a:ln>
                <a:solidFill>
                  <a:schemeClr val="bg1"/>
                </a:solidFill>
                <a:latin typeface="Impact" pitchFamily="34" charset="0"/>
                <a:ea typeface="微软雅黑" pitchFamily="34" charset="-122"/>
              </a:rPr>
              <a:t>关键技术</a:t>
            </a:r>
          </a:p>
          <a:p>
            <a:pPr marL="171450" indent="-171450">
              <a:lnSpc>
                <a:spcPct val="150000"/>
              </a:lnSpc>
              <a:buClr>
                <a:srgbClr val="37B0E8"/>
              </a:buClr>
              <a:buFont typeface="Wingdings" pitchFamily="2" charset="2"/>
              <a:buChar char="ü"/>
            </a:pPr>
            <a:r>
              <a:rPr lang="zh-CN" altLang="en-US" sz="1000" dirty="0">
                <a:ln w="6350">
                  <a:noFill/>
                </a:ln>
                <a:solidFill>
                  <a:schemeClr val="bg1"/>
                </a:solidFill>
                <a:latin typeface="Impact" pitchFamily="34" charset="0"/>
                <a:ea typeface="微软雅黑" pitchFamily="34" charset="-122"/>
              </a:rPr>
              <a:t>实践难点</a:t>
            </a:r>
          </a:p>
          <a:p>
            <a:pPr marL="171450" indent="-171450">
              <a:lnSpc>
                <a:spcPct val="150000"/>
              </a:lnSpc>
              <a:buClr>
                <a:srgbClr val="37B0E8"/>
              </a:buClr>
              <a:buFont typeface="Wingdings" pitchFamily="2" charset="2"/>
              <a:buChar char="ü"/>
            </a:pPr>
            <a:r>
              <a:rPr lang="zh-CN" altLang="en-US" sz="1000" dirty="0">
                <a:ln w="6350">
                  <a:noFill/>
                </a:ln>
                <a:solidFill>
                  <a:schemeClr val="bg1"/>
                </a:solidFill>
                <a:latin typeface="Impact" pitchFamily="34" charset="0"/>
                <a:ea typeface="微软雅黑" pitchFamily="34" charset="-122"/>
              </a:rPr>
              <a:t>市场调研分析</a:t>
            </a:r>
          </a:p>
          <a:p>
            <a:pPr marL="171450" indent="-171450">
              <a:lnSpc>
                <a:spcPct val="150000"/>
              </a:lnSpc>
              <a:buClr>
                <a:srgbClr val="37B0E8"/>
              </a:buClr>
              <a:buFont typeface="Wingdings" pitchFamily="2" charset="2"/>
              <a:buChar char="ü"/>
            </a:pPr>
            <a:r>
              <a:rPr lang="zh-CN" altLang="en-US" sz="1000" dirty="0">
                <a:ln w="6350">
                  <a:noFill/>
                </a:ln>
                <a:solidFill>
                  <a:schemeClr val="bg1"/>
                </a:solidFill>
                <a:latin typeface="Impact" pitchFamily="34" charset="0"/>
                <a:ea typeface="微软雅黑" pitchFamily="34" charset="-122"/>
              </a:rPr>
              <a:t>案例对比分析</a:t>
            </a:r>
          </a:p>
        </p:txBody>
      </p:sp>
      <p:sp>
        <p:nvSpPr>
          <p:cNvPr id="7" name="Rectangle 44"/>
          <p:cNvSpPr>
            <a:spLocks noChangeArrowheads="1"/>
          </p:cNvSpPr>
          <p:nvPr/>
        </p:nvSpPr>
        <p:spPr bwMode="auto">
          <a:xfrm>
            <a:off x="4570472" y="1357990"/>
            <a:ext cx="2377792" cy="4887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nSpc>
                <a:spcPct val="150000"/>
              </a:lnSpc>
              <a:buClr>
                <a:srgbClr val="37B0E8"/>
              </a:buClr>
            </a:pPr>
            <a:r>
              <a:rPr lang="en-US" altLang="zh-CN" sz="2400" b="1" dirty="0">
                <a:ln w="6350">
                  <a:noFill/>
                </a:ln>
                <a:solidFill>
                  <a:srgbClr val="37B0E8"/>
                </a:solidFill>
                <a:latin typeface="微软雅黑" pitchFamily="34" charset="-122"/>
                <a:ea typeface="微软雅黑" pitchFamily="34" charset="-122"/>
              </a:rPr>
              <a:t>03 </a:t>
            </a:r>
            <a:r>
              <a:rPr lang="en-US" altLang="zh-CN" sz="2400" dirty="0">
                <a:ln w="6350">
                  <a:noFill/>
                </a:ln>
                <a:solidFill>
                  <a:srgbClr val="37B0E8"/>
                </a:solidFill>
                <a:latin typeface="微软雅黑" pitchFamily="34" charset="-122"/>
                <a:ea typeface="微软雅黑" pitchFamily="34" charset="-122"/>
              </a:rPr>
              <a:t>| </a:t>
            </a:r>
            <a:r>
              <a:rPr lang="zh-CN" altLang="en-US" sz="2400" b="1" dirty="0">
                <a:ln w="6350">
                  <a:noFill/>
                </a:ln>
                <a:solidFill>
                  <a:srgbClr val="37B0E8"/>
                </a:solidFill>
                <a:latin typeface="微软雅黑" pitchFamily="34" charset="-122"/>
                <a:ea typeface="微软雅黑" pitchFamily="34" charset="-122"/>
              </a:rPr>
              <a:t>技术与难点</a:t>
            </a:r>
          </a:p>
        </p:txBody>
      </p:sp>
      <p:sp>
        <p:nvSpPr>
          <p:cNvPr id="9" name="Freeform 12"/>
          <p:cNvSpPr>
            <a:spLocks noEditPoints="1"/>
          </p:cNvSpPr>
          <p:nvPr/>
        </p:nvSpPr>
        <p:spPr bwMode="auto">
          <a:xfrm>
            <a:off x="3274677" y="1718986"/>
            <a:ext cx="308790" cy="443746"/>
          </a:xfrm>
          <a:custGeom>
            <a:avLst/>
            <a:gdLst>
              <a:gd name="T0" fmla="*/ 3 w 121"/>
              <a:gd name="T1" fmla="*/ 119 h 174"/>
              <a:gd name="T2" fmla="*/ 23 w 121"/>
              <a:gd name="T3" fmla="*/ 115 h 174"/>
              <a:gd name="T4" fmla="*/ 38 w 121"/>
              <a:gd name="T5" fmla="*/ 74 h 174"/>
              <a:gd name="T6" fmla="*/ 38 w 121"/>
              <a:gd name="T7" fmla="*/ 74 h 174"/>
              <a:gd name="T8" fmla="*/ 38 w 121"/>
              <a:gd name="T9" fmla="*/ 29 h 174"/>
              <a:gd name="T10" fmla="*/ 54 w 121"/>
              <a:gd name="T11" fmla="*/ 21 h 174"/>
              <a:gd name="T12" fmla="*/ 60 w 121"/>
              <a:gd name="T13" fmla="*/ 0 h 174"/>
              <a:gd name="T14" fmla="*/ 67 w 121"/>
              <a:gd name="T15" fmla="*/ 21 h 174"/>
              <a:gd name="T16" fmla="*/ 92 w 121"/>
              <a:gd name="T17" fmla="*/ 51 h 174"/>
              <a:gd name="T18" fmla="*/ 82 w 121"/>
              <a:gd name="T19" fmla="*/ 74 h 174"/>
              <a:gd name="T20" fmla="*/ 98 w 121"/>
              <a:gd name="T21" fmla="*/ 115 h 174"/>
              <a:gd name="T22" fmla="*/ 117 w 121"/>
              <a:gd name="T23" fmla="*/ 119 h 174"/>
              <a:gd name="T24" fmla="*/ 102 w 121"/>
              <a:gd name="T25" fmla="*/ 124 h 174"/>
              <a:gd name="T26" fmla="*/ 116 w 121"/>
              <a:gd name="T27" fmla="*/ 159 h 174"/>
              <a:gd name="T28" fmla="*/ 120 w 121"/>
              <a:gd name="T29" fmla="*/ 168 h 174"/>
              <a:gd name="T30" fmla="*/ 113 w 121"/>
              <a:gd name="T31" fmla="*/ 171 h 174"/>
              <a:gd name="T32" fmla="*/ 108 w 121"/>
              <a:gd name="T33" fmla="*/ 162 h 174"/>
              <a:gd name="T34" fmla="*/ 87 w 121"/>
              <a:gd name="T35" fmla="*/ 124 h 174"/>
              <a:gd name="T36" fmla="*/ 67 w 121"/>
              <a:gd name="T37" fmla="*/ 129 h 174"/>
              <a:gd name="T38" fmla="*/ 54 w 121"/>
              <a:gd name="T39" fmla="*/ 129 h 174"/>
              <a:gd name="T40" fmla="*/ 34 w 121"/>
              <a:gd name="T41" fmla="*/ 124 h 174"/>
              <a:gd name="T42" fmla="*/ 13 w 121"/>
              <a:gd name="T43" fmla="*/ 162 h 174"/>
              <a:gd name="T44" fmla="*/ 8 w 121"/>
              <a:gd name="T45" fmla="*/ 171 h 174"/>
              <a:gd name="T46" fmla="*/ 1 w 121"/>
              <a:gd name="T47" fmla="*/ 168 h 174"/>
              <a:gd name="T48" fmla="*/ 5 w 121"/>
              <a:gd name="T49" fmla="*/ 159 h 174"/>
              <a:gd name="T50" fmla="*/ 19 w 121"/>
              <a:gd name="T51" fmla="*/ 124 h 174"/>
              <a:gd name="T52" fmla="*/ 54 w 121"/>
              <a:gd name="T53" fmla="*/ 115 h 174"/>
              <a:gd name="T54" fmla="*/ 54 w 121"/>
              <a:gd name="T55" fmla="*/ 110 h 174"/>
              <a:gd name="T56" fmla="*/ 67 w 121"/>
              <a:gd name="T57" fmla="*/ 110 h 174"/>
              <a:gd name="T58" fmla="*/ 83 w 121"/>
              <a:gd name="T59" fmla="*/ 115 h 174"/>
              <a:gd name="T60" fmla="*/ 54 w 121"/>
              <a:gd name="T61" fmla="*/ 82 h 174"/>
              <a:gd name="T62" fmla="*/ 54 w 121"/>
              <a:gd name="T63" fmla="*/ 115 h 174"/>
              <a:gd name="T64" fmla="*/ 73 w 121"/>
              <a:gd name="T65" fmla="*/ 39 h 174"/>
              <a:gd name="T66" fmla="*/ 48 w 121"/>
              <a:gd name="T67" fmla="*/ 39 h 174"/>
              <a:gd name="T68" fmla="*/ 48 w 121"/>
              <a:gd name="T69" fmla="*/ 64 h 174"/>
              <a:gd name="T70" fmla="*/ 68 w 121"/>
              <a:gd name="T71" fmla="*/ 68 h 174"/>
              <a:gd name="T72" fmla="*/ 73 w 121"/>
              <a:gd name="T73" fmla="*/ 64 h 174"/>
              <a:gd name="T74" fmla="*/ 73 w 121"/>
              <a:gd name="T75" fmla="*/ 39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1" h="174">
                <a:moveTo>
                  <a:pt x="8" y="124"/>
                </a:moveTo>
                <a:cubicBezTo>
                  <a:pt x="5" y="124"/>
                  <a:pt x="3" y="122"/>
                  <a:pt x="3" y="119"/>
                </a:cubicBezTo>
                <a:cubicBezTo>
                  <a:pt x="3" y="117"/>
                  <a:pt x="5" y="115"/>
                  <a:pt x="8" y="115"/>
                </a:cubicBezTo>
                <a:cubicBezTo>
                  <a:pt x="23" y="115"/>
                  <a:pt x="23" y="115"/>
                  <a:pt x="23" y="115"/>
                </a:cubicBezTo>
                <a:cubicBezTo>
                  <a:pt x="42" y="77"/>
                  <a:pt x="42" y="77"/>
                  <a:pt x="42" y="77"/>
                </a:cubicBezTo>
                <a:cubicBezTo>
                  <a:pt x="41" y="76"/>
                  <a:pt x="40" y="75"/>
                  <a:pt x="38" y="74"/>
                </a:cubicBezTo>
                <a:cubicBezTo>
                  <a:pt x="38" y="74"/>
                  <a:pt x="38" y="74"/>
                  <a:pt x="38" y="74"/>
                </a:cubicBezTo>
                <a:cubicBezTo>
                  <a:pt x="38" y="74"/>
                  <a:pt x="38" y="74"/>
                  <a:pt x="38" y="74"/>
                </a:cubicBezTo>
                <a:cubicBezTo>
                  <a:pt x="33" y="68"/>
                  <a:pt x="29" y="60"/>
                  <a:pt x="29" y="51"/>
                </a:cubicBezTo>
                <a:cubicBezTo>
                  <a:pt x="29" y="43"/>
                  <a:pt x="33" y="35"/>
                  <a:pt x="38" y="29"/>
                </a:cubicBezTo>
                <a:cubicBezTo>
                  <a:pt x="39" y="29"/>
                  <a:pt x="39" y="29"/>
                  <a:pt x="39" y="29"/>
                </a:cubicBezTo>
                <a:cubicBezTo>
                  <a:pt x="43" y="25"/>
                  <a:pt x="48" y="22"/>
                  <a:pt x="54" y="21"/>
                </a:cubicBezTo>
                <a:cubicBezTo>
                  <a:pt x="54" y="7"/>
                  <a:pt x="54" y="7"/>
                  <a:pt x="54" y="7"/>
                </a:cubicBezTo>
                <a:cubicBezTo>
                  <a:pt x="54" y="3"/>
                  <a:pt x="57" y="0"/>
                  <a:pt x="60" y="0"/>
                </a:cubicBezTo>
                <a:cubicBezTo>
                  <a:pt x="64" y="0"/>
                  <a:pt x="67" y="3"/>
                  <a:pt x="67" y="7"/>
                </a:cubicBezTo>
                <a:cubicBezTo>
                  <a:pt x="67" y="21"/>
                  <a:pt x="67" y="21"/>
                  <a:pt x="67" y="21"/>
                </a:cubicBezTo>
                <a:cubicBezTo>
                  <a:pt x="73" y="22"/>
                  <a:pt x="78" y="25"/>
                  <a:pt x="82" y="29"/>
                </a:cubicBezTo>
                <a:cubicBezTo>
                  <a:pt x="88" y="35"/>
                  <a:pt x="92" y="43"/>
                  <a:pt x="92" y="51"/>
                </a:cubicBezTo>
                <a:cubicBezTo>
                  <a:pt x="92" y="60"/>
                  <a:pt x="88" y="68"/>
                  <a:pt x="82" y="74"/>
                </a:cubicBezTo>
                <a:cubicBezTo>
                  <a:pt x="82" y="74"/>
                  <a:pt x="82" y="74"/>
                  <a:pt x="82" y="74"/>
                </a:cubicBezTo>
                <a:cubicBezTo>
                  <a:pt x="81" y="75"/>
                  <a:pt x="80" y="76"/>
                  <a:pt x="79" y="77"/>
                </a:cubicBezTo>
                <a:cubicBezTo>
                  <a:pt x="98" y="115"/>
                  <a:pt x="98" y="115"/>
                  <a:pt x="98" y="115"/>
                </a:cubicBezTo>
                <a:cubicBezTo>
                  <a:pt x="113" y="115"/>
                  <a:pt x="113" y="115"/>
                  <a:pt x="113" y="115"/>
                </a:cubicBezTo>
                <a:cubicBezTo>
                  <a:pt x="116" y="115"/>
                  <a:pt x="117" y="117"/>
                  <a:pt x="117" y="119"/>
                </a:cubicBezTo>
                <a:cubicBezTo>
                  <a:pt x="117" y="122"/>
                  <a:pt x="116" y="124"/>
                  <a:pt x="113" y="124"/>
                </a:cubicBezTo>
                <a:cubicBezTo>
                  <a:pt x="102" y="124"/>
                  <a:pt x="102" y="124"/>
                  <a:pt x="102" y="124"/>
                </a:cubicBezTo>
                <a:cubicBezTo>
                  <a:pt x="116" y="153"/>
                  <a:pt x="116" y="153"/>
                  <a:pt x="116" y="153"/>
                </a:cubicBezTo>
                <a:cubicBezTo>
                  <a:pt x="117" y="155"/>
                  <a:pt x="117" y="157"/>
                  <a:pt x="116" y="159"/>
                </a:cubicBezTo>
                <a:cubicBezTo>
                  <a:pt x="117" y="162"/>
                  <a:pt x="117" y="162"/>
                  <a:pt x="117" y="162"/>
                </a:cubicBezTo>
                <a:cubicBezTo>
                  <a:pt x="120" y="168"/>
                  <a:pt x="120" y="168"/>
                  <a:pt x="120" y="168"/>
                </a:cubicBezTo>
                <a:cubicBezTo>
                  <a:pt x="121" y="170"/>
                  <a:pt x="120" y="172"/>
                  <a:pt x="118" y="173"/>
                </a:cubicBezTo>
                <a:cubicBezTo>
                  <a:pt x="116" y="174"/>
                  <a:pt x="114" y="173"/>
                  <a:pt x="113" y="171"/>
                </a:cubicBezTo>
                <a:cubicBezTo>
                  <a:pt x="110" y="165"/>
                  <a:pt x="110" y="165"/>
                  <a:pt x="110" y="165"/>
                </a:cubicBezTo>
                <a:cubicBezTo>
                  <a:pt x="108" y="162"/>
                  <a:pt x="108" y="162"/>
                  <a:pt x="108" y="162"/>
                </a:cubicBezTo>
                <a:cubicBezTo>
                  <a:pt x="106" y="162"/>
                  <a:pt x="104" y="160"/>
                  <a:pt x="103" y="158"/>
                </a:cubicBezTo>
                <a:cubicBezTo>
                  <a:pt x="87" y="124"/>
                  <a:pt x="87" y="124"/>
                  <a:pt x="87" y="124"/>
                </a:cubicBezTo>
                <a:cubicBezTo>
                  <a:pt x="67" y="124"/>
                  <a:pt x="67" y="124"/>
                  <a:pt x="67" y="124"/>
                </a:cubicBezTo>
                <a:cubicBezTo>
                  <a:pt x="67" y="129"/>
                  <a:pt x="67" y="129"/>
                  <a:pt x="67" y="129"/>
                </a:cubicBezTo>
                <a:cubicBezTo>
                  <a:pt x="67" y="132"/>
                  <a:pt x="64" y="136"/>
                  <a:pt x="60" y="136"/>
                </a:cubicBezTo>
                <a:cubicBezTo>
                  <a:pt x="57" y="136"/>
                  <a:pt x="54" y="132"/>
                  <a:pt x="54" y="129"/>
                </a:cubicBezTo>
                <a:cubicBezTo>
                  <a:pt x="54" y="124"/>
                  <a:pt x="54" y="124"/>
                  <a:pt x="54" y="124"/>
                </a:cubicBezTo>
                <a:cubicBezTo>
                  <a:pt x="34" y="124"/>
                  <a:pt x="34" y="124"/>
                  <a:pt x="34" y="124"/>
                </a:cubicBezTo>
                <a:cubicBezTo>
                  <a:pt x="17" y="158"/>
                  <a:pt x="17" y="158"/>
                  <a:pt x="17" y="158"/>
                </a:cubicBezTo>
                <a:cubicBezTo>
                  <a:pt x="16" y="160"/>
                  <a:pt x="15" y="162"/>
                  <a:pt x="13" y="162"/>
                </a:cubicBezTo>
                <a:cubicBezTo>
                  <a:pt x="11" y="165"/>
                  <a:pt x="11" y="165"/>
                  <a:pt x="11" y="165"/>
                </a:cubicBezTo>
                <a:cubicBezTo>
                  <a:pt x="8" y="171"/>
                  <a:pt x="8" y="171"/>
                  <a:pt x="8" y="171"/>
                </a:cubicBezTo>
                <a:cubicBezTo>
                  <a:pt x="7" y="173"/>
                  <a:pt x="5" y="174"/>
                  <a:pt x="3" y="173"/>
                </a:cubicBezTo>
                <a:cubicBezTo>
                  <a:pt x="1" y="172"/>
                  <a:pt x="0" y="170"/>
                  <a:pt x="1" y="168"/>
                </a:cubicBezTo>
                <a:cubicBezTo>
                  <a:pt x="4" y="162"/>
                  <a:pt x="4" y="162"/>
                  <a:pt x="4" y="162"/>
                </a:cubicBezTo>
                <a:cubicBezTo>
                  <a:pt x="5" y="159"/>
                  <a:pt x="5" y="159"/>
                  <a:pt x="5" y="159"/>
                </a:cubicBezTo>
                <a:cubicBezTo>
                  <a:pt x="4" y="157"/>
                  <a:pt x="4" y="155"/>
                  <a:pt x="5" y="153"/>
                </a:cubicBezTo>
                <a:cubicBezTo>
                  <a:pt x="19" y="124"/>
                  <a:pt x="19" y="124"/>
                  <a:pt x="19" y="124"/>
                </a:cubicBezTo>
                <a:cubicBezTo>
                  <a:pt x="8" y="124"/>
                  <a:pt x="8" y="124"/>
                  <a:pt x="8" y="124"/>
                </a:cubicBezTo>
                <a:close/>
                <a:moveTo>
                  <a:pt x="54" y="115"/>
                </a:moveTo>
                <a:cubicBezTo>
                  <a:pt x="54" y="115"/>
                  <a:pt x="54" y="115"/>
                  <a:pt x="54" y="115"/>
                </a:cubicBezTo>
                <a:cubicBezTo>
                  <a:pt x="54" y="110"/>
                  <a:pt x="54" y="110"/>
                  <a:pt x="54" y="110"/>
                </a:cubicBezTo>
                <a:cubicBezTo>
                  <a:pt x="54" y="107"/>
                  <a:pt x="57" y="103"/>
                  <a:pt x="60" y="103"/>
                </a:cubicBezTo>
                <a:cubicBezTo>
                  <a:pt x="64" y="103"/>
                  <a:pt x="67" y="107"/>
                  <a:pt x="67" y="110"/>
                </a:cubicBezTo>
                <a:cubicBezTo>
                  <a:pt x="67" y="115"/>
                  <a:pt x="67" y="115"/>
                  <a:pt x="67" y="115"/>
                </a:cubicBezTo>
                <a:cubicBezTo>
                  <a:pt x="83" y="115"/>
                  <a:pt x="83" y="115"/>
                  <a:pt x="83" y="115"/>
                </a:cubicBezTo>
                <a:cubicBezTo>
                  <a:pt x="67" y="82"/>
                  <a:pt x="67" y="82"/>
                  <a:pt x="67" y="82"/>
                </a:cubicBezTo>
                <a:cubicBezTo>
                  <a:pt x="63" y="83"/>
                  <a:pt x="58" y="83"/>
                  <a:pt x="54" y="82"/>
                </a:cubicBezTo>
                <a:cubicBezTo>
                  <a:pt x="38" y="115"/>
                  <a:pt x="38" y="115"/>
                  <a:pt x="38" y="115"/>
                </a:cubicBezTo>
                <a:cubicBezTo>
                  <a:pt x="54" y="115"/>
                  <a:pt x="54" y="115"/>
                  <a:pt x="54" y="115"/>
                </a:cubicBezTo>
                <a:close/>
                <a:moveTo>
                  <a:pt x="73" y="39"/>
                </a:moveTo>
                <a:cubicBezTo>
                  <a:pt x="73" y="39"/>
                  <a:pt x="73" y="39"/>
                  <a:pt x="73" y="39"/>
                </a:cubicBezTo>
                <a:cubicBezTo>
                  <a:pt x="66" y="32"/>
                  <a:pt x="55" y="32"/>
                  <a:pt x="48" y="39"/>
                </a:cubicBezTo>
                <a:cubicBezTo>
                  <a:pt x="48" y="39"/>
                  <a:pt x="48" y="39"/>
                  <a:pt x="48" y="39"/>
                </a:cubicBezTo>
                <a:cubicBezTo>
                  <a:pt x="45" y="42"/>
                  <a:pt x="43" y="47"/>
                  <a:pt x="43" y="51"/>
                </a:cubicBezTo>
                <a:cubicBezTo>
                  <a:pt x="43" y="56"/>
                  <a:pt x="45" y="61"/>
                  <a:pt x="48" y="64"/>
                </a:cubicBezTo>
                <a:cubicBezTo>
                  <a:pt x="53" y="69"/>
                  <a:pt x="61" y="71"/>
                  <a:pt x="67" y="68"/>
                </a:cubicBezTo>
                <a:cubicBezTo>
                  <a:pt x="68" y="68"/>
                  <a:pt x="68" y="68"/>
                  <a:pt x="68" y="68"/>
                </a:cubicBezTo>
                <a:cubicBezTo>
                  <a:pt x="69" y="67"/>
                  <a:pt x="71" y="66"/>
                  <a:pt x="73" y="64"/>
                </a:cubicBezTo>
                <a:cubicBezTo>
                  <a:pt x="73" y="64"/>
                  <a:pt x="73" y="64"/>
                  <a:pt x="73" y="64"/>
                </a:cubicBezTo>
                <a:cubicBezTo>
                  <a:pt x="76" y="61"/>
                  <a:pt x="78" y="56"/>
                  <a:pt x="78" y="51"/>
                </a:cubicBezTo>
                <a:cubicBezTo>
                  <a:pt x="78" y="47"/>
                  <a:pt x="76" y="42"/>
                  <a:pt x="73" y="39"/>
                </a:cubicBezTo>
                <a:cubicBezTo>
                  <a:pt x="73" y="39"/>
                  <a:pt x="73" y="39"/>
                  <a:pt x="73" y="39"/>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pic>
        <p:nvPicPr>
          <p:cNvPr id="8" name="图片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868144" y="3579068"/>
            <a:ext cx="2898511" cy="1059606"/>
          </a:xfrm>
          <a:prstGeom prst="rect">
            <a:avLst/>
          </a:prstGeom>
        </p:spPr>
      </p:pic>
    </p:spTree>
  </p:cSld>
  <p:clrMapOvr>
    <a:masterClrMapping/>
  </p:clrMapOvr>
  <p:transition spd="slow">
    <p:push dir="u"/>
  </p:transition>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300" fill="hold"/>
                                            <p:tgtEl>
                                              <p:spTgt spid="3"/>
                                            </p:tgtEl>
                                            <p:attrNameLst>
                                              <p:attrName>ppt_w</p:attrName>
                                            </p:attrNameLst>
                                          </p:cBhvr>
                                          <p:tavLst>
                                            <p:tav tm="0">
                                              <p:val>
                                                <p:fltVal val="0"/>
                                              </p:val>
                                            </p:tav>
                                            <p:tav tm="100000">
                                              <p:val>
                                                <p:strVal val="#ppt_w"/>
                                              </p:val>
                                            </p:tav>
                                          </p:tavLst>
                                        </p:anim>
                                        <p:anim calcmode="lin" valueType="num">
                                          <p:cBhvr>
                                            <p:cTn id="8" dur="300" fill="hold"/>
                                            <p:tgtEl>
                                              <p:spTgt spid="3"/>
                                            </p:tgtEl>
                                            <p:attrNameLst>
                                              <p:attrName>ppt_h</p:attrName>
                                            </p:attrNameLst>
                                          </p:cBhvr>
                                          <p:tavLst>
                                            <p:tav tm="0">
                                              <p:val>
                                                <p:fltVal val="0"/>
                                              </p:val>
                                            </p:tav>
                                            <p:tav tm="100000">
                                              <p:val>
                                                <p:strVal val="#ppt_h"/>
                                              </p:val>
                                            </p:tav>
                                          </p:tavLst>
                                        </p:anim>
                                        <p:animEffect transition="in" filter="fade">
                                          <p:cBhvr>
                                            <p:cTn id="9" dur="300"/>
                                            <p:tgtEl>
                                              <p:spTgt spid="3"/>
                                            </p:tgtEl>
                                          </p:cBhvr>
                                        </p:animEffect>
                                      </p:childTnLst>
                                    </p:cTn>
                                  </p:par>
                                  <p:par>
                                    <p:cTn id="10" presetID="6" presetClass="emph" presetSubtype="0" autoRev="1" fill="hold" grpId="1" nodeType="withEffect">
                                      <p:stCondLst>
                                        <p:cond delay="300"/>
                                      </p:stCondLst>
                                      <p:childTnLst>
                                        <p:animScale>
                                          <p:cBhvr>
                                            <p:cTn id="11" dur="150" fill="hold"/>
                                            <p:tgtEl>
                                              <p:spTgt spid="3"/>
                                            </p:tgtEl>
                                          </p:cBhvr>
                                          <p:by x="110000" y="110000"/>
                                        </p:animScale>
                                      </p:childTnLst>
                                    </p:cTn>
                                  </p:par>
                                  <p:par>
                                    <p:cTn id="12" presetID="53" presetClass="entr" presetSubtype="16" fill="hold" grpId="0" nodeType="withEffect">
                                      <p:stCondLst>
                                        <p:cond delay="100"/>
                                      </p:stCondLst>
                                      <p:childTnLst>
                                        <p:set>
                                          <p:cBhvr>
                                            <p:cTn id="13" dur="1" fill="hold">
                                              <p:stCondLst>
                                                <p:cond delay="0"/>
                                              </p:stCondLst>
                                            </p:cTn>
                                            <p:tgtEl>
                                              <p:spTgt spid="4"/>
                                            </p:tgtEl>
                                            <p:attrNameLst>
                                              <p:attrName>style.visibility</p:attrName>
                                            </p:attrNameLst>
                                          </p:cBhvr>
                                          <p:to>
                                            <p:strVal val="visible"/>
                                          </p:to>
                                        </p:set>
                                        <p:anim calcmode="lin" valueType="num">
                                          <p:cBhvr>
                                            <p:cTn id="14" dur="300" fill="hold"/>
                                            <p:tgtEl>
                                              <p:spTgt spid="4"/>
                                            </p:tgtEl>
                                            <p:attrNameLst>
                                              <p:attrName>ppt_w</p:attrName>
                                            </p:attrNameLst>
                                          </p:cBhvr>
                                          <p:tavLst>
                                            <p:tav tm="0">
                                              <p:val>
                                                <p:fltVal val="0"/>
                                              </p:val>
                                            </p:tav>
                                            <p:tav tm="100000">
                                              <p:val>
                                                <p:strVal val="#ppt_w"/>
                                              </p:val>
                                            </p:tav>
                                          </p:tavLst>
                                        </p:anim>
                                        <p:anim calcmode="lin" valueType="num">
                                          <p:cBhvr>
                                            <p:cTn id="15" dur="300" fill="hold"/>
                                            <p:tgtEl>
                                              <p:spTgt spid="4"/>
                                            </p:tgtEl>
                                            <p:attrNameLst>
                                              <p:attrName>ppt_h</p:attrName>
                                            </p:attrNameLst>
                                          </p:cBhvr>
                                          <p:tavLst>
                                            <p:tav tm="0">
                                              <p:val>
                                                <p:fltVal val="0"/>
                                              </p:val>
                                            </p:tav>
                                            <p:tav tm="100000">
                                              <p:val>
                                                <p:strVal val="#ppt_h"/>
                                              </p:val>
                                            </p:tav>
                                          </p:tavLst>
                                        </p:anim>
                                        <p:animEffect transition="in" filter="fade">
                                          <p:cBhvr>
                                            <p:cTn id="16" dur="300"/>
                                            <p:tgtEl>
                                              <p:spTgt spid="4"/>
                                            </p:tgtEl>
                                          </p:cBhvr>
                                        </p:animEffect>
                                      </p:childTnLst>
                                    </p:cTn>
                                  </p:par>
                                  <p:par>
                                    <p:cTn id="17" presetID="6" presetClass="emph" presetSubtype="0" autoRev="1" fill="hold" grpId="1" nodeType="withEffect">
                                      <p:stCondLst>
                                        <p:cond delay="400"/>
                                      </p:stCondLst>
                                      <p:childTnLst>
                                        <p:animScale>
                                          <p:cBhvr>
                                            <p:cTn id="18" dur="150" fill="hold"/>
                                            <p:tgtEl>
                                              <p:spTgt spid="4"/>
                                            </p:tgtEl>
                                          </p:cBhvr>
                                          <p:by x="110000" y="110000"/>
                                        </p:animScale>
                                      </p:childTnLst>
                                    </p:cTn>
                                  </p:par>
                                  <p:par>
                                    <p:cTn id="19" presetID="2" presetClass="entr" presetSubtype="2" fill="hold" grpId="0" nodeType="withEffect" p14:presetBounceEnd="60000">
                                      <p:stCondLst>
                                        <p:cond delay="500"/>
                                      </p:stCondLst>
                                      <p:childTnLst>
                                        <p:set>
                                          <p:cBhvr>
                                            <p:cTn id="20" dur="1" fill="hold">
                                              <p:stCondLst>
                                                <p:cond delay="0"/>
                                              </p:stCondLst>
                                            </p:cTn>
                                            <p:tgtEl>
                                              <p:spTgt spid="5"/>
                                            </p:tgtEl>
                                            <p:attrNameLst>
                                              <p:attrName>style.visibility</p:attrName>
                                            </p:attrNameLst>
                                          </p:cBhvr>
                                          <p:to>
                                            <p:strVal val="visible"/>
                                          </p:to>
                                        </p:set>
                                        <p:anim calcmode="lin" valueType="num" p14:bounceEnd="60000">
                                          <p:cBhvr additive="base">
                                            <p:cTn id="21" dur="500" fill="hold"/>
                                            <p:tgtEl>
                                              <p:spTgt spid="5"/>
                                            </p:tgtEl>
                                            <p:attrNameLst>
                                              <p:attrName>ppt_x</p:attrName>
                                            </p:attrNameLst>
                                          </p:cBhvr>
                                          <p:tavLst>
                                            <p:tav tm="0">
                                              <p:val>
                                                <p:strVal val="1+#ppt_w/2"/>
                                              </p:val>
                                            </p:tav>
                                            <p:tav tm="100000">
                                              <p:val>
                                                <p:strVal val="#ppt_x"/>
                                              </p:val>
                                            </p:tav>
                                          </p:tavLst>
                                        </p:anim>
                                        <p:anim calcmode="lin" valueType="num" p14:bounceEnd="60000">
                                          <p:cBhvr additive="base">
                                            <p:cTn id="22" dur="500" fill="hold"/>
                                            <p:tgtEl>
                                              <p:spTgt spid="5"/>
                                            </p:tgtEl>
                                            <p:attrNameLst>
                                              <p:attrName>ppt_y</p:attrName>
                                            </p:attrNameLst>
                                          </p:cBhvr>
                                          <p:tavLst>
                                            <p:tav tm="0">
                                              <p:val>
                                                <p:strVal val="#ppt_y"/>
                                              </p:val>
                                            </p:tav>
                                            <p:tav tm="100000">
                                              <p:val>
                                                <p:strVal val="#ppt_y"/>
                                              </p:val>
                                            </p:tav>
                                          </p:tavLst>
                                        </p:anim>
                                      </p:childTnLst>
                                    </p:cTn>
                                  </p:par>
                                  <p:par>
                                    <p:cTn id="23" presetID="2" presetClass="entr" presetSubtype="2" fill="hold" grpId="0" nodeType="withEffect" p14:presetBounceEnd="60000">
                                      <p:stCondLst>
                                        <p:cond delay="500"/>
                                      </p:stCondLst>
                                      <p:childTnLst>
                                        <p:set>
                                          <p:cBhvr>
                                            <p:cTn id="24" dur="1" fill="hold">
                                              <p:stCondLst>
                                                <p:cond delay="0"/>
                                              </p:stCondLst>
                                            </p:cTn>
                                            <p:tgtEl>
                                              <p:spTgt spid="7"/>
                                            </p:tgtEl>
                                            <p:attrNameLst>
                                              <p:attrName>style.visibility</p:attrName>
                                            </p:attrNameLst>
                                          </p:cBhvr>
                                          <p:to>
                                            <p:strVal val="visible"/>
                                          </p:to>
                                        </p:set>
                                        <p:anim calcmode="lin" valueType="num" p14:bounceEnd="60000">
                                          <p:cBhvr additive="base">
                                            <p:cTn id="25" dur="500" fill="hold"/>
                                            <p:tgtEl>
                                              <p:spTgt spid="7"/>
                                            </p:tgtEl>
                                            <p:attrNameLst>
                                              <p:attrName>ppt_x</p:attrName>
                                            </p:attrNameLst>
                                          </p:cBhvr>
                                          <p:tavLst>
                                            <p:tav tm="0">
                                              <p:val>
                                                <p:strVal val="1+#ppt_w/2"/>
                                              </p:val>
                                            </p:tav>
                                            <p:tav tm="100000">
                                              <p:val>
                                                <p:strVal val="#ppt_x"/>
                                              </p:val>
                                            </p:tav>
                                          </p:tavLst>
                                        </p:anim>
                                        <p:anim calcmode="lin" valueType="num" p14:bounceEnd="60000">
                                          <p:cBhvr additive="base">
                                            <p:cTn id="26" dur="500" fill="hold"/>
                                            <p:tgtEl>
                                              <p:spTgt spid="7"/>
                                            </p:tgtEl>
                                            <p:attrNameLst>
                                              <p:attrName>ppt_y</p:attrName>
                                            </p:attrNameLst>
                                          </p:cBhvr>
                                          <p:tavLst>
                                            <p:tav tm="0">
                                              <p:val>
                                                <p:strVal val="#ppt_y"/>
                                              </p:val>
                                            </p:tav>
                                            <p:tav tm="100000">
                                              <p:val>
                                                <p:strVal val="#ppt_y"/>
                                              </p:val>
                                            </p:tav>
                                          </p:tavLst>
                                        </p:anim>
                                      </p:childTnLst>
                                    </p:cTn>
                                  </p:par>
                                  <p:par>
                                    <p:cTn id="27" presetID="53" presetClass="entr" presetSubtype="16" fill="hold" grpId="0" nodeType="withEffect">
                                      <p:stCondLst>
                                        <p:cond delay="200"/>
                                      </p:stCondLst>
                                      <p:childTnLst>
                                        <p:set>
                                          <p:cBhvr>
                                            <p:cTn id="28" dur="1" fill="hold">
                                              <p:stCondLst>
                                                <p:cond delay="0"/>
                                              </p:stCondLst>
                                            </p:cTn>
                                            <p:tgtEl>
                                              <p:spTgt spid="9"/>
                                            </p:tgtEl>
                                            <p:attrNameLst>
                                              <p:attrName>style.visibility</p:attrName>
                                            </p:attrNameLst>
                                          </p:cBhvr>
                                          <p:to>
                                            <p:strVal val="visible"/>
                                          </p:to>
                                        </p:set>
                                        <p:anim calcmode="lin" valueType="num">
                                          <p:cBhvr>
                                            <p:cTn id="29" dur="300" fill="hold"/>
                                            <p:tgtEl>
                                              <p:spTgt spid="9"/>
                                            </p:tgtEl>
                                            <p:attrNameLst>
                                              <p:attrName>ppt_w</p:attrName>
                                            </p:attrNameLst>
                                          </p:cBhvr>
                                          <p:tavLst>
                                            <p:tav tm="0">
                                              <p:val>
                                                <p:fltVal val="0"/>
                                              </p:val>
                                            </p:tav>
                                            <p:tav tm="100000">
                                              <p:val>
                                                <p:strVal val="#ppt_w"/>
                                              </p:val>
                                            </p:tav>
                                          </p:tavLst>
                                        </p:anim>
                                        <p:anim calcmode="lin" valueType="num">
                                          <p:cBhvr>
                                            <p:cTn id="30" dur="300" fill="hold"/>
                                            <p:tgtEl>
                                              <p:spTgt spid="9"/>
                                            </p:tgtEl>
                                            <p:attrNameLst>
                                              <p:attrName>ppt_h</p:attrName>
                                            </p:attrNameLst>
                                          </p:cBhvr>
                                          <p:tavLst>
                                            <p:tav tm="0">
                                              <p:val>
                                                <p:fltVal val="0"/>
                                              </p:val>
                                            </p:tav>
                                            <p:tav tm="100000">
                                              <p:val>
                                                <p:strVal val="#ppt_h"/>
                                              </p:val>
                                            </p:tav>
                                          </p:tavLst>
                                        </p:anim>
                                        <p:animEffect transition="in" filter="fade">
                                          <p:cBhvr>
                                            <p:cTn id="31" dur="300"/>
                                            <p:tgtEl>
                                              <p:spTgt spid="9"/>
                                            </p:tgtEl>
                                          </p:cBhvr>
                                        </p:animEffect>
                                      </p:childTnLst>
                                    </p:cTn>
                                  </p:par>
                                  <p:par>
                                    <p:cTn id="32" presetID="6" presetClass="emph" presetSubtype="0" autoRev="1" fill="hold" grpId="1" nodeType="withEffect">
                                      <p:stCondLst>
                                        <p:cond delay="500"/>
                                      </p:stCondLst>
                                      <p:childTnLst>
                                        <p:animScale>
                                          <p:cBhvr>
                                            <p:cTn id="33" dur="150" fill="hold"/>
                                            <p:tgtEl>
                                              <p:spTgt spid="9"/>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P spid="4" grpId="0" animBg="1"/>
          <p:bldP spid="4" grpId="1" animBg="1"/>
          <p:bldP spid="5" grpId="0"/>
          <p:bldP spid="7" grpId="0"/>
          <p:bldP spid="9" grpId="0" animBg="1"/>
          <p:bldP spid="9" grpId="1"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300" fill="hold"/>
                                            <p:tgtEl>
                                              <p:spTgt spid="3"/>
                                            </p:tgtEl>
                                            <p:attrNameLst>
                                              <p:attrName>ppt_w</p:attrName>
                                            </p:attrNameLst>
                                          </p:cBhvr>
                                          <p:tavLst>
                                            <p:tav tm="0">
                                              <p:val>
                                                <p:fltVal val="0"/>
                                              </p:val>
                                            </p:tav>
                                            <p:tav tm="100000">
                                              <p:val>
                                                <p:strVal val="#ppt_w"/>
                                              </p:val>
                                            </p:tav>
                                          </p:tavLst>
                                        </p:anim>
                                        <p:anim calcmode="lin" valueType="num">
                                          <p:cBhvr>
                                            <p:cTn id="8" dur="300" fill="hold"/>
                                            <p:tgtEl>
                                              <p:spTgt spid="3"/>
                                            </p:tgtEl>
                                            <p:attrNameLst>
                                              <p:attrName>ppt_h</p:attrName>
                                            </p:attrNameLst>
                                          </p:cBhvr>
                                          <p:tavLst>
                                            <p:tav tm="0">
                                              <p:val>
                                                <p:fltVal val="0"/>
                                              </p:val>
                                            </p:tav>
                                            <p:tav tm="100000">
                                              <p:val>
                                                <p:strVal val="#ppt_h"/>
                                              </p:val>
                                            </p:tav>
                                          </p:tavLst>
                                        </p:anim>
                                        <p:animEffect transition="in" filter="fade">
                                          <p:cBhvr>
                                            <p:cTn id="9" dur="300"/>
                                            <p:tgtEl>
                                              <p:spTgt spid="3"/>
                                            </p:tgtEl>
                                          </p:cBhvr>
                                        </p:animEffect>
                                      </p:childTnLst>
                                    </p:cTn>
                                  </p:par>
                                  <p:par>
                                    <p:cTn id="10" presetID="6" presetClass="emph" presetSubtype="0" autoRev="1" fill="hold" grpId="1" nodeType="withEffect">
                                      <p:stCondLst>
                                        <p:cond delay="300"/>
                                      </p:stCondLst>
                                      <p:childTnLst>
                                        <p:animScale>
                                          <p:cBhvr>
                                            <p:cTn id="11" dur="150" fill="hold"/>
                                            <p:tgtEl>
                                              <p:spTgt spid="3"/>
                                            </p:tgtEl>
                                          </p:cBhvr>
                                          <p:by x="110000" y="110000"/>
                                        </p:animScale>
                                      </p:childTnLst>
                                    </p:cTn>
                                  </p:par>
                                  <p:par>
                                    <p:cTn id="12" presetID="53" presetClass="entr" presetSubtype="16" fill="hold" grpId="0" nodeType="withEffect">
                                      <p:stCondLst>
                                        <p:cond delay="100"/>
                                      </p:stCondLst>
                                      <p:childTnLst>
                                        <p:set>
                                          <p:cBhvr>
                                            <p:cTn id="13" dur="1" fill="hold">
                                              <p:stCondLst>
                                                <p:cond delay="0"/>
                                              </p:stCondLst>
                                            </p:cTn>
                                            <p:tgtEl>
                                              <p:spTgt spid="4"/>
                                            </p:tgtEl>
                                            <p:attrNameLst>
                                              <p:attrName>style.visibility</p:attrName>
                                            </p:attrNameLst>
                                          </p:cBhvr>
                                          <p:to>
                                            <p:strVal val="visible"/>
                                          </p:to>
                                        </p:set>
                                        <p:anim calcmode="lin" valueType="num">
                                          <p:cBhvr>
                                            <p:cTn id="14" dur="300" fill="hold"/>
                                            <p:tgtEl>
                                              <p:spTgt spid="4"/>
                                            </p:tgtEl>
                                            <p:attrNameLst>
                                              <p:attrName>ppt_w</p:attrName>
                                            </p:attrNameLst>
                                          </p:cBhvr>
                                          <p:tavLst>
                                            <p:tav tm="0">
                                              <p:val>
                                                <p:fltVal val="0"/>
                                              </p:val>
                                            </p:tav>
                                            <p:tav tm="100000">
                                              <p:val>
                                                <p:strVal val="#ppt_w"/>
                                              </p:val>
                                            </p:tav>
                                          </p:tavLst>
                                        </p:anim>
                                        <p:anim calcmode="lin" valueType="num">
                                          <p:cBhvr>
                                            <p:cTn id="15" dur="300" fill="hold"/>
                                            <p:tgtEl>
                                              <p:spTgt spid="4"/>
                                            </p:tgtEl>
                                            <p:attrNameLst>
                                              <p:attrName>ppt_h</p:attrName>
                                            </p:attrNameLst>
                                          </p:cBhvr>
                                          <p:tavLst>
                                            <p:tav tm="0">
                                              <p:val>
                                                <p:fltVal val="0"/>
                                              </p:val>
                                            </p:tav>
                                            <p:tav tm="100000">
                                              <p:val>
                                                <p:strVal val="#ppt_h"/>
                                              </p:val>
                                            </p:tav>
                                          </p:tavLst>
                                        </p:anim>
                                        <p:animEffect transition="in" filter="fade">
                                          <p:cBhvr>
                                            <p:cTn id="16" dur="300"/>
                                            <p:tgtEl>
                                              <p:spTgt spid="4"/>
                                            </p:tgtEl>
                                          </p:cBhvr>
                                        </p:animEffect>
                                      </p:childTnLst>
                                    </p:cTn>
                                  </p:par>
                                  <p:par>
                                    <p:cTn id="17" presetID="6" presetClass="emph" presetSubtype="0" autoRev="1" fill="hold" grpId="1" nodeType="withEffect">
                                      <p:stCondLst>
                                        <p:cond delay="400"/>
                                      </p:stCondLst>
                                      <p:childTnLst>
                                        <p:animScale>
                                          <p:cBhvr>
                                            <p:cTn id="18" dur="150" fill="hold"/>
                                            <p:tgtEl>
                                              <p:spTgt spid="4"/>
                                            </p:tgtEl>
                                          </p:cBhvr>
                                          <p:by x="110000" y="110000"/>
                                        </p:animScale>
                                      </p:childTnLst>
                                    </p:cTn>
                                  </p:par>
                                  <p:par>
                                    <p:cTn id="19" presetID="2" presetClass="entr" presetSubtype="2" fill="hold" grpId="0" nodeType="withEffect">
                                      <p:stCondLst>
                                        <p:cond delay="500"/>
                                      </p:stCondLst>
                                      <p:childTnLst>
                                        <p:set>
                                          <p:cBhvr>
                                            <p:cTn id="20" dur="1" fill="hold">
                                              <p:stCondLst>
                                                <p:cond delay="0"/>
                                              </p:stCondLst>
                                            </p:cTn>
                                            <p:tgtEl>
                                              <p:spTgt spid="5"/>
                                            </p:tgtEl>
                                            <p:attrNameLst>
                                              <p:attrName>style.visibility</p:attrName>
                                            </p:attrNameLst>
                                          </p:cBhvr>
                                          <p:to>
                                            <p:strVal val="visible"/>
                                          </p:to>
                                        </p:set>
                                        <p:anim calcmode="lin" valueType="num">
                                          <p:cBhvr additive="base">
                                            <p:cTn id="21" dur="500" fill="hold"/>
                                            <p:tgtEl>
                                              <p:spTgt spid="5"/>
                                            </p:tgtEl>
                                            <p:attrNameLst>
                                              <p:attrName>ppt_x</p:attrName>
                                            </p:attrNameLst>
                                          </p:cBhvr>
                                          <p:tavLst>
                                            <p:tav tm="0">
                                              <p:val>
                                                <p:strVal val="1+#ppt_w/2"/>
                                              </p:val>
                                            </p:tav>
                                            <p:tav tm="100000">
                                              <p:val>
                                                <p:strVal val="#ppt_x"/>
                                              </p:val>
                                            </p:tav>
                                          </p:tavLst>
                                        </p:anim>
                                        <p:anim calcmode="lin" valueType="num">
                                          <p:cBhvr additive="base">
                                            <p:cTn id="22" dur="500" fill="hold"/>
                                            <p:tgtEl>
                                              <p:spTgt spid="5"/>
                                            </p:tgtEl>
                                            <p:attrNameLst>
                                              <p:attrName>ppt_y</p:attrName>
                                            </p:attrNameLst>
                                          </p:cBhvr>
                                          <p:tavLst>
                                            <p:tav tm="0">
                                              <p:val>
                                                <p:strVal val="#ppt_y"/>
                                              </p:val>
                                            </p:tav>
                                            <p:tav tm="100000">
                                              <p:val>
                                                <p:strVal val="#ppt_y"/>
                                              </p:val>
                                            </p:tav>
                                          </p:tavLst>
                                        </p:anim>
                                      </p:childTnLst>
                                    </p:cTn>
                                  </p:par>
                                  <p:par>
                                    <p:cTn id="23" presetID="2" presetClass="entr" presetSubtype="2" fill="hold" grpId="0" nodeType="withEffect">
                                      <p:stCondLst>
                                        <p:cond delay="500"/>
                                      </p:stCondLst>
                                      <p:childTnLst>
                                        <p:set>
                                          <p:cBhvr>
                                            <p:cTn id="24" dur="1" fill="hold">
                                              <p:stCondLst>
                                                <p:cond delay="0"/>
                                              </p:stCondLst>
                                            </p:cTn>
                                            <p:tgtEl>
                                              <p:spTgt spid="7"/>
                                            </p:tgtEl>
                                            <p:attrNameLst>
                                              <p:attrName>style.visibility</p:attrName>
                                            </p:attrNameLst>
                                          </p:cBhvr>
                                          <p:to>
                                            <p:strVal val="visible"/>
                                          </p:to>
                                        </p:set>
                                        <p:anim calcmode="lin" valueType="num">
                                          <p:cBhvr additive="base">
                                            <p:cTn id="25" dur="500" fill="hold"/>
                                            <p:tgtEl>
                                              <p:spTgt spid="7"/>
                                            </p:tgtEl>
                                            <p:attrNameLst>
                                              <p:attrName>ppt_x</p:attrName>
                                            </p:attrNameLst>
                                          </p:cBhvr>
                                          <p:tavLst>
                                            <p:tav tm="0">
                                              <p:val>
                                                <p:strVal val="1+#ppt_w/2"/>
                                              </p:val>
                                            </p:tav>
                                            <p:tav tm="100000">
                                              <p:val>
                                                <p:strVal val="#ppt_x"/>
                                              </p:val>
                                            </p:tav>
                                          </p:tavLst>
                                        </p:anim>
                                        <p:anim calcmode="lin" valueType="num">
                                          <p:cBhvr additive="base">
                                            <p:cTn id="26" dur="500" fill="hold"/>
                                            <p:tgtEl>
                                              <p:spTgt spid="7"/>
                                            </p:tgtEl>
                                            <p:attrNameLst>
                                              <p:attrName>ppt_y</p:attrName>
                                            </p:attrNameLst>
                                          </p:cBhvr>
                                          <p:tavLst>
                                            <p:tav tm="0">
                                              <p:val>
                                                <p:strVal val="#ppt_y"/>
                                              </p:val>
                                            </p:tav>
                                            <p:tav tm="100000">
                                              <p:val>
                                                <p:strVal val="#ppt_y"/>
                                              </p:val>
                                            </p:tav>
                                          </p:tavLst>
                                        </p:anim>
                                      </p:childTnLst>
                                    </p:cTn>
                                  </p:par>
                                  <p:par>
                                    <p:cTn id="27" presetID="53" presetClass="entr" presetSubtype="16" fill="hold" grpId="0" nodeType="withEffect">
                                      <p:stCondLst>
                                        <p:cond delay="200"/>
                                      </p:stCondLst>
                                      <p:childTnLst>
                                        <p:set>
                                          <p:cBhvr>
                                            <p:cTn id="28" dur="1" fill="hold">
                                              <p:stCondLst>
                                                <p:cond delay="0"/>
                                              </p:stCondLst>
                                            </p:cTn>
                                            <p:tgtEl>
                                              <p:spTgt spid="9"/>
                                            </p:tgtEl>
                                            <p:attrNameLst>
                                              <p:attrName>style.visibility</p:attrName>
                                            </p:attrNameLst>
                                          </p:cBhvr>
                                          <p:to>
                                            <p:strVal val="visible"/>
                                          </p:to>
                                        </p:set>
                                        <p:anim calcmode="lin" valueType="num">
                                          <p:cBhvr>
                                            <p:cTn id="29" dur="300" fill="hold"/>
                                            <p:tgtEl>
                                              <p:spTgt spid="9"/>
                                            </p:tgtEl>
                                            <p:attrNameLst>
                                              <p:attrName>ppt_w</p:attrName>
                                            </p:attrNameLst>
                                          </p:cBhvr>
                                          <p:tavLst>
                                            <p:tav tm="0">
                                              <p:val>
                                                <p:fltVal val="0"/>
                                              </p:val>
                                            </p:tav>
                                            <p:tav tm="100000">
                                              <p:val>
                                                <p:strVal val="#ppt_w"/>
                                              </p:val>
                                            </p:tav>
                                          </p:tavLst>
                                        </p:anim>
                                        <p:anim calcmode="lin" valueType="num">
                                          <p:cBhvr>
                                            <p:cTn id="30" dur="300" fill="hold"/>
                                            <p:tgtEl>
                                              <p:spTgt spid="9"/>
                                            </p:tgtEl>
                                            <p:attrNameLst>
                                              <p:attrName>ppt_h</p:attrName>
                                            </p:attrNameLst>
                                          </p:cBhvr>
                                          <p:tavLst>
                                            <p:tav tm="0">
                                              <p:val>
                                                <p:fltVal val="0"/>
                                              </p:val>
                                            </p:tav>
                                            <p:tav tm="100000">
                                              <p:val>
                                                <p:strVal val="#ppt_h"/>
                                              </p:val>
                                            </p:tav>
                                          </p:tavLst>
                                        </p:anim>
                                        <p:animEffect transition="in" filter="fade">
                                          <p:cBhvr>
                                            <p:cTn id="31" dur="300"/>
                                            <p:tgtEl>
                                              <p:spTgt spid="9"/>
                                            </p:tgtEl>
                                          </p:cBhvr>
                                        </p:animEffect>
                                      </p:childTnLst>
                                    </p:cTn>
                                  </p:par>
                                  <p:par>
                                    <p:cTn id="32" presetID="6" presetClass="emph" presetSubtype="0" autoRev="1" fill="hold" grpId="1" nodeType="withEffect">
                                      <p:stCondLst>
                                        <p:cond delay="500"/>
                                      </p:stCondLst>
                                      <p:childTnLst>
                                        <p:animScale>
                                          <p:cBhvr>
                                            <p:cTn id="33" dur="150" fill="hold"/>
                                            <p:tgtEl>
                                              <p:spTgt spid="9"/>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P spid="4" grpId="0" animBg="1"/>
          <p:bldP spid="4" grpId="1" animBg="1"/>
          <p:bldP spid="5" grpId="0"/>
          <p:bldP spid="7" grpId="0"/>
          <p:bldP spid="9" grpId="0" animBg="1"/>
          <p:bldP spid="9" grpId="1" animBg="1"/>
        </p:bldLst>
      </p:timing>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nvCxnSpPr>
        <p:spPr>
          <a:xfrm flipH="1">
            <a:off x="0" y="2368389"/>
            <a:ext cx="390525" cy="0"/>
          </a:xfrm>
          <a:prstGeom prst="line">
            <a:avLst/>
          </a:prstGeom>
          <a:ln w="6350">
            <a:solidFill>
              <a:srgbClr val="62768C"/>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flipH="1">
            <a:off x="0" y="1977864"/>
            <a:ext cx="390525" cy="0"/>
          </a:xfrm>
          <a:prstGeom prst="line">
            <a:avLst/>
          </a:prstGeom>
          <a:ln w="6350">
            <a:solidFill>
              <a:srgbClr val="62768C"/>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H="1">
            <a:off x="0" y="2762089"/>
            <a:ext cx="390525" cy="0"/>
          </a:xfrm>
          <a:prstGeom prst="line">
            <a:avLst/>
          </a:prstGeom>
          <a:ln w="6350">
            <a:solidFill>
              <a:srgbClr val="62768C"/>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flipH="1">
            <a:off x="0" y="3152614"/>
            <a:ext cx="390525" cy="0"/>
          </a:xfrm>
          <a:prstGeom prst="line">
            <a:avLst/>
          </a:prstGeom>
          <a:ln w="6350">
            <a:solidFill>
              <a:srgbClr val="62768C"/>
            </a:solidFill>
          </a:ln>
        </p:spPr>
        <p:style>
          <a:lnRef idx="1">
            <a:schemeClr val="accent1"/>
          </a:lnRef>
          <a:fillRef idx="0">
            <a:schemeClr val="accent1"/>
          </a:fillRef>
          <a:effectRef idx="0">
            <a:schemeClr val="accent1"/>
          </a:effectRef>
          <a:fontRef idx="minor">
            <a:schemeClr val="tx1"/>
          </a:fontRef>
        </p:style>
      </p:cxnSp>
      <p:sp>
        <p:nvSpPr>
          <p:cNvPr id="37" name="矩形 36"/>
          <p:cNvSpPr/>
          <p:nvPr/>
        </p:nvSpPr>
        <p:spPr>
          <a:xfrm>
            <a:off x="-1" y="2368389"/>
            <a:ext cx="1280513" cy="390525"/>
          </a:xfrm>
          <a:prstGeom prst="rect">
            <a:avLst/>
          </a:prstGeom>
          <a:solidFill>
            <a:srgbClr val="37B0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Freeform 11"/>
          <p:cNvSpPr>
            <a:spLocks noEditPoints="1"/>
          </p:cNvSpPr>
          <p:nvPr/>
        </p:nvSpPr>
        <p:spPr bwMode="auto">
          <a:xfrm>
            <a:off x="124293" y="2864285"/>
            <a:ext cx="150176" cy="190798"/>
          </a:xfrm>
          <a:custGeom>
            <a:avLst/>
            <a:gdLst>
              <a:gd name="T0" fmla="*/ 104 w 139"/>
              <a:gd name="T1" fmla="*/ 99 h 177"/>
              <a:gd name="T2" fmla="*/ 91 w 139"/>
              <a:gd name="T3" fmla="*/ 160 h 177"/>
              <a:gd name="T4" fmla="*/ 133 w 139"/>
              <a:gd name="T5" fmla="*/ 164 h 177"/>
              <a:gd name="T6" fmla="*/ 133 w 139"/>
              <a:gd name="T7" fmla="*/ 177 h 177"/>
              <a:gd name="T8" fmla="*/ 0 w 139"/>
              <a:gd name="T9" fmla="*/ 170 h 177"/>
              <a:gd name="T10" fmla="*/ 51 w 139"/>
              <a:gd name="T11" fmla="*/ 164 h 177"/>
              <a:gd name="T12" fmla="*/ 81 w 139"/>
              <a:gd name="T13" fmla="*/ 151 h 177"/>
              <a:gd name="T14" fmla="*/ 10 w 139"/>
              <a:gd name="T15" fmla="*/ 147 h 177"/>
              <a:gd name="T16" fmla="*/ 10 w 139"/>
              <a:gd name="T17" fmla="*/ 139 h 177"/>
              <a:gd name="T18" fmla="*/ 94 w 139"/>
              <a:gd name="T19" fmla="*/ 120 h 177"/>
              <a:gd name="T20" fmla="*/ 84 w 139"/>
              <a:gd name="T21" fmla="*/ 92 h 177"/>
              <a:gd name="T22" fmla="*/ 69 w 139"/>
              <a:gd name="T23" fmla="*/ 94 h 177"/>
              <a:gd name="T24" fmla="*/ 53 w 139"/>
              <a:gd name="T25" fmla="*/ 113 h 177"/>
              <a:gd name="T26" fmla="*/ 46 w 139"/>
              <a:gd name="T27" fmla="*/ 117 h 177"/>
              <a:gd name="T28" fmla="*/ 24 w 139"/>
              <a:gd name="T29" fmla="*/ 109 h 177"/>
              <a:gd name="T30" fmla="*/ 26 w 139"/>
              <a:gd name="T31" fmla="*/ 97 h 177"/>
              <a:gd name="T32" fmla="*/ 21 w 139"/>
              <a:gd name="T33" fmla="*/ 89 h 177"/>
              <a:gd name="T34" fmla="*/ 63 w 139"/>
              <a:gd name="T35" fmla="*/ 24 h 177"/>
              <a:gd name="T36" fmla="*/ 67 w 139"/>
              <a:gd name="T37" fmla="*/ 26 h 177"/>
              <a:gd name="T38" fmla="*/ 69 w 139"/>
              <a:gd name="T39" fmla="*/ 14 h 177"/>
              <a:gd name="T40" fmla="*/ 76 w 139"/>
              <a:gd name="T41" fmla="*/ 2 h 177"/>
              <a:gd name="T42" fmla="*/ 109 w 139"/>
              <a:gd name="T43" fmla="*/ 29 h 177"/>
              <a:gd name="T44" fmla="*/ 96 w 139"/>
              <a:gd name="T45" fmla="*/ 30 h 177"/>
              <a:gd name="T46" fmla="*/ 94 w 139"/>
              <a:gd name="T47" fmla="*/ 42 h 177"/>
              <a:gd name="T48" fmla="*/ 87 w 139"/>
              <a:gd name="T49" fmla="*/ 63 h 177"/>
              <a:gd name="T50" fmla="*/ 92 w 139"/>
              <a:gd name="T51" fmla="*/ 81 h 177"/>
              <a:gd name="T52" fmla="*/ 89 w 139"/>
              <a:gd name="T53" fmla="*/ 26 h 177"/>
              <a:gd name="T54" fmla="*/ 74 w 139"/>
              <a:gd name="T55" fmla="*/ 30 h 177"/>
              <a:gd name="T56" fmla="*/ 89 w 139"/>
              <a:gd name="T57" fmla="*/ 26 h 177"/>
              <a:gd name="T58" fmla="*/ 80 w 139"/>
              <a:gd name="T59" fmla="*/ 59 h 177"/>
              <a:gd name="T60" fmla="*/ 62 w 139"/>
              <a:gd name="T61" fmla="*/ 33 h 177"/>
              <a:gd name="T62" fmla="*/ 54 w 139"/>
              <a:gd name="T63" fmla="*/ 104 h 177"/>
              <a:gd name="T64" fmla="*/ 56 w 139"/>
              <a:gd name="T65" fmla="*/ 76 h 177"/>
              <a:gd name="T66" fmla="*/ 62 w 139"/>
              <a:gd name="T67" fmla="*/ 63 h 177"/>
              <a:gd name="T68" fmla="*/ 82 w 139"/>
              <a:gd name="T69" fmla="*/ 69 h 177"/>
              <a:gd name="T70" fmla="*/ 67 w 139"/>
              <a:gd name="T71" fmla="*/ 69 h 177"/>
              <a:gd name="T72" fmla="*/ 67 w 139"/>
              <a:gd name="T73" fmla="*/ 69 h 177"/>
              <a:gd name="T74" fmla="*/ 75 w 139"/>
              <a:gd name="T75" fmla="*/ 86 h 177"/>
              <a:gd name="T76" fmla="*/ 82 w 139"/>
              <a:gd name="T77" fmla="*/ 83 h 177"/>
              <a:gd name="T78" fmla="*/ 82 w 139"/>
              <a:gd name="T79" fmla="*/ 69 h 177"/>
              <a:gd name="T80" fmla="*/ 33 w 139"/>
              <a:gd name="T81" fmla="*/ 101 h 177"/>
              <a:gd name="T82" fmla="*/ 31 w 139"/>
              <a:gd name="T83" fmla="*/ 104 h 177"/>
              <a:gd name="T84" fmla="*/ 42 w 139"/>
              <a:gd name="T85" fmla="*/ 106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 h="177">
                <a:moveTo>
                  <a:pt x="92" y="81"/>
                </a:moveTo>
                <a:cubicBezTo>
                  <a:pt x="97" y="87"/>
                  <a:pt x="101" y="92"/>
                  <a:pt x="104" y="99"/>
                </a:cubicBezTo>
                <a:cubicBezTo>
                  <a:pt x="106" y="106"/>
                  <a:pt x="108" y="113"/>
                  <a:pt x="108" y="120"/>
                </a:cubicBezTo>
                <a:cubicBezTo>
                  <a:pt x="108" y="136"/>
                  <a:pt x="101" y="150"/>
                  <a:pt x="91" y="160"/>
                </a:cubicBezTo>
                <a:cubicBezTo>
                  <a:pt x="90" y="162"/>
                  <a:pt x="89" y="163"/>
                  <a:pt x="88" y="164"/>
                </a:cubicBezTo>
                <a:cubicBezTo>
                  <a:pt x="133" y="164"/>
                  <a:pt x="133" y="164"/>
                  <a:pt x="133" y="164"/>
                </a:cubicBezTo>
                <a:cubicBezTo>
                  <a:pt x="136" y="164"/>
                  <a:pt x="139" y="167"/>
                  <a:pt x="139" y="170"/>
                </a:cubicBezTo>
                <a:cubicBezTo>
                  <a:pt x="139" y="174"/>
                  <a:pt x="136" y="177"/>
                  <a:pt x="133" y="177"/>
                </a:cubicBezTo>
                <a:cubicBezTo>
                  <a:pt x="91" y="177"/>
                  <a:pt x="49" y="177"/>
                  <a:pt x="7" y="177"/>
                </a:cubicBezTo>
                <a:cubicBezTo>
                  <a:pt x="3" y="177"/>
                  <a:pt x="0" y="174"/>
                  <a:pt x="0" y="170"/>
                </a:cubicBezTo>
                <a:cubicBezTo>
                  <a:pt x="0" y="167"/>
                  <a:pt x="3" y="164"/>
                  <a:pt x="7" y="164"/>
                </a:cubicBezTo>
                <a:cubicBezTo>
                  <a:pt x="51" y="164"/>
                  <a:pt x="51" y="164"/>
                  <a:pt x="51" y="164"/>
                </a:cubicBezTo>
                <a:cubicBezTo>
                  <a:pt x="51" y="164"/>
                  <a:pt x="51" y="164"/>
                  <a:pt x="51" y="164"/>
                </a:cubicBezTo>
                <a:cubicBezTo>
                  <a:pt x="63" y="164"/>
                  <a:pt x="74" y="159"/>
                  <a:pt x="81" y="151"/>
                </a:cubicBezTo>
                <a:cubicBezTo>
                  <a:pt x="83" y="150"/>
                  <a:pt x="84" y="148"/>
                  <a:pt x="85" y="147"/>
                </a:cubicBezTo>
                <a:cubicBezTo>
                  <a:pt x="10" y="147"/>
                  <a:pt x="10" y="147"/>
                  <a:pt x="10" y="147"/>
                </a:cubicBezTo>
                <a:cubicBezTo>
                  <a:pt x="8" y="147"/>
                  <a:pt x="6" y="145"/>
                  <a:pt x="6" y="143"/>
                </a:cubicBezTo>
                <a:cubicBezTo>
                  <a:pt x="6" y="141"/>
                  <a:pt x="8" y="139"/>
                  <a:pt x="10" y="139"/>
                </a:cubicBezTo>
                <a:cubicBezTo>
                  <a:pt x="90" y="139"/>
                  <a:pt x="90" y="139"/>
                  <a:pt x="90" y="139"/>
                </a:cubicBezTo>
                <a:cubicBezTo>
                  <a:pt x="93" y="133"/>
                  <a:pt x="94" y="127"/>
                  <a:pt x="94" y="120"/>
                </a:cubicBezTo>
                <a:cubicBezTo>
                  <a:pt x="94" y="114"/>
                  <a:pt x="93" y="109"/>
                  <a:pt x="91" y="104"/>
                </a:cubicBezTo>
                <a:cubicBezTo>
                  <a:pt x="89" y="100"/>
                  <a:pt x="87" y="96"/>
                  <a:pt x="84" y="92"/>
                </a:cubicBezTo>
                <a:cubicBezTo>
                  <a:pt x="81" y="94"/>
                  <a:pt x="78" y="94"/>
                  <a:pt x="75" y="94"/>
                </a:cubicBezTo>
                <a:cubicBezTo>
                  <a:pt x="73" y="94"/>
                  <a:pt x="71" y="94"/>
                  <a:pt x="69" y="94"/>
                </a:cubicBezTo>
                <a:cubicBezTo>
                  <a:pt x="59" y="111"/>
                  <a:pt x="59" y="111"/>
                  <a:pt x="59" y="111"/>
                </a:cubicBezTo>
                <a:cubicBezTo>
                  <a:pt x="58" y="113"/>
                  <a:pt x="55" y="114"/>
                  <a:pt x="53" y="113"/>
                </a:cubicBezTo>
                <a:cubicBezTo>
                  <a:pt x="50" y="111"/>
                  <a:pt x="50" y="111"/>
                  <a:pt x="50" y="111"/>
                </a:cubicBezTo>
                <a:cubicBezTo>
                  <a:pt x="46" y="117"/>
                  <a:pt x="46" y="117"/>
                  <a:pt x="46" y="117"/>
                </a:cubicBezTo>
                <a:cubicBezTo>
                  <a:pt x="45" y="119"/>
                  <a:pt x="42" y="119"/>
                  <a:pt x="40" y="118"/>
                </a:cubicBezTo>
                <a:cubicBezTo>
                  <a:pt x="24" y="109"/>
                  <a:pt x="24" y="109"/>
                  <a:pt x="24" y="109"/>
                </a:cubicBezTo>
                <a:cubicBezTo>
                  <a:pt x="22" y="108"/>
                  <a:pt x="21" y="105"/>
                  <a:pt x="22" y="103"/>
                </a:cubicBezTo>
                <a:cubicBezTo>
                  <a:pt x="26" y="97"/>
                  <a:pt x="26" y="97"/>
                  <a:pt x="26" y="97"/>
                </a:cubicBezTo>
                <a:cubicBezTo>
                  <a:pt x="22" y="95"/>
                  <a:pt x="22" y="95"/>
                  <a:pt x="22" y="95"/>
                </a:cubicBezTo>
                <a:cubicBezTo>
                  <a:pt x="20" y="94"/>
                  <a:pt x="20" y="91"/>
                  <a:pt x="21" y="89"/>
                </a:cubicBezTo>
                <a:cubicBezTo>
                  <a:pt x="57" y="26"/>
                  <a:pt x="57" y="26"/>
                  <a:pt x="57" y="26"/>
                </a:cubicBezTo>
                <a:cubicBezTo>
                  <a:pt x="58" y="24"/>
                  <a:pt x="61" y="23"/>
                  <a:pt x="63" y="24"/>
                </a:cubicBezTo>
                <a:cubicBezTo>
                  <a:pt x="63" y="24"/>
                  <a:pt x="63" y="24"/>
                  <a:pt x="63" y="24"/>
                </a:cubicBezTo>
                <a:cubicBezTo>
                  <a:pt x="67" y="26"/>
                  <a:pt x="67" y="26"/>
                  <a:pt x="67" y="26"/>
                </a:cubicBezTo>
                <a:cubicBezTo>
                  <a:pt x="73" y="16"/>
                  <a:pt x="73" y="16"/>
                  <a:pt x="73" y="16"/>
                </a:cubicBezTo>
                <a:cubicBezTo>
                  <a:pt x="69" y="14"/>
                  <a:pt x="69" y="14"/>
                  <a:pt x="69" y="14"/>
                </a:cubicBezTo>
                <a:cubicBezTo>
                  <a:pt x="66" y="12"/>
                  <a:pt x="65" y="8"/>
                  <a:pt x="66" y="5"/>
                </a:cubicBezTo>
                <a:cubicBezTo>
                  <a:pt x="68" y="1"/>
                  <a:pt x="72" y="0"/>
                  <a:pt x="76" y="2"/>
                </a:cubicBezTo>
                <a:cubicBezTo>
                  <a:pt x="86" y="8"/>
                  <a:pt x="96" y="14"/>
                  <a:pt x="107" y="20"/>
                </a:cubicBezTo>
                <a:cubicBezTo>
                  <a:pt x="110" y="22"/>
                  <a:pt x="111" y="26"/>
                  <a:pt x="109" y="29"/>
                </a:cubicBezTo>
                <a:cubicBezTo>
                  <a:pt x="107" y="33"/>
                  <a:pt x="103" y="34"/>
                  <a:pt x="100" y="32"/>
                </a:cubicBezTo>
                <a:cubicBezTo>
                  <a:pt x="96" y="30"/>
                  <a:pt x="96" y="30"/>
                  <a:pt x="96" y="30"/>
                </a:cubicBezTo>
                <a:cubicBezTo>
                  <a:pt x="90" y="40"/>
                  <a:pt x="90" y="40"/>
                  <a:pt x="90" y="40"/>
                </a:cubicBezTo>
                <a:cubicBezTo>
                  <a:pt x="94" y="42"/>
                  <a:pt x="94" y="42"/>
                  <a:pt x="94" y="42"/>
                </a:cubicBezTo>
                <a:cubicBezTo>
                  <a:pt x="96" y="43"/>
                  <a:pt x="97" y="46"/>
                  <a:pt x="96" y="48"/>
                </a:cubicBezTo>
                <a:cubicBezTo>
                  <a:pt x="87" y="63"/>
                  <a:pt x="87" y="63"/>
                  <a:pt x="87" y="63"/>
                </a:cubicBezTo>
                <a:cubicBezTo>
                  <a:pt x="91" y="66"/>
                  <a:pt x="93" y="71"/>
                  <a:pt x="93" y="76"/>
                </a:cubicBezTo>
                <a:cubicBezTo>
                  <a:pt x="93" y="78"/>
                  <a:pt x="93" y="80"/>
                  <a:pt x="92" y="81"/>
                </a:cubicBezTo>
                <a:close/>
                <a:moveTo>
                  <a:pt x="89" y="26"/>
                </a:moveTo>
                <a:cubicBezTo>
                  <a:pt x="89" y="26"/>
                  <a:pt x="89" y="26"/>
                  <a:pt x="89" y="26"/>
                </a:cubicBezTo>
                <a:cubicBezTo>
                  <a:pt x="86" y="24"/>
                  <a:pt x="83" y="22"/>
                  <a:pt x="80" y="20"/>
                </a:cubicBezTo>
                <a:cubicBezTo>
                  <a:pt x="74" y="30"/>
                  <a:pt x="74" y="30"/>
                  <a:pt x="74" y="30"/>
                </a:cubicBezTo>
                <a:cubicBezTo>
                  <a:pt x="83" y="36"/>
                  <a:pt x="83" y="36"/>
                  <a:pt x="83" y="36"/>
                </a:cubicBezTo>
                <a:cubicBezTo>
                  <a:pt x="89" y="26"/>
                  <a:pt x="89" y="26"/>
                  <a:pt x="89" y="26"/>
                </a:cubicBezTo>
                <a:close/>
                <a:moveTo>
                  <a:pt x="80" y="59"/>
                </a:moveTo>
                <a:cubicBezTo>
                  <a:pt x="80" y="59"/>
                  <a:pt x="80" y="59"/>
                  <a:pt x="80" y="59"/>
                </a:cubicBezTo>
                <a:cubicBezTo>
                  <a:pt x="87" y="47"/>
                  <a:pt x="87" y="47"/>
                  <a:pt x="87" y="47"/>
                </a:cubicBezTo>
                <a:cubicBezTo>
                  <a:pt x="78" y="43"/>
                  <a:pt x="70" y="38"/>
                  <a:pt x="62" y="33"/>
                </a:cubicBezTo>
                <a:cubicBezTo>
                  <a:pt x="30" y="90"/>
                  <a:pt x="30" y="90"/>
                  <a:pt x="30" y="90"/>
                </a:cubicBezTo>
                <a:cubicBezTo>
                  <a:pt x="38" y="94"/>
                  <a:pt x="46" y="99"/>
                  <a:pt x="54" y="104"/>
                </a:cubicBezTo>
                <a:cubicBezTo>
                  <a:pt x="62" y="90"/>
                  <a:pt x="62" y="90"/>
                  <a:pt x="62" y="90"/>
                </a:cubicBezTo>
                <a:cubicBezTo>
                  <a:pt x="58" y="86"/>
                  <a:pt x="56" y="81"/>
                  <a:pt x="56" y="76"/>
                </a:cubicBezTo>
                <a:cubicBezTo>
                  <a:pt x="56" y="71"/>
                  <a:pt x="58" y="66"/>
                  <a:pt x="62" y="63"/>
                </a:cubicBezTo>
                <a:cubicBezTo>
                  <a:pt x="62" y="63"/>
                  <a:pt x="62" y="63"/>
                  <a:pt x="62" y="63"/>
                </a:cubicBezTo>
                <a:cubicBezTo>
                  <a:pt x="67" y="58"/>
                  <a:pt x="73" y="57"/>
                  <a:pt x="80" y="59"/>
                </a:cubicBezTo>
                <a:close/>
                <a:moveTo>
                  <a:pt x="82" y="69"/>
                </a:moveTo>
                <a:cubicBezTo>
                  <a:pt x="82" y="69"/>
                  <a:pt x="82" y="69"/>
                  <a:pt x="82" y="69"/>
                </a:cubicBezTo>
                <a:cubicBezTo>
                  <a:pt x="78" y="65"/>
                  <a:pt x="71" y="65"/>
                  <a:pt x="67" y="69"/>
                </a:cubicBezTo>
                <a:cubicBezTo>
                  <a:pt x="67" y="69"/>
                  <a:pt x="67" y="69"/>
                  <a:pt x="67" y="69"/>
                </a:cubicBezTo>
                <a:cubicBezTo>
                  <a:pt x="67" y="69"/>
                  <a:pt x="67" y="69"/>
                  <a:pt x="67" y="69"/>
                </a:cubicBezTo>
                <a:cubicBezTo>
                  <a:pt x="65" y="71"/>
                  <a:pt x="64" y="73"/>
                  <a:pt x="64" y="76"/>
                </a:cubicBezTo>
                <a:cubicBezTo>
                  <a:pt x="64" y="82"/>
                  <a:pt x="69" y="86"/>
                  <a:pt x="75" y="86"/>
                </a:cubicBezTo>
                <a:cubicBezTo>
                  <a:pt x="77" y="86"/>
                  <a:pt x="80" y="85"/>
                  <a:pt x="82" y="83"/>
                </a:cubicBezTo>
                <a:cubicBezTo>
                  <a:pt x="82" y="83"/>
                  <a:pt x="82" y="83"/>
                  <a:pt x="82" y="83"/>
                </a:cubicBezTo>
                <a:cubicBezTo>
                  <a:pt x="84" y="81"/>
                  <a:pt x="85" y="79"/>
                  <a:pt x="85" y="76"/>
                </a:cubicBezTo>
                <a:cubicBezTo>
                  <a:pt x="85" y="73"/>
                  <a:pt x="84" y="71"/>
                  <a:pt x="82" y="69"/>
                </a:cubicBezTo>
                <a:cubicBezTo>
                  <a:pt x="82" y="69"/>
                  <a:pt x="82" y="69"/>
                  <a:pt x="82" y="69"/>
                </a:cubicBezTo>
                <a:close/>
                <a:moveTo>
                  <a:pt x="33" y="101"/>
                </a:moveTo>
                <a:cubicBezTo>
                  <a:pt x="33" y="101"/>
                  <a:pt x="33" y="101"/>
                  <a:pt x="33" y="101"/>
                </a:cubicBezTo>
                <a:cubicBezTo>
                  <a:pt x="31" y="104"/>
                  <a:pt x="31" y="104"/>
                  <a:pt x="31" y="104"/>
                </a:cubicBezTo>
                <a:cubicBezTo>
                  <a:pt x="41" y="109"/>
                  <a:pt x="41" y="109"/>
                  <a:pt x="41" y="109"/>
                </a:cubicBezTo>
                <a:cubicBezTo>
                  <a:pt x="42" y="106"/>
                  <a:pt x="42" y="106"/>
                  <a:pt x="42" y="106"/>
                </a:cubicBezTo>
                <a:cubicBezTo>
                  <a:pt x="33" y="101"/>
                  <a:pt x="33" y="101"/>
                  <a:pt x="33" y="101"/>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0" name="Freeform 12"/>
          <p:cNvSpPr>
            <a:spLocks noEditPoints="1"/>
          </p:cNvSpPr>
          <p:nvPr/>
        </p:nvSpPr>
        <p:spPr bwMode="auto">
          <a:xfrm>
            <a:off x="134107" y="2472073"/>
            <a:ext cx="130548" cy="187604"/>
          </a:xfrm>
          <a:custGeom>
            <a:avLst/>
            <a:gdLst>
              <a:gd name="T0" fmla="*/ 3 w 121"/>
              <a:gd name="T1" fmla="*/ 119 h 174"/>
              <a:gd name="T2" fmla="*/ 23 w 121"/>
              <a:gd name="T3" fmla="*/ 115 h 174"/>
              <a:gd name="T4" fmla="*/ 38 w 121"/>
              <a:gd name="T5" fmla="*/ 74 h 174"/>
              <a:gd name="T6" fmla="*/ 38 w 121"/>
              <a:gd name="T7" fmla="*/ 74 h 174"/>
              <a:gd name="T8" fmla="*/ 38 w 121"/>
              <a:gd name="T9" fmla="*/ 29 h 174"/>
              <a:gd name="T10" fmla="*/ 54 w 121"/>
              <a:gd name="T11" fmla="*/ 21 h 174"/>
              <a:gd name="T12" fmla="*/ 60 w 121"/>
              <a:gd name="T13" fmla="*/ 0 h 174"/>
              <a:gd name="T14" fmla="*/ 67 w 121"/>
              <a:gd name="T15" fmla="*/ 21 h 174"/>
              <a:gd name="T16" fmla="*/ 92 w 121"/>
              <a:gd name="T17" fmla="*/ 51 h 174"/>
              <a:gd name="T18" fmla="*/ 82 w 121"/>
              <a:gd name="T19" fmla="*/ 74 h 174"/>
              <a:gd name="T20" fmla="*/ 98 w 121"/>
              <a:gd name="T21" fmla="*/ 115 h 174"/>
              <a:gd name="T22" fmla="*/ 117 w 121"/>
              <a:gd name="T23" fmla="*/ 119 h 174"/>
              <a:gd name="T24" fmla="*/ 102 w 121"/>
              <a:gd name="T25" fmla="*/ 124 h 174"/>
              <a:gd name="T26" fmla="*/ 116 w 121"/>
              <a:gd name="T27" fmla="*/ 159 h 174"/>
              <a:gd name="T28" fmla="*/ 120 w 121"/>
              <a:gd name="T29" fmla="*/ 168 h 174"/>
              <a:gd name="T30" fmla="*/ 113 w 121"/>
              <a:gd name="T31" fmla="*/ 171 h 174"/>
              <a:gd name="T32" fmla="*/ 108 w 121"/>
              <a:gd name="T33" fmla="*/ 162 h 174"/>
              <a:gd name="T34" fmla="*/ 87 w 121"/>
              <a:gd name="T35" fmla="*/ 124 h 174"/>
              <a:gd name="T36" fmla="*/ 67 w 121"/>
              <a:gd name="T37" fmla="*/ 129 h 174"/>
              <a:gd name="T38" fmla="*/ 54 w 121"/>
              <a:gd name="T39" fmla="*/ 129 h 174"/>
              <a:gd name="T40" fmla="*/ 34 w 121"/>
              <a:gd name="T41" fmla="*/ 124 h 174"/>
              <a:gd name="T42" fmla="*/ 13 w 121"/>
              <a:gd name="T43" fmla="*/ 162 h 174"/>
              <a:gd name="T44" fmla="*/ 8 w 121"/>
              <a:gd name="T45" fmla="*/ 171 h 174"/>
              <a:gd name="T46" fmla="*/ 1 w 121"/>
              <a:gd name="T47" fmla="*/ 168 h 174"/>
              <a:gd name="T48" fmla="*/ 5 w 121"/>
              <a:gd name="T49" fmla="*/ 159 h 174"/>
              <a:gd name="T50" fmla="*/ 19 w 121"/>
              <a:gd name="T51" fmla="*/ 124 h 174"/>
              <a:gd name="T52" fmla="*/ 54 w 121"/>
              <a:gd name="T53" fmla="*/ 115 h 174"/>
              <a:gd name="T54" fmla="*/ 54 w 121"/>
              <a:gd name="T55" fmla="*/ 110 h 174"/>
              <a:gd name="T56" fmla="*/ 67 w 121"/>
              <a:gd name="T57" fmla="*/ 110 h 174"/>
              <a:gd name="T58" fmla="*/ 83 w 121"/>
              <a:gd name="T59" fmla="*/ 115 h 174"/>
              <a:gd name="T60" fmla="*/ 54 w 121"/>
              <a:gd name="T61" fmla="*/ 82 h 174"/>
              <a:gd name="T62" fmla="*/ 54 w 121"/>
              <a:gd name="T63" fmla="*/ 115 h 174"/>
              <a:gd name="T64" fmla="*/ 73 w 121"/>
              <a:gd name="T65" fmla="*/ 39 h 174"/>
              <a:gd name="T66" fmla="*/ 48 w 121"/>
              <a:gd name="T67" fmla="*/ 39 h 174"/>
              <a:gd name="T68" fmla="*/ 48 w 121"/>
              <a:gd name="T69" fmla="*/ 64 h 174"/>
              <a:gd name="T70" fmla="*/ 68 w 121"/>
              <a:gd name="T71" fmla="*/ 68 h 174"/>
              <a:gd name="T72" fmla="*/ 73 w 121"/>
              <a:gd name="T73" fmla="*/ 64 h 174"/>
              <a:gd name="T74" fmla="*/ 73 w 121"/>
              <a:gd name="T75" fmla="*/ 39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1" h="174">
                <a:moveTo>
                  <a:pt x="8" y="124"/>
                </a:moveTo>
                <a:cubicBezTo>
                  <a:pt x="5" y="124"/>
                  <a:pt x="3" y="122"/>
                  <a:pt x="3" y="119"/>
                </a:cubicBezTo>
                <a:cubicBezTo>
                  <a:pt x="3" y="117"/>
                  <a:pt x="5" y="115"/>
                  <a:pt x="8" y="115"/>
                </a:cubicBezTo>
                <a:cubicBezTo>
                  <a:pt x="23" y="115"/>
                  <a:pt x="23" y="115"/>
                  <a:pt x="23" y="115"/>
                </a:cubicBezTo>
                <a:cubicBezTo>
                  <a:pt x="42" y="77"/>
                  <a:pt x="42" y="77"/>
                  <a:pt x="42" y="77"/>
                </a:cubicBezTo>
                <a:cubicBezTo>
                  <a:pt x="41" y="76"/>
                  <a:pt x="40" y="75"/>
                  <a:pt x="38" y="74"/>
                </a:cubicBezTo>
                <a:cubicBezTo>
                  <a:pt x="38" y="74"/>
                  <a:pt x="38" y="74"/>
                  <a:pt x="38" y="74"/>
                </a:cubicBezTo>
                <a:cubicBezTo>
                  <a:pt x="38" y="74"/>
                  <a:pt x="38" y="74"/>
                  <a:pt x="38" y="74"/>
                </a:cubicBezTo>
                <a:cubicBezTo>
                  <a:pt x="33" y="68"/>
                  <a:pt x="29" y="60"/>
                  <a:pt x="29" y="51"/>
                </a:cubicBezTo>
                <a:cubicBezTo>
                  <a:pt x="29" y="43"/>
                  <a:pt x="33" y="35"/>
                  <a:pt x="38" y="29"/>
                </a:cubicBezTo>
                <a:cubicBezTo>
                  <a:pt x="39" y="29"/>
                  <a:pt x="39" y="29"/>
                  <a:pt x="39" y="29"/>
                </a:cubicBezTo>
                <a:cubicBezTo>
                  <a:pt x="43" y="25"/>
                  <a:pt x="48" y="22"/>
                  <a:pt x="54" y="21"/>
                </a:cubicBezTo>
                <a:cubicBezTo>
                  <a:pt x="54" y="7"/>
                  <a:pt x="54" y="7"/>
                  <a:pt x="54" y="7"/>
                </a:cubicBezTo>
                <a:cubicBezTo>
                  <a:pt x="54" y="3"/>
                  <a:pt x="57" y="0"/>
                  <a:pt x="60" y="0"/>
                </a:cubicBezTo>
                <a:cubicBezTo>
                  <a:pt x="64" y="0"/>
                  <a:pt x="67" y="3"/>
                  <a:pt x="67" y="7"/>
                </a:cubicBezTo>
                <a:cubicBezTo>
                  <a:pt x="67" y="21"/>
                  <a:pt x="67" y="21"/>
                  <a:pt x="67" y="21"/>
                </a:cubicBezTo>
                <a:cubicBezTo>
                  <a:pt x="73" y="22"/>
                  <a:pt x="78" y="25"/>
                  <a:pt x="82" y="29"/>
                </a:cubicBezTo>
                <a:cubicBezTo>
                  <a:pt x="88" y="35"/>
                  <a:pt x="92" y="43"/>
                  <a:pt x="92" y="51"/>
                </a:cubicBezTo>
                <a:cubicBezTo>
                  <a:pt x="92" y="60"/>
                  <a:pt x="88" y="68"/>
                  <a:pt x="82" y="74"/>
                </a:cubicBezTo>
                <a:cubicBezTo>
                  <a:pt x="82" y="74"/>
                  <a:pt x="82" y="74"/>
                  <a:pt x="82" y="74"/>
                </a:cubicBezTo>
                <a:cubicBezTo>
                  <a:pt x="81" y="75"/>
                  <a:pt x="80" y="76"/>
                  <a:pt x="79" y="77"/>
                </a:cubicBezTo>
                <a:cubicBezTo>
                  <a:pt x="98" y="115"/>
                  <a:pt x="98" y="115"/>
                  <a:pt x="98" y="115"/>
                </a:cubicBezTo>
                <a:cubicBezTo>
                  <a:pt x="113" y="115"/>
                  <a:pt x="113" y="115"/>
                  <a:pt x="113" y="115"/>
                </a:cubicBezTo>
                <a:cubicBezTo>
                  <a:pt x="116" y="115"/>
                  <a:pt x="117" y="117"/>
                  <a:pt x="117" y="119"/>
                </a:cubicBezTo>
                <a:cubicBezTo>
                  <a:pt x="117" y="122"/>
                  <a:pt x="116" y="124"/>
                  <a:pt x="113" y="124"/>
                </a:cubicBezTo>
                <a:cubicBezTo>
                  <a:pt x="102" y="124"/>
                  <a:pt x="102" y="124"/>
                  <a:pt x="102" y="124"/>
                </a:cubicBezTo>
                <a:cubicBezTo>
                  <a:pt x="116" y="153"/>
                  <a:pt x="116" y="153"/>
                  <a:pt x="116" y="153"/>
                </a:cubicBezTo>
                <a:cubicBezTo>
                  <a:pt x="117" y="155"/>
                  <a:pt x="117" y="157"/>
                  <a:pt x="116" y="159"/>
                </a:cubicBezTo>
                <a:cubicBezTo>
                  <a:pt x="117" y="162"/>
                  <a:pt x="117" y="162"/>
                  <a:pt x="117" y="162"/>
                </a:cubicBezTo>
                <a:cubicBezTo>
                  <a:pt x="120" y="168"/>
                  <a:pt x="120" y="168"/>
                  <a:pt x="120" y="168"/>
                </a:cubicBezTo>
                <a:cubicBezTo>
                  <a:pt x="121" y="170"/>
                  <a:pt x="120" y="172"/>
                  <a:pt x="118" y="173"/>
                </a:cubicBezTo>
                <a:cubicBezTo>
                  <a:pt x="116" y="174"/>
                  <a:pt x="114" y="173"/>
                  <a:pt x="113" y="171"/>
                </a:cubicBezTo>
                <a:cubicBezTo>
                  <a:pt x="110" y="165"/>
                  <a:pt x="110" y="165"/>
                  <a:pt x="110" y="165"/>
                </a:cubicBezTo>
                <a:cubicBezTo>
                  <a:pt x="108" y="162"/>
                  <a:pt x="108" y="162"/>
                  <a:pt x="108" y="162"/>
                </a:cubicBezTo>
                <a:cubicBezTo>
                  <a:pt x="106" y="162"/>
                  <a:pt x="104" y="160"/>
                  <a:pt x="103" y="158"/>
                </a:cubicBezTo>
                <a:cubicBezTo>
                  <a:pt x="87" y="124"/>
                  <a:pt x="87" y="124"/>
                  <a:pt x="87" y="124"/>
                </a:cubicBezTo>
                <a:cubicBezTo>
                  <a:pt x="67" y="124"/>
                  <a:pt x="67" y="124"/>
                  <a:pt x="67" y="124"/>
                </a:cubicBezTo>
                <a:cubicBezTo>
                  <a:pt x="67" y="129"/>
                  <a:pt x="67" y="129"/>
                  <a:pt x="67" y="129"/>
                </a:cubicBezTo>
                <a:cubicBezTo>
                  <a:pt x="67" y="132"/>
                  <a:pt x="64" y="136"/>
                  <a:pt x="60" y="136"/>
                </a:cubicBezTo>
                <a:cubicBezTo>
                  <a:pt x="57" y="136"/>
                  <a:pt x="54" y="132"/>
                  <a:pt x="54" y="129"/>
                </a:cubicBezTo>
                <a:cubicBezTo>
                  <a:pt x="54" y="124"/>
                  <a:pt x="54" y="124"/>
                  <a:pt x="54" y="124"/>
                </a:cubicBezTo>
                <a:cubicBezTo>
                  <a:pt x="34" y="124"/>
                  <a:pt x="34" y="124"/>
                  <a:pt x="34" y="124"/>
                </a:cubicBezTo>
                <a:cubicBezTo>
                  <a:pt x="17" y="158"/>
                  <a:pt x="17" y="158"/>
                  <a:pt x="17" y="158"/>
                </a:cubicBezTo>
                <a:cubicBezTo>
                  <a:pt x="16" y="160"/>
                  <a:pt x="15" y="162"/>
                  <a:pt x="13" y="162"/>
                </a:cubicBezTo>
                <a:cubicBezTo>
                  <a:pt x="11" y="165"/>
                  <a:pt x="11" y="165"/>
                  <a:pt x="11" y="165"/>
                </a:cubicBezTo>
                <a:cubicBezTo>
                  <a:pt x="8" y="171"/>
                  <a:pt x="8" y="171"/>
                  <a:pt x="8" y="171"/>
                </a:cubicBezTo>
                <a:cubicBezTo>
                  <a:pt x="7" y="173"/>
                  <a:pt x="5" y="174"/>
                  <a:pt x="3" y="173"/>
                </a:cubicBezTo>
                <a:cubicBezTo>
                  <a:pt x="1" y="172"/>
                  <a:pt x="0" y="170"/>
                  <a:pt x="1" y="168"/>
                </a:cubicBezTo>
                <a:cubicBezTo>
                  <a:pt x="4" y="162"/>
                  <a:pt x="4" y="162"/>
                  <a:pt x="4" y="162"/>
                </a:cubicBezTo>
                <a:cubicBezTo>
                  <a:pt x="5" y="159"/>
                  <a:pt x="5" y="159"/>
                  <a:pt x="5" y="159"/>
                </a:cubicBezTo>
                <a:cubicBezTo>
                  <a:pt x="4" y="157"/>
                  <a:pt x="4" y="155"/>
                  <a:pt x="5" y="153"/>
                </a:cubicBezTo>
                <a:cubicBezTo>
                  <a:pt x="19" y="124"/>
                  <a:pt x="19" y="124"/>
                  <a:pt x="19" y="124"/>
                </a:cubicBezTo>
                <a:cubicBezTo>
                  <a:pt x="8" y="124"/>
                  <a:pt x="8" y="124"/>
                  <a:pt x="8" y="124"/>
                </a:cubicBezTo>
                <a:close/>
                <a:moveTo>
                  <a:pt x="54" y="115"/>
                </a:moveTo>
                <a:cubicBezTo>
                  <a:pt x="54" y="115"/>
                  <a:pt x="54" y="115"/>
                  <a:pt x="54" y="115"/>
                </a:cubicBezTo>
                <a:cubicBezTo>
                  <a:pt x="54" y="110"/>
                  <a:pt x="54" y="110"/>
                  <a:pt x="54" y="110"/>
                </a:cubicBezTo>
                <a:cubicBezTo>
                  <a:pt x="54" y="107"/>
                  <a:pt x="57" y="103"/>
                  <a:pt x="60" y="103"/>
                </a:cubicBezTo>
                <a:cubicBezTo>
                  <a:pt x="64" y="103"/>
                  <a:pt x="67" y="107"/>
                  <a:pt x="67" y="110"/>
                </a:cubicBezTo>
                <a:cubicBezTo>
                  <a:pt x="67" y="115"/>
                  <a:pt x="67" y="115"/>
                  <a:pt x="67" y="115"/>
                </a:cubicBezTo>
                <a:cubicBezTo>
                  <a:pt x="83" y="115"/>
                  <a:pt x="83" y="115"/>
                  <a:pt x="83" y="115"/>
                </a:cubicBezTo>
                <a:cubicBezTo>
                  <a:pt x="67" y="82"/>
                  <a:pt x="67" y="82"/>
                  <a:pt x="67" y="82"/>
                </a:cubicBezTo>
                <a:cubicBezTo>
                  <a:pt x="63" y="83"/>
                  <a:pt x="58" y="83"/>
                  <a:pt x="54" y="82"/>
                </a:cubicBezTo>
                <a:cubicBezTo>
                  <a:pt x="38" y="115"/>
                  <a:pt x="38" y="115"/>
                  <a:pt x="38" y="115"/>
                </a:cubicBezTo>
                <a:cubicBezTo>
                  <a:pt x="54" y="115"/>
                  <a:pt x="54" y="115"/>
                  <a:pt x="54" y="115"/>
                </a:cubicBezTo>
                <a:close/>
                <a:moveTo>
                  <a:pt x="73" y="39"/>
                </a:moveTo>
                <a:cubicBezTo>
                  <a:pt x="73" y="39"/>
                  <a:pt x="73" y="39"/>
                  <a:pt x="73" y="39"/>
                </a:cubicBezTo>
                <a:cubicBezTo>
                  <a:pt x="66" y="32"/>
                  <a:pt x="55" y="32"/>
                  <a:pt x="48" y="39"/>
                </a:cubicBezTo>
                <a:cubicBezTo>
                  <a:pt x="48" y="39"/>
                  <a:pt x="48" y="39"/>
                  <a:pt x="48" y="39"/>
                </a:cubicBezTo>
                <a:cubicBezTo>
                  <a:pt x="45" y="42"/>
                  <a:pt x="43" y="47"/>
                  <a:pt x="43" y="51"/>
                </a:cubicBezTo>
                <a:cubicBezTo>
                  <a:pt x="43" y="56"/>
                  <a:pt x="45" y="61"/>
                  <a:pt x="48" y="64"/>
                </a:cubicBezTo>
                <a:cubicBezTo>
                  <a:pt x="53" y="69"/>
                  <a:pt x="61" y="71"/>
                  <a:pt x="67" y="68"/>
                </a:cubicBezTo>
                <a:cubicBezTo>
                  <a:pt x="68" y="68"/>
                  <a:pt x="68" y="68"/>
                  <a:pt x="68" y="68"/>
                </a:cubicBezTo>
                <a:cubicBezTo>
                  <a:pt x="69" y="67"/>
                  <a:pt x="71" y="66"/>
                  <a:pt x="73" y="64"/>
                </a:cubicBezTo>
                <a:cubicBezTo>
                  <a:pt x="73" y="64"/>
                  <a:pt x="73" y="64"/>
                  <a:pt x="73" y="64"/>
                </a:cubicBezTo>
                <a:cubicBezTo>
                  <a:pt x="76" y="61"/>
                  <a:pt x="78" y="56"/>
                  <a:pt x="78" y="51"/>
                </a:cubicBezTo>
                <a:cubicBezTo>
                  <a:pt x="78" y="47"/>
                  <a:pt x="76" y="42"/>
                  <a:pt x="73" y="39"/>
                </a:cubicBezTo>
                <a:cubicBezTo>
                  <a:pt x="73" y="39"/>
                  <a:pt x="73" y="39"/>
                  <a:pt x="73" y="39"/>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1" name="Freeform 13"/>
          <p:cNvSpPr>
            <a:spLocks noEditPoints="1"/>
          </p:cNvSpPr>
          <p:nvPr/>
        </p:nvSpPr>
        <p:spPr bwMode="auto">
          <a:xfrm>
            <a:off x="93026" y="1695727"/>
            <a:ext cx="212710" cy="176648"/>
          </a:xfrm>
          <a:custGeom>
            <a:avLst/>
            <a:gdLst>
              <a:gd name="T0" fmla="*/ 111 w 197"/>
              <a:gd name="T1" fmla="*/ 11 h 164"/>
              <a:gd name="T2" fmla="*/ 0 w 197"/>
              <a:gd name="T3" fmla="*/ 15 h 164"/>
              <a:gd name="T4" fmla="*/ 105 w 197"/>
              <a:gd name="T5" fmla="*/ 164 h 164"/>
              <a:gd name="T6" fmla="*/ 136 w 197"/>
              <a:gd name="T7" fmla="*/ 159 h 164"/>
              <a:gd name="T8" fmla="*/ 196 w 197"/>
              <a:gd name="T9" fmla="*/ 142 h 164"/>
              <a:gd name="T10" fmla="*/ 52 w 197"/>
              <a:gd name="T11" fmla="*/ 150 h 164"/>
              <a:gd name="T12" fmla="*/ 52 w 197"/>
              <a:gd name="T13" fmla="*/ 22 h 164"/>
              <a:gd name="T14" fmla="*/ 99 w 197"/>
              <a:gd name="T15" fmla="*/ 150 h 164"/>
              <a:gd name="T16" fmla="*/ 99 w 197"/>
              <a:gd name="T17" fmla="*/ 22 h 164"/>
              <a:gd name="T18" fmla="*/ 147 w 197"/>
              <a:gd name="T19" fmla="*/ 149 h 164"/>
              <a:gd name="T20" fmla="*/ 181 w 197"/>
              <a:gd name="T21" fmla="*/ 139 h 164"/>
              <a:gd name="T22" fmla="*/ 23 w 197"/>
              <a:gd name="T23" fmla="*/ 133 h 164"/>
              <a:gd name="T24" fmla="*/ 42 w 197"/>
              <a:gd name="T25" fmla="*/ 134 h 164"/>
              <a:gd name="T26" fmla="*/ 43 w 197"/>
              <a:gd name="T27" fmla="*/ 114 h 164"/>
              <a:gd name="T28" fmla="*/ 23 w 197"/>
              <a:gd name="T29" fmla="*/ 114 h 164"/>
              <a:gd name="T30" fmla="*/ 29 w 197"/>
              <a:gd name="T31" fmla="*/ 120 h 164"/>
              <a:gd name="T32" fmla="*/ 37 w 197"/>
              <a:gd name="T33" fmla="*/ 120 h 164"/>
              <a:gd name="T34" fmla="*/ 37 w 197"/>
              <a:gd name="T35" fmla="*/ 128 h 164"/>
              <a:gd name="T36" fmla="*/ 29 w 197"/>
              <a:gd name="T37" fmla="*/ 127 h 164"/>
              <a:gd name="T38" fmla="*/ 32 w 197"/>
              <a:gd name="T39" fmla="*/ 91 h 164"/>
              <a:gd name="T40" fmla="*/ 36 w 197"/>
              <a:gd name="T41" fmla="*/ 38 h 164"/>
              <a:gd name="T42" fmla="*/ 28 w 197"/>
              <a:gd name="T43" fmla="*/ 87 h 164"/>
              <a:gd name="T44" fmla="*/ 134 w 197"/>
              <a:gd name="T45" fmla="*/ 31 h 164"/>
              <a:gd name="T46" fmla="*/ 149 w 197"/>
              <a:gd name="T47" fmla="*/ 86 h 164"/>
              <a:gd name="T48" fmla="*/ 134 w 197"/>
              <a:gd name="T49" fmla="*/ 31 h 164"/>
              <a:gd name="T50" fmla="*/ 69 w 197"/>
              <a:gd name="T51" fmla="*/ 133 h 164"/>
              <a:gd name="T52" fmla="*/ 88 w 197"/>
              <a:gd name="T53" fmla="*/ 133 h 164"/>
              <a:gd name="T54" fmla="*/ 79 w 197"/>
              <a:gd name="T55" fmla="*/ 110 h 164"/>
              <a:gd name="T56" fmla="*/ 65 w 197"/>
              <a:gd name="T57" fmla="*/ 124 h 164"/>
              <a:gd name="T58" fmla="*/ 75 w 197"/>
              <a:gd name="T59" fmla="*/ 120 h 164"/>
              <a:gd name="T60" fmla="*/ 82 w 197"/>
              <a:gd name="T61" fmla="*/ 120 h 164"/>
              <a:gd name="T62" fmla="*/ 82 w 197"/>
              <a:gd name="T63" fmla="*/ 128 h 164"/>
              <a:gd name="T64" fmla="*/ 74 w 197"/>
              <a:gd name="T65" fmla="*/ 127 h 164"/>
              <a:gd name="T66" fmla="*/ 81 w 197"/>
              <a:gd name="T67" fmla="*/ 91 h 164"/>
              <a:gd name="T68" fmla="*/ 85 w 197"/>
              <a:gd name="T69" fmla="*/ 38 h 164"/>
              <a:gd name="T70" fmla="*/ 77 w 197"/>
              <a:gd name="T71" fmla="*/ 87 h 164"/>
              <a:gd name="T72" fmla="*/ 148 w 197"/>
              <a:gd name="T73" fmla="*/ 109 h 164"/>
              <a:gd name="T74" fmla="*/ 148 w 197"/>
              <a:gd name="T75" fmla="*/ 128 h 164"/>
              <a:gd name="T76" fmla="*/ 167 w 197"/>
              <a:gd name="T77" fmla="*/ 128 h 164"/>
              <a:gd name="T78" fmla="*/ 168 w 197"/>
              <a:gd name="T79" fmla="*/ 109 h 164"/>
              <a:gd name="T80" fmla="*/ 158 w 197"/>
              <a:gd name="T81" fmla="*/ 105 h 164"/>
              <a:gd name="T82" fmla="*/ 154 w 197"/>
              <a:gd name="T83" fmla="*/ 114 h 164"/>
              <a:gd name="T84" fmla="*/ 163 w 197"/>
              <a:gd name="T85" fmla="*/ 118 h 164"/>
              <a:gd name="T86" fmla="*/ 154 w 197"/>
              <a:gd name="T87" fmla="*/ 122 h 164"/>
              <a:gd name="T88" fmla="*/ 154 w 197"/>
              <a:gd name="T89" fmla="*/ 114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97" h="164">
                <a:moveTo>
                  <a:pt x="159" y="6"/>
                </a:moveTo>
                <a:cubicBezTo>
                  <a:pt x="158" y="2"/>
                  <a:pt x="155" y="0"/>
                  <a:pt x="151" y="1"/>
                </a:cubicBezTo>
                <a:cubicBezTo>
                  <a:pt x="111" y="11"/>
                  <a:pt x="111" y="11"/>
                  <a:pt x="111" y="11"/>
                </a:cubicBezTo>
                <a:cubicBezTo>
                  <a:pt x="110" y="10"/>
                  <a:pt x="108" y="8"/>
                  <a:pt x="105" y="8"/>
                </a:cubicBezTo>
                <a:cubicBezTo>
                  <a:pt x="7" y="8"/>
                  <a:pt x="7" y="8"/>
                  <a:pt x="7" y="8"/>
                </a:cubicBezTo>
                <a:cubicBezTo>
                  <a:pt x="3" y="8"/>
                  <a:pt x="0" y="11"/>
                  <a:pt x="0" y="15"/>
                </a:cubicBezTo>
                <a:cubicBezTo>
                  <a:pt x="0" y="157"/>
                  <a:pt x="0" y="157"/>
                  <a:pt x="0" y="157"/>
                </a:cubicBezTo>
                <a:cubicBezTo>
                  <a:pt x="0" y="161"/>
                  <a:pt x="3" y="164"/>
                  <a:pt x="7" y="164"/>
                </a:cubicBezTo>
                <a:cubicBezTo>
                  <a:pt x="105" y="164"/>
                  <a:pt x="105" y="164"/>
                  <a:pt x="105" y="164"/>
                </a:cubicBezTo>
                <a:cubicBezTo>
                  <a:pt x="109" y="164"/>
                  <a:pt x="112" y="161"/>
                  <a:pt x="112" y="157"/>
                </a:cubicBezTo>
                <a:cubicBezTo>
                  <a:pt x="112" y="71"/>
                  <a:pt x="112" y="71"/>
                  <a:pt x="112" y="71"/>
                </a:cubicBezTo>
                <a:cubicBezTo>
                  <a:pt x="136" y="159"/>
                  <a:pt x="136" y="159"/>
                  <a:pt x="136" y="159"/>
                </a:cubicBezTo>
                <a:cubicBezTo>
                  <a:pt x="136" y="162"/>
                  <a:pt x="140" y="164"/>
                  <a:pt x="144" y="163"/>
                </a:cubicBezTo>
                <a:cubicBezTo>
                  <a:pt x="191" y="151"/>
                  <a:pt x="191" y="151"/>
                  <a:pt x="191" y="151"/>
                </a:cubicBezTo>
                <a:cubicBezTo>
                  <a:pt x="195" y="150"/>
                  <a:pt x="197" y="146"/>
                  <a:pt x="196" y="142"/>
                </a:cubicBezTo>
                <a:cubicBezTo>
                  <a:pt x="159" y="6"/>
                  <a:pt x="159" y="6"/>
                  <a:pt x="159" y="6"/>
                </a:cubicBezTo>
                <a:close/>
                <a:moveTo>
                  <a:pt x="52" y="150"/>
                </a:moveTo>
                <a:cubicBezTo>
                  <a:pt x="52" y="150"/>
                  <a:pt x="52" y="150"/>
                  <a:pt x="52" y="150"/>
                </a:cubicBezTo>
                <a:cubicBezTo>
                  <a:pt x="14" y="150"/>
                  <a:pt x="14" y="150"/>
                  <a:pt x="14" y="150"/>
                </a:cubicBezTo>
                <a:cubicBezTo>
                  <a:pt x="14" y="22"/>
                  <a:pt x="14" y="22"/>
                  <a:pt x="14" y="22"/>
                </a:cubicBezTo>
                <a:cubicBezTo>
                  <a:pt x="52" y="22"/>
                  <a:pt x="52" y="22"/>
                  <a:pt x="52" y="22"/>
                </a:cubicBezTo>
                <a:cubicBezTo>
                  <a:pt x="52" y="150"/>
                  <a:pt x="52" y="150"/>
                  <a:pt x="52" y="150"/>
                </a:cubicBezTo>
                <a:close/>
                <a:moveTo>
                  <a:pt x="99" y="150"/>
                </a:moveTo>
                <a:cubicBezTo>
                  <a:pt x="99" y="150"/>
                  <a:pt x="99" y="150"/>
                  <a:pt x="99" y="150"/>
                </a:cubicBezTo>
                <a:cubicBezTo>
                  <a:pt x="60" y="150"/>
                  <a:pt x="60" y="150"/>
                  <a:pt x="60" y="150"/>
                </a:cubicBezTo>
                <a:cubicBezTo>
                  <a:pt x="60" y="22"/>
                  <a:pt x="60" y="22"/>
                  <a:pt x="60" y="22"/>
                </a:cubicBezTo>
                <a:cubicBezTo>
                  <a:pt x="99" y="22"/>
                  <a:pt x="99" y="22"/>
                  <a:pt x="99" y="22"/>
                </a:cubicBezTo>
                <a:cubicBezTo>
                  <a:pt x="99" y="150"/>
                  <a:pt x="99" y="150"/>
                  <a:pt x="99" y="150"/>
                </a:cubicBezTo>
                <a:close/>
                <a:moveTo>
                  <a:pt x="147" y="149"/>
                </a:moveTo>
                <a:cubicBezTo>
                  <a:pt x="147" y="149"/>
                  <a:pt x="147" y="149"/>
                  <a:pt x="147" y="149"/>
                </a:cubicBezTo>
                <a:cubicBezTo>
                  <a:pt x="114" y="25"/>
                  <a:pt x="114" y="25"/>
                  <a:pt x="114" y="25"/>
                </a:cubicBezTo>
                <a:cubicBezTo>
                  <a:pt x="148" y="16"/>
                  <a:pt x="148" y="16"/>
                  <a:pt x="148" y="16"/>
                </a:cubicBezTo>
                <a:cubicBezTo>
                  <a:pt x="181" y="139"/>
                  <a:pt x="181" y="139"/>
                  <a:pt x="181" y="139"/>
                </a:cubicBezTo>
                <a:cubicBezTo>
                  <a:pt x="147" y="149"/>
                  <a:pt x="147" y="149"/>
                  <a:pt x="147" y="149"/>
                </a:cubicBezTo>
                <a:close/>
                <a:moveTo>
                  <a:pt x="23" y="133"/>
                </a:moveTo>
                <a:cubicBezTo>
                  <a:pt x="23" y="133"/>
                  <a:pt x="23" y="133"/>
                  <a:pt x="23" y="133"/>
                </a:cubicBezTo>
                <a:cubicBezTo>
                  <a:pt x="23" y="133"/>
                  <a:pt x="23" y="133"/>
                  <a:pt x="23" y="133"/>
                </a:cubicBezTo>
                <a:cubicBezTo>
                  <a:pt x="26" y="136"/>
                  <a:pt x="29" y="137"/>
                  <a:pt x="33" y="137"/>
                </a:cubicBezTo>
                <a:cubicBezTo>
                  <a:pt x="37" y="137"/>
                  <a:pt x="40" y="136"/>
                  <a:pt x="42" y="134"/>
                </a:cubicBezTo>
                <a:cubicBezTo>
                  <a:pt x="43" y="133"/>
                  <a:pt x="43" y="133"/>
                  <a:pt x="43" y="133"/>
                </a:cubicBezTo>
                <a:cubicBezTo>
                  <a:pt x="45" y="131"/>
                  <a:pt x="47" y="127"/>
                  <a:pt x="47" y="124"/>
                </a:cubicBezTo>
                <a:cubicBezTo>
                  <a:pt x="47" y="120"/>
                  <a:pt x="45" y="116"/>
                  <a:pt x="43" y="114"/>
                </a:cubicBezTo>
                <a:cubicBezTo>
                  <a:pt x="42" y="114"/>
                  <a:pt x="42" y="114"/>
                  <a:pt x="42" y="114"/>
                </a:cubicBezTo>
                <a:cubicBezTo>
                  <a:pt x="40" y="112"/>
                  <a:pt x="37" y="110"/>
                  <a:pt x="33" y="110"/>
                </a:cubicBezTo>
                <a:cubicBezTo>
                  <a:pt x="29" y="110"/>
                  <a:pt x="26" y="112"/>
                  <a:pt x="23" y="114"/>
                </a:cubicBezTo>
                <a:cubicBezTo>
                  <a:pt x="21" y="116"/>
                  <a:pt x="19" y="120"/>
                  <a:pt x="19" y="124"/>
                </a:cubicBezTo>
                <a:cubicBezTo>
                  <a:pt x="19" y="127"/>
                  <a:pt x="21" y="131"/>
                  <a:pt x="23" y="133"/>
                </a:cubicBezTo>
                <a:close/>
                <a:moveTo>
                  <a:pt x="29" y="120"/>
                </a:moveTo>
                <a:cubicBezTo>
                  <a:pt x="29" y="120"/>
                  <a:pt x="29" y="120"/>
                  <a:pt x="29" y="120"/>
                </a:cubicBezTo>
                <a:cubicBezTo>
                  <a:pt x="30" y="119"/>
                  <a:pt x="31" y="118"/>
                  <a:pt x="33" y="118"/>
                </a:cubicBezTo>
                <a:cubicBezTo>
                  <a:pt x="34" y="118"/>
                  <a:pt x="36" y="119"/>
                  <a:pt x="37" y="120"/>
                </a:cubicBezTo>
                <a:cubicBezTo>
                  <a:pt x="37" y="120"/>
                  <a:pt x="37" y="120"/>
                  <a:pt x="37" y="120"/>
                </a:cubicBezTo>
                <a:cubicBezTo>
                  <a:pt x="38" y="121"/>
                  <a:pt x="38" y="122"/>
                  <a:pt x="38" y="124"/>
                </a:cubicBezTo>
                <a:cubicBezTo>
                  <a:pt x="38" y="125"/>
                  <a:pt x="38" y="127"/>
                  <a:pt x="37" y="128"/>
                </a:cubicBezTo>
                <a:cubicBezTo>
                  <a:pt x="36" y="129"/>
                  <a:pt x="34" y="129"/>
                  <a:pt x="33" y="129"/>
                </a:cubicBezTo>
                <a:cubicBezTo>
                  <a:pt x="31" y="129"/>
                  <a:pt x="30" y="129"/>
                  <a:pt x="29" y="128"/>
                </a:cubicBezTo>
                <a:cubicBezTo>
                  <a:pt x="29" y="127"/>
                  <a:pt x="29" y="127"/>
                  <a:pt x="29" y="127"/>
                </a:cubicBezTo>
                <a:cubicBezTo>
                  <a:pt x="28" y="126"/>
                  <a:pt x="27" y="125"/>
                  <a:pt x="27" y="124"/>
                </a:cubicBezTo>
                <a:cubicBezTo>
                  <a:pt x="27" y="122"/>
                  <a:pt x="28" y="121"/>
                  <a:pt x="29" y="120"/>
                </a:cubicBezTo>
                <a:close/>
                <a:moveTo>
                  <a:pt x="32" y="91"/>
                </a:moveTo>
                <a:cubicBezTo>
                  <a:pt x="32" y="91"/>
                  <a:pt x="32" y="91"/>
                  <a:pt x="32" y="91"/>
                </a:cubicBezTo>
                <a:cubicBezTo>
                  <a:pt x="34" y="91"/>
                  <a:pt x="36" y="89"/>
                  <a:pt x="36" y="87"/>
                </a:cubicBezTo>
                <a:cubicBezTo>
                  <a:pt x="36" y="38"/>
                  <a:pt x="36" y="38"/>
                  <a:pt x="36" y="38"/>
                </a:cubicBezTo>
                <a:cubicBezTo>
                  <a:pt x="36" y="35"/>
                  <a:pt x="34" y="34"/>
                  <a:pt x="32" y="34"/>
                </a:cubicBezTo>
                <a:cubicBezTo>
                  <a:pt x="29" y="34"/>
                  <a:pt x="28" y="35"/>
                  <a:pt x="28" y="38"/>
                </a:cubicBezTo>
                <a:cubicBezTo>
                  <a:pt x="28" y="87"/>
                  <a:pt x="28" y="87"/>
                  <a:pt x="28" y="87"/>
                </a:cubicBezTo>
                <a:cubicBezTo>
                  <a:pt x="28" y="89"/>
                  <a:pt x="29" y="91"/>
                  <a:pt x="32" y="91"/>
                </a:cubicBezTo>
                <a:close/>
                <a:moveTo>
                  <a:pt x="134" y="31"/>
                </a:moveTo>
                <a:cubicBezTo>
                  <a:pt x="134" y="31"/>
                  <a:pt x="134" y="31"/>
                  <a:pt x="134" y="31"/>
                </a:cubicBezTo>
                <a:cubicBezTo>
                  <a:pt x="132" y="32"/>
                  <a:pt x="131" y="34"/>
                  <a:pt x="131" y="36"/>
                </a:cubicBezTo>
                <a:cubicBezTo>
                  <a:pt x="144" y="84"/>
                  <a:pt x="144" y="84"/>
                  <a:pt x="144" y="84"/>
                </a:cubicBezTo>
                <a:cubicBezTo>
                  <a:pt x="144" y="86"/>
                  <a:pt x="146" y="87"/>
                  <a:pt x="149" y="86"/>
                </a:cubicBezTo>
                <a:cubicBezTo>
                  <a:pt x="151" y="86"/>
                  <a:pt x="152" y="84"/>
                  <a:pt x="152" y="82"/>
                </a:cubicBezTo>
                <a:cubicBezTo>
                  <a:pt x="139" y="34"/>
                  <a:pt x="139" y="34"/>
                  <a:pt x="139" y="34"/>
                </a:cubicBezTo>
                <a:cubicBezTo>
                  <a:pt x="138" y="32"/>
                  <a:pt x="136" y="31"/>
                  <a:pt x="134" y="31"/>
                </a:cubicBezTo>
                <a:close/>
                <a:moveTo>
                  <a:pt x="69" y="133"/>
                </a:moveTo>
                <a:cubicBezTo>
                  <a:pt x="69" y="133"/>
                  <a:pt x="69" y="133"/>
                  <a:pt x="69" y="133"/>
                </a:cubicBezTo>
                <a:cubicBezTo>
                  <a:pt x="69" y="133"/>
                  <a:pt x="69" y="133"/>
                  <a:pt x="69" y="133"/>
                </a:cubicBezTo>
                <a:cubicBezTo>
                  <a:pt x="71" y="136"/>
                  <a:pt x="75" y="137"/>
                  <a:pt x="79" y="137"/>
                </a:cubicBezTo>
                <a:cubicBezTo>
                  <a:pt x="82" y="137"/>
                  <a:pt x="86" y="136"/>
                  <a:pt x="88" y="134"/>
                </a:cubicBezTo>
                <a:cubicBezTo>
                  <a:pt x="88" y="133"/>
                  <a:pt x="88" y="133"/>
                  <a:pt x="88" y="133"/>
                </a:cubicBezTo>
                <a:cubicBezTo>
                  <a:pt x="91" y="131"/>
                  <a:pt x="92" y="127"/>
                  <a:pt x="92" y="124"/>
                </a:cubicBezTo>
                <a:cubicBezTo>
                  <a:pt x="92" y="120"/>
                  <a:pt x="91" y="116"/>
                  <a:pt x="88" y="114"/>
                </a:cubicBezTo>
                <a:cubicBezTo>
                  <a:pt x="86" y="112"/>
                  <a:pt x="82" y="110"/>
                  <a:pt x="79" y="110"/>
                </a:cubicBezTo>
                <a:cubicBezTo>
                  <a:pt x="75" y="110"/>
                  <a:pt x="71" y="112"/>
                  <a:pt x="69" y="114"/>
                </a:cubicBezTo>
                <a:cubicBezTo>
                  <a:pt x="69" y="114"/>
                  <a:pt x="69" y="114"/>
                  <a:pt x="69" y="114"/>
                </a:cubicBezTo>
                <a:cubicBezTo>
                  <a:pt x="66" y="116"/>
                  <a:pt x="65" y="120"/>
                  <a:pt x="65" y="124"/>
                </a:cubicBezTo>
                <a:cubicBezTo>
                  <a:pt x="65" y="127"/>
                  <a:pt x="66" y="131"/>
                  <a:pt x="69" y="133"/>
                </a:cubicBezTo>
                <a:close/>
                <a:moveTo>
                  <a:pt x="75" y="120"/>
                </a:moveTo>
                <a:cubicBezTo>
                  <a:pt x="75" y="120"/>
                  <a:pt x="75" y="120"/>
                  <a:pt x="75" y="120"/>
                </a:cubicBezTo>
                <a:cubicBezTo>
                  <a:pt x="76" y="119"/>
                  <a:pt x="77" y="118"/>
                  <a:pt x="79" y="118"/>
                </a:cubicBezTo>
                <a:cubicBezTo>
                  <a:pt x="80" y="118"/>
                  <a:pt x="81" y="119"/>
                  <a:pt x="82" y="120"/>
                </a:cubicBezTo>
                <a:cubicBezTo>
                  <a:pt x="82" y="120"/>
                  <a:pt x="82" y="120"/>
                  <a:pt x="82" y="120"/>
                </a:cubicBezTo>
                <a:cubicBezTo>
                  <a:pt x="84" y="121"/>
                  <a:pt x="84" y="122"/>
                  <a:pt x="84" y="124"/>
                </a:cubicBezTo>
                <a:cubicBezTo>
                  <a:pt x="84" y="125"/>
                  <a:pt x="84" y="127"/>
                  <a:pt x="83" y="128"/>
                </a:cubicBezTo>
                <a:cubicBezTo>
                  <a:pt x="82" y="128"/>
                  <a:pt x="82" y="128"/>
                  <a:pt x="82" y="128"/>
                </a:cubicBezTo>
                <a:cubicBezTo>
                  <a:pt x="81" y="129"/>
                  <a:pt x="80" y="129"/>
                  <a:pt x="79" y="129"/>
                </a:cubicBezTo>
                <a:cubicBezTo>
                  <a:pt x="77" y="129"/>
                  <a:pt x="76" y="129"/>
                  <a:pt x="75" y="128"/>
                </a:cubicBezTo>
                <a:cubicBezTo>
                  <a:pt x="74" y="127"/>
                  <a:pt x="74" y="127"/>
                  <a:pt x="74" y="127"/>
                </a:cubicBezTo>
                <a:cubicBezTo>
                  <a:pt x="74" y="126"/>
                  <a:pt x="73" y="125"/>
                  <a:pt x="73" y="124"/>
                </a:cubicBezTo>
                <a:cubicBezTo>
                  <a:pt x="73" y="122"/>
                  <a:pt x="74" y="121"/>
                  <a:pt x="75" y="120"/>
                </a:cubicBezTo>
                <a:close/>
                <a:moveTo>
                  <a:pt x="81" y="91"/>
                </a:moveTo>
                <a:cubicBezTo>
                  <a:pt x="81" y="91"/>
                  <a:pt x="81" y="91"/>
                  <a:pt x="81" y="91"/>
                </a:cubicBezTo>
                <a:cubicBezTo>
                  <a:pt x="83" y="91"/>
                  <a:pt x="85" y="89"/>
                  <a:pt x="85" y="87"/>
                </a:cubicBezTo>
                <a:cubicBezTo>
                  <a:pt x="85" y="38"/>
                  <a:pt x="85" y="38"/>
                  <a:pt x="85" y="38"/>
                </a:cubicBezTo>
                <a:cubicBezTo>
                  <a:pt x="85" y="35"/>
                  <a:pt x="83" y="34"/>
                  <a:pt x="81" y="34"/>
                </a:cubicBezTo>
                <a:cubicBezTo>
                  <a:pt x="79" y="34"/>
                  <a:pt x="77" y="35"/>
                  <a:pt x="77" y="38"/>
                </a:cubicBezTo>
                <a:cubicBezTo>
                  <a:pt x="77" y="87"/>
                  <a:pt x="77" y="87"/>
                  <a:pt x="77" y="87"/>
                </a:cubicBezTo>
                <a:cubicBezTo>
                  <a:pt x="77" y="89"/>
                  <a:pt x="79" y="91"/>
                  <a:pt x="81" y="91"/>
                </a:cubicBezTo>
                <a:close/>
                <a:moveTo>
                  <a:pt x="148" y="109"/>
                </a:moveTo>
                <a:cubicBezTo>
                  <a:pt x="148" y="109"/>
                  <a:pt x="148" y="109"/>
                  <a:pt x="148" y="109"/>
                </a:cubicBezTo>
                <a:cubicBezTo>
                  <a:pt x="146" y="111"/>
                  <a:pt x="144" y="114"/>
                  <a:pt x="144" y="118"/>
                </a:cubicBezTo>
                <a:cubicBezTo>
                  <a:pt x="144" y="122"/>
                  <a:pt x="146" y="125"/>
                  <a:pt x="148" y="128"/>
                </a:cubicBezTo>
                <a:cubicBezTo>
                  <a:pt x="148" y="128"/>
                  <a:pt x="148" y="128"/>
                  <a:pt x="148" y="128"/>
                </a:cubicBezTo>
                <a:cubicBezTo>
                  <a:pt x="151" y="130"/>
                  <a:pt x="154" y="132"/>
                  <a:pt x="158" y="132"/>
                </a:cubicBezTo>
                <a:cubicBezTo>
                  <a:pt x="161" y="132"/>
                  <a:pt x="165" y="131"/>
                  <a:pt x="167" y="128"/>
                </a:cubicBezTo>
                <a:cubicBezTo>
                  <a:pt x="167" y="128"/>
                  <a:pt x="167" y="128"/>
                  <a:pt x="167" y="128"/>
                </a:cubicBezTo>
                <a:cubicBezTo>
                  <a:pt x="168" y="128"/>
                  <a:pt x="168" y="128"/>
                  <a:pt x="168" y="128"/>
                </a:cubicBezTo>
                <a:cubicBezTo>
                  <a:pt x="170" y="126"/>
                  <a:pt x="171" y="122"/>
                  <a:pt x="171" y="118"/>
                </a:cubicBezTo>
                <a:cubicBezTo>
                  <a:pt x="171" y="114"/>
                  <a:pt x="170" y="111"/>
                  <a:pt x="168" y="109"/>
                </a:cubicBezTo>
                <a:cubicBezTo>
                  <a:pt x="168" y="109"/>
                  <a:pt x="168" y="109"/>
                  <a:pt x="168" y="109"/>
                </a:cubicBezTo>
                <a:cubicBezTo>
                  <a:pt x="168" y="109"/>
                  <a:pt x="168" y="109"/>
                  <a:pt x="168" y="109"/>
                </a:cubicBezTo>
                <a:cubicBezTo>
                  <a:pt x="165" y="106"/>
                  <a:pt x="162" y="105"/>
                  <a:pt x="158" y="105"/>
                </a:cubicBezTo>
                <a:cubicBezTo>
                  <a:pt x="154" y="105"/>
                  <a:pt x="151" y="106"/>
                  <a:pt x="148" y="109"/>
                </a:cubicBezTo>
                <a:close/>
                <a:moveTo>
                  <a:pt x="154" y="114"/>
                </a:moveTo>
                <a:cubicBezTo>
                  <a:pt x="154" y="114"/>
                  <a:pt x="154" y="114"/>
                  <a:pt x="154" y="114"/>
                </a:cubicBezTo>
                <a:cubicBezTo>
                  <a:pt x="155" y="113"/>
                  <a:pt x="156" y="113"/>
                  <a:pt x="158" y="113"/>
                </a:cubicBezTo>
                <a:cubicBezTo>
                  <a:pt x="159" y="113"/>
                  <a:pt x="161" y="113"/>
                  <a:pt x="162" y="114"/>
                </a:cubicBezTo>
                <a:cubicBezTo>
                  <a:pt x="163" y="115"/>
                  <a:pt x="163" y="117"/>
                  <a:pt x="163" y="118"/>
                </a:cubicBezTo>
                <a:cubicBezTo>
                  <a:pt x="163" y="120"/>
                  <a:pt x="163" y="121"/>
                  <a:pt x="162" y="122"/>
                </a:cubicBezTo>
                <a:cubicBezTo>
                  <a:pt x="161" y="123"/>
                  <a:pt x="159" y="124"/>
                  <a:pt x="158" y="124"/>
                </a:cubicBezTo>
                <a:cubicBezTo>
                  <a:pt x="156" y="124"/>
                  <a:pt x="155" y="123"/>
                  <a:pt x="154" y="122"/>
                </a:cubicBezTo>
                <a:cubicBezTo>
                  <a:pt x="154" y="122"/>
                  <a:pt x="154" y="122"/>
                  <a:pt x="154" y="122"/>
                </a:cubicBezTo>
                <a:cubicBezTo>
                  <a:pt x="153" y="121"/>
                  <a:pt x="152" y="120"/>
                  <a:pt x="152" y="118"/>
                </a:cubicBezTo>
                <a:cubicBezTo>
                  <a:pt x="152" y="117"/>
                  <a:pt x="153" y="115"/>
                  <a:pt x="154" y="114"/>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8" name="Freeform 10"/>
          <p:cNvSpPr>
            <a:spLocks noEditPoints="1"/>
          </p:cNvSpPr>
          <p:nvPr/>
        </p:nvSpPr>
        <p:spPr bwMode="auto">
          <a:xfrm>
            <a:off x="107850" y="2091788"/>
            <a:ext cx="174824" cy="175280"/>
          </a:xfrm>
          <a:custGeom>
            <a:avLst/>
            <a:gdLst>
              <a:gd name="T0" fmla="*/ 47 w 162"/>
              <a:gd name="T1" fmla="*/ 34 h 163"/>
              <a:gd name="T2" fmla="*/ 34 w 162"/>
              <a:gd name="T3" fmla="*/ 47 h 163"/>
              <a:gd name="T4" fmla="*/ 32 w 162"/>
              <a:gd name="T5" fmla="*/ 61 h 163"/>
              <a:gd name="T6" fmla="*/ 41 w 162"/>
              <a:gd name="T7" fmla="*/ 52 h 163"/>
              <a:gd name="T8" fmla="*/ 52 w 162"/>
              <a:gd name="T9" fmla="*/ 41 h 163"/>
              <a:gd name="T10" fmla="*/ 60 w 162"/>
              <a:gd name="T11" fmla="*/ 32 h 163"/>
              <a:gd name="T12" fmla="*/ 160 w 162"/>
              <a:gd name="T13" fmla="*/ 150 h 163"/>
              <a:gd name="T14" fmla="*/ 130 w 162"/>
              <a:gd name="T15" fmla="*/ 121 h 163"/>
              <a:gd name="T16" fmla="*/ 147 w 162"/>
              <a:gd name="T17" fmla="*/ 74 h 163"/>
              <a:gd name="T18" fmla="*/ 142 w 162"/>
              <a:gd name="T19" fmla="*/ 46 h 163"/>
              <a:gd name="T20" fmla="*/ 126 w 162"/>
              <a:gd name="T21" fmla="*/ 22 h 163"/>
              <a:gd name="T22" fmla="*/ 74 w 162"/>
              <a:gd name="T23" fmla="*/ 0 h 163"/>
              <a:gd name="T24" fmla="*/ 6 w 162"/>
              <a:gd name="T25" fmla="*/ 46 h 163"/>
              <a:gd name="T26" fmla="*/ 5 w 162"/>
              <a:gd name="T27" fmla="*/ 102 h 163"/>
              <a:gd name="T28" fmla="*/ 21 w 162"/>
              <a:gd name="T29" fmla="*/ 126 h 163"/>
              <a:gd name="T30" fmla="*/ 45 w 162"/>
              <a:gd name="T31" fmla="*/ 142 h 163"/>
              <a:gd name="T32" fmla="*/ 45 w 162"/>
              <a:gd name="T33" fmla="*/ 142 h 163"/>
              <a:gd name="T34" fmla="*/ 102 w 162"/>
              <a:gd name="T35" fmla="*/ 142 h 163"/>
              <a:gd name="T36" fmla="*/ 150 w 162"/>
              <a:gd name="T37" fmla="*/ 160 h 163"/>
              <a:gd name="T38" fmla="*/ 160 w 162"/>
              <a:gd name="T39" fmla="*/ 150 h 163"/>
              <a:gd name="T40" fmla="*/ 116 w 162"/>
              <a:gd name="T41" fmla="*/ 117 h 163"/>
              <a:gd name="T42" fmla="*/ 97 w 162"/>
              <a:gd name="T43" fmla="*/ 130 h 163"/>
              <a:gd name="T44" fmla="*/ 51 w 162"/>
              <a:gd name="T45" fmla="*/ 130 h 163"/>
              <a:gd name="T46" fmla="*/ 31 w 162"/>
              <a:gd name="T47" fmla="*/ 117 h 163"/>
              <a:gd name="T48" fmla="*/ 31 w 162"/>
              <a:gd name="T49" fmla="*/ 117 h 163"/>
              <a:gd name="T50" fmla="*/ 18 w 162"/>
              <a:gd name="T51" fmla="*/ 97 h 163"/>
              <a:gd name="T52" fmla="*/ 18 w 162"/>
              <a:gd name="T53" fmla="*/ 51 h 163"/>
              <a:gd name="T54" fmla="*/ 74 w 162"/>
              <a:gd name="T55" fmla="*/ 14 h 163"/>
              <a:gd name="T56" fmla="*/ 116 w 162"/>
              <a:gd name="T57" fmla="*/ 31 h 163"/>
              <a:gd name="T58" fmla="*/ 129 w 162"/>
              <a:gd name="T59" fmla="*/ 51 h 163"/>
              <a:gd name="T60" fmla="*/ 134 w 162"/>
              <a:gd name="T61" fmla="*/ 74 h 163"/>
              <a:gd name="T62" fmla="*/ 116 w 162"/>
              <a:gd name="T63" fmla="*/ 117 h 163"/>
              <a:gd name="T64" fmla="*/ 117 w 162"/>
              <a:gd name="T65" fmla="*/ 70 h 163"/>
              <a:gd name="T66" fmla="*/ 110 w 162"/>
              <a:gd name="T67" fmla="*/ 89 h 163"/>
              <a:gd name="T68" fmla="*/ 102 w 162"/>
              <a:gd name="T69" fmla="*/ 102 h 163"/>
              <a:gd name="T70" fmla="*/ 74 w 162"/>
              <a:gd name="T71" fmla="*/ 114 h 163"/>
              <a:gd name="T72" fmla="*/ 74 w 162"/>
              <a:gd name="T73" fmla="*/ 122 h 163"/>
              <a:gd name="T74" fmla="*/ 107 w 162"/>
              <a:gd name="T75" fmla="*/ 108 h 163"/>
              <a:gd name="T76" fmla="*/ 118 w 162"/>
              <a:gd name="T77" fmla="*/ 92 h 163"/>
              <a:gd name="T78" fmla="*/ 117 w 162"/>
              <a:gd name="T79" fmla="*/ 70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62" h="163">
                <a:moveTo>
                  <a:pt x="55" y="30"/>
                </a:moveTo>
                <a:cubicBezTo>
                  <a:pt x="52" y="31"/>
                  <a:pt x="50" y="33"/>
                  <a:pt x="47" y="34"/>
                </a:cubicBezTo>
                <a:cubicBezTo>
                  <a:pt x="44" y="36"/>
                  <a:pt x="42" y="38"/>
                  <a:pt x="40" y="40"/>
                </a:cubicBezTo>
                <a:cubicBezTo>
                  <a:pt x="38" y="42"/>
                  <a:pt x="36" y="45"/>
                  <a:pt x="34" y="47"/>
                </a:cubicBezTo>
                <a:cubicBezTo>
                  <a:pt x="32" y="50"/>
                  <a:pt x="31" y="53"/>
                  <a:pt x="30" y="55"/>
                </a:cubicBezTo>
                <a:cubicBezTo>
                  <a:pt x="29" y="57"/>
                  <a:pt x="30" y="60"/>
                  <a:pt x="32" y="61"/>
                </a:cubicBezTo>
                <a:cubicBezTo>
                  <a:pt x="34" y="62"/>
                  <a:pt x="36" y="61"/>
                  <a:pt x="37" y="59"/>
                </a:cubicBezTo>
                <a:cubicBezTo>
                  <a:pt x="38" y="56"/>
                  <a:pt x="39" y="54"/>
                  <a:pt x="41" y="52"/>
                </a:cubicBezTo>
                <a:cubicBezTo>
                  <a:pt x="42" y="50"/>
                  <a:pt x="44" y="48"/>
                  <a:pt x="46" y="46"/>
                </a:cubicBezTo>
                <a:cubicBezTo>
                  <a:pt x="48" y="44"/>
                  <a:pt x="49" y="43"/>
                  <a:pt x="52" y="41"/>
                </a:cubicBezTo>
                <a:cubicBezTo>
                  <a:pt x="54" y="40"/>
                  <a:pt x="56" y="38"/>
                  <a:pt x="58" y="37"/>
                </a:cubicBezTo>
                <a:cubicBezTo>
                  <a:pt x="60" y="37"/>
                  <a:pt x="61" y="34"/>
                  <a:pt x="60" y="32"/>
                </a:cubicBezTo>
                <a:cubicBezTo>
                  <a:pt x="59" y="30"/>
                  <a:pt x="57" y="29"/>
                  <a:pt x="55" y="30"/>
                </a:cubicBezTo>
                <a:close/>
                <a:moveTo>
                  <a:pt x="160" y="150"/>
                </a:moveTo>
                <a:cubicBezTo>
                  <a:pt x="160" y="150"/>
                  <a:pt x="160" y="150"/>
                  <a:pt x="160" y="150"/>
                </a:cubicBezTo>
                <a:cubicBezTo>
                  <a:pt x="130" y="121"/>
                  <a:pt x="130" y="121"/>
                  <a:pt x="130" y="121"/>
                </a:cubicBezTo>
                <a:cubicBezTo>
                  <a:pt x="135" y="115"/>
                  <a:pt x="139" y="109"/>
                  <a:pt x="142" y="102"/>
                </a:cubicBezTo>
                <a:cubicBezTo>
                  <a:pt x="145" y="93"/>
                  <a:pt x="147" y="84"/>
                  <a:pt x="147" y="74"/>
                </a:cubicBezTo>
                <a:cubicBezTo>
                  <a:pt x="147" y="64"/>
                  <a:pt x="145" y="55"/>
                  <a:pt x="142" y="46"/>
                </a:cubicBezTo>
                <a:cubicBezTo>
                  <a:pt x="142" y="46"/>
                  <a:pt x="142" y="46"/>
                  <a:pt x="142" y="46"/>
                </a:cubicBezTo>
                <a:cubicBezTo>
                  <a:pt x="138" y="37"/>
                  <a:pt x="133" y="29"/>
                  <a:pt x="126" y="22"/>
                </a:cubicBezTo>
                <a:cubicBezTo>
                  <a:pt x="126" y="22"/>
                  <a:pt x="126" y="22"/>
                  <a:pt x="126" y="22"/>
                </a:cubicBezTo>
                <a:cubicBezTo>
                  <a:pt x="119" y="15"/>
                  <a:pt x="111" y="10"/>
                  <a:pt x="102" y="6"/>
                </a:cubicBezTo>
                <a:cubicBezTo>
                  <a:pt x="93" y="2"/>
                  <a:pt x="84" y="0"/>
                  <a:pt x="74" y="0"/>
                </a:cubicBezTo>
                <a:cubicBezTo>
                  <a:pt x="53" y="0"/>
                  <a:pt x="35" y="8"/>
                  <a:pt x="21" y="22"/>
                </a:cubicBezTo>
                <a:cubicBezTo>
                  <a:pt x="15" y="29"/>
                  <a:pt x="9" y="37"/>
                  <a:pt x="6" y="46"/>
                </a:cubicBezTo>
                <a:cubicBezTo>
                  <a:pt x="2" y="55"/>
                  <a:pt x="0" y="64"/>
                  <a:pt x="0" y="74"/>
                </a:cubicBezTo>
                <a:cubicBezTo>
                  <a:pt x="0" y="84"/>
                  <a:pt x="2" y="93"/>
                  <a:pt x="5" y="102"/>
                </a:cubicBezTo>
                <a:cubicBezTo>
                  <a:pt x="6" y="102"/>
                  <a:pt x="6" y="102"/>
                  <a:pt x="6" y="102"/>
                </a:cubicBezTo>
                <a:cubicBezTo>
                  <a:pt x="9" y="111"/>
                  <a:pt x="15" y="119"/>
                  <a:pt x="21" y="126"/>
                </a:cubicBezTo>
                <a:cubicBezTo>
                  <a:pt x="22" y="126"/>
                  <a:pt x="22" y="126"/>
                  <a:pt x="22" y="126"/>
                </a:cubicBezTo>
                <a:cubicBezTo>
                  <a:pt x="28" y="133"/>
                  <a:pt x="36" y="138"/>
                  <a:pt x="45" y="142"/>
                </a:cubicBezTo>
                <a:cubicBezTo>
                  <a:pt x="45" y="142"/>
                  <a:pt x="45" y="142"/>
                  <a:pt x="45" y="142"/>
                </a:cubicBezTo>
                <a:cubicBezTo>
                  <a:pt x="45" y="142"/>
                  <a:pt x="45" y="142"/>
                  <a:pt x="45" y="142"/>
                </a:cubicBezTo>
                <a:cubicBezTo>
                  <a:pt x="54" y="146"/>
                  <a:pt x="64" y="148"/>
                  <a:pt x="74" y="148"/>
                </a:cubicBezTo>
                <a:cubicBezTo>
                  <a:pt x="84" y="148"/>
                  <a:pt x="93" y="146"/>
                  <a:pt x="102" y="142"/>
                </a:cubicBezTo>
                <a:cubicBezTo>
                  <a:pt x="109" y="139"/>
                  <a:pt x="115" y="135"/>
                  <a:pt x="121" y="131"/>
                </a:cubicBezTo>
                <a:cubicBezTo>
                  <a:pt x="150" y="160"/>
                  <a:pt x="150" y="160"/>
                  <a:pt x="150" y="160"/>
                </a:cubicBezTo>
                <a:cubicBezTo>
                  <a:pt x="153" y="163"/>
                  <a:pt x="157" y="163"/>
                  <a:pt x="160" y="160"/>
                </a:cubicBezTo>
                <a:cubicBezTo>
                  <a:pt x="162" y="157"/>
                  <a:pt x="162" y="153"/>
                  <a:pt x="160" y="150"/>
                </a:cubicBezTo>
                <a:close/>
                <a:moveTo>
                  <a:pt x="116" y="117"/>
                </a:moveTo>
                <a:cubicBezTo>
                  <a:pt x="116" y="117"/>
                  <a:pt x="116" y="117"/>
                  <a:pt x="116" y="117"/>
                </a:cubicBezTo>
                <a:cubicBezTo>
                  <a:pt x="116" y="117"/>
                  <a:pt x="116" y="117"/>
                  <a:pt x="116" y="117"/>
                </a:cubicBezTo>
                <a:cubicBezTo>
                  <a:pt x="111" y="122"/>
                  <a:pt x="104" y="127"/>
                  <a:pt x="97" y="130"/>
                </a:cubicBezTo>
                <a:cubicBezTo>
                  <a:pt x="90" y="133"/>
                  <a:pt x="82" y="134"/>
                  <a:pt x="74" y="134"/>
                </a:cubicBezTo>
                <a:cubicBezTo>
                  <a:pt x="65" y="134"/>
                  <a:pt x="58" y="133"/>
                  <a:pt x="51" y="130"/>
                </a:cubicBezTo>
                <a:cubicBezTo>
                  <a:pt x="51" y="130"/>
                  <a:pt x="51" y="130"/>
                  <a:pt x="51" y="130"/>
                </a:cubicBezTo>
                <a:cubicBezTo>
                  <a:pt x="43" y="127"/>
                  <a:pt x="37" y="122"/>
                  <a:pt x="31" y="117"/>
                </a:cubicBezTo>
                <a:cubicBezTo>
                  <a:pt x="31" y="117"/>
                  <a:pt x="31" y="117"/>
                  <a:pt x="31" y="117"/>
                </a:cubicBezTo>
                <a:cubicBezTo>
                  <a:pt x="31" y="117"/>
                  <a:pt x="31" y="117"/>
                  <a:pt x="31" y="117"/>
                </a:cubicBezTo>
                <a:cubicBezTo>
                  <a:pt x="26" y="111"/>
                  <a:pt x="21" y="104"/>
                  <a:pt x="18" y="97"/>
                </a:cubicBezTo>
                <a:cubicBezTo>
                  <a:pt x="18" y="97"/>
                  <a:pt x="18" y="97"/>
                  <a:pt x="18" y="97"/>
                </a:cubicBezTo>
                <a:cubicBezTo>
                  <a:pt x="15" y="90"/>
                  <a:pt x="13" y="82"/>
                  <a:pt x="13" y="74"/>
                </a:cubicBezTo>
                <a:cubicBezTo>
                  <a:pt x="13" y="66"/>
                  <a:pt x="15" y="58"/>
                  <a:pt x="18" y="51"/>
                </a:cubicBezTo>
                <a:cubicBezTo>
                  <a:pt x="21" y="44"/>
                  <a:pt x="26" y="37"/>
                  <a:pt x="31" y="31"/>
                </a:cubicBezTo>
                <a:cubicBezTo>
                  <a:pt x="42" y="21"/>
                  <a:pt x="57" y="14"/>
                  <a:pt x="74" y="14"/>
                </a:cubicBezTo>
                <a:cubicBezTo>
                  <a:pt x="82" y="14"/>
                  <a:pt x="90" y="15"/>
                  <a:pt x="97" y="18"/>
                </a:cubicBezTo>
                <a:cubicBezTo>
                  <a:pt x="104" y="21"/>
                  <a:pt x="111" y="26"/>
                  <a:pt x="116" y="31"/>
                </a:cubicBezTo>
                <a:cubicBezTo>
                  <a:pt x="117" y="32"/>
                  <a:pt x="117" y="32"/>
                  <a:pt x="117" y="32"/>
                </a:cubicBezTo>
                <a:cubicBezTo>
                  <a:pt x="122" y="37"/>
                  <a:pt x="126" y="44"/>
                  <a:pt x="129" y="51"/>
                </a:cubicBezTo>
                <a:cubicBezTo>
                  <a:pt x="129" y="51"/>
                  <a:pt x="129" y="51"/>
                  <a:pt x="129" y="51"/>
                </a:cubicBezTo>
                <a:cubicBezTo>
                  <a:pt x="132" y="58"/>
                  <a:pt x="134" y="66"/>
                  <a:pt x="134" y="74"/>
                </a:cubicBezTo>
                <a:cubicBezTo>
                  <a:pt x="134" y="82"/>
                  <a:pt x="132" y="90"/>
                  <a:pt x="129" y="97"/>
                </a:cubicBezTo>
                <a:cubicBezTo>
                  <a:pt x="126" y="104"/>
                  <a:pt x="122" y="111"/>
                  <a:pt x="116" y="117"/>
                </a:cubicBezTo>
                <a:close/>
                <a:moveTo>
                  <a:pt x="117" y="70"/>
                </a:moveTo>
                <a:cubicBezTo>
                  <a:pt x="117" y="70"/>
                  <a:pt x="117" y="70"/>
                  <a:pt x="117" y="70"/>
                </a:cubicBezTo>
                <a:cubicBezTo>
                  <a:pt x="115" y="70"/>
                  <a:pt x="113" y="72"/>
                  <a:pt x="113" y="74"/>
                </a:cubicBezTo>
                <a:cubicBezTo>
                  <a:pt x="113" y="79"/>
                  <a:pt x="112" y="84"/>
                  <a:pt x="110" y="89"/>
                </a:cubicBezTo>
                <a:cubicBezTo>
                  <a:pt x="110" y="89"/>
                  <a:pt x="110" y="89"/>
                  <a:pt x="110" y="89"/>
                </a:cubicBezTo>
                <a:cubicBezTo>
                  <a:pt x="108" y="94"/>
                  <a:pt x="105" y="98"/>
                  <a:pt x="102" y="102"/>
                </a:cubicBezTo>
                <a:cubicBezTo>
                  <a:pt x="98" y="106"/>
                  <a:pt x="94" y="109"/>
                  <a:pt x="89" y="111"/>
                </a:cubicBezTo>
                <a:cubicBezTo>
                  <a:pt x="84" y="113"/>
                  <a:pt x="79" y="114"/>
                  <a:pt x="74" y="114"/>
                </a:cubicBezTo>
                <a:cubicBezTo>
                  <a:pt x="71" y="114"/>
                  <a:pt x="70" y="115"/>
                  <a:pt x="70" y="118"/>
                </a:cubicBezTo>
                <a:cubicBezTo>
                  <a:pt x="70" y="120"/>
                  <a:pt x="71" y="122"/>
                  <a:pt x="74" y="122"/>
                </a:cubicBezTo>
                <a:cubicBezTo>
                  <a:pt x="80" y="122"/>
                  <a:pt x="86" y="120"/>
                  <a:pt x="92" y="118"/>
                </a:cubicBezTo>
                <a:cubicBezTo>
                  <a:pt x="98" y="116"/>
                  <a:pt x="103" y="112"/>
                  <a:pt x="107" y="108"/>
                </a:cubicBezTo>
                <a:cubicBezTo>
                  <a:pt x="112" y="103"/>
                  <a:pt x="115" y="98"/>
                  <a:pt x="118" y="92"/>
                </a:cubicBezTo>
                <a:cubicBezTo>
                  <a:pt x="118" y="92"/>
                  <a:pt x="118" y="92"/>
                  <a:pt x="118" y="92"/>
                </a:cubicBezTo>
                <a:cubicBezTo>
                  <a:pt x="120" y="86"/>
                  <a:pt x="121" y="80"/>
                  <a:pt x="121" y="74"/>
                </a:cubicBezTo>
                <a:cubicBezTo>
                  <a:pt x="121" y="72"/>
                  <a:pt x="120" y="70"/>
                  <a:pt x="117" y="70"/>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grpSp>
        <p:nvGrpSpPr>
          <p:cNvPr id="27" name="组合 26"/>
          <p:cNvGrpSpPr/>
          <p:nvPr/>
        </p:nvGrpSpPr>
        <p:grpSpPr>
          <a:xfrm>
            <a:off x="8632482" y="346839"/>
            <a:ext cx="156623" cy="156623"/>
            <a:chOff x="8689063" y="2493438"/>
            <a:chExt cx="156623" cy="156623"/>
          </a:xfrm>
        </p:grpSpPr>
        <p:sp>
          <p:nvSpPr>
            <p:cNvPr id="28" name="矩形 27"/>
            <p:cNvSpPr/>
            <p:nvPr/>
          </p:nvSpPr>
          <p:spPr>
            <a:xfrm>
              <a:off x="8689063" y="2493438"/>
              <a:ext cx="156623" cy="156623"/>
            </a:xfrm>
            <a:prstGeom prst="rect">
              <a:avLst/>
            </a:prstGeom>
            <a:solidFill>
              <a:srgbClr val="586B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任意多边形 28"/>
            <p:cNvSpPr/>
            <p:nvPr/>
          </p:nvSpPr>
          <p:spPr>
            <a:xfrm rot="10800000">
              <a:off x="8737889" y="2531868"/>
              <a:ext cx="58967" cy="79764"/>
            </a:xfrm>
            <a:custGeom>
              <a:avLst/>
              <a:gdLst>
                <a:gd name="connsiteX0" fmla="*/ 0 w 78581"/>
                <a:gd name="connsiteY0" fmla="*/ 0 h 152400"/>
                <a:gd name="connsiteX1" fmla="*/ 78581 w 78581"/>
                <a:gd name="connsiteY1" fmla="*/ 78581 h 152400"/>
                <a:gd name="connsiteX2" fmla="*/ 4762 w 78581"/>
                <a:gd name="connsiteY2" fmla="*/ 152400 h 152400"/>
              </a:gdLst>
              <a:ahLst/>
              <a:cxnLst>
                <a:cxn ang="0">
                  <a:pos x="connsiteX0" y="connsiteY0"/>
                </a:cxn>
                <a:cxn ang="0">
                  <a:pos x="connsiteX1" y="connsiteY1"/>
                </a:cxn>
                <a:cxn ang="0">
                  <a:pos x="connsiteX2" y="connsiteY2"/>
                </a:cxn>
              </a:cxnLst>
              <a:rect l="l" t="t" r="r" b="b"/>
              <a:pathLst>
                <a:path w="78581" h="152400">
                  <a:moveTo>
                    <a:pt x="0" y="0"/>
                  </a:moveTo>
                  <a:lnTo>
                    <a:pt x="78581" y="78581"/>
                  </a:lnTo>
                  <a:lnTo>
                    <a:pt x="4762" y="152400"/>
                  </a:lnTo>
                </a:path>
              </a:pathLst>
            </a:cu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3" name="组合 42"/>
          <p:cNvGrpSpPr/>
          <p:nvPr/>
        </p:nvGrpSpPr>
        <p:grpSpPr>
          <a:xfrm>
            <a:off x="8789105" y="346839"/>
            <a:ext cx="156623" cy="156623"/>
            <a:chOff x="8845686" y="2493438"/>
            <a:chExt cx="156623" cy="156623"/>
          </a:xfrm>
        </p:grpSpPr>
        <p:sp>
          <p:nvSpPr>
            <p:cNvPr id="44" name="矩形 43"/>
            <p:cNvSpPr/>
            <p:nvPr/>
          </p:nvSpPr>
          <p:spPr>
            <a:xfrm>
              <a:off x="8845686" y="2493438"/>
              <a:ext cx="156623" cy="156623"/>
            </a:xfrm>
            <a:prstGeom prst="rect">
              <a:avLst/>
            </a:prstGeom>
            <a:solidFill>
              <a:srgbClr val="37B0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任意多边形 44"/>
            <p:cNvSpPr/>
            <p:nvPr/>
          </p:nvSpPr>
          <p:spPr>
            <a:xfrm>
              <a:off x="8894513" y="2531868"/>
              <a:ext cx="58967" cy="79764"/>
            </a:xfrm>
            <a:custGeom>
              <a:avLst/>
              <a:gdLst>
                <a:gd name="connsiteX0" fmla="*/ 0 w 78581"/>
                <a:gd name="connsiteY0" fmla="*/ 0 h 152400"/>
                <a:gd name="connsiteX1" fmla="*/ 78581 w 78581"/>
                <a:gd name="connsiteY1" fmla="*/ 78581 h 152400"/>
                <a:gd name="connsiteX2" fmla="*/ 4762 w 78581"/>
                <a:gd name="connsiteY2" fmla="*/ 152400 h 152400"/>
              </a:gdLst>
              <a:ahLst/>
              <a:cxnLst>
                <a:cxn ang="0">
                  <a:pos x="connsiteX0" y="connsiteY0"/>
                </a:cxn>
                <a:cxn ang="0">
                  <a:pos x="connsiteX1" y="connsiteY1"/>
                </a:cxn>
                <a:cxn ang="0">
                  <a:pos x="connsiteX2" y="connsiteY2"/>
                </a:cxn>
              </a:cxnLst>
              <a:rect l="l" t="t" r="r" b="b"/>
              <a:pathLst>
                <a:path w="78581" h="152400">
                  <a:moveTo>
                    <a:pt x="0" y="0"/>
                  </a:moveTo>
                  <a:lnTo>
                    <a:pt x="78581" y="78581"/>
                  </a:lnTo>
                  <a:lnTo>
                    <a:pt x="4762" y="152400"/>
                  </a:lnTo>
                </a:path>
              </a:pathLst>
            </a:cu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6" name="矩形 45">
            <a:hlinkClick r:id="" action="ppaction://hlinkshowjump?jump=previousslide"/>
          </p:cNvPr>
          <p:cNvSpPr/>
          <p:nvPr/>
        </p:nvSpPr>
        <p:spPr>
          <a:xfrm>
            <a:off x="8632479" y="340203"/>
            <a:ext cx="156623" cy="166239"/>
          </a:xfrm>
          <a:prstGeom prst="rect">
            <a:avLst/>
          </a:prstGeom>
          <a:solidFill>
            <a:srgbClr val="37B0E8">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矩形 46">
            <a:hlinkClick r:id="" action="ppaction://hlinkshowjump?jump=nextslide"/>
          </p:cNvPr>
          <p:cNvSpPr/>
          <p:nvPr/>
        </p:nvSpPr>
        <p:spPr>
          <a:xfrm>
            <a:off x="8789102" y="340203"/>
            <a:ext cx="156623" cy="166239"/>
          </a:xfrm>
          <a:prstGeom prst="rect">
            <a:avLst/>
          </a:prstGeom>
          <a:solidFill>
            <a:srgbClr val="37B0E8">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矩形 47"/>
          <p:cNvSpPr/>
          <p:nvPr/>
        </p:nvSpPr>
        <p:spPr>
          <a:xfrm>
            <a:off x="5867400" y="262034"/>
            <a:ext cx="2665040" cy="285078"/>
          </a:xfrm>
          <a:prstGeom prst="rect">
            <a:avLst/>
          </a:prstGeom>
        </p:spPr>
        <p:txBody>
          <a:bodyPr wrap="square" lIns="0" tIns="0" rIns="0" bIns="0" anchor="ctr" anchorCtr="0">
            <a:spAutoFit/>
          </a:bodyPr>
          <a:lstStyle/>
          <a:p>
            <a:pPr algn="r">
              <a:lnSpc>
                <a:spcPct val="150000"/>
              </a:lnSpc>
            </a:pPr>
            <a:r>
              <a:rPr lang="zh-CN" altLang="en-US" sz="1400" b="1" dirty="0">
                <a:solidFill>
                  <a:srgbClr val="354454"/>
                </a:solidFill>
                <a:latin typeface="微软雅黑" pitchFamily="34" charset="-122"/>
                <a:ea typeface="微软雅黑" pitchFamily="34" charset="-122"/>
              </a:rPr>
              <a:t>关键技术</a:t>
            </a:r>
          </a:p>
        </p:txBody>
      </p:sp>
      <p:sp>
        <p:nvSpPr>
          <p:cNvPr id="25" name="矩形 24"/>
          <p:cNvSpPr/>
          <p:nvPr/>
        </p:nvSpPr>
        <p:spPr>
          <a:xfrm>
            <a:off x="614945" y="1653245"/>
            <a:ext cx="441146" cy="246221"/>
          </a:xfrm>
          <a:prstGeom prst="rect">
            <a:avLst/>
          </a:prstGeom>
        </p:spPr>
        <p:txBody>
          <a:bodyPr wrap="none">
            <a:spAutoFit/>
          </a:bodyPr>
          <a:lstStyle/>
          <a:p>
            <a:pPr algn="ctr"/>
            <a:r>
              <a:rPr lang="zh-CN" altLang="en-US" sz="1000" dirty="0">
                <a:ln w="6350">
                  <a:noFill/>
                </a:ln>
                <a:solidFill>
                  <a:srgbClr val="586B7F"/>
                </a:solidFill>
                <a:latin typeface="Impact" pitchFamily="34" charset="0"/>
                <a:ea typeface="微软雅黑" pitchFamily="34" charset="-122"/>
              </a:rPr>
              <a:t>绪论</a:t>
            </a:r>
          </a:p>
        </p:txBody>
      </p:sp>
      <p:sp>
        <p:nvSpPr>
          <p:cNvPr id="26" name="矩形 25"/>
          <p:cNvSpPr/>
          <p:nvPr/>
        </p:nvSpPr>
        <p:spPr>
          <a:xfrm>
            <a:off x="422584" y="2036065"/>
            <a:ext cx="825867" cy="246221"/>
          </a:xfrm>
          <a:prstGeom prst="rect">
            <a:avLst/>
          </a:prstGeom>
        </p:spPr>
        <p:txBody>
          <a:bodyPr wrap="none">
            <a:spAutoFit/>
          </a:bodyPr>
          <a:lstStyle/>
          <a:p>
            <a:pPr algn="ctr"/>
            <a:r>
              <a:rPr lang="zh-CN" altLang="en-US" sz="1000" dirty="0">
                <a:ln w="6350">
                  <a:noFill/>
                </a:ln>
                <a:solidFill>
                  <a:srgbClr val="586B7F"/>
                </a:solidFill>
                <a:latin typeface="Impact" pitchFamily="34" charset="0"/>
                <a:ea typeface="微软雅黑" pitchFamily="34" charset="-122"/>
              </a:rPr>
              <a:t>思路与方法</a:t>
            </a:r>
          </a:p>
        </p:txBody>
      </p:sp>
      <p:sp>
        <p:nvSpPr>
          <p:cNvPr id="30" name="矩形 29"/>
          <p:cNvSpPr/>
          <p:nvPr/>
        </p:nvSpPr>
        <p:spPr>
          <a:xfrm>
            <a:off x="422585" y="2823369"/>
            <a:ext cx="825867" cy="246221"/>
          </a:xfrm>
          <a:prstGeom prst="rect">
            <a:avLst/>
          </a:prstGeom>
        </p:spPr>
        <p:txBody>
          <a:bodyPr wrap="none">
            <a:spAutoFit/>
          </a:bodyPr>
          <a:lstStyle/>
          <a:p>
            <a:pPr algn="ctr"/>
            <a:r>
              <a:rPr lang="zh-CN" altLang="en-US" sz="1000" dirty="0">
                <a:ln w="6350">
                  <a:noFill/>
                </a:ln>
                <a:solidFill>
                  <a:srgbClr val="586B7F"/>
                </a:solidFill>
                <a:latin typeface="Impact" pitchFamily="34" charset="0"/>
                <a:ea typeface="微软雅黑" pitchFamily="34" charset="-122"/>
              </a:rPr>
              <a:t>成果与应用</a:t>
            </a:r>
          </a:p>
        </p:txBody>
      </p:sp>
      <p:sp>
        <p:nvSpPr>
          <p:cNvPr id="31" name="矩形 30"/>
          <p:cNvSpPr/>
          <p:nvPr/>
        </p:nvSpPr>
        <p:spPr>
          <a:xfrm>
            <a:off x="422585" y="2432846"/>
            <a:ext cx="825867" cy="246221"/>
          </a:xfrm>
          <a:prstGeom prst="rect">
            <a:avLst/>
          </a:prstGeom>
        </p:spPr>
        <p:txBody>
          <a:bodyPr wrap="none">
            <a:spAutoFit/>
          </a:bodyPr>
          <a:lstStyle/>
          <a:p>
            <a:pPr algn="ctr"/>
            <a:r>
              <a:rPr lang="zh-CN" altLang="en-US" sz="1000" dirty="0">
                <a:ln w="6350">
                  <a:noFill/>
                </a:ln>
                <a:solidFill>
                  <a:schemeClr val="bg1"/>
                </a:solidFill>
                <a:latin typeface="Impact" pitchFamily="34" charset="0"/>
                <a:ea typeface="微软雅黑" pitchFamily="34" charset="-122"/>
              </a:rPr>
              <a:t>技术与难点</a:t>
            </a:r>
          </a:p>
        </p:txBody>
      </p:sp>
      <p:sp>
        <p:nvSpPr>
          <p:cNvPr id="35" name="Freeform 9"/>
          <p:cNvSpPr>
            <a:spLocks noEditPoints="1"/>
          </p:cNvSpPr>
          <p:nvPr/>
        </p:nvSpPr>
        <p:spPr bwMode="auto">
          <a:xfrm>
            <a:off x="83442" y="3272333"/>
            <a:ext cx="231878" cy="151086"/>
          </a:xfrm>
          <a:custGeom>
            <a:avLst/>
            <a:gdLst>
              <a:gd name="T0" fmla="*/ 58 w 215"/>
              <a:gd name="T1" fmla="*/ 83 h 140"/>
              <a:gd name="T2" fmla="*/ 58 w 215"/>
              <a:gd name="T3" fmla="*/ 91 h 140"/>
              <a:gd name="T4" fmla="*/ 161 w 215"/>
              <a:gd name="T5" fmla="*/ 87 h 140"/>
              <a:gd name="T6" fmla="*/ 58 w 215"/>
              <a:gd name="T7" fmla="*/ 73 h 140"/>
              <a:gd name="T8" fmla="*/ 98 w 215"/>
              <a:gd name="T9" fmla="*/ 73 h 140"/>
              <a:gd name="T10" fmla="*/ 102 w 215"/>
              <a:gd name="T11" fmla="*/ 34 h 140"/>
              <a:gd name="T12" fmla="*/ 58 w 215"/>
              <a:gd name="T13" fmla="*/ 30 h 140"/>
              <a:gd name="T14" fmla="*/ 54 w 215"/>
              <a:gd name="T15" fmla="*/ 69 h 140"/>
              <a:gd name="T16" fmla="*/ 63 w 215"/>
              <a:gd name="T17" fmla="*/ 38 h 140"/>
              <a:gd name="T18" fmla="*/ 94 w 215"/>
              <a:gd name="T19" fmla="*/ 38 h 140"/>
              <a:gd name="T20" fmla="*/ 63 w 215"/>
              <a:gd name="T21" fmla="*/ 65 h 140"/>
              <a:gd name="T22" fmla="*/ 27 w 215"/>
              <a:gd name="T23" fmla="*/ 121 h 140"/>
              <a:gd name="T24" fmla="*/ 189 w 215"/>
              <a:gd name="T25" fmla="*/ 121 h 140"/>
              <a:gd name="T26" fmla="*/ 196 w 215"/>
              <a:gd name="T27" fmla="*/ 7 h 140"/>
              <a:gd name="T28" fmla="*/ 27 w 215"/>
              <a:gd name="T29" fmla="*/ 0 h 140"/>
              <a:gd name="T30" fmla="*/ 20 w 215"/>
              <a:gd name="T31" fmla="*/ 114 h 140"/>
              <a:gd name="T32" fmla="*/ 33 w 215"/>
              <a:gd name="T33" fmla="*/ 13 h 140"/>
              <a:gd name="T34" fmla="*/ 182 w 215"/>
              <a:gd name="T35" fmla="*/ 13 h 140"/>
              <a:gd name="T36" fmla="*/ 33 w 215"/>
              <a:gd name="T37" fmla="*/ 107 h 140"/>
              <a:gd name="T38" fmla="*/ 157 w 215"/>
              <a:gd name="T39" fmla="*/ 48 h 140"/>
              <a:gd name="T40" fmla="*/ 111 w 215"/>
              <a:gd name="T41" fmla="*/ 48 h 140"/>
              <a:gd name="T42" fmla="*/ 111 w 215"/>
              <a:gd name="T43" fmla="*/ 56 h 140"/>
              <a:gd name="T44" fmla="*/ 161 w 215"/>
              <a:gd name="T45" fmla="*/ 52 h 140"/>
              <a:gd name="T46" fmla="*/ 157 w 215"/>
              <a:gd name="T47" fmla="*/ 65 h 140"/>
              <a:gd name="T48" fmla="*/ 111 w 215"/>
              <a:gd name="T49" fmla="*/ 65 h 140"/>
              <a:gd name="T50" fmla="*/ 111 w 215"/>
              <a:gd name="T51" fmla="*/ 73 h 140"/>
              <a:gd name="T52" fmla="*/ 161 w 215"/>
              <a:gd name="T53" fmla="*/ 69 h 140"/>
              <a:gd name="T54" fmla="*/ 157 w 215"/>
              <a:gd name="T55" fmla="*/ 30 h 140"/>
              <a:gd name="T56" fmla="*/ 111 w 215"/>
              <a:gd name="T57" fmla="*/ 30 h 140"/>
              <a:gd name="T58" fmla="*/ 111 w 215"/>
              <a:gd name="T59" fmla="*/ 38 h 140"/>
              <a:gd name="T60" fmla="*/ 161 w 215"/>
              <a:gd name="T61" fmla="*/ 34 h 140"/>
              <a:gd name="T62" fmla="*/ 209 w 215"/>
              <a:gd name="T63" fmla="*/ 127 h 140"/>
              <a:gd name="T64" fmla="*/ 7 w 215"/>
              <a:gd name="T65" fmla="*/ 127 h 140"/>
              <a:gd name="T66" fmla="*/ 7 w 215"/>
              <a:gd name="T67" fmla="*/ 140 h 140"/>
              <a:gd name="T68" fmla="*/ 215 w 215"/>
              <a:gd name="T69" fmla="*/ 13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15" h="140">
                <a:moveTo>
                  <a:pt x="157" y="83"/>
                </a:moveTo>
                <a:cubicBezTo>
                  <a:pt x="58" y="83"/>
                  <a:pt x="58" y="83"/>
                  <a:pt x="58" y="83"/>
                </a:cubicBezTo>
                <a:cubicBezTo>
                  <a:pt x="56" y="83"/>
                  <a:pt x="54" y="84"/>
                  <a:pt x="54" y="87"/>
                </a:cubicBezTo>
                <a:cubicBezTo>
                  <a:pt x="54" y="89"/>
                  <a:pt x="56" y="91"/>
                  <a:pt x="58" y="91"/>
                </a:cubicBezTo>
                <a:cubicBezTo>
                  <a:pt x="157" y="91"/>
                  <a:pt x="157" y="91"/>
                  <a:pt x="157" y="91"/>
                </a:cubicBezTo>
                <a:cubicBezTo>
                  <a:pt x="159" y="91"/>
                  <a:pt x="161" y="89"/>
                  <a:pt x="161" y="87"/>
                </a:cubicBezTo>
                <a:cubicBezTo>
                  <a:pt x="161" y="84"/>
                  <a:pt x="159" y="83"/>
                  <a:pt x="157" y="83"/>
                </a:cubicBezTo>
                <a:close/>
                <a:moveTo>
                  <a:pt x="58" y="73"/>
                </a:moveTo>
                <a:cubicBezTo>
                  <a:pt x="58" y="73"/>
                  <a:pt x="58" y="73"/>
                  <a:pt x="58" y="73"/>
                </a:cubicBezTo>
                <a:cubicBezTo>
                  <a:pt x="98" y="73"/>
                  <a:pt x="98" y="73"/>
                  <a:pt x="98" y="73"/>
                </a:cubicBezTo>
                <a:cubicBezTo>
                  <a:pt x="100" y="73"/>
                  <a:pt x="102" y="71"/>
                  <a:pt x="102" y="69"/>
                </a:cubicBezTo>
                <a:cubicBezTo>
                  <a:pt x="102" y="34"/>
                  <a:pt x="102" y="34"/>
                  <a:pt x="102" y="34"/>
                </a:cubicBezTo>
                <a:cubicBezTo>
                  <a:pt x="102" y="32"/>
                  <a:pt x="100" y="30"/>
                  <a:pt x="98" y="30"/>
                </a:cubicBezTo>
                <a:cubicBezTo>
                  <a:pt x="58" y="30"/>
                  <a:pt x="58" y="30"/>
                  <a:pt x="58" y="30"/>
                </a:cubicBezTo>
                <a:cubicBezTo>
                  <a:pt x="56" y="30"/>
                  <a:pt x="54" y="32"/>
                  <a:pt x="54" y="34"/>
                </a:cubicBezTo>
                <a:cubicBezTo>
                  <a:pt x="54" y="69"/>
                  <a:pt x="54" y="69"/>
                  <a:pt x="54" y="69"/>
                </a:cubicBezTo>
                <a:cubicBezTo>
                  <a:pt x="54" y="71"/>
                  <a:pt x="56" y="73"/>
                  <a:pt x="58" y="73"/>
                </a:cubicBezTo>
                <a:close/>
                <a:moveTo>
                  <a:pt x="63" y="38"/>
                </a:moveTo>
                <a:cubicBezTo>
                  <a:pt x="63" y="38"/>
                  <a:pt x="63" y="38"/>
                  <a:pt x="63" y="38"/>
                </a:cubicBezTo>
                <a:cubicBezTo>
                  <a:pt x="94" y="38"/>
                  <a:pt x="94" y="38"/>
                  <a:pt x="94" y="38"/>
                </a:cubicBezTo>
                <a:cubicBezTo>
                  <a:pt x="94" y="65"/>
                  <a:pt x="94" y="65"/>
                  <a:pt x="94" y="65"/>
                </a:cubicBezTo>
                <a:cubicBezTo>
                  <a:pt x="63" y="65"/>
                  <a:pt x="63" y="65"/>
                  <a:pt x="63" y="65"/>
                </a:cubicBezTo>
                <a:cubicBezTo>
                  <a:pt x="63" y="38"/>
                  <a:pt x="63" y="38"/>
                  <a:pt x="63" y="38"/>
                </a:cubicBezTo>
                <a:close/>
                <a:moveTo>
                  <a:pt x="27" y="121"/>
                </a:moveTo>
                <a:cubicBezTo>
                  <a:pt x="27" y="121"/>
                  <a:pt x="27" y="121"/>
                  <a:pt x="27" y="121"/>
                </a:cubicBezTo>
                <a:cubicBezTo>
                  <a:pt x="189" y="121"/>
                  <a:pt x="189" y="121"/>
                  <a:pt x="189" y="121"/>
                </a:cubicBezTo>
                <a:cubicBezTo>
                  <a:pt x="193" y="121"/>
                  <a:pt x="196" y="118"/>
                  <a:pt x="196" y="114"/>
                </a:cubicBezTo>
                <a:cubicBezTo>
                  <a:pt x="196" y="7"/>
                  <a:pt x="196" y="7"/>
                  <a:pt x="196" y="7"/>
                </a:cubicBezTo>
                <a:cubicBezTo>
                  <a:pt x="196" y="3"/>
                  <a:pt x="193" y="0"/>
                  <a:pt x="189" y="0"/>
                </a:cubicBezTo>
                <a:cubicBezTo>
                  <a:pt x="27" y="0"/>
                  <a:pt x="27" y="0"/>
                  <a:pt x="27" y="0"/>
                </a:cubicBezTo>
                <a:cubicBezTo>
                  <a:pt x="23" y="0"/>
                  <a:pt x="20" y="3"/>
                  <a:pt x="20" y="7"/>
                </a:cubicBezTo>
                <a:cubicBezTo>
                  <a:pt x="20" y="114"/>
                  <a:pt x="20" y="114"/>
                  <a:pt x="20" y="114"/>
                </a:cubicBezTo>
                <a:cubicBezTo>
                  <a:pt x="20" y="118"/>
                  <a:pt x="23" y="121"/>
                  <a:pt x="27" y="121"/>
                </a:cubicBezTo>
                <a:close/>
                <a:moveTo>
                  <a:pt x="33" y="13"/>
                </a:moveTo>
                <a:cubicBezTo>
                  <a:pt x="33" y="13"/>
                  <a:pt x="33" y="13"/>
                  <a:pt x="33" y="13"/>
                </a:cubicBezTo>
                <a:cubicBezTo>
                  <a:pt x="182" y="13"/>
                  <a:pt x="182" y="13"/>
                  <a:pt x="182" y="13"/>
                </a:cubicBezTo>
                <a:cubicBezTo>
                  <a:pt x="182" y="107"/>
                  <a:pt x="182" y="107"/>
                  <a:pt x="182" y="107"/>
                </a:cubicBezTo>
                <a:cubicBezTo>
                  <a:pt x="33" y="107"/>
                  <a:pt x="33" y="107"/>
                  <a:pt x="33" y="107"/>
                </a:cubicBezTo>
                <a:cubicBezTo>
                  <a:pt x="33" y="13"/>
                  <a:pt x="33" y="13"/>
                  <a:pt x="33" y="13"/>
                </a:cubicBezTo>
                <a:close/>
                <a:moveTo>
                  <a:pt x="157" y="48"/>
                </a:moveTo>
                <a:cubicBezTo>
                  <a:pt x="157" y="48"/>
                  <a:pt x="157" y="48"/>
                  <a:pt x="157" y="48"/>
                </a:cubicBezTo>
                <a:cubicBezTo>
                  <a:pt x="111" y="48"/>
                  <a:pt x="111" y="48"/>
                  <a:pt x="111" y="48"/>
                </a:cubicBezTo>
                <a:cubicBezTo>
                  <a:pt x="108" y="48"/>
                  <a:pt x="107" y="49"/>
                  <a:pt x="107" y="52"/>
                </a:cubicBezTo>
                <a:cubicBezTo>
                  <a:pt x="107" y="54"/>
                  <a:pt x="108" y="56"/>
                  <a:pt x="111" y="56"/>
                </a:cubicBezTo>
                <a:cubicBezTo>
                  <a:pt x="157" y="56"/>
                  <a:pt x="157" y="56"/>
                  <a:pt x="157" y="56"/>
                </a:cubicBezTo>
                <a:cubicBezTo>
                  <a:pt x="159" y="56"/>
                  <a:pt x="161" y="54"/>
                  <a:pt x="161" y="52"/>
                </a:cubicBezTo>
                <a:cubicBezTo>
                  <a:pt x="161" y="49"/>
                  <a:pt x="159" y="48"/>
                  <a:pt x="157" y="48"/>
                </a:cubicBezTo>
                <a:close/>
                <a:moveTo>
                  <a:pt x="157" y="65"/>
                </a:moveTo>
                <a:cubicBezTo>
                  <a:pt x="157" y="65"/>
                  <a:pt x="157" y="65"/>
                  <a:pt x="157" y="65"/>
                </a:cubicBezTo>
                <a:cubicBezTo>
                  <a:pt x="111" y="65"/>
                  <a:pt x="111" y="65"/>
                  <a:pt x="111" y="65"/>
                </a:cubicBezTo>
                <a:cubicBezTo>
                  <a:pt x="108" y="65"/>
                  <a:pt x="107" y="67"/>
                  <a:pt x="107" y="69"/>
                </a:cubicBezTo>
                <a:cubicBezTo>
                  <a:pt x="107" y="71"/>
                  <a:pt x="108" y="73"/>
                  <a:pt x="111" y="73"/>
                </a:cubicBezTo>
                <a:cubicBezTo>
                  <a:pt x="157" y="73"/>
                  <a:pt x="157" y="73"/>
                  <a:pt x="157" y="73"/>
                </a:cubicBezTo>
                <a:cubicBezTo>
                  <a:pt x="159" y="73"/>
                  <a:pt x="161" y="71"/>
                  <a:pt x="161" y="69"/>
                </a:cubicBezTo>
                <a:cubicBezTo>
                  <a:pt x="161" y="67"/>
                  <a:pt x="159" y="65"/>
                  <a:pt x="157" y="65"/>
                </a:cubicBezTo>
                <a:close/>
                <a:moveTo>
                  <a:pt x="157" y="30"/>
                </a:moveTo>
                <a:cubicBezTo>
                  <a:pt x="157" y="30"/>
                  <a:pt x="157" y="30"/>
                  <a:pt x="157" y="30"/>
                </a:cubicBezTo>
                <a:cubicBezTo>
                  <a:pt x="111" y="30"/>
                  <a:pt x="111" y="30"/>
                  <a:pt x="111" y="30"/>
                </a:cubicBezTo>
                <a:cubicBezTo>
                  <a:pt x="108" y="30"/>
                  <a:pt x="107" y="32"/>
                  <a:pt x="107" y="34"/>
                </a:cubicBezTo>
                <a:cubicBezTo>
                  <a:pt x="107" y="37"/>
                  <a:pt x="108" y="38"/>
                  <a:pt x="111" y="38"/>
                </a:cubicBezTo>
                <a:cubicBezTo>
                  <a:pt x="157" y="38"/>
                  <a:pt x="157" y="38"/>
                  <a:pt x="157" y="38"/>
                </a:cubicBezTo>
                <a:cubicBezTo>
                  <a:pt x="159" y="38"/>
                  <a:pt x="161" y="37"/>
                  <a:pt x="161" y="34"/>
                </a:cubicBezTo>
                <a:cubicBezTo>
                  <a:pt x="161" y="32"/>
                  <a:pt x="159" y="30"/>
                  <a:pt x="157" y="30"/>
                </a:cubicBezTo>
                <a:close/>
                <a:moveTo>
                  <a:pt x="209" y="127"/>
                </a:moveTo>
                <a:cubicBezTo>
                  <a:pt x="209" y="127"/>
                  <a:pt x="209" y="127"/>
                  <a:pt x="209" y="127"/>
                </a:cubicBezTo>
                <a:cubicBezTo>
                  <a:pt x="7" y="127"/>
                  <a:pt x="7" y="127"/>
                  <a:pt x="7" y="127"/>
                </a:cubicBezTo>
                <a:cubicBezTo>
                  <a:pt x="3" y="127"/>
                  <a:pt x="0" y="130"/>
                  <a:pt x="0" y="134"/>
                </a:cubicBezTo>
                <a:cubicBezTo>
                  <a:pt x="0" y="137"/>
                  <a:pt x="3" y="140"/>
                  <a:pt x="7" y="140"/>
                </a:cubicBezTo>
                <a:cubicBezTo>
                  <a:pt x="209" y="140"/>
                  <a:pt x="209" y="140"/>
                  <a:pt x="209" y="140"/>
                </a:cubicBezTo>
                <a:cubicBezTo>
                  <a:pt x="212" y="140"/>
                  <a:pt x="215" y="137"/>
                  <a:pt x="215" y="134"/>
                </a:cubicBezTo>
                <a:cubicBezTo>
                  <a:pt x="215" y="130"/>
                  <a:pt x="212" y="127"/>
                  <a:pt x="209" y="127"/>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36" name="矩形 35"/>
          <p:cNvSpPr/>
          <p:nvPr/>
        </p:nvSpPr>
        <p:spPr>
          <a:xfrm>
            <a:off x="422585" y="3224765"/>
            <a:ext cx="825867" cy="246221"/>
          </a:xfrm>
          <a:prstGeom prst="rect">
            <a:avLst/>
          </a:prstGeom>
        </p:spPr>
        <p:txBody>
          <a:bodyPr wrap="none">
            <a:spAutoFit/>
          </a:bodyPr>
          <a:lstStyle/>
          <a:p>
            <a:pPr algn="ctr"/>
            <a:r>
              <a:rPr lang="zh-CN" altLang="en-US" sz="1000" dirty="0">
                <a:ln w="6350">
                  <a:noFill/>
                </a:ln>
                <a:solidFill>
                  <a:srgbClr val="586B7F"/>
                </a:solidFill>
                <a:latin typeface="Impact" pitchFamily="34" charset="0"/>
                <a:ea typeface="微软雅黑" pitchFamily="34" charset="-122"/>
              </a:rPr>
              <a:t>建议与总结</a:t>
            </a:r>
          </a:p>
        </p:txBody>
      </p:sp>
      <p:grpSp>
        <p:nvGrpSpPr>
          <p:cNvPr id="32" name="组合 31"/>
          <p:cNvGrpSpPr/>
          <p:nvPr/>
        </p:nvGrpSpPr>
        <p:grpSpPr>
          <a:xfrm>
            <a:off x="4062014" y="1736458"/>
            <a:ext cx="2235998" cy="2240760"/>
            <a:chOff x="3414826" y="1736458"/>
            <a:chExt cx="2235998" cy="2240760"/>
          </a:xfrm>
        </p:grpSpPr>
        <p:sp>
          <p:nvSpPr>
            <p:cNvPr id="33" name="Freeform 30"/>
            <p:cNvSpPr/>
            <p:nvPr/>
          </p:nvSpPr>
          <p:spPr bwMode="auto">
            <a:xfrm>
              <a:off x="3414826" y="2860408"/>
              <a:ext cx="1116810" cy="1116810"/>
            </a:xfrm>
            <a:custGeom>
              <a:avLst/>
              <a:gdLst>
                <a:gd name="T0" fmla="*/ 204 w 408"/>
                <a:gd name="T1" fmla="*/ 408 h 408"/>
                <a:gd name="T2" fmla="*/ 308 w 408"/>
                <a:gd name="T3" fmla="*/ 382 h 408"/>
                <a:gd name="T4" fmla="*/ 408 w 408"/>
                <a:gd name="T5" fmla="*/ 204 h 408"/>
                <a:gd name="T6" fmla="*/ 408 w 408"/>
                <a:gd name="T7" fmla="*/ 0 h 408"/>
                <a:gd name="T8" fmla="*/ 204 w 408"/>
                <a:gd name="T9" fmla="*/ 0 h 408"/>
                <a:gd name="T10" fmla="*/ 100 w 408"/>
                <a:gd name="T11" fmla="*/ 27 h 408"/>
                <a:gd name="T12" fmla="*/ 0 w 408"/>
                <a:gd name="T13" fmla="*/ 204 h 408"/>
                <a:gd name="T14" fmla="*/ 0 w 408"/>
                <a:gd name="T15" fmla="*/ 408 h 408"/>
                <a:gd name="T16" fmla="*/ 204 w 408"/>
                <a:gd name="T17" fmla="*/ 408 h 4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08" h="408">
                  <a:moveTo>
                    <a:pt x="204" y="408"/>
                  </a:moveTo>
                  <a:cubicBezTo>
                    <a:pt x="204" y="408"/>
                    <a:pt x="257" y="408"/>
                    <a:pt x="308" y="382"/>
                  </a:cubicBezTo>
                  <a:cubicBezTo>
                    <a:pt x="374" y="348"/>
                    <a:pt x="408" y="289"/>
                    <a:pt x="408" y="204"/>
                  </a:cubicBezTo>
                  <a:cubicBezTo>
                    <a:pt x="408" y="0"/>
                    <a:pt x="408" y="0"/>
                    <a:pt x="408" y="0"/>
                  </a:cubicBezTo>
                  <a:cubicBezTo>
                    <a:pt x="204" y="0"/>
                    <a:pt x="204" y="0"/>
                    <a:pt x="204" y="0"/>
                  </a:cubicBezTo>
                  <a:cubicBezTo>
                    <a:pt x="203" y="0"/>
                    <a:pt x="151" y="1"/>
                    <a:pt x="100" y="27"/>
                  </a:cubicBezTo>
                  <a:cubicBezTo>
                    <a:pt x="34" y="60"/>
                    <a:pt x="0" y="120"/>
                    <a:pt x="0" y="204"/>
                  </a:cubicBezTo>
                  <a:cubicBezTo>
                    <a:pt x="0" y="408"/>
                    <a:pt x="0" y="408"/>
                    <a:pt x="0" y="408"/>
                  </a:cubicBezTo>
                  <a:lnTo>
                    <a:pt x="204" y="408"/>
                  </a:lnTo>
                  <a:close/>
                </a:path>
              </a:pathLst>
            </a:cu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ln w="6350">
                  <a:noFill/>
                </a:ln>
                <a:gradFill flip="none" rotWithShape="1">
                  <a:gsLst>
                    <a:gs pos="73000">
                      <a:srgbClr val="00C373"/>
                    </a:gs>
                    <a:gs pos="88000">
                      <a:srgbClr val="08ECDB"/>
                    </a:gs>
                    <a:gs pos="29000">
                      <a:srgbClr val="00C373"/>
                    </a:gs>
                    <a:gs pos="72000">
                      <a:srgbClr val="08ECDB"/>
                    </a:gs>
                  </a:gsLst>
                  <a:lin ang="1200000" scaled="0"/>
                  <a:tileRect/>
                </a:gradFill>
                <a:effectLst>
                  <a:innerShdw blurRad="63500" dist="50800" dir="16200000">
                    <a:prstClr val="black">
                      <a:alpha val="50000"/>
                    </a:prstClr>
                  </a:innerShdw>
                </a:effectLst>
                <a:latin typeface="Impact" pitchFamily="34" charset="0"/>
                <a:ea typeface="微软雅黑" pitchFamily="34" charset="-122"/>
              </a:endParaRPr>
            </a:p>
          </p:txBody>
        </p:sp>
        <p:sp>
          <p:nvSpPr>
            <p:cNvPr id="34" name="Freeform 30"/>
            <p:cNvSpPr/>
            <p:nvPr/>
          </p:nvSpPr>
          <p:spPr bwMode="auto">
            <a:xfrm>
              <a:off x="4534014" y="1736458"/>
              <a:ext cx="1116810" cy="1116810"/>
            </a:xfrm>
            <a:custGeom>
              <a:avLst/>
              <a:gdLst>
                <a:gd name="T0" fmla="*/ 204 w 408"/>
                <a:gd name="T1" fmla="*/ 408 h 408"/>
                <a:gd name="T2" fmla="*/ 308 w 408"/>
                <a:gd name="T3" fmla="*/ 382 h 408"/>
                <a:gd name="T4" fmla="*/ 408 w 408"/>
                <a:gd name="T5" fmla="*/ 204 h 408"/>
                <a:gd name="T6" fmla="*/ 408 w 408"/>
                <a:gd name="T7" fmla="*/ 0 h 408"/>
                <a:gd name="T8" fmla="*/ 204 w 408"/>
                <a:gd name="T9" fmla="*/ 0 h 408"/>
                <a:gd name="T10" fmla="*/ 100 w 408"/>
                <a:gd name="T11" fmla="*/ 27 h 408"/>
                <a:gd name="T12" fmla="*/ 0 w 408"/>
                <a:gd name="T13" fmla="*/ 204 h 408"/>
                <a:gd name="T14" fmla="*/ 0 w 408"/>
                <a:gd name="T15" fmla="*/ 408 h 408"/>
                <a:gd name="T16" fmla="*/ 204 w 408"/>
                <a:gd name="T17" fmla="*/ 408 h 4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08" h="408">
                  <a:moveTo>
                    <a:pt x="204" y="408"/>
                  </a:moveTo>
                  <a:cubicBezTo>
                    <a:pt x="204" y="408"/>
                    <a:pt x="257" y="408"/>
                    <a:pt x="308" y="382"/>
                  </a:cubicBezTo>
                  <a:cubicBezTo>
                    <a:pt x="374" y="348"/>
                    <a:pt x="408" y="289"/>
                    <a:pt x="408" y="204"/>
                  </a:cubicBezTo>
                  <a:cubicBezTo>
                    <a:pt x="408" y="0"/>
                    <a:pt x="408" y="0"/>
                    <a:pt x="408" y="0"/>
                  </a:cubicBezTo>
                  <a:cubicBezTo>
                    <a:pt x="204" y="0"/>
                    <a:pt x="204" y="0"/>
                    <a:pt x="204" y="0"/>
                  </a:cubicBezTo>
                  <a:cubicBezTo>
                    <a:pt x="203" y="0"/>
                    <a:pt x="151" y="1"/>
                    <a:pt x="100" y="27"/>
                  </a:cubicBezTo>
                  <a:cubicBezTo>
                    <a:pt x="34" y="60"/>
                    <a:pt x="0" y="120"/>
                    <a:pt x="0" y="204"/>
                  </a:cubicBezTo>
                  <a:cubicBezTo>
                    <a:pt x="0" y="408"/>
                    <a:pt x="0" y="408"/>
                    <a:pt x="0" y="408"/>
                  </a:cubicBezTo>
                  <a:lnTo>
                    <a:pt x="204" y="408"/>
                  </a:lnTo>
                  <a:close/>
                </a:path>
              </a:pathLst>
            </a:custGeom>
            <a:noFill/>
            <a:ln w="6350">
              <a:noFill/>
            </a:ln>
            <a:effectLst>
              <a:innerShdw blurRad="50800" dist="127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ln w="6350">
                  <a:noFill/>
                </a:ln>
                <a:gradFill flip="none" rotWithShape="1">
                  <a:gsLst>
                    <a:gs pos="73000">
                      <a:srgbClr val="00C373"/>
                    </a:gs>
                    <a:gs pos="88000">
                      <a:srgbClr val="08ECDB"/>
                    </a:gs>
                    <a:gs pos="29000">
                      <a:srgbClr val="00C373"/>
                    </a:gs>
                    <a:gs pos="72000">
                      <a:srgbClr val="08ECDB"/>
                    </a:gs>
                  </a:gsLst>
                  <a:lin ang="1200000" scaled="0"/>
                  <a:tileRect/>
                </a:gradFill>
                <a:effectLst>
                  <a:innerShdw blurRad="63500" dist="50800" dir="16200000">
                    <a:prstClr val="black">
                      <a:alpha val="50000"/>
                    </a:prstClr>
                  </a:innerShdw>
                </a:effectLst>
                <a:latin typeface="Impact" pitchFamily="34" charset="0"/>
                <a:ea typeface="微软雅黑" pitchFamily="34" charset="-122"/>
              </a:endParaRPr>
            </a:p>
          </p:txBody>
        </p:sp>
      </p:grpSp>
      <p:grpSp>
        <p:nvGrpSpPr>
          <p:cNvPr id="38" name="组合 37"/>
          <p:cNvGrpSpPr/>
          <p:nvPr/>
        </p:nvGrpSpPr>
        <p:grpSpPr>
          <a:xfrm>
            <a:off x="4138178" y="1750745"/>
            <a:ext cx="2232682" cy="2226473"/>
            <a:chOff x="3490990" y="1750745"/>
            <a:chExt cx="2232682" cy="2226473"/>
          </a:xfrm>
        </p:grpSpPr>
        <p:sp>
          <p:nvSpPr>
            <p:cNvPr id="39" name="Freeform 33"/>
            <p:cNvSpPr/>
            <p:nvPr/>
          </p:nvSpPr>
          <p:spPr bwMode="auto">
            <a:xfrm>
              <a:off x="4605415" y="2860408"/>
              <a:ext cx="1118257" cy="1116810"/>
            </a:xfrm>
            <a:custGeom>
              <a:avLst/>
              <a:gdLst>
                <a:gd name="T0" fmla="*/ 408 w 408"/>
                <a:gd name="T1" fmla="*/ 408 h 408"/>
                <a:gd name="T2" fmla="*/ 408 w 408"/>
                <a:gd name="T3" fmla="*/ 204 h 408"/>
                <a:gd name="T4" fmla="*/ 382 w 408"/>
                <a:gd name="T5" fmla="*/ 100 h 408"/>
                <a:gd name="T6" fmla="*/ 204 w 408"/>
                <a:gd name="T7" fmla="*/ 0 h 408"/>
                <a:gd name="T8" fmla="*/ 0 w 408"/>
                <a:gd name="T9" fmla="*/ 0 h 408"/>
                <a:gd name="T10" fmla="*/ 0 w 408"/>
                <a:gd name="T11" fmla="*/ 204 h 408"/>
                <a:gd name="T12" fmla="*/ 26 w 408"/>
                <a:gd name="T13" fmla="*/ 308 h 408"/>
                <a:gd name="T14" fmla="*/ 204 w 408"/>
                <a:gd name="T15" fmla="*/ 408 h 408"/>
                <a:gd name="T16" fmla="*/ 408 w 408"/>
                <a:gd name="T17" fmla="*/ 408 h 4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08" h="408">
                  <a:moveTo>
                    <a:pt x="408" y="408"/>
                  </a:moveTo>
                  <a:cubicBezTo>
                    <a:pt x="408" y="204"/>
                    <a:pt x="408" y="204"/>
                    <a:pt x="408" y="204"/>
                  </a:cubicBezTo>
                  <a:cubicBezTo>
                    <a:pt x="408" y="204"/>
                    <a:pt x="408" y="151"/>
                    <a:pt x="382" y="100"/>
                  </a:cubicBezTo>
                  <a:cubicBezTo>
                    <a:pt x="348" y="34"/>
                    <a:pt x="288" y="0"/>
                    <a:pt x="204" y="0"/>
                  </a:cubicBezTo>
                  <a:cubicBezTo>
                    <a:pt x="0" y="0"/>
                    <a:pt x="0" y="0"/>
                    <a:pt x="0" y="0"/>
                  </a:cubicBezTo>
                  <a:cubicBezTo>
                    <a:pt x="0" y="204"/>
                    <a:pt x="0" y="204"/>
                    <a:pt x="0" y="204"/>
                  </a:cubicBezTo>
                  <a:cubicBezTo>
                    <a:pt x="0" y="205"/>
                    <a:pt x="1" y="257"/>
                    <a:pt x="26" y="308"/>
                  </a:cubicBezTo>
                  <a:cubicBezTo>
                    <a:pt x="60" y="374"/>
                    <a:pt x="120" y="408"/>
                    <a:pt x="204" y="408"/>
                  </a:cubicBezTo>
                  <a:lnTo>
                    <a:pt x="408" y="408"/>
                  </a:lnTo>
                  <a:close/>
                </a:path>
              </a:pathLst>
            </a:custGeom>
            <a:solidFill>
              <a:srgbClr val="37B0E8"/>
            </a:solidFill>
            <a:ln w="635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ln w="6350">
                  <a:noFill/>
                </a:ln>
                <a:gradFill flip="none" rotWithShape="1">
                  <a:gsLst>
                    <a:gs pos="73000">
                      <a:srgbClr val="00C373"/>
                    </a:gs>
                    <a:gs pos="88000">
                      <a:srgbClr val="08ECDB"/>
                    </a:gs>
                    <a:gs pos="29000">
                      <a:srgbClr val="00C373"/>
                    </a:gs>
                    <a:gs pos="72000">
                      <a:srgbClr val="08ECDB"/>
                    </a:gs>
                  </a:gsLst>
                  <a:lin ang="1200000" scaled="0"/>
                  <a:tileRect/>
                </a:gradFill>
                <a:effectLst>
                  <a:innerShdw blurRad="63500" dist="50800" dir="16200000">
                    <a:prstClr val="black">
                      <a:alpha val="50000"/>
                    </a:prstClr>
                  </a:innerShdw>
                </a:effectLst>
                <a:latin typeface="Impact" pitchFamily="34" charset="0"/>
                <a:ea typeface="微软雅黑" pitchFamily="34" charset="-122"/>
              </a:endParaRPr>
            </a:p>
          </p:txBody>
        </p:sp>
        <p:sp>
          <p:nvSpPr>
            <p:cNvPr id="40" name="Freeform 33"/>
            <p:cNvSpPr/>
            <p:nvPr/>
          </p:nvSpPr>
          <p:spPr bwMode="auto">
            <a:xfrm>
              <a:off x="3490990" y="1750745"/>
              <a:ext cx="1118257" cy="1116810"/>
            </a:xfrm>
            <a:custGeom>
              <a:avLst/>
              <a:gdLst>
                <a:gd name="T0" fmla="*/ 408 w 408"/>
                <a:gd name="T1" fmla="*/ 408 h 408"/>
                <a:gd name="T2" fmla="*/ 408 w 408"/>
                <a:gd name="T3" fmla="*/ 204 h 408"/>
                <a:gd name="T4" fmla="*/ 382 w 408"/>
                <a:gd name="T5" fmla="*/ 100 h 408"/>
                <a:gd name="T6" fmla="*/ 204 w 408"/>
                <a:gd name="T7" fmla="*/ 0 h 408"/>
                <a:gd name="T8" fmla="*/ 0 w 408"/>
                <a:gd name="T9" fmla="*/ 0 h 408"/>
                <a:gd name="T10" fmla="*/ 0 w 408"/>
                <a:gd name="T11" fmla="*/ 204 h 408"/>
                <a:gd name="T12" fmla="*/ 26 w 408"/>
                <a:gd name="T13" fmla="*/ 308 h 408"/>
                <a:gd name="T14" fmla="*/ 204 w 408"/>
                <a:gd name="T15" fmla="*/ 408 h 408"/>
                <a:gd name="T16" fmla="*/ 408 w 408"/>
                <a:gd name="T17" fmla="*/ 408 h 4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08" h="408">
                  <a:moveTo>
                    <a:pt x="408" y="408"/>
                  </a:moveTo>
                  <a:cubicBezTo>
                    <a:pt x="408" y="204"/>
                    <a:pt x="408" y="204"/>
                    <a:pt x="408" y="204"/>
                  </a:cubicBezTo>
                  <a:cubicBezTo>
                    <a:pt x="408" y="204"/>
                    <a:pt x="408" y="151"/>
                    <a:pt x="382" y="100"/>
                  </a:cubicBezTo>
                  <a:cubicBezTo>
                    <a:pt x="348" y="34"/>
                    <a:pt x="288" y="0"/>
                    <a:pt x="204" y="0"/>
                  </a:cubicBezTo>
                  <a:cubicBezTo>
                    <a:pt x="0" y="0"/>
                    <a:pt x="0" y="0"/>
                    <a:pt x="0" y="0"/>
                  </a:cubicBezTo>
                  <a:cubicBezTo>
                    <a:pt x="0" y="204"/>
                    <a:pt x="0" y="204"/>
                    <a:pt x="0" y="204"/>
                  </a:cubicBezTo>
                  <a:cubicBezTo>
                    <a:pt x="0" y="205"/>
                    <a:pt x="1" y="257"/>
                    <a:pt x="26" y="308"/>
                  </a:cubicBezTo>
                  <a:cubicBezTo>
                    <a:pt x="60" y="374"/>
                    <a:pt x="120" y="408"/>
                    <a:pt x="204" y="408"/>
                  </a:cubicBezTo>
                  <a:lnTo>
                    <a:pt x="408" y="408"/>
                  </a:lnTo>
                  <a:close/>
                </a:path>
              </a:pathLst>
            </a:custGeom>
            <a:noFill/>
            <a:ln w="6350">
              <a:noFill/>
            </a:ln>
            <a:effectLst>
              <a:innerShdw blurRad="50800" dist="127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ln w="6350">
                  <a:noFill/>
                </a:ln>
                <a:gradFill flip="none" rotWithShape="1">
                  <a:gsLst>
                    <a:gs pos="73000">
                      <a:srgbClr val="00C373"/>
                    </a:gs>
                    <a:gs pos="88000">
                      <a:srgbClr val="08ECDB"/>
                    </a:gs>
                    <a:gs pos="29000">
                      <a:srgbClr val="00C373"/>
                    </a:gs>
                    <a:gs pos="72000">
                      <a:srgbClr val="08ECDB"/>
                    </a:gs>
                  </a:gsLst>
                  <a:lin ang="1200000" scaled="0"/>
                  <a:tileRect/>
                </a:gradFill>
                <a:effectLst>
                  <a:innerShdw blurRad="63500" dist="50800" dir="16200000">
                    <a:prstClr val="black">
                      <a:alpha val="50000"/>
                    </a:prstClr>
                  </a:innerShdw>
                </a:effectLst>
                <a:latin typeface="Impact" pitchFamily="34" charset="0"/>
                <a:ea typeface="微软雅黑" pitchFamily="34" charset="-122"/>
              </a:endParaRPr>
            </a:p>
          </p:txBody>
        </p:sp>
      </p:grpSp>
      <p:grpSp>
        <p:nvGrpSpPr>
          <p:cNvPr id="41" name="组合 40"/>
          <p:cNvGrpSpPr/>
          <p:nvPr/>
        </p:nvGrpSpPr>
        <p:grpSpPr>
          <a:xfrm>
            <a:off x="4133416" y="1671265"/>
            <a:ext cx="2237444" cy="2235997"/>
            <a:chOff x="3486228" y="1671265"/>
            <a:chExt cx="2237444" cy="2235997"/>
          </a:xfrm>
        </p:grpSpPr>
        <p:sp>
          <p:nvSpPr>
            <p:cNvPr id="42" name="Freeform 32"/>
            <p:cNvSpPr/>
            <p:nvPr/>
          </p:nvSpPr>
          <p:spPr bwMode="auto">
            <a:xfrm>
              <a:off x="4605415" y="1671265"/>
              <a:ext cx="1118257" cy="1116810"/>
            </a:xfrm>
            <a:custGeom>
              <a:avLst/>
              <a:gdLst>
                <a:gd name="T0" fmla="*/ 204 w 408"/>
                <a:gd name="T1" fmla="*/ 408 h 408"/>
                <a:gd name="T2" fmla="*/ 382 w 408"/>
                <a:gd name="T3" fmla="*/ 306 h 408"/>
                <a:gd name="T4" fmla="*/ 408 w 408"/>
                <a:gd name="T5" fmla="*/ 204 h 408"/>
                <a:gd name="T6" fmla="*/ 408 w 408"/>
                <a:gd name="T7" fmla="*/ 0 h 408"/>
                <a:gd name="T8" fmla="*/ 204 w 408"/>
                <a:gd name="T9" fmla="*/ 0 h 408"/>
                <a:gd name="T10" fmla="*/ 26 w 408"/>
                <a:gd name="T11" fmla="*/ 101 h 408"/>
                <a:gd name="T12" fmla="*/ 0 w 408"/>
                <a:gd name="T13" fmla="*/ 204 h 408"/>
                <a:gd name="T14" fmla="*/ 0 w 408"/>
                <a:gd name="T15" fmla="*/ 408 h 408"/>
                <a:gd name="T16" fmla="*/ 204 w 408"/>
                <a:gd name="T17" fmla="*/ 408 h 4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08" h="408">
                  <a:moveTo>
                    <a:pt x="204" y="408"/>
                  </a:moveTo>
                  <a:cubicBezTo>
                    <a:pt x="289" y="408"/>
                    <a:pt x="349" y="374"/>
                    <a:pt x="382" y="306"/>
                  </a:cubicBezTo>
                  <a:cubicBezTo>
                    <a:pt x="408" y="256"/>
                    <a:pt x="408" y="204"/>
                    <a:pt x="408" y="204"/>
                  </a:cubicBezTo>
                  <a:cubicBezTo>
                    <a:pt x="408" y="0"/>
                    <a:pt x="408" y="0"/>
                    <a:pt x="408" y="0"/>
                  </a:cubicBezTo>
                  <a:cubicBezTo>
                    <a:pt x="204" y="0"/>
                    <a:pt x="204" y="0"/>
                    <a:pt x="204" y="0"/>
                  </a:cubicBezTo>
                  <a:cubicBezTo>
                    <a:pt x="119" y="0"/>
                    <a:pt x="59" y="34"/>
                    <a:pt x="26" y="101"/>
                  </a:cubicBezTo>
                  <a:cubicBezTo>
                    <a:pt x="0" y="152"/>
                    <a:pt x="0" y="203"/>
                    <a:pt x="0" y="204"/>
                  </a:cubicBezTo>
                  <a:cubicBezTo>
                    <a:pt x="0" y="408"/>
                    <a:pt x="0" y="408"/>
                    <a:pt x="0" y="408"/>
                  </a:cubicBezTo>
                  <a:lnTo>
                    <a:pt x="204" y="408"/>
                  </a:lnTo>
                  <a:close/>
                </a:path>
              </a:pathLst>
            </a:cu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ln w="6350">
                  <a:noFill/>
                </a:ln>
                <a:gradFill flip="none" rotWithShape="1">
                  <a:gsLst>
                    <a:gs pos="73000">
                      <a:srgbClr val="00C373"/>
                    </a:gs>
                    <a:gs pos="88000">
                      <a:srgbClr val="08ECDB"/>
                    </a:gs>
                    <a:gs pos="29000">
                      <a:srgbClr val="00C373"/>
                    </a:gs>
                    <a:gs pos="72000">
                      <a:srgbClr val="08ECDB"/>
                    </a:gs>
                  </a:gsLst>
                  <a:lin ang="1200000" scaled="0"/>
                  <a:tileRect/>
                </a:gradFill>
                <a:effectLst>
                  <a:innerShdw blurRad="63500" dist="50800" dir="16200000">
                    <a:prstClr val="black">
                      <a:alpha val="50000"/>
                    </a:prstClr>
                  </a:innerShdw>
                </a:effectLst>
                <a:latin typeface="Impact" pitchFamily="34" charset="0"/>
                <a:ea typeface="微软雅黑" pitchFamily="34" charset="-122"/>
              </a:endParaRPr>
            </a:p>
          </p:txBody>
        </p:sp>
        <p:sp>
          <p:nvSpPr>
            <p:cNvPr id="49" name="Freeform 32"/>
            <p:cNvSpPr/>
            <p:nvPr/>
          </p:nvSpPr>
          <p:spPr bwMode="auto">
            <a:xfrm>
              <a:off x="3486228" y="2790452"/>
              <a:ext cx="1118257" cy="1116810"/>
            </a:xfrm>
            <a:custGeom>
              <a:avLst/>
              <a:gdLst>
                <a:gd name="T0" fmla="*/ 204 w 408"/>
                <a:gd name="T1" fmla="*/ 408 h 408"/>
                <a:gd name="T2" fmla="*/ 382 w 408"/>
                <a:gd name="T3" fmla="*/ 306 h 408"/>
                <a:gd name="T4" fmla="*/ 408 w 408"/>
                <a:gd name="T5" fmla="*/ 204 h 408"/>
                <a:gd name="T6" fmla="*/ 408 w 408"/>
                <a:gd name="T7" fmla="*/ 0 h 408"/>
                <a:gd name="T8" fmla="*/ 204 w 408"/>
                <a:gd name="T9" fmla="*/ 0 h 408"/>
                <a:gd name="T10" fmla="*/ 26 w 408"/>
                <a:gd name="T11" fmla="*/ 101 h 408"/>
                <a:gd name="T12" fmla="*/ 0 w 408"/>
                <a:gd name="T13" fmla="*/ 204 h 408"/>
                <a:gd name="T14" fmla="*/ 0 w 408"/>
                <a:gd name="T15" fmla="*/ 408 h 408"/>
                <a:gd name="T16" fmla="*/ 204 w 408"/>
                <a:gd name="T17" fmla="*/ 408 h 4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08" h="408">
                  <a:moveTo>
                    <a:pt x="204" y="408"/>
                  </a:moveTo>
                  <a:cubicBezTo>
                    <a:pt x="289" y="408"/>
                    <a:pt x="349" y="374"/>
                    <a:pt x="382" y="306"/>
                  </a:cubicBezTo>
                  <a:cubicBezTo>
                    <a:pt x="408" y="256"/>
                    <a:pt x="408" y="204"/>
                    <a:pt x="408" y="204"/>
                  </a:cubicBezTo>
                  <a:cubicBezTo>
                    <a:pt x="408" y="0"/>
                    <a:pt x="408" y="0"/>
                    <a:pt x="408" y="0"/>
                  </a:cubicBezTo>
                  <a:cubicBezTo>
                    <a:pt x="204" y="0"/>
                    <a:pt x="204" y="0"/>
                    <a:pt x="204" y="0"/>
                  </a:cubicBezTo>
                  <a:cubicBezTo>
                    <a:pt x="119" y="0"/>
                    <a:pt x="59" y="34"/>
                    <a:pt x="26" y="101"/>
                  </a:cubicBezTo>
                  <a:cubicBezTo>
                    <a:pt x="0" y="152"/>
                    <a:pt x="0" y="203"/>
                    <a:pt x="0" y="204"/>
                  </a:cubicBezTo>
                  <a:cubicBezTo>
                    <a:pt x="0" y="408"/>
                    <a:pt x="0" y="408"/>
                    <a:pt x="0" y="408"/>
                  </a:cubicBezTo>
                  <a:lnTo>
                    <a:pt x="204" y="408"/>
                  </a:lnTo>
                  <a:close/>
                </a:path>
              </a:pathLst>
            </a:custGeom>
            <a:noFill/>
            <a:ln w="6350">
              <a:noFill/>
            </a:ln>
            <a:effectLst>
              <a:innerShdw blurRad="50800" dist="127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ln w="6350">
                  <a:noFill/>
                </a:ln>
                <a:gradFill flip="none" rotWithShape="1">
                  <a:gsLst>
                    <a:gs pos="73000">
                      <a:srgbClr val="00C373"/>
                    </a:gs>
                    <a:gs pos="88000">
                      <a:srgbClr val="08ECDB"/>
                    </a:gs>
                    <a:gs pos="29000">
                      <a:srgbClr val="00C373"/>
                    </a:gs>
                    <a:gs pos="72000">
                      <a:srgbClr val="08ECDB"/>
                    </a:gs>
                  </a:gsLst>
                  <a:lin ang="1200000" scaled="0"/>
                  <a:tileRect/>
                </a:gradFill>
                <a:effectLst>
                  <a:innerShdw blurRad="63500" dist="50800" dir="16200000">
                    <a:prstClr val="black">
                      <a:alpha val="50000"/>
                    </a:prstClr>
                  </a:innerShdw>
                </a:effectLst>
                <a:latin typeface="Impact" pitchFamily="34" charset="0"/>
                <a:ea typeface="微软雅黑" pitchFamily="34" charset="-122"/>
              </a:endParaRPr>
            </a:p>
          </p:txBody>
        </p:sp>
      </p:grpSp>
      <p:grpSp>
        <p:nvGrpSpPr>
          <p:cNvPr id="50" name="组合 49"/>
          <p:cNvGrpSpPr/>
          <p:nvPr/>
        </p:nvGrpSpPr>
        <p:grpSpPr>
          <a:xfrm>
            <a:off x="4067511" y="1669144"/>
            <a:ext cx="2232682" cy="2231235"/>
            <a:chOff x="3420323" y="1669144"/>
            <a:chExt cx="2232682" cy="2231235"/>
          </a:xfrm>
        </p:grpSpPr>
        <p:sp>
          <p:nvSpPr>
            <p:cNvPr id="51" name="Freeform 33"/>
            <p:cNvSpPr/>
            <p:nvPr/>
          </p:nvSpPr>
          <p:spPr bwMode="auto">
            <a:xfrm>
              <a:off x="3420323" y="1669144"/>
              <a:ext cx="1118257" cy="1116810"/>
            </a:xfrm>
            <a:custGeom>
              <a:avLst/>
              <a:gdLst>
                <a:gd name="T0" fmla="*/ 408 w 408"/>
                <a:gd name="T1" fmla="*/ 408 h 408"/>
                <a:gd name="T2" fmla="*/ 408 w 408"/>
                <a:gd name="T3" fmla="*/ 204 h 408"/>
                <a:gd name="T4" fmla="*/ 382 w 408"/>
                <a:gd name="T5" fmla="*/ 100 h 408"/>
                <a:gd name="T6" fmla="*/ 204 w 408"/>
                <a:gd name="T7" fmla="*/ 0 h 408"/>
                <a:gd name="T8" fmla="*/ 0 w 408"/>
                <a:gd name="T9" fmla="*/ 0 h 408"/>
                <a:gd name="T10" fmla="*/ 0 w 408"/>
                <a:gd name="T11" fmla="*/ 204 h 408"/>
                <a:gd name="T12" fmla="*/ 26 w 408"/>
                <a:gd name="T13" fmla="*/ 308 h 408"/>
                <a:gd name="T14" fmla="*/ 204 w 408"/>
                <a:gd name="T15" fmla="*/ 408 h 408"/>
                <a:gd name="T16" fmla="*/ 408 w 408"/>
                <a:gd name="T17" fmla="*/ 408 h 4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08" h="408">
                  <a:moveTo>
                    <a:pt x="408" y="408"/>
                  </a:moveTo>
                  <a:cubicBezTo>
                    <a:pt x="408" y="204"/>
                    <a:pt x="408" y="204"/>
                    <a:pt x="408" y="204"/>
                  </a:cubicBezTo>
                  <a:cubicBezTo>
                    <a:pt x="408" y="204"/>
                    <a:pt x="408" y="151"/>
                    <a:pt x="382" y="100"/>
                  </a:cubicBezTo>
                  <a:cubicBezTo>
                    <a:pt x="348" y="34"/>
                    <a:pt x="288" y="0"/>
                    <a:pt x="204" y="0"/>
                  </a:cubicBezTo>
                  <a:cubicBezTo>
                    <a:pt x="0" y="0"/>
                    <a:pt x="0" y="0"/>
                    <a:pt x="0" y="0"/>
                  </a:cubicBezTo>
                  <a:cubicBezTo>
                    <a:pt x="0" y="204"/>
                    <a:pt x="0" y="204"/>
                    <a:pt x="0" y="204"/>
                  </a:cubicBezTo>
                  <a:cubicBezTo>
                    <a:pt x="0" y="205"/>
                    <a:pt x="1" y="257"/>
                    <a:pt x="26" y="308"/>
                  </a:cubicBezTo>
                  <a:cubicBezTo>
                    <a:pt x="60" y="374"/>
                    <a:pt x="120" y="408"/>
                    <a:pt x="204" y="408"/>
                  </a:cubicBezTo>
                  <a:lnTo>
                    <a:pt x="408" y="408"/>
                  </a:lnTo>
                  <a:close/>
                </a:path>
              </a:pathLst>
            </a:custGeom>
            <a:solidFill>
              <a:srgbClr val="37B0E8"/>
            </a:solidFill>
            <a:ln w="635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ln w="6350">
                  <a:noFill/>
                </a:ln>
                <a:gradFill flip="none" rotWithShape="1">
                  <a:gsLst>
                    <a:gs pos="73000">
                      <a:srgbClr val="00C373"/>
                    </a:gs>
                    <a:gs pos="88000">
                      <a:srgbClr val="08ECDB"/>
                    </a:gs>
                    <a:gs pos="29000">
                      <a:srgbClr val="00C373"/>
                    </a:gs>
                    <a:gs pos="72000">
                      <a:srgbClr val="08ECDB"/>
                    </a:gs>
                  </a:gsLst>
                  <a:lin ang="1200000" scaled="0"/>
                  <a:tileRect/>
                </a:gradFill>
                <a:effectLst>
                  <a:innerShdw blurRad="63500" dist="50800" dir="16200000">
                    <a:prstClr val="black">
                      <a:alpha val="50000"/>
                    </a:prstClr>
                  </a:innerShdw>
                </a:effectLst>
                <a:latin typeface="Impact" pitchFamily="34" charset="0"/>
                <a:ea typeface="微软雅黑" pitchFamily="34" charset="-122"/>
              </a:endParaRPr>
            </a:p>
          </p:txBody>
        </p:sp>
        <p:sp>
          <p:nvSpPr>
            <p:cNvPr id="52" name="Freeform 33"/>
            <p:cNvSpPr/>
            <p:nvPr/>
          </p:nvSpPr>
          <p:spPr bwMode="auto">
            <a:xfrm>
              <a:off x="4534748" y="2783569"/>
              <a:ext cx="1118257" cy="1116810"/>
            </a:xfrm>
            <a:custGeom>
              <a:avLst/>
              <a:gdLst>
                <a:gd name="T0" fmla="*/ 408 w 408"/>
                <a:gd name="T1" fmla="*/ 408 h 408"/>
                <a:gd name="T2" fmla="*/ 408 w 408"/>
                <a:gd name="T3" fmla="*/ 204 h 408"/>
                <a:gd name="T4" fmla="*/ 382 w 408"/>
                <a:gd name="T5" fmla="*/ 100 h 408"/>
                <a:gd name="T6" fmla="*/ 204 w 408"/>
                <a:gd name="T7" fmla="*/ 0 h 408"/>
                <a:gd name="T8" fmla="*/ 0 w 408"/>
                <a:gd name="T9" fmla="*/ 0 h 408"/>
                <a:gd name="T10" fmla="*/ 0 w 408"/>
                <a:gd name="T11" fmla="*/ 204 h 408"/>
                <a:gd name="T12" fmla="*/ 26 w 408"/>
                <a:gd name="T13" fmla="*/ 308 h 408"/>
                <a:gd name="T14" fmla="*/ 204 w 408"/>
                <a:gd name="T15" fmla="*/ 408 h 408"/>
                <a:gd name="T16" fmla="*/ 408 w 408"/>
                <a:gd name="T17" fmla="*/ 408 h 4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08" h="408">
                  <a:moveTo>
                    <a:pt x="408" y="408"/>
                  </a:moveTo>
                  <a:cubicBezTo>
                    <a:pt x="408" y="204"/>
                    <a:pt x="408" y="204"/>
                    <a:pt x="408" y="204"/>
                  </a:cubicBezTo>
                  <a:cubicBezTo>
                    <a:pt x="408" y="204"/>
                    <a:pt x="408" y="151"/>
                    <a:pt x="382" y="100"/>
                  </a:cubicBezTo>
                  <a:cubicBezTo>
                    <a:pt x="348" y="34"/>
                    <a:pt x="288" y="0"/>
                    <a:pt x="204" y="0"/>
                  </a:cubicBezTo>
                  <a:cubicBezTo>
                    <a:pt x="0" y="0"/>
                    <a:pt x="0" y="0"/>
                    <a:pt x="0" y="0"/>
                  </a:cubicBezTo>
                  <a:cubicBezTo>
                    <a:pt x="0" y="204"/>
                    <a:pt x="0" y="204"/>
                    <a:pt x="0" y="204"/>
                  </a:cubicBezTo>
                  <a:cubicBezTo>
                    <a:pt x="0" y="205"/>
                    <a:pt x="1" y="257"/>
                    <a:pt x="26" y="308"/>
                  </a:cubicBezTo>
                  <a:cubicBezTo>
                    <a:pt x="60" y="374"/>
                    <a:pt x="120" y="408"/>
                    <a:pt x="204" y="408"/>
                  </a:cubicBezTo>
                  <a:lnTo>
                    <a:pt x="408" y="408"/>
                  </a:lnTo>
                  <a:close/>
                </a:path>
              </a:pathLst>
            </a:custGeom>
            <a:noFill/>
            <a:ln w="6350">
              <a:noFill/>
            </a:ln>
            <a:effectLst>
              <a:innerShdw blurRad="50800" dist="127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ln w="6350">
                  <a:noFill/>
                </a:ln>
                <a:gradFill flip="none" rotWithShape="1">
                  <a:gsLst>
                    <a:gs pos="73000">
                      <a:srgbClr val="00C373"/>
                    </a:gs>
                    <a:gs pos="88000">
                      <a:srgbClr val="08ECDB"/>
                    </a:gs>
                    <a:gs pos="29000">
                      <a:srgbClr val="00C373"/>
                    </a:gs>
                    <a:gs pos="72000">
                      <a:srgbClr val="08ECDB"/>
                    </a:gs>
                  </a:gsLst>
                  <a:lin ang="1200000" scaled="0"/>
                  <a:tileRect/>
                </a:gradFill>
                <a:effectLst>
                  <a:innerShdw blurRad="63500" dist="50800" dir="16200000">
                    <a:prstClr val="black">
                      <a:alpha val="50000"/>
                    </a:prstClr>
                  </a:innerShdw>
                </a:effectLst>
                <a:latin typeface="Impact" pitchFamily="34" charset="0"/>
                <a:ea typeface="微软雅黑" pitchFamily="34" charset="-122"/>
              </a:endParaRPr>
            </a:p>
          </p:txBody>
        </p:sp>
      </p:grpSp>
      <p:sp>
        <p:nvSpPr>
          <p:cNvPr id="53" name="Rectangle 66"/>
          <p:cNvSpPr>
            <a:spLocks noChangeArrowheads="1"/>
          </p:cNvSpPr>
          <p:nvPr/>
        </p:nvSpPr>
        <p:spPr bwMode="auto">
          <a:xfrm>
            <a:off x="6659348" y="3333991"/>
            <a:ext cx="2103953"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lvl="0" algn="just" fontAlgn="base">
              <a:spcBef>
                <a:spcPct val="0"/>
              </a:spcBef>
              <a:spcAft>
                <a:spcPct val="0"/>
              </a:spcAft>
            </a:pPr>
            <a:r>
              <a:rPr lang="zh-CN" altLang="en-US" sz="1000" dirty="0">
                <a:solidFill>
                  <a:schemeClr val="bg1">
                    <a:lumMod val="50000"/>
                  </a:schemeClr>
                </a:solidFill>
                <a:latin typeface="Arial" pitchFamily="34" charset="0"/>
                <a:ea typeface="微软雅黑" pitchFamily="34" charset="-122"/>
              </a:rPr>
              <a:t>此处可输入相关说明文本内容，或者复制文本内容后粘贴，并选择只保留文字。文本内容建议简洁明了、提纲挈领，尽量保持整体风格统一</a:t>
            </a:r>
            <a:r>
              <a:rPr lang="zh-CN" altLang="en-US" sz="1000" dirty="0">
                <a:solidFill>
                  <a:prstClr val="black">
                    <a:lumMod val="50000"/>
                    <a:lumOff val="50000"/>
                  </a:prstClr>
                </a:solidFill>
                <a:latin typeface="Arial" pitchFamily="34" charset="0"/>
                <a:ea typeface="微软雅黑" pitchFamily="34" charset="-122"/>
              </a:rPr>
              <a:t>。</a:t>
            </a:r>
            <a:endParaRPr lang="zh-CN" altLang="zh-CN" sz="1000" dirty="0">
              <a:solidFill>
                <a:prstClr val="black">
                  <a:lumMod val="50000"/>
                  <a:lumOff val="50000"/>
                </a:prstClr>
              </a:solidFill>
              <a:latin typeface="Arial" pitchFamily="34" charset="0"/>
              <a:ea typeface="微软雅黑" pitchFamily="34" charset="-122"/>
            </a:endParaRPr>
          </a:p>
        </p:txBody>
      </p:sp>
      <p:sp>
        <p:nvSpPr>
          <p:cNvPr id="54" name="圆角矩形 53"/>
          <p:cNvSpPr/>
          <p:nvPr/>
        </p:nvSpPr>
        <p:spPr>
          <a:xfrm>
            <a:off x="6659348" y="3003568"/>
            <a:ext cx="1052375" cy="246226"/>
          </a:xfrm>
          <a:prstGeom prst="roundRect">
            <a:avLst>
              <a:gd name="adj" fmla="val 0"/>
            </a:avLst>
          </a:prstGeom>
          <a:solidFill>
            <a:srgbClr val="37B0E8"/>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ln w="6350">
                  <a:noFill/>
                </a:ln>
                <a:solidFill>
                  <a:schemeClr val="bg1"/>
                </a:solidFill>
                <a:latin typeface="Impact" pitchFamily="34" charset="0"/>
                <a:ea typeface="微软雅黑" pitchFamily="34" charset="-122"/>
              </a:rPr>
              <a:t>关键技术四</a:t>
            </a:r>
          </a:p>
        </p:txBody>
      </p:sp>
      <p:sp>
        <p:nvSpPr>
          <p:cNvPr id="55" name="Rectangle 66"/>
          <p:cNvSpPr>
            <a:spLocks noChangeArrowheads="1"/>
          </p:cNvSpPr>
          <p:nvPr/>
        </p:nvSpPr>
        <p:spPr bwMode="auto">
          <a:xfrm>
            <a:off x="6659348" y="2037847"/>
            <a:ext cx="2103953"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lvl="0" algn="just" fontAlgn="base">
              <a:spcBef>
                <a:spcPct val="0"/>
              </a:spcBef>
              <a:spcAft>
                <a:spcPct val="0"/>
              </a:spcAft>
            </a:pPr>
            <a:r>
              <a:rPr lang="zh-CN" altLang="en-US" sz="1000" dirty="0">
                <a:solidFill>
                  <a:schemeClr val="bg1">
                    <a:lumMod val="50000"/>
                  </a:schemeClr>
                </a:solidFill>
                <a:latin typeface="Arial" pitchFamily="34" charset="0"/>
                <a:ea typeface="微软雅黑" pitchFamily="34" charset="-122"/>
              </a:rPr>
              <a:t>此处可输入相关说明文本内容，或者复制文本内容后粘贴，并选择只保留文字。文本内容建议简洁明了、提纲挈领，尽量保持整体风格统一</a:t>
            </a:r>
            <a:r>
              <a:rPr lang="zh-CN" altLang="en-US" sz="1000" dirty="0">
                <a:solidFill>
                  <a:prstClr val="black">
                    <a:lumMod val="50000"/>
                    <a:lumOff val="50000"/>
                  </a:prstClr>
                </a:solidFill>
                <a:latin typeface="Arial" pitchFamily="34" charset="0"/>
                <a:ea typeface="微软雅黑" pitchFamily="34" charset="-122"/>
              </a:rPr>
              <a:t>。</a:t>
            </a:r>
            <a:endParaRPr lang="zh-CN" altLang="zh-CN" sz="1000" dirty="0">
              <a:solidFill>
                <a:prstClr val="black">
                  <a:lumMod val="50000"/>
                  <a:lumOff val="50000"/>
                </a:prstClr>
              </a:solidFill>
              <a:latin typeface="Arial" pitchFamily="34" charset="0"/>
              <a:ea typeface="微软雅黑" pitchFamily="34" charset="-122"/>
            </a:endParaRPr>
          </a:p>
        </p:txBody>
      </p:sp>
      <p:sp>
        <p:nvSpPr>
          <p:cNvPr id="56" name="圆角矩形 55"/>
          <p:cNvSpPr/>
          <p:nvPr/>
        </p:nvSpPr>
        <p:spPr>
          <a:xfrm>
            <a:off x="6659348" y="1707424"/>
            <a:ext cx="1052375" cy="246226"/>
          </a:xfrm>
          <a:prstGeom prst="roundRect">
            <a:avLst>
              <a:gd name="adj" fmla="val 0"/>
            </a:avLst>
          </a:prstGeom>
          <a:solidFill>
            <a:schemeClr val="bg1"/>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ln w="6350">
                  <a:noFill/>
                </a:ln>
                <a:solidFill>
                  <a:schemeClr val="tx1">
                    <a:lumMod val="65000"/>
                    <a:lumOff val="35000"/>
                  </a:schemeClr>
                </a:solidFill>
                <a:latin typeface="Impact" pitchFamily="34" charset="0"/>
                <a:ea typeface="微软雅黑" pitchFamily="34" charset="-122"/>
              </a:rPr>
              <a:t>关键技术二</a:t>
            </a:r>
          </a:p>
        </p:txBody>
      </p:sp>
      <p:sp>
        <p:nvSpPr>
          <p:cNvPr id="57" name="Rectangle 66"/>
          <p:cNvSpPr>
            <a:spLocks noChangeArrowheads="1"/>
          </p:cNvSpPr>
          <p:nvPr/>
        </p:nvSpPr>
        <p:spPr bwMode="auto">
          <a:xfrm>
            <a:off x="1675075" y="2037847"/>
            <a:ext cx="2103953"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lvl="0" algn="just" fontAlgn="base">
              <a:spcBef>
                <a:spcPct val="0"/>
              </a:spcBef>
              <a:spcAft>
                <a:spcPct val="0"/>
              </a:spcAft>
            </a:pPr>
            <a:r>
              <a:rPr lang="zh-CN" altLang="en-US" sz="1000" dirty="0">
                <a:solidFill>
                  <a:schemeClr val="bg1">
                    <a:lumMod val="50000"/>
                  </a:schemeClr>
                </a:solidFill>
                <a:latin typeface="Arial" pitchFamily="34" charset="0"/>
                <a:ea typeface="微软雅黑" pitchFamily="34" charset="-122"/>
              </a:rPr>
              <a:t>此处可输入相关说明文本内容，或者复制文本内容后粘贴，并选择只保留文字。文本内容建议简洁明了、提纲挈领，尽量保持整体风格统一</a:t>
            </a:r>
            <a:r>
              <a:rPr lang="zh-CN" altLang="en-US" sz="1000" dirty="0">
                <a:solidFill>
                  <a:prstClr val="black">
                    <a:lumMod val="50000"/>
                    <a:lumOff val="50000"/>
                  </a:prstClr>
                </a:solidFill>
                <a:latin typeface="Arial" pitchFamily="34" charset="0"/>
                <a:ea typeface="微软雅黑" pitchFamily="34" charset="-122"/>
              </a:rPr>
              <a:t>。</a:t>
            </a:r>
            <a:endParaRPr lang="zh-CN" altLang="zh-CN" sz="1000" dirty="0">
              <a:solidFill>
                <a:prstClr val="black">
                  <a:lumMod val="50000"/>
                  <a:lumOff val="50000"/>
                </a:prstClr>
              </a:solidFill>
              <a:latin typeface="Arial" pitchFamily="34" charset="0"/>
              <a:ea typeface="微软雅黑" pitchFamily="34" charset="-122"/>
            </a:endParaRPr>
          </a:p>
        </p:txBody>
      </p:sp>
      <p:sp>
        <p:nvSpPr>
          <p:cNvPr id="58" name="圆角矩形 57"/>
          <p:cNvSpPr/>
          <p:nvPr/>
        </p:nvSpPr>
        <p:spPr>
          <a:xfrm>
            <a:off x="2698908" y="1707424"/>
            <a:ext cx="1052375" cy="246226"/>
          </a:xfrm>
          <a:prstGeom prst="roundRect">
            <a:avLst>
              <a:gd name="adj" fmla="val 0"/>
            </a:avLst>
          </a:prstGeom>
          <a:solidFill>
            <a:srgbClr val="37B0E8"/>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ln w="6350">
                  <a:noFill/>
                </a:ln>
                <a:solidFill>
                  <a:schemeClr val="bg1"/>
                </a:solidFill>
                <a:latin typeface="Impact" pitchFamily="34" charset="0"/>
                <a:ea typeface="微软雅黑" pitchFamily="34" charset="-122"/>
              </a:rPr>
              <a:t>关键技术一</a:t>
            </a:r>
          </a:p>
        </p:txBody>
      </p:sp>
      <p:sp>
        <p:nvSpPr>
          <p:cNvPr id="59" name="Rectangle 66"/>
          <p:cNvSpPr>
            <a:spLocks noChangeArrowheads="1"/>
          </p:cNvSpPr>
          <p:nvPr/>
        </p:nvSpPr>
        <p:spPr bwMode="auto">
          <a:xfrm>
            <a:off x="1691640" y="3333991"/>
            <a:ext cx="2103953"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lvl="0" algn="just" fontAlgn="base">
              <a:spcBef>
                <a:spcPct val="0"/>
              </a:spcBef>
              <a:spcAft>
                <a:spcPct val="0"/>
              </a:spcAft>
            </a:pPr>
            <a:r>
              <a:rPr lang="zh-CN" altLang="en-US" sz="1000" dirty="0">
                <a:solidFill>
                  <a:schemeClr val="bg1">
                    <a:lumMod val="50000"/>
                  </a:schemeClr>
                </a:solidFill>
                <a:latin typeface="Arial" pitchFamily="34" charset="0"/>
                <a:ea typeface="微软雅黑" pitchFamily="34" charset="-122"/>
              </a:rPr>
              <a:t>此处可输入相关说明文本内容，或者复制文本内容后粘贴，并选择只保留文字。文本内容建议简洁明了、提纲挈领，尽量保持整体风格统一</a:t>
            </a:r>
            <a:r>
              <a:rPr lang="zh-CN" altLang="en-US" sz="1000" dirty="0">
                <a:solidFill>
                  <a:prstClr val="black">
                    <a:lumMod val="50000"/>
                    <a:lumOff val="50000"/>
                  </a:prstClr>
                </a:solidFill>
                <a:latin typeface="Arial" pitchFamily="34" charset="0"/>
                <a:ea typeface="微软雅黑" pitchFamily="34" charset="-122"/>
              </a:rPr>
              <a:t>。</a:t>
            </a:r>
            <a:endParaRPr lang="zh-CN" altLang="zh-CN" sz="1000" dirty="0">
              <a:solidFill>
                <a:prstClr val="black">
                  <a:lumMod val="50000"/>
                  <a:lumOff val="50000"/>
                </a:prstClr>
              </a:solidFill>
              <a:latin typeface="Arial" pitchFamily="34" charset="0"/>
              <a:ea typeface="微软雅黑" pitchFamily="34" charset="-122"/>
            </a:endParaRPr>
          </a:p>
        </p:txBody>
      </p:sp>
      <p:sp>
        <p:nvSpPr>
          <p:cNvPr id="60" name="圆角矩形 59"/>
          <p:cNvSpPr/>
          <p:nvPr/>
        </p:nvSpPr>
        <p:spPr>
          <a:xfrm>
            <a:off x="2698908" y="3003568"/>
            <a:ext cx="1052375" cy="246226"/>
          </a:xfrm>
          <a:prstGeom prst="roundRect">
            <a:avLst>
              <a:gd name="adj" fmla="val 0"/>
            </a:avLst>
          </a:prstGeom>
          <a:solidFill>
            <a:schemeClr val="bg1"/>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ln w="6350">
                  <a:noFill/>
                </a:ln>
                <a:solidFill>
                  <a:schemeClr val="tx1">
                    <a:lumMod val="65000"/>
                    <a:lumOff val="35000"/>
                  </a:schemeClr>
                </a:solidFill>
                <a:latin typeface="Impact" pitchFamily="34" charset="0"/>
                <a:ea typeface="微软雅黑" pitchFamily="34" charset="-122"/>
              </a:rPr>
              <a:t>关键技术三</a:t>
            </a:r>
          </a:p>
        </p:txBody>
      </p:sp>
      <p:grpSp>
        <p:nvGrpSpPr>
          <p:cNvPr id="61" name="组合 60"/>
          <p:cNvGrpSpPr/>
          <p:nvPr/>
        </p:nvGrpSpPr>
        <p:grpSpPr>
          <a:xfrm>
            <a:off x="4457897" y="3089598"/>
            <a:ext cx="373731" cy="667155"/>
            <a:chOff x="4062413" y="3968750"/>
            <a:chExt cx="192088" cy="342901"/>
          </a:xfrm>
          <a:solidFill>
            <a:schemeClr val="tx1">
              <a:lumMod val="65000"/>
              <a:lumOff val="35000"/>
            </a:schemeClr>
          </a:solidFill>
        </p:grpSpPr>
        <p:sp>
          <p:nvSpPr>
            <p:cNvPr id="62" name="Freeform 37"/>
            <p:cNvSpPr/>
            <p:nvPr/>
          </p:nvSpPr>
          <p:spPr bwMode="auto">
            <a:xfrm>
              <a:off x="4116388" y="3968750"/>
              <a:ext cx="69850" cy="71438"/>
            </a:xfrm>
            <a:custGeom>
              <a:avLst/>
              <a:gdLst>
                <a:gd name="T0" fmla="*/ 1 w 23"/>
                <a:gd name="T1" fmla="*/ 14 h 24"/>
                <a:gd name="T2" fmla="*/ 12 w 23"/>
                <a:gd name="T3" fmla="*/ 24 h 24"/>
                <a:gd name="T4" fmla="*/ 22 w 23"/>
                <a:gd name="T5" fmla="*/ 14 h 24"/>
                <a:gd name="T6" fmla="*/ 23 w 23"/>
                <a:gd name="T7" fmla="*/ 12 h 24"/>
                <a:gd name="T8" fmla="*/ 22 w 23"/>
                <a:gd name="T9" fmla="*/ 9 h 24"/>
                <a:gd name="T10" fmla="*/ 22 w 23"/>
                <a:gd name="T11" fmla="*/ 9 h 24"/>
                <a:gd name="T12" fmla="*/ 13 w 23"/>
                <a:gd name="T13" fmla="*/ 0 h 24"/>
                <a:gd name="T14" fmla="*/ 14 w 23"/>
                <a:gd name="T15" fmla="*/ 0 h 24"/>
                <a:gd name="T16" fmla="*/ 11 w 23"/>
                <a:gd name="T17" fmla="*/ 0 h 24"/>
                <a:gd name="T18" fmla="*/ 9 w 23"/>
                <a:gd name="T19" fmla="*/ 0 h 24"/>
                <a:gd name="T20" fmla="*/ 11 w 23"/>
                <a:gd name="T21" fmla="*/ 0 h 24"/>
                <a:gd name="T22" fmla="*/ 10 w 23"/>
                <a:gd name="T23" fmla="*/ 0 h 24"/>
                <a:gd name="T24" fmla="*/ 7 w 23"/>
                <a:gd name="T25" fmla="*/ 1 h 24"/>
                <a:gd name="T26" fmla="*/ 8 w 23"/>
                <a:gd name="T27" fmla="*/ 1 h 24"/>
                <a:gd name="T28" fmla="*/ 1 w 23"/>
                <a:gd name="T29" fmla="*/ 9 h 24"/>
                <a:gd name="T30" fmla="*/ 1 w 23"/>
                <a:gd name="T31" fmla="*/ 9 h 24"/>
                <a:gd name="T32" fmla="*/ 0 w 23"/>
                <a:gd name="T33" fmla="*/ 12 h 24"/>
                <a:gd name="T34" fmla="*/ 1 w 23"/>
                <a:gd name="T35" fmla="*/ 1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3" h="24">
                  <a:moveTo>
                    <a:pt x="1" y="14"/>
                  </a:moveTo>
                  <a:cubicBezTo>
                    <a:pt x="3" y="20"/>
                    <a:pt x="7" y="24"/>
                    <a:pt x="12" y="24"/>
                  </a:cubicBezTo>
                  <a:cubicBezTo>
                    <a:pt x="17" y="24"/>
                    <a:pt x="21" y="20"/>
                    <a:pt x="22" y="14"/>
                  </a:cubicBezTo>
                  <a:cubicBezTo>
                    <a:pt x="23" y="14"/>
                    <a:pt x="23" y="13"/>
                    <a:pt x="23" y="12"/>
                  </a:cubicBezTo>
                  <a:cubicBezTo>
                    <a:pt x="23" y="10"/>
                    <a:pt x="23" y="9"/>
                    <a:pt x="22" y="9"/>
                  </a:cubicBezTo>
                  <a:cubicBezTo>
                    <a:pt x="22" y="9"/>
                    <a:pt x="22" y="9"/>
                    <a:pt x="22" y="9"/>
                  </a:cubicBezTo>
                  <a:cubicBezTo>
                    <a:pt x="21" y="4"/>
                    <a:pt x="17" y="1"/>
                    <a:pt x="13" y="0"/>
                  </a:cubicBezTo>
                  <a:cubicBezTo>
                    <a:pt x="14" y="0"/>
                    <a:pt x="14" y="0"/>
                    <a:pt x="14" y="0"/>
                  </a:cubicBezTo>
                  <a:cubicBezTo>
                    <a:pt x="13" y="0"/>
                    <a:pt x="12" y="0"/>
                    <a:pt x="11" y="0"/>
                  </a:cubicBezTo>
                  <a:cubicBezTo>
                    <a:pt x="11" y="0"/>
                    <a:pt x="10" y="0"/>
                    <a:pt x="9" y="0"/>
                  </a:cubicBezTo>
                  <a:cubicBezTo>
                    <a:pt x="9" y="0"/>
                    <a:pt x="10" y="0"/>
                    <a:pt x="11" y="0"/>
                  </a:cubicBezTo>
                  <a:cubicBezTo>
                    <a:pt x="11" y="0"/>
                    <a:pt x="10" y="0"/>
                    <a:pt x="10" y="0"/>
                  </a:cubicBezTo>
                  <a:cubicBezTo>
                    <a:pt x="9" y="0"/>
                    <a:pt x="8" y="0"/>
                    <a:pt x="7" y="1"/>
                  </a:cubicBezTo>
                  <a:cubicBezTo>
                    <a:pt x="7" y="1"/>
                    <a:pt x="7" y="1"/>
                    <a:pt x="8" y="1"/>
                  </a:cubicBezTo>
                  <a:cubicBezTo>
                    <a:pt x="5" y="2"/>
                    <a:pt x="2" y="5"/>
                    <a:pt x="1" y="9"/>
                  </a:cubicBezTo>
                  <a:cubicBezTo>
                    <a:pt x="1" y="9"/>
                    <a:pt x="1" y="9"/>
                    <a:pt x="1" y="9"/>
                  </a:cubicBezTo>
                  <a:cubicBezTo>
                    <a:pt x="0" y="9"/>
                    <a:pt x="0" y="10"/>
                    <a:pt x="0" y="12"/>
                  </a:cubicBezTo>
                  <a:cubicBezTo>
                    <a:pt x="0" y="13"/>
                    <a:pt x="1" y="14"/>
                    <a:pt x="1"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3" name="Freeform 38"/>
            <p:cNvSpPr/>
            <p:nvPr/>
          </p:nvSpPr>
          <p:spPr bwMode="auto">
            <a:xfrm>
              <a:off x="4062413" y="4052888"/>
              <a:ext cx="192088" cy="258763"/>
            </a:xfrm>
            <a:custGeom>
              <a:avLst/>
              <a:gdLst>
                <a:gd name="T0" fmla="*/ 62 w 64"/>
                <a:gd name="T1" fmla="*/ 10 h 86"/>
                <a:gd name="T2" fmla="*/ 56 w 64"/>
                <a:gd name="T3" fmla="*/ 10 h 86"/>
                <a:gd name="T4" fmla="*/ 51 w 64"/>
                <a:gd name="T5" fmla="*/ 16 h 86"/>
                <a:gd name="T6" fmla="*/ 48 w 64"/>
                <a:gd name="T7" fmla="*/ 8 h 86"/>
                <a:gd name="T8" fmla="*/ 46 w 64"/>
                <a:gd name="T9" fmla="*/ 4 h 86"/>
                <a:gd name="T10" fmla="*/ 44 w 64"/>
                <a:gd name="T11" fmla="*/ 1 h 86"/>
                <a:gd name="T12" fmla="*/ 44 w 64"/>
                <a:gd name="T13" fmla="*/ 1 h 86"/>
                <a:gd name="T14" fmla="*/ 39 w 64"/>
                <a:gd name="T15" fmla="*/ 0 h 86"/>
                <a:gd name="T16" fmla="*/ 36 w 64"/>
                <a:gd name="T17" fmla="*/ 0 h 86"/>
                <a:gd name="T18" fmla="*/ 36 w 64"/>
                <a:gd name="T19" fmla="*/ 3 h 86"/>
                <a:gd name="T20" fmla="*/ 33 w 64"/>
                <a:gd name="T21" fmla="*/ 13 h 86"/>
                <a:gd name="T22" fmla="*/ 32 w 64"/>
                <a:gd name="T23" fmla="*/ 5 h 86"/>
                <a:gd name="T24" fmla="*/ 32 w 64"/>
                <a:gd name="T25" fmla="*/ 5 h 86"/>
                <a:gd name="T26" fmla="*/ 32 w 64"/>
                <a:gd name="T27" fmla="*/ 4 h 86"/>
                <a:gd name="T28" fmla="*/ 33 w 64"/>
                <a:gd name="T29" fmla="*/ 0 h 86"/>
                <a:gd name="T30" fmla="*/ 33 w 64"/>
                <a:gd name="T31" fmla="*/ 0 h 86"/>
                <a:gd name="T32" fmla="*/ 26 w 64"/>
                <a:gd name="T33" fmla="*/ 0 h 86"/>
                <a:gd name="T34" fmla="*/ 26 w 64"/>
                <a:gd name="T35" fmla="*/ 0 h 86"/>
                <a:gd name="T36" fmla="*/ 27 w 64"/>
                <a:gd name="T37" fmla="*/ 4 h 86"/>
                <a:gd name="T38" fmla="*/ 27 w 64"/>
                <a:gd name="T39" fmla="*/ 5 h 86"/>
                <a:gd name="T40" fmla="*/ 27 w 64"/>
                <a:gd name="T41" fmla="*/ 5 h 86"/>
                <a:gd name="T42" fmla="*/ 26 w 64"/>
                <a:gd name="T43" fmla="*/ 13 h 86"/>
                <a:gd name="T44" fmla="*/ 23 w 64"/>
                <a:gd name="T45" fmla="*/ 3 h 86"/>
                <a:gd name="T46" fmla="*/ 23 w 64"/>
                <a:gd name="T47" fmla="*/ 0 h 86"/>
                <a:gd name="T48" fmla="*/ 20 w 64"/>
                <a:gd name="T49" fmla="*/ 0 h 86"/>
                <a:gd name="T50" fmla="*/ 15 w 64"/>
                <a:gd name="T51" fmla="*/ 1 h 86"/>
                <a:gd name="T52" fmla="*/ 15 w 64"/>
                <a:gd name="T53" fmla="*/ 1 h 86"/>
                <a:gd name="T54" fmla="*/ 13 w 64"/>
                <a:gd name="T55" fmla="*/ 4 h 86"/>
                <a:gd name="T56" fmla="*/ 11 w 64"/>
                <a:gd name="T57" fmla="*/ 8 h 86"/>
                <a:gd name="T58" fmla="*/ 1 w 64"/>
                <a:gd name="T59" fmla="*/ 35 h 86"/>
                <a:gd name="T60" fmla="*/ 4 w 64"/>
                <a:gd name="T61" fmla="*/ 40 h 86"/>
                <a:gd name="T62" fmla="*/ 10 w 64"/>
                <a:gd name="T63" fmla="*/ 37 h 86"/>
                <a:gd name="T64" fmla="*/ 17 w 64"/>
                <a:gd name="T65" fmla="*/ 21 h 86"/>
                <a:gd name="T66" fmla="*/ 17 w 64"/>
                <a:gd name="T67" fmla="*/ 31 h 86"/>
                <a:gd name="T68" fmla="*/ 17 w 64"/>
                <a:gd name="T69" fmla="*/ 31 h 86"/>
                <a:gd name="T70" fmla="*/ 17 w 64"/>
                <a:gd name="T71" fmla="*/ 31 h 86"/>
                <a:gd name="T72" fmla="*/ 17 w 64"/>
                <a:gd name="T73" fmla="*/ 80 h 86"/>
                <a:gd name="T74" fmla="*/ 22 w 64"/>
                <a:gd name="T75" fmla="*/ 86 h 86"/>
                <a:gd name="T76" fmla="*/ 28 w 64"/>
                <a:gd name="T77" fmla="*/ 80 h 86"/>
                <a:gd name="T78" fmla="*/ 28 w 64"/>
                <a:gd name="T79" fmla="*/ 41 h 86"/>
                <a:gd name="T80" fmla="*/ 31 w 64"/>
                <a:gd name="T81" fmla="*/ 41 h 86"/>
                <a:gd name="T82" fmla="*/ 31 w 64"/>
                <a:gd name="T83" fmla="*/ 80 h 86"/>
                <a:gd name="T84" fmla="*/ 37 w 64"/>
                <a:gd name="T85" fmla="*/ 86 h 86"/>
                <a:gd name="T86" fmla="*/ 42 w 64"/>
                <a:gd name="T87" fmla="*/ 80 h 86"/>
                <a:gd name="T88" fmla="*/ 42 w 64"/>
                <a:gd name="T89" fmla="*/ 31 h 86"/>
                <a:gd name="T90" fmla="*/ 42 w 64"/>
                <a:gd name="T91" fmla="*/ 31 h 86"/>
                <a:gd name="T92" fmla="*/ 42 w 64"/>
                <a:gd name="T93" fmla="*/ 31 h 86"/>
                <a:gd name="T94" fmla="*/ 42 w 64"/>
                <a:gd name="T95" fmla="*/ 20 h 86"/>
                <a:gd name="T96" fmla="*/ 44 w 64"/>
                <a:gd name="T97" fmla="*/ 26 h 86"/>
                <a:gd name="T98" fmla="*/ 46 w 64"/>
                <a:gd name="T99" fmla="*/ 28 h 86"/>
                <a:gd name="T100" fmla="*/ 51 w 64"/>
                <a:gd name="T101" fmla="*/ 28 h 86"/>
                <a:gd name="T102" fmla="*/ 54 w 64"/>
                <a:gd name="T103" fmla="*/ 25 h 86"/>
                <a:gd name="T104" fmla="*/ 62 w 64"/>
                <a:gd name="T105" fmla="*/ 16 h 86"/>
                <a:gd name="T106" fmla="*/ 62 w 64"/>
                <a:gd name="T107" fmla="*/ 10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4" h="86">
                  <a:moveTo>
                    <a:pt x="62" y="10"/>
                  </a:moveTo>
                  <a:cubicBezTo>
                    <a:pt x="60" y="9"/>
                    <a:pt x="58" y="9"/>
                    <a:pt x="56" y="10"/>
                  </a:cubicBezTo>
                  <a:cubicBezTo>
                    <a:pt x="51" y="16"/>
                    <a:pt x="51" y="16"/>
                    <a:pt x="51" y="16"/>
                  </a:cubicBezTo>
                  <a:cubicBezTo>
                    <a:pt x="48" y="8"/>
                    <a:pt x="48" y="8"/>
                    <a:pt x="48" y="8"/>
                  </a:cubicBezTo>
                  <a:cubicBezTo>
                    <a:pt x="46" y="4"/>
                    <a:pt x="46" y="4"/>
                    <a:pt x="46" y="4"/>
                  </a:cubicBezTo>
                  <a:cubicBezTo>
                    <a:pt x="46" y="3"/>
                    <a:pt x="45" y="2"/>
                    <a:pt x="44" y="1"/>
                  </a:cubicBezTo>
                  <a:cubicBezTo>
                    <a:pt x="44" y="1"/>
                    <a:pt x="44" y="1"/>
                    <a:pt x="44" y="1"/>
                  </a:cubicBezTo>
                  <a:cubicBezTo>
                    <a:pt x="43" y="0"/>
                    <a:pt x="41" y="0"/>
                    <a:pt x="39" y="0"/>
                  </a:cubicBezTo>
                  <a:cubicBezTo>
                    <a:pt x="36" y="0"/>
                    <a:pt x="36" y="0"/>
                    <a:pt x="36" y="0"/>
                  </a:cubicBezTo>
                  <a:cubicBezTo>
                    <a:pt x="36" y="1"/>
                    <a:pt x="36" y="2"/>
                    <a:pt x="36" y="3"/>
                  </a:cubicBezTo>
                  <a:cubicBezTo>
                    <a:pt x="36" y="7"/>
                    <a:pt x="35" y="11"/>
                    <a:pt x="33" y="13"/>
                  </a:cubicBezTo>
                  <a:cubicBezTo>
                    <a:pt x="32" y="5"/>
                    <a:pt x="32" y="5"/>
                    <a:pt x="32" y="5"/>
                  </a:cubicBezTo>
                  <a:cubicBezTo>
                    <a:pt x="32" y="5"/>
                    <a:pt x="32" y="5"/>
                    <a:pt x="32" y="5"/>
                  </a:cubicBezTo>
                  <a:cubicBezTo>
                    <a:pt x="32" y="5"/>
                    <a:pt x="32" y="4"/>
                    <a:pt x="32" y="4"/>
                  </a:cubicBezTo>
                  <a:cubicBezTo>
                    <a:pt x="33" y="0"/>
                    <a:pt x="33" y="0"/>
                    <a:pt x="33" y="0"/>
                  </a:cubicBezTo>
                  <a:cubicBezTo>
                    <a:pt x="33" y="0"/>
                    <a:pt x="33" y="0"/>
                    <a:pt x="33" y="0"/>
                  </a:cubicBezTo>
                  <a:cubicBezTo>
                    <a:pt x="26" y="0"/>
                    <a:pt x="26" y="0"/>
                    <a:pt x="26" y="0"/>
                  </a:cubicBezTo>
                  <a:cubicBezTo>
                    <a:pt x="26" y="0"/>
                    <a:pt x="26" y="0"/>
                    <a:pt x="26" y="0"/>
                  </a:cubicBezTo>
                  <a:cubicBezTo>
                    <a:pt x="27" y="4"/>
                    <a:pt x="27" y="4"/>
                    <a:pt x="27" y="4"/>
                  </a:cubicBezTo>
                  <a:cubicBezTo>
                    <a:pt x="27" y="4"/>
                    <a:pt x="27" y="5"/>
                    <a:pt x="27" y="5"/>
                  </a:cubicBezTo>
                  <a:cubicBezTo>
                    <a:pt x="27" y="5"/>
                    <a:pt x="27" y="5"/>
                    <a:pt x="27" y="5"/>
                  </a:cubicBezTo>
                  <a:cubicBezTo>
                    <a:pt x="26" y="13"/>
                    <a:pt x="26" y="13"/>
                    <a:pt x="26" y="13"/>
                  </a:cubicBezTo>
                  <a:cubicBezTo>
                    <a:pt x="24" y="11"/>
                    <a:pt x="23" y="7"/>
                    <a:pt x="23" y="3"/>
                  </a:cubicBezTo>
                  <a:cubicBezTo>
                    <a:pt x="23" y="2"/>
                    <a:pt x="23" y="1"/>
                    <a:pt x="23" y="0"/>
                  </a:cubicBezTo>
                  <a:cubicBezTo>
                    <a:pt x="20" y="0"/>
                    <a:pt x="20" y="0"/>
                    <a:pt x="20" y="0"/>
                  </a:cubicBezTo>
                  <a:cubicBezTo>
                    <a:pt x="18" y="0"/>
                    <a:pt x="16" y="0"/>
                    <a:pt x="15" y="1"/>
                  </a:cubicBezTo>
                  <a:cubicBezTo>
                    <a:pt x="15" y="1"/>
                    <a:pt x="15" y="1"/>
                    <a:pt x="15" y="1"/>
                  </a:cubicBezTo>
                  <a:cubicBezTo>
                    <a:pt x="14" y="2"/>
                    <a:pt x="13" y="3"/>
                    <a:pt x="13" y="4"/>
                  </a:cubicBezTo>
                  <a:cubicBezTo>
                    <a:pt x="11" y="8"/>
                    <a:pt x="11" y="8"/>
                    <a:pt x="11" y="8"/>
                  </a:cubicBezTo>
                  <a:cubicBezTo>
                    <a:pt x="1" y="35"/>
                    <a:pt x="1" y="35"/>
                    <a:pt x="1" y="35"/>
                  </a:cubicBezTo>
                  <a:cubicBezTo>
                    <a:pt x="0" y="37"/>
                    <a:pt x="2" y="39"/>
                    <a:pt x="4" y="40"/>
                  </a:cubicBezTo>
                  <a:cubicBezTo>
                    <a:pt x="7" y="41"/>
                    <a:pt x="10" y="40"/>
                    <a:pt x="10" y="37"/>
                  </a:cubicBezTo>
                  <a:cubicBezTo>
                    <a:pt x="17" y="21"/>
                    <a:pt x="17" y="21"/>
                    <a:pt x="17" y="21"/>
                  </a:cubicBezTo>
                  <a:cubicBezTo>
                    <a:pt x="17" y="31"/>
                    <a:pt x="17" y="31"/>
                    <a:pt x="17" y="31"/>
                  </a:cubicBezTo>
                  <a:cubicBezTo>
                    <a:pt x="17" y="31"/>
                    <a:pt x="17" y="31"/>
                    <a:pt x="17" y="31"/>
                  </a:cubicBezTo>
                  <a:cubicBezTo>
                    <a:pt x="17" y="31"/>
                    <a:pt x="17" y="31"/>
                    <a:pt x="17" y="31"/>
                  </a:cubicBezTo>
                  <a:cubicBezTo>
                    <a:pt x="17" y="80"/>
                    <a:pt x="17" y="80"/>
                    <a:pt x="17" y="80"/>
                  </a:cubicBezTo>
                  <a:cubicBezTo>
                    <a:pt x="17" y="83"/>
                    <a:pt x="19" y="86"/>
                    <a:pt x="22" y="86"/>
                  </a:cubicBezTo>
                  <a:cubicBezTo>
                    <a:pt x="25" y="86"/>
                    <a:pt x="28" y="83"/>
                    <a:pt x="28" y="80"/>
                  </a:cubicBezTo>
                  <a:cubicBezTo>
                    <a:pt x="28" y="41"/>
                    <a:pt x="28" y="41"/>
                    <a:pt x="28" y="41"/>
                  </a:cubicBezTo>
                  <a:cubicBezTo>
                    <a:pt x="31" y="41"/>
                    <a:pt x="31" y="41"/>
                    <a:pt x="31" y="41"/>
                  </a:cubicBezTo>
                  <a:cubicBezTo>
                    <a:pt x="31" y="80"/>
                    <a:pt x="31" y="80"/>
                    <a:pt x="31" y="80"/>
                  </a:cubicBezTo>
                  <a:cubicBezTo>
                    <a:pt x="31" y="83"/>
                    <a:pt x="33" y="86"/>
                    <a:pt x="37" y="86"/>
                  </a:cubicBezTo>
                  <a:cubicBezTo>
                    <a:pt x="40" y="86"/>
                    <a:pt x="42" y="83"/>
                    <a:pt x="42" y="80"/>
                  </a:cubicBezTo>
                  <a:cubicBezTo>
                    <a:pt x="42" y="31"/>
                    <a:pt x="42" y="31"/>
                    <a:pt x="42" y="31"/>
                  </a:cubicBezTo>
                  <a:cubicBezTo>
                    <a:pt x="42" y="31"/>
                    <a:pt x="42" y="31"/>
                    <a:pt x="42" y="31"/>
                  </a:cubicBezTo>
                  <a:cubicBezTo>
                    <a:pt x="42" y="31"/>
                    <a:pt x="42" y="31"/>
                    <a:pt x="42" y="31"/>
                  </a:cubicBezTo>
                  <a:cubicBezTo>
                    <a:pt x="42" y="20"/>
                    <a:pt x="42" y="20"/>
                    <a:pt x="42" y="20"/>
                  </a:cubicBezTo>
                  <a:cubicBezTo>
                    <a:pt x="44" y="26"/>
                    <a:pt x="44" y="26"/>
                    <a:pt x="44" y="26"/>
                  </a:cubicBezTo>
                  <a:cubicBezTo>
                    <a:pt x="45" y="27"/>
                    <a:pt x="45" y="27"/>
                    <a:pt x="46" y="28"/>
                  </a:cubicBezTo>
                  <a:cubicBezTo>
                    <a:pt x="47" y="30"/>
                    <a:pt x="50" y="29"/>
                    <a:pt x="51" y="28"/>
                  </a:cubicBezTo>
                  <a:cubicBezTo>
                    <a:pt x="54" y="25"/>
                    <a:pt x="54" y="25"/>
                    <a:pt x="54" y="25"/>
                  </a:cubicBezTo>
                  <a:cubicBezTo>
                    <a:pt x="62" y="16"/>
                    <a:pt x="62" y="16"/>
                    <a:pt x="62" y="16"/>
                  </a:cubicBezTo>
                  <a:cubicBezTo>
                    <a:pt x="64" y="14"/>
                    <a:pt x="63" y="12"/>
                    <a:pt x="62"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
        <p:nvSpPr>
          <p:cNvPr id="64" name="Freeform 42"/>
          <p:cNvSpPr>
            <a:spLocks noEditPoints="1"/>
          </p:cNvSpPr>
          <p:nvPr/>
        </p:nvSpPr>
        <p:spPr bwMode="auto">
          <a:xfrm>
            <a:off x="4450613" y="2048104"/>
            <a:ext cx="369897" cy="391944"/>
          </a:xfrm>
          <a:custGeom>
            <a:avLst/>
            <a:gdLst>
              <a:gd name="T0" fmla="*/ 46 w 80"/>
              <a:gd name="T1" fmla="*/ 0 h 84"/>
              <a:gd name="T2" fmla="*/ 13 w 80"/>
              <a:gd name="T3" fmla="*/ 34 h 84"/>
              <a:gd name="T4" fmla="*/ 22 w 80"/>
              <a:gd name="T5" fmla="*/ 56 h 84"/>
              <a:gd name="T6" fmla="*/ 1 w 80"/>
              <a:gd name="T7" fmla="*/ 76 h 84"/>
              <a:gd name="T8" fmla="*/ 0 w 80"/>
              <a:gd name="T9" fmla="*/ 79 h 84"/>
              <a:gd name="T10" fmla="*/ 1 w 80"/>
              <a:gd name="T11" fmla="*/ 82 h 84"/>
              <a:gd name="T12" fmla="*/ 7 w 80"/>
              <a:gd name="T13" fmla="*/ 82 h 84"/>
              <a:gd name="T14" fmla="*/ 28 w 80"/>
              <a:gd name="T15" fmla="*/ 62 h 84"/>
              <a:gd name="T16" fmla="*/ 46 w 80"/>
              <a:gd name="T17" fmla="*/ 67 h 84"/>
              <a:gd name="T18" fmla="*/ 80 w 80"/>
              <a:gd name="T19" fmla="*/ 34 h 84"/>
              <a:gd name="T20" fmla="*/ 46 w 80"/>
              <a:gd name="T21" fmla="*/ 0 h 84"/>
              <a:gd name="T22" fmla="*/ 46 w 80"/>
              <a:gd name="T23" fmla="*/ 6 h 84"/>
              <a:gd name="T24" fmla="*/ 74 w 80"/>
              <a:gd name="T25" fmla="*/ 34 h 84"/>
              <a:gd name="T26" fmla="*/ 46 w 80"/>
              <a:gd name="T27" fmla="*/ 61 h 84"/>
              <a:gd name="T28" fmla="*/ 19 w 80"/>
              <a:gd name="T29" fmla="*/ 34 h 84"/>
              <a:gd name="T30" fmla="*/ 46 w 80"/>
              <a:gd name="T31" fmla="*/ 6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80" h="84">
                <a:moveTo>
                  <a:pt x="46" y="0"/>
                </a:moveTo>
                <a:cubicBezTo>
                  <a:pt x="28" y="0"/>
                  <a:pt x="13" y="15"/>
                  <a:pt x="13" y="34"/>
                </a:cubicBezTo>
                <a:cubicBezTo>
                  <a:pt x="13" y="42"/>
                  <a:pt x="16" y="50"/>
                  <a:pt x="22" y="56"/>
                </a:cubicBezTo>
                <a:cubicBezTo>
                  <a:pt x="1" y="76"/>
                  <a:pt x="1" y="76"/>
                  <a:pt x="1" y="76"/>
                </a:cubicBezTo>
                <a:cubicBezTo>
                  <a:pt x="1" y="77"/>
                  <a:pt x="0" y="78"/>
                  <a:pt x="0" y="79"/>
                </a:cubicBezTo>
                <a:cubicBezTo>
                  <a:pt x="0" y="80"/>
                  <a:pt x="1" y="81"/>
                  <a:pt x="1" y="82"/>
                </a:cubicBezTo>
                <a:cubicBezTo>
                  <a:pt x="3" y="84"/>
                  <a:pt x="6" y="84"/>
                  <a:pt x="7" y="82"/>
                </a:cubicBezTo>
                <a:cubicBezTo>
                  <a:pt x="28" y="62"/>
                  <a:pt x="28" y="62"/>
                  <a:pt x="28" y="62"/>
                </a:cubicBezTo>
                <a:cubicBezTo>
                  <a:pt x="33" y="65"/>
                  <a:pt x="40" y="67"/>
                  <a:pt x="46" y="67"/>
                </a:cubicBezTo>
                <a:cubicBezTo>
                  <a:pt x="65" y="67"/>
                  <a:pt x="80" y="52"/>
                  <a:pt x="80" y="34"/>
                </a:cubicBezTo>
                <a:cubicBezTo>
                  <a:pt x="80" y="15"/>
                  <a:pt x="65" y="0"/>
                  <a:pt x="46" y="0"/>
                </a:cubicBezTo>
                <a:close/>
                <a:moveTo>
                  <a:pt x="46" y="6"/>
                </a:moveTo>
                <a:cubicBezTo>
                  <a:pt x="62" y="6"/>
                  <a:pt x="74" y="18"/>
                  <a:pt x="74" y="34"/>
                </a:cubicBezTo>
                <a:cubicBezTo>
                  <a:pt x="74" y="49"/>
                  <a:pt x="62" y="61"/>
                  <a:pt x="46" y="61"/>
                </a:cubicBezTo>
                <a:cubicBezTo>
                  <a:pt x="31" y="61"/>
                  <a:pt x="19" y="49"/>
                  <a:pt x="19" y="34"/>
                </a:cubicBezTo>
                <a:cubicBezTo>
                  <a:pt x="19" y="18"/>
                  <a:pt x="31" y="6"/>
                  <a:pt x="46" y="6"/>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grpSp>
        <p:nvGrpSpPr>
          <p:cNvPr id="65" name="组合 64"/>
          <p:cNvGrpSpPr/>
          <p:nvPr/>
        </p:nvGrpSpPr>
        <p:grpSpPr>
          <a:xfrm>
            <a:off x="5552911" y="2007851"/>
            <a:ext cx="436159" cy="410501"/>
            <a:chOff x="4860032" y="3075012"/>
            <a:chExt cx="296863" cy="279400"/>
          </a:xfrm>
          <a:solidFill>
            <a:schemeClr val="tx1">
              <a:lumMod val="65000"/>
              <a:lumOff val="35000"/>
            </a:schemeClr>
          </a:solidFill>
        </p:grpSpPr>
        <p:sp>
          <p:nvSpPr>
            <p:cNvPr id="66" name="Freeform 43"/>
            <p:cNvSpPr/>
            <p:nvPr/>
          </p:nvSpPr>
          <p:spPr bwMode="auto">
            <a:xfrm>
              <a:off x="4910832" y="3124224"/>
              <a:ext cx="198438" cy="230188"/>
            </a:xfrm>
            <a:custGeom>
              <a:avLst/>
              <a:gdLst>
                <a:gd name="T0" fmla="*/ 63 w 125"/>
                <a:gd name="T1" fmla="*/ 0 h 145"/>
                <a:gd name="T2" fmla="*/ 125 w 125"/>
                <a:gd name="T3" fmla="*/ 62 h 145"/>
                <a:gd name="T4" fmla="*/ 125 w 125"/>
                <a:gd name="T5" fmla="*/ 145 h 145"/>
                <a:gd name="T6" fmla="*/ 83 w 125"/>
                <a:gd name="T7" fmla="*/ 145 h 145"/>
                <a:gd name="T8" fmla="*/ 83 w 125"/>
                <a:gd name="T9" fmla="*/ 83 h 145"/>
                <a:gd name="T10" fmla="*/ 42 w 125"/>
                <a:gd name="T11" fmla="*/ 83 h 145"/>
                <a:gd name="T12" fmla="*/ 42 w 125"/>
                <a:gd name="T13" fmla="*/ 145 h 145"/>
                <a:gd name="T14" fmla="*/ 0 w 125"/>
                <a:gd name="T15" fmla="*/ 145 h 145"/>
                <a:gd name="T16" fmla="*/ 0 w 125"/>
                <a:gd name="T17" fmla="*/ 62 h 145"/>
                <a:gd name="T18" fmla="*/ 63 w 125"/>
                <a:gd name="T19" fmla="*/ 0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5" h="145">
                  <a:moveTo>
                    <a:pt x="63" y="0"/>
                  </a:moveTo>
                  <a:lnTo>
                    <a:pt x="125" y="62"/>
                  </a:lnTo>
                  <a:lnTo>
                    <a:pt x="125" y="145"/>
                  </a:lnTo>
                  <a:lnTo>
                    <a:pt x="83" y="145"/>
                  </a:lnTo>
                  <a:lnTo>
                    <a:pt x="83" y="83"/>
                  </a:lnTo>
                  <a:lnTo>
                    <a:pt x="42" y="83"/>
                  </a:lnTo>
                  <a:lnTo>
                    <a:pt x="42" y="145"/>
                  </a:lnTo>
                  <a:lnTo>
                    <a:pt x="0" y="145"/>
                  </a:lnTo>
                  <a:lnTo>
                    <a:pt x="0" y="62"/>
                  </a:lnTo>
                  <a:lnTo>
                    <a:pt x="63"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7" name="Freeform 44"/>
            <p:cNvSpPr/>
            <p:nvPr/>
          </p:nvSpPr>
          <p:spPr bwMode="auto">
            <a:xfrm>
              <a:off x="4860032" y="3075012"/>
              <a:ext cx="296863" cy="163513"/>
            </a:xfrm>
            <a:custGeom>
              <a:avLst/>
              <a:gdLst>
                <a:gd name="T0" fmla="*/ 94 w 99"/>
                <a:gd name="T1" fmla="*/ 54 h 54"/>
                <a:gd name="T2" fmla="*/ 90 w 99"/>
                <a:gd name="T3" fmla="*/ 53 h 54"/>
                <a:gd name="T4" fmla="*/ 50 w 99"/>
                <a:gd name="T5" fmla="*/ 12 h 54"/>
                <a:gd name="T6" fmla="*/ 9 w 99"/>
                <a:gd name="T7" fmla="*/ 53 h 54"/>
                <a:gd name="T8" fmla="*/ 2 w 99"/>
                <a:gd name="T9" fmla="*/ 53 h 54"/>
                <a:gd name="T10" fmla="*/ 2 w 99"/>
                <a:gd name="T11" fmla="*/ 46 h 54"/>
                <a:gd name="T12" fmla="*/ 46 w 99"/>
                <a:gd name="T13" fmla="*/ 2 h 54"/>
                <a:gd name="T14" fmla="*/ 53 w 99"/>
                <a:gd name="T15" fmla="*/ 2 h 54"/>
                <a:gd name="T16" fmla="*/ 97 w 99"/>
                <a:gd name="T17" fmla="*/ 46 h 54"/>
                <a:gd name="T18" fmla="*/ 97 w 99"/>
                <a:gd name="T19" fmla="*/ 53 h 54"/>
                <a:gd name="T20" fmla="*/ 94 w 99"/>
                <a:gd name="T21"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9" h="54">
                  <a:moveTo>
                    <a:pt x="94" y="54"/>
                  </a:moveTo>
                  <a:cubicBezTo>
                    <a:pt x="93" y="54"/>
                    <a:pt x="91" y="54"/>
                    <a:pt x="90" y="53"/>
                  </a:cubicBezTo>
                  <a:cubicBezTo>
                    <a:pt x="50" y="12"/>
                    <a:pt x="50" y="12"/>
                    <a:pt x="50" y="12"/>
                  </a:cubicBezTo>
                  <a:cubicBezTo>
                    <a:pt x="9" y="53"/>
                    <a:pt x="9" y="53"/>
                    <a:pt x="9" y="53"/>
                  </a:cubicBezTo>
                  <a:cubicBezTo>
                    <a:pt x="7" y="54"/>
                    <a:pt x="4" y="54"/>
                    <a:pt x="2" y="53"/>
                  </a:cubicBezTo>
                  <a:cubicBezTo>
                    <a:pt x="0" y="51"/>
                    <a:pt x="0" y="48"/>
                    <a:pt x="2" y="46"/>
                  </a:cubicBezTo>
                  <a:cubicBezTo>
                    <a:pt x="46" y="2"/>
                    <a:pt x="46" y="2"/>
                    <a:pt x="46" y="2"/>
                  </a:cubicBezTo>
                  <a:cubicBezTo>
                    <a:pt x="48" y="0"/>
                    <a:pt x="51" y="0"/>
                    <a:pt x="53" y="2"/>
                  </a:cubicBezTo>
                  <a:cubicBezTo>
                    <a:pt x="97" y="46"/>
                    <a:pt x="97" y="46"/>
                    <a:pt x="97" y="46"/>
                  </a:cubicBezTo>
                  <a:cubicBezTo>
                    <a:pt x="99" y="48"/>
                    <a:pt x="99" y="51"/>
                    <a:pt x="97" y="53"/>
                  </a:cubicBezTo>
                  <a:cubicBezTo>
                    <a:pt x="96" y="54"/>
                    <a:pt x="95" y="54"/>
                    <a:pt x="94" y="5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68" name="组合 67"/>
          <p:cNvGrpSpPr/>
          <p:nvPr/>
        </p:nvGrpSpPr>
        <p:grpSpPr>
          <a:xfrm>
            <a:off x="5635728" y="3125819"/>
            <a:ext cx="366933" cy="543605"/>
            <a:chOff x="4062413" y="2374900"/>
            <a:chExt cx="814388" cy="1206501"/>
          </a:xfrm>
          <a:solidFill>
            <a:schemeClr val="bg1"/>
          </a:solidFill>
        </p:grpSpPr>
        <p:sp>
          <p:nvSpPr>
            <p:cNvPr id="69" name="Freeform 11"/>
            <p:cNvSpPr/>
            <p:nvPr/>
          </p:nvSpPr>
          <p:spPr bwMode="auto">
            <a:xfrm>
              <a:off x="4479926" y="2925763"/>
              <a:ext cx="265113" cy="123825"/>
            </a:xfrm>
            <a:custGeom>
              <a:avLst/>
              <a:gdLst>
                <a:gd name="T0" fmla="*/ 167 w 167"/>
                <a:gd name="T1" fmla="*/ 28 h 78"/>
                <a:gd name="T2" fmla="*/ 9 w 167"/>
                <a:gd name="T3" fmla="*/ 78 h 78"/>
                <a:gd name="T4" fmla="*/ 0 w 167"/>
                <a:gd name="T5" fmla="*/ 50 h 78"/>
                <a:gd name="T6" fmla="*/ 158 w 167"/>
                <a:gd name="T7" fmla="*/ 0 h 78"/>
                <a:gd name="T8" fmla="*/ 167 w 167"/>
                <a:gd name="T9" fmla="*/ 28 h 78"/>
              </a:gdLst>
              <a:ahLst/>
              <a:cxnLst>
                <a:cxn ang="0">
                  <a:pos x="T0" y="T1"/>
                </a:cxn>
                <a:cxn ang="0">
                  <a:pos x="T2" y="T3"/>
                </a:cxn>
                <a:cxn ang="0">
                  <a:pos x="T4" y="T5"/>
                </a:cxn>
                <a:cxn ang="0">
                  <a:pos x="T6" y="T7"/>
                </a:cxn>
                <a:cxn ang="0">
                  <a:pos x="T8" y="T9"/>
                </a:cxn>
              </a:cxnLst>
              <a:rect l="0" t="0" r="r" b="b"/>
              <a:pathLst>
                <a:path w="167" h="78">
                  <a:moveTo>
                    <a:pt x="167" y="28"/>
                  </a:moveTo>
                  <a:lnTo>
                    <a:pt x="9" y="78"/>
                  </a:lnTo>
                  <a:lnTo>
                    <a:pt x="0" y="50"/>
                  </a:lnTo>
                  <a:lnTo>
                    <a:pt x="158" y="0"/>
                  </a:lnTo>
                  <a:lnTo>
                    <a:pt x="167" y="28"/>
                  </a:lnTo>
                  <a:close/>
                </a:path>
              </a:pathLst>
            </a:custGeom>
            <a:grp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0">
                <a:ln w="6350">
                  <a:noFill/>
                </a:ln>
                <a:solidFill>
                  <a:schemeClr val="bg1"/>
                </a:solidFill>
                <a:latin typeface="Impact" pitchFamily="34" charset="0"/>
                <a:ea typeface="微软雅黑" pitchFamily="34" charset="-122"/>
              </a:endParaRPr>
            </a:p>
          </p:txBody>
        </p:sp>
        <p:sp>
          <p:nvSpPr>
            <p:cNvPr id="70" name="Rectangle 12"/>
            <p:cNvSpPr>
              <a:spLocks noChangeArrowheads="1"/>
            </p:cNvSpPr>
            <p:nvPr/>
          </p:nvSpPr>
          <p:spPr bwMode="auto">
            <a:xfrm>
              <a:off x="4471988" y="3206750"/>
              <a:ext cx="311150" cy="33338"/>
            </a:xfrm>
            <a:prstGeom prst="rect">
              <a:avLst/>
            </a:prstGeom>
            <a:grp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0">
                <a:ln w="6350">
                  <a:noFill/>
                </a:ln>
                <a:solidFill>
                  <a:schemeClr val="bg1"/>
                </a:solidFill>
                <a:latin typeface="Impact" pitchFamily="34" charset="0"/>
                <a:ea typeface="微软雅黑" pitchFamily="34" charset="-122"/>
              </a:endParaRPr>
            </a:p>
          </p:txBody>
        </p:sp>
        <p:sp>
          <p:nvSpPr>
            <p:cNvPr id="71" name="Freeform 13"/>
            <p:cNvSpPr/>
            <p:nvPr/>
          </p:nvSpPr>
          <p:spPr bwMode="auto">
            <a:xfrm>
              <a:off x="4568826" y="3005138"/>
              <a:ext cx="123825" cy="93663"/>
            </a:xfrm>
            <a:custGeom>
              <a:avLst/>
              <a:gdLst>
                <a:gd name="T0" fmla="*/ 0 w 78"/>
                <a:gd name="T1" fmla="*/ 19 h 59"/>
                <a:gd name="T2" fmla="*/ 12 w 78"/>
                <a:gd name="T3" fmla="*/ 59 h 59"/>
                <a:gd name="T4" fmla="*/ 78 w 78"/>
                <a:gd name="T5" fmla="*/ 37 h 59"/>
                <a:gd name="T6" fmla="*/ 66 w 78"/>
                <a:gd name="T7" fmla="*/ 0 h 59"/>
                <a:gd name="T8" fmla="*/ 0 w 78"/>
                <a:gd name="T9" fmla="*/ 19 h 59"/>
              </a:gdLst>
              <a:ahLst/>
              <a:cxnLst>
                <a:cxn ang="0">
                  <a:pos x="T0" y="T1"/>
                </a:cxn>
                <a:cxn ang="0">
                  <a:pos x="T2" y="T3"/>
                </a:cxn>
                <a:cxn ang="0">
                  <a:pos x="T4" y="T5"/>
                </a:cxn>
                <a:cxn ang="0">
                  <a:pos x="T6" y="T7"/>
                </a:cxn>
                <a:cxn ang="0">
                  <a:pos x="T8" y="T9"/>
                </a:cxn>
              </a:cxnLst>
              <a:rect l="0" t="0" r="r" b="b"/>
              <a:pathLst>
                <a:path w="78" h="59">
                  <a:moveTo>
                    <a:pt x="0" y="19"/>
                  </a:moveTo>
                  <a:lnTo>
                    <a:pt x="12" y="59"/>
                  </a:lnTo>
                  <a:lnTo>
                    <a:pt x="78" y="37"/>
                  </a:lnTo>
                  <a:lnTo>
                    <a:pt x="66" y="0"/>
                  </a:lnTo>
                  <a:lnTo>
                    <a:pt x="0" y="19"/>
                  </a:lnTo>
                  <a:close/>
                </a:path>
              </a:pathLst>
            </a:custGeom>
            <a:grp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0">
                <a:ln w="6350">
                  <a:noFill/>
                </a:ln>
                <a:solidFill>
                  <a:schemeClr val="bg1"/>
                </a:solidFill>
                <a:latin typeface="Impact" pitchFamily="34" charset="0"/>
                <a:ea typeface="微软雅黑" pitchFamily="34" charset="-122"/>
              </a:endParaRPr>
            </a:p>
          </p:txBody>
        </p:sp>
        <p:sp>
          <p:nvSpPr>
            <p:cNvPr id="72" name="Freeform 14"/>
            <p:cNvSpPr/>
            <p:nvPr/>
          </p:nvSpPr>
          <p:spPr bwMode="auto">
            <a:xfrm>
              <a:off x="4362451" y="2374900"/>
              <a:ext cx="123825" cy="90488"/>
            </a:xfrm>
            <a:custGeom>
              <a:avLst/>
              <a:gdLst>
                <a:gd name="T0" fmla="*/ 0 w 78"/>
                <a:gd name="T1" fmla="*/ 19 h 57"/>
                <a:gd name="T2" fmla="*/ 12 w 78"/>
                <a:gd name="T3" fmla="*/ 57 h 57"/>
                <a:gd name="T4" fmla="*/ 78 w 78"/>
                <a:gd name="T5" fmla="*/ 38 h 57"/>
                <a:gd name="T6" fmla="*/ 67 w 78"/>
                <a:gd name="T7" fmla="*/ 0 h 57"/>
                <a:gd name="T8" fmla="*/ 0 w 78"/>
                <a:gd name="T9" fmla="*/ 19 h 57"/>
              </a:gdLst>
              <a:ahLst/>
              <a:cxnLst>
                <a:cxn ang="0">
                  <a:pos x="T0" y="T1"/>
                </a:cxn>
                <a:cxn ang="0">
                  <a:pos x="T2" y="T3"/>
                </a:cxn>
                <a:cxn ang="0">
                  <a:pos x="T4" y="T5"/>
                </a:cxn>
                <a:cxn ang="0">
                  <a:pos x="T6" y="T7"/>
                </a:cxn>
                <a:cxn ang="0">
                  <a:pos x="T8" y="T9"/>
                </a:cxn>
              </a:cxnLst>
              <a:rect l="0" t="0" r="r" b="b"/>
              <a:pathLst>
                <a:path w="78" h="57">
                  <a:moveTo>
                    <a:pt x="0" y="19"/>
                  </a:moveTo>
                  <a:lnTo>
                    <a:pt x="12" y="57"/>
                  </a:lnTo>
                  <a:lnTo>
                    <a:pt x="78" y="38"/>
                  </a:lnTo>
                  <a:lnTo>
                    <a:pt x="67" y="0"/>
                  </a:lnTo>
                  <a:lnTo>
                    <a:pt x="0" y="19"/>
                  </a:lnTo>
                  <a:close/>
                </a:path>
              </a:pathLst>
            </a:custGeom>
            <a:grp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0">
                <a:ln w="6350">
                  <a:noFill/>
                </a:ln>
                <a:solidFill>
                  <a:schemeClr val="bg1"/>
                </a:solidFill>
                <a:latin typeface="Impact" pitchFamily="34" charset="0"/>
                <a:ea typeface="微软雅黑" pitchFamily="34" charset="-122"/>
              </a:endParaRPr>
            </a:p>
          </p:txBody>
        </p:sp>
        <p:sp>
          <p:nvSpPr>
            <p:cNvPr id="73" name="Freeform 15"/>
            <p:cNvSpPr/>
            <p:nvPr/>
          </p:nvSpPr>
          <p:spPr bwMode="auto">
            <a:xfrm>
              <a:off x="4356101" y="2427288"/>
              <a:ext cx="330200" cy="561975"/>
            </a:xfrm>
            <a:custGeom>
              <a:avLst/>
              <a:gdLst>
                <a:gd name="T0" fmla="*/ 46 w 88"/>
                <a:gd name="T1" fmla="*/ 0 h 150"/>
                <a:gd name="T2" fmla="*/ 0 w 88"/>
                <a:gd name="T3" fmla="*/ 14 h 150"/>
                <a:gd name="T4" fmla="*/ 5 w 88"/>
                <a:gd name="T5" fmla="*/ 29 h 150"/>
                <a:gd name="T6" fmla="*/ 30 w 88"/>
                <a:gd name="T7" fmla="*/ 57 h 150"/>
                <a:gd name="T8" fmla="*/ 20 w 88"/>
                <a:gd name="T9" fmla="*/ 79 h 150"/>
                <a:gd name="T10" fmla="*/ 42 w 88"/>
                <a:gd name="T11" fmla="*/ 150 h 150"/>
                <a:gd name="T12" fmla="*/ 88 w 88"/>
                <a:gd name="T13" fmla="*/ 135 h 150"/>
                <a:gd name="T14" fmla="*/ 46 w 88"/>
                <a:gd name="T15" fmla="*/ 0 h 15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8" h="150">
                  <a:moveTo>
                    <a:pt x="46" y="0"/>
                  </a:moveTo>
                  <a:cubicBezTo>
                    <a:pt x="0" y="14"/>
                    <a:pt x="0" y="14"/>
                    <a:pt x="0" y="14"/>
                  </a:cubicBezTo>
                  <a:cubicBezTo>
                    <a:pt x="5" y="29"/>
                    <a:pt x="5" y="29"/>
                    <a:pt x="5" y="29"/>
                  </a:cubicBezTo>
                  <a:cubicBezTo>
                    <a:pt x="19" y="31"/>
                    <a:pt x="30" y="43"/>
                    <a:pt x="30" y="57"/>
                  </a:cubicBezTo>
                  <a:cubicBezTo>
                    <a:pt x="30" y="66"/>
                    <a:pt x="26" y="74"/>
                    <a:pt x="20" y="79"/>
                  </a:cubicBezTo>
                  <a:cubicBezTo>
                    <a:pt x="42" y="150"/>
                    <a:pt x="42" y="150"/>
                    <a:pt x="42" y="150"/>
                  </a:cubicBezTo>
                  <a:cubicBezTo>
                    <a:pt x="88" y="135"/>
                    <a:pt x="88" y="135"/>
                    <a:pt x="88" y="135"/>
                  </a:cubicBezTo>
                  <a:lnTo>
                    <a:pt x="46" y="0"/>
                  </a:lnTo>
                  <a:close/>
                </a:path>
              </a:pathLst>
            </a:custGeom>
            <a:grp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0">
                <a:ln w="6350">
                  <a:noFill/>
                </a:ln>
                <a:solidFill>
                  <a:schemeClr val="bg1"/>
                </a:solidFill>
                <a:latin typeface="Impact" pitchFamily="34" charset="0"/>
                <a:ea typeface="微软雅黑" pitchFamily="34" charset="-122"/>
              </a:endParaRPr>
            </a:p>
          </p:txBody>
        </p:sp>
        <p:sp>
          <p:nvSpPr>
            <p:cNvPr id="74" name="Oval 16"/>
            <p:cNvSpPr>
              <a:spLocks noChangeArrowheads="1"/>
            </p:cNvSpPr>
            <p:nvPr/>
          </p:nvSpPr>
          <p:spPr bwMode="auto">
            <a:xfrm>
              <a:off x="4268788" y="2551113"/>
              <a:ext cx="184150" cy="184150"/>
            </a:xfrm>
            <a:prstGeom prst="ellipse">
              <a:avLst/>
            </a:prstGeom>
            <a:grp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0">
                <a:ln w="6350">
                  <a:noFill/>
                </a:ln>
                <a:solidFill>
                  <a:schemeClr val="bg1"/>
                </a:solidFill>
                <a:latin typeface="Impact" pitchFamily="34" charset="0"/>
                <a:ea typeface="微软雅黑" pitchFamily="34" charset="-122"/>
              </a:endParaRPr>
            </a:p>
          </p:txBody>
        </p:sp>
        <p:sp>
          <p:nvSpPr>
            <p:cNvPr id="75" name="Oval 17"/>
            <p:cNvSpPr>
              <a:spLocks noChangeArrowheads="1"/>
            </p:cNvSpPr>
            <p:nvPr/>
          </p:nvSpPr>
          <p:spPr bwMode="auto">
            <a:xfrm>
              <a:off x="4262438" y="3198813"/>
              <a:ext cx="198438" cy="200025"/>
            </a:xfrm>
            <a:prstGeom prst="ellipse">
              <a:avLst/>
            </a:prstGeom>
            <a:grp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0">
                <a:ln w="6350">
                  <a:noFill/>
                </a:ln>
                <a:solidFill>
                  <a:schemeClr val="bg1"/>
                </a:solidFill>
                <a:latin typeface="Impact" pitchFamily="34" charset="0"/>
                <a:ea typeface="微软雅黑" pitchFamily="34" charset="-122"/>
              </a:endParaRPr>
            </a:p>
          </p:txBody>
        </p:sp>
        <p:sp>
          <p:nvSpPr>
            <p:cNvPr id="76" name="Freeform 18"/>
            <p:cNvSpPr/>
            <p:nvPr/>
          </p:nvSpPr>
          <p:spPr bwMode="auto">
            <a:xfrm>
              <a:off x="4062413" y="2647950"/>
              <a:ext cx="255588" cy="679450"/>
            </a:xfrm>
            <a:custGeom>
              <a:avLst/>
              <a:gdLst>
                <a:gd name="T0" fmla="*/ 50 w 68"/>
                <a:gd name="T1" fmla="*/ 181 h 181"/>
                <a:gd name="T2" fmla="*/ 50 w 68"/>
                <a:gd name="T3" fmla="*/ 174 h 181"/>
                <a:gd name="T4" fmla="*/ 68 w 68"/>
                <a:gd name="T5" fmla="*/ 146 h 181"/>
                <a:gd name="T6" fmla="*/ 39 w 68"/>
                <a:gd name="T7" fmla="*/ 91 h 181"/>
                <a:gd name="T8" fmla="*/ 68 w 68"/>
                <a:gd name="T9" fmla="*/ 24 h 181"/>
                <a:gd name="T10" fmla="*/ 51 w 68"/>
                <a:gd name="T11" fmla="*/ 0 h 181"/>
                <a:gd name="T12" fmla="*/ 1 w 68"/>
                <a:gd name="T13" fmla="*/ 91 h 181"/>
                <a:gd name="T14" fmla="*/ 50 w 68"/>
                <a:gd name="T15" fmla="*/ 181 h 18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8" h="181">
                  <a:moveTo>
                    <a:pt x="50" y="181"/>
                  </a:moveTo>
                  <a:cubicBezTo>
                    <a:pt x="50" y="178"/>
                    <a:pt x="50" y="176"/>
                    <a:pt x="50" y="174"/>
                  </a:cubicBezTo>
                  <a:cubicBezTo>
                    <a:pt x="50" y="161"/>
                    <a:pt x="57" y="151"/>
                    <a:pt x="68" y="146"/>
                  </a:cubicBezTo>
                  <a:cubicBezTo>
                    <a:pt x="52" y="133"/>
                    <a:pt x="41" y="114"/>
                    <a:pt x="39" y="91"/>
                  </a:cubicBezTo>
                  <a:cubicBezTo>
                    <a:pt x="39" y="84"/>
                    <a:pt x="44" y="45"/>
                    <a:pt x="68" y="24"/>
                  </a:cubicBezTo>
                  <a:cubicBezTo>
                    <a:pt x="59" y="20"/>
                    <a:pt x="52" y="11"/>
                    <a:pt x="51" y="0"/>
                  </a:cubicBezTo>
                  <a:cubicBezTo>
                    <a:pt x="23" y="20"/>
                    <a:pt x="3" y="56"/>
                    <a:pt x="1" y="91"/>
                  </a:cubicBezTo>
                  <a:cubicBezTo>
                    <a:pt x="0" y="129"/>
                    <a:pt x="21" y="162"/>
                    <a:pt x="50" y="181"/>
                  </a:cubicBezTo>
                  <a:close/>
                </a:path>
              </a:pathLst>
            </a:custGeom>
            <a:grp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0">
                <a:ln w="6350">
                  <a:noFill/>
                </a:ln>
                <a:solidFill>
                  <a:schemeClr val="bg1"/>
                </a:solidFill>
                <a:latin typeface="Impact" pitchFamily="34" charset="0"/>
                <a:ea typeface="微软雅黑" pitchFamily="34" charset="-122"/>
              </a:endParaRPr>
            </a:p>
          </p:txBody>
        </p:sp>
        <p:sp>
          <p:nvSpPr>
            <p:cNvPr id="77" name="Freeform 19"/>
            <p:cNvSpPr/>
            <p:nvPr/>
          </p:nvSpPr>
          <p:spPr bwMode="auto">
            <a:xfrm>
              <a:off x="4114801" y="3255963"/>
              <a:ext cx="762000" cy="325438"/>
            </a:xfrm>
            <a:custGeom>
              <a:avLst/>
              <a:gdLst>
                <a:gd name="T0" fmla="*/ 126 w 203"/>
                <a:gd name="T1" fmla="*/ 60 h 87"/>
                <a:gd name="T2" fmla="*/ 146 w 203"/>
                <a:gd name="T3" fmla="*/ 38 h 87"/>
                <a:gd name="T4" fmla="*/ 183 w 203"/>
                <a:gd name="T5" fmla="*/ 38 h 87"/>
                <a:gd name="T6" fmla="*/ 183 w 203"/>
                <a:gd name="T7" fmla="*/ 0 h 87"/>
                <a:gd name="T8" fmla="*/ 93 w 203"/>
                <a:gd name="T9" fmla="*/ 0 h 87"/>
                <a:gd name="T10" fmla="*/ 96 w 203"/>
                <a:gd name="T11" fmla="*/ 12 h 87"/>
                <a:gd name="T12" fmla="*/ 66 w 203"/>
                <a:gd name="T13" fmla="*/ 42 h 87"/>
                <a:gd name="T14" fmla="*/ 61 w 203"/>
                <a:gd name="T15" fmla="*/ 41 h 87"/>
                <a:gd name="T16" fmla="*/ 23 w 203"/>
                <a:gd name="T17" fmla="*/ 65 h 87"/>
                <a:gd name="T18" fmla="*/ 0 w 203"/>
                <a:gd name="T19" fmla="*/ 66 h 87"/>
                <a:gd name="T20" fmla="*/ 0 w 203"/>
                <a:gd name="T21" fmla="*/ 87 h 87"/>
                <a:gd name="T22" fmla="*/ 23 w 203"/>
                <a:gd name="T23" fmla="*/ 87 h 87"/>
                <a:gd name="T24" fmla="*/ 203 w 203"/>
                <a:gd name="T25" fmla="*/ 87 h 87"/>
                <a:gd name="T26" fmla="*/ 203 w 203"/>
                <a:gd name="T27" fmla="*/ 60 h 87"/>
                <a:gd name="T28" fmla="*/ 126 w 203"/>
                <a:gd name="T29" fmla="*/ 6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03" h="87">
                  <a:moveTo>
                    <a:pt x="126" y="60"/>
                  </a:moveTo>
                  <a:cubicBezTo>
                    <a:pt x="126" y="60"/>
                    <a:pt x="137" y="50"/>
                    <a:pt x="146" y="38"/>
                  </a:cubicBezTo>
                  <a:cubicBezTo>
                    <a:pt x="183" y="38"/>
                    <a:pt x="183" y="38"/>
                    <a:pt x="183" y="38"/>
                  </a:cubicBezTo>
                  <a:cubicBezTo>
                    <a:pt x="183" y="0"/>
                    <a:pt x="183" y="0"/>
                    <a:pt x="183" y="0"/>
                  </a:cubicBezTo>
                  <a:cubicBezTo>
                    <a:pt x="93" y="0"/>
                    <a:pt x="93" y="0"/>
                    <a:pt x="93" y="0"/>
                  </a:cubicBezTo>
                  <a:cubicBezTo>
                    <a:pt x="95" y="4"/>
                    <a:pt x="96" y="8"/>
                    <a:pt x="96" y="12"/>
                  </a:cubicBezTo>
                  <a:cubicBezTo>
                    <a:pt x="96" y="28"/>
                    <a:pt x="82" y="42"/>
                    <a:pt x="66" y="42"/>
                  </a:cubicBezTo>
                  <a:cubicBezTo>
                    <a:pt x="64" y="42"/>
                    <a:pt x="62" y="42"/>
                    <a:pt x="61" y="41"/>
                  </a:cubicBezTo>
                  <a:cubicBezTo>
                    <a:pt x="49" y="52"/>
                    <a:pt x="34" y="63"/>
                    <a:pt x="23" y="65"/>
                  </a:cubicBezTo>
                  <a:cubicBezTo>
                    <a:pt x="0" y="66"/>
                    <a:pt x="0" y="66"/>
                    <a:pt x="0" y="66"/>
                  </a:cubicBezTo>
                  <a:cubicBezTo>
                    <a:pt x="0" y="87"/>
                    <a:pt x="0" y="87"/>
                    <a:pt x="0" y="87"/>
                  </a:cubicBezTo>
                  <a:cubicBezTo>
                    <a:pt x="23" y="87"/>
                    <a:pt x="23" y="87"/>
                    <a:pt x="23" y="87"/>
                  </a:cubicBezTo>
                  <a:cubicBezTo>
                    <a:pt x="203" y="87"/>
                    <a:pt x="203" y="87"/>
                    <a:pt x="203" y="87"/>
                  </a:cubicBezTo>
                  <a:cubicBezTo>
                    <a:pt x="203" y="60"/>
                    <a:pt x="203" y="60"/>
                    <a:pt x="203" y="60"/>
                  </a:cubicBezTo>
                  <a:lnTo>
                    <a:pt x="126" y="60"/>
                  </a:lnTo>
                  <a:close/>
                </a:path>
              </a:pathLst>
            </a:custGeom>
            <a:grp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0">
                <a:ln w="6350">
                  <a:noFill/>
                </a:ln>
                <a:solidFill>
                  <a:schemeClr val="bg1"/>
                </a:solidFill>
                <a:latin typeface="Impact" pitchFamily="34" charset="0"/>
                <a:ea typeface="微软雅黑" pitchFamily="34" charset="-122"/>
              </a:endParaRPr>
            </a:p>
          </p:txBody>
        </p:sp>
      </p:grpSp>
      <p:pic>
        <p:nvPicPr>
          <p:cNvPr id="78" name="图片 7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643649" y="714563"/>
            <a:ext cx="1568698" cy="699598"/>
          </a:xfrm>
          <a:prstGeom prst="rect">
            <a:avLst/>
          </a:prstGeom>
        </p:spPr>
      </p:pic>
    </p:spTree>
  </p:cSld>
  <p:clrMapOvr>
    <a:masterClrMapping/>
  </p:clrMapOvr>
  <p:transition spd="slow">
    <p:push/>
  </p:transition>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50"/>
                                            </p:tgtEl>
                                            <p:attrNameLst>
                                              <p:attrName>style.visibility</p:attrName>
                                            </p:attrNameLst>
                                          </p:cBhvr>
                                          <p:to>
                                            <p:strVal val="visible"/>
                                          </p:to>
                                        </p:set>
                                        <p:anim calcmode="lin" valueType="num">
                                          <p:cBhvr>
                                            <p:cTn id="7" dur="300" fill="hold"/>
                                            <p:tgtEl>
                                              <p:spTgt spid="50"/>
                                            </p:tgtEl>
                                            <p:attrNameLst>
                                              <p:attrName>ppt_w</p:attrName>
                                            </p:attrNameLst>
                                          </p:cBhvr>
                                          <p:tavLst>
                                            <p:tav tm="0">
                                              <p:val>
                                                <p:fltVal val="0"/>
                                              </p:val>
                                            </p:tav>
                                            <p:tav tm="100000">
                                              <p:val>
                                                <p:strVal val="#ppt_w"/>
                                              </p:val>
                                            </p:tav>
                                          </p:tavLst>
                                        </p:anim>
                                        <p:anim calcmode="lin" valueType="num">
                                          <p:cBhvr>
                                            <p:cTn id="8" dur="300" fill="hold"/>
                                            <p:tgtEl>
                                              <p:spTgt spid="50"/>
                                            </p:tgtEl>
                                            <p:attrNameLst>
                                              <p:attrName>ppt_h</p:attrName>
                                            </p:attrNameLst>
                                          </p:cBhvr>
                                          <p:tavLst>
                                            <p:tav tm="0">
                                              <p:val>
                                                <p:fltVal val="0"/>
                                              </p:val>
                                            </p:tav>
                                            <p:tav tm="100000">
                                              <p:val>
                                                <p:strVal val="#ppt_h"/>
                                              </p:val>
                                            </p:tav>
                                          </p:tavLst>
                                        </p:anim>
                                        <p:animEffect transition="in" filter="fade">
                                          <p:cBhvr>
                                            <p:cTn id="9" dur="300"/>
                                            <p:tgtEl>
                                              <p:spTgt spid="50"/>
                                            </p:tgtEl>
                                          </p:cBhvr>
                                        </p:animEffect>
                                      </p:childTnLst>
                                    </p:cTn>
                                  </p:par>
                                  <p:par>
                                    <p:cTn id="10" presetID="6" presetClass="emph" presetSubtype="0" autoRev="1" fill="hold" nodeType="withEffect">
                                      <p:stCondLst>
                                        <p:cond delay="300"/>
                                      </p:stCondLst>
                                      <p:childTnLst>
                                        <p:animScale>
                                          <p:cBhvr>
                                            <p:cTn id="11" dur="150" fill="hold"/>
                                            <p:tgtEl>
                                              <p:spTgt spid="50"/>
                                            </p:tgtEl>
                                          </p:cBhvr>
                                          <p:by x="110000" y="110000"/>
                                        </p:animScale>
                                      </p:childTnLst>
                                    </p:cTn>
                                  </p:par>
                                  <p:par>
                                    <p:cTn id="12" presetID="53" presetClass="entr" presetSubtype="16" fill="hold" grpId="0" nodeType="withEffect">
                                      <p:stCondLst>
                                        <p:cond delay="300"/>
                                      </p:stCondLst>
                                      <p:childTnLst>
                                        <p:set>
                                          <p:cBhvr>
                                            <p:cTn id="13" dur="1" fill="hold">
                                              <p:stCondLst>
                                                <p:cond delay="0"/>
                                              </p:stCondLst>
                                            </p:cTn>
                                            <p:tgtEl>
                                              <p:spTgt spid="64"/>
                                            </p:tgtEl>
                                            <p:attrNameLst>
                                              <p:attrName>style.visibility</p:attrName>
                                            </p:attrNameLst>
                                          </p:cBhvr>
                                          <p:to>
                                            <p:strVal val="visible"/>
                                          </p:to>
                                        </p:set>
                                        <p:anim calcmode="lin" valueType="num">
                                          <p:cBhvr>
                                            <p:cTn id="14" dur="300" fill="hold"/>
                                            <p:tgtEl>
                                              <p:spTgt spid="64"/>
                                            </p:tgtEl>
                                            <p:attrNameLst>
                                              <p:attrName>ppt_w</p:attrName>
                                            </p:attrNameLst>
                                          </p:cBhvr>
                                          <p:tavLst>
                                            <p:tav tm="0">
                                              <p:val>
                                                <p:fltVal val="0"/>
                                              </p:val>
                                            </p:tav>
                                            <p:tav tm="100000">
                                              <p:val>
                                                <p:strVal val="#ppt_w"/>
                                              </p:val>
                                            </p:tav>
                                          </p:tavLst>
                                        </p:anim>
                                        <p:anim calcmode="lin" valueType="num">
                                          <p:cBhvr>
                                            <p:cTn id="15" dur="300" fill="hold"/>
                                            <p:tgtEl>
                                              <p:spTgt spid="64"/>
                                            </p:tgtEl>
                                            <p:attrNameLst>
                                              <p:attrName>ppt_h</p:attrName>
                                            </p:attrNameLst>
                                          </p:cBhvr>
                                          <p:tavLst>
                                            <p:tav tm="0">
                                              <p:val>
                                                <p:fltVal val="0"/>
                                              </p:val>
                                            </p:tav>
                                            <p:tav tm="100000">
                                              <p:val>
                                                <p:strVal val="#ppt_h"/>
                                              </p:val>
                                            </p:tav>
                                          </p:tavLst>
                                        </p:anim>
                                        <p:animEffect transition="in" filter="fade">
                                          <p:cBhvr>
                                            <p:cTn id="16" dur="300"/>
                                            <p:tgtEl>
                                              <p:spTgt spid="64"/>
                                            </p:tgtEl>
                                          </p:cBhvr>
                                        </p:animEffect>
                                      </p:childTnLst>
                                    </p:cTn>
                                  </p:par>
                                  <p:par>
                                    <p:cTn id="17" presetID="6" presetClass="emph" presetSubtype="0" autoRev="1" fill="hold" grpId="1" nodeType="withEffect">
                                      <p:stCondLst>
                                        <p:cond delay="600"/>
                                      </p:stCondLst>
                                      <p:childTnLst>
                                        <p:animScale>
                                          <p:cBhvr>
                                            <p:cTn id="18" dur="150" fill="hold"/>
                                            <p:tgtEl>
                                              <p:spTgt spid="64"/>
                                            </p:tgtEl>
                                          </p:cBhvr>
                                          <p:by x="110000" y="110000"/>
                                        </p:animScale>
                                      </p:childTnLst>
                                    </p:cTn>
                                  </p:par>
                                  <p:par>
                                    <p:cTn id="19" presetID="53" presetClass="entr" presetSubtype="16" fill="hold" nodeType="withEffect">
                                      <p:stCondLst>
                                        <p:cond delay="300"/>
                                      </p:stCondLst>
                                      <p:childTnLst>
                                        <p:set>
                                          <p:cBhvr>
                                            <p:cTn id="20" dur="1" fill="hold">
                                              <p:stCondLst>
                                                <p:cond delay="0"/>
                                              </p:stCondLst>
                                            </p:cTn>
                                            <p:tgtEl>
                                              <p:spTgt spid="41"/>
                                            </p:tgtEl>
                                            <p:attrNameLst>
                                              <p:attrName>style.visibility</p:attrName>
                                            </p:attrNameLst>
                                          </p:cBhvr>
                                          <p:to>
                                            <p:strVal val="visible"/>
                                          </p:to>
                                        </p:set>
                                        <p:anim calcmode="lin" valueType="num">
                                          <p:cBhvr>
                                            <p:cTn id="21" dur="300" fill="hold"/>
                                            <p:tgtEl>
                                              <p:spTgt spid="41"/>
                                            </p:tgtEl>
                                            <p:attrNameLst>
                                              <p:attrName>ppt_w</p:attrName>
                                            </p:attrNameLst>
                                          </p:cBhvr>
                                          <p:tavLst>
                                            <p:tav tm="0">
                                              <p:val>
                                                <p:fltVal val="0"/>
                                              </p:val>
                                            </p:tav>
                                            <p:tav tm="100000">
                                              <p:val>
                                                <p:strVal val="#ppt_w"/>
                                              </p:val>
                                            </p:tav>
                                          </p:tavLst>
                                        </p:anim>
                                        <p:anim calcmode="lin" valueType="num">
                                          <p:cBhvr>
                                            <p:cTn id="22" dur="300" fill="hold"/>
                                            <p:tgtEl>
                                              <p:spTgt spid="41"/>
                                            </p:tgtEl>
                                            <p:attrNameLst>
                                              <p:attrName>ppt_h</p:attrName>
                                            </p:attrNameLst>
                                          </p:cBhvr>
                                          <p:tavLst>
                                            <p:tav tm="0">
                                              <p:val>
                                                <p:fltVal val="0"/>
                                              </p:val>
                                            </p:tav>
                                            <p:tav tm="100000">
                                              <p:val>
                                                <p:strVal val="#ppt_h"/>
                                              </p:val>
                                            </p:tav>
                                          </p:tavLst>
                                        </p:anim>
                                        <p:animEffect transition="in" filter="fade">
                                          <p:cBhvr>
                                            <p:cTn id="23" dur="300"/>
                                            <p:tgtEl>
                                              <p:spTgt spid="41"/>
                                            </p:tgtEl>
                                          </p:cBhvr>
                                        </p:animEffect>
                                      </p:childTnLst>
                                    </p:cTn>
                                  </p:par>
                                  <p:par>
                                    <p:cTn id="24" presetID="6" presetClass="emph" presetSubtype="0" autoRev="1" fill="hold" nodeType="withEffect">
                                      <p:stCondLst>
                                        <p:cond delay="600"/>
                                      </p:stCondLst>
                                      <p:childTnLst>
                                        <p:animScale>
                                          <p:cBhvr>
                                            <p:cTn id="25" dur="150" fill="hold"/>
                                            <p:tgtEl>
                                              <p:spTgt spid="41"/>
                                            </p:tgtEl>
                                          </p:cBhvr>
                                          <p:by x="110000" y="110000"/>
                                        </p:animScale>
                                      </p:childTnLst>
                                    </p:cTn>
                                  </p:par>
                                  <p:par>
                                    <p:cTn id="26" presetID="53" presetClass="entr" presetSubtype="16" fill="hold" nodeType="withEffect">
                                      <p:stCondLst>
                                        <p:cond delay="600"/>
                                      </p:stCondLst>
                                      <p:childTnLst>
                                        <p:set>
                                          <p:cBhvr>
                                            <p:cTn id="27" dur="1" fill="hold">
                                              <p:stCondLst>
                                                <p:cond delay="0"/>
                                              </p:stCondLst>
                                            </p:cTn>
                                            <p:tgtEl>
                                              <p:spTgt spid="65"/>
                                            </p:tgtEl>
                                            <p:attrNameLst>
                                              <p:attrName>style.visibility</p:attrName>
                                            </p:attrNameLst>
                                          </p:cBhvr>
                                          <p:to>
                                            <p:strVal val="visible"/>
                                          </p:to>
                                        </p:set>
                                        <p:anim calcmode="lin" valueType="num">
                                          <p:cBhvr>
                                            <p:cTn id="28" dur="300" fill="hold"/>
                                            <p:tgtEl>
                                              <p:spTgt spid="65"/>
                                            </p:tgtEl>
                                            <p:attrNameLst>
                                              <p:attrName>ppt_w</p:attrName>
                                            </p:attrNameLst>
                                          </p:cBhvr>
                                          <p:tavLst>
                                            <p:tav tm="0">
                                              <p:val>
                                                <p:fltVal val="0"/>
                                              </p:val>
                                            </p:tav>
                                            <p:tav tm="100000">
                                              <p:val>
                                                <p:strVal val="#ppt_w"/>
                                              </p:val>
                                            </p:tav>
                                          </p:tavLst>
                                        </p:anim>
                                        <p:anim calcmode="lin" valueType="num">
                                          <p:cBhvr>
                                            <p:cTn id="29" dur="300" fill="hold"/>
                                            <p:tgtEl>
                                              <p:spTgt spid="65"/>
                                            </p:tgtEl>
                                            <p:attrNameLst>
                                              <p:attrName>ppt_h</p:attrName>
                                            </p:attrNameLst>
                                          </p:cBhvr>
                                          <p:tavLst>
                                            <p:tav tm="0">
                                              <p:val>
                                                <p:fltVal val="0"/>
                                              </p:val>
                                            </p:tav>
                                            <p:tav tm="100000">
                                              <p:val>
                                                <p:strVal val="#ppt_h"/>
                                              </p:val>
                                            </p:tav>
                                          </p:tavLst>
                                        </p:anim>
                                        <p:animEffect transition="in" filter="fade">
                                          <p:cBhvr>
                                            <p:cTn id="30" dur="300"/>
                                            <p:tgtEl>
                                              <p:spTgt spid="65"/>
                                            </p:tgtEl>
                                          </p:cBhvr>
                                        </p:animEffect>
                                      </p:childTnLst>
                                    </p:cTn>
                                  </p:par>
                                  <p:par>
                                    <p:cTn id="31" presetID="6" presetClass="emph" presetSubtype="0" autoRev="1" fill="hold" nodeType="withEffect">
                                      <p:stCondLst>
                                        <p:cond delay="900"/>
                                      </p:stCondLst>
                                      <p:childTnLst>
                                        <p:animScale>
                                          <p:cBhvr>
                                            <p:cTn id="32" dur="150" fill="hold"/>
                                            <p:tgtEl>
                                              <p:spTgt spid="65"/>
                                            </p:tgtEl>
                                          </p:cBhvr>
                                          <p:by x="110000" y="110000"/>
                                        </p:animScale>
                                      </p:childTnLst>
                                    </p:cTn>
                                  </p:par>
                                  <p:par>
                                    <p:cTn id="33" presetID="53" presetClass="entr" presetSubtype="16" fill="hold" nodeType="withEffect">
                                      <p:stCondLst>
                                        <p:cond delay="900"/>
                                      </p:stCondLst>
                                      <p:childTnLst>
                                        <p:set>
                                          <p:cBhvr>
                                            <p:cTn id="34" dur="1" fill="hold">
                                              <p:stCondLst>
                                                <p:cond delay="0"/>
                                              </p:stCondLst>
                                            </p:cTn>
                                            <p:tgtEl>
                                              <p:spTgt spid="32"/>
                                            </p:tgtEl>
                                            <p:attrNameLst>
                                              <p:attrName>style.visibility</p:attrName>
                                            </p:attrNameLst>
                                          </p:cBhvr>
                                          <p:to>
                                            <p:strVal val="visible"/>
                                          </p:to>
                                        </p:set>
                                        <p:anim calcmode="lin" valueType="num">
                                          <p:cBhvr>
                                            <p:cTn id="35" dur="300" fill="hold"/>
                                            <p:tgtEl>
                                              <p:spTgt spid="32"/>
                                            </p:tgtEl>
                                            <p:attrNameLst>
                                              <p:attrName>ppt_w</p:attrName>
                                            </p:attrNameLst>
                                          </p:cBhvr>
                                          <p:tavLst>
                                            <p:tav tm="0">
                                              <p:val>
                                                <p:fltVal val="0"/>
                                              </p:val>
                                            </p:tav>
                                            <p:tav tm="100000">
                                              <p:val>
                                                <p:strVal val="#ppt_w"/>
                                              </p:val>
                                            </p:tav>
                                          </p:tavLst>
                                        </p:anim>
                                        <p:anim calcmode="lin" valueType="num">
                                          <p:cBhvr>
                                            <p:cTn id="36" dur="300" fill="hold"/>
                                            <p:tgtEl>
                                              <p:spTgt spid="32"/>
                                            </p:tgtEl>
                                            <p:attrNameLst>
                                              <p:attrName>ppt_h</p:attrName>
                                            </p:attrNameLst>
                                          </p:cBhvr>
                                          <p:tavLst>
                                            <p:tav tm="0">
                                              <p:val>
                                                <p:fltVal val="0"/>
                                              </p:val>
                                            </p:tav>
                                            <p:tav tm="100000">
                                              <p:val>
                                                <p:strVal val="#ppt_h"/>
                                              </p:val>
                                            </p:tav>
                                          </p:tavLst>
                                        </p:anim>
                                        <p:animEffect transition="in" filter="fade">
                                          <p:cBhvr>
                                            <p:cTn id="37" dur="300"/>
                                            <p:tgtEl>
                                              <p:spTgt spid="32"/>
                                            </p:tgtEl>
                                          </p:cBhvr>
                                        </p:animEffect>
                                      </p:childTnLst>
                                    </p:cTn>
                                  </p:par>
                                  <p:par>
                                    <p:cTn id="38" presetID="6" presetClass="emph" presetSubtype="0" autoRev="1" fill="hold" nodeType="withEffect">
                                      <p:stCondLst>
                                        <p:cond delay="1200"/>
                                      </p:stCondLst>
                                      <p:childTnLst>
                                        <p:animScale>
                                          <p:cBhvr>
                                            <p:cTn id="39" dur="150" fill="hold"/>
                                            <p:tgtEl>
                                              <p:spTgt spid="32"/>
                                            </p:tgtEl>
                                          </p:cBhvr>
                                          <p:by x="110000" y="110000"/>
                                        </p:animScale>
                                      </p:childTnLst>
                                    </p:cTn>
                                  </p:par>
                                  <p:par>
                                    <p:cTn id="40" presetID="53" presetClass="entr" presetSubtype="16" fill="hold" nodeType="withEffect">
                                      <p:stCondLst>
                                        <p:cond delay="1200"/>
                                      </p:stCondLst>
                                      <p:childTnLst>
                                        <p:set>
                                          <p:cBhvr>
                                            <p:cTn id="41" dur="1" fill="hold">
                                              <p:stCondLst>
                                                <p:cond delay="0"/>
                                              </p:stCondLst>
                                            </p:cTn>
                                            <p:tgtEl>
                                              <p:spTgt spid="61"/>
                                            </p:tgtEl>
                                            <p:attrNameLst>
                                              <p:attrName>style.visibility</p:attrName>
                                            </p:attrNameLst>
                                          </p:cBhvr>
                                          <p:to>
                                            <p:strVal val="visible"/>
                                          </p:to>
                                        </p:set>
                                        <p:anim calcmode="lin" valueType="num">
                                          <p:cBhvr>
                                            <p:cTn id="42" dur="300" fill="hold"/>
                                            <p:tgtEl>
                                              <p:spTgt spid="61"/>
                                            </p:tgtEl>
                                            <p:attrNameLst>
                                              <p:attrName>ppt_w</p:attrName>
                                            </p:attrNameLst>
                                          </p:cBhvr>
                                          <p:tavLst>
                                            <p:tav tm="0">
                                              <p:val>
                                                <p:fltVal val="0"/>
                                              </p:val>
                                            </p:tav>
                                            <p:tav tm="100000">
                                              <p:val>
                                                <p:strVal val="#ppt_w"/>
                                              </p:val>
                                            </p:tav>
                                          </p:tavLst>
                                        </p:anim>
                                        <p:anim calcmode="lin" valueType="num">
                                          <p:cBhvr>
                                            <p:cTn id="43" dur="300" fill="hold"/>
                                            <p:tgtEl>
                                              <p:spTgt spid="61"/>
                                            </p:tgtEl>
                                            <p:attrNameLst>
                                              <p:attrName>ppt_h</p:attrName>
                                            </p:attrNameLst>
                                          </p:cBhvr>
                                          <p:tavLst>
                                            <p:tav tm="0">
                                              <p:val>
                                                <p:fltVal val="0"/>
                                              </p:val>
                                            </p:tav>
                                            <p:tav tm="100000">
                                              <p:val>
                                                <p:strVal val="#ppt_h"/>
                                              </p:val>
                                            </p:tav>
                                          </p:tavLst>
                                        </p:anim>
                                        <p:animEffect transition="in" filter="fade">
                                          <p:cBhvr>
                                            <p:cTn id="44" dur="300"/>
                                            <p:tgtEl>
                                              <p:spTgt spid="61"/>
                                            </p:tgtEl>
                                          </p:cBhvr>
                                        </p:animEffect>
                                      </p:childTnLst>
                                    </p:cTn>
                                  </p:par>
                                  <p:par>
                                    <p:cTn id="45" presetID="6" presetClass="emph" presetSubtype="0" autoRev="1" fill="hold" nodeType="withEffect">
                                      <p:stCondLst>
                                        <p:cond delay="1500"/>
                                      </p:stCondLst>
                                      <p:childTnLst>
                                        <p:animScale>
                                          <p:cBhvr>
                                            <p:cTn id="46" dur="150" fill="hold"/>
                                            <p:tgtEl>
                                              <p:spTgt spid="61"/>
                                            </p:tgtEl>
                                          </p:cBhvr>
                                          <p:by x="110000" y="110000"/>
                                        </p:animScale>
                                      </p:childTnLst>
                                    </p:cTn>
                                  </p:par>
                                  <p:par>
                                    <p:cTn id="47" presetID="53" presetClass="entr" presetSubtype="16" fill="hold" nodeType="withEffect">
                                      <p:stCondLst>
                                        <p:cond delay="1200"/>
                                      </p:stCondLst>
                                      <p:childTnLst>
                                        <p:set>
                                          <p:cBhvr>
                                            <p:cTn id="48" dur="1" fill="hold">
                                              <p:stCondLst>
                                                <p:cond delay="0"/>
                                              </p:stCondLst>
                                            </p:cTn>
                                            <p:tgtEl>
                                              <p:spTgt spid="38"/>
                                            </p:tgtEl>
                                            <p:attrNameLst>
                                              <p:attrName>style.visibility</p:attrName>
                                            </p:attrNameLst>
                                          </p:cBhvr>
                                          <p:to>
                                            <p:strVal val="visible"/>
                                          </p:to>
                                        </p:set>
                                        <p:anim calcmode="lin" valueType="num">
                                          <p:cBhvr>
                                            <p:cTn id="49" dur="300" fill="hold"/>
                                            <p:tgtEl>
                                              <p:spTgt spid="38"/>
                                            </p:tgtEl>
                                            <p:attrNameLst>
                                              <p:attrName>ppt_w</p:attrName>
                                            </p:attrNameLst>
                                          </p:cBhvr>
                                          <p:tavLst>
                                            <p:tav tm="0">
                                              <p:val>
                                                <p:fltVal val="0"/>
                                              </p:val>
                                            </p:tav>
                                            <p:tav tm="100000">
                                              <p:val>
                                                <p:strVal val="#ppt_w"/>
                                              </p:val>
                                            </p:tav>
                                          </p:tavLst>
                                        </p:anim>
                                        <p:anim calcmode="lin" valueType="num">
                                          <p:cBhvr>
                                            <p:cTn id="50" dur="300" fill="hold"/>
                                            <p:tgtEl>
                                              <p:spTgt spid="38"/>
                                            </p:tgtEl>
                                            <p:attrNameLst>
                                              <p:attrName>ppt_h</p:attrName>
                                            </p:attrNameLst>
                                          </p:cBhvr>
                                          <p:tavLst>
                                            <p:tav tm="0">
                                              <p:val>
                                                <p:fltVal val="0"/>
                                              </p:val>
                                            </p:tav>
                                            <p:tav tm="100000">
                                              <p:val>
                                                <p:strVal val="#ppt_h"/>
                                              </p:val>
                                            </p:tav>
                                          </p:tavLst>
                                        </p:anim>
                                        <p:animEffect transition="in" filter="fade">
                                          <p:cBhvr>
                                            <p:cTn id="51" dur="300"/>
                                            <p:tgtEl>
                                              <p:spTgt spid="38"/>
                                            </p:tgtEl>
                                          </p:cBhvr>
                                        </p:animEffect>
                                      </p:childTnLst>
                                    </p:cTn>
                                  </p:par>
                                  <p:par>
                                    <p:cTn id="52" presetID="6" presetClass="emph" presetSubtype="0" autoRev="1" fill="hold" nodeType="withEffect">
                                      <p:stCondLst>
                                        <p:cond delay="1500"/>
                                      </p:stCondLst>
                                      <p:childTnLst>
                                        <p:animScale>
                                          <p:cBhvr>
                                            <p:cTn id="53" dur="150" fill="hold"/>
                                            <p:tgtEl>
                                              <p:spTgt spid="38"/>
                                            </p:tgtEl>
                                          </p:cBhvr>
                                          <p:by x="110000" y="110000"/>
                                        </p:animScale>
                                      </p:childTnLst>
                                    </p:cTn>
                                  </p:par>
                                  <p:par>
                                    <p:cTn id="54" presetID="53" presetClass="entr" presetSubtype="16" fill="hold" nodeType="withEffect">
                                      <p:stCondLst>
                                        <p:cond delay="1500"/>
                                      </p:stCondLst>
                                      <p:childTnLst>
                                        <p:set>
                                          <p:cBhvr>
                                            <p:cTn id="55" dur="1" fill="hold">
                                              <p:stCondLst>
                                                <p:cond delay="0"/>
                                              </p:stCondLst>
                                            </p:cTn>
                                            <p:tgtEl>
                                              <p:spTgt spid="68"/>
                                            </p:tgtEl>
                                            <p:attrNameLst>
                                              <p:attrName>style.visibility</p:attrName>
                                            </p:attrNameLst>
                                          </p:cBhvr>
                                          <p:to>
                                            <p:strVal val="visible"/>
                                          </p:to>
                                        </p:set>
                                        <p:anim calcmode="lin" valueType="num">
                                          <p:cBhvr>
                                            <p:cTn id="56" dur="300" fill="hold"/>
                                            <p:tgtEl>
                                              <p:spTgt spid="68"/>
                                            </p:tgtEl>
                                            <p:attrNameLst>
                                              <p:attrName>ppt_w</p:attrName>
                                            </p:attrNameLst>
                                          </p:cBhvr>
                                          <p:tavLst>
                                            <p:tav tm="0">
                                              <p:val>
                                                <p:fltVal val="0"/>
                                              </p:val>
                                            </p:tav>
                                            <p:tav tm="100000">
                                              <p:val>
                                                <p:strVal val="#ppt_w"/>
                                              </p:val>
                                            </p:tav>
                                          </p:tavLst>
                                        </p:anim>
                                        <p:anim calcmode="lin" valueType="num">
                                          <p:cBhvr>
                                            <p:cTn id="57" dur="300" fill="hold"/>
                                            <p:tgtEl>
                                              <p:spTgt spid="68"/>
                                            </p:tgtEl>
                                            <p:attrNameLst>
                                              <p:attrName>ppt_h</p:attrName>
                                            </p:attrNameLst>
                                          </p:cBhvr>
                                          <p:tavLst>
                                            <p:tav tm="0">
                                              <p:val>
                                                <p:fltVal val="0"/>
                                              </p:val>
                                            </p:tav>
                                            <p:tav tm="100000">
                                              <p:val>
                                                <p:strVal val="#ppt_h"/>
                                              </p:val>
                                            </p:tav>
                                          </p:tavLst>
                                        </p:anim>
                                        <p:animEffect transition="in" filter="fade">
                                          <p:cBhvr>
                                            <p:cTn id="58" dur="300"/>
                                            <p:tgtEl>
                                              <p:spTgt spid="68"/>
                                            </p:tgtEl>
                                          </p:cBhvr>
                                        </p:animEffect>
                                      </p:childTnLst>
                                    </p:cTn>
                                  </p:par>
                                  <p:par>
                                    <p:cTn id="59" presetID="6" presetClass="emph" presetSubtype="0" autoRev="1" fill="hold" nodeType="withEffect">
                                      <p:stCondLst>
                                        <p:cond delay="1800"/>
                                      </p:stCondLst>
                                      <p:childTnLst>
                                        <p:animScale>
                                          <p:cBhvr>
                                            <p:cTn id="60" dur="150" fill="hold"/>
                                            <p:tgtEl>
                                              <p:spTgt spid="68"/>
                                            </p:tgtEl>
                                          </p:cBhvr>
                                          <p:by x="110000" y="110000"/>
                                        </p:animScale>
                                      </p:childTnLst>
                                    </p:cTn>
                                  </p:par>
                                  <p:par>
                                    <p:cTn id="61" presetID="2" presetClass="entr" presetSubtype="2" fill="hold" grpId="0" nodeType="withEffect" p14:presetBounceEnd="60000">
                                      <p:stCondLst>
                                        <p:cond delay="1800"/>
                                      </p:stCondLst>
                                      <p:childTnLst>
                                        <p:set>
                                          <p:cBhvr>
                                            <p:cTn id="62" dur="1" fill="hold">
                                              <p:stCondLst>
                                                <p:cond delay="0"/>
                                              </p:stCondLst>
                                            </p:cTn>
                                            <p:tgtEl>
                                              <p:spTgt spid="54"/>
                                            </p:tgtEl>
                                            <p:attrNameLst>
                                              <p:attrName>style.visibility</p:attrName>
                                            </p:attrNameLst>
                                          </p:cBhvr>
                                          <p:to>
                                            <p:strVal val="visible"/>
                                          </p:to>
                                        </p:set>
                                        <p:anim calcmode="lin" valueType="num" p14:bounceEnd="60000">
                                          <p:cBhvr additive="base">
                                            <p:cTn id="63" dur="500" fill="hold"/>
                                            <p:tgtEl>
                                              <p:spTgt spid="54"/>
                                            </p:tgtEl>
                                            <p:attrNameLst>
                                              <p:attrName>ppt_x</p:attrName>
                                            </p:attrNameLst>
                                          </p:cBhvr>
                                          <p:tavLst>
                                            <p:tav tm="0">
                                              <p:val>
                                                <p:strVal val="1+#ppt_w/2"/>
                                              </p:val>
                                            </p:tav>
                                            <p:tav tm="100000">
                                              <p:val>
                                                <p:strVal val="#ppt_x"/>
                                              </p:val>
                                            </p:tav>
                                          </p:tavLst>
                                        </p:anim>
                                        <p:anim calcmode="lin" valueType="num" p14:bounceEnd="60000">
                                          <p:cBhvr additive="base">
                                            <p:cTn id="64" dur="500" fill="hold"/>
                                            <p:tgtEl>
                                              <p:spTgt spid="54"/>
                                            </p:tgtEl>
                                            <p:attrNameLst>
                                              <p:attrName>ppt_y</p:attrName>
                                            </p:attrNameLst>
                                          </p:cBhvr>
                                          <p:tavLst>
                                            <p:tav tm="0">
                                              <p:val>
                                                <p:strVal val="#ppt_y"/>
                                              </p:val>
                                            </p:tav>
                                            <p:tav tm="100000">
                                              <p:val>
                                                <p:strVal val="#ppt_y"/>
                                              </p:val>
                                            </p:tav>
                                          </p:tavLst>
                                        </p:anim>
                                      </p:childTnLst>
                                    </p:cTn>
                                  </p:par>
                                  <p:par>
                                    <p:cTn id="65" presetID="55" presetClass="entr" presetSubtype="0" fill="hold" grpId="0" nodeType="withEffect">
                                      <p:stCondLst>
                                        <p:cond delay="2200"/>
                                      </p:stCondLst>
                                      <p:childTnLst>
                                        <p:set>
                                          <p:cBhvr>
                                            <p:cTn id="66" dur="1" fill="hold">
                                              <p:stCondLst>
                                                <p:cond delay="0"/>
                                              </p:stCondLst>
                                            </p:cTn>
                                            <p:tgtEl>
                                              <p:spTgt spid="53"/>
                                            </p:tgtEl>
                                            <p:attrNameLst>
                                              <p:attrName>style.visibility</p:attrName>
                                            </p:attrNameLst>
                                          </p:cBhvr>
                                          <p:to>
                                            <p:strVal val="visible"/>
                                          </p:to>
                                        </p:set>
                                        <p:anim calcmode="lin" valueType="num">
                                          <p:cBhvr>
                                            <p:cTn id="67" dur="500" fill="hold"/>
                                            <p:tgtEl>
                                              <p:spTgt spid="53"/>
                                            </p:tgtEl>
                                            <p:attrNameLst>
                                              <p:attrName>ppt_w</p:attrName>
                                            </p:attrNameLst>
                                          </p:cBhvr>
                                          <p:tavLst>
                                            <p:tav tm="0">
                                              <p:val>
                                                <p:strVal val="#ppt_w*0.70"/>
                                              </p:val>
                                            </p:tav>
                                            <p:tav tm="100000">
                                              <p:val>
                                                <p:strVal val="#ppt_w"/>
                                              </p:val>
                                            </p:tav>
                                          </p:tavLst>
                                        </p:anim>
                                        <p:anim calcmode="lin" valueType="num">
                                          <p:cBhvr>
                                            <p:cTn id="68" dur="500" fill="hold"/>
                                            <p:tgtEl>
                                              <p:spTgt spid="53"/>
                                            </p:tgtEl>
                                            <p:attrNameLst>
                                              <p:attrName>ppt_h</p:attrName>
                                            </p:attrNameLst>
                                          </p:cBhvr>
                                          <p:tavLst>
                                            <p:tav tm="0">
                                              <p:val>
                                                <p:strVal val="#ppt_h"/>
                                              </p:val>
                                            </p:tav>
                                            <p:tav tm="100000">
                                              <p:val>
                                                <p:strVal val="#ppt_h"/>
                                              </p:val>
                                            </p:tav>
                                          </p:tavLst>
                                        </p:anim>
                                        <p:animEffect transition="in" filter="fade">
                                          <p:cBhvr>
                                            <p:cTn id="69" dur="500"/>
                                            <p:tgtEl>
                                              <p:spTgt spid="53"/>
                                            </p:tgtEl>
                                          </p:cBhvr>
                                        </p:animEffect>
                                      </p:childTnLst>
                                    </p:cTn>
                                  </p:par>
                                  <p:par>
                                    <p:cTn id="70" presetID="2" presetClass="entr" presetSubtype="2" fill="hold" grpId="0" nodeType="withEffect" p14:presetBounceEnd="60000">
                                      <p:stCondLst>
                                        <p:cond delay="1800"/>
                                      </p:stCondLst>
                                      <p:childTnLst>
                                        <p:set>
                                          <p:cBhvr>
                                            <p:cTn id="71" dur="1" fill="hold">
                                              <p:stCondLst>
                                                <p:cond delay="0"/>
                                              </p:stCondLst>
                                            </p:cTn>
                                            <p:tgtEl>
                                              <p:spTgt spid="56"/>
                                            </p:tgtEl>
                                            <p:attrNameLst>
                                              <p:attrName>style.visibility</p:attrName>
                                            </p:attrNameLst>
                                          </p:cBhvr>
                                          <p:to>
                                            <p:strVal val="visible"/>
                                          </p:to>
                                        </p:set>
                                        <p:anim calcmode="lin" valueType="num" p14:bounceEnd="60000">
                                          <p:cBhvr additive="base">
                                            <p:cTn id="72" dur="500" fill="hold"/>
                                            <p:tgtEl>
                                              <p:spTgt spid="56"/>
                                            </p:tgtEl>
                                            <p:attrNameLst>
                                              <p:attrName>ppt_x</p:attrName>
                                            </p:attrNameLst>
                                          </p:cBhvr>
                                          <p:tavLst>
                                            <p:tav tm="0">
                                              <p:val>
                                                <p:strVal val="1+#ppt_w/2"/>
                                              </p:val>
                                            </p:tav>
                                            <p:tav tm="100000">
                                              <p:val>
                                                <p:strVal val="#ppt_x"/>
                                              </p:val>
                                            </p:tav>
                                          </p:tavLst>
                                        </p:anim>
                                        <p:anim calcmode="lin" valueType="num" p14:bounceEnd="60000">
                                          <p:cBhvr additive="base">
                                            <p:cTn id="73" dur="500" fill="hold"/>
                                            <p:tgtEl>
                                              <p:spTgt spid="56"/>
                                            </p:tgtEl>
                                            <p:attrNameLst>
                                              <p:attrName>ppt_y</p:attrName>
                                            </p:attrNameLst>
                                          </p:cBhvr>
                                          <p:tavLst>
                                            <p:tav tm="0">
                                              <p:val>
                                                <p:strVal val="#ppt_y"/>
                                              </p:val>
                                            </p:tav>
                                            <p:tav tm="100000">
                                              <p:val>
                                                <p:strVal val="#ppt_y"/>
                                              </p:val>
                                            </p:tav>
                                          </p:tavLst>
                                        </p:anim>
                                      </p:childTnLst>
                                    </p:cTn>
                                  </p:par>
                                  <p:par>
                                    <p:cTn id="74" presetID="55" presetClass="entr" presetSubtype="0" fill="hold" grpId="0" nodeType="withEffect">
                                      <p:stCondLst>
                                        <p:cond delay="2200"/>
                                      </p:stCondLst>
                                      <p:childTnLst>
                                        <p:set>
                                          <p:cBhvr>
                                            <p:cTn id="75" dur="1" fill="hold">
                                              <p:stCondLst>
                                                <p:cond delay="0"/>
                                              </p:stCondLst>
                                            </p:cTn>
                                            <p:tgtEl>
                                              <p:spTgt spid="55"/>
                                            </p:tgtEl>
                                            <p:attrNameLst>
                                              <p:attrName>style.visibility</p:attrName>
                                            </p:attrNameLst>
                                          </p:cBhvr>
                                          <p:to>
                                            <p:strVal val="visible"/>
                                          </p:to>
                                        </p:set>
                                        <p:anim calcmode="lin" valueType="num">
                                          <p:cBhvr>
                                            <p:cTn id="76" dur="500" fill="hold"/>
                                            <p:tgtEl>
                                              <p:spTgt spid="55"/>
                                            </p:tgtEl>
                                            <p:attrNameLst>
                                              <p:attrName>ppt_w</p:attrName>
                                            </p:attrNameLst>
                                          </p:cBhvr>
                                          <p:tavLst>
                                            <p:tav tm="0">
                                              <p:val>
                                                <p:strVal val="#ppt_w*0.70"/>
                                              </p:val>
                                            </p:tav>
                                            <p:tav tm="100000">
                                              <p:val>
                                                <p:strVal val="#ppt_w"/>
                                              </p:val>
                                            </p:tav>
                                          </p:tavLst>
                                        </p:anim>
                                        <p:anim calcmode="lin" valueType="num">
                                          <p:cBhvr>
                                            <p:cTn id="77" dur="500" fill="hold"/>
                                            <p:tgtEl>
                                              <p:spTgt spid="55"/>
                                            </p:tgtEl>
                                            <p:attrNameLst>
                                              <p:attrName>ppt_h</p:attrName>
                                            </p:attrNameLst>
                                          </p:cBhvr>
                                          <p:tavLst>
                                            <p:tav tm="0">
                                              <p:val>
                                                <p:strVal val="#ppt_h"/>
                                              </p:val>
                                            </p:tav>
                                            <p:tav tm="100000">
                                              <p:val>
                                                <p:strVal val="#ppt_h"/>
                                              </p:val>
                                            </p:tav>
                                          </p:tavLst>
                                        </p:anim>
                                        <p:animEffect transition="in" filter="fade">
                                          <p:cBhvr>
                                            <p:cTn id="78" dur="500"/>
                                            <p:tgtEl>
                                              <p:spTgt spid="55"/>
                                            </p:tgtEl>
                                          </p:cBhvr>
                                        </p:animEffect>
                                      </p:childTnLst>
                                    </p:cTn>
                                  </p:par>
                                  <p:par>
                                    <p:cTn id="79" presetID="2" presetClass="entr" presetSubtype="8" fill="hold" grpId="0" nodeType="withEffect" p14:presetBounceEnd="60000">
                                      <p:stCondLst>
                                        <p:cond delay="1800"/>
                                      </p:stCondLst>
                                      <p:childTnLst>
                                        <p:set>
                                          <p:cBhvr>
                                            <p:cTn id="80" dur="1" fill="hold">
                                              <p:stCondLst>
                                                <p:cond delay="0"/>
                                              </p:stCondLst>
                                            </p:cTn>
                                            <p:tgtEl>
                                              <p:spTgt spid="58"/>
                                            </p:tgtEl>
                                            <p:attrNameLst>
                                              <p:attrName>style.visibility</p:attrName>
                                            </p:attrNameLst>
                                          </p:cBhvr>
                                          <p:to>
                                            <p:strVal val="visible"/>
                                          </p:to>
                                        </p:set>
                                        <p:anim calcmode="lin" valueType="num" p14:bounceEnd="60000">
                                          <p:cBhvr additive="base">
                                            <p:cTn id="81" dur="500" fill="hold"/>
                                            <p:tgtEl>
                                              <p:spTgt spid="58"/>
                                            </p:tgtEl>
                                            <p:attrNameLst>
                                              <p:attrName>ppt_x</p:attrName>
                                            </p:attrNameLst>
                                          </p:cBhvr>
                                          <p:tavLst>
                                            <p:tav tm="0">
                                              <p:val>
                                                <p:strVal val="0-#ppt_w/2"/>
                                              </p:val>
                                            </p:tav>
                                            <p:tav tm="100000">
                                              <p:val>
                                                <p:strVal val="#ppt_x"/>
                                              </p:val>
                                            </p:tav>
                                          </p:tavLst>
                                        </p:anim>
                                        <p:anim calcmode="lin" valueType="num" p14:bounceEnd="60000">
                                          <p:cBhvr additive="base">
                                            <p:cTn id="82" dur="500" fill="hold"/>
                                            <p:tgtEl>
                                              <p:spTgt spid="58"/>
                                            </p:tgtEl>
                                            <p:attrNameLst>
                                              <p:attrName>ppt_y</p:attrName>
                                            </p:attrNameLst>
                                          </p:cBhvr>
                                          <p:tavLst>
                                            <p:tav tm="0">
                                              <p:val>
                                                <p:strVal val="#ppt_y"/>
                                              </p:val>
                                            </p:tav>
                                            <p:tav tm="100000">
                                              <p:val>
                                                <p:strVal val="#ppt_y"/>
                                              </p:val>
                                            </p:tav>
                                          </p:tavLst>
                                        </p:anim>
                                      </p:childTnLst>
                                    </p:cTn>
                                  </p:par>
                                  <p:par>
                                    <p:cTn id="83" presetID="55" presetClass="entr" presetSubtype="0" fill="hold" grpId="0" nodeType="withEffect">
                                      <p:stCondLst>
                                        <p:cond delay="2200"/>
                                      </p:stCondLst>
                                      <p:childTnLst>
                                        <p:set>
                                          <p:cBhvr>
                                            <p:cTn id="84" dur="1" fill="hold">
                                              <p:stCondLst>
                                                <p:cond delay="0"/>
                                              </p:stCondLst>
                                            </p:cTn>
                                            <p:tgtEl>
                                              <p:spTgt spid="57"/>
                                            </p:tgtEl>
                                            <p:attrNameLst>
                                              <p:attrName>style.visibility</p:attrName>
                                            </p:attrNameLst>
                                          </p:cBhvr>
                                          <p:to>
                                            <p:strVal val="visible"/>
                                          </p:to>
                                        </p:set>
                                        <p:anim calcmode="lin" valueType="num">
                                          <p:cBhvr>
                                            <p:cTn id="85" dur="500" fill="hold"/>
                                            <p:tgtEl>
                                              <p:spTgt spid="57"/>
                                            </p:tgtEl>
                                            <p:attrNameLst>
                                              <p:attrName>ppt_w</p:attrName>
                                            </p:attrNameLst>
                                          </p:cBhvr>
                                          <p:tavLst>
                                            <p:tav tm="0">
                                              <p:val>
                                                <p:strVal val="#ppt_w*0.70"/>
                                              </p:val>
                                            </p:tav>
                                            <p:tav tm="100000">
                                              <p:val>
                                                <p:strVal val="#ppt_w"/>
                                              </p:val>
                                            </p:tav>
                                          </p:tavLst>
                                        </p:anim>
                                        <p:anim calcmode="lin" valueType="num">
                                          <p:cBhvr>
                                            <p:cTn id="86" dur="500" fill="hold"/>
                                            <p:tgtEl>
                                              <p:spTgt spid="57"/>
                                            </p:tgtEl>
                                            <p:attrNameLst>
                                              <p:attrName>ppt_h</p:attrName>
                                            </p:attrNameLst>
                                          </p:cBhvr>
                                          <p:tavLst>
                                            <p:tav tm="0">
                                              <p:val>
                                                <p:strVal val="#ppt_h"/>
                                              </p:val>
                                            </p:tav>
                                            <p:tav tm="100000">
                                              <p:val>
                                                <p:strVal val="#ppt_h"/>
                                              </p:val>
                                            </p:tav>
                                          </p:tavLst>
                                        </p:anim>
                                        <p:animEffect transition="in" filter="fade">
                                          <p:cBhvr>
                                            <p:cTn id="87" dur="500"/>
                                            <p:tgtEl>
                                              <p:spTgt spid="57"/>
                                            </p:tgtEl>
                                          </p:cBhvr>
                                        </p:animEffect>
                                      </p:childTnLst>
                                    </p:cTn>
                                  </p:par>
                                  <p:par>
                                    <p:cTn id="88" presetID="2" presetClass="entr" presetSubtype="8" fill="hold" grpId="0" nodeType="withEffect" p14:presetBounceEnd="60000">
                                      <p:stCondLst>
                                        <p:cond delay="1800"/>
                                      </p:stCondLst>
                                      <p:childTnLst>
                                        <p:set>
                                          <p:cBhvr>
                                            <p:cTn id="89" dur="1" fill="hold">
                                              <p:stCondLst>
                                                <p:cond delay="0"/>
                                              </p:stCondLst>
                                            </p:cTn>
                                            <p:tgtEl>
                                              <p:spTgt spid="60"/>
                                            </p:tgtEl>
                                            <p:attrNameLst>
                                              <p:attrName>style.visibility</p:attrName>
                                            </p:attrNameLst>
                                          </p:cBhvr>
                                          <p:to>
                                            <p:strVal val="visible"/>
                                          </p:to>
                                        </p:set>
                                        <p:anim calcmode="lin" valueType="num" p14:bounceEnd="60000">
                                          <p:cBhvr additive="base">
                                            <p:cTn id="90" dur="500" fill="hold"/>
                                            <p:tgtEl>
                                              <p:spTgt spid="60"/>
                                            </p:tgtEl>
                                            <p:attrNameLst>
                                              <p:attrName>ppt_x</p:attrName>
                                            </p:attrNameLst>
                                          </p:cBhvr>
                                          <p:tavLst>
                                            <p:tav tm="0">
                                              <p:val>
                                                <p:strVal val="0-#ppt_w/2"/>
                                              </p:val>
                                            </p:tav>
                                            <p:tav tm="100000">
                                              <p:val>
                                                <p:strVal val="#ppt_x"/>
                                              </p:val>
                                            </p:tav>
                                          </p:tavLst>
                                        </p:anim>
                                        <p:anim calcmode="lin" valueType="num" p14:bounceEnd="60000">
                                          <p:cBhvr additive="base">
                                            <p:cTn id="91" dur="500" fill="hold"/>
                                            <p:tgtEl>
                                              <p:spTgt spid="60"/>
                                            </p:tgtEl>
                                            <p:attrNameLst>
                                              <p:attrName>ppt_y</p:attrName>
                                            </p:attrNameLst>
                                          </p:cBhvr>
                                          <p:tavLst>
                                            <p:tav tm="0">
                                              <p:val>
                                                <p:strVal val="#ppt_y"/>
                                              </p:val>
                                            </p:tav>
                                            <p:tav tm="100000">
                                              <p:val>
                                                <p:strVal val="#ppt_y"/>
                                              </p:val>
                                            </p:tav>
                                          </p:tavLst>
                                        </p:anim>
                                      </p:childTnLst>
                                    </p:cTn>
                                  </p:par>
                                  <p:par>
                                    <p:cTn id="92" presetID="55" presetClass="entr" presetSubtype="0" fill="hold" grpId="0" nodeType="withEffect">
                                      <p:stCondLst>
                                        <p:cond delay="2200"/>
                                      </p:stCondLst>
                                      <p:childTnLst>
                                        <p:set>
                                          <p:cBhvr>
                                            <p:cTn id="93" dur="1" fill="hold">
                                              <p:stCondLst>
                                                <p:cond delay="0"/>
                                              </p:stCondLst>
                                            </p:cTn>
                                            <p:tgtEl>
                                              <p:spTgt spid="59"/>
                                            </p:tgtEl>
                                            <p:attrNameLst>
                                              <p:attrName>style.visibility</p:attrName>
                                            </p:attrNameLst>
                                          </p:cBhvr>
                                          <p:to>
                                            <p:strVal val="visible"/>
                                          </p:to>
                                        </p:set>
                                        <p:anim calcmode="lin" valueType="num">
                                          <p:cBhvr>
                                            <p:cTn id="94" dur="500" fill="hold"/>
                                            <p:tgtEl>
                                              <p:spTgt spid="59"/>
                                            </p:tgtEl>
                                            <p:attrNameLst>
                                              <p:attrName>ppt_w</p:attrName>
                                            </p:attrNameLst>
                                          </p:cBhvr>
                                          <p:tavLst>
                                            <p:tav tm="0">
                                              <p:val>
                                                <p:strVal val="#ppt_w*0.70"/>
                                              </p:val>
                                            </p:tav>
                                            <p:tav tm="100000">
                                              <p:val>
                                                <p:strVal val="#ppt_w"/>
                                              </p:val>
                                            </p:tav>
                                          </p:tavLst>
                                        </p:anim>
                                        <p:anim calcmode="lin" valueType="num">
                                          <p:cBhvr>
                                            <p:cTn id="95" dur="500" fill="hold"/>
                                            <p:tgtEl>
                                              <p:spTgt spid="59"/>
                                            </p:tgtEl>
                                            <p:attrNameLst>
                                              <p:attrName>ppt_h</p:attrName>
                                            </p:attrNameLst>
                                          </p:cBhvr>
                                          <p:tavLst>
                                            <p:tav tm="0">
                                              <p:val>
                                                <p:strVal val="#ppt_h"/>
                                              </p:val>
                                            </p:tav>
                                            <p:tav tm="100000">
                                              <p:val>
                                                <p:strVal val="#ppt_h"/>
                                              </p:val>
                                            </p:tav>
                                          </p:tavLst>
                                        </p:anim>
                                        <p:animEffect transition="in" filter="fade">
                                          <p:cBhvr>
                                            <p:cTn id="96" dur="500"/>
                                            <p:tgtEl>
                                              <p:spTgt spid="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p:bldP spid="54" grpId="0" animBg="1"/>
          <p:bldP spid="55" grpId="0"/>
          <p:bldP spid="56" grpId="0" animBg="1"/>
          <p:bldP spid="57" grpId="0"/>
          <p:bldP spid="58" grpId="0" animBg="1"/>
          <p:bldP spid="59" grpId="0"/>
          <p:bldP spid="60" grpId="0" animBg="1"/>
          <p:bldP spid="64" grpId="0" animBg="1"/>
          <p:bldP spid="64" grpId="1"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50"/>
                                            </p:tgtEl>
                                            <p:attrNameLst>
                                              <p:attrName>style.visibility</p:attrName>
                                            </p:attrNameLst>
                                          </p:cBhvr>
                                          <p:to>
                                            <p:strVal val="visible"/>
                                          </p:to>
                                        </p:set>
                                        <p:anim calcmode="lin" valueType="num">
                                          <p:cBhvr>
                                            <p:cTn id="7" dur="300" fill="hold"/>
                                            <p:tgtEl>
                                              <p:spTgt spid="50"/>
                                            </p:tgtEl>
                                            <p:attrNameLst>
                                              <p:attrName>ppt_w</p:attrName>
                                            </p:attrNameLst>
                                          </p:cBhvr>
                                          <p:tavLst>
                                            <p:tav tm="0">
                                              <p:val>
                                                <p:fltVal val="0"/>
                                              </p:val>
                                            </p:tav>
                                            <p:tav tm="100000">
                                              <p:val>
                                                <p:strVal val="#ppt_w"/>
                                              </p:val>
                                            </p:tav>
                                          </p:tavLst>
                                        </p:anim>
                                        <p:anim calcmode="lin" valueType="num">
                                          <p:cBhvr>
                                            <p:cTn id="8" dur="300" fill="hold"/>
                                            <p:tgtEl>
                                              <p:spTgt spid="50"/>
                                            </p:tgtEl>
                                            <p:attrNameLst>
                                              <p:attrName>ppt_h</p:attrName>
                                            </p:attrNameLst>
                                          </p:cBhvr>
                                          <p:tavLst>
                                            <p:tav tm="0">
                                              <p:val>
                                                <p:fltVal val="0"/>
                                              </p:val>
                                            </p:tav>
                                            <p:tav tm="100000">
                                              <p:val>
                                                <p:strVal val="#ppt_h"/>
                                              </p:val>
                                            </p:tav>
                                          </p:tavLst>
                                        </p:anim>
                                        <p:animEffect transition="in" filter="fade">
                                          <p:cBhvr>
                                            <p:cTn id="9" dur="300"/>
                                            <p:tgtEl>
                                              <p:spTgt spid="50"/>
                                            </p:tgtEl>
                                          </p:cBhvr>
                                        </p:animEffect>
                                      </p:childTnLst>
                                    </p:cTn>
                                  </p:par>
                                  <p:par>
                                    <p:cTn id="10" presetID="6" presetClass="emph" presetSubtype="0" autoRev="1" fill="hold" nodeType="withEffect">
                                      <p:stCondLst>
                                        <p:cond delay="300"/>
                                      </p:stCondLst>
                                      <p:childTnLst>
                                        <p:animScale>
                                          <p:cBhvr>
                                            <p:cTn id="11" dur="150" fill="hold"/>
                                            <p:tgtEl>
                                              <p:spTgt spid="50"/>
                                            </p:tgtEl>
                                          </p:cBhvr>
                                          <p:by x="110000" y="110000"/>
                                        </p:animScale>
                                      </p:childTnLst>
                                    </p:cTn>
                                  </p:par>
                                  <p:par>
                                    <p:cTn id="12" presetID="53" presetClass="entr" presetSubtype="16" fill="hold" grpId="0" nodeType="withEffect">
                                      <p:stCondLst>
                                        <p:cond delay="300"/>
                                      </p:stCondLst>
                                      <p:childTnLst>
                                        <p:set>
                                          <p:cBhvr>
                                            <p:cTn id="13" dur="1" fill="hold">
                                              <p:stCondLst>
                                                <p:cond delay="0"/>
                                              </p:stCondLst>
                                            </p:cTn>
                                            <p:tgtEl>
                                              <p:spTgt spid="64"/>
                                            </p:tgtEl>
                                            <p:attrNameLst>
                                              <p:attrName>style.visibility</p:attrName>
                                            </p:attrNameLst>
                                          </p:cBhvr>
                                          <p:to>
                                            <p:strVal val="visible"/>
                                          </p:to>
                                        </p:set>
                                        <p:anim calcmode="lin" valueType="num">
                                          <p:cBhvr>
                                            <p:cTn id="14" dur="300" fill="hold"/>
                                            <p:tgtEl>
                                              <p:spTgt spid="64"/>
                                            </p:tgtEl>
                                            <p:attrNameLst>
                                              <p:attrName>ppt_w</p:attrName>
                                            </p:attrNameLst>
                                          </p:cBhvr>
                                          <p:tavLst>
                                            <p:tav tm="0">
                                              <p:val>
                                                <p:fltVal val="0"/>
                                              </p:val>
                                            </p:tav>
                                            <p:tav tm="100000">
                                              <p:val>
                                                <p:strVal val="#ppt_w"/>
                                              </p:val>
                                            </p:tav>
                                          </p:tavLst>
                                        </p:anim>
                                        <p:anim calcmode="lin" valueType="num">
                                          <p:cBhvr>
                                            <p:cTn id="15" dur="300" fill="hold"/>
                                            <p:tgtEl>
                                              <p:spTgt spid="64"/>
                                            </p:tgtEl>
                                            <p:attrNameLst>
                                              <p:attrName>ppt_h</p:attrName>
                                            </p:attrNameLst>
                                          </p:cBhvr>
                                          <p:tavLst>
                                            <p:tav tm="0">
                                              <p:val>
                                                <p:fltVal val="0"/>
                                              </p:val>
                                            </p:tav>
                                            <p:tav tm="100000">
                                              <p:val>
                                                <p:strVal val="#ppt_h"/>
                                              </p:val>
                                            </p:tav>
                                          </p:tavLst>
                                        </p:anim>
                                        <p:animEffect transition="in" filter="fade">
                                          <p:cBhvr>
                                            <p:cTn id="16" dur="300"/>
                                            <p:tgtEl>
                                              <p:spTgt spid="64"/>
                                            </p:tgtEl>
                                          </p:cBhvr>
                                        </p:animEffect>
                                      </p:childTnLst>
                                    </p:cTn>
                                  </p:par>
                                  <p:par>
                                    <p:cTn id="17" presetID="6" presetClass="emph" presetSubtype="0" autoRev="1" fill="hold" grpId="1" nodeType="withEffect">
                                      <p:stCondLst>
                                        <p:cond delay="600"/>
                                      </p:stCondLst>
                                      <p:childTnLst>
                                        <p:animScale>
                                          <p:cBhvr>
                                            <p:cTn id="18" dur="150" fill="hold"/>
                                            <p:tgtEl>
                                              <p:spTgt spid="64"/>
                                            </p:tgtEl>
                                          </p:cBhvr>
                                          <p:by x="110000" y="110000"/>
                                        </p:animScale>
                                      </p:childTnLst>
                                    </p:cTn>
                                  </p:par>
                                  <p:par>
                                    <p:cTn id="19" presetID="53" presetClass="entr" presetSubtype="16" fill="hold" nodeType="withEffect">
                                      <p:stCondLst>
                                        <p:cond delay="300"/>
                                      </p:stCondLst>
                                      <p:childTnLst>
                                        <p:set>
                                          <p:cBhvr>
                                            <p:cTn id="20" dur="1" fill="hold">
                                              <p:stCondLst>
                                                <p:cond delay="0"/>
                                              </p:stCondLst>
                                            </p:cTn>
                                            <p:tgtEl>
                                              <p:spTgt spid="41"/>
                                            </p:tgtEl>
                                            <p:attrNameLst>
                                              <p:attrName>style.visibility</p:attrName>
                                            </p:attrNameLst>
                                          </p:cBhvr>
                                          <p:to>
                                            <p:strVal val="visible"/>
                                          </p:to>
                                        </p:set>
                                        <p:anim calcmode="lin" valueType="num">
                                          <p:cBhvr>
                                            <p:cTn id="21" dur="300" fill="hold"/>
                                            <p:tgtEl>
                                              <p:spTgt spid="41"/>
                                            </p:tgtEl>
                                            <p:attrNameLst>
                                              <p:attrName>ppt_w</p:attrName>
                                            </p:attrNameLst>
                                          </p:cBhvr>
                                          <p:tavLst>
                                            <p:tav tm="0">
                                              <p:val>
                                                <p:fltVal val="0"/>
                                              </p:val>
                                            </p:tav>
                                            <p:tav tm="100000">
                                              <p:val>
                                                <p:strVal val="#ppt_w"/>
                                              </p:val>
                                            </p:tav>
                                          </p:tavLst>
                                        </p:anim>
                                        <p:anim calcmode="lin" valueType="num">
                                          <p:cBhvr>
                                            <p:cTn id="22" dur="300" fill="hold"/>
                                            <p:tgtEl>
                                              <p:spTgt spid="41"/>
                                            </p:tgtEl>
                                            <p:attrNameLst>
                                              <p:attrName>ppt_h</p:attrName>
                                            </p:attrNameLst>
                                          </p:cBhvr>
                                          <p:tavLst>
                                            <p:tav tm="0">
                                              <p:val>
                                                <p:fltVal val="0"/>
                                              </p:val>
                                            </p:tav>
                                            <p:tav tm="100000">
                                              <p:val>
                                                <p:strVal val="#ppt_h"/>
                                              </p:val>
                                            </p:tav>
                                          </p:tavLst>
                                        </p:anim>
                                        <p:animEffect transition="in" filter="fade">
                                          <p:cBhvr>
                                            <p:cTn id="23" dur="300"/>
                                            <p:tgtEl>
                                              <p:spTgt spid="41"/>
                                            </p:tgtEl>
                                          </p:cBhvr>
                                        </p:animEffect>
                                      </p:childTnLst>
                                    </p:cTn>
                                  </p:par>
                                  <p:par>
                                    <p:cTn id="24" presetID="6" presetClass="emph" presetSubtype="0" autoRev="1" fill="hold" nodeType="withEffect">
                                      <p:stCondLst>
                                        <p:cond delay="600"/>
                                      </p:stCondLst>
                                      <p:childTnLst>
                                        <p:animScale>
                                          <p:cBhvr>
                                            <p:cTn id="25" dur="150" fill="hold"/>
                                            <p:tgtEl>
                                              <p:spTgt spid="41"/>
                                            </p:tgtEl>
                                          </p:cBhvr>
                                          <p:by x="110000" y="110000"/>
                                        </p:animScale>
                                      </p:childTnLst>
                                    </p:cTn>
                                  </p:par>
                                  <p:par>
                                    <p:cTn id="26" presetID="53" presetClass="entr" presetSubtype="16" fill="hold" nodeType="withEffect">
                                      <p:stCondLst>
                                        <p:cond delay="600"/>
                                      </p:stCondLst>
                                      <p:childTnLst>
                                        <p:set>
                                          <p:cBhvr>
                                            <p:cTn id="27" dur="1" fill="hold">
                                              <p:stCondLst>
                                                <p:cond delay="0"/>
                                              </p:stCondLst>
                                            </p:cTn>
                                            <p:tgtEl>
                                              <p:spTgt spid="65"/>
                                            </p:tgtEl>
                                            <p:attrNameLst>
                                              <p:attrName>style.visibility</p:attrName>
                                            </p:attrNameLst>
                                          </p:cBhvr>
                                          <p:to>
                                            <p:strVal val="visible"/>
                                          </p:to>
                                        </p:set>
                                        <p:anim calcmode="lin" valueType="num">
                                          <p:cBhvr>
                                            <p:cTn id="28" dur="300" fill="hold"/>
                                            <p:tgtEl>
                                              <p:spTgt spid="65"/>
                                            </p:tgtEl>
                                            <p:attrNameLst>
                                              <p:attrName>ppt_w</p:attrName>
                                            </p:attrNameLst>
                                          </p:cBhvr>
                                          <p:tavLst>
                                            <p:tav tm="0">
                                              <p:val>
                                                <p:fltVal val="0"/>
                                              </p:val>
                                            </p:tav>
                                            <p:tav tm="100000">
                                              <p:val>
                                                <p:strVal val="#ppt_w"/>
                                              </p:val>
                                            </p:tav>
                                          </p:tavLst>
                                        </p:anim>
                                        <p:anim calcmode="lin" valueType="num">
                                          <p:cBhvr>
                                            <p:cTn id="29" dur="300" fill="hold"/>
                                            <p:tgtEl>
                                              <p:spTgt spid="65"/>
                                            </p:tgtEl>
                                            <p:attrNameLst>
                                              <p:attrName>ppt_h</p:attrName>
                                            </p:attrNameLst>
                                          </p:cBhvr>
                                          <p:tavLst>
                                            <p:tav tm="0">
                                              <p:val>
                                                <p:fltVal val="0"/>
                                              </p:val>
                                            </p:tav>
                                            <p:tav tm="100000">
                                              <p:val>
                                                <p:strVal val="#ppt_h"/>
                                              </p:val>
                                            </p:tav>
                                          </p:tavLst>
                                        </p:anim>
                                        <p:animEffect transition="in" filter="fade">
                                          <p:cBhvr>
                                            <p:cTn id="30" dur="300"/>
                                            <p:tgtEl>
                                              <p:spTgt spid="65"/>
                                            </p:tgtEl>
                                          </p:cBhvr>
                                        </p:animEffect>
                                      </p:childTnLst>
                                    </p:cTn>
                                  </p:par>
                                  <p:par>
                                    <p:cTn id="31" presetID="6" presetClass="emph" presetSubtype="0" autoRev="1" fill="hold" nodeType="withEffect">
                                      <p:stCondLst>
                                        <p:cond delay="900"/>
                                      </p:stCondLst>
                                      <p:childTnLst>
                                        <p:animScale>
                                          <p:cBhvr>
                                            <p:cTn id="32" dur="150" fill="hold"/>
                                            <p:tgtEl>
                                              <p:spTgt spid="65"/>
                                            </p:tgtEl>
                                          </p:cBhvr>
                                          <p:by x="110000" y="110000"/>
                                        </p:animScale>
                                      </p:childTnLst>
                                    </p:cTn>
                                  </p:par>
                                  <p:par>
                                    <p:cTn id="33" presetID="53" presetClass="entr" presetSubtype="16" fill="hold" nodeType="withEffect">
                                      <p:stCondLst>
                                        <p:cond delay="900"/>
                                      </p:stCondLst>
                                      <p:childTnLst>
                                        <p:set>
                                          <p:cBhvr>
                                            <p:cTn id="34" dur="1" fill="hold">
                                              <p:stCondLst>
                                                <p:cond delay="0"/>
                                              </p:stCondLst>
                                            </p:cTn>
                                            <p:tgtEl>
                                              <p:spTgt spid="32"/>
                                            </p:tgtEl>
                                            <p:attrNameLst>
                                              <p:attrName>style.visibility</p:attrName>
                                            </p:attrNameLst>
                                          </p:cBhvr>
                                          <p:to>
                                            <p:strVal val="visible"/>
                                          </p:to>
                                        </p:set>
                                        <p:anim calcmode="lin" valueType="num">
                                          <p:cBhvr>
                                            <p:cTn id="35" dur="300" fill="hold"/>
                                            <p:tgtEl>
                                              <p:spTgt spid="32"/>
                                            </p:tgtEl>
                                            <p:attrNameLst>
                                              <p:attrName>ppt_w</p:attrName>
                                            </p:attrNameLst>
                                          </p:cBhvr>
                                          <p:tavLst>
                                            <p:tav tm="0">
                                              <p:val>
                                                <p:fltVal val="0"/>
                                              </p:val>
                                            </p:tav>
                                            <p:tav tm="100000">
                                              <p:val>
                                                <p:strVal val="#ppt_w"/>
                                              </p:val>
                                            </p:tav>
                                          </p:tavLst>
                                        </p:anim>
                                        <p:anim calcmode="lin" valueType="num">
                                          <p:cBhvr>
                                            <p:cTn id="36" dur="300" fill="hold"/>
                                            <p:tgtEl>
                                              <p:spTgt spid="32"/>
                                            </p:tgtEl>
                                            <p:attrNameLst>
                                              <p:attrName>ppt_h</p:attrName>
                                            </p:attrNameLst>
                                          </p:cBhvr>
                                          <p:tavLst>
                                            <p:tav tm="0">
                                              <p:val>
                                                <p:fltVal val="0"/>
                                              </p:val>
                                            </p:tav>
                                            <p:tav tm="100000">
                                              <p:val>
                                                <p:strVal val="#ppt_h"/>
                                              </p:val>
                                            </p:tav>
                                          </p:tavLst>
                                        </p:anim>
                                        <p:animEffect transition="in" filter="fade">
                                          <p:cBhvr>
                                            <p:cTn id="37" dur="300"/>
                                            <p:tgtEl>
                                              <p:spTgt spid="32"/>
                                            </p:tgtEl>
                                          </p:cBhvr>
                                        </p:animEffect>
                                      </p:childTnLst>
                                    </p:cTn>
                                  </p:par>
                                  <p:par>
                                    <p:cTn id="38" presetID="6" presetClass="emph" presetSubtype="0" autoRev="1" fill="hold" nodeType="withEffect">
                                      <p:stCondLst>
                                        <p:cond delay="1200"/>
                                      </p:stCondLst>
                                      <p:childTnLst>
                                        <p:animScale>
                                          <p:cBhvr>
                                            <p:cTn id="39" dur="150" fill="hold"/>
                                            <p:tgtEl>
                                              <p:spTgt spid="32"/>
                                            </p:tgtEl>
                                          </p:cBhvr>
                                          <p:by x="110000" y="110000"/>
                                        </p:animScale>
                                      </p:childTnLst>
                                    </p:cTn>
                                  </p:par>
                                  <p:par>
                                    <p:cTn id="40" presetID="53" presetClass="entr" presetSubtype="16" fill="hold" nodeType="withEffect">
                                      <p:stCondLst>
                                        <p:cond delay="1200"/>
                                      </p:stCondLst>
                                      <p:childTnLst>
                                        <p:set>
                                          <p:cBhvr>
                                            <p:cTn id="41" dur="1" fill="hold">
                                              <p:stCondLst>
                                                <p:cond delay="0"/>
                                              </p:stCondLst>
                                            </p:cTn>
                                            <p:tgtEl>
                                              <p:spTgt spid="61"/>
                                            </p:tgtEl>
                                            <p:attrNameLst>
                                              <p:attrName>style.visibility</p:attrName>
                                            </p:attrNameLst>
                                          </p:cBhvr>
                                          <p:to>
                                            <p:strVal val="visible"/>
                                          </p:to>
                                        </p:set>
                                        <p:anim calcmode="lin" valueType="num">
                                          <p:cBhvr>
                                            <p:cTn id="42" dur="300" fill="hold"/>
                                            <p:tgtEl>
                                              <p:spTgt spid="61"/>
                                            </p:tgtEl>
                                            <p:attrNameLst>
                                              <p:attrName>ppt_w</p:attrName>
                                            </p:attrNameLst>
                                          </p:cBhvr>
                                          <p:tavLst>
                                            <p:tav tm="0">
                                              <p:val>
                                                <p:fltVal val="0"/>
                                              </p:val>
                                            </p:tav>
                                            <p:tav tm="100000">
                                              <p:val>
                                                <p:strVal val="#ppt_w"/>
                                              </p:val>
                                            </p:tav>
                                          </p:tavLst>
                                        </p:anim>
                                        <p:anim calcmode="lin" valueType="num">
                                          <p:cBhvr>
                                            <p:cTn id="43" dur="300" fill="hold"/>
                                            <p:tgtEl>
                                              <p:spTgt spid="61"/>
                                            </p:tgtEl>
                                            <p:attrNameLst>
                                              <p:attrName>ppt_h</p:attrName>
                                            </p:attrNameLst>
                                          </p:cBhvr>
                                          <p:tavLst>
                                            <p:tav tm="0">
                                              <p:val>
                                                <p:fltVal val="0"/>
                                              </p:val>
                                            </p:tav>
                                            <p:tav tm="100000">
                                              <p:val>
                                                <p:strVal val="#ppt_h"/>
                                              </p:val>
                                            </p:tav>
                                          </p:tavLst>
                                        </p:anim>
                                        <p:animEffect transition="in" filter="fade">
                                          <p:cBhvr>
                                            <p:cTn id="44" dur="300"/>
                                            <p:tgtEl>
                                              <p:spTgt spid="61"/>
                                            </p:tgtEl>
                                          </p:cBhvr>
                                        </p:animEffect>
                                      </p:childTnLst>
                                    </p:cTn>
                                  </p:par>
                                  <p:par>
                                    <p:cTn id="45" presetID="6" presetClass="emph" presetSubtype="0" autoRev="1" fill="hold" nodeType="withEffect">
                                      <p:stCondLst>
                                        <p:cond delay="1500"/>
                                      </p:stCondLst>
                                      <p:childTnLst>
                                        <p:animScale>
                                          <p:cBhvr>
                                            <p:cTn id="46" dur="150" fill="hold"/>
                                            <p:tgtEl>
                                              <p:spTgt spid="61"/>
                                            </p:tgtEl>
                                          </p:cBhvr>
                                          <p:by x="110000" y="110000"/>
                                        </p:animScale>
                                      </p:childTnLst>
                                    </p:cTn>
                                  </p:par>
                                  <p:par>
                                    <p:cTn id="47" presetID="53" presetClass="entr" presetSubtype="16" fill="hold" nodeType="withEffect">
                                      <p:stCondLst>
                                        <p:cond delay="1200"/>
                                      </p:stCondLst>
                                      <p:childTnLst>
                                        <p:set>
                                          <p:cBhvr>
                                            <p:cTn id="48" dur="1" fill="hold">
                                              <p:stCondLst>
                                                <p:cond delay="0"/>
                                              </p:stCondLst>
                                            </p:cTn>
                                            <p:tgtEl>
                                              <p:spTgt spid="38"/>
                                            </p:tgtEl>
                                            <p:attrNameLst>
                                              <p:attrName>style.visibility</p:attrName>
                                            </p:attrNameLst>
                                          </p:cBhvr>
                                          <p:to>
                                            <p:strVal val="visible"/>
                                          </p:to>
                                        </p:set>
                                        <p:anim calcmode="lin" valueType="num">
                                          <p:cBhvr>
                                            <p:cTn id="49" dur="300" fill="hold"/>
                                            <p:tgtEl>
                                              <p:spTgt spid="38"/>
                                            </p:tgtEl>
                                            <p:attrNameLst>
                                              <p:attrName>ppt_w</p:attrName>
                                            </p:attrNameLst>
                                          </p:cBhvr>
                                          <p:tavLst>
                                            <p:tav tm="0">
                                              <p:val>
                                                <p:fltVal val="0"/>
                                              </p:val>
                                            </p:tav>
                                            <p:tav tm="100000">
                                              <p:val>
                                                <p:strVal val="#ppt_w"/>
                                              </p:val>
                                            </p:tav>
                                          </p:tavLst>
                                        </p:anim>
                                        <p:anim calcmode="lin" valueType="num">
                                          <p:cBhvr>
                                            <p:cTn id="50" dur="300" fill="hold"/>
                                            <p:tgtEl>
                                              <p:spTgt spid="38"/>
                                            </p:tgtEl>
                                            <p:attrNameLst>
                                              <p:attrName>ppt_h</p:attrName>
                                            </p:attrNameLst>
                                          </p:cBhvr>
                                          <p:tavLst>
                                            <p:tav tm="0">
                                              <p:val>
                                                <p:fltVal val="0"/>
                                              </p:val>
                                            </p:tav>
                                            <p:tav tm="100000">
                                              <p:val>
                                                <p:strVal val="#ppt_h"/>
                                              </p:val>
                                            </p:tav>
                                          </p:tavLst>
                                        </p:anim>
                                        <p:animEffect transition="in" filter="fade">
                                          <p:cBhvr>
                                            <p:cTn id="51" dur="300"/>
                                            <p:tgtEl>
                                              <p:spTgt spid="38"/>
                                            </p:tgtEl>
                                          </p:cBhvr>
                                        </p:animEffect>
                                      </p:childTnLst>
                                    </p:cTn>
                                  </p:par>
                                  <p:par>
                                    <p:cTn id="52" presetID="6" presetClass="emph" presetSubtype="0" autoRev="1" fill="hold" nodeType="withEffect">
                                      <p:stCondLst>
                                        <p:cond delay="1500"/>
                                      </p:stCondLst>
                                      <p:childTnLst>
                                        <p:animScale>
                                          <p:cBhvr>
                                            <p:cTn id="53" dur="150" fill="hold"/>
                                            <p:tgtEl>
                                              <p:spTgt spid="38"/>
                                            </p:tgtEl>
                                          </p:cBhvr>
                                          <p:by x="110000" y="110000"/>
                                        </p:animScale>
                                      </p:childTnLst>
                                    </p:cTn>
                                  </p:par>
                                  <p:par>
                                    <p:cTn id="54" presetID="53" presetClass="entr" presetSubtype="16" fill="hold" nodeType="withEffect">
                                      <p:stCondLst>
                                        <p:cond delay="1500"/>
                                      </p:stCondLst>
                                      <p:childTnLst>
                                        <p:set>
                                          <p:cBhvr>
                                            <p:cTn id="55" dur="1" fill="hold">
                                              <p:stCondLst>
                                                <p:cond delay="0"/>
                                              </p:stCondLst>
                                            </p:cTn>
                                            <p:tgtEl>
                                              <p:spTgt spid="68"/>
                                            </p:tgtEl>
                                            <p:attrNameLst>
                                              <p:attrName>style.visibility</p:attrName>
                                            </p:attrNameLst>
                                          </p:cBhvr>
                                          <p:to>
                                            <p:strVal val="visible"/>
                                          </p:to>
                                        </p:set>
                                        <p:anim calcmode="lin" valueType="num">
                                          <p:cBhvr>
                                            <p:cTn id="56" dur="300" fill="hold"/>
                                            <p:tgtEl>
                                              <p:spTgt spid="68"/>
                                            </p:tgtEl>
                                            <p:attrNameLst>
                                              <p:attrName>ppt_w</p:attrName>
                                            </p:attrNameLst>
                                          </p:cBhvr>
                                          <p:tavLst>
                                            <p:tav tm="0">
                                              <p:val>
                                                <p:fltVal val="0"/>
                                              </p:val>
                                            </p:tav>
                                            <p:tav tm="100000">
                                              <p:val>
                                                <p:strVal val="#ppt_w"/>
                                              </p:val>
                                            </p:tav>
                                          </p:tavLst>
                                        </p:anim>
                                        <p:anim calcmode="lin" valueType="num">
                                          <p:cBhvr>
                                            <p:cTn id="57" dur="300" fill="hold"/>
                                            <p:tgtEl>
                                              <p:spTgt spid="68"/>
                                            </p:tgtEl>
                                            <p:attrNameLst>
                                              <p:attrName>ppt_h</p:attrName>
                                            </p:attrNameLst>
                                          </p:cBhvr>
                                          <p:tavLst>
                                            <p:tav tm="0">
                                              <p:val>
                                                <p:fltVal val="0"/>
                                              </p:val>
                                            </p:tav>
                                            <p:tav tm="100000">
                                              <p:val>
                                                <p:strVal val="#ppt_h"/>
                                              </p:val>
                                            </p:tav>
                                          </p:tavLst>
                                        </p:anim>
                                        <p:animEffect transition="in" filter="fade">
                                          <p:cBhvr>
                                            <p:cTn id="58" dur="300"/>
                                            <p:tgtEl>
                                              <p:spTgt spid="68"/>
                                            </p:tgtEl>
                                          </p:cBhvr>
                                        </p:animEffect>
                                      </p:childTnLst>
                                    </p:cTn>
                                  </p:par>
                                  <p:par>
                                    <p:cTn id="59" presetID="6" presetClass="emph" presetSubtype="0" autoRev="1" fill="hold" nodeType="withEffect">
                                      <p:stCondLst>
                                        <p:cond delay="1800"/>
                                      </p:stCondLst>
                                      <p:childTnLst>
                                        <p:animScale>
                                          <p:cBhvr>
                                            <p:cTn id="60" dur="150" fill="hold"/>
                                            <p:tgtEl>
                                              <p:spTgt spid="68"/>
                                            </p:tgtEl>
                                          </p:cBhvr>
                                          <p:by x="110000" y="110000"/>
                                        </p:animScale>
                                      </p:childTnLst>
                                    </p:cTn>
                                  </p:par>
                                  <p:par>
                                    <p:cTn id="61" presetID="2" presetClass="entr" presetSubtype="2" fill="hold" grpId="0" nodeType="withEffect">
                                      <p:stCondLst>
                                        <p:cond delay="1800"/>
                                      </p:stCondLst>
                                      <p:childTnLst>
                                        <p:set>
                                          <p:cBhvr>
                                            <p:cTn id="62" dur="1" fill="hold">
                                              <p:stCondLst>
                                                <p:cond delay="0"/>
                                              </p:stCondLst>
                                            </p:cTn>
                                            <p:tgtEl>
                                              <p:spTgt spid="54"/>
                                            </p:tgtEl>
                                            <p:attrNameLst>
                                              <p:attrName>style.visibility</p:attrName>
                                            </p:attrNameLst>
                                          </p:cBhvr>
                                          <p:to>
                                            <p:strVal val="visible"/>
                                          </p:to>
                                        </p:set>
                                        <p:anim calcmode="lin" valueType="num">
                                          <p:cBhvr additive="base">
                                            <p:cTn id="63" dur="500" fill="hold"/>
                                            <p:tgtEl>
                                              <p:spTgt spid="54"/>
                                            </p:tgtEl>
                                            <p:attrNameLst>
                                              <p:attrName>ppt_x</p:attrName>
                                            </p:attrNameLst>
                                          </p:cBhvr>
                                          <p:tavLst>
                                            <p:tav tm="0">
                                              <p:val>
                                                <p:strVal val="1+#ppt_w/2"/>
                                              </p:val>
                                            </p:tav>
                                            <p:tav tm="100000">
                                              <p:val>
                                                <p:strVal val="#ppt_x"/>
                                              </p:val>
                                            </p:tav>
                                          </p:tavLst>
                                        </p:anim>
                                        <p:anim calcmode="lin" valueType="num">
                                          <p:cBhvr additive="base">
                                            <p:cTn id="64" dur="500" fill="hold"/>
                                            <p:tgtEl>
                                              <p:spTgt spid="54"/>
                                            </p:tgtEl>
                                            <p:attrNameLst>
                                              <p:attrName>ppt_y</p:attrName>
                                            </p:attrNameLst>
                                          </p:cBhvr>
                                          <p:tavLst>
                                            <p:tav tm="0">
                                              <p:val>
                                                <p:strVal val="#ppt_y"/>
                                              </p:val>
                                            </p:tav>
                                            <p:tav tm="100000">
                                              <p:val>
                                                <p:strVal val="#ppt_y"/>
                                              </p:val>
                                            </p:tav>
                                          </p:tavLst>
                                        </p:anim>
                                      </p:childTnLst>
                                    </p:cTn>
                                  </p:par>
                                  <p:par>
                                    <p:cTn id="65" presetID="55" presetClass="entr" presetSubtype="0" fill="hold" grpId="0" nodeType="withEffect">
                                      <p:stCondLst>
                                        <p:cond delay="2200"/>
                                      </p:stCondLst>
                                      <p:childTnLst>
                                        <p:set>
                                          <p:cBhvr>
                                            <p:cTn id="66" dur="1" fill="hold">
                                              <p:stCondLst>
                                                <p:cond delay="0"/>
                                              </p:stCondLst>
                                            </p:cTn>
                                            <p:tgtEl>
                                              <p:spTgt spid="53"/>
                                            </p:tgtEl>
                                            <p:attrNameLst>
                                              <p:attrName>style.visibility</p:attrName>
                                            </p:attrNameLst>
                                          </p:cBhvr>
                                          <p:to>
                                            <p:strVal val="visible"/>
                                          </p:to>
                                        </p:set>
                                        <p:anim calcmode="lin" valueType="num">
                                          <p:cBhvr>
                                            <p:cTn id="67" dur="500" fill="hold"/>
                                            <p:tgtEl>
                                              <p:spTgt spid="53"/>
                                            </p:tgtEl>
                                            <p:attrNameLst>
                                              <p:attrName>ppt_w</p:attrName>
                                            </p:attrNameLst>
                                          </p:cBhvr>
                                          <p:tavLst>
                                            <p:tav tm="0">
                                              <p:val>
                                                <p:strVal val="#ppt_w*0.70"/>
                                              </p:val>
                                            </p:tav>
                                            <p:tav tm="100000">
                                              <p:val>
                                                <p:strVal val="#ppt_w"/>
                                              </p:val>
                                            </p:tav>
                                          </p:tavLst>
                                        </p:anim>
                                        <p:anim calcmode="lin" valueType="num">
                                          <p:cBhvr>
                                            <p:cTn id="68" dur="500" fill="hold"/>
                                            <p:tgtEl>
                                              <p:spTgt spid="53"/>
                                            </p:tgtEl>
                                            <p:attrNameLst>
                                              <p:attrName>ppt_h</p:attrName>
                                            </p:attrNameLst>
                                          </p:cBhvr>
                                          <p:tavLst>
                                            <p:tav tm="0">
                                              <p:val>
                                                <p:strVal val="#ppt_h"/>
                                              </p:val>
                                            </p:tav>
                                            <p:tav tm="100000">
                                              <p:val>
                                                <p:strVal val="#ppt_h"/>
                                              </p:val>
                                            </p:tav>
                                          </p:tavLst>
                                        </p:anim>
                                        <p:animEffect transition="in" filter="fade">
                                          <p:cBhvr>
                                            <p:cTn id="69" dur="500"/>
                                            <p:tgtEl>
                                              <p:spTgt spid="53"/>
                                            </p:tgtEl>
                                          </p:cBhvr>
                                        </p:animEffect>
                                      </p:childTnLst>
                                    </p:cTn>
                                  </p:par>
                                  <p:par>
                                    <p:cTn id="70" presetID="2" presetClass="entr" presetSubtype="2" fill="hold" grpId="0" nodeType="withEffect">
                                      <p:stCondLst>
                                        <p:cond delay="1800"/>
                                      </p:stCondLst>
                                      <p:childTnLst>
                                        <p:set>
                                          <p:cBhvr>
                                            <p:cTn id="71" dur="1" fill="hold">
                                              <p:stCondLst>
                                                <p:cond delay="0"/>
                                              </p:stCondLst>
                                            </p:cTn>
                                            <p:tgtEl>
                                              <p:spTgt spid="56"/>
                                            </p:tgtEl>
                                            <p:attrNameLst>
                                              <p:attrName>style.visibility</p:attrName>
                                            </p:attrNameLst>
                                          </p:cBhvr>
                                          <p:to>
                                            <p:strVal val="visible"/>
                                          </p:to>
                                        </p:set>
                                        <p:anim calcmode="lin" valueType="num">
                                          <p:cBhvr additive="base">
                                            <p:cTn id="72" dur="500" fill="hold"/>
                                            <p:tgtEl>
                                              <p:spTgt spid="56"/>
                                            </p:tgtEl>
                                            <p:attrNameLst>
                                              <p:attrName>ppt_x</p:attrName>
                                            </p:attrNameLst>
                                          </p:cBhvr>
                                          <p:tavLst>
                                            <p:tav tm="0">
                                              <p:val>
                                                <p:strVal val="1+#ppt_w/2"/>
                                              </p:val>
                                            </p:tav>
                                            <p:tav tm="100000">
                                              <p:val>
                                                <p:strVal val="#ppt_x"/>
                                              </p:val>
                                            </p:tav>
                                          </p:tavLst>
                                        </p:anim>
                                        <p:anim calcmode="lin" valueType="num">
                                          <p:cBhvr additive="base">
                                            <p:cTn id="73" dur="500" fill="hold"/>
                                            <p:tgtEl>
                                              <p:spTgt spid="56"/>
                                            </p:tgtEl>
                                            <p:attrNameLst>
                                              <p:attrName>ppt_y</p:attrName>
                                            </p:attrNameLst>
                                          </p:cBhvr>
                                          <p:tavLst>
                                            <p:tav tm="0">
                                              <p:val>
                                                <p:strVal val="#ppt_y"/>
                                              </p:val>
                                            </p:tav>
                                            <p:tav tm="100000">
                                              <p:val>
                                                <p:strVal val="#ppt_y"/>
                                              </p:val>
                                            </p:tav>
                                          </p:tavLst>
                                        </p:anim>
                                      </p:childTnLst>
                                    </p:cTn>
                                  </p:par>
                                  <p:par>
                                    <p:cTn id="74" presetID="55" presetClass="entr" presetSubtype="0" fill="hold" grpId="0" nodeType="withEffect">
                                      <p:stCondLst>
                                        <p:cond delay="2200"/>
                                      </p:stCondLst>
                                      <p:childTnLst>
                                        <p:set>
                                          <p:cBhvr>
                                            <p:cTn id="75" dur="1" fill="hold">
                                              <p:stCondLst>
                                                <p:cond delay="0"/>
                                              </p:stCondLst>
                                            </p:cTn>
                                            <p:tgtEl>
                                              <p:spTgt spid="55"/>
                                            </p:tgtEl>
                                            <p:attrNameLst>
                                              <p:attrName>style.visibility</p:attrName>
                                            </p:attrNameLst>
                                          </p:cBhvr>
                                          <p:to>
                                            <p:strVal val="visible"/>
                                          </p:to>
                                        </p:set>
                                        <p:anim calcmode="lin" valueType="num">
                                          <p:cBhvr>
                                            <p:cTn id="76" dur="500" fill="hold"/>
                                            <p:tgtEl>
                                              <p:spTgt spid="55"/>
                                            </p:tgtEl>
                                            <p:attrNameLst>
                                              <p:attrName>ppt_w</p:attrName>
                                            </p:attrNameLst>
                                          </p:cBhvr>
                                          <p:tavLst>
                                            <p:tav tm="0">
                                              <p:val>
                                                <p:strVal val="#ppt_w*0.70"/>
                                              </p:val>
                                            </p:tav>
                                            <p:tav tm="100000">
                                              <p:val>
                                                <p:strVal val="#ppt_w"/>
                                              </p:val>
                                            </p:tav>
                                          </p:tavLst>
                                        </p:anim>
                                        <p:anim calcmode="lin" valueType="num">
                                          <p:cBhvr>
                                            <p:cTn id="77" dur="500" fill="hold"/>
                                            <p:tgtEl>
                                              <p:spTgt spid="55"/>
                                            </p:tgtEl>
                                            <p:attrNameLst>
                                              <p:attrName>ppt_h</p:attrName>
                                            </p:attrNameLst>
                                          </p:cBhvr>
                                          <p:tavLst>
                                            <p:tav tm="0">
                                              <p:val>
                                                <p:strVal val="#ppt_h"/>
                                              </p:val>
                                            </p:tav>
                                            <p:tav tm="100000">
                                              <p:val>
                                                <p:strVal val="#ppt_h"/>
                                              </p:val>
                                            </p:tav>
                                          </p:tavLst>
                                        </p:anim>
                                        <p:animEffect transition="in" filter="fade">
                                          <p:cBhvr>
                                            <p:cTn id="78" dur="500"/>
                                            <p:tgtEl>
                                              <p:spTgt spid="55"/>
                                            </p:tgtEl>
                                          </p:cBhvr>
                                        </p:animEffect>
                                      </p:childTnLst>
                                    </p:cTn>
                                  </p:par>
                                  <p:par>
                                    <p:cTn id="79" presetID="2" presetClass="entr" presetSubtype="8" fill="hold" grpId="0" nodeType="withEffect">
                                      <p:stCondLst>
                                        <p:cond delay="1800"/>
                                      </p:stCondLst>
                                      <p:childTnLst>
                                        <p:set>
                                          <p:cBhvr>
                                            <p:cTn id="80" dur="1" fill="hold">
                                              <p:stCondLst>
                                                <p:cond delay="0"/>
                                              </p:stCondLst>
                                            </p:cTn>
                                            <p:tgtEl>
                                              <p:spTgt spid="58"/>
                                            </p:tgtEl>
                                            <p:attrNameLst>
                                              <p:attrName>style.visibility</p:attrName>
                                            </p:attrNameLst>
                                          </p:cBhvr>
                                          <p:to>
                                            <p:strVal val="visible"/>
                                          </p:to>
                                        </p:set>
                                        <p:anim calcmode="lin" valueType="num">
                                          <p:cBhvr additive="base">
                                            <p:cTn id="81" dur="500" fill="hold"/>
                                            <p:tgtEl>
                                              <p:spTgt spid="58"/>
                                            </p:tgtEl>
                                            <p:attrNameLst>
                                              <p:attrName>ppt_x</p:attrName>
                                            </p:attrNameLst>
                                          </p:cBhvr>
                                          <p:tavLst>
                                            <p:tav tm="0">
                                              <p:val>
                                                <p:strVal val="0-#ppt_w/2"/>
                                              </p:val>
                                            </p:tav>
                                            <p:tav tm="100000">
                                              <p:val>
                                                <p:strVal val="#ppt_x"/>
                                              </p:val>
                                            </p:tav>
                                          </p:tavLst>
                                        </p:anim>
                                        <p:anim calcmode="lin" valueType="num">
                                          <p:cBhvr additive="base">
                                            <p:cTn id="82" dur="500" fill="hold"/>
                                            <p:tgtEl>
                                              <p:spTgt spid="58"/>
                                            </p:tgtEl>
                                            <p:attrNameLst>
                                              <p:attrName>ppt_y</p:attrName>
                                            </p:attrNameLst>
                                          </p:cBhvr>
                                          <p:tavLst>
                                            <p:tav tm="0">
                                              <p:val>
                                                <p:strVal val="#ppt_y"/>
                                              </p:val>
                                            </p:tav>
                                            <p:tav tm="100000">
                                              <p:val>
                                                <p:strVal val="#ppt_y"/>
                                              </p:val>
                                            </p:tav>
                                          </p:tavLst>
                                        </p:anim>
                                      </p:childTnLst>
                                    </p:cTn>
                                  </p:par>
                                  <p:par>
                                    <p:cTn id="83" presetID="55" presetClass="entr" presetSubtype="0" fill="hold" grpId="0" nodeType="withEffect">
                                      <p:stCondLst>
                                        <p:cond delay="2200"/>
                                      </p:stCondLst>
                                      <p:childTnLst>
                                        <p:set>
                                          <p:cBhvr>
                                            <p:cTn id="84" dur="1" fill="hold">
                                              <p:stCondLst>
                                                <p:cond delay="0"/>
                                              </p:stCondLst>
                                            </p:cTn>
                                            <p:tgtEl>
                                              <p:spTgt spid="57"/>
                                            </p:tgtEl>
                                            <p:attrNameLst>
                                              <p:attrName>style.visibility</p:attrName>
                                            </p:attrNameLst>
                                          </p:cBhvr>
                                          <p:to>
                                            <p:strVal val="visible"/>
                                          </p:to>
                                        </p:set>
                                        <p:anim calcmode="lin" valueType="num">
                                          <p:cBhvr>
                                            <p:cTn id="85" dur="500" fill="hold"/>
                                            <p:tgtEl>
                                              <p:spTgt spid="57"/>
                                            </p:tgtEl>
                                            <p:attrNameLst>
                                              <p:attrName>ppt_w</p:attrName>
                                            </p:attrNameLst>
                                          </p:cBhvr>
                                          <p:tavLst>
                                            <p:tav tm="0">
                                              <p:val>
                                                <p:strVal val="#ppt_w*0.70"/>
                                              </p:val>
                                            </p:tav>
                                            <p:tav tm="100000">
                                              <p:val>
                                                <p:strVal val="#ppt_w"/>
                                              </p:val>
                                            </p:tav>
                                          </p:tavLst>
                                        </p:anim>
                                        <p:anim calcmode="lin" valueType="num">
                                          <p:cBhvr>
                                            <p:cTn id="86" dur="500" fill="hold"/>
                                            <p:tgtEl>
                                              <p:spTgt spid="57"/>
                                            </p:tgtEl>
                                            <p:attrNameLst>
                                              <p:attrName>ppt_h</p:attrName>
                                            </p:attrNameLst>
                                          </p:cBhvr>
                                          <p:tavLst>
                                            <p:tav tm="0">
                                              <p:val>
                                                <p:strVal val="#ppt_h"/>
                                              </p:val>
                                            </p:tav>
                                            <p:tav tm="100000">
                                              <p:val>
                                                <p:strVal val="#ppt_h"/>
                                              </p:val>
                                            </p:tav>
                                          </p:tavLst>
                                        </p:anim>
                                        <p:animEffect transition="in" filter="fade">
                                          <p:cBhvr>
                                            <p:cTn id="87" dur="500"/>
                                            <p:tgtEl>
                                              <p:spTgt spid="57"/>
                                            </p:tgtEl>
                                          </p:cBhvr>
                                        </p:animEffect>
                                      </p:childTnLst>
                                    </p:cTn>
                                  </p:par>
                                  <p:par>
                                    <p:cTn id="88" presetID="2" presetClass="entr" presetSubtype="8" fill="hold" grpId="0" nodeType="withEffect">
                                      <p:stCondLst>
                                        <p:cond delay="1800"/>
                                      </p:stCondLst>
                                      <p:childTnLst>
                                        <p:set>
                                          <p:cBhvr>
                                            <p:cTn id="89" dur="1" fill="hold">
                                              <p:stCondLst>
                                                <p:cond delay="0"/>
                                              </p:stCondLst>
                                            </p:cTn>
                                            <p:tgtEl>
                                              <p:spTgt spid="60"/>
                                            </p:tgtEl>
                                            <p:attrNameLst>
                                              <p:attrName>style.visibility</p:attrName>
                                            </p:attrNameLst>
                                          </p:cBhvr>
                                          <p:to>
                                            <p:strVal val="visible"/>
                                          </p:to>
                                        </p:set>
                                        <p:anim calcmode="lin" valueType="num">
                                          <p:cBhvr additive="base">
                                            <p:cTn id="90" dur="500" fill="hold"/>
                                            <p:tgtEl>
                                              <p:spTgt spid="60"/>
                                            </p:tgtEl>
                                            <p:attrNameLst>
                                              <p:attrName>ppt_x</p:attrName>
                                            </p:attrNameLst>
                                          </p:cBhvr>
                                          <p:tavLst>
                                            <p:tav tm="0">
                                              <p:val>
                                                <p:strVal val="0-#ppt_w/2"/>
                                              </p:val>
                                            </p:tav>
                                            <p:tav tm="100000">
                                              <p:val>
                                                <p:strVal val="#ppt_x"/>
                                              </p:val>
                                            </p:tav>
                                          </p:tavLst>
                                        </p:anim>
                                        <p:anim calcmode="lin" valueType="num">
                                          <p:cBhvr additive="base">
                                            <p:cTn id="91" dur="500" fill="hold"/>
                                            <p:tgtEl>
                                              <p:spTgt spid="60"/>
                                            </p:tgtEl>
                                            <p:attrNameLst>
                                              <p:attrName>ppt_y</p:attrName>
                                            </p:attrNameLst>
                                          </p:cBhvr>
                                          <p:tavLst>
                                            <p:tav tm="0">
                                              <p:val>
                                                <p:strVal val="#ppt_y"/>
                                              </p:val>
                                            </p:tav>
                                            <p:tav tm="100000">
                                              <p:val>
                                                <p:strVal val="#ppt_y"/>
                                              </p:val>
                                            </p:tav>
                                          </p:tavLst>
                                        </p:anim>
                                      </p:childTnLst>
                                    </p:cTn>
                                  </p:par>
                                  <p:par>
                                    <p:cTn id="92" presetID="55" presetClass="entr" presetSubtype="0" fill="hold" grpId="0" nodeType="withEffect">
                                      <p:stCondLst>
                                        <p:cond delay="2200"/>
                                      </p:stCondLst>
                                      <p:childTnLst>
                                        <p:set>
                                          <p:cBhvr>
                                            <p:cTn id="93" dur="1" fill="hold">
                                              <p:stCondLst>
                                                <p:cond delay="0"/>
                                              </p:stCondLst>
                                            </p:cTn>
                                            <p:tgtEl>
                                              <p:spTgt spid="59"/>
                                            </p:tgtEl>
                                            <p:attrNameLst>
                                              <p:attrName>style.visibility</p:attrName>
                                            </p:attrNameLst>
                                          </p:cBhvr>
                                          <p:to>
                                            <p:strVal val="visible"/>
                                          </p:to>
                                        </p:set>
                                        <p:anim calcmode="lin" valueType="num">
                                          <p:cBhvr>
                                            <p:cTn id="94" dur="500" fill="hold"/>
                                            <p:tgtEl>
                                              <p:spTgt spid="59"/>
                                            </p:tgtEl>
                                            <p:attrNameLst>
                                              <p:attrName>ppt_w</p:attrName>
                                            </p:attrNameLst>
                                          </p:cBhvr>
                                          <p:tavLst>
                                            <p:tav tm="0">
                                              <p:val>
                                                <p:strVal val="#ppt_w*0.70"/>
                                              </p:val>
                                            </p:tav>
                                            <p:tav tm="100000">
                                              <p:val>
                                                <p:strVal val="#ppt_w"/>
                                              </p:val>
                                            </p:tav>
                                          </p:tavLst>
                                        </p:anim>
                                        <p:anim calcmode="lin" valueType="num">
                                          <p:cBhvr>
                                            <p:cTn id="95" dur="500" fill="hold"/>
                                            <p:tgtEl>
                                              <p:spTgt spid="59"/>
                                            </p:tgtEl>
                                            <p:attrNameLst>
                                              <p:attrName>ppt_h</p:attrName>
                                            </p:attrNameLst>
                                          </p:cBhvr>
                                          <p:tavLst>
                                            <p:tav tm="0">
                                              <p:val>
                                                <p:strVal val="#ppt_h"/>
                                              </p:val>
                                            </p:tav>
                                            <p:tav tm="100000">
                                              <p:val>
                                                <p:strVal val="#ppt_h"/>
                                              </p:val>
                                            </p:tav>
                                          </p:tavLst>
                                        </p:anim>
                                        <p:animEffect transition="in" filter="fade">
                                          <p:cBhvr>
                                            <p:cTn id="96" dur="500"/>
                                            <p:tgtEl>
                                              <p:spTgt spid="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p:bldP spid="54" grpId="0" animBg="1"/>
          <p:bldP spid="55" grpId="0"/>
          <p:bldP spid="56" grpId="0" animBg="1"/>
          <p:bldP spid="57" grpId="0"/>
          <p:bldP spid="58" grpId="0" animBg="1"/>
          <p:bldP spid="59" grpId="0"/>
          <p:bldP spid="60" grpId="0" animBg="1"/>
          <p:bldP spid="64" grpId="0" animBg="1"/>
          <p:bldP spid="64" grpId="1" animBg="1"/>
        </p:bldLst>
      </p:timing>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nvCxnSpPr>
        <p:spPr>
          <a:xfrm flipH="1">
            <a:off x="0" y="2368389"/>
            <a:ext cx="390525" cy="0"/>
          </a:xfrm>
          <a:prstGeom prst="line">
            <a:avLst/>
          </a:prstGeom>
          <a:ln w="6350">
            <a:solidFill>
              <a:srgbClr val="62768C"/>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flipH="1">
            <a:off x="0" y="1977864"/>
            <a:ext cx="390525" cy="0"/>
          </a:xfrm>
          <a:prstGeom prst="line">
            <a:avLst/>
          </a:prstGeom>
          <a:ln w="6350">
            <a:solidFill>
              <a:srgbClr val="62768C"/>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H="1">
            <a:off x="0" y="2762089"/>
            <a:ext cx="390525" cy="0"/>
          </a:xfrm>
          <a:prstGeom prst="line">
            <a:avLst/>
          </a:prstGeom>
          <a:ln w="6350">
            <a:solidFill>
              <a:srgbClr val="62768C"/>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flipH="1">
            <a:off x="0" y="3152614"/>
            <a:ext cx="390525" cy="0"/>
          </a:xfrm>
          <a:prstGeom prst="line">
            <a:avLst/>
          </a:prstGeom>
          <a:ln w="6350">
            <a:solidFill>
              <a:srgbClr val="62768C"/>
            </a:solidFill>
          </a:ln>
        </p:spPr>
        <p:style>
          <a:lnRef idx="1">
            <a:schemeClr val="accent1"/>
          </a:lnRef>
          <a:fillRef idx="0">
            <a:schemeClr val="accent1"/>
          </a:fillRef>
          <a:effectRef idx="0">
            <a:schemeClr val="accent1"/>
          </a:effectRef>
          <a:fontRef idx="minor">
            <a:schemeClr val="tx1"/>
          </a:fontRef>
        </p:style>
      </p:cxnSp>
      <p:sp>
        <p:nvSpPr>
          <p:cNvPr id="37" name="矩形 36"/>
          <p:cNvSpPr/>
          <p:nvPr/>
        </p:nvSpPr>
        <p:spPr>
          <a:xfrm>
            <a:off x="-1" y="2368389"/>
            <a:ext cx="1280513" cy="390525"/>
          </a:xfrm>
          <a:prstGeom prst="rect">
            <a:avLst/>
          </a:prstGeom>
          <a:solidFill>
            <a:srgbClr val="37B0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Freeform 11"/>
          <p:cNvSpPr>
            <a:spLocks noEditPoints="1"/>
          </p:cNvSpPr>
          <p:nvPr/>
        </p:nvSpPr>
        <p:spPr bwMode="auto">
          <a:xfrm>
            <a:off x="124293" y="2864285"/>
            <a:ext cx="150176" cy="190798"/>
          </a:xfrm>
          <a:custGeom>
            <a:avLst/>
            <a:gdLst>
              <a:gd name="T0" fmla="*/ 104 w 139"/>
              <a:gd name="T1" fmla="*/ 99 h 177"/>
              <a:gd name="T2" fmla="*/ 91 w 139"/>
              <a:gd name="T3" fmla="*/ 160 h 177"/>
              <a:gd name="T4" fmla="*/ 133 w 139"/>
              <a:gd name="T5" fmla="*/ 164 h 177"/>
              <a:gd name="T6" fmla="*/ 133 w 139"/>
              <a:gd name="T7" fmla="*/ 177 h 177"/>
              <a:gd name="T8" fmla="*/ 0 w 139"/>
              <a:gd name="T9" fmla="*/ 170 h 177"/>
              <a:gd name="T10" fmla="*/ 51 w 139"/>
              <a:gd name="T11" fmla="*/ 164 h 177"/>
              <a:gd name="T12" fmla="*/ 81 w 139"/>
              <a:gd name="T13" fmla="*/ 151 h 177"/>
              <a:gd name="T14" fmla="*/ 10 w 139"/>
              <a:gd name="T15" fmla="*/ 147 h 177"/>
              <a:gd name="T16" fmla="*/ 10 w 139"/>
              <a:gd name="T17" fmla="*/ 139 h 177"/>
              <a:gd name="T18" fmla="*/ 94 w 139"/>
              <a:gd name="T19" fmla="*/ 120 h 177"/>
              <a:gd name="T20" fmla="*/ 84 w 139"/>
              <a:gd name="T21" fmla="*/ 92 h 177"/>
              <a:gd name="T22" fmla="*/ 69 w 139"/>
              <a:gd name="T23" fmla="*/ 94 h 177"/>
              <a:gd name="T24" fmla="*/ 53 w 139"/>
              <a:gd name="T25" fmla="*/ 113 h 177"/>
              <a:gd name="T26" fmla="*/ 46 w 139"/>
              <a:gd name="T27" fmla="*/ 117 h 177"/>
              <a:gd name="T28" fmla="*/ 24 w 139"/>
              <a:gd name="T29" fmla="*/ 109 h 177"/>
              <a:gd name="T30" fmla="*/ 26 w 139"/>
              <a:gd name="T31" fmla="*/ 97 h 177"/>
              <a:gd name="T32" fmla="*/ 21 w 139"/>
              <a:gd name="T33" fmla="*/ 89 h 177"/>
              <a:gd name="T34" fmla="*/ 63 w 139"/>
              <a:gd name="T35" fmla="*/ 24 h 177"/>
              <a:gd name="T36" fmla="*/ 67 w 139"/>
              <a:gd name="T37" fmla="*/ 26 h 177"/>
              <a:gd name="T38" fmla="*/ 69 w 139"/>
              <a:gd name="T39" fmla="*/ 14 h 177"/>
              <a:gd name="T40" fmla="*/ 76 w 139"/>
              <a:gd name="T41" fmla="*/ 2 h 177"/>
              <a:gd name="T42" fmla="*/ 109 w 139"/>
              <a:gd name="T43" fmla="*/ 29 h 177"/>
              <a:gd name="T44" fmla="*/ 96 w 139"/>
              <a:gd name="T45" fmla="*/ 30 h 177"/>
              <a:gd name="T46" fmla="*/ 94 w 139"/>
              <a:gd name="T47" fmla="*/ 42 h 177"/>
              <a:gd name="T48" fmla="*/ 87 w 139"/>
              <a:gd name="T49" fmla="*/ 63 h 177"/>
              <a:gd name="T50" fmla="*/ 92 w 139"/>
              <a:gd name="T51" fmla="*/ 81 h 177"/>
              <a:gd name="T52" fmla="*/ 89 w 139"/>
              <a:gd name="T53" fmla="*/ 26 h 177"/>
              <a:gd name="T54" fmla="*/ 74 w 139"/>
              <a:gd name="T55" fmla="*/ 30 h 177"/>
              <a:gd name="T56" fmla="*/ 89 w 139"/>
              <a:gd name="T57" fmla="*/ 26 h 177"/>
              <a:gd name="T58" fmla="*/ 80 w 139"/>
              <a:gd name="T59" fmla="*/ 59 h 177"/>
              <a:gd name="T60" fmla="*/ 62 w 139"/>
              <a:gd name="T61" fmla="*/ 33 h 177"/>
              <a:gd name="T62" fmla="*/ 54 w 139"/>
              <a:gd name="T63" fmla="*/ 104 h 177"/>
              <a:gd name="T64" fmla="*/ 56 w 139"/>
              <a:gd name="T65" fmla="*/ 76 h 177"/>
              <a:gd name="T66" fmla="*/ 62 w 139"/>
              <a:gd name="T67" fmla="*/ 63 h 177"/>
              <a:gd name="T68" fmla="*/ 82 w 139"/>
              <a:gd name="T69" fmla="*/ 69 h 177"/>
              <a:gd name="T70" fmla="*/ 67 w 139"/>
              <a:gd name="T71" fmla="*/ 69 h 177"/>
              <a:gd name="T72" fmla="*/ 67 w 139"/>
              <a:gd name="T73" fmla="*/ 69 h 177"/>
              <a:gd name="T74" fmla="*/ 75 w 139"/>
              <a:gd name="T75" fmla="*/ 86 h 177"/>
              <a:gd name="T76" fmla="*/ 82 w 139"/>
              <a:gd name="T77" fmla="*/ 83 h 177"/>
              <a:gd name="T78" fmla="*/ 82 w 139"/>
              <a:gd name="T79" fmla="*/ 69 h 177"/>
              <a:gd name="T80" fmla="*/ 33 w 139"/>
              <a:gd name="T81" fmla="*/ 101 h 177"/>
              <a:gd name="T82" fmla="*/ 31 w 139"/>
              <a:gd name="T83" fmla="*/ 104 h 177"/>
              <a:gd name="T84" fmla="*/ 42 w 139"/>
              <a:gd name="T85" fmla="*/ 106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 h="177">
                <a:moveTo>
                  <a:pt x="92" y="81"/>
                </a:moveTo>
                <a:cubicBezTo>
                  <a:pt x="97" y="87"/>
                  <a:pt x="101" y="92"/>
                  <a:pt x="104" y="99"/>
                </a:cubicBezTo>
                <a:cubicBezTo>
                  <a:pt x="106" y="106"/>
                  <a:pt x="108" y="113"/>
                  <a:pt x="108" y="120"/>
                </a:cubicBezTo>
                <a:cubicBezTo>
                  <a:pt x="108" y="136"/>
                  <a:pt x="101" y="150"/>
                  <a:pt x="91" y="160"/>
                </a:cubicBezTo>
                <a:cubicBezTo>
                  <a:pt x="90" y="162"/>
                  <a:pt x="89" y="163"/>
                  <a:pt x="88" y="164"/>
                </a:cubicBezTo>
                <a:cubicBezTo>
                  <a:pt x="133" y="164"/>
                  <a:pt x="133" y="164"/>
                  <a:pt x="133" y="164"/>
                </a:cubicBezTo>
                <a:cubicBezTo>
                  <a:pt x="136" y="164"/>
                  <a:pt x="139" y="167"/>
                  <a:pt x="139" y="170"/>
                </a:cubicBezTo>
                <a:cubicBezTo>
                  <a:pt x="139" y="174"/>
                  <a:pt x="136" y="177"/>
                  <a:pt x="133" y="177"/>
                </a:cubicBezTo>
                <a:cubicBezTo>
                  <a:pt x="91" y="177"/>
                  <a:pt x="49" y="177"/>
                  <a:pt x="7" y="177"/>
                </a:cubicBezTo>
                <a:cubicBezTo>
                  <a:pt x="3" y="177"/>
                  <a:pt x="0" y="174"/>
                  <a:pt x="0" y="170"/>
                </a:cubicBezTo>
                <a:cubicBezTo>
                  <a:pt x="0" y="167"/>
                  <a:pt x="3" y="164"/>
                  <a:pt x="7" y="164"/>
                </a:cubicBezTo>
                <a:cubicBezTo>
                  <a:pt x="51" y="164"/>
                  <a:pt x="51" y="164"/>
                  <a:pt x="51" y="164"/>
                </a:cubicBezTo>
                <a:cubicBezTo>
                  <a:pt x="51" y="164"/>
                  <a:pt x="51" y="164"/>
                  <a:pt x="51" y="164"/>
                </a:cubicBezTo>
                <a:cubicBezTo>
                  <a:pt x="63" y="164"/>
                  <a:pt x="74" y="159"/>
                  <a:pt x="81" y="151"/>
                </a:cubicBezTo>
                <a:cubicBezTo>
                  <a:pt x="83" y="150"/>
                  <a:pt x="84" y="148"/>
                  <a:pt x="85" y="147"/>
                </a:cubicBezTo>
                <a:cubicBezTo>
                  <a:pt x="10" y="147"/>
                  <a:pt x="10" y="147"/>
                  <a:pt x="10" y="147"/>
                </a:cubicBezTo>
                <a:cubicBezTo>
                  <a:pt x="8" y="147"/>
                  <a:pt x="6" y="145"/>
                  <a:pt x="6" y="143"/>
                </a:cubicBezTo>
                <a:cubicBezTo>
                  <a:pt x="6" y="141"/>
                  <a:pt x="8" y="139"/>
                  <a:pt x="10" y="139"/>
                </a:cubicBezTo>
                <a:cubicBezTo>
                  <a:pt x="90" y="139"/>
                  <a:pt x="90" y="139"/>
                  <a:pt x="90" y="139"/>
                </a:cubicBezTo>
                <a:cubicBezTo>
                  <a:pt x="93" y="133"/>
                  <a:pt x="94" y="127"/>
                  <a:pt x="94" y="120"/>
                </a:cubicBezTo>
                <a:cubicBezTo>
                  <a:pt x="94" y="114"/>
                  <a:pt x="93" y="109"/>
                  <a:pt x="91" y="104"/>
                </a:cubicBezTo>
                <a:cubicBezTo>
                  <a:pt x="89" y="100"/>
                  <a:pt x="87" y="96"/>
                  <a:pt x="84" y="92"/>
                </a:cubicBezTo>
                <a:cubicBezTo>
                  <a:pt x="81" y="94"/>
                  <a:pt x="78" y="94"/>
                  <a:pt x="75" y="94"/>
                </a:cubicBezTo>
                <a:cubicBezTo>
                  <a:pt x="73" y="94"/>
                  <a:pt x="71" y="94"/>
                  <a:pt x="69" y="94"/>
                </a:cubicBezTo>
                <a:cubicBezTo>
                  <a:pt x="59" y="111"/>
                  <a:pt x="59" y="111"/>
                  <a:pt x="59" y="111"/>
                </a:cubicBezTo>
                <a:cubicBezTo>
                  <a:pt x="58" y="113"/>
                  <a:pt x="55" y="114"/>
                  <a:pt x="53" y="113"/>
                </a:cubicBezTo>
                <a:cubicBezTo>
                  <a:pt x="50" y="111"/>
                  <a:pt x="50" y="111"/>
                  <a:pt x="50" y="111"/>
                </a:cubicBezTo>
                <a:cubicBezTo>
                  <a:pt x="46" y="117"/>
                  <a:pt x="46" y="117"/>
                  <a:pt x="46" y="117"/>
                </a:cubicBezTo>
                <a:cubicBezTo>
                  <a:pt x="45" y="119"/>
                  <a:pt x="42" y="119"/>
                  <a:pt x="40" y="118"/>
                </a:cubicBezTo>
                <a:cubicBezTo>
                  <a:pt x="24" y="109"/>
                  <a:pt x="24" y="109"/>
                  <a:pt x="24" y="109"/>
                </a:cubicBezTo>
                <a:cubicBezTo>
                  <a:pt x="22" y="108"/>
                  <a:pt x="21" y="105"/>
                  <a:pt x="22" y="103"/>
                </a:cubicBezTo>
                <a:cubicBezTo>
                  <a:pt x="26" y="97"/>
                  <a:pt x="26" y="97"/>
                  <a:pt x="26" y="97"/>
                </a:cubicBezTo>
                <a:cubicBezTo>
                  <a:pt x="22" y="95"/>
                  <a:pt x="22" y="95"/>
                  <a:pt x="22" y="95"/>
                </a:cubicBezTo>
                <a:cubicBezTo>
                  <a:pt x="20" y="94"/>
                  <a:pt x="20" y="91"/>
                  <a:pt x="21" y="89"/>
                </a:cubicBezTo>
                <a:cubicBezTo>
                  <a:pt x="57" y="26"/>
                  <a:pt x="57" y="26"/>
                  <a:pt x="57" y="26"/>
                </a:cubicBezTo>
                <a:cubicBezTo>
                  <a:pt x="58" y="24"/>
                  <a:pt x="61" y="23"/>
                  <a:pt x="63" y="24"/>
                </a:cubicBezTo>
                <a:cubicBezTo>
                  <a:pt x="63" y="24"/>
                  <a:pt x="63" y="24"/>
                  <a:pt x="63" y="24"/>
                </a:cubicBezTo>
                <a:cubicBezTo>
                  <a:pt x="67" y="26"/>
                  <a:pt x="67" y="26"/>
                  <a:pt x="67" y="26"/>
                </a:cubicBezTo>
                <a:cubicBezTo>
                  <a:pt x="73" y="16"/>
                  <a:pt x="73" y="16"/>
                  <a:pt x="73" y="16"/>
                </a:cubicBezTo>
                <a:cubicBezTo>
                  <a:pt x="69" y="14"/>
                  <a:pt x="69" y="14"/>
                  <a:pt x="69" y="14"/>
                </a:cubicBezTo>
                <a:cubicBezTo>
                  <a:pt x="66" y="12"/>
                  <a:pt x="65" y="8"/>
                  <a:pt x="66" y="5"/>
                </a:cubicBezTo>
                <a:cubicBezTo>
                  <a:pt x="68" y="1"/>
                  <a:pt x="72" y="0"/>
                  <a:pt x="76" y="2"/>
                </a:cubicBezTo>
                <a:cubicBezTo>
                  <a:pt x="86" y="8"/>
                  <a:pt x="96" y="14"/>
                  <a:pt x="107" y="20"/>
                </a:cubicBezTo>
                <a:cubicBezTo>
                  <a:pt x="110" y="22"/>
                  <a:pt x="111" y="26"/>
                  <a:pt x="109" y="29"/>
                </a:cubicBezTo>
                <a:cubicBezTo>
                  <a:pt x="107" y="33"/>
                  <a:pt x="103" y="34"/>
                  <a:pt x="100" y="32"/>
                </a:cubicBezTo>
                <a:cubicBezTo>
                  <a:pt x="96" y="30"/>
                  <a:pt x="96" y="30"/>
                  <a:pt x="96" y="30"/>
                </a:cubicBezTo>
                <a:cubicBezTo>
                  <a:pt x="90" y="40"/>
                  <a:pt x="90" y="40"/>
                  <a:pt x="90" y="40"/>
                </a:cubicBezTo>
                <a:cubicBezTo>
                  <a:pt x="94" y="42"/>
                  <a:pt x="94" y="42"/>
                  <a:pt x="94" y="42"/>
                </a:cubicBezTo>
                <a:cubicBezTo>
                  <a:pt x="96" y="43"/>
                  <a:pt x="97" y="46"/>
                  <a:pt x="96" y="48"/>
                </a:cubicBezTo>
                <a:cubicBezTo>
                  <a:pt x="87" y="63"/>
                  <a:pt x="87" y="63"/>
                  <a:pt x="87" y="63"/>
                </a:cubicBezTo>
                <a:cubicBezTo>
                  <a:pt x="91" y="66"/>
                  <a:pt x="93" y="71"/>
                  <a:pt x="93" y="76"/>
                </a:cubicBezTo>
                <a:cubicBezTo>
                  <a:pt x="93" y="78"/>
                  <a:pt x="93" y="80"/>
                  <a:pt x="92" y="81"/>
                </a:cubicBezTo>
                <a:close/>
                <a:moveTo>
                  <a:pt x="89" y="26"/>
                </a:moveTo>
                <a:cubicBezTo>
                  <a:pt x="89" y="26"/>
                  <a:pt x="89" y="26"/>
                  <a:pt x="89" y="26"/>
                </a:cubicBezTo>
                <a:cubicBezTo>
                  <a:pt x="86" y="24"/>
                  <a:pt x="83" y="22"/>
                  <a:pt x="80" y="20"/>
                </a:cubicBezTo>
                <a:cubicBezTo>
                  <a:pt x="74" y="30"/>
                  <a:pt x="74" y="30"/>
                  <a:pt x="74" y="30"/>
                </a:cubicBezTo>
                <a:cubicBezTo>
                  <a:pt x="83" y="36"/>
                  <a:pt x="83" y="36"/>
                  <a:pt x="83" y="36"/>
                </a:cubicBezTo>
                <a:cubicBezTo>
                  <a:pt x="89" y="26"/>
                  <a:pt x="89" y="26"/>
                  <a:pt x="89" y="26"/>
                </a:cubicBezTo>
                <a:close/>
                <a:moveTo>
                  <a:pt x="80" y="59"/>
                </a:moveTo>
                <a:cubicBezTo>
                  <a:pt x="80" y="59"/>
                  <a:pt x="80" y="59"/>
                  <a:pt x="80" y="59"/>
                </a:cubicBezTo>
                <a:cubicBezTo>
                  <a:pt x="87" y="47"/>
                  <a:pt x="87" y="47"/>
                  <a:pt x="87" y="47"/>
                </a:cubicBezTo>
                <a:cubicBezTo>
                  <a:pt x="78" y="43"/>
                  <a:pt x="70" y="38"/>
                  <a:pt x="62" y="33"/>
                </a:cubicBezTo>
                <a:cubicBezTo>
                  <a:pt x="30" y="90"/>
                  <a:pt x="30" y="90"/>
                  <a:pt x="30" y="90"/>
                </a:cubicBezTo>
                <a:cubicBezTo>
                  <a:pt x="38" y="94"/>
                  <a:pt x="46" y="99"/>
                  <a:pt x="54" y="104"/>
                </a:cubicBezTo>
                <a:cubicBezTo>
                  <a:pt x="62" y="90"/>
                  <a:pt x="62" y="90"/>
                  <a:pt x="62" y="90"/>
                </a:cubicBezTo>
                <a:cubicBezTo>
                  <a:pt x="58" y="86"/>
                  <a:pt x="56" y="81"/>
                  <a:pt x="56" y="76"/>
                </a:cubicBezTo>
                <a:cubicBezTo>
                  <a:pt x="56" y="71"/>
                  <a:pt x="58" y="66"/>
                  <a:pt x="62" y="63"/>
                </a:cubicBezTo>
                <a:cubicBezTo>
                  <a:pt x="62" y="63"/>
                  <a:pt x="62" y="63"/>
                  <a:pt x="62" y="63"/>
                </a:cubicBezTo>
                <a:cubicBezTo>
                  <a:pt x="67" y="58"/>
                  <a:pt x="73" y="57"/>
                  <a:pt x="80" y="59"/>
                </a:cubicBezTo>
                <a:close/>
                <a:moveTo>
                  <a:pt x="82" y="69"/>
                </a:moveTo>
                <a:cubicBezTo>
                  <a:pt x="82" y="69"/>
                  <a:pt x="82" y="69"/>
                  <a:pt x="82" y="69"/>
                </a:cubicBezTo>
                <a:cubicBezTo>
                  <a:pt x="78" y="65"/>
                  <a:pt x="71" y="65"/>
                  <a:pt x="67" y="69"/>
                </a:cubicBezTo>
                <a:cubicBezTo>
                  <a:pt x="67" y="69"/>
                  <a:pt x="67" y="69"/>
                  <a:pt x="67" y="69"/>
                </a:cubicBezTo>
                <a:cubicBezTo>
                  <a:pt x="67" y="69"/>
                  <a:pt x="67" y="69"/>
                  <a:pt x="67" y="69"/>
                </a:cubicBezTo>
                <a:cubicBezTo>
                  <a:pt x="65" y="71"/>
                  <a:pt x="64" y="73"/>
                  <a:pt x="64" y="76"/>
                </a:cubicBezTo>
                <a:cubicBezTo>
                  <a:pt x="64" y="82"/>
                  <a:pt x="69" y="86"/>
                  <a:pt x="75" y="86"/>
                </a:cubicBezTo>
                <a:cubicBezTo>
                  <a:pt x="77" y="86"/>
                  <a:pt x="80" y="85"/>
                  <a:pt x="82" y="83"/>
                </a:cubicBezTo>
                <a:cubicBezTo>
                  <a:pt x="82" y="83"/>
                  <a:pt x="82" y="83"/>
                  <a:pt x="82" y="83"/>
                </a:cubicBezTo>
                <a:cubicBezTo>
                  <a:pt x="84" y="81"/>
                  <a:pt x="85" y="79"/>
                  <a:pt x="85" y="76"/>
                </a:cubicBezTo>
                <a:cubicBezTo>
                  <a:pt x="85" y="73"/>
                  <a:pt x="84" y="71"/>
                  <a:pt x="82" y="69"/>
                </a:cubicBezTo>
                <a:cubicBezTo>
                  <a:pt x="82" y="69"/>
                  <a:pt x="82" y="69"/>
                  <a:pt x="82" y="69"/>
                </a:cubicBezTo>
                <a:close/>
                <a:moveTo>
                  <a:pt x="33" y="101"/>
                </a:moveTo>
                <a:cubicBezTo>
                  <a:pt x="33" y="101"/>
                  <a:pt x="33" y="101"/>
                  <a:pt x="33" y="101"/>
                </a:cubicBezTo>
                <a:cubicBezTo>
                  <a:pt x="31" y="104"/>
                  <a:pt x="31" y="104"/>
                  <a:pt x="31" y="104"/>
                </a:cubicBezTo>
                <a:cubicBezTo>
                  <a:pt x="41" y="109"/>
                  <a:pt x="41" y="109"/>
                  <a:pt x="41" y="109"/>
                </a:cubicBezTo>
                <a:cubicBezTo>
                  <a:pt x="42" y="106"/>
                  <a:pt x="42" y="106"/>
                  <a:pt x="42" y="106"/>
                </a:cubicBezTo>
                <a:cubicBezTo>
                  <a:pt x="33" y="101"/>
                  <a:pt x="33" y="101"/>
                  <a:pt x="33" y="101"/>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0" name="Freeform 12"/>
          <p:cNvSpPr>
            <a:spLocks noEditPoints="1"/>
          </p:cNvSpPr>
          <p:nvPr/>
        </p:nvSpPr>
        <p:spPr bwMode="auto">
          <a:xfrm>
            <a:off x="134107" y="2472073"/>
            <a:ext cx="130548" cy="187604"/>
          </a:xfrm>
          <a:custGeom>
            <a:avLst/>
            <a:gdLst>
              <a:gd name="T0" fmla="*/ 3 w 121"/>
              <a:gd name="T1" fmla="*/ 119 h 174"/>
              <a:gd name="T2" fmla="*/ 23 w 121"/>
              <a:gd name="T3" fmla="*/ 115 h 174"/>
              <a:gd name="T4" fmla="*/ 38 w 121"/>
              <a:gd name="T5" fmla="*/ 74 h 174"/>
              <a:gd name="T6" fmla="*/ 38 w 121"/>
              <a:gd name="T7" fmla="*/ 74 h 174"/>
              <a:gd name="T8" fmla="*/ 38 w 121"/>
              <a:gd name="T9" fmla="*/ 29 h 174"/>
              <a:gd name="T10" fmla="*/ 54 w 121"/>
              <a:gd name="T11" fmla="*/ 21 h 174"/>
              <a:gd name="T12" fmla="*/ 60 w 121"/>
              <a:gd name="T13" fmla="*/ 0 h 174"/>
              <a:gd name="T14" fmla="*/ 67 w 121"/>
              <a:gd name="T15" fmla="*/ 21 h 174"/>
              <a:gd name="T16" fmla="*/ 92 w 121"/>
              <a:gd name="T17" fmla="*/ 51 h 174"/>
              <a:gd name="T18" fmla="*/ 82 w 121"/>
              <a:gd name="T19" fmla="*/ 74 h 174"/>
              <a:gd name="T20" fmla="*/ 98 w 121"/>
              <a:gd name="T21" fmla="*/ 115 h 174"/>
              <a:gd name="T22" fmla="*/ 117 w 121"/>
              <a:gd name="T23" fmla="*/ 119 h 174"/>
              <a:gd name="T24" fmla="*/ 102 w 121"/>
              <a:gd name="T25" fmla="*/ 124 h 174"/>
              <a:gd name="T26" fmla="*/ 116 w 121"/>
              <a:gd name="T27" fmla="*/ 159 h 174"/>
              <a:gd name="T28" fmla="*/ 120 w 121"/>
              <a:gd name="T29" fmla="*/ 168 h 174"/>
              <a:gd name="T30" fmla="*/ 113 w 121"/>
              <a:gd name="T31" fmla="*/ 171 h 174"/>
              <a:gd name="T32" fmla="*/ 108 w 121"/>
              <a:gd name="T33" fmla="*/ 162 h 174"/>
              <a:gd name="T34" fmla="*/ 87 w 121"/>
              <a:gd name="T35" fmla="*/ 124 h 174"/>
              <a:gd name="T36" fmla="*/ 67 w 121"/>
              <a:gd name="T37" fmla="*/ 129 h 174"/>
              <a:gd name="T38" fmla="*/ 54 w 121"/>
              <a:gd name="T39" fmla="*/ 129 h 174"/>
              <a:gd name="T40" fmla="*/ 34 w 121"/>
              <a:gd name="T41" fmla="*/ 124 h 174"/>
              <a:gd name="T42" fmla="*/ 13 w 121"/>
              <a:gd name="T43" fmla="*/ 162 h 174"/>
              <a:gd name="T44" fmla="*/ 8 w 121"/>
              <a:gd name="T45" fmla="*/ 171 h 174"/>
              <a:gd name="T46" fmla="*/ 1 w 121"/>
              <a:gd name="T47" fmla="*/ 168 h 174"/>
              <a:gd name="T48" fmla="*/ 5 w 121"/>
              <a:gd name="T49" fmla="*/ 159 h 174"/>
              <a:gd name="T50" fmla="*/ 19 w 121"/>
              <a:gd name="T51" fmla="*/ 124 h 174"/>
              <a:gd name="T52" fmla="*/ 54 w 121"/>
              <a:gd name="T53" fmla="*/ 115 h 174"/>
              <a:gd name="T54" fmla="*/ 54 w 121"/>
              <a:gd name="T55" fmla="*/ 110 h 174"/>
              <a:gd name="T56" fmla="*/ 67 w 121"/>
              <a:gd name="T57" fmla="*/ 110 h 174"/>
              <a:gd name="T58" fmla="*/ 83 w 121"/>
              <a:gd name="T59" fmla="*/ 115 h 174"/>
              <a:gd name="T60" fmla="*/ 54 w 121"/>
              <a:gd name="T61" fmla="*/ 82 h 174"/>
              <a:gd name="T62" fmla="*/ 54 w 121"/>
              <a:gd name="T63" fmla="*/ 115 h 174"/>
              <a:gd name="T64" fmla="*/ 73 w 121"/>
              <a:gd name="T65" fmla="*/ 39 h 174"/>
              <a:gd name="T66" fmla="*/ 48 w 121"/>
              <a:gd name="T67" fmla="*/ 39 h 174"/>
              <a:gd name="T68" fmla="*/ 48 w 121"/>
              <a:gd name="T69" fmla="*/ 64 h 174"/>
              <a:gd name="T70" fmla="*/ 68 w 121"/>
              <a:gd name="T71" fmla="*/ 68 h 174"/>
              <a:gd name="T72" fmla="*/ 73 w 121"/>
              <a:gd name="T73" fmla="*/ 64 h 174"/>
              <a:gd name="T74" fmla="*/ 73 w 121"/>
              <a:gd name="T75" fmla="*/ 39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1" h="174">
                <a:moveTo>
                  <a:pt x="8" y="124"/>
                </a:moveTo>
                <a:cubicBezTo>
                  <a:pt x="5" y="124"/>
                  <a:pt x="3" y="122"/>
                  <a:pt x="3" y="119"/>
                </a:cubicBezTo>
                <a:cubicBezTo>
                  <a:pt x="3" y="117"/>
                  <a:pt x="5" y="115"/>
                  <a:pt x="8" y="115"/>
                </a:cubicBezTo>
                <a:cubicBezTo>
                  <a:pt x="23" y="115"/>
                  <a:pt x="23" y="115"/>
                  <a:pt x="23" y="115"/>
                </a:cubicBezTo>
                <a:cubicBezTo>
                  <a:pt x="42" y="77"/>
                  <a:pt x="42" y="77"/>
                  <a:pt x="42" y="77"/>
                </a:cubicBezTo>
                <a:cubicBezTo>
                  <a:pt x="41" y="76"/>
                  <a:pt x="40" y="75"/>
                  <a:pt x="38" y="74"/>
                </a:cubicBezTo>
                <a:cubicBezTo>
                  <a:pt x="38" y="74"/>
                  <a:pt x="38" y="74"/>
                  <a:pt x="38" y="74"/>
                </a:cubicBezTo>
                <a:cubicBezTo>
                  <a:pt x="38" y="74"/>
                  <a:pt x="38" y="74"/>
                  <a:pt x="38" y="74"/>
                </a:cubicBezTo>
                <a:cubicBezTo>
                  <a:pt x="33" y="68"/>
                  <a:pt x="29" y="60"/>
                  <a:pt x="29" y="51"/>
                </a:cubicBezTo>
                <a:cubicBezTo>
                  <a:pt x="29" y="43"/>
                  <a:pt x="33" y="35"/>
                  <a:pt x="38" y="29"/>
                </a:cubicBezTo>
                <a:cubicBezTo>
                  <a:pt x="39" y="29"/>
                  <a:pt x="39" y="29"/>
                  <a:pt x="39" y="29"/>
                </a:cubicBezTo>
                <a:cubicBezTo>
                  <a:pt x="43" y="25"/>
                  <a:pt x="48" y="22"/>
                  <a:pt x="54" y="21"/>
                </a:cubicBezTo>
                <a:cubicBezTo>
                  <a:pt x="54" y="7"/>
                  <a:pt x="54" y="7"/>
                  <a:pt x="54" y="7"/>
                </a:cubicBezTo>
                <a:cubicBezTo>
                  <a:pt x="54" y="3"/>
                  <a:pt x="57" y="0"/>
                  <a:pt x="60" y="0"/>
                </a:cubicBezTo>
                <a:cubicBezTo>
                  <a:pt x="64" y="0"/>
                  <a:pt x="67" y="3"/>
                  <a:pt x="67" y="7"/>
                </a:cubicBezTo>
                <a:cubicBezTo>
                  <a:pt x="67" y="21"/>
                  <a:pt x="67" y="21"/>
                  <a:pt x="67" y="21"/>
                </a:cubicBezTo>
                <a:cubicBezTo>
                  <a:pt x="73" y="22"/>
                  <a:pt x="78" y="25"/>
                  <a:pt x="82" y="29"/>
                </a:cubicBezTo>
                <a:cubicBezTo>
                  <a:pt x="88" y="35"/>
                  <a:pt x="92" y="43"/>
                  <a:pt x="92" y="51"/>
                </a:cubicBezTo>
                <a:cubicBezTo>
                  <a:pt x="92" y="60"/>
                  <a:pt x="88" y="68"/>
                  <a:pt x="82" y="74"/>
                </a:cubicBezTo>
                <a:cubicBezTo>
                  <a:pt x="82" y="74"/>
                  <a:pt x="82" y="74"/>
                  <a:pt x="82" y="74"/>
                </a:cubicBezTo>
                <a:cubicBezTo>
                  <a:pt x="81" y="75"/>
                  <a:pt x="80" y="76"/>
                  <a:pt x="79" y="77"/>
                </a:cubicBezTo>
                <a:cubicBezTo>
                  <a:pt x="98" y="115"/>
                  <a:pt x="98" y="115"/>
                  <a:pt x="98" y="115"/>
                </a:cubicBezTo>
                <a:cubicBezTo>
                  <a:pt x="113" y="115"/>
                  <a:pt x="113" y="115"/>
                  <a:pt x="113" y="115"/>
                </a:cubicBezTo>
                <a:cubicBezTo>
                  <a:pt x="116" y="115"/>
                  <a:pt x="117" y="117"/>
                  <a:pt x="117" y="119"/>
                </a:cubicBezTo>
                <a:cubicBezTo>
                  <a:pt x="117" y="122"/>
                  <a:pt x="116" y="124"/>
                  <a:pt x="113" y="124"/>
                </a:cubicBezTo>
                <a:cubicBezTo>
                  <a:pt x="102" y="124"/>
                  <a:pt x="102" y="124"/>
                  <a:pt x="102" y="124"/>
                </a:cubicBezTo>
                <a:cubicBezTo>
                  <a:pt x="116" y="153"/>
                  <a:pt x="116" y="153"/>
                  <a:pt x="116" y="153"/>
                </a:cubicBezTo>
                <a:cubicBezTo>
                  <a:pt x="117" y="155"/>
                  <a:pt x="117" y="157"/>
                  <a:pt x="116" y="159"/>
                </a:cubicBezTo>
                <a:cubicBezTo>
                  <a:pt x="117" y="162"/>
                  <a:pt x="117" y="162"/>
                  <a:pt x="117" y="162"/>
                </a:cubicBezTo>
                <a:cubicBezTo>
                  <a:pt x="120" y="168"/>
                  <a:pt x="120" y="168"/>
                  <a:pt x="120" y="168"/>
                </a:cubicBezTo>
                <a:cubicBezTo>
                  <a:pt x="121" y="170"/>
                  <a:pt x="120" y="172"/>
                  <a:pt x="118" y="173"/>
                </a:cubicBezTo>
                <a:cubicBezTo>
                  <a:pt x="116" y="174"/>
                  <a:pt x="114" y="173"/>
                  <a:pt x="113" y="171"/>
                </a:cubicBezTo>
                <a:cubicBezTo>
                  <a:pt x="110" y="165"/>
                  <a:pt x="110" y="165"/>
                  <a:pt x="110" y="165"/>
                </a:cubicBezTo>
                <a:cubicBezTo>
                  <a:pt x="108" y="162"/>
                  <a:pt x="108" y="162"/>
                  <a:pt x="108" y="162"/>
                </a:cubicBezTo>
                <a:cubicBezTo>
                  <a:pt x="106" y="162"/>
                  <a:pt x="104" y="160"/>
                  <a:pt x="103" y="158"/>
                </a:cubicBezTo>
                <a:cubicBezTo>
                  <a:pt x="87" y="124"/>
                  <a:pt x="87" y="124"/>
                  <a:pt x="87" y="124"/>
                </a:cubicBezTo>
                <a:cubicBezTo>
                  <a:pt x="67" y="124"/>
                  <a:pt x="67" y="124"/>
                  <a:pt x="67" y="124"/>
                </a:cubicBezTo>
                <a:cubicBezTo>
                  <a:pt x="67" y="129"/>
                  <a:pt x="67" y="129"/>
                  <a:pt x="67" y="129"/>
                </a:cubicBezTo>
                <a:cubicBezTo>
                  <a:pt x="67" y="132"/>
                  <a:pt x="64" y="136"/>
                  <a:pt x="60" y="136"/>
                </a:cubicBezTo>
                <a:cubicBezTo>
                  <a:pt x="57" y="136"/>
                  <a:pt x="54" y="132"/>
                  <a:pt x="54" y="129"/>
                </a:cubicBezTo>
                <a:cubicBezTo>
                  <a:pt x="54" y="124"/>
                  <a:pt x="54" y="124"/>
                  <a:pt x="54" y="124"/>
                </a:cubicBezTo>
                <a:cubicBezTo>
                  <a:pt x="34" y="124"/>
                  <a:pt x="34" y="124"/>
                  <a:pt x="34" y="124"/>
                </a:cubicBezTo>
                <a:cubicBezTo>
                  <a:pt x="17" y="158"/>
                  <a:pt x="17" y="158"/>
                  <a:pt x="17" y="158"/>
                </a:cubicBezTo>
                <a:cubicBezTo>
                  <a:pt x="16" y="160"/>
                  <a:pt x="15" y="162"/>
                  <a:pt x="13" y="162"/>
                </a:cubicBezTo>
                <a:cubicBezTo>
                  <a:pt x="11" y="165"/>
                  <a:pt x="11" y="165"/>
                  <a:pt x="11" y="165"/>
                </a:cubicBezTo>
                <a:cubicBezTo>
                  <a:pt x="8" y="171"/>
                  <a:pt x="8" y="171"/>
                  <a:pt x="8" y="171"/>
                </a:cubicBezTo>
                <a:cubicBezTo>
                  <a:pt x="7" y="173"/>
                  <a:pt x="5" y="174"/>
                  <a:pt x="3" y="173"/>
                </a:cubicBezTo>
                <a:cubicBezTo>
                  <a:pt x="1" y="172"/>
                  <a:pt x="0" y="170"/>
                  <a:pt x="1" y="168"/>
                </a:cubicBezTo>
                <a:cubicBezTo>
                  <a:pt x="4" y="162"/>
                  <a:pt x="4" y="162"/>
                  <a:pt x="4" y="162"/>
                </a:cubicBezTo>
                <a:cubicBezTo>
                  <a:pt x="5" y="159"/>
                  <a:pt x="5" y="159"/>
                  <a:pt x="5" y="159"/>
                </a:cubicBezTo>
                <a:cubicBezTo>
                  <a:pt x="4" y="157"/>
                  <a:pt x="4" y="155"/>
                  <a:pt x="5" y="153"/>
                </a:cubicBezTo>
                <a:cubicBezTo>
                  <a:pt x="19" y="124"/>
                  <a:pt x="19" y="124"/>
                  <a:pt x="19" y="124"/>
                </a:cubicBezTo>
                <a:cubicBezTo>
                  <a:pt x="8" y="124"/>
                  <a:pt x="8" y="124"/>
                  <a:pt x="8" y="124"/>
                </a:cubicBezTo>
                <a:close/>
                <a:moveTo>
                  <a:pt x="54" y="115"/>
                </a:moveTo>
                <a:cubicBezTo>
                  <a:pt x="54" y="115"/>
                  <a:pt x="54" y="115"/>
                  <a:pt x="54" y="115"/>
                </a:cubicBezTo>
                <a:cubicBezTo>
                  <a:pt x="54" y="110"/>
                  <a:pt x="54" y="110"/>
                  <a:pt x="54" y="110"/>
                </a:cubicBezTo>
                <a:cubicBezTo>
                  <a:pt x="54" y="107"/>
                  <a:pt x="57" y="103"/>
                  <a:pt x="60" y="103"/>
                </a:cubicBezTo>
                <a:cubicBezTo>
                  <a:pt x="64" y="103"/>
                  <a:pt x="67" y="107"/>
                  <a:pt x="67" y="110"/>
                </a:cubicBezTo>
                <a:cubicBezTo>
                  <a:pt x="67" y="115"/>
                  <a:pt x="67" y="115"/>
                  <a:pt x="67" y="115"/>
                </a:cubicBezTo>
                <a:cubicBezTo>
                  <a:pt x="83" y="115"/>
                  <a:pt x="83" y="115"/>
                  <a:pt x="83" y="115"/>
                </a:cubicBezTo>
                <a:cubicBezTo>
                  <a:pt x="67" y="82"/>
                  <a:pt x="67" y="82"/>
                  <a:pt x="67" y="82"/>
                </a:cubicBezTo>
                <a:cubicBezTo>
                  <a:pt x="63" y="83"/>
                  <a:pt x="58" y="83"/>
                  <a:pt x="54" y="82"/>
                </a:cubicBezTo>
                <a:cubicBezTo>
                  <a:pt x="38" y="115"/>
                  <a:pt x="38" y="115"/>
                  <a:pt x="38" y="115"/>
                </a:cubicBezTo>
                <a:cubicBezTo>
                  <a:pt x="54" y="115"/>
                  <a:pt x="54" y="115"/>
                  <a:pt x="54" y="115"/>
                </a:cubicBezTo>
                <a:close/>
                <a:moveTo>
                  <a:pt x="73" y="39"/>
                </a:moveTo>
                <a:cubicBezTo>
                  <a:pt x="73" y="39"/>
                  <a:pt x="73" y="39"/>
                  <a:pt x="73" y="39"/>
                </a:cubicBezTo>
                <a:cubicBezTo>
                  <a:pt x="66" y="32"/>
                  <a:pt x="55" y="32"/>
                  <a:pt x="48" y="39"/>
                </a:cubicBezTo>
                <a:cubicBezTo>
                  <a:pt x="48" y="39"/>
                  <a:pt x="48" y="39"/>
                  <a:pt x="48" y="39"/>
                </a:cubicBezTo>
                <a:cubicBezTo>
                  <a:pt x="45" y="42"/>
                  <a:pt x="43" y="47"/>
                  <a:pt x="43" y="51"/>
                </a:cubicBezTo>
                <a:cubicBezTo>
                  <a:pt x="43" y="56"/>
                  <a:pt x="45" y="61"/>
                  <a:pt x="48" y="64"/>
                </a:cubicBezTo>
                <a:cubicBezTo>
                  <a:pt x="53" y="69"/>
                  <a:pt x="61" y="71"/>
                  <a:pt x="67" y="68"/>
                </a:cubicBezTo>
                <a:cubicBezTo>
                  <a:pt x="68" y="68"/>
                  <a:pt x="68" y="68"/>
                  <a:pt x="68" y="68"/>
                </a:cubicBezTo>
                <a:cubicBezTo>
                  <a:pt x="69" y="67"/>
                  <a:pt x="71" y="66"/>
                  <a:pt x="73" y="64"/>
                </a:cubicBezTo>
                <a:cubicBezTo>
                  <a:pt x="73" y="64"/>
                  <a:pt x="73" y="64"/>
                  <a:pt x="73" y="64"/>
                </a:cubicBezTo>
                <a:cubicBezTo>
                  <a:pt x="76" y="61"/>
                  <a:pt x="78" y="56"/>
                  <a:pt x="78" y="51"/>
                </a:cubicBezTo>
                <a:cubicBezTo>
                  <a:pt x="78" y="47"/>
                  <a:pt x="76" y="42"/>
                  <a:pt x="73" y="39"/>
                </a:cubicBezTo>
                <a:cubicBezTo>
                  <a:pt x="73" y="39"/>
                  <a:pt x="73" y="39"/>
                  <a:pt x="73" y="39"/>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1" name="Freeform 13"/>
          <p:cNvSpPr>
            <a:spLocks noEditPoints="1"/>
          </p:cNvSpPr>
          <p:nvPr/>
        </p:nvSpPr>
        <p:spPr bwMode="auto">
          <a:xfrm>
            <a:off x="93026" y="1695727"/>
            <a:ext cx="212710" cy="176648"/>
          </a:xfrm>
          <a:custGeom>
            <a:avLst/>
            <a:gdLst>
              <a:gd name="T0" fmla="*/ 111 w 197"/>
              <a:gd name="T1" fmla="*/ 11 h 164"/>
              <a:gd name="T2" fmla="*/ 0 w 197"/>
              <a:gd name="T3" fmla="*/ 15 h 164"/>
              <a:gd name="T4" fmla="*/ 105 w 197"/>
              <a:gd name="T5" fmla="*/ 164 h 164"/>
              <a:gd name="T6" fmla="*/ 136 w 197"/>
              <a:gd name="T7" fmla="*/ 159 h 164"/>
              <a:gd name="T8" fmla="*/ 196 w 197"/>
              <a:gd name="T9" fmla="*/ 142 h 164"/>
              <a:gd name="T10" fmla="*/ 52 w 197"/>
              <a:gd name="T11" fmla="*/ 150 h 164"/>
              <a:gd name="T12" fmla="*/ 52 w 197"/>
              <a:gd name="T13" fmla="*/ 22 h 164"/>
              <a:gd name="T14" fmla="*/ 99 w 197"/>
              <a:gd name="T15" fmla="*/ 150 h 164"/>
              <a:gd name="T16" fmla="*/ 99 w 197"/>
              <a:gd name="T17" fmla="*/ 22 h 164"/>
              <a:gd name="T18" fmla="*/ 147 w 197"/>
              <a:gd name="T19" fmla="*/ 149 h 164"/>
              <a:gd name="T20" fmla="*/ 181 w 197"/>
              <a:gd name="T21" fmla="*/ 139 h 164"/>
              <a:gd name="T22" fmla="*/ 23 w 197"/>
              <a:gd name="T23" fmla="*/ 133 h 164"/>
              <a:gd name="T24" fmla="*/ 42 w 197"/>
              <a:gd name="T25" fmla="*/ 134 h 164"/>
              <a:gd name="T26" fmla="*/ 43 w 197"/>
              <a:gd name="T27" fmla="*/ 114 h 164"/>
              <a:gd name="T28" fmla="*/ 23 w 197"/>
              <a:gd name="T29" fmla="*/ 114 h 164"/>
              <a:gd name="T30" fmla="*/ 29 w 197"/>
              <a:gd name="T31" fmla="*/ 120 h 164"/>
              <a:gd name="T32" fmla="*/ 37 w 197"/>
              <a:gd name="T33" fmla="*/ 120 h 164"/>
              <a:gd name="T34" fmla="*/ 37 w 197"/>
              <a:gd name="T35" fmla="*/ 128 h 164"/>
              <a:gd name="T36" fmla="*/ 29 w 197"/>
              <a:gd name="T37" fmla="*/ 127 h 164"/>
              <a:gd name="T38" fmla="*/ 32 w 197"/>
              <a:gd name="T39" fmla="*/ 91 h 164"/>
              <a:gd name="T40" fmla="*/ 36 w 197"/>
              <a:gd name="T41" fmla="*/ 38 h 164"/>
              <a:gd name="T42" fmla="*/ 28 w 197"/>
              <a:gd name="T43" fmla="*/ 87 h 164"/>
              <a:gd name="T44" fmla="*/ 134 w 197"/>
              <a:gd name="T45" fmla="*/ 31 h 164"/>
              <a:gd name="T46" fmla="*/ 149 w 197"/>
              <a:gd name="T47" fmla="*/ 86 h 164"/>
              <a:gd name="T48" fmla="*/ 134 w 197"/>
              <a:gd name="T49" fmla="*/ 31 h 164"/>
              <a:gd name="T50" fmla="*/ 69 w 197"/>
              <a:gd name="T51" fmla="*/ 133 h 164"/>
              <a:gd name="T52" fmla="*/ 88 w 197"/>
              <a:gd name="T53" fmla="*/ 133 h 164"/>
              <a:gd name="T54" fmla="*/ 79 w 197"/>
              <a:gd name="T55" fmla="*/ 110 h 164"/>
              <a:gd name="T56" fmla="*/ 65 w 197"/>
              <a:gd name="T57" fmla="*/ 124 h 164"/>
              <a:gd name="T58" fmla="*/ 75 w 197"/>
              <a:gd name="T59" fmla="*/ 120 h 164"/>
              <a:gd name="T60" fmla="*/ 82 w 197"/>
              <a:gd name="T61" fmla="*/ 120 h 164"/>
              <a:gd name="T62" fmla="*/ 82 w 197"/>
              <a:gd name="T63" fmla="*/ 128 h 164"/>
              <a:gd name="T64" fmla="*/ 74 w 197"/>
              <a:gd name="T65" fmla="*/ 127 h 164"/>
              <a:gd name="T66" fmla="*/ 81 w 197"/>
              <a:gd name="T67" fmla="*/ 91 h 164"/>
              <a:gd name="T68" fmla="*/ 85 w 197"/>
              <a:gd name="T69" fmla="*/ 38 h 164"/>
              <a:gd name="T70" fmla="*/ 77 w 197"/>
              <a:gd name="T71" fmla="*/ 87 h 164"/>
              <a:gd name="T72" fmla="*/ 148 w 197"/>
              <a:gd name="T73" fmla="*/ 109 h 164"/>
              <a:gd name="T74" fmla="*/ 148 w 197"/>
              <a:gd name="T75" fmla="*/ 128 h 164"/>
              <a:gd name="T76" fmla="*/ 167 w 197"/>
              <a:gd name="T77" fmla="*/ 128 h 164"/>
              <a:gd name="T78" fmla="*/ 168 w 197"/>
              <a:gd name="T79" fmla="*/ 109 h 164"/>
              <a:gd name="T80" fmla="*/ 158 w 197"/>
              <a:gd name="T81" fmla="*/ 105 h 164"/>
              <a:gd name="T82" fmla="*/ 154 w 197"/>
              <a:gd name="T83" fmla="*/ 114 h 164"/>
              <a:gd name="T84" fmla="*/ 163 w 197"/>
              <a:gd name="T85" fmla="*/ 118 h 164"/>
              <a:gd name="T86" fmla="*/ 154 w 197"/>
              <a:gd name="T87" fmla="*/ 122 h 164"/>
              <a:gd name="T88" fmla="*/ 154 w 197"/>
              <a:gd name="T89" fmla="*/ 114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97" h="164">
                <a:moveTo>
                  <a:pt x="159" y="6"/>
                </a:moveTo>
                <a:cubicBezTo>
                  <a:pt x="158" y="2"/>
                  <a:pt x="155" y="0"/>
                  <a:pt x="151" y="1"/>
                </a:cubicBezTo>
                <a:cubicBezTo>
                  <a:pt x="111" y="11"/>
                  <a:pt x="111" y="11"/>
                  <a:pt x="111" y="11"/>
                </a:cubicBezTo>
                <a:cubicBezTo>
                  <a:pt x="110" y="10"/>
                  <a:pt x="108" y="8"/>
                  <a:pt x="105" y="8"/>
                </a:cubicBezTo>
                <a:cubicBezTo>
                  <a:pt x="7" y="8"/>
                  <a:pt x="7" y="8"/>
                  <a:pt x="7" y="8"/>
                </a:cubicBezTo>
                <a:cubicBezTo>
                  <a:pt x="3" y="8"/>
                  <a:pt x="0" y="11"/>
                  <a:pt x="0" y="15"/>
                </a:cubicBezTo>
                <a:cubicBezTo>
                  <a:pt x="0" y="157"/>
                  <a:pt x="0" y="157"/>
                  <a:pt x="0" y="157"/>
                </a:cubicBezTo>
                <a:cubicBezTo>
                  <a:pt x="0" y="161"/>
                  <a:pt x="3" y="164"/>
                  <a:pt x="7" y="164"/>
                </a:cubicBezTo>
                <a:cubicBezTo>
                  <a:pt x="105" y="164"/>
                  <a:pt x="105" y="164"/>
                  <a:pt x="105" y="164"/>
                </a:cubicBezTo>
                <a:cubicBezTo>
                  <a:pt x="109" y="164"/>
                  <a:pt x="112" y="161"/>
                  <a:pt x="112" y="157"/>
                </a:cubicBezTo>
                <a:cubicBezTo>
                  <a:pt x="112" y="71"/>
                  <a:pt x="112" y="71"/>
                  <a:pt x="112" y="71"/>
                </a:cubicBezTo>
                <a:cubicBezTo>
                  <a:pt x="136" y="159"/>
                  <a:pt x="136" y="159"/>
                  <a:pt x="136" y="159"/>
                </a:cubicBezTo>
                <a:cubicBezTo>
                  <a:pt x="136" y="162"/>
                  <a:pt x="140" y="164"/>
                  <a:pt x="144" y="163"/>
                </a:cubicBezTo>
                <a:cubicBezTo>
                  <a:pt x="191" y="151"/>
                  <a:pt x="191" y="151"/>
                  <a:pt x="191" y="151"/>
                </a:cubicBezTo>
                <a:cubicBezTo>
                  <a:pt x="195" y="150"/>
                  <a:pt x="197" y="146"/>
                  <a:pt x="196" y="142"/>
                </a:cubicBezTo>
                <a:cubicBezTo>
                  <a:pt x="159" y="6"/>
                  <a:pt x="159" y="6"/>
                  <a:pt x="159" y="6"/>
                </a:cubicBezTo>
                <a:close/>
                <a:moveTo>
                  <a:pt x="52" y="150"/>
                </a:moveTo>
                <a:cubicBezTo>
                  <a:pt x="52" y="150"/>
                  <a:pt x="52" y="150"/>
                  <a:pt x="52" y="150"/>
                </a:cubicBezTo>
                <a:cubicBezTo>
                  <a:pt x="14" y="150"/>
                  <a:pt x="14" y="150"/>
                  <a:pt x="14" y="150"/>
                </a:cubicBezTo>
                <a:cubicBezTo>
                  <a:pt x="14" y="22"/>
                  <a:pt x="14" y="22"/>
                  <a:pt x="14" y="22"/>
                </a:cubicBezTo>
                <a:cubicBezTo>
                  <a:pt x="52" y="22"/>
                  <a:pt x="52" y="22"/>
                  <a:pt x="52" y="22"/>
                </a:cubicBezTo>
                <a:cubicBezTo>
                  <a:pt x="52" y="150"/>
                  <a:pt x="52" y="150"/>
                  <a:pt x="52" y="150"/>
                </a:cubicBezTo>
                <a:close/>
                <a:moveTo>
                  <a:pt x="99" y="150"/>
                </a:moveTo>
                <a:cubicBezTo>
                  <a:pt x="99" y="150"/>
                  <a:pt x="99" y="150"/>
                  <a:pt x="99" y="150"/>
                </a:cubicBezTo>
                <a:cubicBezTo>
                  <a:pt x="60" y="150"/>
                  <a:pt x="60" y="150"/>
                  <a:pt x="60" y="150"/>
                </a:cubicBezTo>
                <a:cubicBezTo>
                  <a:pt x="60" y="22"/>
                  <a:pt x="60" y="22"/>
                  <a:pt x="60" y="22"/>
                </a:cubicBezTo>
                <a:cubicBezTo>
                  <a:pt x="99" y="22"/>
                  <a:pt x="99" y="22"/>
                  <a:pt x="99" y="22"/>
                </a:cubicBezTo>
                <a:cubicBezTo>
                  <a:pt x="99" y="150"/>
                  <a:pt x="99" y="150"/>
                  <a:pt x="99" y="150"/>
                </a:cubicBezTo>
                <a:close/>
                <a:moveTo>
                  <a:pt x="147" y="149"/>
                </a:moveTo>
                <a:cubicBezTo>
                  <a:pt x="147" y="149"/>
                  <a:pt x="147" y="149"/>
                  <a:pt x="147" y="149"/>
                </a:cubicBezTo>
                <a:cubicBezTo>
                  <a:pt x="114" y="25"/>
                  <a:pt x="114" y="25"/>
                  <a:pt x="114" y="25"/>
                </a:cubicBezTo>
                <a:cubicBezTo>
                  <a:pt x="148" y="16"/>
                  <a:pt x="148" y="16"/>
                  <a:pt x="148" y="16"/>
                </a:cubicBezTo>
                <a:cubicBezTo>
                  <a:pt x="181" y="139"/>
                  <a:pt x="181" y="139"/>
                  <a:pt x="181" y="139"/>
                </a:cubicBezTo>
                <a:cubicBezTo>
                  <a:pt x="147" y="149"/>
                  <a:pt x="147" y="149"/>
                  <a:pt x="147" y="149"/>
                </a:cubicBezTo>
                <a:close/>
                <a:moveTo>
                  <a:pt x="23" y="133"/>
                </a:moveTo>
                <a:cubicBezTo>
                  <a:pt x="23" y="133"/>
                  <a:pt x="23" y="133"/>
                  <a:pt x="23" y="133"/>
                </a:cubicBezTo>
                <a:cubicBezTo>
                  <a:pt x="23" y="133"/>
                  <a:pt x="23" y="133"/>
                  <a:pt x="23" y="133"/>
                </a:cubicBezTo>
                <a:cubicBezTo>
                  <a:pt x="26" y="136"/>
                  <a:pt x="29" y="137"/>
                  <a:pt x="33" y="137"/>
                </a:cubicBezTo>
                <a:cubicBezTo>
                  <a:pt x="37" y="137"/>
                  <a:pt x="40" y="136"/>
                  <a:pt x="42" y="134"/>
                </a:cubicBezTo>
                <a:cubicBezTo>
                  <a:pt x="43" y="133"/>
                  <a:pt x="43" y="133"/>
                  <a:pt x="43" y="133"/>
                </a:cubicBezTo>
                <a:cubicBezTo>
                  <a:pt x="45" y="131"/>
                  <a:pt x="47" y="127"/>
                  <a:pt x="47" y="124"/>
                </a:cubicBezTo>
                <a:cubicBezTo>
                  <a:pt x="47" y="120"/>
                  <a:pt x="45" y="116"/>
                  <a:pt x="43" y="114"/>
                </a:cubicBezTo>
                <a:cubicBezTo>
                  <a:pt x="42" y="114"/>
                  <a:pt x="42" y="114"/>
                  <a:pt x="42" y="114"/>
                </a:cubicBezTo>
                <a:cubicBezTo>
                  <a:pt x="40" y="112"/>
                  <a:pt x="37" y="110"/>
                  <a:pt x="33" y="110"/>
                </a:cubicBezTo>
                <a:cubicBezTo>
                  <a:pt x="29" y="110"/>
                  <a:pt x="26" y="112"/>
                  <a:pt x="23" y="114"/>
                </a:cubicBezTo>
                <a:cubicBezTo>
                  <a:pt x="21" y="116"/>
                  <a:pt x="19" y="120"/>
                  <a:pt x="19" y="124"/>
                </a:cubicBezTo>
                <a:cubicBezTo>
                  <a:pt x="19" y="127"/>
                  <a:pt x="21" y="131"/>
                  <a:pt x="23" y="133"/>
                </a:cubicBezTo>
                <a:close/>
                <a:moveTo>
                  <a:pt x="29" y="120"/>
                </a:moveTo>
                <a:cubicBezTo>
                  <a:pt x="29" y="120"/>
                  <a:pt x="29" y="120"/>
                  <a:pt x="29" y="120"/>
                </a:cubicBezTo>
                <a:cubicBezTo>
                  <a:pt x="30" y="119"/>
                  <a:pt x="31" y="118"/>
                  <a:pt x="33" y="118"/>
                </a:cubicBezTo>
                <a:cubicBezTo>
                  <a:pt x="34" y="118"/>
                  <a:pt x="36" y="119"/>
                  <a:pt x="37" y="120"/>
                </a:cubicBezTo>
                <a:cubicBezTo>
                  <a:pt x="37" y="120"/>
                  <a:pt x="37" y="120"/>
                  <a:pt x="37" y="120"/>
                </a:cubicBezTo>
                <a:cubicBezTo>
                  <a:pt x="38" y="121"/>
                  <a:pt x="38" y="122"/>
                  <a:pt x="38" y="124"/>
                </a:cubicBezTo>
                <a:cubicBezTo>
                  <a:pt x="38" y="125"/>
                  <a:pt x="38" y="127"/>
                  <a:pt x="37" y="128"/>
                </a:cubicBezTo>
                <a:cubicBezTo>
                  <a:pt x="36" y="129"/>
                  <a:pt x="34" y="129"/>
                  <a:pt x="33" y="129"/>
                </a:cubicBezTo>
                <a:cubicBezTo>
                  <a:pt x="31" y="129"/>
                  <a:pt x="30" y="129"/>
                  <a:pt x="29" y="128"/>
                </a:cubicBezTo>
                <a:cubicBezTo>
                  <a:pt x="29" y="127"/>
                  <a:pt x="29" y="127"/>
                  <a:pt x="29" y="127"/>
                </a:cubicBezTo>
                <a:cubicBezTo>
                  <a:pt x="28" y="126"/>
                  <a:pt x="27" y="125"/>
                  <a:pt x="27" y="124"/>
                </a:cubicBezTo>
                <a:cubicBezTo>
                  <a:pt x="27" y="122"/>
                  <a:pt x="28" y="121"/>
                  <a:pt x="29" y="120"/>
                </a:cubicBezTo>
                <a:close/>
                <a:moveTo>
                  <a:pt x="32" y="91"/>
                </a:moveTo>
                <a:cubicBezTo>
                  <a:pt x="32" y="91"/>
                  <a:pt x="32" y="91"/>
                  <a:pt x="32" y="91"/>
                </a:cubicBezTo>
                <a:cubicBezTo>
                  <a:pt x="34" y="91"/>
                  <a:pt x="36" y="89"/>
                  <a:pt x="36" y="87"/>
                </a:cubicBezTo>
                <a:cubicBezTo>
                  <a:pt x="36" y="38"/>
                  <a:pt x="36" y="38"/>
                  <a:pt x="36" y="38"/>
                </a:cubicBezTo>
                <a:cubicBezTo>
                  <a:pt x="36" y="35"/>
                  <a:pt x="34" y="34"/>
                  <a:pt x="32" y="34"/>
                </a:cubicBezTo>
                <a:cubicBezTo>
                  <a:pt x="29" y="34"/>
                  <a:pt x="28" y="35"/>
                  <a:pt x="28" y="38"/>
                </a:cubicBezTo>
                <a:cubicBezTo>
                  <a:pt x="28" y="87"/>
                  <a:pt x="28" y="87"/>
                  <a:pt x="28" y="87"/>
                </a:cubicBezTo>
                <a:cubicBezTo>
                  <a:pt x="28" y="89"/>
                  <a:pt x="29" y="91"/>
                  <a:pt x="32" y="91"/>
                </a:cubicBezTo>
                <a:close/>
                <a:moveTo>
                  <a:pt x="134" y="31"/>
                </a:moveTo>
                <a:cubicBezTo>
                  <a:pt x="134" y="31"/>
                  <a:pt x="134" y="31"/>
                  <a:pt x="134" y="31"/>
                </a:cubicBezTo>
                <a:cubicBezTo>
                  <a:pt x="132" y="32"/>
                  <a:pt x="131" y="34"/>
                  <a:pt x="131" y="36"/>
                </a:cubicBezTo>
                <a:cubicBezTo>
                  <a:pt x="144" y="84"/>
                  <a:pt x="144" y="84"/>
                  <a:pt x="144" y="84"/>
                </a:cubicBezTo>
                <a:cubicBezTo>
                  <a:pt x="144" y="86"/>
                  <a:pt x="146" y="87"/>
                  <a:pt x="149" y="86"/>
                </a:cubicBezTo>
                <a:cubicBezTo>
                  <a:pt x="151" y="86"/>
                  <a:pt x="152" y="84"/>
                  <a:pt x="152" y="82"/>
                </a:cubicBezTo>
                <a:cubicBezTo>
                  <a:pt x="139" y="34"/>
                  <a:pt x="139" y="34"/>
                  <a:pt x="139" y="34"/>
                </a:cubicBezTo>
                <a:cubicBezTo>
                  <a:pt x="138" y="32"/>
                  <a:pt x="136" y="31"/>
                  <a:pt x="134" y="31"/>
                </a:cubicBezTo>
                <a:close/>
                <a:moveTo>
                  <a:pt x="69" y="133"/>
                </a:moveTo>
                <a:cubicBezTo>
                  <a:pt x="69" y="133"/>
                  <a:pt x="69" y="133"/>
                  <a:pt x="69" y="133"/>
                </a:cubicBezTo>
                <a:cubicBezTo>
                  <a:pt x="69" y="133"/>
                  <a:pt x="69" y="133"/>
                  <a:pt x="69" y="133"/>
                </a:cubicBezTo>
                <a:cubicBezTo>
                  <a:pt x="71" y="136"/>
                  <a:pt x="75" y="137"/>
                  <a:pt x="79" y="137"/>
                </a:cubicBezTo>
                <a:cubicBezTo>
                  <a:pt x="82" y="137"/>
                  <a:pt x="86" y="136"/>
                  <a:pt x="88" y="134"/>
                </a:cubicBezTo>
                <a:cubicBezTo>
                  <a:pt x="88" y="133"/>
                  <a:pt x="88" y="133"/>
                  <a:pt x="88" y="133"/>
                </a:cubicBezTo>
                <a:cubicBezTo>
                  <a:pt x="91" y="131"/>
                  <a:pt x="92" y="127"/>
                  <a:pt x="92" y="124"/>
                </a:cubicBezTo>
                <a:cubicBezTo>
                  <a:pt x="92" y="120"/>
                  <a:pt x="91" y="116"/>
                  <a:pt x="88" y="114"/>
                </a:cubicBezTo>
                <a:cubicBezTo>
                  <a:pt x="86" y="112"/>
                  <a:pt x="82" y="110"/>
                  <a:pt x="79" y="110"/>
                </a:cubicBezTo>
                <a:cubicBezTo>
                  <a:pt x="75" y="110"/>
                  <a:pt x="71" y="112"/>
                  <a:pt x="69" y="114"/>
                </a:cubicBezTo>
                <a:cubicBezTo>
                  <a:pt x="69" y="114"/>
                  <a:pt x="69" y="114"/>
                  <a:pt x="69" y="114"/>
                </a:cubicBezTo>
                <a:cubicBezTo>
                  <a:pt x="66" y="116"/>
                  <a:pt x="65" y="120"/>
                  <a:pt x="65" y="124"/>
                </a:cubicBezTo>
                <a:cubicBezTo>
                  <a:pt x="65" y="127"/>
                  <a:pt x="66" y="131"/>
                  <a:pt x="69" y="133"/>
                </a:cubicBezTo>
                <a:close/>
                <a:moveTo>
                  <a:pt x="75" y="120"/>
                </a:moveTo>
                <a:cubicBezTo>
                  <a:pt x="75" y="120"/>
                  <a:pt x="75" y="120"/>
                  <a:pt x="75" y="120"/>
                </a:cubicBezTo>
                <a:cubicBezTo>
                  <a:pt x="76" y="119"/>
                  <a:pt x="77" y="118"/>
                  <a:pt x="79" y="118"/>
                </a:cubicBezTo>
                <a:cubicBezTo>
                  <a:pt x="80" y="118"/>
                  <a:pt x="81" y="119"/>
                  <a:pt x="82" y="120"/>
                </a:cubicBezTo>
                <a:cubicBezTo>
                  <a:pt x="82" y="120"/>
                  <a:pt x="82" y="120"/>
                  <a:pt x="82" y="120"/>
                </a:cubicBezTo>
                <a:cubicBezTo>
                  <a:pt x="84" y="121"/>
                  <a:pt x="84" y="122"/>
                  <a:pt x="84" y="124"/>
                </a:cubicBezTo>
                <a:cubicBezTo>
                  <a:pt x="84" y="125"/>
                  <a:pt x="84" y="127"/>
                  <a:pt x="83" y="128"/>
                </a:cubicBezTo>
                <a:cubicBezTo>
                  <a:pt x="82" y="128"/>
                  <a:pt x="82" y="128"/>
                  <a:pt x="82" y="128"/>
                </a:cubicBezTo>
                <a:cubicBezTo>
                  <a:pt x="81" y="129"/>
                  <a:pt x="80" y="129"/>
                  <a:pt x="79" y="129"/>
                </a:cubicBezTo>
                <a:cubicBezTo>
                  <a:pt x="77" y="129"/>
                  <a:pt x="76" y="129"/>
                  <a:pt x="75" y="128"/>
                </a:cubicBezTo>
                <a:cubicBezTo>
                  <a:pt x="74" y="127"/>
                  <a:pt x="74" y="127"/>
                  <a:pt x="74" y="127"/>
                </a:cubicBezTo>
                <a:cubicBezTo>
                  <a:pt x="74" y="126"/>
                  <a:pt x="73" y="125"/>
                  <a:pt x="73" y="124"/>
                </a:cubicBezTo>
                <a:cubicBezTo>
                  <a:pt x="73" y="122"/>
                  <a:pt x="74" y="121"/>
                  <a:pt x="75" y="120"/>
                </a:cubicBezTo>
                <a:close/>
                <a:moveTo>
                  <a:pt x="81" y="91"/>
                </a:moveTo>
                <a:cubicBezTo>
                  <a:pt x="81" y="91"/>
                  <a:pt x="81" y="91"/>
                  <a:pt x="81" y="91"/>
                </a:cubicBezTo>
                <a:cubicBezTo>
                  <a:pt x="83" y="91"/>
                  <a:pt x="85" y="89"/>
                  <a:pt x="85" y="87"/>
                </a:cubicBezTo>
                <a:cubicBezTo>
                  <a:pt x="85" y="38"/>
                  <a:pt x="85" y="38"/>
                  <a:pt x="85" y="38"/>
                </a:cubicBezTo>
                <a:cubicBezTo>
                  <a:pt x="85" y="35"/>
                  <a:pt x="83" y="34"/>
                  <a:pt x="81" y="34"/>
                </a:cubicBezTo>
                <a:cubicBezTo>
                  <a:pt x="79" y="34"/>
                  <a:pt x="77" y="35"/>
                  <a:pt x="77" y="38"/>
                </a:cubicBezTo>
                <a:cubicBezTo>
                  <a:pt x="77" y="87"/>
                  <a:pt x="77" y="87"/>
                  <a:pt x="77" y="87"/>
                </a:cubicBezTo>
                <a:cubicBezTo>
                  <a:pt x="77" y="89"/>
                  <a:pt x="79" y="91"/>
                  <a:pt x="81" y="91"/>
                </a:cubicBezTo>
                <a:close/>
                <a:moveTo>
                  <a:pt x="148" y="109"/>
                </a:moveTo>
                <a:cubicBezTo>
                  <a:pt x="148" y="109"/>
                  <a:pt x="148" y="109"/>
                  <a:pt x="148" y="109"/>
                </a:cubicBezTo>
                <a:cubicBezTo>
                  <a:pt x="146" y="111"/>
                  <a:pt x="144" y="114"/>
                  <a:pt x="144" y="118"/>
                </a:cubicBezTo>
                <a:cubicBezTo>
                  <a:pt x="144" y="122"/>
                  <a:pt x="146" y="125"/>
                  <a:pt x="148" y="128"/>
                </a:cubicBezTo>
                <a:cubicBezTo>
                  <a:pt x="148" y="128"/>
                  <a:pt x="148" y="128"/>
                  <a:pt x="148" y="128"/>
                </a:cubicBezTo>
                <a:cubicBezTo>
                  <a:pt x="151" y="130"/>
                  <a:pt x="154" y="132"/>
                  <a:pt x="158" y="132"/>
                </a:cubicBezTo>
                <a:cubicBezTo>
                  <a:pt x="161" y="132"/>
                  <a:pt x="165" y="131"/>
                  <a:pt x="167" y="128"/>
                </a:cubicBezTo>
                <a:cubicBezTo>
                  <a:pt x="167" y="128"/>
                  <a:pt x="167" y="128"/>
                  <a:pt x="167" y="128"/>
                </a:cubicBezTo>
                <a:cubicBezTo>
                  <a:pt x="168" y="128"/>
                  <a:pt x="168" y="128"/>
                  <a:pt x="168" y="128"/>
                </a:cubicBezTo>
                <a:cubicBezTo>
                  <a:pt x="170" y="126"/>
                  <a:pt x="171" y="122"/>
                  <a:pt x="171" y="118"/>
                </a:cubicBezTo>
                <a:cubicBezTo>
                  <a:pt x="171" y="114"/>
                  <a:pt x="170" y="111"/>
                  <a:pt x="168" y="109"/>
                </a:cubicBezTo>
                <a:cubicBezTo>
                  <a:pt x="168" y="109"/>
                  <a:pt x="168" y="109"/>
                  <a:pt x="168" y="109"/>
                </a:cubicBezTo>
                <a:cubicBezTo>
                  <a:pt x="168" y="109"/>
                  <a:pt x="168" y="109"/>
                  <a:pt x="168" y="109"/>
                </a:cubicBezTo>
                <a:cubicBezTo>
                  <a:pt x="165" y="106"/>
                  <a:pt x="162" y="105"/>
                  <a:pt x="158" y="105"/>
                </a:cubicBezTo>
                <a:cubicBezTo>
                  <a:pt x="154" y="105"/>
                  <a:pt x="151" y="106"/>
                  <a:pt x="148" y="109"/>
                </a:cubicBezTo>
                <a:close/>
                <a:moveTo>
                  <a:pt x="154" y="114"/>
                </a:moveTo>
                <a:cubicBezTo>
                  <a:pt x="154" y="114"/>
                  <a:pt x="154" y="114"/>
                  <a:pt x="154" y="114"/>
                </a:cubicBezTo>
                <a:cubicBezTo>
                  <a:pt x="155" y="113"/>
                  <a:pt x="156" y="113"/>
                  <a:pt x="158" y="113"/>
                </a:cubicBezTo>
                <a:cubicBezTo>
                  <a:pt x="159" y="113"/>
                  <a:pt x="161" y="113"/>
                  <a:pt x="162" y="114"/>
                </a:cubicBezTo>
                <a:cubicBezTo>
                  <a:pt x="163" y="115"/>
                  <a:pt x="163" y="117"/>
                  <a:pt x="163" y="118"/>
                </a:cubicBezTo>
                <a:cubicBezTo>
                  <a:pt x="163" y="120"/>
                  <a:pt x="163" y="121"/>
                  <a:pt x="162" y="122"/>
                </a:cubicBezTo>
                <a:cubicBezTo>
                  <a:pt x="161" y="123"/>
                  <a:pt x="159" y="124"/>
                  <a:pt x="158" y="124"/>
                </a:cubicBezTo>
                <a:cubicBezTo>
                  <a:pt x="156" y="124"/>
                  <a:pt x="155" y="123"/>
                  <a:pt x="154" y="122"/>
                </a:cubicBezTo>
                <a:cubicBezTo>
                  <a:pt x="154" y="122"/>
                  <a:pt x="154" y="122"/>
                  <a:pt x="154" y="122"/>
                </a:cubicBezTo>
                <a:cubicBezTo>
                  <a:pt x="153" y="121"/>
                  <a:pt x="152" y="120"/>
                  <a:pt x="152" y="118"/>
                </a:cubicBezTo>
                <a:cubicBezTo>
                  <a:pt x="152" y="117"/>
                  <a:pt x="153" y="115"/>
                  <a:pt x="154" y="114"/>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8" name="Freeform 10"/>
          <p:cNvSpPr>
            <a:spLocks noEditPoints="1"/>
          </p:cNvSpPr>
          <p:nvPr/>
        </p:nvSpPr>
        <p:spPr bwMode="auto">
          <a:xfrm>
            <a:off x="107850" y="2091788"/>
            <a:ext cx="174824" cy="175280"/>
          </a:xfrm>
          <a:custGeom>
            <a:avLst/>
            <a:gdLst>
              <a:gd name="T0" fmla="*/ 47 w 162"/>
              <a:gd name="T1" fmla="*/ 34 h 163"/>
              <a:gd name="T2" fmla="*/ 34 w 162"/>
              <a:gd name="T3" fmla="*/ 47 h 163"/>
              <a:gd name="T4" fmla="*/ 32 w 162"/>
              <a:gd name="T5" fmla="*/ 61 h 163"/>
              <a:gd name="T6" fmla="*/ 41 w 162"/>
              <a:gd name="T7" fmla="*/ 52 h 163"/>
              <a:gd name="T8" fmla="*/ 52 w 162"/>
              <a:gd name="T9" fmla="*/ 41 h 163"/>
              <a:gd name="T10" fmla="*/ 60 w 162"/>
              <a:gd name="T11" fmla="*/ 32 h 163"/>
              <a:gd name="T12" fmla="*/ 160 w 162"/>
              <a:gd name="T13" fmla="*/ 150 h 163"/>
              <a:gd name="T14" fmla="*/ 130 w 162"/>
              <a:gd name="T15" fmla="*/ 121 h 163"/>
              <a:gd name="T16" fmla="*/ 147 w 162"/>
              <a:gd name="T17" fmla="*/ 74 h 163"/>
              <a:gd name="T18" fmla="*/ 142 w 162"/>
              <a:gd name="T19" fmla="*/ 46 h 163"/>
              <a:gd name="T20" fmla="*/ 126 w 162"/>
              <a:gd name="T21" fmla="*/ 22 h 163"/>
              <a:gd name="T22" fmla="*/ 74 w 162"/>
              <a:gd name="T23" fmla="*/ 0 h 163"/>
              <a:gd name="T24" fmla="*/ 6 w 162"/>
              <a:gd name="T25" fmla="*/ 46 h 163"/>
              <a:gd name="T26" fmla="*/ 5 w 162"/>
              <a:gd name="T27" fmla="*/ 102 h 163"/>
              <a:gd name="T28" fmla="*/ 21 w 162"/>
              <a:gd name="T29" fmla="*/ 126 h 163"/>
              <a:gd name="T30" fmla="*/ 45 w 162"/>
              <a:gd name="T31" fmla="*/ 142 h 163"/>
              <a:gd name="T32" fmla="*/ 45 w 162"/>
              <a:gd name="T33" fmla="*/ 142 h 163"/>
              <a:gd name="T34" fmla="*/ 102 w 162"/>
              <a:gd name="T35" fmla="*/ 142 h 163"/>
              <a:gd name="T36" fmla="*/ 150 w 162"/>
              <a:gd name="T37" fmla="*/ 160 h 163"/>
              <a:gd name="T38" fmla="*/ 160 w 162"/>
              <a:gd name="T39" fmla="*/ 150 h 163"/>
              <a:gd name="T40" fmla="*/ 116 w 162"/>
              <a:gd name="T41" fmla="*/ 117 h 163"/>
              <a:gd name="T42" fmla="*/ 97 w 162"/>
              <a:gd name="T43" fmla="*/ 130 h 163"/>
              <a:gd name="T44" fmla="*/ 51 w 162"/>
              <a:gd name="T45" fmla="*/ 130 h 163"/>
              <a:gd name="T46" fmla="*/ 31 w 162"/>
              <a:gd name="T47" fmla="*/ 117 h 163"/>
              <a:gd name="T48" fmla="*/ 31 w 162"/>
              <a:gd name="T49" fmla="*/ 117 h 163"/>
              <a:gd name="T50" fmla="*/ 18 w 162"/>
              <a:gd name="T51" fmla="*/ 97 h 163"/>
              <a:gd name="T52" fmla="*/ 18 w 162"/>
              <a:gd name="T53" fmla="*/ 51 h 163"/>
              <a:gd name="T54" fmla="*/ 74 w 162"/>
              <a:gd name="T55" fmla="*/ 14 h 163"/>
              <a:gd name="T56" fmla="*/ 116 w 162"/>
              <a:gd name="T57" fmla="*/ 31 h 163"/>
              <a:gd name="T58" fmla="*/ 129 w 162"/>
              <a:gd name="T59" fmla="*/ 51 h 163"/>
              <a:gd name="T60" fmla="*/ 134 w 162"/>
              <a:gd name="T61" fmla="*/ 74 h 163"/>
              <a:gd name="T62" fmla="*/ 116 w 162"/>
              <a:gd name="T63" fmla="*/ 117 h 163"/>
              <a:gd name="T64" fmla="*/ 117 w 162"/>
              <a:gd name="T65" fmla="*/ 70 h 163"/>
              <a:gd name="T66" fmla="*/ 110 w 162"/>
              <a:gd name="T67" fmla="*/ 89 h 163"/>
              <a:gd name="T68" fmla="*/ 102 w 162"/>
              <a:gd name="T69" fmla="*/ 102 h 163"/>
              <a:gd name="T70" fmla="*/ 74 w 162"/>
              <a:gd name="T71" fmla="*/ 114 h 163"/>
              <a:gd name="T72" fmla="*/ 74 w 162"/>
              <a:gd name="T73" fmla="*/ 122 h 163"/>
              <a:gd name="T74" fmla="*/ 107 w 162"/>
              <a:gd name="T75" fmla="*/ 108 h 163"/>
              <a:gd name="T76" fmla="*/ 118 w 162"/>
              <a:gd name="T77" fmla="*/ 92 h 163"/>
              <a:gd name="T78" fmla="*/ 117 w 162"/>
              <a:gd name="T79" fmla="*/ 70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62" h="163">
                <a:moveTo>
                  <a:pt x="55" y="30"/>
                </a:moveTo>
                <a:cubicBezTo>
                  <a:pt x="52" y="31"/>
                  <a:pt x="50" y="33"/>
                  <a:pt x="47" y="34"/>
                </a:cubicBezTo>
                <a:cubicBezTo>
                  <a:pt x="44" y="36"/>
                  <a:pt x="42" y="38"/>
                  <a:pt x="40" y="40"/>
                </a:cubicBezTo>
                <a:cubicBezTo>
                  <a:pt x="38" y="42"/>
                  <a:pt x="36" y="45"/>
                  <a:pt x="34" y="47"/>
                </a:cubicBezTo>
                <a:cubicBezTo>
                  <a:pt x="32" y="50"/>
                  <a:pt x="31" y="53"/>
                  <a:pt x="30" y="55"/>
                </a:cubicBezTo>
                <a:cubicBezTo>
                  <a:pt x="29" y="57"/>
                  <a:pt x="30" y="60"/>
                  <a:pt x="32" y="61"/>
                </a:cubicBezTo>
                <a:cubicBezTo>
                  <a:pt x="34" y="62"/>
                  <a:pt x="36" y="61"/>
                  <a:pt x="37" y="59"/>
                </a:cubicBezTo>
                <a:cubicBezTo>
                  <a:pt x="38" y="56"/>
                  <a:pt x="39" y="54"/>
                  <a:pt x="41" y="52"/>
                </a:cubicBezTo>
                <a:cubicBezTo>
                  <a:pt x="42" y="50"/>
                  <a:pt x="44" y="48"/>
                  <a:pt x="46" y="46"/>
                </a:cubicBezTo>
                <a:cubicBezTo>
                  <a:pt x="48" y="44"/>
                  <a:pt x="49" y="43"/>
                  <a:pt x="52" y="41"/>
                </a:cubicBezTo>
                <a:cubicBezTo>
                  <a:pt x="54" y="40"/>
                  <a:pt x="56" y="38"/>
                  <a:pt x="58" y="37"/>
                </a:cubicBezTo>
                <a:cubicBezTo>
                  <a:pt x="60" y="37"/>
                  <a:pt x="61" y="34"/>
                  <a:pt x="60" y="32"/>
                </a:cubicBezTo>
                <a:cubicBezTo>
                  <a:pt x="59" y="30"/>
                  <a:pt x="57" y="29"/>
                  <a:pt x="55" y="30"/>
                </a:cubicBezTo>
                <a:close/>
                <a:moveTo>
                  <a:pt x="160" y="150"/>
                </a:moveTo>
                <a:cubicBezTo>
                  <a:pt x="160" y="150"/>
                  <a:pt x="160" y="150"/>
                  <a:pt x="160" y="150"/>
                </a:cubicBezTo>
                <a:cubicBezTo>
                  <a:pt x="130" y="121"/>
                  <a:pt x="130" y="121"/>
                  <a:pt x="130" y="121"/>
                </a:cubicBezTo>
                <a:cubicBezTo>
                  <a:pt x="135" y="115"/>
                  <a:pt x="139" y="109"/>
                  <a:pt x="142" y="102"/>
                </a:cubicBezTo>
                <a:cubicBezTo>
                  <a:pt x="145" y="93"/>
                  <a:pt x="147" y="84"/>
                  <a:pt x="147" y="74"/>
                </a:cubicBezTo>
                <a:cubicBezTo>
                  <a:pt x="147" y="64"/>
                  <a:pt x="145" y="55"/>
                  <a:pt x="142" y="46"/>
                </a:cubicBezTo>
                <a:cubicBezTo>
                  <a:pt x="142" y="46"/>
                  <a:pt x="142" y="46"/>
                  <a:pt x="142" y="46"/>
                </a:cubicBezTo>
                <a:cubicBezTo>
                  <a:pt x="138" y="37"/>
                  <a:pt x="133" y="29"/>
                  <a:pt x="126" y="22"/>
                </a:cubicBezTo>
                <a:cubicBezTo>
                  <a:pt x="126" y="22"/>
                  <a:pt x="126" y="22"/>
                  <a:pt x="126" y="22"/>
                </a:cubicBezTo>
                <a:cubicBezTo>
                  <a:pt x="119" y="15"/>
                  <a:pt x="111" y="10"/>
                  <a:pt x="102" y="6"/>
                </a:cubicBezTo>
                <a:cubicBezTo>
                  <a:pt x="93" y="2"/>
                  <a:pt x="84" y="0"/>
                  <a:pt x="74" y="0"/>
                </a:cubicBezTo>
                <a:cubicBezTo>
                  <a:pt x="53" y="0"/>
                  <a:pt x="35" y="8"/>
                  <a:pt x="21" y="22"/>
                </a:cubicBezTo>
                <a:cubicBezTo>
                  <a:pt x="15" y="29"/>
                  <a:pt x="9" y="37"/>
                  <a:pt x="6" y="46"/>
                </a:cubicBezTo>
                <a:cubicBezTo>
                  <a:pt x="2" y="55"/>
                  <a:pt x="0" y="64"/>
                  <a:pt x="0" y="74"/>
                </a:cubicBezTo>
                <a:cubicBezTo>
                  <a:pt x="0" y="84"/>
                  <a:pt x="2" y="93"/>
                  <a:pt x="5" y="102"/>
                </a:cubicBezTo>
                <a:cubicBezTo>
                  <a:pt x="6" y="102"/>
                  <a:pt x="6" y="102"/>
                  <a:pt x="6" y="102"/>
                </a:cubicBezTo>
                <a:cubicBezTo>
                  <a:pt x="9" y="111"/>
                  <a:pt x="15" y="119"/>
                  <a:pt x="21" y="126"/>
                </a:cubicBezTo>
                <a:cubicBezTo>
                  <a:pt x="22" y="126"/>
                  <a:pt x="22" y="126"/>
                  <a:pt x="22" y="126"/>
                </a:cubicBezTo>
                <a:cubicBezTo>
                  <a:pt x="28" y="133"/>
                  <a:pt x="36" y="138"/>
                  <a:pt x="45" y="142"/>
                </a:cubicBezTo>
                <a:cubicBezTo>
                  <a:pt x="45" y="142"/>
                  <a:pt x="45" y="142"/>
                  <a:pt x="45" y="142"/>
                </a:cubicBezTo>
                <a:cubicBezTo>
                  <a:pt x="45" y="142"/>
                  <a:pt x="45" y="142"/>
                  <a:pt x="45" y="142"/>
                </a:cubicBezTo>
                <a:cubicBezTo>
                  <a:pt x="54" y="146"/>
                  <a:pt x="64" y="148"/>
                  <a:pt x="74" y="148"/>
                </a:cubicBezTo>
                <a:cubicBezTo>
                  <a:pt x="84" y="148"/>
                  <a:pt x="93" y="146"/>
                  <a:pt x="102" y="142"/>
                </a:cubicBezTo>
                <a:cubicBezTo>
                  <a:pt x="109" y="139"/>
                  <a:pt x="115" y="135"/>
                  <a:pt x="121" y="131"/>
                </a:cubicBezTo>
                <a:cubicBezTo>
                  <a:pt x="150" y="160"/>
                  <a:pt x="150" y="160"/>
                  <a:pt x="150" y="160"/>
                </a:cubicBezTo>
                <a:cubicBezTo>
                  <a:pt x="153" y="163"/>
                  <a:pt x="157" y="163"/>
                  <a:pt x="160" y="160"/>
                </a:cubicBezTo>
                <a:cubicBezTo>
                  <a:pt x="162" y="157"/>
                  <a:pt x="162" y="153"/>
                  <a:pt x="160" y="150"/>
                </a:cubicBezTo>
                <a:close/>
                <a:moveTo>
                  <a:pt x="116" y="117"/>
                </a:moveTo>
                <a:cubicBezTo>
                  <a:pt x="116" y="117"/>
                  <a:pt x="116" y="117"/>
                  <a:pt x="116" y="117"/>
                </a:cubicBezTo>
                <a:cubicBezTo>
                  <a:pt x="116" y="117"/>
                  <a:pt x="116" y="117"/>
                  <a:pt x="116" y="117"/>
                </a:cubicBezTo>
                <a:cubicBezTo>
                  <a:pt x="111" y="122"/>
                  <a:pt x="104" y="127"/>
                  <a:pt x="97" y="130"/>
                </a:cubicBezTo>
                <a:cubicBezTo>
                  <a:pt x="90" y="133"/>
                  <a:pt x="82" y="134"/>
                  <a:pt x="74" y="134"/>
                </a:cubicBezTo>
                <a:cubicBezTo>
                  <a:pt x="65" y="134"/>
                  <a:pt x="58" y="133"/>
                  <a:pt x="51" y="130"/>
                </a:cubicBezTo>
                <a:cubicBezTo>
                  <a:pt x="51" y="130"/>
                  <a:pt x="51" y="130"/>
                  <a:pt x="51" y="130"/>
                </a:cubicBezTo>
                <a:cubicBezTo>
                  <a:pt x="43" y="127"/>
                  <a:pt x="37" y="122"/>
                  <a:pt x="31" y="117"/>
                </a:cubicBezTo>
                <a:cubicBezTo>
                  <a:pt x="31" y="117"/>
                  <a:pt x="31" y="117"/>
                  <a:pt x="31" y="117"/>
                </a:cubicBezTo>
                <a:cubicBezTo>
                  <a:pt x="31" y="117"/>
                  <a:pt x="31" y="117"/>
                  <a:pt x="31" y="117"/>
                </a:cubicBezTo>
                <a:cubicBezTo>
                  <a:pt x="26" y="111"/>
                  <a:pt x="21" y="104"/>
                  <a:pt x="18" y="97"/>
                </a:cubicBezTo>
                <a:cubicBezTo>
                  <a:pt x="18" y="97"/>
                  <a:pt x="18" y="97"/>
                  <a:pt x="18" y="97"/>
                </a:cubicBezTo>
                <a:cubicBezTo>
                  <a:pt x="15" y="90"/>
                  <a:pt x="13" y="82"/>
                  <a:pt x="13" y="74"/>
                </a:cubicBezTo>
                <a:cubicBezTo>
                  <a:pt x="13" y="66"/>
                  <a:pt x="15" y="58"/>
                  <a:pt x="18" y="51"/>
                </a:cubicBezTo>
                <a:cubicBezTo>
                  <a:pt x="21" y="44"/>
                  <a:pt x="26" y="37"/>
                  <a:pt x="31" y="31"/>
                </a:cubicBezTo>
                <a:cubicBezTo>
                  <a:pt x="42" y="21"/>
                  <a:pt x="57" y="14"/>
                  <a:pt x="74" y="14"/>
                </a:cubicBezTo>
                <a:cubicBezTo>
                  <a:pt x="82" y="14"/>
                  <a:pt x="90" y="15"/>
                  <a:pt x="97" y="18"/>
                </a:cubicBezTo>
                <a:cubicBezTo>
                  <a:pt x="104" y="21"/>
                  <a:pt x="111" y="26"/>
                  <a:pt x="116" y="31"/>
                </a:cubicBezTo>
                <a:cubicBezTo>
                  <a:pt x="117" y="32"/>
                  <a:pt x="117" y="32"/>
                  <a:pt x="117" y="32"/>
                </a:cubicBezTo>
                <a:cubicBezTo>
                  <a:pt x="122" y="37"/>
                  <a:pt x="126" y="44"/>
                  <a:pt x="129" y="51"/>
                </a:cubicBezTo>
                <a:cubicBezTo>
                  <a:pt x="129" y="51"/>
                  <a:pt x="129" y="51"/>
                  <a:pt x="129" y="51"/>
                </a:cubicBezTo>
                <a:cubicBezTo>
                  <a:pt x="132" y="58"/>
                  <a:pt x="134" y="66"/>
                  <a:pt x="134" y="74"/>
                </a:cubicBezTo>
                <a:cubicBezTo>
                  <a:pt x="134" y="82"/>
                  <a:pt x="132" y="90"/>
                  <a:pt x="129" y="97"/>
                </a:cubicBezTo>
                <a:cubicBezTo>
                  <a:pt x="126" y="104"/>
                  <a:pt x="122" y="111"/>
                  <a:pt x="116" y="117"/>
                </a:cubicBezTo>
                <a:close/>
                <a:moveTo>
                  <a:pt x="117" y="70"/>
                </a:moveTo>
                <a:cubicBezTo>
                  <a:pt x="117" y="70"/>
                  <a:pt x="117" y="70"/>
                  <a:pt x="117" y="70"/>
                </a:cubicBezTo>
                <a:cubicBezTo>
                  <a:pt x="115" y="70"/>
                  <a:pt x="113" y="72"/>
                  <a:pt x="113" y="74"/>
                </a:cubicBezTo>
                <a:cubicBezTo>
                  <a:pt x="113" y="79"/>
                  <a:pt x="112" y="84"/>
                  <a:pt x="110" y="89"/>
                </a:cubicBezTo>
                <a:cubicBezTo>
                  <a:pt x="110" y="89"/>
                  <a:pt x="110" y="89"/>
                  <a:pt x="110" y="89"/>
                </a:cubicBezTo>
                <a:cubicBezTo>
                  <a:pt x="108" y="94"/>
                  <a:pt x="105" y="98"/>
                  <a:pt x="102" y="102"/>
                </a:cubicBezTo>
                <a:cubicBezTo>
                  <a:pt x="98" y="106"/>
                  <a:pt x="94" y="109"/>
                  <a:pt x="89" y="111"/>
                </a:cubicBezTo>
                <a:cubicBezTo>
                  <a:pt x="84" y="113"/>
                  <a:pt x="79" y="114"/>
                  <a:pt x="74" y="114"/>
                </a:cubicBezTo>
                <a:cubicBezTo>
                  <a:pt x="71" y="114"/>
                  <a:pt x="70" y="115"/>
                  <a:pt x="70" y="118"/>
                </a:cubicBezTo>
                <a:cubicBezTo>
                  <a:pt x="70" y="120"/>
                  <a:pt x="71" y="122"/>
                  <a:pt x="74" y="122"/>
                </a:cubicBezTo>
                <a:cubicBezTo>
                  <a:pt x="80" y="122"/>
                  <a:pt x="86" y="120"/>
                  <a:pt x="92" y="118"/>
                </a:cubicBezTo>
                <a:cubicBezTo>
                  <a:pt x="98" y="116"/>
                  <a:pt x="103" y="112"/>
                  <a:pt x="107" y="108"/>
                </a:cubicBezTo>
                <a:cubicBezTo>
                  <a:pt x="112" y="103"/>
                  <a:pt x="115" y="98"/>
                  <a:pt x="118" y="92"/>
                </a:cubicBezTo>
                <a:cubicBezTo>
                  <a:pt x="118" y="92"/>
                  <a:pt x="118" y="92"/>
                  <a:pt x="118" y="92"/>
                </a:cubicBezTo>
                <a:cubicBezTo>
                  <a:pt x="120" y="86"/>
                  <a:pt x="121" y="80"/>
                  <a:pt x="121" y="74"/>
                </a:cubicBezTo>
                <a:cubicBezTo>
                  <a:pt x="121" y="72"/>
                  <a:pt x="120" y="70"/>
                  <a:pt x="117" y="70"/>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grpSp>
        <p:nvGrpSpPr>
          <p:cNvPr id="27" name="组合 26"/>
          <p:cNvGrpSpPr/>
          <p:nvPr/>
        </p:nvGrpSpPr>
        <p:grpSpPr>
          <a:xfrm>
            <a:off x="8632482" y="346839"/>
            <a:ext cx="156623" cy="156623"/>
            <a:chOff x="8689063" y="2493438"/>
            <a:chExt cx="156623" cy="156623"/>
          </a:xfrm>
        </p:grpSpPr>
        <p:sp>
          <p:nvSpPr>
            <p:cNvPr id="28" name="矩形 27"/>
            <p:cNvSpPr/>
            <p:nvPr/>
          </p:nvSpPr>
          <p:spPr>
            <a:xfrm>
              <a:off x="8689063" y="2493438"/>
              <a:ext cx="156623" cy="156623"/>
            </a:xfrm>
            <a:prstGeom prst="rect">
              <a:avLst/>
            </a:prstGeom>
            <a:solidFill>
              <a:srgbClr val="586B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任意多边形 28"/>
            <p:cNvSpPr/>
            <p:nvPr/>
          </p:nvSpPr>
          <p:spPr>
            <a:xfrm rot="10800000">
              <a:off x="8737889" y="2531868"/>
              <a:ext cx="58967" cy="79764"/>
            </a:xfrm>
            <a:custGeom>
              <a:avLst/>
              <a:gdLst>
                <a:gd name="connsiteX0" fmla="*/ 0 w 78581"/>
                <a:gd name="connsiteY0" fmla="*/ 0 h 152400"/>
                <a:gd name="connsiteX1" fmla="*/ 78581 w 78581"/>
                <a:gd name="connsiteY1" fmla="*/ 78581 h 152400"/>
                <a:gd name="connsiteX2" fmla="*/ 4762 w 78581"/>
                <a:gd name="connsiteY2" fmla="*/ 152400 h 152400"/>
              </a:gdLst>
              <a:ahLst/>
              <a:cxnLst>
                <a:cxn ang="0">
                  <a:pos x="connsiteX0" y="connsiteY0"/>
                </a:cxn>
                <a:cxn ang="0">
                  <a:pos x="connsiteX1" y="connsiteY1"/>
                </a:cxn>
                <a:cxn ang="0">
                  <a:pos x="connsiteX2" y="connsiteY2"/>
                </a:cxn>
              </a:cxnLst>
              <a:rect l="l" t="t" r="r" b="b"/>
              <a:pathLst>
                <a:path w="78581" h="152400">
                  <a:moveTo>
                    <a:pt x="0" y="0"/>
                  </a:moveTo>
                  <a:lnTo>
                    <a:pt x="78581" y="78581"/>
                  </a:lnTo>
                  <a:lnTo>
                    <a:pt x="4762" y="152400"/>
                  </a:lnTo>
                </a:path>
              </a:pathLst>
            </a:cu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3" name="组合 42"/>
          <p:cNvGrpSpPr/>
          <p:nvPr/>
        </p:nvGrpSpPr>
        <p:grpSpPr>
          <a:xfrm>
            <a:off x="8789105" y="346839"/>
            <a:ext cx="156623" cy="156623"/>
            <a:chOff x="8845686" y="2493438"/>
            <a:chExt cx="156623" cy="156623"/>
          </a:xfrm>
        </p:grpSpPr>
        <p:sp>
          <p:nvSpPr>
            <p:cNvPr id="44" name="矩形 43"/>
            <p:cNvSpPr/>
            <p:nvPr/>
          </p:nvSpPr>
          <p:spPr>
            <a:xfrm>
              <a:off x="8845686" y="2493438"/>
              <a:ext cx="156623" cy="156623"/>
            </a:xfrm>
            <a:prstGeom prst="rect">
              <a:avLst/>
            </a:prstGeom>
            <a:solidFill>
              <a:srgbClr val="37B0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任意多边形 44"/>
            <p:cNvSpPr/>
            <p:nvPr/>
          </p:nvSpPr>
          <p:spPr>
            <a:xfrm>
              <a:off x="8894513" y="2531868"/>
              <a:ext cx="58967" cy="79764"/>
            </a:xfrm>
            <a:custGeom>
              <a:avLst/>
              <a:gdLst>
                <a:gd name="connsiteX0" fmla="*/ 0 w 78581"/>
                <a:gd name="connsiteY0" fmla="*/ 0 h 152400"/>
                <a:gd name="connsiteX1" fmla="*/ 78581 w 78581"/>
                <a:gd name="connsiteY1" fmla="*/ 78581 h 152400"/>
                <a:gd name="connsiteX2" fmla="*/ 4762 w 78581"/>
                <a:gd name="connsiteY2" fmla="*/ 152400 h 152400"/>
              </a:gdLst>
              <a:ahLst/>
              <a:cxnLst>
                <a:cxn ang="0">
                  <a:pos x="connsiteX0" y="connsiteY0"/>
                </a:cxn>
                <a:cxn ang="0">
                  <a:pos x="connsiteX1" y="connsiteY1"/>
                </a:cxn>
                <a:cxn ang="0">
                  <a:pos x="connsiteX2" y="connsiteY2"/>
                </a:cxn>
              </a:cxnLst>
              <a:rect l="l" t="t" r="r" b="b"/>
              <a:pathLst>
                <a:path w="78581" h="152400">
                  <a:moveTo>
                    <a:pt x="0" y="0"/>
                  </a:moveTo>
                  <a:lnTo>
                    <a:pt x="78581" y="78581"/>
                  </a:lnTo>
                  <a:lnTo>
                    <a:pt x="4762" y="152400"/>
                  </a:lnTo>
                </a:path>
              </a:pathLst>
            </a:cu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6" name="矩形 45">
            <a:hlinkClick r:id="" action="ppaction://hlinkshowjump?jump=previousslide"/>
          </p:cNvPr>
          <p:cNvSpPr/>
          <p:nvPr/>
        </p:nvSpPr>
        <p:spPr>
          <a:xfrm>
            <a:off x="8632479" y="340203"/>
            <a:ext cx="156623" cy="166239"/>
          </a:xfrm>
          <a:prstGeom prst="rect">
            <a:avLst/>
          </a:prstGeom>
          <a:solidFill>
            <a:srgbClr val="37B0E8">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矩形 46">
            <a:hlinkClick r:id="" action="ppaction://hlinkshowjump?jump=nextslide"/>
          </p:cNvPr>
          <p:cNvSpPr/>
          <p:nvPr/>
        </p:nvSpPr>
        <p:spPr>
          <a:xfrm>
            <a:off x="8789102" y="340203"/>
            <a:ext cx="156623" cy="166239"/>
          </a:xfrm>
          <a:prstGeom prst="rect">
            <a:avLst/>
          </a:prstGeom>
          <a:solidFill>
            <a:srgbClr val="37B0E8">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矩形 47"/>
          <p:cNvSpPr/>
          <p:nvPr/>
        </p:nvSpPr>
        <p:spPr>
          <a:xfrm>
            <a:off x="5867400" y="262034"/>
            <a:ext cx="2665040" cy="285078"/>
          </a:xfrm>
          <a:prstGeom prst="rect">
            <a:avLst/>
          </a:prstGeom>
        </p:spPr>
        <p:txBody>
          <a:bodyPr wrap="square" lIns="0" tIns="0" rIns="0" bIns="0" anchor="ctr" anchorCtr="0">
            <a:spAutoFit/>
          </a:bodyPr>
          <a:lstStyle/>
          <a:p>
            <a:pPr algn="r">
              <a:lnSpc>
                <a:spcPct val="150000"/>
              </a:lnSpc>
            </a:pPr>
            <a:r>
              <a:rPr lang="zh-CN" altLang="en-US" sz="1400" b="1" dirty="0">
                <a:solidFill>
                  <a:srgbClr val="354454"/>
                </a:solidFill>
                <a:latin typeface="微软雅黑" pitchFamily="34" charset="-122"/>
                <a:ea typeface="微软雅黑" pitchFamily="34" charset="-122"/>
              </a:rPr>
              <a:t>实践难点</a:t>
            </a:r>
          </a:p>
        </p:txBody>
      </p:sp>
      <p:sp>
        <p:nvSpPr>
          <p:cNvPr id="25" name="矩形 24"/>
          <p:cNvSpPr/>
          <p:nvPr/>
        </p:nvSpPr>
        <p:spPr>
          <a:xfrm>
            <a:off x="614945" y="1653245"/>
            <a:ext cx="441146" cy="246221"/>
          </a:xfrm>
          <a:prstGeom prst="rect">
            <a:avLst/>
          </a:prstGeom>
        </p:spPr>
        <p:txBody>
          <a:bodyPr wrap="none">
            <a:spAutoFit/>
          </a:bodyPr>
          <a:lstStyle/>
          <a:p>
            <a:pPr algn="ctr"/>
            <a:r>
              <a:rPr lang="zh-CN" altLang="en-US" sz="1000" dirty="0">
                <a:ln w="6350">
                  <a:noFill/>
                </a:ln>
                <a:solidFill>
                  <a:srgbClr val="586B7F"/>
                </a:solidFill>
                <a:latin typeface="Impact" pitchFamily="34" charset="0"/>
                <a:ea typeface="微软雅黑" pitchFamily="34" charset="-122"/>
              </a:rPr>
              <a:t>绪论</a:t>
            </a:r>
          </a:p>
        </p:txBody>
      </p:sp>
      <p:sp>
        <p:nvSpPr>
          <p:cNvPr id="26" name="矩形 25"/>
          <p:cNvSpPr/>
          <p:nvPr/>
        </p:nvSpPr>
        <p:spPr>
          <a:xfrm>
            <a:off x="422584" y="2036065"/>
            <a:ext cx="825867" cy="246221"/>
          </a:xfrm>
          <a:prstGeom prst="rect">
            <a:avLst/>
          </a:prstGeom>
        </p:spPr>
        <p:txBody>
          <a:bodyPr wrap="none">
            <a:spAutoFit/>
          </a:bodyPr>
          <a:lstStyle/>
          <a:p>
            <a:pPr algn="ctr"/>
            <a:r>
              <a:rPr lang="zh-CN" altLang="en-US" sz="1000" dirty="0">
                <a:ln w="6350">
                  <a:noFill/>
                </a:ln>
                <a:solidFill>
                  <a:srgbClr val="586B7F"/>
                </a:solidFill>
                <a:latin typeface="Impact" pitchFamily="34" charset="0"/>
                <a:ea typeface="微软雅黑" pitchFamily="34" charset="-122"/>
              </a:rPr>
              <a:t>思路与方法</a:t>
            </a:r>
          </a:p>
        </p:txBody>
      </p:sp>
      <p:sp>
        <p:nvSpPr>
          <p:cNvPr id="30" name="矩形 29"/>
          <p:cNvSpPr/>
          <p:nvPr/>
        </p:nvSpPr>
        <p:spPr>
          <a:xfrm>
            <a:off x="422585" y="2823369"/>
            <a:ext cx="825867" cy="246221"/>
          </a:xfrm>
          <a:prstGeom prst="rect">
            <a:avLst/>
          </a:prstGeom>
        </p:spPr>
        <p:txBody>
          <a:bodyPr wrap="none">
            <a:spAutoFit/>
          </a:bodyPr>
          <a:lstStyle/>
          <a:p>
            <a:pPr algn="ctr"/>
            <a:r>
              <a:rPr lang="zh-CN" altLang="en-US" sz="1000" dirty="0">
                <a:ln w="6350">
                  <a:noFill/>
                </a:ln>
                <a:solidFill>
                  <a:srgbClr val="586B7F"/>
                </a:solidFill>
                <a:latin typeface="Impact" pitchFamily="34" charset="0"/>
                <a:ea typeface="微软雅黑" pitchFamily="34" charset="-122"/>
              </a:rPr>
              <a:t>成果与应用</a:t>
            </a:r>
          </a:p>
        </p:txBody>
      </p:sp>
      <p:sp>
        <p:nvSpPr>
          <p:cNvPr id="31" name="矩形 30"/>
          <p:cNvSpPr/>
          <p:nvPr/>
        </p:nvSpPr>
        <p:spPr>
          <a:xfrm>
            <a:off x="422585" y="2432846"/>
            <a:ext cx="825867" cy="246221"/>
          </a:xfrm>
          <a:prstGeom prst="rect">
            <a:avLst/>
          </a:prstGeom>
        </p:spPr>
        <p:txBody>
          <a:bodyPr wrap="none">
            <a:spAutoFit/>
          </a:bodyPr>
          <a:lstStyle/>
          <a:p>
            <a:pPr algn="ctr"/>
            <a:r>
              <a:rPr lang="zh-CN" altLang="en-US" sz="1000" dirty="0">
                <a:ln w="6350">
                  <a:noFill/>
                </a:ln>
                <a:solidFill>
                  <a:schemeClr val="bg1"/>
                </a:solidFill>
                <a:latin typeface="Impact" pitchFamily="34" charset="0"/>
                <a:ea typeface="微软雅黑" pitchFamily="34" charset="-122"/>
              </a:rPr>
              <a:t>技术与难点</a:t>
            </a:r>
          </a:p>
        </p:txBody>
      </p:sp>
      <p:sp>
        <p:nvSpPr>
          <p:cNvPr id="35" name="Freeform 9"/>
          <p:cNvSpPr>
            <a:spLocks noEditPoints="1"/>
          </p:cNvSpPr>
          <p:nvPr/>
        </p:nvSpPr>
        <p:spPr bwMode="auto">
          <a:xfrm>
            <a:off x="83442" y="3272333"/>
            <a:ext cx="231878" cy="151086"/>
          </a:xfrm>
          <a:custGeom>
            <a:avLst/>
            <a:gdLst>
              <a:gd name="T0" fmla="*/ 58 w 215"/>
              <a:gd name="T1" fmla="*/ 83 h 140"/>
              <a:gd name="T2" fmla="*/ 58 w 215"/>
              <a:gd name="T3" fmla="*/ 91 h 140"/>
              <a:gd name="T4" fmla="*/ 161 w 215"/>
              <a:gd name="T5" fmla="*/ 87 h 140"/>
              <a:gd name="T6" fmla="*/ 58 w 215"/>
              <a:gd name="T7" fmla="*/ 73 h 140"/>
              <a:gd name="T8" fmla="*/ 98 w 215"/>
              <a:gd name="T9" fmla="*/ 73 h 140"/>
              <a:gd name="T10" fmla="*/ 102 w 215"/>
              <a:gd name="T11" fmla="*/ 34 h 140"/>
              <a:gd name="T12" fmla="*/ 58 w 215"/>
              <a:gd name="T13" fmla="*/ 30 h 140"/>
              <a:gd name="T14" fmla="*/ 54 w 215"/>
              <a:gd name="T15" fmla="*/ 69 h 140"/>
              <a:gd name="T16" fmla="*/ 63 w 215"/>
              <a:gd name="T17" fmla="*/ 38 h 140"/>
              <a:gd name="T18" fmla="*/ 94 w 215"/>
              <a:gd name="T19" fmla="*/ 38 h 140"/>
              <a:gd name="T20" fmla="*/ 63 w 215"/>
              <a:gd name="T21" fmla="*/ 65 h 140"/>
              <a:gd name="T22" fmla="*/ 27 w 215"/>
              <a:gd name="T23" fmla="*/ 121 h 140"/>
              <a:gd name="T24" fmla="*/ 189 w 215"/>
              <a:gd name="T25" fmla="*/ 121 h 140"/>
              <a:gd name="T26" fmla="*/ 196 w 215"/>
              <a:gd name="T27" fmla="*/ 7 h 140"/>
              <a:gd name="T28" fmla="*/ 27 w 215"/>
              <a:gd name="T29" fmla="*/ 0 h 140"/>
              <a:gd name="T30" fmla="*/ 20 w 215"/>
              <a:gd name="T31" fmla="*/ 114 h 140"/>
              <a:gd name="T32" fmla="*/ 33 w 215"/>
              <a:gd name="T33" fmla="*/ 13 h 140"/>
              <a:gd name="T34" fmla="*/ 182 w 215"/>
              <a:gd name="T35" fmla="*/ 13 h 140"/>
              <a:gd name="T36" fmla="*/ 33 w 215"/>
              <a:gd name="T37" fmla="*/ 107 h 140"/>
              <a:gd name="T38" fmla="*/ 157 w 215"/>
              <a:gd name="T39" fmla="*/ 48 h 140"/>
              <a:gd name="T40" fmla="*/ 111 w 215"/>
              <a:gd name="T41" fmla="*/ 48 h 140"/>
              <a:gd name="T42" fmla="*/ 111 w 215"/>
              <a:gd name="T43" fmla="*/ 56 h 140"/>
              <a:gd name="T44" fmla="*/ 161 w 215"/>
              <a:gd name="T45" fmla="*/ 52 h 140"/>
              <a:gd name="T46" fmla="*/ 157 w 215"/>
              <a:gd name="T47" fmla="*/ 65 h 140"/>
              <a:gd name="T48" fmla="*/ 111 w 215"/>
              <a:gd name="T49" fmla="*/ 65 h 140"/>
              <a:gd name="T50" fmla="*/ 111 w 215"/>
              <a:gd name="T51" fmla="*/ 73 h 140"/>
              <a:gd name="T52" fmla="*/ 161 w 215"/>
              <a:gd name="T53" fmla="*/ 69 h 140"/>
              <a:gd name="T54" fmla="*/ 157 w 215"/>
              <a:gd name="T55" fmla="*/ 30 h 140"/>
              <a:gd name="T56" fmla="*/ 111 w 215"/>
              <a:gd name="T57" fmla="*/ 30 h 140"/>
              <a:gd name="T58" fmla="*/ 111 w 215"/>
              <a:gd name="T59" fmla="*/ 38 h 140"/>
              <a:gd name="T60" fmla="*/ 161 w 215"/>
              <a:gd name="T61" fmla="*/ 34 h 140"/>
              <a:gd name="T62" fmla="*/ 209 w 215"/>
              <a:gd name="T63" fmla="*/ 127 h 140"/>
              <a:gd name="T64" fmla="*/ 7 w 215"/>
              <a:gd name="T65" fmla="*/ 127 h 140"/>
              <a:gd name="T66" fmla="*/ 7 w 215"/>
              <a:gd name="T67" fmla="*/ 140 h 140"/>
              <a:gd name="T68" fmla="*/ 215 w 215"/>
              <a:gd name="T69" fmla="*/ 13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15" h="140">
                <a:moveTo>
                  <a:pt x="157" y="83"/>
                </a:moveTo>
                <a:cubicBezTo>
                  <a:pt x="58" y="83"/>
                  <a:pt x="58" y="83"/>
                  <a:pt x="58" y="83"/>
                </a:cubicBezTo>
                <a:cubicBezTo>
                  <a:pt x="56" y="83"/>
                  <a:pt x="54" y="84"/>
                  <a:pt x="54" y="87"/>
                </a:cubicBezTo>
                <a:cubicBezTo>
                  <a:pt x="54" y="89"/>
                  <a:pt x="56" y="91"/>
                  <a:pt x="58" y="91"/>
                </a:cubicBezTo>
                <a:cubicBezTo>
                  <a:pt x="157" y="91"/>
                  <a:pt x="157" y="91"/>
                  <a:pt x="157" y="91"/>
                </a:cubicBezTo>
                <a:cubicBezTo>
                  <a:pt x="159" y="91"/>
                  <a:pt x="161" y="89"/>
                  <a:pt x="161" y="87"/>
                </a:cubicBezTo>
                <a:cubicBezTo>
                  <a:pt x="161" y="84"/>
                  <a:pt x="159" y="83"/>
                  <a:pt x="157" y="83"/>
                </a:cubicBezTo>
                <a:close/>
                <a:moveTo>
                  <a:pt x="58" y="73"/>
                </a:moveTo>
                <a:cubicBezTo>
                  <a:pt x="58" y="73"/>
                  <a:pt x="58" y="73"/>
                  <a:pt x="58" y="73"/>
                </a:cubicBezTo>
                <a:cubicBezTo>
                  <a:pt x="98" y="73"/>
                  <a:pt x="98" y="73"/>
                  <a:pt x="98" y="73"/>
                </a:cubicBezTo>
                <a:cubicBezTo>
                  <a:pt x="100" y="73"/>
                  <a:pt x="102" y="71"/>
                  <a:pt x="102" y="69"/>
                </a:cubicBezTo>
                <a:cubicBezTo>
                  <a:pt x="102" y="34"/>
                  <a:pt x="102" y="34"/>
                  <a:pt x="102" y="34"/>
                </a:cubicBezTo>
                <a:cubicBezTo>
                  <a:pt x="102" y="32"/>
                  <a:pt x="100" y="30"/>
                  <a:pt x="98" y="30"/>
                </a:cubicBezTo>
                <a:cubicBezTo>
                  <a:pt x="58" y="30"/>
                  <a:pt x="58" y="30"/>
                  <a:pt x="58" y="30"/>
                </a:cubicBezTo>
                <a:cubicBezTo>
                  <a:pt x="56" y="30"/>
                  <a:pt x="54" y="32"/>
                  <a:pt x="54" y="34"/>
                </a:cubicBezTo>
                <a:cubicBezTo>
                  <a:pt x="54" y="69"/>
                  <a:pt x="54" y="69"/>
                  <a:pt x="54" y="69"/>
                </a:cubicBezTo>
                <a:cubicBezTo>
                  <a:pt x="54" y="71"/>
                  <a:pt x="56" y="73"/>
                  <a:pt x="58" y="73"/>
                </a:cubicBezTo>
                <a:close/>
                <a:moveTo>
                  <a:pt x="63" y="38"/>
                </a:moveTo>
                <a:cubicBezTo>
                  <a:pt x="63" y="38"/>
                  <a:pt x="63" y="38"/>
                  <a:pt x="63" y="38"/>
                </a:cubicBezTo>
                <a:cubicBezTo>
                  <a:pt x="94" y="38"/>
                  <a:pt x="94" y="38"/>
                  <a:pt x="94" y="38"/>
                </a:cubicBezTo>
                <a:cubicBezTo>
                  <a:pt x="94" y="65"/>
                  <a:pt x="94" y="65"/>
                  <a:pt x="94" y="65"/>
                </a:cubicBezTo>
                <a:cubicBezTo>
                  <a:pt x="63" y="65"/>
                  <a:pt x="63" y="65"/>
                  <a:pt x="63" y="65"/>
                </a:cubicBezTo>
                <a:cubicBezTo>
                  <a:pt x="63" y="38"/>
                  <a:pt x="63" y="38"/>
                  <a:pt x="63" y="38"/>
                </a:cubicBezTo>
                <a:close/>
                <a:moveTo>
                  <a:pt x="27" y="121"/>
                </a:moveTo>
                <a:cubicBezTo>
                  <a:pt x="27" y="121"/>
                  <a:pt x="27" y="121"/>
                  <a:pt x="27" y="121"/>
                </a:cubicBezTo>
                <a:cubicBezTo>
                  <a:pt x="189" y="121"/>
                  <a:pt x="189" y="121"/>
                  <a:pt x="189" y="121"/>
                </a:cubicBezTo>
                <a:cubicBezTo>
                  <a:pt x="193" y="121"/>
                  <a:pt x="196" y="118"/>
                  <a:pt x="196" y="114"/>
                </a:cubicBezTo>
                <a:cubicBezTo>
                  <a:pt x="196" y="7"/>
                  <a:pt x="196" y="7"/>
                  <a:pt x="196" y="7"/>
                </a:cubicBezTo>
                <a:cubicBezTo>
                  <a:pt x="196" y="3"/>
                  <a:pt x="193" y="0"/>
                  <a:pt x="189" y="0"/>
                </a:cubicBezTo>
                <a:cubicBezTo>
                  <a:pt x="27" y="0"/>
                  <a:pt x="27" y="0"/>
                  <a:pt x="27" y="0"/>
                </a:cubicBezTo>
                <a:cubicBezTo>
                  <a:pt x="23" y="0"/>
                  <a:pt x="20" y="3"/>
                  <a:pt x="20" y="7"/>
                </a:cubicBezTo>
                <a:cubicBezTo>
                  <a:pt x="20" y="114"/>
                  <a:pt x="20" y="114"/>
                  <a:pt x="20" y="114"/>
                </a:cubicBezTo>
                <a:cubicBezTo>
                  <a:pt x="20" y="118"/>
                  <a:pt x="23" y="121"/>
                  <a:pt x="27" y="121"/>
                </a:cubicBezTo>
                <a:close/>
                <a:moveTo>
                  <a:pt x="33" y="13"/>
                </a:moveTo>
                <a:cubicBezTo>
                  <a:pt x="33" y="13"/>
                  <a:pt x="33" y="13"/>
                  <a:pt x="33" y="13"/>
                </a:cubicBezTo>
                <a:cubicBezTo>
                  <a:pt x="182" y="13"/>
                  <a:pt x="182" y="13"/>
                  <a:pt x="182" y="13"/>
                </a:cubicBezTo>
                <a:cubicBezTo>
                  <a:pt x="182" y="107"/>
                  <a:pt x="182" y="107"/>
                  <a:pt x="182" y="107"/>
                </a:cubicBezTo>
                <a:cubicBezTo>
                  <a:pt x="33" y="107"/>
                  <a:pt x="33" y="107"/>
                  <a:pt x="33" y="107"/>
                </a:cubicBezTo>
                <a:cubicBezTo>
                  <a:pt x="33" y="13"/>
                  <a:pt x="33" y="13"/>
                  <a:pt x="33" y="13"/>
                </a:cubicBezTo>
                <a:close/>
                <a:moveTo>
                  <a:pt x="157" y="48"/>
                </a:moveTo>
                <a:cubicBezTo>
                  <a:pt x="157" y="48"/>
                  <a:pt x="157" y="48"/>
                  <a:pt x="157" y="48"/>
                </a:cubicBezTo>
                <a:cubicBezTo>
                  <a:pt x="111" y="48"/>
                  <a:pt x="111" y="48"/>
                  <a:pt x="111" y="48"/>
                </a:cubicBezTo>
                <a:cubicBezTo>
                  <a:pt x="108" y="48"/>
                  <a:pt x="107" y="49"/>
                  <a:pt x="107" y="52"/>
                </a:cubicBezTo>
                <a:cubicBezTo>
                  <a:pt x="107" y="54"/>
                  <a:pt x="108" y="56"/>
                  <a:pt x="111" y="56"/>
                </a:cubicBezTo>
                <a:cubicBezTo>
                  <a:pt x="157" y="56"/>
                  <a:pt x="157" y="56"/>
                  <a:pt x="157" y="56"/>
                </a:cubicBezTo>
                <a:cubicBezTo>
                  <a:pt x="159" y="56"/>
                  <a:pt x="161" y="54"/>
                  <a:pt x="161" y="52"/>
                </a:cubicBezTo>
                <a:cubicBezTo>
                  <a:pt x="161" y="49"/>
                  <a:pt x="159" y="48"/>
                  <a:pt x="157" y="48"/>
                </a:cubicBezTo>
                <a:close/>
                <a:moveTo>
                  <a:pt x="157" y="65"/>
                </a:moveTo>
                <a:cubicBezTo>
                  <a:pt x="157" y="65"/>
                  <a:pt x="157" y="65"/>
                  <a:pt x="157" y="65"/>
                </a:cubicBezTo>
                <a:cubicBezTo>
                  <a:pt x="111" y="65"/>
                  <a:pt x="111" y="65"/>
                  <a:pt x="111" y="65"/>
                </a:cubicBezTo>
                <a:cubicBezTo>
                  <a:pt x="108" y="65"/>
                  <a:pt x="107" y="67"/>
                  <a:pt x="107" y="69"/>
                </a:cubicBezTo>
                <a:cubicBezTo>
                  <a:pt x="107" y="71"/>
                  <a:pt x="108" y="73"/>
                  <a:pt x="111" y="73"/>
                </a:cubicBezTo>
                <a:cubicBezTo>
                  <a:pt x="157" y="73"/>
                  <a:pt x="157" y="73"/>
                  <a:pt x="157" y="73"/>
                </a:cubicBezTo>
                <a:cubicBezTo>
                  <a:pt x="159" y="73"/>
                  <a:pt x="161" y="71"/>
                  <a:pt x="161" y="69"/>
                </a:cubicBezTo>
                <a:cubicBezTo>
                  <a:pt x="161" y="67"/>
                  <a:pt x="159" y="65"/>
                  <a:pt x="157" y="65"/>
                </a:cubicBezTo>
                <a:close/>
                <a:moveTo>
                  <a:pt x="157" y="30"/>
                </a:moveTo>
                <a:cubicBezTo>
                  <a:pt x="157" y="30"/>
                  <a:pt x="157" y="30"/>
                  <a:pt x="157" y="30"/>
                </a:cubicBezTo>
                <a:cubicBezTo>
                  <a:pt x="111" y="30"/>
                  <a:pt x="111" y="30"/>
                  <a:pt x="111" y="30"/>
                </a:cubicBezTo>
                <a:cubicBezTo>
                  <a:pt x="108" y="30"/>
                  <a:pt x="107" y="32"/>
                  <a:pt x="107" y="34"/>
                </a:cubicBezTo>
                <a:cubicBezTo>
                  <a:pt x="107" y="37"/>
                  <a:pt x="108" y="38"/>
                  <a:pt x="111" y="38"/>
                </a:cubicBezTo>
                <a:cubicBezTo>
                  <a:pt x="157" y="38"/>
                  <a:pt x="157" y="38"/>
                  <a:pt x="157" y="38"/>
                </a:cubicBezTo>
                <a:cubicBezTo>
                  <a:pt x="159" y="38"/>
                  <a:pt x="161" y="37"/>
                  <a:pt x="161" y="34"/>
                </a:cubicBezTo>
                <a:cubicBezTo>
                  <a:pt x="161" y="32"/>
                  <a:pt x="159" y="30"/>
                  <a:pt x="157" y="30"/>
                </a:cubicBezTo>
                <a:close/>
                <a:moveTo>
                  <a:pt x="209" y="127"/>
                </a:moveTo>
                <a:cubicBezTo>
                  <a:pt x="209" y="127"/>
                  <a:pt x="209" y="127"/>
                  <a:pt x="209" y="127"/>
                </a:cubicBezTo>
                <a:cubicBezTo>
                  <a:pt x="7" y="127"/>
                  <a:pt x="7" y="127"/>
                  <a:pt x="7" y="127"/>
                </a:cubicBezTo>
                <a:cubicBezTo>
                  <a:pt x="3" y="127"/>
                  <a:pt x="0" y="130"/>
                  <a:pt x="0" y="134"/>
                </a:cubicBezTo>
                <a:cubicBezTo>
                  <a:pt x="0" y="137"/>
                  <a:pt x="3" y="140"/>
                  <a:pt x="7" y="140"/>
                </a:cubicBezTo>
                <a:cubicBezTo>
                  <a:pt x="209" y="140"/>
                  <a:pt x="209" y="140"/>
                  <a:pt x="209" y="140"/>
                </a:cubicBezTo>
                <a:cubicBezTo>
                  <a:pt x="212" y="140"/>
                  <a:pt x="215" y="137"/>
                  <a:pt x="215" y="134"/>
                </a:cubicBezTo>
                <a:cubicBezTo>
                  <a:pt x="215" y="130"/>
                  <a:pt x="212" y="127"/>
                  <a:pt x="209" y="127"/>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36" name="矩形 35"/>
          <p:cNvSpPr/>
          <p:nvPr/>
        </p:nvSpPr>
        <p:spPr>
          <a:xfrm>
            <a:off x="422585" y="3224765"/>
            <a:ext cx="825867" cy="246221"/>
          </a:xfrm>
          <a:prstGeom prst="rect">
            <a:avLst/>
          </a:prstGeom>
        </p:spPr>
        <p:txBody>
          <a:bodyPr wrap="none">
            <a:spAutoFit/>
          </a:bodyPr>
          <a:lstStyle/>
          <a:p>
            <a:pPr algn="ctr"/>
            <a:r>
              <a:rPr lang="zh-CN" altLang="en-US" sz="1000" dirty="0">
                <a:ln w="6350">
                  <a:noFill/>
                </a:ln>
                <a:solidFill>
                  <a:srgbClr val="586B7F"/>
                </a:solidFill>
                <a:latin typeface="Impact" pitchFamily="34" charset="0"/>
                <a:ea typeface="微软雅黑" pitchFamily="34" charset="-122"/>
              </a:rPr>
              <a:t>建议与总结</a:t>
            </a:r>
          </a:p>
        </p:txBody>
      </p:sp>
      <p:sp>
        <p:nvSpPr>
          <p:cNvPr id="78" name="圆角矩形 77"/>
          <p:cNvSpPr/>
          <p:nvPr/>
        </p:nvSpPr>
        <p:spPr>
          <a:xfrm>
            <a:off x="1627748" y="1475596"/>
            <a:ext cx="1711010" cy="3024336"/>
          </a:xfrm>
          <a:prstGeom prst="roundRect">
            <a:avLst>
              <a:gd name="adj" fmla="val 0"/>
            </a:avLst>
          </a:prstGeom>
          <a:solidFill>
            <a:srgbClr val="37B0E8"/>
          </a:solidFill>
          <a:ln w="6350" cap="flat">
            <a:solidFill>
              <a:schemeClr val="bg1"/>
            </a:solidFill>
            <a:prstDash val="solid"/>
            <a:miter lim="800000"/>
          </a:ln>
        </p:spPr>
        <p:txBody>
          <a:bodyPr vert="horz" wrap="square" lIns="91440" tIns="45720" rIns="91440" bIns="45720" numCol="1" anchor="t" anchorCtr="0" compatLnSpc="1"/>
          <a:lstStyle/>
          <a:p>
            <a:endParaRPr lang="zh-CN" altLang="en-US">
              <a:solidFill>
                <a:schemeClr val="tx1"/>
              </a:solidFill>
            </a:endParaRPr>
          </a:p>
        </p:txBody>
      </p:sp>
      <p:sp>
        <p:nvSpPr>
          <p:cNvPr id="79" name="圆角矩形 78"/>
          <p:cNvSpPr/>
          <p:nvPr/>
        </p:nvSpPr>
        <p:spPr>
          <a:xfrm>
            <a:off x="3447792" y="1475596"/>
            <a:ext cx="1711010" cy="3024336"/>
          </a:xfrm>
          <a:prstGeom prst="roundRect">
            <a:avLst>
              <a:gd name="adj" fmla="val 0"/>
            </a:avLst>
          </a:prstGeom>
          <a:solidFill>
            <a:schemeClr val="bg1"/>
          </a:solidFill>
          <a:ln w="6350" cap="flat">
            <a:solidFill>
              <a:schemeClr val="bg1">
                <a:lumMod val="85000"/>
              </a:schemeClr>
            </a:solidFill>
            <a:prstDash val="solid"/>
            <a:miter lim="800000"/>
          </a:ln>
        </p:spPr>
        <p:txBody>
          <a:bodyPr vert="horz" wrap="square" lIns="91440" tIns="45720" rIns="91440" bIns="45720" numCol="1" anchor="t" anchorCtr="0" compatLnSpc="1"/>
          <a:lstStyle/>
          <a:p>
            <a:endParaRPr lang="zh-CN" altLang="en-US">
              <a:solidFill>
                <a:schemeClr val="tx1"/>
              </a:solidFill>
            </a:endParaRPr>
          </a:p>
        </p:txBody>
      </p:sp>
      <p:sp>
        <p:nvSpPr>
          <p:cNvPr id="80" name="圆角矩形 79"/>
          <p:cNvSpPr/>
          <p:nvPr/>
        </p:nvSpPr>
        <p:spPr>
          <a:xfrm>
            <a:off x="5267734" y="1475596"/>
            <a:ext cx="1711010" cy="3024336"/>
          </a:xfrm>
          <a:prstGeom prst="roundRect">
            <a:avLst>
              <a:gd name="adj" fmla="val 0"/>
            </a:avLst>
          </a:prstGeom>
          <a:solidFill>
            <a:srgbClr val="37B0E8"/>
          </a:solidFill>
          <a:ln w="6350" cap="flat">
            <a:solidFill>
              <a:schemeClr val="bg1"/>
            </a:solidFill>
            <a:prstDash val="solid"/>
            <a:miter lim="800000"/>
          </a:ln>
        </p:spPr>
        <p:txBody>
          <a:bodyPr vert="horz" wrap="square" lIns="91440" tIns="45720" rIns="91440" bIns="45720" numCol="1" anchor="t" anchorCtr="0" compatLnSpc="1"/>
          <a:lstStyle/>
          <a:p>
            <a:endParaRPr lang="zh-CN" altLang="en-US">
              <a:solidFill>
                <a:schemeClr val="tx1"/>
              </a:solidFill>
            </a:endParaRPr>
          </a:p>
        </p:txBody>
      </p:sp>
      <p:sp>
        <p:nvSpPr>
          <p:cNvPr id="81" name="圆角矩形 80"/>
          <p:cNvSpPr/>
          <p:nvPr/>
        </p:nvSpPr>
        <p:spPr>
          <a:xfrm>
            <a:off x="7083174" y="1475596"/>
            <a:ext cx="1711010" cy="3024336"/>
          </a:xfrm>
          <a:prstGeom prst="roundRect">
            <a:avLst>
              <a:gd name="adj" fmla="val 0"/>
            </a:avLst>
          </a:prstGeom>
          <a:solidFill>
            <a:schemeClr val="bg1"/>
          </a:solidFill>
          <a:ln w="6350" cap="flat">
            <a:solidFill>
              <a:schemeClr val="bg1">
                <a:lumMod val="85000"/>
              </a:schemeClr>
            </a:solidFill>
            <a:prstDash val="solid"/>
            <a:miter lim="800000"/>
          </a:ln>
        </p:spPr>
        <p:txBody>
          <a:bodyPr vert="horz" wrap="square" lIns="91440" tIns="45720" rIns="91440" bIns="45720" numCol="1" anchor="t" anchorCtr="0" compatLnSpc="1"/>
          <a:lstStyle/>
          <a:p>
            <a:endParaRPr lang="zh-CN" altLang="en-US">
              <a:solidFill>
                <a:schemeClr val="tx1"/>
              </a:solidFill>
            </a:endParaRPr>
          </a:p>
        </p:txBody>
      </p:sp>
      <p:sp>
        <p:nvSpPr>
          <p:cNvPr id="82" name="Oval 13"/>
          <p:cNvSpPr>
            <a:spLocks noChangeArrowheads="1"/>
          </p:cNvSpPr>
          <p:nvPr/>
        </p:nvSpPr>
        <p:spPr bwMode="auto">
          <a:xfrm>
            <a:off x="3934230" y="1142191"/>
            <a:ext cx="688974" cy="688974"/>
          </a:xfrm>
          <a:prstGeom prst="ellipse">
            <a:avLst/>
          </a:prstGeom>
          <a:solidFill>
            <a:schemeClr val="bg1"/>
          </a:solidFill>
          <a:ln w="6350" cap="flat">
            <a:solidFill>
              <a:schemeClr val="bg1">
                <a:lumMod val="85000"/>
              </a:schemeClr>
            </a:solidFill>
            <a:prstDash val="solid"/>
            <a:miter lim="800000"/>
          </a:ln>
        </p:spPr>
        <p:txBody>
          <a:bodyPr vert="horz" wrap="square" lIns="91440" tIns="45720" rIns="91440" bIns="45720" numCol="1" anchor="t" anchorCtr="0" compatLnSpc="1"/>
          <a:lstStyle/>
          <a:p>
            <a:endParaRPr lang="zh-CN" altLang="en-US"/>
          </a:p>
        </p:txBody>
      </p:sp>
      <p:sp>
        <p:nvSpPr>
          <p:cNvPr id="83" name="Oval 14"/>
          <p:cNvSpPr>
            <a:spLocks noChangeArrowheads="1"/>
          </p:cNvSpPr>
          <p:nvPr/>
        </p:nvSpPr>
        <p:spPr bwMode="auto">
          <a:xfrm>
            <a:off x="5761792" y="1142191"/>
            <a:ext cx="688974" cy="688974"/>
          </a:xfrm>
          <a:prstGeom prst="ellipse">
            <a:avLst/>
          </a:prstGeom>
          <a:solidFill>
            <a:srgbClr val="37B0E8"/>
          </a:solidFill>
          <a:ln w="6350" cap="flat">
            <a:solidFill>
              <a:schemeClr val="bg1"/>
            </a:solidFill>
            <a:prstDash val="solid"/>
            <a:miter lim="800000"/>
          </a:ln>
        </p:spPr>
        <p:txBody>
          <a:bodyPr vert="horz" wrap="square" lIns="91440" tIns="45720" rIns="91440" bIns="45720" numCol="1" anchor="t" anchorCtr="0" compatLnSpc="1"/>
          <a:lstStyle/>
          <a:p>
            <a:endParaRPr lang="zh-CN" altLang="en-US">
              <a:solidFill>
                <a:schemeClr val="tx1"/>
              </a:solidFill>
            </a:endParaRPr>
          </a:p>
        </p:txBody>
      </p:sp>
      <p:sp>
        <p:nvSpPr>
          <p:cNvPr id="84" name="Oval 15"/>
          <p:cNvSpPr>
            <a:spLocks noChangeArrowheads="1"/>
          </p:cNvSpPr>
          <p:nvPr/>
        </p:nvSpPr>
        <p:spPr bwMode="auto">
          <a:xfrm>
            <a:off x="2141684" y="1142191"/>
            <a:ext cx="688974" cy="688974"/>
          </a:xfrm>
          <a:prstGeom prst="ellipse">
            <a:avLst/>
          </a:prstGeom>
          <a:solidFill>
            <a:srgbClr val="37B0E8"/>
          </a:solidFill>
          <a:ln w="6350" cap="flat">
            <a:solidFill>
              <a:schemeClr val="bg1"/>
            </a:solidFill>
            <a:prstDash val="solid"/>
            <a:miter lim="800000"/>
          </a:ln>
        </p:spPr>
        <p:txBody>
          <a:bodyPr vert="horz" wrap="square" lIns="91440" tIns="45720" rIns="91440" bIns="45720" numCol="1" anchor="t" anchorCtr="0" compatLnSpc="1"/>
          <a:lstStyle/>
          <a:p>
            <a:endParaRPr lang="zh-CN" altLang="en-US">
              <a:solidFill>
                <a:schemeClr val="tx1"/>
              </a:solidFill>
            </a:endParaRPr>
          </a:p>
        </p:txBody>
      </p:sp>
      <p:sp>
        <p:nvSpPr>
          <p:cNvPr id="85" name="Freeform 16"/>
          <p:cNvSpPr>
            <a:spLocks noEditPoints="1"/>
          </p:cNvSpPr>
          <p:nvPr/>
        </p:nvSpPr>
        <p:spPr bwMode="auto">
          <a:xfrm>
            <a:off x="4095418" y="1303712"/>
            <a:ext cx="347548" cy="334182"/>
          </a:xfrm>
          <a:custGeom>
            <a:avLst/>
            <a:gdLst>
              <a:gd name="T0" fmla="*/ 173 w 312"/>
              <a:gd name="T1" fmla="*/ 33 h 300"/>
              <a:gd name="T2" fmla="*/ 64 w 312"/>
              <a:gd name="T3" fmla="*/ 17 h 300"/>
              <a:gd name="T4" fmla="*/ 118 w 312"/>
              <a:gd name="T5" fmla="*/ 67 h 300"/>
              <a:gd name="T6" fmla="*/ 69 w 312"/>
              <a:gd name="T7" fmla="*/ 121 h 300"/>
              <a:gd name="T8" fmla="*/ 14 w 312"/>
              <a:gd name="T9" fmla="*/ 71 h 300"/>
              <a:gd name="T10" fmla="*/ 39 w 312"/>
              <a:gd name="T11" fmla="*/ 178 h 300"/>
              <a:gd name="T12" fmla="*/ 142 w 312"/>
              <a:gd name="T13" fmla="*/ 197 h 300"/>
              <a:gd name="T14" fmla="*/ 246 w 312"/>
              <a:gd name="T15" fmla="*/ 293 h 300"/>
              <a:gd name="T16" fmla="*/ 274 w 312"/>
              <a:gd name="T17" fmla="*/ 292 h 300"/>
              <a:gd name="T18" fmla="*/ 305 w 312"/>
              <a:gd name="T19" fmla="*/ 258 h 300"/>
              <a:gd name="T20" fmla="*/ 304 w 312"/>
              <a:gd name="T21" fmla="*/ 230 h 300"/>
              <a:gd name="T22" fmla="*/ 200 w 312"/>
              <a:gd name="T23" fmla="*/ 134 h 300"/>
              <a:gd name="T24" fmla="*/ 173 w 312"/>
              <a:gd name="T25" fmla="*/ 33 h 300"/>
              <a:gd name="T26" fmla="*/ 123 w 312"/>
              <a:gd name="T27" fmla="*/ 103 h 300"/>
              <a:gd name="T28" fmla="*/ 132 w 312"/>
              <a:gd name="T29" fmla="*/ 93 h 300"/>
              <a:gd name="T30" fmla="*/ 156 w 312"/>
              <a:gd name="T31" fmla="*/ 115 h 300"/>
              <a:gd name="T32" fmla="*/ 147 w 312"/>
              <a:gd name="T33" fmla="*/ 125 h 300"/>
              <a:gd name="T34" fmla="*/ 123 w 312"/>
              <a:gd name="T35" fmla="*/ 103 h 300"/>
              <a:gd name="T36" fmla="*/ 110 w 312"/>
              <a:gd name="T37" fmla="*/ 118 h 300"/>
              <a:gd name="T38" fmla="*/ 119 w 312"/>
              <a:gd name="T39" fmla="*/ 108 h 300"/>
              <a:gd name="T40" fmla="*/ 142 w 312"/>
              <a:gd name="T41" fmla="*/ 130 h 300"/>
              <a:gd name="T42" fmla="*/ 133 w 312"/>
              <a:gd name="T43" fmla="*/ 140 h 300"/>
              <a:gd name="T44" fmla="*/ 110 w 312"/>
              <a:gd name="T45" fmla="*/ 118 h 300"/>
              <a:gd name="T46" fmla="*/ 96 w 312"/>
              <a:gd name="T47" fmla="*/ 133 h 300"/>
              <a:gd name="T48" fmla="*/ 105 w 312"/>
              <a:gd name="T49" fmla="*/ 123 h 300"/>
              <a:gd name="T50" fmla="*/ 129 w 312"/>
              <a:gd name="T51" fmla="*/ 145 h 300"/>
              <a:gd name="T52" fmla="*/ 120 w 312"/>
              <a:gd name="T53" fmla="*/ 155 h 300"/>
              <a:gd name="T54" fmla="*/ 96 w 312"/>
              <a:gd name="T55" fmla="*/ 133 h 300"/>
              <a:gd name="T56" fmla="*/ 266 w 312"/>
              <a:gd name="T57" fmla="*/ 233 h 300"/>
              <a:gd name="T58" fmla="*/ 246 w 312"/>
              <a:gd name="T59" fmla="*/ 255 h 300"/>
              <a:gd name="T60" fmla="*/ 170 w 312"/>
              <a:gd name="T61" fmla="*/ 184 h 300"/>
              <a:gd name="T62" fmla="*/ 189 w 312"/>
              <a:gd name="T63" fmla="*/ 163 h 300"/>
              <a:gd name="T64" fmla="*/ 266 w 312"/>
              <a:gd name="T65" fmla="*/ 233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12" h="300">
                <a:moveTo>
                  <a:pt x="173" y="33"/>
                </a:moveTo>
                <a:cubicBezTo>
                  <a:pt x="142" y="5"/>
                  <a:pt x="99" y="0"/>
                  <a:pt x="64" y="17"/>
                </a:cubicBezTo>
                <a:cubicBezTo>
                  <a:pt x="118" y="67"/>
                  <a:pt x="118" y="67"/>
                  <a:pt x="118" y="67"/>
                </a:cubicBezTo>
                <a:cubicBezTo>
                  <a:pt x="69" y="121"/>
                  <a:pt x="69" y="121"/>
                  <a:pt x="69" y="121"/>
                </a:cubicBezTo>
                <a:cubicBezTo>
                  <a:pt x="14" y="71"/>
                  <a:pt x="14" y="71"/>
                  <a:pt x="14" y="71"/>
                </a:cubicBezTo>
                <a:cubicBezTo>
                  <a:pt x="0" y="107"/>
                  <a:pt x="9" y="150"/>
                  <a:pt x="39" y="178"/>
                </a:cubicBezTo>
                <a:cubicBezTo>
                  <a:pt x="68" y="204"/>
                  <a:pt x="108" y="211"/>
                  <a:pt x="142" y="197"/>
                </a:cubicBezTo>
                <a:cubicBezTo>
                  <a:pt x="246" y="293"/>
                  <a:pt x="246" y="293"/>
                  <a:pt x="246" y="293"/>
                </a:cubicBezTo>
                <a:cubicBezTo>
                  <a:pt x="254" y="300"/>
                  <a:pt x="267" y="300"/>
                  <a:pt x="274" y="292"/>
                </a:cubicBezTo>
                <a:cubicBezTo>
                  <a:pt x="305" y="258"/>
                  <a:pt x="305" y="258"/>
                  <a:pt x="305" y="258"/>
                </a:cubicBezTo>
                <a:cubicBezTo>
                  <a:pt x="312" y="250"/>
                  <a:pt x="312" y="238"/>
                  <a:pt x="304" y="230"/>
                </a:cubicBezTo>
                <a:cubicBezTo>
                  <a:pt x="200" y="134"/>
                  <a:pt x="200" y="134"/>
                  <a:pt x="200" y="134"/>
                </a:cubicBezTo>
                <a:cubicBezTo>
                  <a:pt x="211" y="99"/>
                  <a:pt x="201" y="60"/>
                  <a:pt x="173" y="33"/>
                </a:cubicBezTo>
                <a:close/>
                <a:moveTo>
                  <a:pt x="123" y="103"/>
                </a:moveTo>
                <a:cubicBezTo>
                  <a:pt x="132" y="93"/>
                  <a:pt x="132" y="93"/>
                  <a:pt x="132" y="93"/>
                </a:cubicBezTo>
                <a:cubicBezTo>
                  <a:pt x="156" y="115"/>
                  <a:pt x="156" y="115"/>
                  <a:pt x="156" y="115"/>
                </a:cubicBezTo>
                <a:cubicBezTo>
                  <a:pt x="147" y="125"/>
                  <a:pt x="147" y="125"/>
                  <a:pt x="147" y="125"/>
                </a:cubicBezTo>
                <a:lnTo>
                  <a:pt x="123" y="103"/>
                </a:lnTo>
                <a:close/>
                <a:moveTo>
                  <a:pt x="110" y="118"/>
                </a:moveTo>
                <a:cubicBezTo>
                  <a:pt x="119" y="108"/>
                  <a:pt x="119" y="108"/>
                  <a:pt x="119" y="108"/>
                </a:cubicBezTo>
                <a:cubicBezTo>
                  <a:pt x="142" y="130"/>
                  <a:pt x="142" y="130"/>
                  <a:pt x="142" y="130"/>
                </a:cubicBezTo>
                <a:cubicBezTo>
                  <a:pt x="133" y="140"/>
                  <a:pt x="133" y="140"/>
                  <a:pt x="133" y="140"/>
                </a:cubicBezTo>
                <a:lnTo>
                  <a:pt x="110" y="118"/>
                </a:lnTo>
                <a:close/>
                <a:moveTo>
                  <a:pt x="96" y="133"/>
                </a:moveTo>
                <a:cubicBezTo>
                  <a:pt x="105" y="123"/>
                  <a:pt x="105" y="123"/>
                  <a:pt x="105" y="123"/>
                </a:cubicBezTo>
                <a:cubicBezTo>
                  <a:pt x="129" y="145"/>
                  <a:pt x="129" y="145"/>
                  <a:pt x="129" y="145"/>
                </a:cubicBezTo>
                <a:cubicBezTo>
                  <a:pt x="120" y="155"/>
                  <a:pt x="120" y="155"/>
                  <a:pt x="120" y="155"/>
                </a:cubicBezTo>
                <a:lnTo>
                  <a:pt x="96" y="133"/>
                </a:lnTo>
                <a:close/>
                <a:moveTo>
                  <a:pt x="266" y="233"/>
                </a:moveTo>
                <a:cubicBezTo>
                  <a:pt x="246" y="255"/>
                  <a:pt x="246" y="255"/>
                  <a:pt x="246" y="255"/>
                </a:cubicBezTo>
                <a:cubicBezTo>
                  <a:pt x="170" y="184"/>
                  <a:pt x="170" y="184"/>
                  <a:pt x="170" y="184"/>
                </a:cubicBezTo>
                <a:cubicBezTo>
                  <a:pt x="189" y="163"/>
                  <a:pt x="189" y="163"/>
                  <a:pt x="189" y="163"/>
                </a:cubicBezTo>
                <a:lnTo>
                  <a:pt x="266" y="233"/>
                </a:lnTo>
                <a:close/>
              </a:path>
            </a:pathLst>
          </a:custGeom>
          <a:solidFill>
            <a:schemeClr val="tx1">
              <a:lumMod val="65000"/>
              <a:lumOff val="35000"/>
            </a:schemeClr>
          </a:solidFill>
          <a:ln>
            <a:noFill/>
          </a:ln>
        </p:spPr>
        <p:txBody>
          <a:bodyPr vert="horz" wrap="square" lIns="91440" tIns="45720" rIns="91440" bIns="45720" numCol="1" anchor="t" anchorCtr="0" compatLnSpc="1"/>
          <a:lstStyle/>
          <a:p>
            <a:endParaRPr lang="zh-CN" altLang="en-US"/>
          </a:p>
        </p:txBody>
      </p:sp>
      <p:sp>
        <p:nvSpPr>
          <p:cNvPr id="86" name="Freeform 17"/>
          <p:cNvSpPr>
            <a:spLocks noEditPoints="1"/>
          </p:cNvSpPr>
          <p:nvPr/>
        </p:nvSpPr>
        <p:spPr bwMode="auto">
          <a:xfrm>
            <a:off x="2327491" y="1347436"/>
            <a:ext cx="336410" cy="278484"/>
          </a:xfrm>
          <a:custGeom>
            <a:avLst/>
            <a:gdLst>
              <a:gd name="T0" fmla="*/ 274 w 302"/>
              <a:gd name="T1" fmla="*/ 82 h 250"/>
              <a:gd name="T2" fmla="*/ 257 w 302"/>
              <a:gd name="T3" fmla="*/ 99 h 250"/>
              <a:gd name="T4" fmla="*/ 274 w 302"/>
              <a:gd name="T5" fmla="*/ 116 h 250"/>
              <a:gd name="T6" fmla="*/ 291 w 302"/>
              <a:gd name="T7" fmla="*/ 99 h 250"/>
              <a:gd name="T8" fmla="*/ 274 w 302"/>
              <a:gd name="T9" fmla="*/ 82 h 250"/>
              <a:gd name="T10" fmla="*/ 28 w 302"/>
              <a:gd name="T11" fmla="*/ 82 h 250"/>
              <a:gd name="T12" fmla="*/ 11 w 302"/>
              <a:gd name="T13" fmla="*/ 99 h 250"/>
              <a:gd name="T14" fmla="*/ 28 w 302"/>
              <a:gd name="T15" fmla="*/ 116 h 250"/>
              <a:gd name="T16" fmla="*/ 45 w 302"/>
              <a:gd name="T17" fmla="*/ 99 h 250"/>
              <a:gd name="T18" fmla="*/ 28 w 302"/>
              <a:gd name="T19" fmla="*/ 82 h 250"/>
              <a:gd name="T20" fmla="*/ 223 w 302"/>
              <a:gd name="T21" fmla="*/ 51 h 250"/>
              <a:gd name="T22" fmla="*/ 198 w 302"/>
              <a:gd name="T23" fmla="*/ 77 h 250"/>
              <a:gd name="T24" fmla="*/ 223 w 302"/>
              <a:gd name="T25" fmla="*/ 102 h 250"/>
              <a:gd name="T26" fmla="*/ 249 w 302"/>
              <a:gd name="T27" fmla="*/ 77 h 250"/>
              <a:gd name="T28" fmla="*/ 223 w 302"/>
              <a:gd name="T29" fmla="*/ 51 h 250"/>
              <a:gd name="T30" fmla="*/ 302 w 302"/>
              <a:gd name="T31" fmla="*/ 206 h 250"/>
              <a:gd name="T32" fmla="*/ 273 w 302"/>
              <a:gd name="T33" fmla="*/ 206 h 250"/>
              <a:gd name="T34" fmla="*/ 273 w 302"/>
              <a:gd name="T35" fmla="*/ 153 h 250"/>
              <a:gd name="T36" fmla="*/ 266 w 302"/>
              <a:gd name="T37" fmla="*/ 127 h 250"/>
              <a:gd name="T38" fmla="*/ 274 w 302"/>
              <a:gd name="T39" fmla="*/ 126 h 250"/>
              <a:gd name="T40" fmla="*/ 302 w 302"/>
              <a:gd name="T41" fmla="*/ 154 h 250"/>
              <a:gd name="T42" fmla="*/ 302 w 302"/>
              <a:gd name="T43" fmla="*/ 206 h 250"/>
              <a:gd name="T44" fmla="*/ 79 w 302"/>
              <a:gd name="T45" fmla="*/ 51 h 250"/>
              <a:gd name="T46" fmla="*/ 53 w 302"/>
              <a:gd name="T47" fmla="*/ 77 h 250"/>
              <a:gd name="T48" fmla="*/ 79 w 302"/>
              <a:gd name="T49" fmla="*/ 102 h 250"/>
              <a:gd name="T50" fmla="*/ 104 w 302"/>
              <a:gd name="T51" fmla="*/ 77 h 250"/>
              <a:gd name="T52" fmla="*/ 79 w 302"/>
              <a:gd name="T53" fmla="*/ 51 h 250"/>
              <a:gd name="T54" fmla="*/ 28 w 302"/>
              <a:gd name="T55" fmla="*/ 126 h 250"/>
              <a:gd name="T56" fmla="*/ 36 w 302"/>
              <a:gd name="T57" fmla="*/ 127 h 250"/>
              <a:gd name="T58" fmla="*/ 29 w 302"/>
              <a:gd name="T59" fmla="*/ 153 h 250"/>
              <a:gd name="T60" fmla="*/ 29 w 302"/>
              <a:gd name="T61" fmla="*/ 206 h 250"/>
              <a:gd name="T62" fmla="*/ 0 w 302"/>
              <a:gd name="T63" fmla="*/ 206 h 250"/>
              <a:gd name="T64" fmla="*/ 0 w 302"/>
              <a:gd name="T65" fmla="*/ 154 h 250"/>
              <a:gd name="T66" fmla="*/ 28 w 302"/>
              <a:gd name="T67" fmla="*/ 126 h 250"/>
              <a:gd name="T68" fmla="*/ 151 w 302"/>
              <a:gd name="T69" fmla="*/ 0 h 250"/>
              <a:gd name="T70" fmla="*/ 113 w 302"/>
              <a:gd name="T71" fmla="*/ 38 h 250"/>
              <a:gd name="T72" fmla="*/ 151 w 302"/>
              <a:gd name="T73" fmla="*/ 75 h 250"/>
              <a:gd name="T74" fmla="*/ 188 w 302"/>
              <a:gd name="T75" fmla="*/ 38 h 250"/>
              <a:gd name="T76" fmla="*/ 151 w 302"/>
              <a:gd name="T77" fmla="*/ 0 h 250"/>
              <a:gd name="T78" fmla="*/ 264 w 302"/>
              <a:gd name="T79" fmla="*/ 226 h 250"/>
              <a:gd name="T80" fmla="*/ 219 w 302"/>
              <a:gd name="T81" fmla="*/ 226 h 250"/>
              <a:gd name="T82" fmla="*/ 219 w 302"/>
              <a:gd name="T83" fmla="*/ 145 h 250"/>
              <a:gd name="T84" fmla="*/ 211 w 302"/>
              <a:gd name="T85" fmla="*/ 114 h 250"/>
              <a:gd name="T86" fmla="*/ 223 w 302"/>
              <a:gd name="T87" fmla="*/ 112 h 250"/>
              <a:gd name="T88" fmla="*/ 264 w 302"/>
              <a:gd name="T89" fmla="*/ 153 h 250"/>
              <a:gd name="T90" fmla="*/ 264 w 302"/>
              <a:gd name="T91" fmla="*/ 226 h 250"/>
              <a:gd name="T92" fmla="*/ 82 w 302"/>
              <a:gd name="T93" fmla="*/ 145 h 250"/>
              <a:gd name="T94" fmla="*/ 82 w 302"/>
              <a:gd name="T95" fmla="*/ 226 h 250"/>
              <a:gd name="T96" fmla="*/ 38 w 302"/>
              <a:gd name="T97" fmla="*/ 226 h 250"/>
              <a:gd name="T98" fmla="*/ 38 w 302"/>
              <a:gd name="T99" fmla="*/ 153 h 250"/>
              <a:gd name="T100" fmla="*/ 79 w 302"/>
              <a:gd name="T101" fmla="*/ 112 h 250"/>
              <a:gd name="T102" fmla="*/ 90 w 302"/>
              <a:gd name="T103" fmla="*/ 114 h 250"/>
              <a:gd name="T104" fmla="*/ 82 w 302"/>
              <a:gd name="T105" fmla="*/ 145 h 250"/>
              <a:gd name="T106" fmla="*/ 92 w 302"/>
              <a:gd name="T107" fmla="*/ 250 h 250"/>
              <a:gd name="T108" fmla="*/ 210 w 302"/>
              <a:gd name="T109" fmla="*/ 250 h 250"/>
              <a:gd name="T110" fmla="*/ 210 w 302"/>
              <a:gd name="T111" fmla="*/ 145 h 250"/>
              <a:gd name="T112" fmla="*/ 151 w 302"/>
              <a:gd name="T113" fmla="*/ 86 h 250"/>
              <a:gd name="T114" fmla="*/ 92 w 302"/>
              <a:gd name="T115" fmla="*/ 145 h 250"/>
              <a:gd name="T116" fmla="*/ 92 w 302"/>
              <a:gd name="T117" fmla="*/ 250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302" h="250">
                <a:moveTo>
                  <a:pt x="274" y="82"/>
                </a:moveTo>
                <a:cubicBezTo>
                  <a:pt x="265" y="82"/>
                  <a:pt x="257" y="90"/>
                  <a:pt x="257" y="99"/>
                </a:cubicBezTo>
                <a:cubicBezTo>
                  <a:pt x="257" y="109"/>
                  <a:pt x="265" y="116"/>
                  <a:pt x="274" y="116"/>
                </a:cubicBezTo>
                <a:cubicBezTo>
                  <a:pt x="283" y="116"/>
                  <a:pt x="291" y="109"/>
                  <a:pt x="291" y="99"/>
                </a:cubicBezTo>
                <a:cubicBezTo>
                  <a:pt x="291" y="90"/>
                  <a:pt x="283" y="82"/>
                  <a:pt x="274" y="82"/>
                </a:cubicBezTo>
                <a:close/>
                <a:moveTo>
                  <a:pt x="28" y="82"/>
                </a:moveTo>
                <a:cubicBezTo>
                  <a:pt x="18" y="82"/>
                  <a:pt x="11" y="90"/>
                  <a:pt x="11" y="99"/>
                </a:cubicBezTo>
                <a:cubicBezTo>
                  <a:pt x="11" y="109"/>
                  <a:pt x="18" y="116"/>
                  <a:pt x="28" y="116"/>
                </a:cubicBezTo>
                <a:cubicBezTo>
                  <a:pt x="37" y="116"/>
                  <a:pt x="45" y="109"/>
                  <a:pt x="45" y="99"/>
                </a:cubicBezTo>
                <a:cubicBezTo>
                  <a:pt x="45" y="90"/>
                  <a:pt x="37" y="82"/>
                  <a:pt x="28" y="82"/>
                </a:cubicBezTo>
                <a:close/>
                <a:moveTo>
                  <a:pt x="223" y="51"/>
                </a:moveTo>
                <a:cubicBezTo>
                  <a:pt x="209" y="51"/>
                  <a:pt x="198" y="62"/>
                  <a:pt x="198" y="77"/>
                </a:cubicBezTo>
                <a:cubicBezTo>
                  <a:pt x="198" y="91"/>
                  <a:pt x="209" y="102"/>
                  <a:pt x="223" y="102"/>
                </a:cubicBezTo>
                <a:cubicBezTo>
                  <a:pt x="237" y="102"/>
                  <a:pt x="249" y="91"/>
                  <a:pt x="249" y="77"/>
                </a:cubicBezTo>
                <a:cubicBezTo>
                  <a:pt x="249" y="62"/>
                  <a:pt x="237" y="51"/>
                  <a:pt x="223" y="51"/>
                </a:cubicBezTo>
                <a:close/>
                <a:moveTo>
                  <a:pt x="302" y="206"/>
                </a:moveTo>
                <a:cubicBezTo>
                  <a:pt x="273" y="206"/>
                  <a:pt x="273" y="206"/>
                  <a:pt x="273" y="206"/>
                </a:cubicBezTo>
                <a:cubicBezTo>
                  <a:pt x="273" y="153"/>
                  <a:pt x="273" y="153"/>
                  <a:pt x="273" y="153"/>
                </a:cubicBezTo>
                <a:cubicBezTo>
                  <a:pt x="273" y="143"/>
                  <a:pt x="270" y="135"/>
                  <a:pt x="266" y="127"/>
                </a:cubicBezTo>
                <a:cubicBezTo>
                  <a:pt x="269" y="127"/>
                  <a:pt x="271" y="126"/>
                  <a:pt x="274" y="126"/>
                </a:cubicBezTo>
                <a:cubicBezTo>
                  <a:pt x="289" y="126"/>
                  <a:pt x="302" y="139"/>
                  <a:pt x="302" y="154"/>
                </a:cubicBezTo>
                <a:lnTo>
                  <a:pt x="302" y="206"/>
                </a:lnTo>
                <a:close/>
                <a:moveTo>
                  <a:pt x="79" y="51"/>
                </a:moveTo>
                <a:cubicBezTo>
                  <a:pt x="65" y="51"/>
                  <a:pt x="53" y="62"/>
                  <a:pt x="53" y="77"/>
                </a:cubicBezTo>
                <a:cubicBezTo>
                  <a:pt x="53" y="91"/>
                  <a:pt x="65" y="102"/>
                  <a:pt x="79" y="102"/>
                </a:cubicBezTo>
                <a:cubicBezTo>
                  <a:pt x="93" y="102"/>
                  <a:pt x="104" y="91"/>
                  <a:pt x="104" y="77"/>
                </a:cubicBezTo>
                <a:cubicBezTo>
                  <a:pt x="104" y="62"/>
                  <a:pt x="93" y="51"/>
                  <a:pt x="79" y="51"/>
                </a:cubicBezTo>
                <a:close/>
                <a:moveTo>
                  <a:pt x="28" y="126"/>
                </a:moveTo>
                <a:cubicBezTo>
                  <a:pt x="30" y="126"/>
                  <a:pt x="33" y="127"/>
                  <a:pt x="36" y="127"/>
                </a:cubicBezTo>
                <a:cubicBezTo>
                  <a:pt x="31" y="135"/>
                  <a:pt x="29" y="143"/>
                  <a:pt x="29" y="153"/>
                </a:cubicBezTo>
                <a:cubicBezTo>
                  <a:pt x="29" y="206"/>
                  <a:pt x="29" y="206"/>
                  <a:pt x="29" y="206"/>
                </a:cubicBezTo>
                <a:cubicBezTo>
                  <a:pt x="0" y="206"/>
                  <a:pt x="0" y="206"/>
                  <a:pt x="0" y="206"/>
                </a:cubicBezTo>
                <a:cubicBezTo>
                  <a:pt x="0" y="154"/>
                  <a:pt x="0" y="154"/>
                  <a:pt x="0" y="154"/>
                </a:cubicBezTo>
                <a:cubicBezTo>
                  <a:pt x="0" y="139"/>
                  <a:pt x="12" y="126"/>
                  <a:pt x="28" y="126"/>
                </a:cubicBezTo>
                <a:close/>
                <a:moveTo>
                  <a:pt x="151" y="0"/>
                </a:moveTo>
                <a:cubicBezTo>
                  <a:pt x="130" y="0"/>
                  <a:pt x="113" y="17"/>
                  <a:pt x="113" y="38"/>
                </a:cubicBezTo>
                <a:cubicBezTo>
                  <a:pt x="113" y="59"/>
                  <a:pt x="130" y="75"/>
                  <a:pt x="151" y="75"/>
                </a:cubicBezTo>
                <a:cubicBezTo>
                  <a:pt x="172" y="75"/>
                  <a:pt x="188" y="59"/>
                  <a:pt x="188" y="38"/>
                </a:cubicBezTo>
                <a:cubicBezTo>
                  <a:pt x="189" y="17"/>
                  <a:pt x="172" y="0"/>
                  <a:pt x="151" y="0"/>
                </a:cubicBezTo>
                <a:close/>
                <a:moveTo>
                  <a:pt x="264" y="226"/>
                </a:moveTo>
                <a:cubicBezTo>
                  <a:pt x="219" y="226"/>
                  <a:pt x="219" y="226"/>
                  <a:pt x="219" y="226"/>
                </a:cubicBezTo>
                <a:cubicBezTo>
                  <a:pt x="219" y="145"/>
                  <a:pt x="219" y="145"/>
                  <a:pt x="219" y="145"/>
                </a:cubicBezTo>
                <a:cubicBezTo>
                  <a:pt x="219" y="133"/>
                  <a:pt x="216" y="123"/>
                  <a:pt x="211" y="114"/>
                </a:cubicBezTo>
                <a:cubicBezTo>
                  <a:pt x="215" y="113"/>
                  <a:pt x="219" y="112"/>
                  <a:pt x="223" y="112"/>
                </a:cubicBezTo>
                <a:cubicBezTo>
                  <a:pt x="245" y="112"/>
                  <a:pt x="264" y="130"/>
                  <a:pt x="264" y="153"/>
                </a:cubicBezTo>
                <a:lnTo>
                  <a:pt x="264" y="226"/>
                </a:lnTo>
                <a:close/>
                <a:moveTo>
                  <a:pt x="82" y="145"/>
                </a:moveTo>
                <a:cubicBezTo>
                  <a:pt x="82" y="226"/>
                  <a:pt x="82" y="226"/>
                  <a:pt x="82" y="226"/>
                </a:cubicBezTo>
                <a:cubicBezTo>
                  <a:pt x="38" y="226"/>
                  <a:pt x="38" y="226"/>
                  <a:pt x="38" y="226"/>
                </a:cubicBezTo>
                <a:cubicBezTo>
                  <a:pt x="38" y="153"/>
                  <a:pt x="38" y="153"/>
                  <a:pt x="38" y="153"/>
                </a:cubicBezTo>
                <a:cubicBezTo>
                  <a:pt x="38" y="130"/>
                  <a:pt x="56" y="112"/>
                  <a:pt x="79" y="112"/>
                </a:cubicBezTo>
                <a:cubicBezTo>
                  <a:pt x="83" y="112"/>
                  <a:pt x="86" y="113"/>
                  <a:pt x="90" y="114"/>
                </a:cubicBezTo>
                <a:cubicBezTo>
                  <a:pt x="85" y="123"/>
                  <a:pt x="82" y="133"/>
                  <a:pt x="82" y="145"/>
                </a:cubicBezTo>
                <a:close/>
                <a:moveTo>
                  <a:pt x="92" y="250"/>
                </a:moveTo>
                <a:cubicBezTo>
                  <a:pt x="210" y="250"/>
                  <a:pt x="210" y="250"/>
                  <a:pt x="210" y="250"/>
                </a:cubicBezTo>
                <a:cubicBezTo>
                  <a:pt x="210" y="145"/>
                  <a:pt x="210" y="145"/>
                  <a:pt x="210" y="145"/>
                </a:cubicBezTo>
                <a:cubicBezTo>
                  <a:pt x="210" y="112"/>
                  <a:pt x="183" y="86"/>
                  <a:pt x="151" y="86"/>
                </a:cubicBezTo>
                <a:cubicBezTo>
                  <a:pt x="118" y="86"/>
                  <a:pt x="92" y="112"/>
                  <a:pt x="92" y="145"/>
                </a:cubicBezTo>
                <a:lnTo>
                  <a:pt x="92" y="250"/>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87" name="Freeform 18"/>
          <p:cNvSpPr/>
          <p:nvPr/>
        </p:nvSpPr>
        <p:spPr bwMode="auto">
          <a:xfrm>
            <a:off x="5937990" y="1355233"/>
            <a:ext cx="339754" cy="262890"/>
          </a:xfrm>
          <a:custGeom>
            <a:avLst/>
            <a:gdLst>
              <a:gd name="T0" fmla="*/ 299 w 305"/>
              <a:gd name="T1" fmla="*/ 59 h 236"/>
              <a:gd name="T2" fmla="*/ 240 w 305"/>
              <a:gd name="T3" fmla="*/ 118 h 236"/>
              <a:gd name="T4" fmla="*/ 187 w 305"/>
              <a:gd name="T5" fmla="*/ 172 h 236"/>
              <a:gd name="T6" fmla="*/ 128 w 305"/>
              <a:gd name="T7" fmla="*/ 230 h 236"/>
              <a:gd name="T8" fmla="*/ 106 w 305"/>
              <a:gd name="T9" fmla="*/ 230 h 236"/>
              <a:gd name="T10" fmla="*/ 75 w 305"/>
              <a:gd name="T11" fmla="*/ 199 h 236"/>
              <a:gd name="T12" fmla="*/ 65 w 305"/>
              <a:gd name="T13" fmla="*/ 187 h 236"/>
              <a:gd name="T14" fmla="*/ 6 w 305"/>
              <a:gd name="T15" fmla="*/ 128 h 236"/>
              <a:gd name="T16" fmla="*/ 6 w 305"/>
              <a:gd name="T17" fmla="*/ 106 h 236"/>
              <a:gd name="T18" fmla="*/ 37 w 305"/>
              <a:gd name="T19" fmla="*/ 75 h 236"/>
              <a:gd name="T20" fmla="*/ 59 w 305"/>
              <a:gd name="T21" fmla="*/ 75 h 236"/>
              <a:gd name="T22" fmla="*/ 118 w 305"/>
              <a:gd name="T23" fmla="*/ 134 h 236"/>
              <a:gd name="T24" fmla="*/ 246 w 305"/>
              <a:gd name="T25" fmla="*/ 6 h 236"/>
              <a:gd name="T26" fmla="*/ 268 w 305"/>
              <a:gd name="T27" fmla="*/ 6 h 236"/>
              <a:gd name="T28" fmla="*/ 299 w 305"/>
              <a:gd name="T29" fmla="*/ 37 h 236"/>
              <a:gd name="T30" fmla="*/ 299 w 305"/>
              <a:gd name="T31" fmla="*/ 59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05" h="236">
                <a:moveTo>
                  <a:pt x="299" y="59"/>
                </a:moveTo>
                <a:cubicBezTo>
                  <a:pt x="240" y="118"/>
                  <a:pt x="240" y="118"/>
                  <a:pt x="240" y="118"/>
                </a:cubicBezTo>
                <a:cubicBezTo>
                  <a:pt x="187" y="172"/>
                  <a:pt x="187" y="172"/>
                  <a:pt x="187" y="172"/>
                </a:cubicBezTo>
                <a:cubicBezTo>
                  <a:pt x="128" y="230"/>
                  <a:pt x="128" y="230"/>
                  <a:pt x="128" y="230"/>
                </a:cubicBezTo>
                <a:cubicBezTo>
                  <a:pt x="122" y="236"/>
                  <a:pt x="112" y="236"/>
                  <a:pt x="106" y="230"/>
                </a:cubicBezTo>
                <a:cubicBezTo>
                  <a:pt x="75" y="199"/>
                  <a:pt x="75" y="199"/>
                  <a:pt x="75" y="199"/>
                </a:cubicBezTo>
                <a:cubicBezTo>
                  <a:pt x="65" y="187"/>
                  <a:pt x="65" y="187"/>
                  <a:pt x="65" y="187"/>
                </a:cubicBezTo>
                <a:cubicBezTo>
                  <a:pt x="6" y="128"/>
                  <a:pt x="6" y="128"/>
                  <a:pt x="6" y="128"/>
                </a:cubicBezTo>
                <a:cubicBezTo>
                  <a:pt x="0" y="122"/>
                  <a:pt x="0" y="112"/>
                  <a:pt x="6" y="106"/>
                </a:cubicBezTo>
                <a:cubicBezTo>
                  <a:pt x="37" y="75"/>
                  <a:pt x="37" y="75"/>
                  <a:pt x="37" y="75"/>
                </a:cubicBezTo>
                <a:cubicBezTo>
                  <a:pt x="43" y="69"/>
                  <a:pt x="53" y="69"/>
                  <a:pt x="59" y="75"/>
                </a:cubicBezTo>
                <a:cubicBezTo>
                  <a:pt x="118" y="134"/>
                  <a:pt x="118" y="134"/>
                  <a:pt x="118" y="134"/>
                </a:cubicBezTo>
                <a:cubicBezTo>
                  <a:pt x="246" y="6"/>
                  <a:pt x="246" y="6"/>
                  <a:pt x="246" y="6"/>
                </a:cubicBezTo>
                <a:cubicBezTo>
                  <a:pt x="252" y="0"/>
                  <a:pt x="262" y="0"/>
                  <a:pt x="268" y="6"/>
                </a:cubicBezTo>
                <a:cubicBezTo>
                  <a:pt x="299" y="37"/>
                  <a:pt x="299" y="37"/>
                  <a:pt x="299" y="37"/>
                </a:cubicBezTo>
                <a:cubicBezTo>
                  <a:pt x="305" y="43"/>
                  <a:pt x="305" y="53"/>
                  <a:pt x="299" y="59"/>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88" name="Oval 14"/>
          <p:cNvSpPr>
            <a:spLocks noChangeArrowheads="1"/>
          </p:cNvSpPr>
          <p:nvPr/>
        </p:nvSpPr>
        <p:spPr bwMode="auto">
          <a:xfrm>
            <a:off x="7568496" y="1142191"/>
            <a:ext cx="688974" cy="688974"/>
          </a:xfrm>
          <a:prstGeom prst="ellipse">
            <a:avLst/>
          </a:prstGeom>
          <a:solidFill>
            <a:schemeClr val="bg1"/>
          </a:solidFill>
          <a:ln w="6350" cap="flat">
            <a:solidFill>
              <a:schemeClr val="bg1">
                <a:lumMod val="85000"/>
              </a:schemeClr>
            </a:solidFill>
            <a:prstDash val="solid"/>
            <a:miter lim="800000"/>
          </a:ln>
        </p:spPr>
        <p:txBody>
          <a:bodyPr vert="horz" wrap="square" lIns="91440" tIns="45720" rIns="91440" bIns="45720" numCol="1" anchor="t" anchorCtr="0" compatLnSpc="1"/>
          <a:lstStyle/>
          <a:p>
            <a:endParaRPr lang="zh-CN" altLang="en-US"/>
          </a:p>
        </p:txBody>
      </p:sp>
      <p:sp>
        <p:nvSpPr>
          <p:cNvPr id="89" name="Freeform 80"/>
          <p:cNvSpPr>
            <a:spLocks noEditPoints="1"/>
          </p:cNvSpPr>
          <p:nvPr/>
        </p:nvSpPr>
        <p:spPr bwMode="auto">
          <a:xfrm flipH="1">
            <a:off x="7752977" y="1352395"/>
            <a:ext cx="327066" cy="268566"/>
          </a:xfrm>
          <a:custGeom>
            <a:avLst/>
            <a:gdLst>
              <a:gd name="T0" fmla="*/ 6 w 147"/>
              <a:gd name="T1" fmla="*/ 0 h 122"/>
              <a:gd name="T2" fmla="*/ 6 w 147"/>
              <a:gd name="T3" fmla="*/ 0 h 122"/>
              <a:gd name="T4" fmla="*/ 141 w 147"/>
              <a:gd name="T5" fmla="*/ 0 h 122"/>
              <a:gd name="T6" fmla="*/ 147 w 147"/>
              <a:gd name="T7" fmla="*/ 5 h 122"/>
              <a:gd name="T8" fmla="*/ 147 w 147"/>
              <a:gd name="T9" fmla="*/ 5 h 122"/>
              <a:gd name="T10" fmla="*/ 147 w 147"/>
              <a:gd name="T11" fmla="*/ 103 h 122"/>
              <a:gd name="T12" fmla="*/ 141 w 147"/>
              <a:gd name="T13" fmla="*/ 108 h 122"/>
              <a:gd name="T14" fmla="*/ 141 w 147"/>
              <a:gd name="T15" fmla="*/ 108 h 122"/>
              <a:gd name="T16" fmla="*/ 79 w 147"/>
              <a:gd name="T17" fmla="*/ 108 h 122"/>
              <a:gd name="T18" fmla="*/ 79 w 147"/>
              <a:gd name="T19" fmla="*/ 115 h 122"/>
              <a:gd name="T20" fmla="*/ 79 w 147"/>
              <a:gd name="T21" fmla="*/ 115 h 122"/>
              <a:gd name="T22" fmla="*/ 110 w 147"/>
              <a:gd name="T23" fmla="*/ 115 h 122"/>
              <a:gd name="T24" fmla="*/ 114 w 147"/>
              <a:gd name="T25" fmla="*/ 119 h 122"/>
              <a:gd name="T26" fmla="*/ 110 w 147"/>
              <a:gd name="T27" fmla="*/ 122 h 122"/>
              <a:gd name="T28" fmla="*/ 36 w 147"/>
              <a:gd name="T29" fmla="*/ 122 h 122"/>
              <a:gd name="T30" fmla="*/ 33 w 147"/>
              <a:gd name="T31" fmla="*/ 119 h 122"/>
              <a:gd name="T32" fmla="*/ 36 w 147"/>
              <a:gd name="T33" fmla="*/ 115 h 122"/>
              <a:gd name="T34" fmla="*/ 68 w 147"/>
              <a:gd name="T35" fmla="*/ 115 h 122"/>
              <a:gd name="T36" fmla="*/ 68 w 147"/>
              <a:gd name="T37" fmla="*/ 115 h 122"/>
              <a:gd name="T38" fmla="*/ 68 w 147"/>
              <a:gd name="T39" fmla="*/ 108 h 122"/>
              <a:gd name="T40" fmla="*/ 6 w 147"/>
              <a:gd name="T41" fmla="*/ 108 h 122"/>
              <a:gd name="T42" fmla="*/ 0 w 147"/>
              <a:gd name="T43" fmla="*/ 103 h 122"/>
              <a:gd name="T44" fmla="*/ 0 w 147"/>
              <a:gd name="T45" fmla="*/ 103 h 122"/>
              <a:gd name="T46" fmla="*/ 0 w 147"/>
              <a:gd name="T47" fmla="*/ 5 h 122"/>
              <a:gd name="T48" fmla="*/ 6 w 147"/>
              <a:gd name="T49" fmla="*/ 0 h 122"/>
              <a:gd name="T50" fmla="*/ 125 w 147"/>
              <a:gd name="T51" fmla="*/ 81 h 122"/>
              <a:gd name="T52" fmla="*/ 125 w 147"/>
              <a:gd name="T53" fmla="*/ 81 h 122"/>
              <a:gd name="T54" fmla="*/ 131 w 147"/>
              <a:gd name="T55" fmla="*/ 87 h 122"/>
              <a:gd name="T56" fmla="*/ 125 w 147"/>
              <a:gd name="T57" fmla="*/ 93 h 122"/>
              <a:gd name="T58" fmla="*/ 120 w 147"/>
              <a:gd name="T59" fmla="*/ 87 h 122"/>
              <a:gd name="T60" fmla="*/ 125 w 147"/>
              <a:gd name="T61" fmla="*/ 81 h 122"/>
              <a:gd name="T62" fmla="*/ 135 w 147"/>
              <a:gd name="T63" fmla="*/ 11 h 122"/>
              <a:gd name="T64" fmla="*/ 135 w 147"/>
              <a:gd name="T65" fmla="*/ 11 h 122"/>
              <a:gd name="T66" fmla="*/ 11 w 147"/>
              <a:gd name="T67" fmla="*/ 11 h 122"/>
              <a:gd name="T68" fmla="*/ 11 w 147"/>
              <a:gd name="T69" fmla="*/ 97 h 122"/>
              <a:gd name="T70" fmla="*/ 135 w 147"/>
              <a:gd name="T71" fmla="*/ 97 h 122"/>
              <a:gd name="T72" fmla="*/ 135 w 147"/>
              <a:gd name="T73" fmla="*/ 11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47" h="122">
                <a:moveTo>
                  <a:pt x="6" y="0"/>
                </a:moveTo>
                <a:cubicBezTo>
                  <a:pt x="6" y="0"/>
                  <a:pt x="6" y="0"/>
                  <a:pt x="6" y="0"/>
                </a:cubicBezTo>
                <a:cubicBezTo>
                  <a:pt x="141" y="0"/>
                  <a:pt x="141" y="0"/>
                  <a:pt x="141" y="0"/>
                </a:cubicBezTo>
                <a:cubicBezTo>
                  <a:pt x="144" y="0"/>
                  <a:pt x="147" y="2"/>
                  <a:pt x="147" y="5"/>
                </a:cubicBezTo>
                <a:cubicBezTo>
                  <a:pt x="147" y="5"/>
                  <a:pt x="147" y="5"/>
                  <a:pt x="147" y="5"/>
                </a:cubicBezTo>
                <a:cubicBezTo>
                  <a:pt x="147" y="103"/>
                  <a:pt x="147" y="103"/>
                  <a:pt x="147" y="103"/>
                </a:cubicBezTo>
                <a:cubicBezTo>
                  <a:pt x="147" y="106"/>
                  <a:pt x="144" y="108"/>
                  <a:pt x="141" y="108"/>
                </a:cubicBezTo>
                <a:cubicBezTo>
                  <a:pt x="141" y="108"/>
                  <a:pt x="141" y="108"/>
                  <a:pt x="141" y="108"/>
                </a:cubicBezTo>
                <a:cubicBezTo>
                  <a:pt x="79" y="108"/>
                  <a:pt x="79" y="108"/>
                  <a:pt x="79" y="108"/>
                </a:cubicBezTo>
                <a:cubicBezTo>
                  <a:pt x="79" y="115"/>
                  <a:pt x="79" y="115"/>
                  <a:pt x="79" y="115"/>
                </a:cubicBezTo>
                <a:cubicBezTo>
                  <a:pt x="79" y="115"/>
                  <a:pt x="79" y="115"/>
                  <a:pt x="79" y="115"/>
                </a:cubicBezTo>
                <a:cubicBezTo>
                  <a:pt x="110" y="115"/>
                  <a:pt x="110" y="115"/>
                  <a:pt x="110" y="115"/>
                </a:cubicBezTo>
                <a:cubicBezTo>
                  <a:pt x="112" y="115"/>
                  <a:pt x="114" y="117"/>
                  <a:pt x="114" y="119"/>
                </a:cubicBezTo>
                <a:cubicBezTo>
                  <a:pt x="114" y="120"/>
                  <a:pt x="112" y="122"/>
                  <a:pt x="110" y="122"/>
                </a:cubicBezTo>
                <a:cubicBezTo>
                  <a:pt x="36" y="122"/>
                  <a:pt x="36" y="122"/>
                  <a:pt x="36" y="122"/>
                </a:cubicBezTo>
                <a:cubicBezTo>
                  <a:pt x="35" y="122"/>
                  <a:pt x="33" y="120"/>
                  <a:pt x="33" y="119"/>
                </a:cubicBezTo>
                <a:cubicBezTo>
                  <a:pt x="33" y="117"/>
                  <a:pt x="35" y="115"/>
                  <a:pt x="36" y="115"/>
                </a:cubicBezTo>
                <a:cubicBezTo>
                  <a:pt x="68" y="115"/>
                  <a:pt x="68" y="115"/>
                  <a:pt x="68" y="115"/>
                </a:cubicBezTo>
                <a:cubicBezTo>
                  <a:pt x="68" y="115"/>
                  <a:pt x="68" y="115"/>
                  <a:pt x="68" y="115"/>
                </a:cubicBezTo>
                <a:cubicBezTo>
                  <a:pt x="68" y="108"/>
                  <a:pt x="68" y="108"/>
                  <a:pt x="68" y="108"/>
                </a:cubicBezTo>
                <a:cubicBezTo>
                  <a:pt x="6" y="108"/>
                  <a:pt x="6" y="108"/>
                  <a:pt x="6" y="108"/>
                </a:cubicBezTo>
                <a:cubicBezTo>
                  <a:pt x="2" y="108"/>
                  <a:pt x="0" y="106"/>
                  <a:pt x="0" y="103"/>
                </a:cubicBezTo>
                <a:cubicBezTo>
                  <a:pt x="0" y="103"/>
                  <a:pt x="0" y="103"/>
                  <a:pt x="0" y="103"/>
                </a:cubicBezTo>
                <a:cubicBezTo>
                  <a:pt x="0" y="5"/>
                  <a:pt x="0" y="5"/>
                  <a:pt x="0" y="5"/>
                </a:cubicBezTo>
                <a:cubicBezTo>
                  <a:pt x="0" y="2"/>
                  <a:pt x="2" y="0"/>
                  <a:pt x="6" y="0"/>
                </a:cubicBezTo>
                <a:close/>
                <a:moveTo>
                  <a:pt x="125" y="81"/>
                </a:moveTo>
                <a:cubicBezTo>
                  <a:pt x="125" y="81"/>
                  <a:pt x="125" y="81"/>
                  <a:pt x="125" y="81"/>
                </a:cubicBezTo>
                <a:cubicBezTo>
                  <a:pt x="129" y="81"/>
                  <a:pt x="131" y="84"/>
                  <a:pt x="131" y="87"/>
                </a:cubicBezTo>
                <a:cubicBezTo>
                  <a:pt x="131" y="90"/>
                  <a:pt x="129" y="93"/>
                  <a:pt x="125" y="93"/>
                </a:cubicBezTo>
                <a:cubicBezTo>
                  <a:pt x="122" y="93"/>
                  <a:pt x="120" y="90"/>
                  <a:pt x="120" y="87"/>
                </a:cubicBezTo>
                <a:cubicBezTo>
                  <a:pt x="120" y="84"/>
                  <a:pt x="122" y="81"/>
                  <a:pt x="125" y="81"/>
                </a:cubicBezTo>
                <a:close/>
                <a:moveTo>
                  <a:pt x="135" y="11"/>
                </a:moveTo>
                <a:cubicBezTo>
                  <a:pt x="135" y="11"/>
                  <a:pt x="135" y="11"/>
                  <a:pt x="135" y="11"/>
                </a:cubicBezTo>
                <a:cubicBezTo>
                  <a:pt x="11" y="11"/>
                  <a:pt x="11" y="11"/>
                  <a:pt x="11" y="11"/>
                </a:cubicBezTo>
                <a:cubicBezTo>
                  <a:pt x="11" y="40"/>
                  <a:pt x="11" y="68"/>
                  <a:pt x="11" y="97"/>
                </a:cubicBezTo>
                <a:cubicBezTo>
                  <a:pt x="53" y="97"/>
                  <a:pt x="94" y="97"/>
                  <a:pt x="135" y="97"/>
                </a:cubicBezTo>
                <a:cubicBezTo>
                  <a:pt x="135" y="68"/>
                  <a:pt x="135" y="40"/>
                  <a:pt x="135" y="11"/>
                </a:cubicBezTo>
                <a:close/>
              </a:path>
            </a:pathLst>
          </a:custGeom>
          <a:solidFill>
            <a:schemeClr val="tx1">
              <a:lumMod val="65000"/>
              <a:lumOff val="35000"/>
            </a:schemeClr>
          </a:solidFill>
          <a:ln>
            <a:noFill/>
          </a:ln>
        </p:spPr>
        <p:txBody>
          <a:bodyPr vert="horz" wrap="square" lIns="91440" tIns="45720" rIns="91440" bIns="45720" numCol="1" anchor="t" anchorCtr="0" compatLnSpc="1"/>
          <a:lstStyle/>
          <a:p>
            <a:endParaRPr lang="zh-CN" altLang="en-US"/>
          </a:p>
        </p:txBody>
      </p:sp>
      <p:sp>
        <p:nvSpPr>
          <p:cNvPr id="90" name="Rectangle 66"/>
          <p:cNvSpPr>
            <a:spLocks noChangeArrowheads="1"/>
          </p:cNvSpPr>
          <p:nvPr/>
        </p:nvSpPr>
        <p:spPr bwMode="auto">
          <a:xfrm>
            <a:off x="1745683" y="2540476"/>
            <a:ext cx="1481142" cy="1846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just" fontAlgn="base">
              <a:spcBef>
                <a:spcPct val="0"/>
              </a:spcBef>
              <a:spcAft>
                <a:spcPct val="0"/>
              </a:spcAft>
            </a:pPr>
            <a:r>
              <a:rPr lang="zh-CN" altLang="en-US" sz="1000" dirty="0">
                <a:solidFill>
                  <a:schemeClr val="bg1"/>
                </a:solidFill>
                <a:latin typeface="Arial" pitchFamily="34" charset="0"/>
                <a:ea typeface="微软雅黑" pitchFamily="34" charset="-122"/>
              </a:rPr>
              <a:t>此处可输入相关说明文本内容，或者复制文本内容后粘贴，并选择只保留文字。文本内容建议简洁明了、提纲挈领，尽量保持整体风格统一。此处可输入相关说明文本内容，或者复制文本内容后粘贴，并选择只保留文字。文本内容建议简洁明了、提纲挈领，尽量保持整体风格统一。</a:t>
            </a:r>
            <a:endParaRPr lang="zh-CN" altLang="zh-CN" sz="1000" dirty="0">
              <a:solidFill>
                <a:schemeClr val="bg1"/>
              </a:solidFill>
              <a:latin typeface="Arial" pitchFamily="34" charset="0"/>
              <a:ea typeface="微软雅黑" pitchFamily="34" charset="-122"/>
            </a:endParaRPr>
          </a:p>
        </p:txBody>
      </p:sp>
      <p:sp>
        <p:nvSpPr>
          <p:cNvPr id="91" name="圆角矩形 90"/>
          <p:cNvSpPr/>
          <p:nvPr/>
        </p:nvSpPr>
        <p:spPr>
          <a:xfrm>
            <a:off x="1946194" y="2138908"/>
            <a:ext cx="1052375" cy="246226"/>
          </a:xfrm>
          <a:prstGeom prst="roundRect">
            <a:avLst>
              <a:gd name="adj" fmla="val 0"/>
            </a:avLst>
          </a:prstGeom>
          <a:solidFill>
            <a:srgbClr val="37B0E8"/>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ln w="6350">
                  <a:noFill/>
                </a:ln>
                <a:solidFill>
                  <a:schemeClr val="bg1"/>
                </a:solidFill>
                <a:latin typeface="Impact" pitchFamily="34" charset="0"/>
                <a:ea typeface="微软雅黑" pitchFamily="34" charset="-122"/>
              </a:rPr>
              <a:t>难点一</a:t>
            </a:r>
          </a:p>
        </p:txBody>
      </p:sp>
      <p:sp>
        <p:nvSpPr>
          <p:cNvPr id="92" name="Rectangle 66"/>
          <p:cNvSpPr>
            <a:spLocks noChangeArrowheads="1"/>
          </p:cNvSpPr>
          <p:nvPr/>
        </p:nvSpPr>
        <p:spPr bwMode="auto">
          <a:xfrm>
            <a:off x="3564611" y="2540476"/>
            <a:ext cx="1481142" cy="1846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just" fontAlgn="base">
              <a:spcBef>
                <a:spcPct val="0"/>
              </a:spcBef>
              <a:spcAft>
                <a:spcPct val="0"/>
              </a:spcAft>
            </a:pPr>
            <a:r>
              <a:rPr lang="zh-CN" altLang="en-US" sz="1000" dirty="0">
                <a:solidFill>
                  <a:schemeClr val="bg1">
                    <a:lumMod val="50000"/>
                  </a:schemeClr>
                </a:solidFill>
                <a:latin typeface="Arial" pitchFamily="34" charset="0"/>
                <a:ea typeface="微软雅黑" pitchFamily="34" charset="-122"/>
              </a:rPr>
              <a:t>此处可输入相关说明文本内容，或者复制文本内容后粘贴，并选择只保留文字。文本内容建议简洁明了、提纲挈领，尽量保持整体风格统一</a:t>
            </a:r>
            <a:r>
              <a:rPr lang="zh-CN" altLang="en-US" sz="1000" dirty="0">
                <a:solidFill>
                  <a:prstClr val="black">
                    <a:lumMod val="50000"/>
                    <a:lumOff val="50000"/>
                  </a:prstClr>
                </a:solidFill>
                <a:latin typeface="Arial" pitchFamily="34" charset="0"/>
                <a:ea typeface="微软雅黑" pitchFamily="34" charset="-122"/>
              </a:rPr>
              <a:t>。</a:t>
            </a:r>
            <a:r>
              <a:rPr lang="zh-CN" altLang="en-US" sz="1000" dirty="0">
                <a:solidFill>
                  <a:schemeClr val="bg1">
                    <a:lumMod val="50000"/>
                  </a:schemeClr>
                </a:solidFill>
                <a:latin typeface="Arial" pitchFamily="34" charset="0"/>
                <a:ea typeface="微软雅黑" pitchFamily="34" charset="-122"/>
              </a:rPr>
              <a:t>此处可输入相关说明文本内容，或者复制文本内容后粘贴，并选择只保留文字。文本内容建议简洁明了、提纲挈领，尽量保持整体风格统一</a:t>
            </a:r>
            <a:r>
              <a:rPr lang="zh-CN" altLang="en-US" sz="1000" dirty="0">
                <a:solidFill>
                  <a:prstClr val="black">
                    <a:lumMod val="50000"/>
                    <a:lumOff val="50000"/>
                  </a:prstClr>
                </a:solidFill>
                <a:latin typeface="Arial" pitchFamily="34" charset="0"/>
                <a:ea typeface="微软雅黑" pitchFamily="34" charset="-122"/>
              </a:rPr>
              <a:t>。</a:t>
            </a:r>
            <a:endParaRPr lang="zh-CN" altLang="zh-CN" sz="1000" dirty="0">
              <a:solidFill>
                <a:prstClr val="black">
                  <a:lumMod val="50000"/>
                  <a:lumOff val="50000"/>
                </a:prstClr>
              </a:solidFill>
              <a:latin typeface="Arial" pitchFamily="34" charset="0"/>
              <a:ea typeface="微软雅黑" pitchFamily="34" charset="-122"/>
            </a:endParaRPr>
          </a:p>
        </p:txBody>
      </p:sp>
      <p:sp>
        <p:nvSpPr>
          <p:cNvPr id="93" name="圆角矩形 92"/>
          <p:cNvSpPr/>
          <p:nvPr/>
        </p:nvSpPr>
        <p:spPr>
          <a:xfrm>
            <a:off x="3765122" y="2138908"/>
            <a:ext cx="1052375" cy="246226"/>
          </a:xfrm>
          <a:prstGeom prst="roundRect">
            <a:avLst>
              <a:gd name="adj" fmla="val 0"/>
            </a:avLst>
          </a:prstGeom>
          <a:solidFill>
            <a:schemeClr val="bg1"/>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ln w="6350">
                  <a:noFill/>
                </a:ln>
                <a:solidFill>
                  <a:schemeClr val="tx1">
                    <a:lumMod val="65000"/>
                    <a:lumOff val="35000"/>
                  </a:schemeClr>
                </a:solidFill>
                <a:latin typeface="Impact" pitchFamily="34" charset="0"/>
                <a:ea typeface="微软雅黑" pitchFamily="34" charset="-122"/>
              </a:rPr>
              <a:t>难点二</a:t>
            </a:r>
          </a:p>
        </p:txBody>
      </p:sp>
      <p:sp>
        <p:nvSpPr>
          <p:cNvPr id="94" name="Rectangle 66"/>
          <p:cNvSpPr>
            <a:spLocks noChangeArrowheads="1"/>
          </p:cNvSpPr>
          <p:nvPr/>
        </p:nvSpPr>
        <p:spPr bwMode="auto">
          <a:xfrm>
            <a:off x="5375817" y="2540476"/>
            <a:ext cx="1481142" cy="1846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just" fontAlgn="base">
              <a:spcBef>
                <a:spcPct val="0"/>
              </a:spcBef>
              <a:spcAft>
                <a:spcPct val="0"/>
              </a:spcAft>
            </a:pPr>
            <a:r>
              <a:rPr lang="zh-CN" altLang="en-US" sz="1000" dirty="0">
                <a:solidFill>
                  <a:schemeClr val="bg1"/>
                </a:solidFill>
                <a:latin typeface="Arial" pitchFamily="34" charset="0"/>
                <a:ea typeface="微软雅黑" pitchFamily="34" charset="-122"/>
              </a:rPr>
              <a:t>此处可输入相关说明文本内容，或者复制文本内容后粘贴，并选择只保留文字。文本内容建议简洁明了、提纲挈领，尽量保持整体风格统一。此处可输入相关说明文本内容，或者复制文本内容后粘贴，并选择只保留文字。文本内容建议简洁明了、提纲挈领，尽量保持整体风格统一。</a:t>
            </a:r>
            <a:endParaRPr lang="zh-CN" altLang="zh-CN" sz="1000" dirty="0">
              <a:solidFill>
                <a:schemeClr val="bg1"/>
              </a:solidFill>
              <a:latin typeface="Arial" pitchFamily="34" charset="0"/>
              <a:ea typeface="微软雅黑" pitchFamily="34" charset="-122"/>
            </a:endParaRPr>
          </a:p>
        </p:txBody>
      </p:sp>
      <p:sp>
        <p:nvSpPr>
          <p:cNvPr id="95" name="圆角矩形 94"/>
          <p:cNvSpPr/>
          <p:nvPr/>
        </p:nvSpPr>
        <p:spPr>
          <a:xfrm>
            <a:off x="5576328" y="2138908"/>
            <a:ext cx="1052375" cy="246226"/>
          </a:xfrm>
          <a:prstGeom prst="roundRect">
            <a:avLst>
              <a:gd name="adj" fmla="val 0"/>
            </a:avLst>
          </a:prstGeom>
          <a:solidFill>
            <a:srgbClr val="37B0E8"/>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ln w="6350">
                  <a:noFill/>
                </a:ln>
                <a:solidFill>
                  <a:schemeClr val="bg1"/>
                </a:solidFill>
                <a:latin typeface="Impact" pitchFamily="34" charset="0"/>
                <a:ea typeface="微软雅黑" pitchFamily="34" charset="-122"/>
              </a:rPr>
              <a:t>难点三</a:t>
            </a:r>
          </a:p>
        </p:txBody>
      </p:sp>
      <p:sp>
        <p:nvSpPr>
          <p:cNvPr id="96" name="Rectangle 66"/>
          <p:cNvSpPr>
            <a:spLocks noChangeArrowheads="1"/>
          </p:cNvSpPr>
          <p:nvPr/>
        </p:nvSpPr>
        <p:spPr bwMode="auto">
          <a:xfrm>
            <a:off x="7197761" y="2540476"/>
            <a:ext cx="1481142" cy="1846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just" fontAlgn="base">
              <a:spcBef>
                <a:spcPct val="0"/>
              </a:spcBef>
              <a:spcAft>
                <a:spcPct val="0"/>
              </a:spcAft>
            </a:pPr>
            <a:r>
              <a:rPr lang="zh-CN" altLang="en-US" sz="1000" dirty="0">
                <a:solidFill>
                  <a:schemeClr val="bg1">
                    <a:lumMod val="50000"/>
                  </a:schemeClr>
                </a:solidFill>
                <a:latin typeface="Arial" pitchFamily="34" charset="0"/>
                <a:ea typeface="微软雅黑" pitchFamily="34" charset="-122"/>
              </a:rPr>
              <a:t>此处可输入相关说明文本内容，或者复制文本内容后粘贴，并选择只保留文字。文本内容建议简洁明了、提纲挈领，尽量保持整体风格统一</a:t>
            </a:r>
            <a:r>
              <a:rPr lang="zh-CN" altLang="en-US" sz="1000" dirty="0">
                <a:solidFill>
                  <a:prstClr val="black">
                    <a:lumMod val="50000"/>
                    <a:lumOff val="50000"/>
                  </a:prstClr>
                </a:solidFill>
                <a:latin typeface="Arial" pitchFamily="34" charset="0"/>
                <a:ea typeface="微软雅黑" pitchFamily="34" charset="-122"/>
              </a:rPr>
              <a:t>。</a:t>
            </a:r>
            <a:r>
              <a:rPr lang="zh-CN" altLang="en-US" sz="1000" dirty="0">
                <a:solidFill>
                  <a:schemeClr val="bg1">
                    <a:lumMod val="50000"/>
                  </a:schemeClr>
                </a:solidFill>
                <a:latin typeface="Arial" pitchFamily="34" charset="0"/>
                <a:ea typeface="微软雅黑" pitchFamily="34" charset="-122"/>
              </a:rPr>
              <a:t>此处可输入相关说明文本内容，或者复制文本内容后粘贴，并选择只保留文字。文本内容建议简洁明了、提纲挈领，尽量保持整体风格统一</a:t>
            </a:r>
            <a:r>
              <a:rPr lang="zh-CN" altLang="en-US" sz="1000" dirty="0">
                <a:solidFill>
                  <a:prstClr val="black">
                    <a:lumMod val="50000"/>
                    <a:lumOff val="50000"/>
                  </a:prstClr>
                </a:solidFill>
                <a:latin typeface="Arial" pitchFamily="34" charset="0"/>
                <a:ea typeface="微软雅黑" pitchFamily="34" charset="-122"/>
              </a:rPr>
              <a:t>。</a:t>
            </a:r>
            <a:endParaRPr lang="zh-CN" altLang="zh-CN" sz="1000" dirty="0">
              <a:solidFill>
                <a:prstClr val="black">
                  <a:lumMod val="50000"/>
                  <a:lumOff val="50000"/>
                </a:prstClr>
              </a:solidFill>
              <a:latin typeface="Arial" pitchFamily="34" charset="0"/>
              <a:ea typeface="微软雅黑" pitchFamily="34" charset="-122"/>
            </a:endParaRPr>
          </a:p>
        </p:txBody>
      </p:sp>
      <p:sp>
        <p:nvSpPr>
          <p:cNvPr id="97" name="圆角矩形 96"/>
          <p:cNvSpPr/>
          <p:nvPr/>
        </p:nvSpPr>
        <p:spPr>
          <a:xfrm>
            <a:off x="7398272" y="2138908"/>
            <a:ext cx="1052375" cy="246226"/>
          </a:xfrm>
          <a:prstGeom prst="roundRect">
            <a:avLst>
              <a:gd name="adj" fmla="val 0"/>
            </a:avLst>
          </a:prstGeom>
          <a:solidFill>
            <a:schemeClr val="bg1"/>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ln w="6350">
                  <a:noFill/>
                </a:ln>
                <a:solidFill>
                  <a:schemeClr val="tx1">
                    <a:lumMod val="65000"/>
                    <a:lumOff val="35000"/>
                  </a:schemeClr>
                </a:solidFill>
                <a:latin typeface="Impact" pitchFamily="34" charset="0"/>
                <a:ea typeface="微软雅黑" pitchFamily="34" charset="-122"/>
              </a:rPr>
              <a:t>难点四</a:t>
            </a: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withEffect">
                                  <p:stCondLst>
                                    <p:cond delay="0"/>
                                  </p:stCondLst>
                                  <p:childTnLst>
                                    <p:set>
                                      <p:cBhvr>
                                        <p:cTn id="6" dur="1" fill="hold">
                                          <p:stCondLst>
                                            <p:cond delay="0"/>
                                          </p:stCondLst>
                                        </p:cTn>
                                        <p:tgtEl>
                                          <p:spTgt spid="84"/>
                                        </p:tgtEl>
                                        <p:attrNameLst>
                                          <p:attrName>style.visibility</p:attrName>
                                        </p:attrNameLst>
                                      </p:cBhvr>
                                      <p:to>
                                        <p:strVal val="visible"/>
                                      </p:to>
                                    </p:set>
                                    <p:animEffect transition="in" filter="fade">
                                      <p:cBhvr>
                                        <p:cTn id="7" dur="500"/>
                                        <p:tgtEl>
                                          <p:spTgt spid="84"/>
                                        </p:tgtEl>
                                      </p:cBhvr>
                                    </p:animEffect>
                                    <p:anim calcmode="lin" valueType="num">
                                      <p:cBhvr>
                                        <p:cTn id="8" dur="500" fill="hold"/>
                                        <p:tgtEl>
                                          <p:spTgt spid="84"/>
                                        </p:tgtEl>
                                        <p:attrNameLst>
                                          <p:attrName>ppt_x</p:attrName>
                                        </p:attrNameLst>
                                      </p:cBhvr>
                                      <p:tavLst>
                                        <p:tav tm="0">
                                          <p:val>
                                            <p:strVal val="#ppt_x"/>
                                          </p:val>
                                        </p:tav>
                                        <p:tav tm="100000">
                                          <p:val>
                                            <p:strVal val="#ppt_x"/>
                                          </p:val>
                                        </p:tav>
                                      </p:tavLst>
                                    </p:anim>
                                    <p:anim calcmode="lin" valueType="num">
                                      <p:cBhvr>
                                        <p:cTn id="9" dur="500" fill="hold"/>
                                        <p:tgtEl>
                                          <p:spTgt spid="84"/>
                                        </p:tgtEl>
                                        <p:attrNameLst>
                                          <p:attrName>ppt_y</p:attrName>
                                        </p:attrNameLst>
                                      </p:cBhvr>
                                      <p:tavLst>
                                        <p:tav tm="0">
                                          <p:val>
                                            <p:strVal val="#ppt_y-.1"/>
                                          </p:val>
                                        </p:tav>
                                        <p:tav tm="100000">
                                          <p:val>
                                            <p:strVal val="#ppt_y"/>
                                          </p:val>
                                        </p:tav>
                                      </p:tavLst>
                                    </p:anim>
                                  </p:childTnLst>
                                </p:cTn>
                              </p:par>
                              <p:par>
                                <p:cTn id="10" presetID="47" presetClass="entr" presetSubtype="0" fill="hold" grpId="0" nodeType="withEffect">
                                  <p:stCondLst>
                                    <p:cond delay="0"/>
                                  </p:stCondLst>
                                  <p:childTnLst>
                                    <p:set>
                                      <p:cBhvr>
                                        <p:cTn id="11" dur="1" fill="hold">
                                          <p:stCondLst>
                                            <p:cond delay="0"/>
                                          </p:stCondLst>
                                        </p:cTn>
                                        <p:tgtEl>
                                          <p:spTgt spid="86"/>
                                        </p:tgtEl>
                                        <p:attrNameLst>
                                          <p:attrName>style.visibility</p:attrName>
                                        </p:attrNameLst>
                                      </p:cBhvr>
                                      <p:to>
                                        <p:strVal val="visible"/>
                                      </p:to>
                                    </p:set>
                                    <p:animEffect transition="in" filter="fade">
                                      <p:cBhvr>
                                        <p:cTn id="12" dur="500"/>
                                        <p:tgtEl>
                                          <p:spTgt spid="86"/>
                                        </p:tgtEl>
                                      </p:cBhvr>
                                    </p:animEffect>
                                    <p:anim calcmode="lin" valueType="num">
                                      <p:cBhvr>
                                        <p:cTn id="13" dur="500" fill="hold"/>
                                        <p:tgtEl>
                                          <p:spTgt spid="86"/>
                                        </p:tgtEl>
                                        <p:attrNameLst>
                                          <p:attrName>ppt_x</p:attrName>
                                        </p:attrNameLst>
                                      </p:cBhvr>
                                      <p:tavLst>
                                        <p:tav tm="0">
                                          <p:val>
                                            <p:strVal val="#ppt_x"/>
                                          </p:val>
                                        </p:tav>
                                        <p:tav tm="100000">
                                          <p:val>
                                            <p:strVal val="#ppt_x"/>
                                          </p:val>
                                        </p:tav>
                                      </p:tavLst>
                                    </p:anim>
                                    <p:anim calcmode="lin" valueType="num">
                                      <p:cBhvr>
                                        <p:cTn id="14" dur="500" fill="hold"/>
                                        <p:tgtEl>
                                          <p:spTgt spid="86"/>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78"/>
                                        </p:tgtEl>
                                        <p:attrNameLst>
                                          <p:attrName>style.visibility</p:attrName>
                                        </p:attrNameLst>
                                      </p:cBhvr>
                                      <p:to>
                                        <p:strVal val="visible"/>
                                      </p:to>
                                    </p:set>
                                    <p:animEffect transition="in" filter="fade">
                                      <p:cBhvr>
                                        <p:cTn id="17" dur="500"/>
                                        <p:tgtEl>
                                          <p:spTgt spid="78"/>
                                        </p:tgtEl>
                                      </p:cBhvr>
                                    </p:animEffect>
                                    <p:anim calcmode="lin" valueType="num">
                                      <p:cBhvr>
                                        <p:cTn id="18" dur="500" fill="hold"/>
                                        <p:tgtEl>
                                          <p:spTgt spid="78"/>
                                        </p:tgtEl>
                                        <p:attrNameLst>
                                          <p:attrName>ppt_x</p:attrName>
                                        </p:attrNameLst>
                                      </p:cBhvr>
                                      <p:tavLst>
                                        <p:tav tm="0">
                                          <p:val>
                                            <p:strVal val="#ppt_x"/>
                                          </p:val>
                                        </p:tav>
                                        <p:tav tm="100000">
                                          <p:val>
                                            <p:strVal val="#ppt_x"/>
                                          </p:val>
                                        </p:tav>
                                      </p:tavLst>
                                    </p:anim>
                                    <p:anim calcmode="lin" valueType="num">
                                      <p:cBhvr>
                                        <p:cTn id="19" dur="500" fill="hold"/>
                                        <p:tgtEl>
                                          <p:spTgt spid="78"/>
                                        </p:tgtEl>
                                        <p:attrNameLst>
                                          <p:attrName>ppt_y</p:attrName>
                                        </p:attrNameLst>
                                      </p:cBhvr>
                                      <p:tavLst>
                                        <p:tav tm="0">
                                          <p:val>
                                            <p:strVal val="#ppt_y+.1"/>
                                          </p:val>
                                        </p:tav>
                                        <p:tav tm="100000">
                                          <p:val>
                                            <p:strVal val="#ppt_y"/>
                                          </p:val>
                                        </p:tav>
                                      </p:tavLst>
                                    </p:anim>
                                  </p:childTnLst>
                                </p:cTn>
                              </p:par>
                              <p:par>
                                <p:cTn id="20" presetID="53" presetClass="entr" presetSubtype="16" fill="hold" grpId="0" nodeType="withEffect">
                                  <p:stCondLst>
                                    <p:cond delay="500"/>
                                  </p:stCondLst>
                                  <p:childTnLst>
                                    <p:set>
                                      <p:cBhvr>
                                        <p:cTn id="21" dur="1" fill="hold">
                                          <p:stCondLst>
                                            <p:cond delay="0"/>
                                          </p:stCondLst>
                                        </p:cTn>
                                        <p:tgtEl>
                                          <p:spTgt spid="91"/>
                                        </p:tgtEl>
                                        <p:attrNameLst>
                                          <p:attrName>style.visibility</p:attrName>
                                        </p:attrNameLst>
                                      </p:cBhvr>
                                      <p:to>
                                        <p:strVal val="visible"/>
                                      </p:to>
                                    </p:set>
                                    <p:anim calcmode="lin" valueType="num">
                                      <p:cBhvr>
                                        <p:cTn id="22" dur="300" fill="hold"/>
                                        <p:tgtEl>
                                          <p:spTgt spid="91"/>
                                        </p:tgtEl>
                                        <p:attrNameLst>
                                          <p:attrName>ppt_w</p:attrName>
                                        </p:attrNameLst>
                                      </p:cBhvr>
                                      <p:tavLst>
                                        <p:tav tm="0">
                                          <p:val>
                                            <p:fltVal val="0"/>
                                          </p:val>
                                        </p:tav>
                                        <p:tav tm="100000">
                                          <p:val>
                                            <p:strVal val="#ppt_w"/>
                                          </p:val>
                                        </p:tav>
                                      </p:tavLst>
                                    </p:anim>
                                    <p:anim calcmode="lin" valueType="num">
                                      <p:cBhvr>
                                        <p:cTn id="23" dur="300" fill="hold"/>
                                        <p:tgtEl>
                                          <p:spTgt spid="91"/>
                                        </p:tgtEl>
                                        <p:attrNameLst>
                                          <p:attrName>ppt_h</p:attrName>
                                        </p:attrNameLst>
                                      </p:cBhvr>
                                      <p:tavLst>
                                        <p:tav tm="0">
                                          <p:val>
                                            <p:fltVal val="0"/>
                                          </p:val>
                                        </p:tav>
                                        <p:tav tm="100000">
                                          <p:val>
                                            <p:strVal val="#ppt_h"/>
                                          </p:val>
                                        </p:tav>
                                      </p:tavLst>
                                    </p:anim>
                                    <p:animEffect transition="in" filter="fade">
                                      <p:cBhvr>
                                        <p:cTn id="24" dur="300"/>
                                        <p:tgtEl>
                                          <p:spTgt spid="91"/>
                                        </p:tgtEl>
                                      </p:cBhvr>
                                    </p:animEffect>
                                  </p:childTnLst>
                                </p:cTn>
                              </p:par>
                              <p:par>
                                <p:cTn id="25" presetID="6" presetClass="emph" presetSubtype="0" autoRev="1" fill="hold" grpId="1" nodeType="withEffect">
                                  <p:stCondLst>
                                    <p:cond delay="800"/>
                                  </p:stCondLst>
                                  <p:childTnLst>
                                    <p:animScale>
                                      <p:cBhvr>
                                        <p:cTn id="26" dur="150" fill="hold"/>
                                        <p:tgtEl>
                                          <p:spTgt spid="91"/>
                                        </p:tgtEl>
                                      </p:cBhvr>
                                      <p:by x="110000" y="110000"/>
                                    </p:animScale>
                                  </p:childTnLst>
                                </p:cTn>
                              </p:par>
                              <p:par>
                                <p:cTn id="27" presetID="55" presetClass="entr" presetSubtype="0" fill="hold" grpId="0" nodeType="withEffect">
                                  <p:stCondLst>
                                    <p:cond delay="800"/>
                                  </p:stCondLst>
                                  <p:childTnLst>
                                    <p:set>
                                      <p:cBhvr>
                                        <p:cTn id="28" dur="1" fill="hold">
                                          <p:stCondLst>
                                            <p:cond delay="0"/>
                                          </p:stCondLst>
                                        </p:cTn>
                                        <p:tgtEl>
                                          <p:spTgt spid="90"/>
                                        </p:tgtEl>
                                        <p:attrNameLst>
                                          <p:attrName>style.visibility</p:attrName>
                                        </p:attrNameLst>
                                      </p:cBhvr>
                                      <p:to>
                                        <p:strVal val="visible"/>
                                      </p:to>
                                    </p:set>
                                    <p:anim calcmode="lin" valueType="num">
                                      <p:cBhvr>
                                        <p:cTn id="29" dur="500" fill="hold"/>
                                        <p:tgtEl>
                                          <p:spTgt spid="90"/>
                                        </p:tgtEl>
                                        <p:attrNameLst>
                                          <p:attrName>ppt_w</p:attrName>
                                        </p:attrNameLst>
                                      </p:cBhvr>
                                      <p:tavLst>
                                        <p:tav tm="0">
                                          <p:val>
                                            <p:strVal val="#ppt_w*0.70"/>
                                          </p:val>
                                        </p:tav>
                                        <p:tav tm="100000">
                                          <p:val>
                                            <p:strVal val="#ppt_w"/>
                                          </p:val>
                                        </p:tav>
                                      </p:tavLst>
                                    </p:anim>
                                    <p:anim calcmode="lin" valueType="num">
                                      <p:cBhvr>
                                        <p:cTn id="30" dur="500" fill="hold"/>
                                        <p:tgtEl>
                                          <p:spTgt spid="90"/>
                                        </p:tgtEl>
                                        <p:attrNameLst>
                                          <p:attrName>ppt_h</p:attrName>
                                        </p:attrNameLst>
                                      </p:cBhvr>
                                      <p:tavLst>
                                        <p:tav tm="0">
                                          <p:val>
                                            <p:strVal val="#ppt_h"/>
                                          </p:val>
                                        </p:tav>
                                        <p:tav tm="100000">
                                          <p:val>
                                            <p:strVal val="#ppt_h"/>
                                          </p:val>
                                        </p:tav>
                                      </p:tavLst>
                                    </p:anim>
                                    <p:animEffect transition="in" filter="fade">
                                      <p:cBhvr>
                                        <p:cTn id="31" dur="500"/>
                                        <p:tgtEl>
                                          <p:spTgt spid="90"/>
                                        </p:tgtEl>
                                      </p:cBhvr>
                                    </p:animEffect>
                                  </p:childTnLst>
                                </p:cTn>
                              </p:par>
                              <p:par>
                                <p:cTn id="32" presetID="47" presetClass="entr" presetSubtype="0" fill="hold" grpId="0" nodeType="withEffect">
                                  <p:stCondLst>
                                    <p:cond delay="1300"/>
                                  </p:stCondLst>
                                  <p:childTnLst>
                                    <p:set>
                                      <p:cBhvr>
                                        <p:cTn id="33" dur="1" fill="hold">
                                          <p:stCondLst>
                                            <p:cond delay="0"/>
                                          </p:stCondLst>
                                        </p:cTn>
                                        <p:tgtEl>
                                          <p:spTgt spid="82"/>
                                        </p:tgtEl>
                                        <p:attrNameLst>
                                          <p:attrName>style.visibility</p:attrName>
                                        </p:attrNameLst>
                                      </p:cBhvr>
                                      <p:to>
                                        <p:strVal val="visible"/>
                                      </p:to>
                                    </p:set>
                                    <p:animEffect transition="in" filter="fade">
                                      <p:cBhvr>
                                        <p:cTn id="34" dur="500"/>
                                        <p:tgtEl>
                                          <p:spTgt spid="82"/>
                                        </p:tgtEl>
                                      </p:cBhvr>
                                    </p:animEffect>
                                    <p:anim calcmode="lin" valueType="num">
                                      <p:cBhvr>
                                        <p:cTn id="35" dur="500" fill="hold"/>
                                        <p:tgtEl>
                                          <p:spTgt spid="82"/>
                                        </p:tgtEl>
                                        <p:attrNameLst>
                                          <p:attrName>ppt_x</p:attrName>
                                        </p:attrNameLst>
                                      </p:cBhvr>
                                      <p:tavLst>
                                        <p:tav tm="0">
                                          <p:val>
                                            <p:strVal val="#ppt_x"/>
                                          </p:val>
                                        </p:tav>
                                        <p:tav tm="100000">
                                          <p:val>
                                            <p:strVal val="#ppt_x"/>
                                          </p:val>
                                        </p:tav>
                                      </p:tavLst>
                                    </p:anim>
                                    <p:anim calcmode="lin" valueType="num">
                                      <p:cBhvr>
                                        <p:cTn id="36" dur="500" fill="hold"/>
                                        <p:tgtEl>
                                          <p:spTgt spid="82"/>
                                        </p:tgtEl>
                                        <p:attrNameLst>
                                          <p:attrName>ppt_y</p:attrName>
                                        </p:attrNameLst>
                                      </p:cBhvr>
                                      <p:tavLst>
                                        <p:tav tm="0">
                                          <p:val>
                                            <p:strVal val="#ppt_y-.1"/>
                                          </p:val>
                                        </p:tav>
                                        <p:tav tm="100000">
                                          <p:val>
                                            <p:strVal val="#ppt_y"/>
                                          </p:val>
                                        </p:tav>
                                      </p:tavLst>
                                    </p:anim>
                                  </p:childTnLst>
                                </p:cTn>
                              </p:par>
                              <p:par>
                                <p:cTn id="37" presetID="47" presetClass="entr" presetSubtype="0" fill="hold" grpId="0" nodeType="withEffect">
                                  <p:stCondLst>
                                    <p:cond delay="1300"/>
                                  </p:stCondLst>
                                  <p:childTnLst>
                                    <p:set>
                                      <p:cBhvr>
                                        <p:cTn id="38" dur="1" fill="hold">
                                          <p:stCondLst>
                                            <p:cond delay="0"/>
                                          </p:stCondLst>
                                        </p:cTn>
                                        <p:tgtEl>
                                          <p:spTgt spid="85"/>
                                        </p:tgtEl>
                                        <p:attrNameLst>
                                          <p:attrName>style.visibility</p:attrName>
                                        </p:attrNameLst>
                                      </p:cBhvr>
                                      <p:to>
                                        <p:strVal val="visible"/>
                                      </p:to>
                                    </p:set>
                                    <p:animEffect transition="in" filter="fade">
                                      <p:cBhvr>
                                        <p:cTn id="39" dur="500"/>
                                        <p:tgtEl>
                                          <p:spTgt spid="85"/>
                                        </p:tgtEl>
                                      </p:cBhvr>
                                    </p:animEffect>
                                    <p:anim calcmode="lin" valueType="num">
                                      <p:cBhvr>
                                        <p:cTn id="40" dur="500" fill="hold"/>
                                        <p:tgtEl>
                                          <p:spTgt spid="85"/>
                                        </p:tgtEl>
                                        <p:attrNameLst>
                                          <p:attrName>ppt_x</p:attrName>
                                        </p:attrNameLst>
                                      </p:cBhvr>
                                      <p:tavLst>
                                        <p:tav tm="0">
                                          <p:val>
                                            <p:strVal val="#ppt_x"/>
                                          </p:val>
                                        </p:tav>
                                        <p:tav tm="100000">
                                          <p:val>
                                            <p:strVal val="#ppt_x"/>
                                          </p:val>
                                        </p:tav>
                                      </p:tavLst>
                                    </p:anim>
                                    <p:anim calcmode="lin" valueType="num">
                                      <p:cBhvr>
                                        <p:cTn id="41" dur="500" fill="hold"/>
                                        <p:tgtEl>
                                          <p:spTgt spid="85"/>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1300"/>
                                  </p:stCondLst>
                                  <p:childTnLst>
                                    <p:set>
                                      <p:cBhvr>
                                        <p:cTn id="43" dur="1" fill="hold">
                                          <p:stCondLst>
                                            <p:cond delay="0"/>
                                          </p:stCondLst>
                                        </p:cTn>
                                        <p:tgtEl>
                                          <p:spTgt spid="79"/>
                                        </p:tgtEl>
                                        <p:attrNameLst>
                                          <p:attrName>style.visibility</p:attrName>
                                        </p:attrNameLst>
                                      </p:cBhvr>
                                      <p:to>
                                        <p:strVal val="visible"/>
                                      </p:to>
                                    </p:set>
                                    <p:animEffect transition="in" filter="fade">
                                      <p:cBhvr>
                                        <p:cTn id="44" dur="500"/>
                                        <p:tgtEl>
                                          <p:spTgt spid="79"/>
                                        </p:tgtEl>
                                      </p:cBhvr>
                                    </p:animEffect>
                                    <p:anim calcmode="lin" valueType="num">
                                      <p:cBhvr>
                                        <p:cTn id="45" dur="500" fill="hold"/>
                                        <p:tgtEl>
                                          <p:spTgt spid="79"/>
                                        </p:tgtEl>
                                        <p:attrNameLst>
                                          <p:attrName>ppt_x</p:attrName>
                                        </p:attrNameLst>
                                      </p:cBhvr>
                                      <p:tavLst>
                                        <p:tav tm="0">
                                          <p:val>
                                            <p:strVal val="#ppt_x"/>
                                          </p:val>
                                        </p:tav>
                                        <p:tav tm="100000">
                                          <p:val>
                                            <p:strVal val="#ppt_x"/>
                                          </p:val>
                                        </p:tav>
                                      </p:tavLst>
                                    </p:anim>
                                    <p:anim calcmode="lin" valueType="num">
                                      <p:cBhvr>
                                        <p:cTn id="46" dur="500" fill="hold"/>
                                        <p:tgtEl>
                                          <p:spTgt spid="79"/>
                                        </p:tgtEl>
                                        <p:attrNameLst>
                                          <p:attrName>ppt_y</p:attrName>
                                        </p:attrNameLst>
                                      </p:cBhvr>
                                      <p:tavLst>
                                        <p:tav tm="0">
                                          <p:val>
                                            <p:strVal val="#ppt_y+.1"/>
                                          </p:val>
                                        </p:tav>
                                        <p:tav tm="100000">
                                          <p:val>
                                            <p:strVal val="#ppt_y"/>
                                          </p:val>
                                        </p:tav>
                                      </p:tavLst>
                                    </p:anim>
                                  </p:childTnLst>
                                </p:cTn>
                              </p:par>
                              <p:par>
                                <p:cTn id="47" presetID="53" presetClass="entr" presetSubtype="16" fill="hold" grpId="0" nodeType="withEffect">
                                  <p:stCondLst>
                                    <p:cond delay="1800"/>
                                  </p:stCondLst>
                                  <p:childTnLst>
                                    <p:set>
                                      <p:cBhvr>
                                        <p:cTn id="48" dur="1" fill="hold">
                                          <p:stCondLst>
                                            <p:cond delay="0"/>
                                          </p:stCondLst>
                                        </p:cTn>
                                        <p:tgtEl>
                                          <p:spTgt spid="93"/>
                                        </p:tgtEl>
                                        <p:attrNameLst>
                                          <p:attrName>style.visibility</p:attrName>
                                        </p:attrNameLst>
                                      </p:cBhvr>
                                      <p:to>
                                        <p:strVal val="visible"/>
                                      </p:to>
                                    </p:set>
                                    <p:anim calcmode="lin" valueType="num">
                                      <p:cBhvr>
                                        <p:cTn id="49" dur="300" fill="hold"/>
                                        <p:tgtEl>
                                          <p:spTgt spid="93"/>
                                        </p:tgtEl>
                                        <p:attrNameLst>
                                          <p:attrName>ppt_w</p:attrName>
                                        </p:attrNameLst>
                                      </p:cBhvr>
                                      <p:tavLst>
                                        <p:tav tm="0">
                                          <p:val>
                                            <p:fltVal val="0"/>
                                          </p:val>
                                        </p:tav>
                                        <p:tav tm="100000">
                                          <p:val>
                                            <p:strVal val="#ppt_w"/>
                                          </p:val>
                                        </p:tav>
                                      </p:tavLst>
                                    </p:anim>
                                    <p:anim calcmode="lin" valueType="num">
                                      <p:cBhvr>
                                        <p:cTn id="50" dur="300" fill="hold"/>
                                        <p:tgtEl>
                                          <p:spTgt spid="93"/>
                                        </p:tgtEl>
                                        <p:attrNameLst>
                                          <p:attrName>ppt_h</p:attrName>
                                        </p:attrNameLst>
                                      </p:cBhvr>
                                      <p:tavLst>
                                        <p:tav tm="0">
                                          <p:val>
                                            <p:fltVal val="0"/>
                                          </p:val>
                                        </p:tav>
                                        <p:tav tm="100000">
                                          <p:val>
                                            <p:strVal val="#ppt_h"/>
                                          </p:val>
                                        </p:tav>
                                      </p:tavLst>
                                    </p:anim>
                                    <p:animEffect transition="in" filter="fade">
                                      <p:cBhvr>
                                        <p:cTn id="51" dur="300"/>
                                        <p:tgtEl>
                                          <p:spTgt spid="93"/>
                                        </p:tgtEl>
                                      </p:cBhvr>
                                    </p:animEffect>
                                  </p:childTnLst>
                                </p:cTn>
                              </p:par>
                              <p:par>
                                <p:cTn id="52" presetID="6" presetClass="emph" presetSubtype="0" autoRev="1" fill="hold" grpId="1" nodeType="withEffect">
                                  <p:stCondLst>
                                    <p:cond delay="2100"/>
                                  </p:stCondLst>
                                  <p:childTnLst>
                                    <p:animScale>
                                      <p:cBhvr>
                                        <p:cTn id="53" dur="150" fill="hold"/>
                                        <p:tgtEl>
                                          <p:spTgt spid="93"/>
                                        </p:tgtEl>
                                      </p:cBhvr>
                                      <p:by x="110000" y="110000"/>
                                    </p:animScale>
                                  </p:childTnLst>
                                </p:cTn>
                              </p:par>
                              <p:par>
                                <p:cTn id="54" presetID="55" presetClass="entr" presetSubtype="0" fill="hold" grpId="0" nodeType="withEffect">
                                  <p:stCondLst>
                                    <p:cond delay="2100"/>
                                  </p:stCondLst>
                                  <p:childTnLst>
                                    <p:set>
                                      <p:cBhvr>
                                        <p:cTn id="55" dur="1" fill="hold">
                                          <p:stCondLst>
                                            <p:cond delay="0"/>
                                          </p:stCondLst>
                                        </p:cTn>
                                        <p:tgtEl>
                                          <p:spTgt spid="92"/>
                                        </p:tgtEl>
                                        <p:attrNameLst>
                                          <p:attrName>style.visibility</p:attrName>
                                        </p:attrNameLst>
                                      </p:cBhvr>
                                      <p:to>
                                        <p:strVal val="visible"/>
                                      </p:to>
                                    </p:set>
                                    <p:anim calcmode="lin" valueType="num">
                                      <p:cBhvr>
                                        <p:cTn id="56" dur="500" fill="hold"/>
                                        <p:tgtEl>
                                          <p:spTgt spid="92"/>
                                        </p:tgtEl>
                                        <p:attrNameLst>
                                          <p:attrName>ppt_w</p:attrName>
                                        </p:attrNameLst>
                                      </p:cBhvr>
                                      <p:tavLst>
                                        <p:tav tm="0">
                                          <p:val>
                                            <p:strVal val="#ppt_w*0.70"/>
                                          </p:val>
                                        </p:tav>
                                        <p:tav tm="100000">
                                          <p:val>
                                            <p:strVal val="#ppt_w"/>
                                          </p:val>
                                        </p:tav>
                                      </p:tavLst>
                                    </p:anim>
                                    <p:anim calcmode="lin" valueType="num">
                                      <p:cBhvr>
                                        <p:cTn id="57" dur="500" fill="hold"/>
                                        <p:tgtEl>
                                          <p:spTgt spid="92"/>
                                        </p:tgtEl>
                                        <p:attrNameLst>
                                          <p:attrName>ppt_h</p:attrName>
                                        </p:attrNameLst>
                                      </p:cBhvr>
                                      <p:tavLst>
                                        <p:tav tm="0">
                                          <p:val>
                                            <p:strVal val="#ppt_h"/>
                                          </p:val>
                                        </p:tav>
                                        <p:tav tm="100000">
                                          <p:val>
                                            <p:strVal val="#ppt_h"/>
                                          </p:val>
                                        </p:tav>
                                      </p:tavLst>
                                    </p:anim>
                                    <p:animEffect transition="in" filter="fade">
                                      <p:cBhvr>
                                        <p:cTn id="58" dur="500"/>
                                        <p:tgtEl>
                                          <p:spTgt spid="92"/>
                                        </p:tgtEl>
                                      </p:cBhvr>
                                    </p:animEffect>
                                  </p:childTnLst>
                                </p:cTn>
                              </p:par>
                              <p:par>
                                <p:cTn id="59" presetID="47" presetClass="entr" presetSubtype="0" fill="hold" grpId="0" nodeType="withEffect">
                                  <p:stCondLst>
                                    <p:cond delay="2600"/>
                                  </p:stCondLst>
                                  <p:childTnLst>
                                    <p:set>
                                      <p:cBhvr>
                                        <p:cTn id="60" dur="1" fill="hold">
                                          <p:stCondLst>
                                            <p:cond delay="0"/>
                                          </p:stCondLst>
                                        </p:cTn>
                                        <p:tgtEl>
                                          <p:spTgt spid="83"/>
                                        </p:tgtEl>
                                        <p:attrNameLst>
                                          <p:attrName>style.visibility</p:attrName>
                                        </p:attrNameLst>
                                      </p:cBhvr>
                                      <p:to>
                                        <p:strVal val="visible"/>
                                      </p:to>
                                    </p:set>
                                    <p:animEffect transition="in" filter="fade">
                                      <p:cBhvr>
                                        <p:cTn id="61" dur="500"/>
                                        <p:tgtEl>
                                          <p:spTgt spid="83"/>
                                        </p:tgtEl>
                                      </p:cBhvr>
                                    </p:animEffect>
                                    <p:anim calcmode="lin" valueType="num">
                                      <p:cBhvr>
                                        <p:cTn id="62" dur="500" fill="hold"/>
                                        <p:tgtEl>
                                          <p:spTgt spid="83"/>
                                        </p:tgtEl>
                                        <p:attrNameLst>
                                          <p:attrName>ppt_x</p:attrName>
                                        </p:attrNameLst>
                                      </p:cBhvr>
                                      <p:tavLst>
                                        <p:tav tm="0">
                                          <p:val>
                                            <p:strVal val="#ppt_x"/>
                                          </p:val>
                                        </p:tav>
                                        <p:tav tm="100000">
                                          <p:val>
                                            <p:strVal val="#ppt_x"/>
                                          </p:val>
                                        </p:tav>
                                      </p:tavLst>
                                    </p:anim>
                                    <p:anim calcmode="lin" valueType="num">
                                      <p:cBhvr>
                                        <p:cTn id="63" dur="500" fill="hold"/>
                                        <p:tgtEl>
                                          <p:spTgt spid="83"/>
                                        </p:tgtEl>
                                        <p:attrNameLst>
                                          <p:attrName>ppt_y</p:attrName>
                                        </p:attrNameLst>
                                      </p:cBhvr>
                                      <p:tavLst>
                                        <p:tav tm="0">
                                          <p:val>
                                            <p:strVal val="#ppt_y-.1"/>
                                          </p:val>
                                        </p:tav>
                                        <p:tav tm="100000">
                                          <p:val>
                                            <p:strVal val="#ppt_y"/>
                                          </p:val>
                                        </p:tav>
                                      </p:tavLst>
                                    </p:anim>
                                  </p:childTnLst>
                                </p:cTn>
                              </p:par>
                              <p:par>
                                <p:cTn id="64" presetID="47" presetClass="entr" presetSubtype="0" fill="hold" grpId="0" nodeType="withEffect">
                                  <p:stCondLst>
                                    <p:cond delay="2600"/>
                                  </p:stCondLst>
                                  <p:childTnLst>
                                    <p:set>
                                      <p:cBhvr>
                                        <p:cTn id="65" dur="1" fill="hold">
                                          <p:stCondLst>
                                            <p:cond delay="0"/>
                                          </p:stCondLst>
                                        </p:cTn>
                                        <p:tgtEl>
                                          <p:spTgt spid="87"/>
                                        </p:tgtEl>
                                        <p:attrNameLst>
                                          <p:attrName>style.visibility</p:attrName>
                                        </p:attrNameLst>
                                      </p:cBhvr>
                                      <p:to>
                                        <p:strVal val="visible"/>
                                      </p:to>
                                    </p:set>
                                    <p:animEffect transition="in" filter="fade">
                                      <p:cBhvr>
                                        <p:cTn id="66" dur="500"/>
                                        <p:tgtEl>
                                          <p:spTgt spid="87"/>
                                        </p:tgtEl>
                                      </p:cBhvr>
                                    </p:animEffect>
                                    <p:anim calcmode="lin" valueType="num">
                                      <p:cBhvr>
                                        <p:cTn id="67" dur="500" fill="hold"/>
                                        <p:tgtEl>
                                          <p:spTgt spid="87"/>
                                        </p:tgtEl>
                                        <p:attrNameLst>
                                          <p:attrName>ppt_x</p:attrName>
                                        </p:attrNameLst>
                                      </p:cBhvr>
                                      <p:tavLst>
                                        <p:tav tm="0">
                                          <p:val>
                                            <p:strVal val="#ppt_x"/>
                                          </p:val>
                                        </p:tav>
                                        <p:tav tm="100000">
                                          <p:val>
                                            <p:strVal val="#ppt_x"/>
                                          </p:val>
                                        </p:tav>
                                      </p:tavLst>
                                    </p:anim>
                                    <p:anim calcmode="lin" valueType="num">
                                      <p:cBhvr>
                                        <p:cTn id="68" dur="500" fill="hold"/>
                                        <p:tgtEl>
                                          <p:spTgt spid="87"/>
                                        </p:tgtEl>
                                        <p:attrNameLst>
                                          <p:attrName>ppt_y</p:attrName>
                                        </p:attrNameLst>
                                      </p:cBhvr>
                                      <p:tavLst>
                                        <p:tav tm="0">
                                          <p:val>
                                            <p:strVal val="#ppt_y-.1"/>
                                          </p:val>
                                        </p:tav>
                                        <p:tav tm="100000">
                                          <p:val>
                                            <p:strVal val="#ppt_y"/>
                                          </p:val>
                                        </p:tav>
                                      </p:tavLst>
                                    </p:anim>
                                  </p:childTnLst>
                                </p:cTn>
                              </p:par>
                              <p:par>
                                <p:cTn id="69" presetID="42" presetClass="entr" presetSubtype="0" fill="hold" grpId="0" nodeType="withEffect">
                                  <p:stCondLst>
                                    <p:cond delay="2600"/>
                                  </p:stCondLst>
                                  <p:childTnLst>
                                    <p:set>
                                      <p:cBhvr>
                                        <p:cTn id="70" dur="1" fill="hold">
                                          <p:stCondLst>
                                            <p:cond delay="0"/>
                                          </p:stCondLst>
                                        </p:cTn>
                                        <p:tgtEl>
                                          <p:spTgt spid="80"/>
                                        </p:tgtEl>
                                        <p:attrNameLst>
                                          <p:attrName>style.visibility</p:attrName>
                                        </p:attrNameLst>
                                      </p:cBhvr>
                                      <p:to>
                                        <p:strVal val="visible"/>
                                      </p:to>
                                    </p:set>
                                    <p:animEffect transition="in" filter="fade">
                                      <p:cBhvr>
                                        <p:cTn id="71" dur="500"/>
                                        <p:tgtEl>
                                          <p:spTgt spid="80"/>
                                        </p:tgtEl>
                                      </p:cBhvr>
                                    </p:animEffect>
                                    <p:anim calcmode="lin" valueType="num">
                                      <p:cBhvr>
                                        <p:cTn id="72" dur="500" fill="hold"/>
                                        <p:tgtEl>
                                          <p:spTgt spid="80"/>
                                        </p:tgtEl>
                                        <p:attrNameLst>
                                          <p:attrName>ppt_x</p:attrName>
                                        </p:attrNameLst>
                                      </p:cBhvr>
                                      <p:tavLst>
                                        <p:tav tm="0">
                                          <p:val>
                                            <p:strVal val="#ppt_x"/>
                                          </p:val>
                                        </p:tav>
                                        <p:tav tm="100000">
                                          <p:val>
                                            <p:strVal val="#ppt_x"/>
                                          </p:val>
                                        </p:tav>
                                      </p:tavLst>
                                    </p:anim>
                                    <p:anim calcmode="lin" valueType="num">
                                      <p:cBhvr>
                                        <p:cTn id="73" dur="500" fill="hold"/>
                                        <p:tgtEl>
                                          <p:spTgt spid="80"/>
                                        </p:tgtEl>
                                        <p:attrNameLst>
                                          <p:attrName>ppt_y</p:attrName>
                                        </p:attrNameLst>
                                      </p:cBhvr>
                                      <p:tavLst>
                                        <p:tav tm="0">
                                          <p:val>
                                            <p:strVal val="#ppt_y+.1"/>
                                          </p:val>
                                        </p:tav>
                                        <p:tav tm="100000">
                                          <p:val>
                                            <p:strVal val="#ppt_y"/>
                                          </p:val>
                                        </p:tav>
                                      </p:tavLst>
                                    </p:anim>
                                  </p:childTnLst>
                                </p:cTn>
                              </p:par>
                              <p:par>
                                <p:cTn id="74" presetID="53" presetClass="entr" presetSubtype="16" fill="hold" grpId="0" nodeType="withEffect">
                                  <p:stCondLst>
                                    <p:cond delay="3100"/>
                                  </p:stCondLst>
                                  <p:childTnLst>
                                    <p:set>
                                      <p:cBhvr>
                                        <p:cTn id="75" dur="1" fill="hold">
                                          <p:stCondLst>
                                            <p:cond delay="0"/>
                                          </p:stCondLst>
                                        </p:cTn>
                                        <p:tgtEl>
                                          <p:spTgt spid="95"/>
                                        </p:tgtEl>
                                        <p:attrNameLst>
                                          <p:attrName>style.visibility</p:attrName>
                                        </p:attrNameLst>
                                      </p:cBhvr>
                                      <p:to>
                                        <p:strVal val="visible"/>
                                      </p:to>
                                    </p:set>
                                    <p:anim calcmode="lin" valueType="num">
                                      <p:cBhvr>
                                        <p:cTn id="76" dur="300" fill="hold"/>
                                        <p:tgtEl>
                                          <p:spTgt spid="95"/>
                                        </p:tgtEl>
                                        <p:attrNameLst>
                                          <p:attrName>ppt_w</p:attrName>
                                        </p:attrNameLst>
                                      </p:cBhvr>
                                      <p:tavLst>
                                        <p:tav tm="0">
                                          <p:val>
                                            <p:fltVal val="0"/>
                                          </p:val>
                                        </p:tav>
                                        <p:tav tm="100000">
                                          <p:val>
                                            <p:strVal val="#ppt_w"/>
                                          </p:val>
                                        </p:tav>
                                      </p:tavLst>
                                    </p:anim>
                                    <p:anim calcmode="lin" valueType="num">
                                      <p:cBhvr>
                                        <p:cTn id="77" dur="300" fill="hold"/>
                                        <p:tgtEl>
                                          <p:spTgt spid="95"/>
                                        </p:tgtEl>
                                        <p:attrNameLst>
                                          <p:attrName>ppt_h</p:attrName>
                                        </p:attrNameLst>
                                      </p:cBhvr>
                                      <p:tavLst>
                                        <p:tav tm="0">
                                          <p:val>
                                            <p:fltVal val="0"/>
                                          </p:val>
                                        </p:tav>
                                        <p:tav tm="100000">
                                          <p:val>
                                            <p:strVal val="#ppt_h"/>
                                          </p:val>
                                        </p:tav>
                                      </p:tavLst>
                                    </p:anim>
                                    <p:animEffect transition="in" filter="fade">
                                      <p:cBhvr>
                                        <p:cTn id="78" dur="300"/>
                                        <p:tgtEl>
                                          <p:spTgt spid="95"/>
                                        </p:tgtEl>
                                      </p:cBhvr>
                                    </p:animEffect>
                                  </p:childTnLst>
                                </p:cTn>
                              </p:par>
                              <p:par>
                                <p:cTn id="79" presetID="6" presetClass="emph" presetSubtype="0" autoRev="1" fill="hold" grpId="1" nodeType="withEffect">
                                  <p:stCondLst>
                                    <p:cond delay="3400"/>
                                  </p:stCondLst>
                                  <p:childTnLst>
                                    <p:animScale>
                                      <p:cBhvr>
                                        <p:cTn id="80" dur="150" fill="hold"/>
                                        <p:tgtEl>
                                          <p:spTgt spid="95"/>
                                        </p:tgtEl>
                                      </p:cBhvr>
                                      <p:by x="110000" y="110000"/>
                                    </p:animScale>
                                  </p:childTnLst>
                                </p:cTn>
                              </p:par>
                              <p:par>
                                <p:cTn id="81" presetID="55" presetClass="entr" presetSubtype="0" fill="hold" grpId="0" nodeType="withEffect">
                                  <p:stCondLst>
                                    <p:cond delay="3400"/>
                                  </p:stCondLst>
                                  <p:childTnLst>
                                    <p:set>
                                      <p:cBhvr>
                                        <p:cTn id="82" dur="1" fill="hold">
                                          <p:stCondLst>
                                            <p:cond delay="0"/>
                                          </p:stCondLst>
                                        </p:cTn>
                                        <p:tgtEl>
                                          <p:spTgt spid="94"/>
                                        </p:tgtEl>
                                        <p:attrNameLst>
                                          <p:attrName>style.visibility</p:attrName>
                                        </p:attrNameLst>
                                      </p:cBhvr>
                                      <p:to>
                                        <p:strVal val="visible"/>
                                      </p:to>
                                    </p:set>
                                    <p:anim calcmode="lin" valueType="num">
                                      <p:cBhvr>
                                        <p:cTn id="83" dur="500" fill="hold"/>
                                        <p:tgtEl>
                                          <p:spTgt spid="94"/>
                                        </p:tgtEl>
                                        <p:attrNameLst>
                                          <p:attrName>ppt_w</p:attrName>
                                        </p:attrNameLst>
                                      </p:cBhvr>
                                      <p:tavLst>
                                        <p:tav tm="0">
                                          <p:val>
                                            <p:strVal val="#ppt_w*0.70"/>
                                          </p:val>
                                        </p:tav>
                                        <p:tav tm="100000">
                                          <p:val>
                                            <p:strVal val="#ppt_w"/>
                                          </p:val>
                                        </p:tav>
                                      </p:tavLst>
                                    </p:anim>
                                    <p:anim calcmode="lin" valueType="num">
                                      <p:cBhvr>
                                        <p:cTn id="84" dur="500" fill="hold"/>
                                        <p:tgtEl>
                                          <p:spTgt spid="94"/>
                                        </p:tgtEl>
                                        <p:attrNameLst>
                                          <p:attrName>ppt_h</p:attrName>
                                        </p:attrNameLst>
                                      </p:cBhvr>
                                      <p:tavLst>
                                        <p:tav tm="0">
                                          <p:val>
                                            <p:strVal val="#ppt_h"/>
                                          </p:val>
                                        </p:tav>
                                        <p:tav tm="100000">
                                          <p:val>
                                            <p:strVal val="#ppt_h"/>
                                          </p:val>
                                        </p:tav>
                                      </p:tavLst>
                                    </p:anim>
                                    <p:animEffect transition="in" filter="fade">
                                      <p:cBhvr>
                                        <p:cTn id="85" dur="500"/>
                                        <p:tgtEl>
                                          <p:spTgt spid="94"/>
                                        </p:tgtEl>
                                      </p:cBhvr>
                                    </p:animEffect>
                                  </p:childTnLst>
                                </p:cTn>
                              </p:par>
                              <p:par>
                                <p:cTn id="86" presetID="47" presetClass="entr" presetSubtype="0" fill="hold" grpId="0" nodeType="withEffect">
                                  <p:stCondLst>
                                    <p:cond delay="3900"/>
                                  </p:stCondLst>
                                  <p:childTnLst>
                                    <p:set>
                                      <p:cBhvr>
                                        <p:cTn id="87" dur="1" fill="hold">
                                          <p:stCondLst>
                                            <p:cond delay="0"/>
                                          </p:stCondLst>
                                        </p:cTn>
                                        <p:tgtEl>
                                          <p:spTgt spid="88"/>
                                        </p:tgtEl>
                                        <p:attrNameLst>
                                          <p:attrName>style.visibility</p:attrName>
                                        </p:attrNameLst>
                                      </p:cBhvr>
                                      <p:to>
                                        <p:strVal val="visible"/>
                                      </p:to>
                                    </p:set>
                                    <p:animEffect transition="in" filter="fade">
                                      <p:cBhvr>
                                        <p:cTn id="88" dur="500"/>
                                        <p:tgtEl>
                                          <p:spTgt spid="88"/>
                                        </p:tgtEl>
                                      </p:cBhvr>
                                    </p:animEffect>
                                    <p:anim calcmode="lin" valueType="num">
                                      <p:cBhvr>
                                        <p:cTn id="89" dur="500" fill="hold"/>
                                        <p:tgtEl>
                                          <p:spTgt spid="88"/>
                                        </p:tgtEl>
                                        <p:attrNameLst>
                                          <p:attrName>ppt_x</p:attrName>
                                        </p:attrNameLst>
                                      </p:cBhvr>
                                      <p:tavLst>
                                        <p:tav tm="0">
                                          <p:val>
                                            <p:strVal val="#ppt_x"/>
                                          </p:val>
                                        </p:tav>
                                        <p:tav tm="100000">
                                          <p:val>
                                            <p:strVal val="#ppt_x"/>
                                          </p:val>
                                        </p:tav>
                                      </p:tavLst>
                                    </p:anim>
                                    <p:anim calcmode="lin" valueType="num">
                                      <p:cBhvr>
                                        <p:cTn id="90" dur="500" fill="hold"/>
                                        <p:tgtEl>
                                          <p:spTgt spid="88"/>
                                        </p:tgtEl>
                                        <p:attrNameLst>
                                          <p:attrName>ppt_y</p:attrName>
                                        </p:attrNameLst>
                                      </p:cBhvr>
                                      <p:tavLst>
                                        <p:tav tm="0">
                                          <p:val>
                                            <p:strVal val="#ppt_y-.1"/>
                                          </p:val>
                                        </p:tav>
                                        <p:tav tm="100000">
                                          <p:val>
                                            <p:strVal val="#ppt_y"/>
                                          </p:val>
                                        </p:tav>
                                      </p:tavLst>
                                    </p:anim>
                                  </p:childTnLst>
                                </p:cTn>
                              </p:par>
                              <p:par>
                                <p:cTn id="91" presetID="47" presetClass="entr" presetSubtype="0" fill="hold" grpId="0" nodeType="withEffect">
                                  <p:stCondLst>
                                    <p:cond delay="3900"/>
                                  </p:stCondLst>
                                  <p:childTnLst>
                                    <p:set>
                                      <p:cBhvr>
                                        <p:cTn id="92" dur="1" fill="hold">
                                          <p:stCondLst>
                                            <p:cond delay="0"/>
                                          </p:stCondLst>
                                        </p:cTn>
                                        <p:tgtEl>
                                          <p:spTgt spid="89"/>
                                        </p:tgtEl>
                                        <p:attrNameLst>
                                          <p:attrName>style.visibility</p:attrName>
                                        </p:attrNameLst>
                                      </p:cBhvr>
                                      <p:to>
                                        <p:strVal val="visible"/>
                                      </p:to>
                                    </p:set>
                                    <p:animEffect transition="in" filter="fade">
                                      <p:cBhvr>
                                        <p:cTn id="93" dur="500"/>
                                        <p:tgtEl>
                                          <p:spTgt spid="89"/>
                                        </p:tgtEl>
                                      </p:cBhvr>
                                    </p:animEffect>
                                    <p:anim calcmode="lin" valueType="num">
                                      <p:cBhvr>
                                        <p:cTn id="94" dur="500" fill="hold"/>
                                        <p:tgtEl>
                                          <p:spTgt spid="89"/>
                                        </p:tgtEl>
                                        <p:attrNameLst>
                                          <p:attrName>ppt_x</p:attrName>
                                        </p:attrNameLst>
                                      </p:cBhvr>
                                      <p:tavLst>
                                        <p:tav tm="0">
                                          <p:val>
                                            <p:strVal val="#ppt_x"/>
                                          </p:val>
                                        </p:tav>
                                        <p:tav tm="100000">
                                          <p:val>
                                            <p:strVal val="#ppt_x"/>
                                          </p:val>
                                        </p:tav>
                                      </p:tavLst>
                                    </p:anim>
                                    <p:anim calcmode="lin" valueType="num">
                                      <p:cBhvr>
                                        <p:cTn id="95" dur="500" fill="hold"/>
                                        <p:tgtEl>
                                          <p:spTgt spid="89"/>
                                        </p:tgtEl>
                                        <p:attrNameLst>
                                          <p:attrName>ppt_y</p:attrName>
                                        </p:attrNameLst>
                                      </p:cBhvr>
                                      <p:tavLst>
                                        <p:tav tm="0">
                                          <p:val>
                                            <p:strVal val="#ppt_y-.1"/>
                                          </p:val>
                                        </p:tav>
                                        <p:tav tm="100000">
                                          <p:val>
                                            <p:strVal val="#ppt_y"/>
                                          </p:val>
                                        </p:tav>
                                      </p:tavLst>
                                    </p:anim>
                                  </p:childTnLst>
                                </p:cTn>
                              </p:par>
                              <p:par>
                                <p:cTn id="96" presetID="42" presetClass="entr" presetSubtype="0" fill="hold" grpId="0" nodeType="withEffect">
                                  <p:stCondLst>
                                    <p:cond delay="3900"/>
                                  </p:stCondLst>
                                  <p:childTnLst>
                                    <p:set>
                                      <p:cBhvr>
                                        <p:cTn id="97" dur="1" fill="hold">
                                          <p:stCondLst>
                                            <p:cond delay="0"/>
                                          </p:stCondLst>
                                        </p:cTn>
                                        <p:tgtEl>
                                          <p:spTgt spid="81"/>
                                        </p:tgtEl>
                                        <p:attrNameLst>
                                          <p:attrName>style.visibility</p:attrName>
                                        </p:attrNameLst>
                                      </p:cBhvr>
                                      <p:to>
                                        <p:strVal val="visible"/>
                                      </p:to>
                                    </p:set>
                                    <p:animEffect transition="in" filter="fade">
                                      <p:cBhvr>
                                        <p:cTn id="98" dur="500"/>
                                        <p:tgtEl>
                                          <p:spTgt spid="81"/>
                                        </p:tgtEl>
                                      </p:cBhvr>
                                    </p:animEffect>
                                    <p:anim calcmode="lin" valueType="num">
                                      <p:cBhvr>
                                        <p:cTn id="99" dur="500" fill="hold"/>
                                        <p:tgtEl>
                                          <p:spTgt spid="81"/>
                                        </p:tgtEl>
                                        <p:attrNameLst>
                                          <p:attrName>ppt_x</p:attrName>
                                        </p:attrNameLst>
                                      </p:cBhvr>
                                      <p:tavLst>
                                        <p:tav tm="0">
                                          <p:val>
                                            <p:strVal val="#ppt_x"/>
                                          </p:val>
                                        </p:tav>
                                        <p:tav tm="100000">
                                          <p:val>
                                            <p:strVal val="#ppt_x"/>
                                          </p:val>
                                        </p:tav>
                                      </p:tavLst>
                                    </p:anim>
                                    <p:anim calcmode="lin" valueType="num">
                                      <p:cBhvr>
                                        <p:cTn id="100" dur="500" fill="hold"/>
                                        <p:tgtEl>
                                          <p:spTgt spid="81"/>
                                        </p:tgtEl>
                                        <p:attrNameLst>
                                          <p:attrName>ppt_y</p:attrName>
                                        </p:attrNameLst>
                                      </p:cBhvr>
                                      <p:tavLst>
                                        <p:tav tm="0">
                                          <p:val>
                                            <p:strVal val="#ppt_y+.1"/>
                                          </p:val>
                                        </p:tav>
                                        <p:tav tm="100000">
                                          <p:val>
                                            <p:strVal val="#ppt_y"/>
                                          </p:val>
                                        </p:tav>
                                      </p:tavLst>
                                    </p:anim>
                                  </p:childTnLst>
                                </p:cTn>
                              </p:par>
                              <p:par>
                                <p:cTn id="101" presetID="53" presetClass="entr" presetSubtype="16" fill="hold" grpId="0" nodeType="withEffect">
                                  <p:stCondLst>
                                    <p:cond delay="4400"/>
                                  </p:stCondLst>
                                  <p:childTnLst>
                                    <p:set>
                                      <p:cBhvr>
                                        <p:cTn id="102" dur="1" fill="hold">
                                          <p:stCondLst>
                                            <p:cond delay="0"/>
                                          </p:stCondLst>
                                        </p:cTn>
                                        <p:tgtEl>
                                          <p:spTgt spid="97"/>
                                        </p:tgtEl>
                                        <p:attrNameLst>
                                          <p:attrName>style.visibility</p:attrName>
                                        </p:attrNameLst>
                                      </p:cBhvr>
                                      <p:to>
                                        <p:strVal val="visible"/>
                                      </p:to>
                                    </p:set>
                                    <p:anim calcmode="lin" valueType="num">
                                      <p:cBhvr>
                                        <p:cTn id="103" dur="300" fill="hold"/>
                                        <p:tgtEl>
                                          <p:spTgt spid="97"/>
                                        </p:tgtEl>
                                        <p:attrNameLst>
                                          <p:attrName>ppt_w</p:attrName>
                                        </p:attrNameLst>
                                      </p:cBhvr>
                                      <p:tavLst>
                                        <p:tav tm="0">
                                          <p:val>
                                            <p:fltVal val="0"/>
                                          </p:val>
                                        </p:tav>
                                        <p:tav tm="100000">
                                          <p:val>
                                            <p:strVal val="#ppt_w"/>
                                          </p:val>
                                        </p:tav>
                                      </p:tavLst>
                                    </p:anim>
                                    <p:anim calcmode="lin" valueType="num">
                                      <p:cBhvr>
                                        <p:cTn id="104" dur="300" fill="hold"/>
                                        <p:tgtEl>
                                          <p:spTgt spid="97"/>
                                        </p:tgtEl>
                                        <p:attrNameLst>
                                          <p:attrName>ppt_h</p:attrName>
                                        </p:attrNameLst>
                                      </p:cBhvr>
                                      <p:tavLst>
                                        <p:tav tm="0">
                                          <p:val>
                                            <p:fltVal val="0"/>
                                          </p:val>
                                        </p:tav>
                                        <p:tav tm="100000">
                                          <p:val>
                                            <p:strVal val="#ppt_h"/>
                                          </p:val>
                                        </p:tav>
                                      </p:tavLst>
                                    </p:anim>
                                    <p:animEffect transition="in" filter="fade">
                                      <p:cBhvr>
                                        <p:cTn id="105" dur="300"/>
                                        <p:tgtEl>
                                          <p:spTgt spid="97"/>
                                        </p:tgtEl>
                                      </p:cBhvr>
                                    </p:animEffect>
                                  </p:childTnLst>
                                </p:cTn>
                              </p:par>
                              <p:par>
                                <p:cTn id="106" presetID="6" presetClass="emph" presetSubtype="0" autoRev="1" fill="hold" grpId="1" nodeType="withEffect">
                                  <p:stCondLst>
                                    <p:cond delay="4700"/>
                                  </p:stCondLst>
                                  <p:childTnLst>
                                    <p:animScale>
                                      <p:cBhvr>
                                        <p:cTn id="107" dur="150" fill="hold"/>
                                        <p:tgtEl>
                                          <p:spTgt spid="97"/>
                                        </p:tgtEl>
                                      </p:cBhvr>
                                      <p:by x="110000" y="110000"/>
                                    </p:animScale>
                                  </p:childTnLst>
                                </p:cTn>
                              </p:par>
                              <p:par>
                                <p:cTn id="108" presetID="55" presetClass="entr" presetSubtype="0" fill="hold" grpId="0" nodeType="withEffect">
                                  <p:stCondLst>
                                    <p:cond delay="4700"/>
                                  </p:stCondLst>
                                  <p:childTnLst>
                                    <p:set>
                                      <p:cBhvr>
                                        <p:cTn id="109" dur="1" fill="hold">
                                          <p:stCondLst>
                                            <p:cond delay="0"/>
                                          </p:stCondLst>
                                        </p:cTn>
                                        <p:tgtEl>
                                          <p:spTgt spid="96"/>
                                        </p:tgtEl>
                                        <p:attrNameLst>
                                          <p:attrName>style.visibility</p:attrName>
                                        </p:attrNameLst>
                                      </p:cBhvr>
                                      <p:to>
                                        <p:strVal val="visible"/>
                                      </p:to>
                                    </p:set>
                                    <p:anim calcmode="lin" valueType="num">
                                      <p:cBhvr>
                                        <p:cTn id="110" dur="500" fill="hold"/>
                                        <p:tgtEl>
                                          <p:spTgt spid="96"/>
                                        </p:tgtEl>
                                        <p:attrNameLst>
                                          <p:attrName>ppt_w</p:attrName>
                                        </p:attrNameLst>
                                      </p:cBhvr>
                                      <p:tavLst>
                                        <p:tav tm="0">
                                          <p:val>
                                            <p:strVal val="#ppt_w*0.70"/>
                                          </p:val>
                                        </p:tav>
                                        <p:tav tm="100000">
                                          <p:val>
                                            <p:strVal val="#ppt_w"/>
                                          </p:val>
                                        </p:tav>
                                      </p:tavLst>
                                    </p:anim>
                                    <p:anim calcmode="lin" valueType="num">
                                      <p:cBhvr>
                                        <p:cTn id="111" dur="500" fill="hold"/>
                                        <p:tgtEl>
                                          <p:spTgt spid="96"/>
                                        </p:tgtEl>
                                        <p:attrNameLst>
                                          <p:attrName>ppt_h</p:attrName>
                                        </p:attrNameLst>
                                      </p:cBhvr>
                                      <p:tavLst>
                                        <p:tav tm="0">
                                          <p:val>
                                            <p:strVal val="#ppt_h"/>
                                          </p:val>
                                        </p:tav>
                                        <p:tav tm="100000">
                                          <p:val>
                                            <p:strVal val="#ppt_h"/>
                                          </p:val>
                                        </p:tav>
                                      </p:tavLst>
                                    </p:anim>
                                    <p:animEffect transition="in" filter="fade">
                                      <p:cBhvr>
                                        <p:cTn id="112" dur="500"/>
                                        <p:tgtEl>
                                          <p:spTgt spid="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 grpId="0" animBg="1"/>
      <p:bldP spid="79" grpId="0" animBg="1"/>
      <p:bldP spid="80" grpId="0" animBg="1"/>
      <p:bldP spid="81" grpId="0" animBg="1"/>
      <p:bldP spid="82" grpId="0" animBg="1"/>
      <p:bldP spid="83" grpId="0" animBg="1"/>
      <p:bldP spid="84" grpId="0" animBg="1"/>
      <p:bldP spid="85" grpId="0" animBg="1"/>
      <p:bldP spid="86" grpId="0" animBg="1"/>
      <p:bldP spid="87" grpId="0" animBg="1"/>
      <p:bldP spid="88" grpId="0" animBg="1"/>
      <p:bldP spid="89" grpId="0" animBg="1"/>
      <p:bldP spid="90" grpId="0"/>
      <p:bldP spid="91" grpId="0" animBg="1"/>
      <p:bldP spid="91" grpId="1" animBg="1"/>
      <p:bldP spid="92" grpId="0"/>
      <p:bldP spid="93" grpId="0" animBg="1"/>
      <p:bldP spid="93" grpId="1" animBg="1"/>
      <p:bldP spid="94" grpId="0"/>
      <p:bldP spid="95" grpId="0" animBg="1"/>
      <p:bldP spid="95" grpId="1" animBg="1"/>
      <p:bldP spid="96" grpId="0"/>
      <p:bldP spid="97" grpId="0" animBg="1"/>
      <p:bldP spid="97" grpId="1"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nvCxnSpPr>
        <p:spPr>
          <a:xfrm flipH="1">
            <a:off x="0" y="2368389"/>
            <a:ext cx="390525" cy="0"/>
          </a:xfrm>
          <a:prstGeom prst="line">
            <a:avLst/>
          </a:prstGeom>
          <a:ln w="6350">
            <a:solidFill>
              <a:srgbClr val="62768C"/>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flipH="1">
            <a:off x="0" y="1977864"/>
            <a:ext cx="390525" cy="0"/>
          </a:xfrm>
          <a:prstGeom prst="line">
            <a:avLst/>
          </a:prstGeom>
          <a:ln w="6350">
            <a:solidFill>
              <a:srgbClr val="62768C"/>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H="1">
            <a:off x="0" y="2762089"/>
            <a:ext cx="390525" cy="0"/>
          </a:xfrm>
          <a:prstGeom prst="line">
            <a:avLst/>
          </a:prstGeom>
          <a:ln w="6350">
            <a:solidFill>
              <a:srgbClr val="62768C"/>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flipH="1">
            <a:off x="0" y="3152614"/>
            <a:ext cx="390525" cy="0"/>
          </a:xfrm>
          <a:prstGeom prst="line">
            <a:avLst/>
          </a:prstGeom>
          <a:ln w="6350">
            <a:solidFill>
              <a:srgbClr val="62768C"/>
            </a:solidFill>
          </a:ln>
        </p:spPr>
        <p:style>
          <a:lnRef idx="1">
            <a:schemeClr val="accent1"/>
          </a:lnRef>
          <a:fillRef idx="0">
            <a:schemeClr val="accent1"/>
          </a:fillRef>
          <a:effectRef idx="0">
            <a:schemeClr val="accent1"/>
          </a:effectRef>
          <a:fontRef idx="minor">
            <a:schemeClr val="tx1"/>
          </a:fontRef>
        </p:style>
      </p:cxnSp>
      <p:sp>
        <p:nvSpPr>
          <p:cNvPr id="37" name="矩形 36"/>
          <p:cNvSpPr/>
          <p:nvPr/>
        </p:nvSpPr>
        <p:spPr>
          <a:xfrm>
            <a:off x="-1" y="2368389"/>
            <a:ext cx="1280513" cy="390525"/>
          </a:xfrm>
          <a:prstGeom prst="rect">
            <a:avLst/>
          </a:prstGeom>
          <a:solidFill>
            <a:srgbClr val="37B0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Freeform 11"/>
          <p:cNvSpPr>
            <a:spLocks noEditPoints="1"/>
          </p:cNvSpPr>
          <p:nvPr/>
        </p:nvSpPr>
        <p:spPr bwMode="auto">
          <a:xfrm>
            <a:off x="124293" y="2864285"/>
            <a:ext cx="150176" cy="190798"/>
          </a:xfrm>
          <a:custGeom>
            <a:avLst/>
            <a:gdLst>
              <a:gd name="T0" fmla="*/ 104 w 139"/>
              <a:gd name="T1" fmla="*/ 99 h 177"/>
              <a:gd name="T2" fmla="*/ 91 w 139"/>
              <a:gd name="T3" fmla="*/ 160 h 177"/>
              <a:gd name="T4" fmla="*/ 133 w 139"/>
              <a:gd name="T5" fmla="*/ 164 h 177"/>
              <a:gd name="T6" fmla="*/ 133 w 139"/>
              <a:gd name="T7" fmla="*/ 177 h 177"/>
              <a:gd name="T8" fmla="*/ 0 w 139"/>
              <a:gd name="T9" fmla="*/ 170 h 177"/>
              <a:gd name="T10" fmla="*/ 51 w 139"/>
              <a:gd name="T11" fmla="*/ 164 h 177"/>
              <a:gd name="T12" fmla="*/ 81 w 139"/>
              <a:gd name="T13" fmla="*/ 151 h 177"/>
              <a:gd name="T14" fmla="*/ 10 w 139"/>
              <a:gd name="T15" fmla="*/ 147 h 177"/>
              <a:gd name="T16" fmla="*/ 10 w 139"/>
              <a:gd name="T17" fmla="*/ 139 h 177"/>
              <a:gd name="T18" fmla="*/ 94 w 139"/>
              <a:gd name="T19" fmla="*/ 120 h 177"/>
              <a:gd name="T20" fmla="*/ 84 w 139"/>
              <a:gd name="T21" fmla="*/ 92 h 177"/>
              <a:gd name="T22" fmla="*/ 69 w 139"/>
              <a:gd name="T23" fmla="*/ 94 h 177"/>
              <a:gd name="T24" fmla="*/ 53 w 139"/>
              <a:gd name="T25" fmla="*/ 113 h 177"/>
              <a:gd name="T26" fmla="*/ 46 w 139"/>
              <a:gd name="T27" fmla="*/ 117 h 177"/>
              <a:gd name="T28" fmla="*/ 24 w 139"/>
              <a:gd name="T29" fmla="*/ 109 h 177"/>
              <a:gd name="T30" fmla="*/ 26 w 139"/>
              <a:gd name="T31" fmla="*/ 97 h 177"/>
              <a:gd name="T32" fmla="*/ 21 w 139"/>
              <a:gd name="T33" fmla="*/ 89 h 177"/>
              <a:gd name="T34" fmla="*/ 63 w 139"/>
              <a:gd name="T35" fmla="*/ 24 h 177"/>
              <a:gd name="T36" fmla="*/ 67 w 139"/>
              <a:gd name="T37" fmla="*/ 26 h 177"/>
              <a:gd name="T38" fmla="*/ 69 w 139"/>
              <a:gd name="T39" fmla="*/ 14 h 177"/>
              <a:gd name="T40" fmla="*/ 76 w 139"/>
              <a:gd name="T41" fmla="*/ 2 h 177"/>
              <a:gd name="T42" fmla="*/ 109 w 139"/>
              <a:gd name="T43" fmla="*/ 29 h 177"/>
              <a:gd name="T44" fmla="*/ 96 w 139"/>
              <a:gd name="T45" fmla="*/ 30 h 177"/>
              <a:gd name="T46" fmla="*/ 94 w 139"/>
              <a:gd name="T47" fmla="*/ 42 h 177"/>
              <a:gd name="T48" fmla="*/ 87 w 139"/>
              <a:gd name="T49" fmla="*/ 63 h 177"/>
              <a:gd name="T50" fmla="*/ 92 w 139"/>
              <a:gd name="T51" fmla="*/ 81 h 177"/>
              <a:gd name="T52" fmla="*/ 89 w 139"/>
              <a:gd name="T53" fmla="*/ 26 h 177"/>
              <a:gd name="T54" fmla="*/ 74 w 139"/>
              <a:gd name="T55" fmla="*/ 30 h 177"/>
              <a:gd name="T56" fmla="*/ 89 w 139"/>
              <a:gd name="T57" fmla="*/ 26 h 177"/>
              <a:gd name="T58" fmla="*/ 80 w 139"/>
              <a:gd name="T59" fmla="*/ 59 h 177"/>
              <a:gd name="T60" fmla="*/ 62 w 139"/>
              <a:gd name="T61" fmla="*/ 33 h 177"/>
              <a:gd name="T62" fmla="*/ 54 w 139"/>
              <a:gd name="T63" fmla="*/ 104 h 177"/>
              <a:gd name="T64" fmla="*/ 56 w 139"/>
              <a:gd name="T65" fmla="*/ 76 h 177"/>
              <a:gd name="T66" fmla="*/ 62 w 139"/>
              <a:gd name="T67" fmla="*/ 63 h 177"/>
              <a:gd name="T68" fmla="*/ 82 w 139"/>
              <a:gd name="T69" fmla="*/ 69 h 177"/>
              <a:gd name="T70" fmla="*/ 67 w 139"/>
              <a:gd name="T71" fmla="*/ 69 h 177"/>
              <a:gd name="T72" fmla="*/ 67 w 139"/>
              <a:gd name="T73" fmla="*/ 69 h 177"/>
              <a:gd name="T74" fmla="*/ 75 w 139"/>
              <a:gd name="T75" fmla="*/ 86 h 177"/>
              <a:gd name="T76" fmla="*/ 82 w 139"/>
              <a:gd name="T77" fmla="*/ 83 h 177"/>
              <a:gd name="T78" fmla="*/ 82 w 139"/>
              <a:gd name="T79" fmla="*/ 69 h 177"/>
              <a:gd name="T80" fmla="*/ 33 w 139"/>
              <a:gd name="T81" fmla="*/ 101 h 177"/>
              <a:gd name="T82" fmla="*/ 31 w 139"/>
              <a:gd name="T83" fmla="*/ 104 h 177"/>
              <a:gd name="T84" fmla="*/ 42 w 139"/>
              <a:gd name="T85" fmla="*/ 106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 h="177">
                <a:moveTo>
                  <a:pt x="92" y="81"/>
                </a:moveTo>
                <a:cubicBezTo>
                  <a:pt x="97" y="87"/>
                  <a:pt x="101" y="92"/>
                  <a:pt x="104" y="99"/>
                </a:cubicBezTo>
                <a:cubicBezTo>
                  <a:pt x="106" y="106"/>
                  <a:pt x="108" y="113"/>
                  <a:pt x="108" y="120"/>
                </a:cubicBezTo>
                <a:cubicBezTo>
                  <a:pt x="108" y="136"/>
                  <a:pt x="101" y="150"/>
                  <a:pt x="91" y="160"/>
                </a:cubicBezTo>
                <a:cubicBezTo>
                  <a:pt x="90" y="162"/>
                  <a:pt x="89" y="163"/>
                  <a:pt x="88" y="164"/>
                </a:cubicBezTo>
                <a:cubicBezTo>
                  <a:pt x="133" y="164"/>
                  <a:pt x="133" y="164"/>
                  <a:pt x="133" y="164"/>
                </a:cubicBezTo>
                <a:cubicBezTo>
                  <a:pt x="136" y="164"/>
                  <a:pt x="139" y="167"/>
                  <a:pt x="139" y="170"/>
                </a:cubicBezTo>
                <a:cubicBezTo>
                  <a:pt x="139" y="174"/>
                  <a:pt x="136" y="177"/>
                  <a:pt x="133" y="177"/>
                </a:cubicBezTo>
                <a:cubicBezTo>
                  <a:pt x="91" y="177"/>
                  <a:pt x="49" y="177"/>
                  <a:pt x="7" y="177"/>
                </a:cubicBezTo>
                <a:cubicBezTo>
                  <a:pt x="3" y="177"/>
                  <a:pt x="0" y="174"/>
                  <a:pt x="0" y="170"/>
                </a:cubicBezTo>
                <a:cubicBezTo>
                  <a:pt x="0" y="167"/>
                  <a:pt x="3" y="164"/>
                  <a:pt x="7" y="164"/>
                </a:cubicBezTo>
                <a:cubicBezTo>
                  <a:pt x="51" y="164"/>
                  <a:pt x="51" y="164"/>
                  <a:pt x="51" y="164"/>
                </a:cubicBezTo>
                <a:cubicBezTo>
                  <a:pt x="51" y="164"/>
                  <a:pt x="51" y="164"/>
                  <a:pt x="51" y="164"/>
                </a:cubicBezTo>
                <a:cubicBezTo>
                  <a:pt x="63" y="164"/>
                  <a:pt x="74" y="159"/>
                  <a:pt x="81" y="151"/>
                </a:cubicBezTo>
                <a:cubicBezTo>
                  <a:pt x="83" y="150"/>
                  <a:pt x="84" y="148"/>
                  <a:pt x="85" y="147"/>
                </a:cubicBezTo>
                <a:cubicBezTo>
                  <a:pt x="10" y="147"/>
                  <a:pt x="10" y="147"/>
                  <a:pt x="10" y="147"/>
                </a:cubicBezTo>
                <a:cubicBezTo>
                  <a:pt x="8" y="147"/>
                  <a:pt x="6" y="145"/>
                  <a:pt x="6" y="143"/>
                </a:cubicBezTo>
                <a:cubicBezTo>
                  <a:pt x="6" y="141"/>
                  <a:pt x="8" y="139"/>
                  <a:pt x="10" y="139"/>
                </a:cubicBezTo>
                <a:cubicBezTo>
                  <a:pt x="90" y="139"/>
                  <a:pt x="90" y="139"/>
                  <a:pt x="90" y="139"/>
                </a:cubicBezTo>
                <a:cubicBezTo>
                  <a:pt x="93" y="133"/>
                  <a:pt x="94" y="127"/>
                  <a:pt x="94" y="120"/>
                </a:cubicBezTo>
                <a:cubicBezTo>
                  <a:pt x="94" y="114"/>
                  <a:pt x="93" y="109"/>
                  <a:pt x="91" y="104"/>
                </a:cubicBezTo>
                <a:cubicBezTo>
                  <a:pt x="89" y="100"/>
                  <a:pt x="87" y="96"/>
                  <a:pt x="84" y="92"/>
                </a:cubicBezTo>
                <a:cubicBezTo>
                  <a:pt x="81" y="94"/>
                  <a:pt x="78" y="94"/>
                  <a:pt x="75" y="94"/>
                </a:cubicBezTo>
                <a:cubicBezTo>
                  <a:pt x="73" y="94"/>
                  <a:pt x="71" y="94"/>
                  <a:pt x="69" y="94"/>
                </a:cubicBezTo>
                <a:cubicBezTo>
                  <a:pt x="59" y="111"/>
                  <a:pt x="59" y="111"/>
                  <a:pt x="59" y="111"/>
                </a:cubicBezTo>
                <a:cubicBezTo>
                  <a:pt x="58" y="113"/>
                  <a:pt x="55" y="114"/>
                  <a:pt x="53" y="113"/>
                </a:cubicBezTo>
                <a:cubicBezTo>
                  <a:pt x="50" y="111"/>
                  <a:pt x="50" y="111"/>
                  <a:pt x="50" y="111"/>
                </a:cubicBezTo>
                <a:cubicBezTo>
                  <a:pt x="46" y="117"/>
                  <a:pt x="46" y="117"/>
                  <a:pt x="46" y="117"/>
                </a:cubicBezTo>
                <a:cubicBezTo>
                  <a:pt x="45" y="119"/>
                  <a:pt x="42" y="119"/>
                  <a:pt x="40" y="118"/>
                </a:cubicBezTo>
                <a:cubicBezTo>
                  <a:pt x="24" y="109"/>
                  <a:pt x="24" y="109"/>
                  <a:pt x="24" y="109"/>
                </a:cubicBezTo>
                <a:cubicBezTo>
                  <a:pt x="22" y="108"/>
                  <a:pt x="21" y="105"/>
                  <a:pt x="22" y="103"/>
                </a:cubicBezTo>
                <a:cubicBezTo>
                  <a:pt x="26" y="97"/>
                  <a:pt x="26" y="97"/>
                  <a:pt x="26" y="97"/>
                </a:cubicBezTo>
                <a:cubicBezTo>
                  <a:pt x="22" y="95"/>
                  <a:pt x="22" y="95"/>
                  <a:pt x="22" y="95"/>
                </a:cubicBezTo>
                <a:cubicBezTo>
                  <a:pt x="20" y="94"/>
                  <a:pt x="20" y="91"/>
                  <a:pt x="21" y="89"/>
                </a:cubicBezTo>
                <a:cubicBezTo>
                  <a:pt x="57" y="26"/>
                  <a:pt x="57" y="26"/>
                  <a:pt x="57" y="26"/>
                </a:cubicBezTo>
                <a:cubicBezTo>
                  <a:pt x="58" y="24"/>
                  <a:pt x="61" y="23"/>
                  <a:pt x="63" y="24"/>
                </a:cubicBezTo>
                <a:cubicBezTo>
                  <a:pt x="63" y="24"/>
                  <a:pt x="63" y="24"/>
                  <a:pt x="63" y="24"/>
                </a:cubicBezTo>
                <a:cubicBezTo>
                  <a:pt x="67" y="26"/>
                  <a:pt x="67" y="26"/>
                  <a:pt x="67" y="26"/>
                </a:cubicBezTo>
                <a:cubicBezTo>
                  <a:pt x="73" y="16"/>
                  <a:pt x="73" y="16"/>
                  <a:pt x="73" y="16"/>
                </a:cubicBezTo>
                <a:cubicBezTo>
                  <a:pt x="69" y="14"/>
                  <a:pt x="69" y="14"/>
                  <a:pt x="69" y="14"/>
                </a:cubicBezTo>
                <a:cubicBezTo>
                  <a:pt x="66" y="12"/>
                  <a:pt x="65" y="8"/>
                  <a:pt x="66" y="5"/>
                </a:cubicBezTo>
                <a:cubicBezTo>
                  <a:pt x="68" y="1"/>
                  <a:pt x="72" y="0"/>
                  <a:pt x="76" y="2"/>
                </a:cubicBezTo>
                <a:cubicBezTo>
                  <a:pt x="86" y="8"/>
                  <a:pt x="96" y="14"/>
                  <a:pt x="107" y="20"/>
                </a:cubicBezTo>
                <a:cubicBezTo>
                  <a:pt x="110" y="22"/>
                  <a:pt x="111" y="26"/>
                  <a:pt x="109" y="29"/>
                </a:cubicBezTo>
                <a:cubicBezTo>
                  <a:pt x="107" y="33"/>
                  <a:pt x="103" y="34"/>
                  <a:pt x="100" y="32"/>
                </a:cubicBezTo>
                <a:cubicBezTo>
                  <a:pt x="96" y="30"/>
                  <a:pt x="96" y="30"/>
                  <a:pt x="96" y="30"/>
                </a:cubicBezTo>
                <a:cubicBezTo>
                  <a:pt x="90" y="40"/>
                  <a:pt x="90" y="40"/>
                  <a:pt x="90" y="40"/>
                </a:cubicBezTo>
                <a:cubicBezTo>
                  <a:pt x="94" y="42"/>
                  <a:pt x="94" y="42"/>
                  <a:pt x="94" y="42"/>
                </a:cubicBezTo>
                <a:cubicBezTo>
                  <a:pt x="96" y="43"/>
                  <a:pt x="97" y="46"/>
                  <a:pt x="96" y="48"/>
                </a:cubicBezTo>
                <a:cubicBezTo>
                  <a:pt x="87" y="63"/>
                  <a:pt x="87" y="63"/>
                  <a:pt x="87" y="63"/>
                </a:cubicBezTo>
                <a:cubicBezTo>
                  <a:pt x="91" y="66"/>
                  <a:pt x="93" y="71"/>
                  <a:pt x="93" y="76"/>
                </a:cubicBezTo>
                <a:cubicBezTo>
                  <a:pt x="93" y="78"/>
                  <a:pt x="93" y="80"/>
                  <a:pt x="92" y="81"/>
                </a:cubicBezTo>
                <a:close/>
                <a:moveTo>
                  <a:pt x="89" y="26"/>
                </a:moveTo>
                <a:cubicBezTo>
                  <a:pt x="89" y="26"/>
                  <a:pt x="89" y="26"/>
                  <a:pt x="89" y="26"/>
                </a:cubicBezTo>
                <a:cubicBezTo>
                  <a:pt x="86" y="24"/>
                  <a:pt x="83" y="22"/>
                  <a:pt x="80" y="20"/>
                </a:cubicBezTo>
                <a:cubicBezTo>
                  <a:pt x="74" y="30"/>
                  <a:pt x="74" y="30"/>
                  <a:pt x="74" y="30"/>
                </a:cubicBezTo>
                <a:cubicBezTo>
                  <a:pt x="83" y="36"/>
                  <a:pt x="83" y="36"/>
                  <a:pt x="83" y="36"/>
                </a:cubicBezTo>
                <a:cubicBezTo>
                  <a:pt x="89" y="26"/>
                  <a:pt x="89" y="26"/>
                  <a:pt x="89" y="26"/>
                </a:cubicBezTo>
                <a:close/>
                <a:moveTo>
                  <a:pt x="80" y="59"/>
                </a:moveTo>
                <a:cubicBezTo>
                  <a:pt x="80" y="59"/>
                  <a:pt x="80" y="59"/>
                  <a:pt x="80" y="59"/>
                </a:cubicBezTo>
                <a:cubicBezTo>
                  <a:pt x="87" y="47"/>
                  <a:pt x="87" y="47"/>
                  <a:pt x="87" y="47"/>
                </a:cubicBezTo>
                <a:cubicBezTo>
                  <a:pt x="78" y="43"/>
                  <a:pt x="70" y="38"/>
                  <a:pt x="62" y="33"/>
                </a:cubicBezTo>
                <a:cubicBezTo>
                  <a:pt x="30" y="90"/>
                  <a:pt x="30" y="90"/>
                  <a:pt x="30" y="90"/>
                </a:cubicBezTo>
                <a:cubicBezTo>
                  <a:pt x="38" y="94"/>
                  <a:pt x="46" y="99"/>
                  <a:pt x="54" y="104"/>
                </a:cubicBezTo>
                <a:cubicBezTo>
                  <a:pt x="62" y="90"/>
                  <a:pt x="62" y="90"/>
                  <a:pt x="62" y="90"/>
                </a:cubicBezTo>
                <a:cubicBezTo>
                  <a:pt x="58" y="86"/>
                  <a:pt x="56" y="81"/>
                  <a:pt x="56" y="76"/>
                </a:cubicBezTo>
                <a:cubicBezTo>
                  <a:pt x="56" y="71"/>
                  <a:pt x="58" y="66"/>
                  <a:pt x="62" y="63"/>
                </a:cubicBezTo>
                <a:cubicBezTo>
                  <a:pt x="62" y="63"/>
                  <a:pt x="62" y="63"/>
                  <a:pt x="62" y="63"/>
                </a:cubicBezTo>
                <a:cubicBezTo>
                  <a:pt x="67" y="58"/>
                  <a:pt x="73" y="57"/>
                  <a:pt x="80" y="59"/>
                </a:cubicBezTo>
                <a:close/>
                <a:moveTo>
                  <a:pt x="82" y="69"/>
                </a:moveTo>
                <a:cubicBezTo>
                  <a:pt x="82" y="69"/>
                  <a:pt x="82" y="69"/>
                  <a:pt x="82" y="69"/>
                </a:cubicBezTo>
                <a:cubicBezTo>
                  <a:pt x="78" y="65"/>
                  <a:pt x="71" y="65"/>
                  <a:pt x="67" y="69"/>
                </a:cubicBezTo>
                <a:cubicBezTo>
                  <a:pt x="67" y="69"/>
                  <a:pt x="67" y="69"/>
                  <a:pt x="67" y="69"/>
                </a:cubicBezTo>
                <a:cubicBezTo>
                  <a:pt x="67" y="69"/>
                  <a:pt x="67" y="69"/>
                  <a:pt x="67" y="69"/>
                </a:cubicBezTo>
                <a:cubicBezTo>
                  <a:pt x="65" y="71"/>
                  <a:pt x="64" y="73"/>
                  <a:pt x="64" y="76"/>
                </a:cubicBezTo>
                <a:cubicBezTo>
                  <a:pt x="64" y="82"/>
                  <a:pt x="69" y="86"/>
                  <a:pt x="75" y="86"/>
                </a:cubicBezTo>
                <a:cubicBezTo>
                  <a:pt x="77" y="86"/>
                  <a:pt x="80" y="85"/>
                  <a:pt x="82" y="83"/>
                </a:cubicBezTo>
                <a:cubicBezTo>
                  <a:pt x="82" y="83"/>
                  <a:pt x="82" y="83"/>
                  <a:pt x="82" y="83"/>
                </a:cubicBezTo>
                <a:cubicBezTo>
                  <a:pt x="84" y="81"/>
                  <a:pt x="85" y="79"/>
                  <a:pt x="85" y="76"/>
                </a:cubicBezTo>
                <a:cubicBezTo>
                  <a:pt x="85" y="73"/>
                  <a:pt x="84" y="71"/>
                  <a:pt x="82" y="69"/>
                </a:cubicBezTo>
                <a:cubicBezTo>
                  <a:pt x="82" y="69"/>
                  <a:pt x="82" y="69"/>
                  <a:pt x="82" y="69"/>
                </a:cubicBezTo>
                <a:close/>
                <a:moveTo>
                  <a:pt x="33" y="101"/>
                </a:moveTo>
                <a:cubicBezTo>
                  <a:pt x="33" y="101"/>
                  <a:pt x="33" y="101"/>
                  <a:pt x="33" y="101"/>
                </a:cubicBezTo>
                <a:cubicBezTo>
                  <a:pt x="31" y="104"/>
                  <a:pt x="31" y="104"/>
                  <a:pt x="31" y="104"/>
                </a:cubicBezTo>
                <a:cubicBezTo>
                  <a:pt x="41" y="109"/>
                  <a:pt x="41" y="109"/>
                  <a:pt x="41" y="109"/>
                </a:cubicBezTo>
                <a:cubicBezTo>
                  <a:pt x="42" y="106"/>
                  <a:pt x="42" y="106"/>
                  <a:pt x="42" y="106"/>
                </a:cubicBezTo>
                <a:cubicBezTo>
                  <a:pt x="33" y="101"/>
                  <a:pt x="33" y="101"/>
                  <a:pt x="33" y="101"/>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0" name="Freeform 12"/>
          <p:cNvSpPr>
            <a:spLocks noEditPoints="1"/>
          </p:cNvSpPr>
          <p:nvPr/>
        </p:nvSpPr>
        <p:spPr bwMode="auto">
          <a:xfrm>
            <a:off x="134107" y="2472073"/>
            <a:ext cx="130548" cy="187604"/>
          </a:xfrm>
          <a:custGeom>
            <a:avLst/>
            <a:gdLst>
              <a:gd name="T0" fmla="*/ 3 w 121"/>
              <a:gd name="T1" fmla="*/ 119 h 174"/>
              <a:gd name="T2" fmla="*/ 23 w 121"/>
              <a:gd name="T3" fmla="*/ 115 h 174"/>
              <a:gd name="T4" fmla="*/ 38 w 121"/>
              <a:gd name="T5" fmla="*/ 74 h 174"/>
              <a:gd name="T6" fmla="*/ 38 w 121"/>
              <a:gd name="T7" fmla="*/ 74 h 174"/>
              <a:gd name="T8" fmla="*/ 38 w 121"/>
              <a:gd name="T9" fmla="*/ 29 h 174"/>
              <a:gd name="T10" fmla="*/ 54 w 121"/>
              <a:gd name="T11" fmla="*/ 21 h 174"/>
              <a:gd name="T12" fmla="*/ 60 w 121"/>
              <a:gd name="T13" fmla="*/ 0 h 174"/>
              <a:gd name="T14" fmla="*/ 67 w 121"/>
              <a:gd name="T15" fmla="*/ 21 h 174"/>
              <a:gd name="T16" fmla="*/ 92 w 121"/>
              <a:gd name="T17" fmla="*/ 51 h 174"/>
              <a:gd name="T18" fmla="*/ 82 w 121"/>
              <a:gd name="T19" fmla="*/ 74 h 174"/>
              <a:gd name="T20" fmla="*/ 98 w 121"/>
              <a:gd name="T21" fmla="*/ 115 h 174"/>
              <a:gd name="T22" fmla="*/ 117 w 121"/>
              <a:gd name="T23" fmla="*/ 119 h 174"/>
              <a:gd name="T24" fmla="*/ 102 w 121"/>
              <a:gd name="T25" fmla="*/ 124 h 174"/>
              <a:gd name="T26" fmla="*/ 116 w 121"/>
              <a:gd name="T27" fmla="*/ 159 h 174"/>
              <a:gd name="T28" fmla="*/ 120 w 121"/>
              <a:gd name="T29" fmla="*/ 168 h 174"/>
              <a:gd name="T30" fmla="*/ 113 w 121"/>
              <a:gd name="T31" fmla="*/ 171 h 174"/>
              <a:gd name="T32" fmla="*/ 108 w 121"/>
              <a:gd name="T33" fmla="*/ 162 h 174"/>
              <a:gd name="T34" fmla="*/ 87 w 121"/>
              <a:gd name="T35" fmla="*/ 124 h 174"/>
              <a:gd name="T36" fmla="*/ 67 w 121"/>
              <a:gd name="T37" fmla="*/ 129 h 174"/>
              <a:gd name="T38" fmla="*/ 54 w 121"/>
              <a:gd name="T39" fmla="*/ 129 h 174"/>
              <a:gd name="T40" fmla="*/ 34 w 121"/>
              <a:gd name="T41" fmla="*/ 124 h 174"/>
              <a:gd name="T42" fmla="*/ 13 w 121"/>
              <a:gd name="T43" fmla="*/ 162 h 174"/>
              <a:gd name="T44" fmla="*/ 8 w 121"/>
              <a:gd name="T45" fmla="*/ 171 h 174"/>
              <a:gd name="T46" fmla="*/ 1 w 121"/>
              <a:gd name="T47" fmla="*/ 168 h 174"/>
              <a:gd name="T48" fmla="*/ 5 w 121"/>
              <a:gd name="T49" fmla="*/ 159 h 174"/>
              <a:gd name="T50" fmla="*/ 19 w 121"/>
              <a:gd name="T51" fmla="*/ 124 h 174"/>
              <a:gd name="T52" fmla="*/ 54 w 121"/>
              <a:gd name="T53" fmla="*/ 115 h 174"/>
              <a:gd name="T54" fmla="*/ 54 w 121"/>
              <a:gd name="T55" fmla="*/ 110 h 174"/>
              <a:gd name="T56" fmla="*/ 67 w 121"/>
              <a:gd name="T57" fmla="*/ 110 h 174"/>
              <a:gd name="T58" fmla="*/ 83 w 121"/>
              <a:gd name="T59" fmla="*/ 115 h 174"/>
              <a:gd name="T60" fmla="*/ 54 w 121"/>
              <a:gd name="T61" fmla="*/ 82 h 174"/>
              <a:gd name="T62" fmla="*/ 54 w 121"/>
              <a:gd name="T63" fmla="*/ 115 h 174"/>
              <a:gd name="T64" fmla="*/ 73 w 121"/>
              <a:gd name="T65" fmla="*/ 39 h 174"/>
              <a:gd name="T66" fmla="*/ 48 w 121"/>
              <a:gd name="T67" fmla="*/ 39 h 174"/>
              <a:gd name="T68" fmla="*/ 48 w 121"/>
              <a:gd name="T69" fmla="*/ 64 h 174"/>
              <a:gd name="T70" fmla="*/ 68 w 121"/>
              <a:gd name="T71" fmla="*/ 68 h 174"/>
              <a:gd name="T72" fmla="*/ 73 w 121"/>
              <a:gd name="T73" fmla="*/ 64 h 174"/>
              <a:gd name="T74" fmla="*/ 73 w 121"/>
              <a:gd name="T75" fmla="*/ 39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1" h="174">
                <a:moveTo>
                  <a:pt x="8" y="124"/>
                </a:moveTo>
                <a:cubicBezTo>
                  <a:pt x="5" y="124"/>
                  <a:pt x="3" y="122"/>
                  <a:pt x="3" y="119"/>
                </a:cubicBezTo>
                <a:cubicBezTo>
                  <a:pt x="3" y="117"/>
                  <a:pt x="5" y="115"/>
                  <a:pt x="8" y="115"/>
                </a:cubicBezTo>
                <a:cubicBezTo>
                  <a:pt x="23" y="115"/>
                  <a:pt x="23" y="115"/>
                  <a:pt x="23" y="115"/>
                </a:cubicBezTo>
                <a:cubicBezTo>
                  <a:pt x="42" y="77"/>
                  <a:pt x="42" y="77"/>
                  <a:pt x="42" y="77"/>
                </a:cubicBezTo>
                <a:cubicBezTo>
                  <a:pt x="41" y="76"/>
                  <a:pt x="40" y="75"/>
                  <a:pt x="38" y="74"/>
                </a:cubicBezTo>
                <a:cubicBezTo>
                  <a:pt x="38" y="74"/>
                  <a:pt x="38" y="74"/>
                  <a:pt x="38" y="74"/>
                </a:cubicBezTo>
                <a:cubicBezTo>
                  <a:pt x="38" y="74"/>
                  <a:pt x="38" y="74"/>
                  <a:pt x="38" y="74"/>
                </a:cubicBezTo>
                <a:cubicBezTo>
                  <a:pt x="33" y="68"/>
                  <a:pt x="29" y="60"/>
                  <a:pt x="29" y="51"/>
                </a:cubicBezTo>
                <a:cubicBezTo>
                  <a:pt x="29" y="43"/>
                  <a:pt x="33" y="35"/>
                  <a:pt x="38" y="29"/>
                </a:cubicBezTo>
                <a:cubicBezTo>
                  <a:pt x="39" y="29"/>
                  <a:pt x="39" y="29"/>
                  <a:pt x="39" y="29"/>
                </a:cubicBezTo>
                <a:cubicBezTo>
                  <a:pt x="43" y="25"/>
                  <a:pt x="48" y="22"/>
                  <a:pt x="54" y="21"/>
                </a:cubicBezTo>
                <a:cubicBezTo>
                  <a:pt x="54" y="7"/>
                  <a:pt x="54" y="7"/>
                  <a:pt x="54" y="7"/>
                </a:cubicBezTo>
                <a:cubicBezTo>
                  <a:pt x="54" y="3"/>
                  <a:pt x="57" y="0"/>
                  <a:pt x="60" y="0"/>
                </a:cubicBezTo>
                <a:cubicBezTo>
                  <a:pt x="64" y="0"/>
                  <a:pt x="67" y="3"/>
                  <a:pt x="67" y="7"/>
                </a:cubicBezTo>
                <a:cubicBezTo>
                  <a:pt x="67" y="21"/>
                  <a:pt x="67" y="21"/>
                  <a:pt x="67" y="21"/>
                </a:cubicBezTo>
                <a:cubicBezTo>
                  <a:pt x="73" y="22"/>
                  <a:pt x="78" y="25"/>
                  <a:pt x="82" y="29"/>
                </a:cubicBezTo>
                <a:cubicBezTo>
                  <a:pt x="88" y="35"/>
                  <a:pt x="92" y="43"/>
                  <a:pt x="92" y="51"/>
                </a:cubicBezTo>
                <a:cubicBezTo>
                  <a:pt x="92" y="60"/>
                  <a:pt x="88" y="68"/>
                  <a:pt x="82" y="74"/>
                </a:cubicBezTo>
                <a:cubicBezTo>
                  <a:pt x="82" y="74"/>
                  <a:pt x="82" y="74"/>
                  <a:pt x="82" y="74"/>
                </a:cubicBezTo>
                <a:cubicBezTo>
                  <a:pt x="81" y="75"/>
                  <a:pt x="80" y="76"/>
                  <a:pt x="79" y="77"/>
                </a:cubicBezTo>
                <a:cubicBezTo>
                  <a:pt x="98" y="115"/>
                  <a:pt x="98" y="115"/>
                  <a:pt x="98" y="115"/>
                </a:cubicBezTo>
                <a:cubicBezTo>
                  <a:pt x="113" y="115"/>
                  <a:pt x="113" y="115"/>
                  <a:pt x="113" y="115"/>
                </a:cubicBezTo>
                <a:cubicBezTo>
                  <a:pt x="116" y="115"/>
                  <a:pt x="117" y="117"/>
                  <a:pt x="117" y="119"/>
                </a:cubicBezTo>
                <a:cubicBezTo>
                  <a:pt x="117" y="122"/>
                  <a:pt x="116" y="124"/>
                  <a:pt x="113" y="124"/>
                </a:cubicBezTo>
                <a:cubicBezTo>
                  <a:pt x="102" y="124"/>
                  <a:pt x="102" y="124"/>
                  <a:pt x="102" y="124"/>
                </a:cubicBezTo>
                <a:cubicBezTo>
                  <a:pt x="116" y="153"/>
                  <a:pt x="116" y="153"/>
                  <a:pt x="116" y="153"/>
                </a:cubicBezTo>
                <a:cubicBezTo>
                  <a:pt x="117" y="155"/>
                  <a:pt x="117" y="157"/>
                  <a:pt x="116" y="159"/>
                </a:cubicBezTo>
                <a:cubicBezTo>
                  <a:pt x="117" y="162"/>
                  <a:pt x="117" y="162"/>
                  <a:pt x="117" y="162"/>
                </a:cubicBezTo>
                <a:cubicBezTo>
                  <a:pt x="120" y="168"/>
                  <a:pt x="120" y="168"/>
                  <a:pt x="120" y="168"/>
                </a:cubicBezTo>
                <a:cubicBezTo>
                  <a:pt x="121" y="170"/>
                  <a:pt x="120" y="172"/>
                  <a:pt x="118" y="173"/>
                </a:cubicBezTo>
                <a:cubicBezTo>
                  <a:pt x="116" y="174"/>
                  <a:pt x="114" y="173"/>
                  <a:pt x="113" y="171"/>
                </a:cubicBezTo>
                <a:cubicBezTo>
                  <a:pt x="110" y="165"/>
                  <a:pt x="110" y="165"/>
                  <a:pt x="110" y="165"/>
                </a:cubicBezTo>
                <a:cubicBezTo>
                  <a:pt x="108" y="162"/>
                  <a:pt x="108" y="162"/>
                  <a:pt x="108" y="162"/>
                </a:cubicBezTo>
                <a:cubicBezTo>
                  <a:pt x="106" y="162"/>
                  <a:pt x="104" y="160"/>
                  <a:pt x="103" y="158"/>
                </a:cubicBezTo>
                <a:cubicBezTo>
                  <a:pt x="87" y="124"/>
                  <a:pt x="87" y="124"/>
                  <a:pt x="87" y="124"/>
                </a:cubicBezTo>
                <a:cubicBezTo>
                  <a:pt x="67" y="124"/>
                  <a:pt x="67" y="124"/>
                  <a:pt x="67" y="124"/>
                </a:cubicBezTo>
                <a:cubicBezTo>
                  <a:pt x="67" y="129"/>
                  <a:pt x="67" y="129"/>
                  <a:pt x="67" y="129"/>
                </a:cubicBezTo>
                <a:cubicBezTo>
                  <a:pt x="67" y="132"/>
                  <a:pt x="64" y="136"/>
                  <a:pt x="60" y="136"/>
                </a:cubicBezTo>
                <a:cubicBezTo>
                  <a:pt x="57" y="136"/>
                  <a:pt x="54" y="132"/>
                  <a:pt x="54" y="129"/>
                </a:cubicBezTo>
                <a:cubicBezTo>
                  <a:pt x="54" y="124"/>
                  <a:pt x="54" y="124"/>
                  <a:pt x="54" y="124"/>
                </a:cubicBezTo>
                <a:cubicBezTo>
                  <a:pt x="34" y="124"/>
                  <a:pt x="34" y="124"/>
                  <a:pt x="34" y="124"/>
                </a:cubicBezTo>
                <a:cubicBezTo>
                  <a:pt x="17" y="158"/>
                  <a:pt x="17" y="158"/>
                  <a:pt x="17" y="158"/>
                </a:cubicBezTo>
                <a:cubicBezTo>
                  <a:pt x="16" y="160"/>
                  <a:pt x="15" y="162"/>
                  <a:pt x="13" y="162"/>
                </a:cubicBezTo>
                <a:cubicBezTo>
                  <a:pt x="11" y="165"/>
                  <a:pt x="11" y="165"/>
                  <a:pt x="11" y="165"/>
                </a:cubicBezTo>
                <a:cubicBezTo>
                  <a:pt x="8" y="171"/>
                  <a:pt x="8" y="171"/>
                  <a:pt x="8" y="171"/>
                </a:cubicBezTo>
                <a:cubicBezTo>
                  <a:pt x="7" y="173"/>
                  <a:pt x="5" y="174"/>
                  <a:pt x="3" y="173"/>
                </a:cubicBezTo>
                <a:cubicBezTo>
                  <a:pt x="1" y="172"/>
                  <a:pt x="0" y="170"/>
                  <a:pt x="1" y="168"/>
                </a:cubicBezTo>
                <a:cubicBezTo>
                  <a:pt x="4" y="162"/>
                  <a:pt x="4" y="162"/>
                  <a:pt x="4" y="162"/>
                </a:cubicBezTo>
                <a:cubicBezTo>
                  <a:pt x="5" y="159"/>
                  <a:pt x="5" y="159"/>
                  <a:pt x="5" y="159"/>
                </a:cubicBezTo>
                <a:cubicBezTo>
                  <a:pt x="4" y="157"/>
                  <a:pt x="4" y="155"/>
                  <a:pt x="5" y="153"/>
                </a:cubicBezTo>
                <a:cubicBezTo>
                  <a:pt x="19" y="124"/>
                  <a:pt x="19" y="124"/>
                  <a:pt x="19" y="124"/>
                </a:cubicBezTo>
                <a:cubicBezTo>
                  <a:pt x="8" y="124"/>
                  <a:pt x="8" y="124"/>
                  <a:pt x="8" y="124"/>
                </a:cubicBezTo>
                <a:close/>
                <a:moveTo>
                  <a:pt x="54" y="115"/>
                </a:moveTo>
                <a:cubicBezTo>
                  <a:pt x="54" y="115"/>
                  <a:pt x="54" y="115"/>
                  <a:pt x="54" y="115"/>
                </a:cubicBezTo>
                <a:cubicBezTo>
                  <a:pt x="54" y="110"/>
                  <a:pt x="54" y="110"/>
                  <a:pt x="54" y="110"/>
                </a:cubicBezTo>
                <a:cubicBezTo>
                  <a:pt x="54" y="107"/>
                  <a:pt x="57" y="103"/>
                  <a:pt x="60" y="103"/>
                </a:cubicBezTo>
                <a:cubicBezTo>
                  <a:pt x="64" y="103"/>
                  <a:pt x="67" y="107"/>
                  <a:pt x="67" y="110"/>
                </a:cubicBezTo>
                <a:cubicBezTo>
                  <a:pt x="67" y="115"/>
                  <a:pt x="67" y="115"/>
                  <a:pt x="67" y="115"/>
                </a:cubicBezTo>
                <a:cubicBezTo>
                  <a:pt x="83" y="115"/>
                  <a:pt x="83" y="115"/>
                  <a:pt x="83" y="115"/>
                </a:cubicBezTo>
                <a:cubicBezTo>
                  <a:pt x="67" y="82"/>
                  <a:pt x="67" y="82"/>
                  <a:pt x="67" y="82"/>
                </a:cubicBezTo>
                <a:cubicBezTo>
                  <a:pt x="63" y="83"/>
                  <a:pt x="58" y="83"/>
                  <a:pt x="54" y="82"/>
                </a:cubicBezTo>
                <a:cubicBezTo>
                  <a:pt x="38" y="115"/>
                  <a:pt x="38" y="115"/>
                  <a:pt x="38" y="115"/>
                </a:cubicBezTo>
                <a:cubicBezTo>
                  <a:pt x="54" y="115"/>
                  <a:pt x="54" y="115"/>
                  <a:pt x="54" y="115"/>
                </a:cubicBezTo>
                <a:close/>
                <a:moveTo>
                  <a:pt x="73" y="39"/>
                </a:moveTo>
                <a:cubicBezTo>
                  <a:pt x="73" y="39"/>
                  <a:pt x="73" y="39"/>
                  <a:pt x="73" y="39"/>
                </a:cubicBezTo>
                <a:cubicBezTo>
                  <a:pt x="66" y="32"/>
                  <a:pt x="55" y="32"/>
                  <a:pt x="48" y="39"/>
                </a:cubicBezTo>
                <a:cubicBezTo>
                  <a:pt x="48" y="39"/>
                  <a:pt x="48" y="39"/>
                  <a:pt x="48" y="39"/>
                </a:cubicBezTo>
                <a:cubicBezTo>
                  <a:pt x="45" y="42"/>
                  <a:pt x="43" y="47"/>
                  <a:pt x="43" y="51"/>
                </a:cubicBezTo>
                <a:cubicBezTo>
                  <a:pt x="43" y="56"/>
                  <a:pt x="45" y="61"/>
                  <a:pt x="48" y="64"/>
                </a:cubicBezTo>
                <a:cubicBezTo>
                  <a:pt x="53" y="69"/>
                  <a:pt x="61" y="71"/>
                  <a:pt x="67" y="68"/>
                </a:cubicBezTo>
                <a:cubicBezTo>
                  <a:pt x="68" y="68"/>
                  <a:pt x="68" y="68"/>
                  <a:pt x="68" y="68"/>
                </a:cubicBezTo>
                <a:cubicBezTo>
                  <a:pt x="69" y="67"/>
                  <a:pt x="71" y="66"/>
                  <a:pt x="73" y="64"/>
                </a:cubicBezTo>
                <a:cubicBezTo>
                  <a:pt x="73" y="64"/>
                  <a:pt x="73" y="64"/>
                  <a:pt x="73" y="64"/>
                </a:cubicBezTo>
                <a:cubicBezTo>
                  <a:pt x="76" y="61"/>
                  <a:pt x="78" y="56"/>
                  <a:pt x="78" y="51"/>
                </a:cubicBezTo>
                <a:cubicBezTo>
                  <a:pt x="78" y="47"/>
                  <a:pt x="76" y="42"/>
                  <a:pt x="73" y="39"/>
                </a:cubicBezTo>
                <a:cubicBezTo>
                  <a:pt x="73" y="39"/>
                  <a:pt x="73" y="39"/>
                  <a:pt x="73" y="39"/>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1" name="Freeform 13"/>
          <p:cNvSpPr>
            <a:spLocks noEditPoints="1"/>
          </p:cNvSpPr>
          <p:nvPr/>
        </p:nvSpPr>
        <p:spPr bwMode="auto">
          <a:xfrm>
            <a:off x="93026" y="1695727"/>
            <a:ext cx="212710" cy="176648"/>
          </a:xfrm>
          <a:custGeom>
            <a:avLst/>
            <a:gdLst>
              <a:gd name="T0" fmla="*/ 111 w 197"/>
              <a:gd name="T1" fmla="*/ 11 h 164"/>
              <a:gd name="T2" fmla="*/ 0 w 197"/>
              <a:gd name="T3" fmla="*/ 15 h 164"/>
              <a:gd name="T4" fmla="*/ 105 w 197"/>
              <a:gd name="T5" fmla="*/ 164 h 164"/>
              <a:gd name="T6" fmla="*/ 136 w 197"/>
              <a:gd name="T7" fmla="*/ 159 h 164"/>
              <a:gd name="T8" fmla="*/ 196 w 197"/>
              <a:gd name="T9" fmla="*/ 142 h 164"/>
              <a:gd name="T10" fmla="*/ 52 w 197"/>
              <a:gd name="T11" fmla="*/ 150 h 164"/>
              <a:gd name="T12" fmla="*/ 52 w 197"/>
              <a:gd name="T13" fmla="*/ 22 h 164"/>
              <a:gd name="T14" fmla="*/ 99 w 197"/>
              <a:gd name="T15" fmla="*/ 150 h 164"/>
              <a:gd name="T16" fmla="*/ 99 w 197"/>
              <a:gd name="T17" fmla="*/ 22 h 164"/>
              <a:gd name="T18" fmla="*/ 147 w 197"/>
              <a:gd name="T19" fmla="*/ 149 h 164"/>
              <a:gd name="T20" fmla="*/ 181 w 197"/>
              <a:gd name="T21" fmla="*/ 139 h 164"/>
              <a:gd name="T22" fmla="*/ 23 w 197"/>
              <a:gd name="T23" fmla="*/ 133 h 164"/>
              <a:gd name="T24" fmla="*/ 42 w 197"/>
              <a:gd name="T25" fmla="*/ 134 h 164"/>
              <a:gd name="T26" fmla="*/ 43 w 197"/>
              <a:gd name="T27" fmla="*/ 114 h 164"/>
              <a:gd name="T28" fmla="*/ 23 w 197"/>
              <a:gd name="T29" fmla="*/ 114 h 164"/>
              <a:gd name="T30" fmla="*/ 29 w 197"/>
              <a:gd name="T31" fmla="*/ 120 h 164"/>
              <a:gd name="T32" fmla="*/ 37 w 197"/>
              <a:gd name="T33" fmla="*/ 120 h 164"/>
              <a:gd name="T34" fmla="*/ 37 w 197"/>
              <a:gd name="T35" fmla="*/ 128 h 164"/>
              <a:gd name="T36" fmla="*/ 29 w 197"/>
              <a:gd name="T37" fmla="*/ 127 h 164"/>
              <a:gd name="T38" fmla="*/ 32 w 197"/>
              <a:gd name="T39" fmla="*/ 91 h 164"/>
              <a:gd name="T40" fmla="*/ 36 w 197"/>
              <a:gd name="T41" fmla="*/ 38 h 164"/>
              <a:gd name="T42" fmla="*/ 28 w 197"/>
              <a:gd name="T43" fmla="*/ 87 h 164"/>
              <a:gd name="T44" fmla="*/ 134 w 197"/>
              <a:gd name="T45" fmla="*/ 31 h 164"/>
              <a:gd name="T46" fmla="*/ 149 w 197"/>
              <a:gd name="T47" fmla="*/ 86 h 164"/>
              <a:gd name="T48" fmla="*/ 134 w 197"/>
              <a:gd name="T49" fmla="*/ 31 h 164"/>
              <a:gd name="T50" fmla="*/ 69 w 197"/>
              <a:gd name="T51" fmla="*/ 133 h 164"/>
              <a:gd name="T52" fmla="*/ 88 w 197"/>
              <a:gd name="T53" fmla="*/ 133 h 164"/>
              <a:gd name="T54" fmla="*/ 79 w 197"/>
              <a:gd name="T55" fmla="*/ 110 h 164"/>
              <a:gd name="T56" fmla="*/ 65 w 197"/>
              <a:gd name="T57" fmla="*/ 124 h 164"/>
              <a:gd name="T58" fmla="*/ 75 w 197"/>
              <a:gd name="T59" fmla="*/ 120 h 164"/>
              <a:gd name="T60" fmla="*/ 82 w 197"/>
              <a:gd name="T61" fmla="*/ 120 h 164"/>
              <a:gd name="T62" fmla="*/ 82 w 197"/>
              <a:gd name="T63" fmla="*/ 128 h 164"/>
              <a:gd name="T64" fmla="*/ 74 w 197"/>
              <a:gd name="T65" fmla="*/ 127 h 164"/>
              <a:gd name="T66" fmla="*/ 81 w 197"/>
              <a:gd name="T67" fmla="*/ 91 h 164"/>
              <a:gd name="T68" fmla="*/ 85 w 197"/>
              <a:gd name="T69" fmla="*/ 38 h 164"/>
              <a:gd name="T70" fmla="*/ 77 w 197"/>
              <a:gd name="T71" fmla="*/ 87 h 164"/>
              <a:gd name="T72" fmla="*/ 148 w 197"/>
              <a:gd name="T73" fmla="*/ 109 h 164"/>
              <a:gd name="T74" fmla="*/ 148 w 197"/>
              <a:gd name="T75" fmla="*/ 128 h 164"/>
              <a:gd name="T76" fmla="*/ 167 w 197"/>
              <a:gd name="T77" fmla="*/ 128 h 164"/>
              <a:gd name="T78" fmla="*/ 168 w 197"/>
              <a:gd name="T79" fmla="*/ 109 h 164"/>
              <a:gd name="T80" fmla="*/ 158 w 197"/>
              <a:gd name="T81" fmla="*/ 105 h 164"/>
              <a:gd name="T82" fmla="*/ 154 w 197"/>
              <a:gd name="T83" fmla="*/ 114 h 164"/>
              <a:gd name="T84" fmla="*/ 163 w 197"/>
              <a:gd name="T85" fmla="*/ 118 h 164"/>
              <a:gd name="T86" fmla="*/ 154 w 197"/>
              <a:gd name="T87" fmla="*/ 122 h 164"/>
              <a:gd name="T88" fmla="*/ 154 w 197"/>
              <a:gd name="T89" fmla="*/ 114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97" h="164">
                <a:moveTo>
                  <a:pt x="159" y="6"/>
                </a:moveTo>
                <a:cubicBezTo>
                  <a:pt x="158" y="2"/>
                  <a:pt x="155" y="0"/>
                  <a:pt x="151" y="1"/>
                </a:cubicBezTo>
                <a:cubicBezTo>
                  <a:pt x="111" y="11"/>
                  <a:pt x="111" y="11"/>
                  <a:pt x="111" y="11"/>
                </a:cubicBezTo>
                <a:cubicBezTo>
                  <a:pt x="110" y="10"/>
                  <a:pt x="108" y="8"/>
                  <a:pt x="105" y="8"/>
                </a:cubicBezTo>
                <a:cubicBezTo>
                  <a:pt x="7" y="8"/>
                  <a:pt x="7" y="8"/>
                  <a:pt x="7" y="8"/>
                </a:cubicBezTo>
                <a:cubicBezTo>
                  <a:pt x="3" y="8"/>
                  <a:pt x="0" y="11"/>
                  <a:pt x="0" y="15"/>
                </a:cubicBezTo>
                <a:cubicBezTo>
                  <a:pt x="0" y="157"/>
                  <a:pt x="0" y="157"/>
                  <a:pt x="0" y="157"/>
                </a:cubicBezTo>
                <a:cubicBezTo>
                  <a:pt x="0" y="161"/>
                  <a:pt x="3" y="164"/>
                  <a:pt x="7" y="164"/>
                </a:cubicBezTo>
                <a:cubicBezTo>
                  <a:pt x="105" y="164"/>
                  <a:pt x="105" y="164"/>
                  <a:pt x="105" y="164"/>
                </a:cubicBezTo>
                <a:cubicBezTo>
                  <a:pt x="109" y="164"/>
                  <a:pt x="112" y="161"/>
                  <a:pt x="112" y="157"/>
                </a:cubicBezTo>
                <a:cubicBezTo>
                  <a:pt x="112" y="71"/>
                  <a:pt x="112" y="71"/>
                  <a:pt x="112" y="71"/>
                </a:cubicBezTo>
                <a:cubicBezTo>
                  <a:pt x="136" y="159"/>
                  <a:pt x="136" y="159"/>
                  <a:pt x="136" y="159"/>
                </a:cubicBezTo>
                <a:cubicBezTo>
                  <a:pt x="136" y="162"/>
                  <a:pt x="140" y="164"/>
                  <a:pt x="144" y="163"/>
                </a:cubicBezTo>
                <a:cubicBezTo>
                  <a:pt x="191" y="151"/>
                  <a:pt x="191" y="151"/>
                  <a:pt x="191" y="151"/>
                </a:cubicBezTo>
                <a:cubicBezTo>
                  <a:pt x="195" y="150"/>
                  <a:pt x="197" y="146"/>
                  <a:pt x="196" y="142"/>
                </a:cubicBezTo>
                <a:cubicBezTo>
                  <a:pt x="159" y="6"/>
                  <a:pt x="159" y="6"/>
                  <a:pt x="159" y="6"/>
                </a:cubicBezTo>
                <a:close/>
                <a:moveTo>
                  <a:pt x="52" y="150"/>
                </a:moveTo>
                <a:cubicBezTo>
                  <a:pt x="52" y="150"/>
                  <a:pt x="52" y="150"/>
                  <a:pt x="52" y="150"/>
                </a:cubicBezTo>
                <a:cubicBezTo>
                  <a:pt x="14" y="150"/>
                  <a:pt x="14" y="150"/>
                  <a:pt x="14" y="150"/>
                </a:cubicBezTo>
                <a:cubicBezTo>
                  <a:pt x="14" y="22"/>
                  <a:pt x="14" y="22"/>
                  <a:pt x="14" y="22"/>
                </a:cubicBezTo>
                <a:cubicBezTo>
                  <a:pt x="52" y="22"/>
                  <a:pt x="52" y="22"/>
                  <a:pt x="52" y="22"/>
                </a:cubicBezTo>
                <a:cubicBezTo>
                  <a:pt x="52" y="150"/>
                  <a:pt x="52" y="150"/>
                  <a:pt x="52" y="150"/>
                </a:cubicBezTo>
                <a:close/>
                <a:moveTo>
                  <a:pt x="99" y="150"/>
                </a:moveTo>
                <a:cubicBezTo>
                  <a:pt x="99" y="150"/>
                  <a:pt x="99" y="150"/>
                  <a:pt x="99" y="150"/>
                </a:cubicBezTo>
                <a:cubicBezTo>
                  <a:pt x="60" y="150"/>
                  <a:pt x="60" y="150"/>
                  <a:pt x="60" y="150"/>
                </a:cubicBezTo>
                <a:cubicBezTo>
                  <a:pt x="60" y="22"/>
                  <a:pt x="60" y="22"/>
                  <a:pt x="60" y="22"/>
                </a:cubicBezTo>
                <a:cubicBezTo>
                  <a:pt x="99" y="22"/>
                  <a:pt x="99" y="22"/>
                  <a:pt x="99" y="22"/>
                </a:cubicBezTo>
                <a:cubicBezTo>
                  <a:pt x="99" y="150"/>
                  <a:pt x="99" y="150"/>
                  <a:pt x="99" y="150"/>
                </a:cubicBezTo>
                <a:close/>
                <a:moveTo>
                  <a:pt x="147" y="149"/>
                </a:moveTo>
                <a:cubicBezTo>
                  <a:pt x="147" y="149"/>
                  <a:pt x="147" y="149"/>
                  <a:pt x="147" y="149"/>
                </a:cubicBezTo>
                <a:cubicBezTo>
                  <a:pt x="114" y="25"/>
                  <a:pt x="114" y="25"/>
                  <a:pt x="114" y="25"/>
                </a:cubicBezTo>
                <a:cubicBezTo>
                  <a:pt x="148" y="16"/>
                  <a:pt x="148" y="16"/>
                  <a:pt x="148" y="16"/>
                </a:cubicBezTo>
                <a:cubicBezTo>
                  <a:pt x="181" y="139"/>
                  <a:pt x="181" y="139"/>
                  <a:pt x="181" y="139"/>
                </a:cubicBezTo>
                <a:cubicBezTo>
                  <a:pt x="147" y="149"/>
                  <a:pt x="147" y="149"/>
                  <a:pt x="147" y="149"/>
                </a:cubicBezTo>
                <a:close/>
                <a:moveTo>
                  <a:pt x="23" y="133"/>
                </a:moveTo>
                <a:cubicBezTo>
                  <a:pt x="23" y="133"/>
                  <a:pt x="23" y="133"/>
                  <a:pt x="23" y="133"/>
                </a:cubicBezTo>
                <a:cubicBezTo>
                  <a:pt x="23" y="133"/>
                  <a:pt x="23" y="133"/>
                  <a:pt x="23" y="133"/>
                </a:cubicBezTo>
                <a:cubicBezTo>
                  <a:pt x="26" y="136"/>
                  <a:pt x="29" y="137"/>
                  <a:pt x="33" y="137"/>
                </a:cubicBezTo>
                <a:cubicBezTo>
                  <a:pt x="37" y="137"/>
                  <a:pt x="40" y="136"/>
                  <a:pt x="42" y="134"/>
                </a:cubicBezTo>
                <a:cubicBezTo>
                  <a:pt x="43" y="133"/>
                  <a:pt x="43" y="133"/>
                  <a:pt x="43" y="133"/>
                </a:cubicBezTo>
                <a:cubicBezTo>
                  <a:pt x="45" y="131"/>
                  <a:pt x="47" y="127"/>
                  <a:pt x="47" y="124"/>
                </a:cubicBezTo>
                <a:cubicBezTo>
                  <a:pt x="47" y="120"/>
                  <a:pt x="45" y="116"/>
                  <a:pt x="43" y="114"/>
                </a:cubicBezTo>
                <a:cubicBezTo>
                  <a:pt x="42" y="114"/>
                  <a:pt x="42" y="114"/>
                  <a:pt x="42" y="114"/>
                </a:cubicBezTo>
                <a:cubicBezTo>
                  <a:pt x="40" y="112"/>
                  <a:pt x="37" y="110"/>
                  <a:pt x="33" y="110"/>
                </a:cubicBezTo>
                <a:cubicBezTo>
                  <a:pt x="29" y="110"/>
                  <a:pt x="26" y="112"/>
                  <a:pt x="23" y="114"/>
                </a:cubicBezTo>
                <a:cubicBezTo>
                  <a:pt x="21" y="116"/>
                  <a:pt x="19" y="120"/>
                  <a:pt x="19" y="124"/>
                </a:cubicBezTo>
                <a:cubicBezTo>
                  <a:pt x="19" y="127"/>
                  <a:pt x="21" y="131"/>
                  <a:pt x="23" y="133"/>
                </a:cubicBezTo>
                <a:close/>
                <a:moveTo>
                  <a:pt x="29" y="120"/>
                </a:moveTo>
                <a:cubicBezTo>
                  <a:pt x="29" y="120"/>
                  <a:pt x="29" y="120"/>
                  <a:pt x="29" y="120"/>
                </a:cubicBezTo>
                <a:cubicBezTo>
                  <a:pt x="30" y="119"/>
                  <a:pt x="31" y="118"/>
                  <a:pt x="33" y="118"/>
                </a:cubicBezTo>
                <a:cubicBezTo>
                  <a:pt x="34" y="118"/>
                  <a:pt x="36" y="119"/>
                  <a:pt x="37" y="120"/>
                </a:cubicBezTo>
                <a:cubicBezTo>
                  <a:pt x="37" y="120"/>
                  <a:pt x="37" y="120"/>
                  <a:pt x="37" y="120"/>
                </a:cubicBezTo>
                <a:cubicBezTo>
                  <a:pt x="38" y="121"/>
                  <a:pt x="38" y="122"/>
                  <a:pt x="38" y="124"/>
                </a:cubicBezTo>
                <a:cubicBezTo>
                  <a:pt x="38" y="125"/>
                  <a:pt x="38" y="127"/>
                  <a:pt x="37" y="128"/>
                </a:cubicBezTo>
                <a:cubicBezTo>
                  <a:pt x="36" y="129"/>
                  <a:pt x="34" y="129"/>
                  <a:pt x="33" y="129"/>
                </a:cubicBezTo>
                <a:cubicBezTo>
                  <a:pt x="31" y="129"/>
                  <a:pt x="30" y="129"/>
                  <a:pt x="29" y="128"/>
                </a:cubicBezTo>
                <a:cubicBezTo>
                  <a:pt x="29" y="127"/>
                  <a:pt x="29" y="127"/>
                  <a:pt x="29" y="127"/>
                </a:cubicBezTo>
                <a:cubicBezTo>
                  <a:pt x="28" y="126"/>
                  <a:pt x="27" y="125"/>
                  <a:pt x="27" y="124"/>
                </a:cubicBezTo>
                <a:cubicBezTo>
                  <a:pt x="27" y="122"/>
                  <a:pt x="28" y="121"/>
                  <a:pt x="29" y="120"/>
                </a:cubicBezTo>
                <a:close/>
                <a:moveTo>
                  <a:pt x="32" y="91"/>
                </a:moveTo>
                <a:cubicBezTo>
                  <a:pt x="32" y="91"/>
                  <a:pt x="32" y="91"/>
                  <a:pt x="32" y="91"/>
                </a:cubicBezTo>
                <a:cubicBezTo>
                  <a:pt x="34" y="91"/>
                  <a:pt x="36" y="89"/>
                  <a:pt x="36" y="87"/>
                </a:cubicBezTo>
                <a:cubicBezTo>
                  <a:pt x="36" y="38"/>
                  <a:pt x="36" y="38"/>
                  <a:pt x="36" y="38"/>
                </a:cubicBezTo>
                <a:cubicBezTo>
                  <a:pt x="36" y="35"/>
                  <a:pt x="34" y="34"/>
                  <a:pt x="32" y="34"/>
                </a:cubicBezTo>
                <a:cubicBezTo>
                  <a:pt x="29" y="34"/>
                  <a:pt x="28" y="35"/>
                  <a:pt x="28" y="38"/>
                </a:cubicBezTo>
                <a:cubicBezTo>
                  <a:pt x="28" y="87"/>
                  <a:pt x="28" y="87"/>
                  <a:pt x="28" y="87"/>
                </a:cubicBezTo>
                <a:cubicBezTo>
                  <a:pt x="28" y="89"/>
                  <a:pt x="29" y="91"/>
                  <a:pt x="32" y="91"/>
                </a:cubicBezTo>
                <a:close/>
                <a:moveTo>
                  <a:pt x="134" y="31"/>
                </a:moveTo>
                <a:cubicBezTo>
                  <a:pt x="134" y="31"/>
                  <a:pt x="134" y="31"/>
                  <a:pt x="134" y="31"/>
                </a:cubicBezTo>
                <a:cubicBezTo>
                  <a:pt x="132" y="32"/>
                  <a:pt x="131" y="34"/>
                  <a:pt x="131" y="36"/>
                </a:cubicBezTo>
                <a:cubicBezTo>
                  <a:pt x="144" y="84"/>
                  <a:pt x="144" y="84"/>
                  <a:pt x="144" y="84"/>
                </a:cubicBezTo>
                <a:cubicBezTo>
                  <a:pt x="144" y="86"/>
                  <a:pt x="146" y="87"/>
                  <a:pt x="149" y="86"/>
                </a:cubicBezTo>
                <a:cubicBezTo>
                  <a:pt x="151" y="86"/>
                  <a:pt x="152" y="84"/>
                  <a:pt x="152" y="82"/>
                </a:cubicBezTo>
                <a:cubicBezTo>
                  <a:pt x="139" y="34"/>
                  <a:pt x="139" y="34"/>
                  <a:pt x="139" y="34"/>
                </a:cubicBezTo>
                <a:cubicBezTo>
                  <a:pt x="138" y="32"/>
                  <a:pt x="136" y="31"/>
                  <a:pt x="134" y="31"/>
                </a:cubicBezTo>
                <a:close/>
                <a:moveTo>
                  <a:pt x="69" y="133"/>
                </a:moveTo>
                <a:cubicBezTo>
                  <a:pt x="69" y="133"/>
                  <a:pt x="69" y="133"/>
                  <a:pt x="69" y="133"/>
                </a:cubicBezTo>
                <a:cubicBezTo>
                  <a:pt x="69" y="133"/>
                  <a:pt x="69" y="133"/>
                  <a:pt x="69" y="133"/>
                </a:cubicBezTo>
                <a:cubicBezTo>
                  <a:pt x="71" y="136"/>
                  <a:pt x="75" y="137"/>
                  <a:pt x="79" y="137"/>
                </a:cubicBezTo>
                <a:cubicBezTo>
                  <a:pt x="82" y="137"/>
                  <a:pt x="86" y="136"/>
                  <a:pt x="88" y="134"/>
                </a:cubicBezTo>
                <a:cubicBezTo>
                  <a:pt x="88" y="133"/>
                  <a:pt x="88" y="133"/>
                  <a:pt x="88" y="133"/>
                </a:cubicBezTo>
                <a:cubicBezTo>
                  <a:pt x="91" y="131"/>
                  <a:pt x="92" y="127"/>
                  <a:pt x="92" y="124"/>
                </a:cubicBezTo>
                <a:cubicBezTo>
                  <a:pt x="92" y="120"/>
                  <a:pt x="91" y="116"/>
                  <a:pt x="88" y="114"/>
                </a:cubicBezTo>
                <a:cubicBezTo>
                  <a:pt x="86" y="112"/>
                  <a:pt x="82" y="110"/>
                  <a:pt x="79" y="110"/>
                </a:cubicBezTo>
                <a:cubicBezTo>
                  <a:pt x="75" y="110"/>
                  <a:pt x="71" y="112"/>
                  <a:pt x="69" y="114"/>
                </a:cubicBezTo>
                <a:cubicBezTo>
                  <a:pt x="69" y="114"/>
                  <a:pt x="69" y="114"/>
                  <a:pt x="69" y="114"/>
                </a:cubicBezTo>
                <a:cubicBezTo>
                  <a:pt x="66" y="116"/>
                  <a:pt x="65" y="120"/>
                  <a:pt x="65" y="124"/>
                </a:cubicBezTo>
                <a:cubicBezTo>
                  <a:pt x="65" y="127"/>
                  <a:pt x="66" y="131"/>
                  <a:pt x="69" y="133"/>
                </a:cubicBezTo>
                <a:close/>
                <a:moveTo>
                  <a:pt x="75" y="120"/>
                </a:moveTo>
                <a:cubicBezTo>
                  <a:pt x="75" y="120"/>
                  <a:pt x="75" y="120"/>
                  <a:pt x="75" y="120"/>
                </a:cubicBezTo>
                <a:cubicBezTo>
                  <a:pt x="76" y="119"/>
                  <a:pt x="77" y="118"/>
                  <a:pt x="79" y="118"/>
                </a:cubicBezTo>
                <a:cubicBezTo>
                  <a:pt x="80" y="118"/>
                  <a:pt x="81" y="119"/>
                  <a:pt x="82" y="120"/>
                </a:cubicBezTo>
                <a:cubicBezTo>
                  <a:pt x="82" y="120"/>
                  <a:pt x="82" y="120"/>
                  <a:pt x="82" y="120"/>
                </a:cubicBezTo>
                <a:cubicBezTo>
                  <a:pt x="84" y="121"/>
                  <a:pt x="84" y="122"/>
                  <a:pt x="84" y="124"/>
                </a:cubicBezTo>
                <a:cubicBezTo>
                  <a:pt x="84" y="125"/>
                  <a:pt x="84" y="127"/>
                  <a:pt x="83" y="128"/>
                </a:cubicBezTo>
                <a:cubicBezTo>
                  <a:pt x="82" y="128"/>
                  <a:pt x="82" y="128"/>
                  <a:pt x="82" y="128"/>
                </a:cubicBezTo>
                <a:cubicBezTo>
                  <a:pt x="81" y="129"/>
                  <a:pt x="80" y="129"/>
                  <a:pt x="79" y="129"/>
                </a:cubicBezTo>
                <a:cubicBezTo>
                  <a:pt x="77" y="129"/>
                  <a:pt x="76" y="129"/>
                  <a:pt x="75" y="128"/>
                </a:cubicBezTo>
                <a:cubicBezTo>
                  <a:pt x="74" y="127"/>
                  <a:pt x="74" y="127"/>
                  <a:pt x="74" y="127"/>
                </a:cubicBezTo>
                <a:cubicBezTo>
                  <a:pt x="74" y="126"/>
                  <a:pt x="73" y="125"/>
                  <a:pt x="73" y="124"/>
                </a:cubicBezTo>
                <a:cubicBezTo>
                  <a:pt x="73" y="122"/>
                  <a:pt x="74" y="121"/>
                  <a:pt x="75" y="120"/>
                </a:cubicBezTo>
                <a:close/>
                <a:moveTo>
                  <a:pt x="81" y="91"/>
                </a:moveTo>
                <a:cubicBezTo>
                  <a:pt x="81" y="91"/>
                  <a:pt x="81" y="91"/>
                  <a:pt x="81" y="91"/>
                </a:cubicBezTo>
                <a:cubicBezTo>
                  <a:pt x="83" y="91"/>
                  <a:pt x="85" y="89"/>
                  <a:pt x="85" y="87"/>
                </a:cubicBezTo>
                <a:cubicBezTo>
                  <a:pt x="85" y="38"/>
                  <a:pt x="85" y="38"/>
                  <a:pt x="85" y="38"/>
                </a:cubicBezTo>
                <a:cubicBezTo>
                  <a:pt x="85" y="35"/>
                  <a:pt x="83" y="34"/>
                  <a:pt x="81" y="34"/>
                </a:cubicBezTo>
                <a:cubicBezTo>
                  <a:pt x="79" y="34"/>
                  <a:pt x="77" y="35"/>
                  <a:pt x="77" y="38"/>
                </a:cubicBezTo>
                <a:cubicBezTo>
                  <a:pt x="77" y="87"/>
                  <a:pt x="77" y="87"/>
                  <a:pt x="77" y="87"/>
                </a:cubicBezTo>
                <a:cubicBezTo>
                  <a:pt x="77" y="89"/>
                  <a:pt x="79" y="91"/>
                  <a:pt x="81" y="91"/>
                </a:cubicBezTo>
                <a:close/>
                <a:moveTo>
                  <a:pt x="148" y="109"/>
                </a:moveTo>
                <a:cubicBezTo>
                  <a:pt x="148" y="109"/>
                  <a:pt x="148" y="109"/>
                  <a:pt x="148" y="109"/>
                </a:cubicBezTo>
                <a:cubicBezTo>
                  <a:pt x="146" y="111"/>
                  <a:pt x="144" y="114"/>
                  <a:pt x="144" y="118"/>
                </a:cubicBezTo>
                <a:cubicBezTo>
                  <a:pt x="144" y="122"/>
                  <a:pt x="146" y="125"/>
                  <a:pt x="148" y="128"/>
                </a:cubicBezTo>
                <a:cubicBezTo>
                  <a:pt x="148" y="128"/>
                  <a:pt x="148" y="128"/>
                  <a:pt x="148" y="128"/>
                </a:cubicBezTo>
                <a:cubicBezTo>
                  <a:pt x="151" y="130"/>
                  <a:pt x="154" y="132"/>
                  <a:pt x="158" y="132"/>
                </a:cubicBezTo>
                <a:cubicBezTo>
                  <a:pt x="161" y="132"/>
                  <a:pt x="165" y="131"/>
                  <a:pt x="167" y="128"/>
                </a:cubicBezTo>
                <a:cubicBezTo>
                  <a:pt x="167" y="128"/>
                  <a:pt x="167" y="128"/>
                  <a:pt x="167" y="128"/>
                </a:cubicBezTo>
                <a:cubicBezTo>
                  <a:pt x="168" y="128"/>
                  <a:pt x="168" y="128"/>
                  <a:pt x="168" y="128"/>
                </a:cubicBezTo>
                <a:cubicBezTo>
                  <a:pt x="170" y="126"/>
                  <a:pt x="171" y="122"/>
                  <a:pt x="171" y="118"/>
                </a:cubicBezTo>
                <a:cubicBezTo>
                  <a:pt x="171" y="114"/>
                  <a:pt x="170" y="111"/>
                  <a:pt x="168" y="109"/>
                </a:cubicBezTo>
                <a:cubicBezTo>
                  <a:pt x="168" y="109"/>
                  <a:pt x="168" y="109"/>
                  <a:pt x="168" y="109"/>
                </a:cubicBezTo>
                <a:cubicBezTo>
                  <a:pt x="168" y="109"/>
                  <a:pt x="168" y="109"/>
                  <a:pt x="168" y="109"/>
                </a:cubicBezTo>
                <a:cubicBezTo>
                  <a:pt x="165" y="106"/>
                  <a:pt x="162" y="105"/>
                  <a:pt x="158" y="105"/>
                </a:cubicBezTo>
                <a:cubicBezTo>
                  <a:pt x="154" y="105"/>
                  <a:pt x="151" y="106"/>
                  <a:pt x="148" y="109"/>
                </a:cubicBezTo>
                <a:close/>
                <a:moveTo>
                  <a:pt x="154" y="114"/>
                </a:moveTo>
                <a:cubicBezTo>
                  <a:pt x="154" y="114"/>
                  <a:pt x="154" y="114"/>
                  <a:pt x="154" y="114"/>
                </a:cubicBezTo>
                <a:cubicBezTo>
                  <a:pt x="155" y="113"/>
                  <a:pt x="156" y="113"/>
                  <a:pt x="158" y="113"/>
                </a:cubicBezTo>
                <a:cubicBezTo>
                  <a:pt x="159" y="113"/>
                  <a:pt x="161" y="113"/>
                  <a:pt x="162" y="114"/>
                </a:cubicBezTo>
                <a:cubicBezTo>
                  <a:pt x="163" y="115"/>
                  <a:pt x="163" y="117"/>
                  <a:pt x="163" y="118"/>
                </a:cubicBezTo>
                <a:cubicBezTo>
                  <a:pt x="163" y="120"/>
                  <a:pt x="163" y="121"/>
                  <a:pt x="162" y="122"/>
                </a:cubicBezTo>
                <a:cubicBezTo>
                  <a:pt x="161" y="123"/>
                  <a:pt x="159" y="124"/>
                  <a:pt x="158" y="124"/>
                </a:cubicBezTo>
                <a:cubicBezTo>
                  <a:pt x="156" y="124"/>
                  <a:pt x="155" y="123"/>
                  <a:pt x="154" y="122"/>
                </a:cubicBezTo>
                <a:cubicBezTo>
                  <a:pt x="154" y="122"/>
                  <a:pt x="154" y="122"/>
                  <a:pt x="154" y="122"/>
                </a:cubicBezTo>
                <a:cubicBezTo>
                  <a:pt x="153" y="121"/>
                  <a:pt x="152" y="120"/>
                  <a:pt x="152" y="118"/>
                </a:cubicBezTo>
                <a:cubicBezTo>
                  <a:pt x="152" y="117"/>
                  <a:pt x="153" y="115"/>
                  <a:pt x="154" y="114"/>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8" name="Freeform 10"/>
          <p:cNvSpPr>
            <a:spLocks noEditPoints="1"/>
          </p:cNvSpPr>
          <p:nvPr/>
        </p:nvSpPr>
        <p:spPr bwMode="auto">
          <a:xfrm>
            <a:off x="107850" y="2091788"/>
            <a:ext cx="174824" cy="175280"/>
          </a:xfrm>
          <a:custGeom>
            <a:avLst/>
            <a:gdLst>
              <a:gd name="T0" fmla="*/ 47 w 162"/>
              <a:gd name="T1" fmla="*/ 34 h 163"/>
              <a:gd name="T2" fmla="*/ 34 w 162"/>
              <a:gd name="T3" fmla="*/ 47 h 163"/>
              <a:gd name="T4" fmla="*/ 32 w 162"/>
              <a:gd name="T5" fmla="*/ 61 h 163"/>
              <a:gd name="T6" fmla="*/ 41 w 162"/>
              <a:gd name="T7" fmla="*/ 52 h 163"/>
              <a:gd name="T8" fmla="*/ 52 w 162"/>
              <a:gd name="T9" fmla="*/ 41 h 163"/>
              <a:gd name="T10" fmla="*/ 60 w 162"/>
              <a:gd name="T11" fmla="*/ 32 h 163"/>
              <a:gd name="T12" fmla="*/ 160 w 162"/>
              <a:gd name="T13" fmla="*/ 150 h 163"/>
              <a:gd name="T14" fmla="*/ 130 w 162"/>
              <a:gd name="T15" fmla="*/ 121 h 163"/>
              <a:gd name="T16" fmla="*/ 147 w 162"/>
              <a:gd name="T17" fmla="*/ 74 h 163"/>
              <a:gd name="T18" fmla="*/ 142 w 162"/>
              <a:gd name="T19" fmla="*/ 46 h 163"/>
              <a:gd name="T20" fmla="*/ 126 w 162"/>
              <a:gd name="T21" fmla="*/ 22 h 163"/>
              <a:gd name="T22" fmla="*/ 74 w 162"/>
              <a:gd name="T23" fmla="*/ 0 h 163"/>
              <a:gd name="T24" fmla="*/ 6 w 162"/>
              <a:gd name="T25" fmla="*/ 46 h 163"/>
              <a:gd name="T26" fmla="*/ 5 w 162"/>
              <a:gd name="T27" fmla="*/ 102 h 163"/>
              <a:gd name="T28" fmla="*/ 21 w 162"/>
              <a:gd name="T29" fmla="*/ 126 h 163"/>
              <a:gd name="T30" fmla="*/ 45 w 162"/>
              <a:gd name="T31" fmla="*/ 142 h 163"/>
              <a:gd name="T32" fmla="*/ 45 w 162"/>
              <a:gd name="T33" fmla="*/ 142 h 163"/>
              <a:gd name="T34" fmla="*/ 102 w 162"/>
              <a:gd name="T35" fmla="*/ 142 h 163"/>
              <a:gd name="T36" fmla="*/ 150 w 162"/>
              <a:gd name="T37" fmla="*/ 160 h 163"/>
              <a:gd name="T38" fmla="*/ 160 w 162"/>
              <a:gd name="T39" fmla="*/ 150 h 163"/>
              <a:gd name="T40" fmla="*/ 116 w 162"/>
              <a:gd name="T41" fmla="*/ 117 h 163"/>
              <a:gd name="T42" fmla="*/ 97 w 162"/>
              <a:gd name="T43" fmla="*/ 130 h 163"/>
              <a:gd name="T44" fmla="*/ 51 w 162"/>
              <a:gd name="T45" fmla="*/ 130 h 163"/>
              <a:gd name="T46" fmla="*/ 31 w 162"/>
              <a:gd name="T47" fmla="*/ 117 h 163"/>
              <a:gd name="T48" fmla="*/ 31 w 162"/>
              <a:gd name="T49" fmla="*/ 117 h 163"/>
              <a:gd name="T50" fmla="*/ 18 w 162"/>
              <a:gd name="T51" fmla="*/ 97 h 163"/>
              <a:gd name="T52" fmla="*/ 18 w 162"/>
              <a:gd name="T53" fmla="*/ 51 h 163"/>
              <a:gd name="T54" fmla="*/ 74 w 162"/>
              <a:gd name="T55" fmla="*/ 14 h 163"/>
              <a:gd name="T56" fmla="*/ 116 w 162"/>
              <a:gd name="T57" fmla="*/ 31 h 163"/>
              <a:gd name="T58" fmla="*/ 129 w 162"/>
              <a:gd name="T59" fmla="*/ 51 h 163"/>
              <a:gd name="T60" fmla="*/ 134 w 162"/>
              <a:gd name="T61" fmla="*/ 74 h 163"/>
              <a:gd name="T62" fmla="*/ 116 w 162"/>
              <a:gd name="T63" fmla="*/ 117 h 163"/>
              <a:gd name="T64" fmla="*/ 117 w 162"/>
              <a:gd name="T65" fmla="*/ 70 h 163"/>
              <a:gd name="T66" fmla="*/ 110 w 162"/>
              <a:gd name="T67" fmla="*/ 89 h 163"/>
              <a:gd name="T68" fmla="*/ 102 w 162"/>
              <a:gd name="T69" fmla="*/ 102 h 163"/>
              <a:gd name="T70" fmla="*/ 74 w 162"/>
              <a:gd name="T71" fmla="*/ 114 h 163"/>
              <a:gd name="T72" fmla="*/ 74 w 162"/>
              <a:gd name="T73" fmla="*/ 122 h 163"/>
              <a:gd name="T74" fmla="*/ 107 w 162"/>
              <a:gd name="T75" fmla="*/ 108 h 163"/>
              <a:gd name="T76" fmla="*/ 118 w 162"/>
              <a:gd name="T77" fmla="*/ 92 h 163"/>
              <a:gd name="T78" fmla="*/ 117 w 162"/>
              <a:gd name="T79" fmla="*/ 70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62" h="163">
                <a:moveTo>
                  <a:pt x="55" y="30"/>
                </a:moveTo>
                <a:cubicBezTo>
                  <a:pt x="52" y="31"/>
                  <a:pt x="50" y="33"/>
                  <a:pt x="47" y="34"/>
                </a:cubicBezTo>
                <a:cubicBezTo>
                  <a:pt x="44" y="36"/>
                  <a:pt x="42" y="38"/>
                  <a:pt x="40" y="40"/>
                </a:cubicBezTo>
                <a:cubicBezTo>
                  <a:pt x="38" y="42"/>
                  <a:pt x="36" y="45"/>
                  <a:pt x="34" y="47"/>
                </a:cubicBezTo>
                <a:cubicBezTo>
                  <a:pt x="32" y="50"/>
                  <a:pt x="31" y="53"/>
                  <a:pt x="30" y="55"/>
                </a:cubicBezTo>
                <a:cubicBezTo>
                  <a:pt x="29" y="57"/>
                  <a:pt x="30" y="60"/>
                  <a:pt x="32" y="61"/>
                </a:cubicBezTo>
                <a:cubicBezTo>
                  <a:pt x="34" y="62"/>
                  <a:pt x="36" y="61"/>
                  <a:pt x="37" y="59"/>
                </a:cubicBezTo>
                <a:cubicBezTo>
                  <a:pt x="38" y="56"/>
                  <a:pt x="39" y="54"/>
                  <a:pt x="41" y="52"/>
                </a:cubicBezTo>
                <a:cubicBezTo>
                  <a:pt x="42" y="50"/>
                  <a:pt x="44" y="48"/>
                  <a:pt x="46" y="46"/>
                </a:cubicBezTo>
                <a:cubicBezTo>
                  <a:pt x="48" y="44"/>
                  <a:pt x="49" y="43"/>
                  <a:pt x="52" y="41"/>
                </a:cubicBezTo>
                <a:cubicBezTo>
                  <a:pt x="54" y="40"/>
                  <a:pt x="56" y="38"/>
                  <a:pt x="58" y="37"/>
                </a:cubicBezTo>
                <a:cubicBezTo>
                  <a:pt x="60" y="37"/>
                  <a:pt x="61" y="34"/>
                  <a:pt x="60" y="32"/>
                </a:cubicBezTo>
                <a:cubicBezTo>
                  <a:pt x="59" y="30"/>
                  <a:pt x="57" y="29"/>
                  <a:pt x="55" y="30"/>
                </a:cubicBezTo>
                <a:close/>
                <a:moveTo>
                  <a:pt x="160" y="150"/>
                </a:moveTo>
                <a:cubicBezTo>
                  <a:pt x="160" y="150"/>
                  <a:pt x="160" y="150"/>
                  <a:pt x="160" y="150"/>
                </a:cubicBezTo>
                <a:cubicBezTo>
                  <a:pt x="130" y="121"/>
                  <a:pt x="130" y="121"/>
                  <a:pt x="130" y="121"/>
                </a:cubicBezTo>
                <a:cubicBezTo>
                  <a:pt x="135" y="115"/>
                  <a:pt x="139" y="109"/>
                  <a:pt x="142" y="102"/>
                </a:cubicBezTo>
                <a:cubicBezTo>
                  <a:pt x="145" y="93"/>
                  <a:pt x="147" y="84"/>
                  <a:pt x="147" y="74"/>
                </a:cubicBezTo>
                <a:cubicBezTo>
                  <a:pt x="147" y="64"/>
                  <a:pt x="145" y="55"/>
                  <a:pt x="142" y="46"/>
                </a:cubicBezTo>
                <a:cubicBezTo>
                  <a:pt x="142" y="46"/>
                  <a:pt x="142" y="46"/>
                  <a:pt x="142" y="46"/>
                </a:cubicBezTo>
                <a:cubicBezTo>
                  <a:pt x="138" y="37"/>
                  <a:pt x="133" y="29"/>
                  <a:pt x="126" y="22"/>
                </a:cubicBezTo>
                <a:cubicBezTo>
                  <a:pt x="126" y="22"/>
                  <a:pt x="126" y="22"/>
                  <a:pt x="126" y="22"/>
                </a:cubicBezTo>
                <a:cubicBezTo>
                  <a:pt x="119" y="15"/>
                  <a:pt x="111" y="10"/>
                  <a:pt x="102" y="6"/>
                </a:cubicBezTo>
                <a:cubicBezTo>
                  <a:pt x="93" y="2"/>
                  <a:pt x="84" y="0"/>
                  <a:pt x="74" y="0"/>
                </a:cubicBezTo>
                <a:cubicBezTo>
                  <a:pt x="53" y="0"/>
                  <a:pt x="35" y="8"/>
                  <a:pt x="21" y="22"/>
                </a:cubicBezTo>
                <a:cubicBezTo>
                  <a:pt x="15" y="29"/>
                  <a:pt x="9" y="37"/>
                  <a:pt x="6" y="46"/>
                </a:cubicBezTo>
                <a:cubicBezTo>
                  <a:pt x="2" y="55"/>
                  <a:pt x="0" y="64"/>
                  <a:pt x="0" y="74"/>
                </a:cubicBezTo>
                <a:cubicBezTo>
                  <a:pt x="0" y="84"/>
                  <a:pt x="2" y="93"/>
                  <a:pt x="5" y="102"/>
                </a:cubicBezTo>
                <a:cubicBezTo>
                  <a:pt x="6" y="102"/>
                  <a:pt x="6" y="102"/>
                  <a:pt x="6" y="102"/>
                </a:cubicBezTo>
                <a:cubicBezTo>
                  <a:pt x="9" y="111"/>
                  <a:pt x="15" y="119"/>
                  <a:pt x="21" y="126"/>
                </a:cubicBezTo>
                <a:cubicBezTo>
                  <a:pt x="22" y="126"/>
                  <a:pt x="22" y="126"/>
                  <a:pt x="22" y="126"/>
                </a:cubicBezTo>
                <a:cubicBezTo>
                  <a:pt x="28" y="133"/>
                  <a:pt x="36" y="138"/>
                  <a:pt x="45" y="142"/>
                </a:cubicBezTo>
                <a:cubicBezTo>
                  <a:pt x="45" y="142"/>
                  <a:pt x="45" y="142"/>
                  <a:pt x="45" y="142"/>
                </a:cubicBezTo>
                <a:cubicBezTo>
                  <a:pt x="45" y="142"/>
                  <a:pt x="45" y="142"/>
                  <a:pt x="45" y="142"/>
                </a:cubicBezTo>
                <a:cubicBezTo>
                  <a:pt x="54" y="146"/>
                  <a:pt x="64" y="148"/>
                  <a:pt x="74" y="148"/>
                </a:cubicBezTo>
                <a:cubicBezTo>
                  <a:pt x="84" y="148"/>
                  <a:pt x="93" y="146"/>
                  <a:pt x="102" y="142"/>
                </a:cubicBezTo>
                <a:cubicBezTo>
                  <a:pt x="109" y="139"/>
                  <a:pt x="115" y="135"/>
                  <a:pt x="121" y="131"/>
                </a:cubicBezTo>
                <a:cubicBezTo>
                  <a:pt x="150" y="160"/>
                  <a:pt x="150" y="160"/>
                  <a:pt x="150" y="160"/>
                </a:cubicBezTo>
                <a:cubicBezTo>
                  <a:pt x="153" y="163"/>
                  <a:pt x="157" y="163"/>
                  <a:pt x="160" y="160"/>
                </a:cubicBezTo>
                <a:cubicBezTo>
                  <a:pt x="162" y="157"/>
                  <a:pt x="162" y="153"/>
                  <a:pt x="160" y="150"/>
                </a:cubicBezTo>
                <a:close/>
                <a:moveTo>
                  <a:pt x="116" y="117"/>
                </a:moveTo>
                <a:cubicBezTo>
                  <a:pt x="116" y="117"/>
                  <a:pt x="116" y="117"/>
                  <a:pt x="116" y="117"/>
                </a:cubicBezTo>
                <a:cubicBezTo>
                  <a:pt x="116" y="117"/>
                  <a:pt x="116" y="117"/>
                  <a:pt x="116" y="117"/>
                </a:cubicBezTo>
                <a:cubicBezTo>
                  <a:pt x="111" y="122"/>
                  <a:pt x="104" y="127"/>
                  <a:pt x="97" y="130"/>
                </a:cubicBezTo>
                <a:cubicBezTo>
                  <a:pt x="90" y="133"/>
                  <a:pt x="82" y="134"/>
                  <a:pt x="74" y="134"/>
                </a:cubicBezTo>
                <a:cubicBezTo>
                  <a:pt x="65" y="134"/>
                  <a:pt x="58" y="133"/>
                  <a:pt x="51" y="130"/>
                </a:cubicBezTo>
                <a:cubicBezTo>
                  <a:pt x="51" y="130"/>
                  <a:pt x="51" y="130"/>
                  <a:pt x="51" y="130"/>
                </a:cubicBezTo>
                <a:cubicBezTo>
                  <a:pt x="43" y="127"/>
                  <a:pt x="37" y="122"/>
                  <a:pt x="31" y="117"/>
                </a:cubicBezTo>
                <a:cubicBezTo>
                  <a:pt x="31" y="117"/>
                  <a:pt x="31" y="117"/>
                  <a:pt x="31" y="117"/>
                </a:cubicBezTo>
                <a:cubicBezTo>
                  <a:pt x="31" y="117"/>
                  <a:pt x="31" y="117"/>
                  <a:pt x="31" y="117"/>
                </a:cubicBezTo>
                <a:cubicBezTo>
                  <a:pt x="26" y="111"/>
                  <a:pt x="21" y="104"/>
                  <a:pt x="18" y="97"/>
                </a:cubicBezTo>
                <a:cubicBezTo>
                  <a:pt x="18" y="97"/>
                  <a:pt x="18" y="97"/>
                  <a:pt x="18" y="97"/>
                </a:cubicBezTo>
                <a:cubicBezTo>
                  <a:pt x="15" y="90"/>
                  <a:pt x="13" y="82"/>
                  <a:pt x="13" y="74"/>
                </a:cubicBezTo>
                <a:cubicBezTo>
                  <a:pt x="13" y="66"/>
                  <a:pt x="15" y="58"/>
                  <a:pt x="18" y="51"/>
                </a:cubicBezTo>
                <a:cubicBezTo>
                  <a:pt x="21" y="44"/>
                  <a:pt x="26" y="37"/>
                  <a:pt x="31" y="31"/>
                </a:cubicBezTo>
                <a:cubicBezTo>
                  <a:pt x="42" y="21"/>
                  <a:pt x="57" y="14"/>
                  <a:pt x="74" y="14"/>
                </a:cubicBezTo>
                <a:cubicBezTo>
                  <a:pt x="82" y="14"/>
                  <a:pt x="90" y="15"/>
                  <a:pt x="97" y="18"/>
                </a:cubicBezTo>
                <a:cubicBezTo>
                  <a:pt x="104" y="21"/>
                  <a:pt x="111" y="26"/>
                  <a:pt x="116" y="31"/>
                </a:cubicBezTo>
                <a:cubicBezTo>
                  <a:pt x="117" y="32"/>
                  <a:pt x="117" y="32"/>
                  <a:pt x="117" y="32"/>
                </a:cubicBezTo>
                <a:cubicBezTo>
                  <a:pt x="122" y="37"/>
                  <a:pt x="126" y="44"/>
                  <a:pt x="129" y="51"/>
                </a:cubicBezTo>
                <a:cubicBezTo>
                  <a:pt x="129" y="51"/>
                  <a:pt x="129" y="51"/>
                  <a:pt x="129" y="51"/>
                </a:cubicBezTo>
                <a:cubicBezTo>
                  <a:pt x="132" y="58"/>
                  <a:pt x="134" y="66"/>
                  <a:pt x="134" y="74"/>
                </a:cubicBezTo>
                <a:cubicBezTo>
                  <a:pt x="134" y="82"/>
                  <a:pt x="132" y="90"/>
                  <a:pt x="129" y="97"/>
                </a:cubicBezTo>
                <a:cubicBezTo>
                  <a:pt x="126" y="104"/>
                  <a:pt x="122" y="111"/>
                  <a:pt x="116" y="117"/>
                </a:cubicBezTo>
                <a:close/>
                <a:moveTo>
                  <a:pt x="117" y="70"/>
                </a:moveTo>
                <a:cubicBezTo>
                  <a:pt x="117" y="70"/>
                  <a:pt x="117" y="70"/>
                  <a:pt x="117" y="70"/>
                </a:cubicBezTo>
                <a:cubicBezTo>
                  <a:pt x="115" y="70"/>
                  <a:pt x="113" y="72"/>
                  <a:pt x="113" y="74"/>
                </a:cubicBezTo>
                <a:cubicBezTo>
                  <a:pt x="113" y="79"/>
                  <a:pt x="112" y="84"/>
                  <a:pt x="110" y="89"/>
                </a:cubicBezTo>
                <a:cubicBezTo>
                  <a:pt x="110" y="89"/>
                  <a:pt x="110" y="89"/>
                  <a:pt x="110" y="89"/>
                </a:cubicBezTo>
                <a:cubicBezTo>
                  <a:pt x="108" y="94"/>
                  <a:pt x="105" y="98"/>
                  <a:pt x="102" y="102"/>
                </a:cubicBezTo>
                <a:cubicBezTo>
                  <a:pt x="98" y="106"/>
                  <a:pt x="94" y="109"/>
                  <a:pt x="89" y="111"/>
                </a:cubicBezTo>
                <a:cubicBezTo>
                  <a:pt x="84" y="113"/>
                  <a:pt x="79" y="114"/>
                  <a:pt x="74" y="114"/>
                </a:cubicBezTo>
                <a:cubicBezTo>
                  <a:pt x="71" y="114"/>
                  <a:pt x="70" y="115"/>
                  <a:pt x="70" y="118"/>
                </a:cubicBezTo>
                <a:cubicBezTo>
                  <a:pt x="70" y="120"/>
                  <a:pt x="71" y="122"/>
                  <a:pt x="74" y="122"/>
                </a:cubicBezTo>
                <a:cubicBezTo>
                  <a:pt x="80" y="122"/>
                  <a:pt x="86" y="120"/>
                  <a:pt x="92" y="118"/>
                </a:cubicBezTo>
                <a:cubicBezTo>
                  <a:pt x="98" y="116"/>
                  <a:pt x="103" y="112"/>
                  <a:pt x="107" y="108"/>
                </a:cubicBezTo>
                <a:cubicBezTo>
                  <a:pt x="112" y="103"/>
                  <a:pt x="115" y="98"/>
                  <a:pt x="118" y="92"/>
                </a:cubicBezTo>
                <a:cubicBezTo>
                  <a:pt x="118" y="92"/>
                  <a:pt x="118" y="92"/>
                  <a:pt x="118" y="92"/>
                </a:cubicBezTo>
                <a:cubicBezTo>
                  <a:pt x="120" y="86"/>
                  <a:pt x="121" y="80"/>
                  <a:pt x="121" y="74"/>
                </a:cubicBezTo>
                <a:cubicBezTo>
                  <a:pt x="121" y="72"/>
                  <a:pt x="120" y="70"/>
                  <a:pt x="117" y="70"/>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grpSp>
        <p:nvGrpSpPr>
          <p:cNvPr id="27" name="组合 26"/>
          <p:cNvGrpSpPr/>
          <p:nvPr/>
        </p:nvGrpSpPr>
        <p:grpSpPr>
          <a:xfrm>
            <a:off x="8632482" y="346839"/>
            <a:ext cx="156623" cy="156623"/>
            <a:chOff x="8689063" y="2493438"/>
            <a:chExt cx="156623" cy="156623"/>
          </a:xfrm>
        </p:grpSpPr>
        <p:sp>
          <p:nvSpPr>
            <p:cNvPr id="28" name="矩形 27"/>
            <p:cNvSpPr/>
            <p:nvPr/>
          </p:nvSpPr>
          <p:spPr>
            <a:xfrm>
              <a:off x="8689063" y="2493438"/>
              <a:ext cx="156623" cy="156623"/>
            </a:xfrm>
            <a:prstGeom prst="rect">
              <a:avLst/>
            </a:prstGeom>
            <a:solidFill>
              <a:srgbClr val="586B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任意多边形 28"/>
            <p:cNvSpPr/>
            <p:nvPr/>
          </p:nvSpPr>
          <p:spPr>
            <a:xfrm rot="10800000">
              <a:off x="8737889" y="2531868"/>
              <a:ext cx="58967" cy="79764"/>
            </a:xfrm>
            <a:custGeom>
              <a:avLst/>
              <a:gdLst>
                <a:gd name="connsiteX0" fmla="*/ 0 w 78581"/>
                <a:gd name="connsiteY0" fmla="*/ 0 h 152400"/>
                <a:gd name="connsiteX1" fmla="*/ 78581 w 78581"/>
                <a:gd name="connsiteY1" fmla="*/ 78581 h 152400"/>
                <a:gd name="connsiteX2" fmla="*/ 4762 w 78581"/>
                <a:gd name="connsiteY2" fmla="*/ 152400 h 152400"/>
              </a:gdLst>
              <a:ahLst/>
              <a:cxnLst>
                <a:cxn ang="0">
                  <a:pos x="connsiteX0" y="connsiteY0"/>
                </a:cxn>
                <a:cxn ang="0">
                  <a:pos x="connsiteX1" y="connsiteY1"/>
                </a:cxn>
                <a:cxn ang="0">
                  <a:pos x="connsiteX2" y="connsiteY2"/>
                </a:cxn>
              </a:cxnLst>
              <a:rect l="l" t="t" r="r" b="b"/>
              <a:pathLst>
                <a:path w="78581" h="152400">
                  <a:moveTo>
                    <a:pt x="0" y="0"/>
                  </a:moveTo>
                  <a:lnTo>
                    <a:pt x="78581" y="78581"/>
                  </a:lnTo>
                  <a:lnTo>
                    <a:pt x="4762" y="152400"/>
                  </a:lnTo>
                </a:path>
              </a:pathLst>
            </a:cu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3" name="组合 42"/>
          <p:cNvGrpSpPr/>
          <p:nvPr/>
        </p:nvGrpSpPr>
        <p:grpSpPr>
          <a:xfrm>
            <a:off x="8789105" y="346839"/>
            <a:ext cx="156623" cy="156623"/>
            <a:chOff x="8845686" y="2493438"/>
            <a:chExt cx="156623" cy="156623"/>
          </a:xfrm>
        </p:grpSpPr>
        <p:sp>
          <p:nvSpPr>
            <p:cNvPr id="44" name="矩形 43"/>
            <p:cNvSpPr/>
            <p:nvPr/>
          </p:nvSpPr>
          <p:spPr>
            <a:xfrm>
              <a:off x="8845686" y="2493438"/>
              <a:ext cx="156623" cy="156623"/>
            </a:xfrm>
            <a:prstGeom prst="rect">
              <a:avLst/>
            </a:prstGeom>
            <a:solidFill>
              <a:srgbClr val="37B0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任意多边形 44"/>
            <p:cNvSpPr/>
            <p:nvPr/>
          </p:nvSpPr>
          <p:spPr>
            <a:xfrm>
              <a:off x="8894513" y="2531868"/>
              <a:ext cx="58967" cy="79764"/>
            </a:xfrm>
            <a:custGeom>
              <a:avLst/>
              <a:gdLst>
                <a:gd name="connsiteX0" fmla="*/ 0 w 78581"/>
                <a:gd name="connsiteY0" fmla="*/ 0 h 152400"/>
                <a:gd name="connsiteX1" fmla="*/ 78581 w 78581"/>
                <a:gd name="connsiteY1" fmla="*/ 78581 h 152400"/>
                <a:gd name="connsiteX2" fmla="*/ 4762 w 78581"/>
                <a:gd name="connsiteY2" fmla="*/ 152400 h 152400"/>
              </a:gdLst>
              <a:ahLst/>
              <a:cxnLst>
                <a:cxn ang="0">
                  <a:pos x="connsiteX0" y="connsiteY0"/>
                </a:cxn>
                <a:cxn ang="0">
                  <a:pos x="connsiteX1" y="connsiteY1"/>
                </a:cxn>
                <a:cxn ang="0">
                  <a:pos x="connsiteX2" y="connsiteY2"/>
                </a:cxn>
              </a:cxnLst>
              <a:rect l="l" t="t" r="r" b="b"/>
              <a:pathLst>
                <a:path w="78581" h="152400">
                  <a:moveTo>
                    <a:pt x="0" y="0"/>
                  </a:moveTo>
                  <a:lnTo>
                    <a:pt x="78581" y="78581"/>
                  </a:lnTo>
                  <a:lnTo>
                    <a:pt x="4762" y="152400"/>
                  </a:lnTo>
                </a:path>
              </a:pathLst>
            </a:cu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6" name="矩形 45">
            <a:hlinkClick r:id="" action="ppaction://hlinkshowjump?jump=previousslide"/>
          </p:cNvPr>
          <p:cNvSpPr/>
          <p:nvPr/>
        </p:nvSpPr>
        <p:spPr>
          <a:xfrm>
            <a:off x="8632479" y="340203"/>
            <a:ext cx="156623" cy="166239"/>
          </a:xfrm>
          <a:prstGeom prst="rect">
            <a:avLst/>
          </a:prstGeom>
          <a:solidFill>
            <a:srgbClr val="37B0E8">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矩形 46">
            <a:hlinkClick r:id="" action="ppaction://hlinkshowjump?jump=nextslide"/>
          </p:cNvPr>
          <p:cNvSpPr/>
          <p:nvPr/>
        </p:nvSpPr>
        <p:spPr>
          <a:xfrm>
            <a:off x="8789102" y="340203"/>
            <a:ext cx="156623" cy="166239"/>
          </a:xfrm>
          <a:prstGeom prst="rect">
            <a:avLst/>
          </a:prstGeom>
          <a:solidFill>
            <a:srgbClr val="37B0E8">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矩形 47"/>
          <p:cNvSpPr/>
          <p:nvPr/>
        </p:nvSpPr>
        <p:spPr>
          <a:xfrm>
            <a:off x="5867400" y="262034"/>
            <a:ext cx="2665040" cy="285078"/>
          </a:xfrm>
          <a:prstGeom prst="rect">
            <a:avLst/>
          </a:prstGeom>
        </p:spPr>
        <p:txBody>
          <a:bodyPr wrap="square" lIns="0" tIns="0" rIns="0" bIns="0" anchor="ctr" anchorCtr="0">
            <a:spAutoFit/>
          </a:bodyPr>
          <a:lstStyle/>
          <a:p>
            <a:pPr algn="r">
              <a:lnSpc>
                <a:spcPct val="150000"/>
              </a:lnSpc>
            </a:pPr>
            <a:r>
              <a:rPr lang="zh-CN" altLang="en-US" sz="1400" b="1" dirty="0">
                <a:solidFill>
                  <a:srgbClr val="354454"/>
                </a:solidFill>
                <a:latin typeface="微软雅黑" pitchFamily="34" charset="-122"/>
                <a:ea typeface="微软雅黑" pitchFamily="34" charset="-122"/>
              </a:rPr>
              <a:t>市场调研分析</a:t>
            </a:r>
          </a:p>
        </p:txBody>
      </p:sp>
      <p:sp>
        <p:nvSpPr>
          <p:cNvPr id="25" name="矩形 24"/>
          <p:cNvSpPr/>
          <p:nvPr/>
        </p:nvSpPr>
        <p:spPr>
          <a:xfrm>
            <a:off x="614945" y="1653245"/>
            <a:ext cx="441146" cy="246221"/>
          </a:xfrm>
          <a:prstGeom prst="rect">
            <a:avLst/>
          </a:prstGeom>
        </p:spPr>
        <p:txBody>
          <a:bodyPr wrap="none">
            <a:spAutoFit/>
          </a:bodyPr>
          <a:lstStyle/>
          <a:p>
            <a:pPr algn="ctr"/>
            <a:r>
              <a:rPr lang="zh-CN" altLang="en-US" sz="1000" dirty="0">
                <a:ln w="6350">
                  <a:noFill/>
                </a:ln>
                <a:solidFill>
                  <a:srgbClr val="586B7F"/>
                </a:solidFill>
                <a:latin typeface="Impact" pitchFamily="34" charset="0"/>
                <a:ea typeface="微软雅黑" pitchFamily="34" charset="-122"/>
              </a:rPr>
              <a:t>绪论</a:t>
            </a:r>
          </a:p>
        </p:txBody>
      </p:sp>
      <p:sp>
        <p:nvSpPr>
          <p:cNvPr id="26" name="矩形 25"/>
          <p:cNvSpPr/>
          <p:nvPr/>
        </p:nvSpPr>
        <p:spPr>
          <a:xfrm>
            <a:off x="422584" y="2036065"/>
            <a:ext cx="825867" cy="246221"/>
          </a:xfrm>
          <a:prstGeom prst="rect">
            <a:avLst/>
          </a:prstGeom>
        </p:spPr>
        <p:txBody>
          <a:bodyPr wrap="none">
            <a:spAutoFit/>
          </a:bodyPr>
          <a:lstStyle/>
          <a:p>
            <a:pPr algn="ctr"/>
            <a:r>
              <a:rPr lang="zh-CN" altLang="en-US" sz="1000" dirty="0">
                <a:ln w="6350">
                  <a:noFill/>
                </a:ln>
                <a:solidFill>
                  <a:srgbClr val="586B7F"/>
                </a:solidFill>
                <a:latin typeface="Impact" pitchFamily="34" charset="0"/>
                <a:ea typeface="微软雅黑" pitchFamily="34" charset="-122"/>
              </a:rPr>
              <a:t>思路与方法</a:t>
            </a:r>
          </a:p>
        </p:txBody>
      </p:sp>
      <p:sp>
        <p:nvSpPr>
          <p:cNvPr id="30" name="矩形 29"/>
          <p:cNvSpPr/>
          <p:nvPr/>
        </p:nvSpPr>
        <p:spPr>
          <a:xfrm>
            <a:off x="422585" y="2823369"/>
            <a:ext cx="825867" cy="246221"/>
          </a:xfrm>
          <a:prstGeom prst="rect">
            <a:avLst/>
          </a:prstGeom>
        </p:spPr>
        <p:txBody>
          <a:bodyPr wrap="none">
            <a:spAutoFit/>
          </a:bodyPr>
          <a:lstStyle/>
          <a:p>
            <a:pPr algn="ctr"/>
            <a:r>
              <a:rPr lang="zh-CN" altLang="en-US" sz="1000" dirty="0">
                <a:ln w="6350">
                  <a:noFill/>
                </a:ln>
                <a:solidFill>
                  <a:srgbClr val="586B7F"/>
                </a:solidFill>
                <a:latin typeface="Impact" pitchFamily="34" charset="0"/>
                <a:ea typeface="微软雅黑" pitchFamily="34" charset="-122"/>
              </a:rPr>
              <a:t>成果与应用</a:t>
            </a:r>
          </a:p>
        </p:txBody>
      </p:sp>
      <p:sp>
        <p:nvSpPr>
          <p:cNvPr id="31" name="矩形 30"/>
          <p:cNvSpPr/>
          <p:nvPr/>
        </p:nvSpPr>
        <p:spPr>
          <a:xfrm>
            <a:off x="422585" y="2432846"/>
            <a:ext cx="825867" cy="246221"/>
          </a:xfrm>
          <a:prstGeom prst="rect">
            <a:avLst/>
          </a:prstGeom>
        </p:spPr>
        <p:txBody>
          <a:bodyPr wrap="none">
            <a:spAutoFit/>
          </a:bodyPr>
          <a:lstStyle/>
          <a:p>
            <a:pPr algn="ctr"/>
            <a:r>
              <a:rPr lang="zh-CN" altLang="en-US" sz="1000" dirty="0">
                <a:ln w="6350">
                  <a:noFill/>
                </a:ln>
                <a:solidFill>
                  <a:schemeClr val="bg1"/>
                </a:solidFill>
                <a:latin typeface="Impact" pitchFamily="34" charset="0"/>
                <a:ea typeface="微软雅黑" pitchFamily="34" charset="-122"/>
              </a:rPr>
              <a:t>技术与难点</a:t>
            </a:r>
          </a:p>
        </p:txBody>
      </p:sp>
      <p:sp>
        <p:nvSpPr>
          <p:cNvPr id="35" name="Freeform 9"/>
          <p:cNvSpPr>
            <a:spLocks noEditPoints="1"/>
          </p:cNvSpPr>
          <p:nvPr/>
        </p:nvSpPr>
        <p:spPr bwMode="auto">
          <a:xfrm>
            <a:off x="83442" y="3272333"/>
            <a:ext cx="231878" cy="151086"/>
          </a:xfrm>
          <a:custGeom>
            <a:avLst/>
            <a:gdLst>
              <a:gd name="T0" fmla="*/ 58 w 215"/>
              <a:gd name="T1" fmla="*/ 83 h 140"/>
              <a:gd name="T2" fmla="*/ 58 w 215"/>
              <a:gd name="T3" fmla="*/ 91 h 140"/>
              <a:gd name="T4" fmla="*/ 161 w 215"/>
              <a:gd name="T5" fmla="*/ 87 h 140"/>
              <a:gd name="T6" fmla="*/ 58 w 215"/>
              <a:gd name="T7" fmla="*/ 73 h 140"/>
              <a:gd name="T8" fmla="*/ 98 w 215"/>
              <a:gd name="T9" fmla="*/ 73 h 140"/>
              <a:gd name="T10" fmla="*/ 102 w 215"/>
              <a:gd name="T11" fmla="*/ 34 h 140"/>
              <a:gd name="T12" fmla="*/ 58 w 215"/>
              <a:gd name="T13" fmla="*/ 30 h 140"/>
              <a:gd name="T14" fmla="*/ 54 w 215"/>
              <a:gd name="T15" fmla="*/ 69 h 140"/>
              <a:gd name="T16" fmla="*/ 63 w 215"/>
              <a:gd name="T17" fmla="*/ 38 h 140"/>
              <a:gd name="T18" fmla="*/ 94 w 215"/>
              <a:gd name="T19" fmla="*/ 38 h 140"/>
              <a:gd name="T20" fmla="*/ 63 w 215"/>
              <a:gd name="T21" fmla="*/ 65 h 140"/>
              <a:gd name="T22" fmla="*/ 27 w 215"/>
              <a:gd name="T23" fmla="*/ 121 h 140"/>
              <a:gd name="T24" fmla="*/ 189 w 215"/>
              <a:gd name="T25" fmla="*/ 121 h 140"/>
              <a:gd name="T26" fmla="*/ 196 w 215"/>
              <a:gd name="T27" fmla="*/ 7 h 140"/>
              <a:gd name="T28" fmla="*/ 27 w 215"/>
              <a:gd name="T29" fmla="*/ 0 h 140"/>
              <a:gd name="T30" fmla="*/ 20 w 215"/>
              <a:gd name="T31" fmla="*/ 114 h 140"/>
              <a:gd name="T32" fmla="*/ 33 w 215"/>
              <a:gd name="T33" fmla="*/ 13 h 140"/>
              <a:gd name="T34" fmla="*/ 182 w 215"/>
              <a:gd name="T35" fmla="*/ 13 h 140"/>
              <a:gd name="T36" fmla="*/ 33 w 215"/>
              <a:gd name="T37" fmla="*/ 107 h 140"/>
              <a:gd name="T38" fmla="*/ 157 w 215"/>
              <a:gd name="T39" fmla="*/ 48 h 140"/>
              <a:gd name="T40" fmla="*/ 111 w 215"/>
              <a:gd name="T41" fmla="*/ 48 h 140"/>
              <a:gd name="T42" fmla="*/ 111 w 215"/>
              <a:gd name="T43" fmla="*/ 56 h 140"/>
              <a:gd name="T44" fmla="*/ 161 w 215"/>
              <a:gd name="T45" fmla="*/ 52 h 140"/>
              <a:gd name="T46" fmla="*/ 157 w 215"/>
              <a:gd name="T47" fmla="*/ 65 h 140"/>
              <a:gd name="T48" fmla="*/ 111 w 215"/>
              <a:gd name="T49" fmla="*/ 65 h 140"/>
              <a:gd name="T50" fmla="*/ 111 w 215"/>
              <a:gd name="T51" fmla="*/ 73 h 140"/>
              <a:gd name="T52" fmla="*/ 161 w 215"/>
              <a:gd name="T53" fmla="*/ 69 h 140"/>
              <a:gd name="T54" fmla="*/ 157 w 215"/>
              <a:gd name="T55" fmla="*/ 30 h 140"/>
              <a:gd name="T56" fmla="*/ 111 w 215"/>
              <a:gd name="T57" fmla="*/ 30 h 140"/>
              <a:gd name="T58" fmla="*/ 111 w 215"/>
              <a:gd name="T59" fmla="*/ 38 h 140"/>
              <a:gd name="T60" fmla="*/ 161 w 215"/>
              <a:gd name="T61" fmla="*/ 34 h 140"/>
              <a:gd name="T62" fmla="*/ 209 w 215"/>
              <a:gd name="T63" fmla="*/ 127 h 140"/>
              <a:gd name="T64" fmla="*/ 7 w 215"/>
              <a:gd name="T65" fmla="*/ 127 h 140"/>
              <a:gd name="T66" fmla="*/ 7 w 215"/>
              <a:gd name="T67" fmla="*/ 140 h 140"/>
              <a:gd name="T68" fmla="*/ 215 w 215"/>
              <a:gd name="T69" fmla="*/ 13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15" h="140">
                <a:moveTo>
                  <a:pt x="157" y="83"/>
                </a:moveTo>
                <a:cubicBezTo>
                  <a:pt x="58" y="83"/>
                  <a:pt x="58" y="83"/>
                  <a:pt x="58" y="83"/>
                </a:cubicBezTo>
                <a:cubicBezTo>
                  <a:pt x="56" y="83"/>
                  <a:pt x="54" y="84"/>
                  <a:pt x="54" y="87"/>
                </a:cubicBezTo>
                <a:cubicBezTo>
                  <a:pt x="54" y="89"/>
                  <a:pt x="56" y="91"/>
                  <a:pt x="58" y="91"/>
                </a:cubicBezTo>
                <a:cubicBezTo>
                  <a:pt x="157" y="91"/>
                  <a:pt x="157" y="91"/>
                  <a:pt x="157" y="91"/>
                </a:cubicBezTo>
                <a:cubicBezTo>
                  <a:pt x="159" y="91"/>
                  <a:pt x="161" y="89"/>
                  <a:pt x="161" y="87"/>
                </a:cubicBezTo>
                <a:cubicBezTo>
                  <a:pt x="161" y="84"/>
                  <a:pt x="159" y="83"/>
                  <a:pt x="157" y="83"/>
                </a:cubicBezTo>
                <a:close/>
                <a:moveTo>
                  <a:pt x="58" y="73"/>
                </a:moveTo>
                <a:cubicBezTo>
                  <a:pt x="58" y="73"/>
                  <a:pt x="58" y="73"/>
                  <a:pt x="58" y="73"/>
                </a:cubicBezTo>
                <a:cubicBezTo>
                  <a:pt x="98" y="73"/>
                  <a:pt x="98" y="73"/>
                  <a:pt x="98" y="73"/>
                </a:cubicBezTo>
                <a:cubicBezTo>
                  <a:pt x="100" y="73"/>
                  <a:pt x="102" y="71"/>
                  <a:pt x="102" y="69"/>
                </a:cubicBezTo>
                <a:cubicBezTo>
                  <a:pt x="102" y="34"/>
                  <a:pt x="102" y="34"/>
                  <a:pt x="102" y="34"/>
                </a:cubicBezTo>
                <a:cubicBezTo>
                  <a:pt x="102" y="32"/>
                  <a:pt x="100" y="30"/>
                  <a:pt x="98" y="30"/>
                </a:cubicBezTo>
                <a:cubicBezTo>
                  <a:pt x="58" y="30"/>
                  <a:pt x="58" y="30"/>
                  <a:pt x="58" y="30"/>
                </a:cubicBezTo>
                <a:cubicBezTo>
                  <a:pt x="56" y="30"/>
                  <a:pt x="54" y="32"/>
                  <a:pt x="54" y="34"/>
                </a:cubicBezTo>
                <a:cubicBezTo>
                  <a:pt x="54" y="69"/>
                  <a:pt x="54" y="69"/>
                  <a:pt x="54" y="69"/>
                </a:cubicBezTo>
                <a:cubicBezTo>
                  <a:pt x="54" y="71"/>
                  <a:pt x="56" y="73"/>
                  <a:pt x="58" y="73"/>
                </a:cubicBezTo>
                <a:close/>
                <a:moveTo>
                  <a:pt x="63" y="38"/>
                </a:moveTo>
                <a:cubicBezTo>
                  <a:pt x="63" y="38"/>
                  <a:pt x="63" y="38"/>
                  <a:pt x="63" y="38"/>
                </a:cubicBezTo>
                <a:cubicBezTo>
                  <a:pt x="94" y="38"/>
                  <a:pt x="94" y="38"/>
                  <a:pt x="94" y="38"/>
                </a:cubicBezTo>
                <a:cubicBezTo>
                  <a:pt x="94" y="65"/>
                  <a:pt x="94" y="65"/>
                  <a:pt x="94" y="65"/>
                </a:cubicBezTo>
                <a:cubicBezTo>
                  <a:pt x="63" y="65"/>
                  <a:pt x="63" y="65"/>
                  <a:pt x="63" y="65"/>
                </a:cubicBezTo>
                <a:cubicBezTo>
                  <a:pt x="63" y="38"/>
                  <a:pt x="63" y="38"/>
                  <a:pt x="63" y="38"/>
                </a:cubicBezTo>
                <a:close/>
                <a:moveTo>
                  <a:pt x="27" y="121"/>
                </a:moveTo>
                <a:cubicBezTo>
                  <a:pt x="27" y="121"/>
                  <a:pt x="27" y="121"/>
                  <a:pt x="27" y="121"/>
                </a:cubicBezTo>
                <a:cubicBezTo>
                  <a:pt x="189" y="121"/>
                  <a:pt x="189" y="121"/>
                  <a:pt x="189" y="121"/>
                </a:cubicBezTo>
                <a:cubicBezTo>
                  <a:pt x="193" y="121"/>
                  <a:pt x="196" y="118"/>
                  <a:pt x="196" y="114"/>
                </a:cubicBezTo>
                <a:cubicBezTo>
                  <a:pt x="196" y="7"/>
                  <a:pt x="196" y="7"/>
                  <a:pt x="196" y="7"/>
                </a:cubicBezTo>
                <a:cubicBezTo>
                  <a:pt x="196" y="3"/>
                  <a:pt x="193" y="0"/>
                  <a:pt x="189" y="0"/>
                </a:cubicBezTo>
                <a:cubicBezTo>
                  <a:pt x="27" y="0"/>
                  <a:pt x="27" y="0"/>
                  <a:pt x="27" y="0"/>
                </a:cubicBezTo>
                <a:cubicBezTo>
                  <a:pt x="23" y="0"/>
                  <a:pt x="20" y="3"/>
                  <a:pt x="20" y="7"/>
                </a:cubicBezTo>
                <a:cubicBezTo>
                  <a:pt x="20" y="114"/>
                  <a:pt x="20" y="114"/>
                  <a:pt x="20" y="114"/>
                </a:cubicBezTo>
                <a:cubicBezTo>
                  <a:pt x="20" y="118"/>
                  <a:pt x="23" y="121"/>
                  <a:pt x="27" y="121"/>
                </a:cubicBezTo>
                <a:close/>
                <a:moveTo>
                  <a:pt x="33" y="13"/>
                </a:moveTo>
                <a:cubicBezTo>
                  <a:pt x="33" y="13"/>
                  <a:pt x="33" y="13"/>
                  <a:pt x="33" y="13"/>
                </a:cubicBezTo>
                <a:cubicBezTo>
                  <a:pt x="182" y="13"/>
                  <a:pt x="182" y="13"/>
                  <a:pt x="182" y="13"/>
                </a:cubicBezTo>
                <a:cubicBezTo>
                  <a:pt x="182" y="107"/>
                  <a:pt x="182" y="107"/>
                  <a:pt x="182" y="107"/>
                </a:cubicBezTo>
                <a:cubicBezTo>
                  <a:pt x="33" y="107"/>
                  <a:pt x="33" y="107"/>
                  <a:pt x="33" y="107"/>
                </a:cubicBezTo>
                <a:cubicBezTo>
                  <a:pt x="33" y="13"/>
                  <a:pt x="33" y="13"/>
                  <a:pt x="33" y="13"/>
                </a:cubicBezTo>
                <a:close/>
                <a:moveTo>
                  <a:pt x="157" y="48"/>
                </a:moveTo>
                <a:cubicBezTo>
                  <a:pt x="157" y="48"/>
                  <a:pt x="157" y="48"/>
                  <a:pt x="157" y="48"/>
                </a:cubicBezTo>
                <a:cubicBezTo>
                  <a:pt x="111" y="48"/>
                  <a:pt x="111" y="48"/>
                  <a:pt x="111" y="48"/>
                </a:cubicBezTo>
                <a:cubicBezTo>
                  <a:pt x="108" y="48"/>
                  <a:pt x="107" y="49"/>
                  <a:pt x="107" y="52"/>
                </a:cubicBezTo>
                <a:cubicBezTo>
                  <a:pt x="107" y="54"/>
                  <a:pt x="108" y="56"/>
                  <a:pt x="111" y="56"/>
                </a:cubicBezTo>
                <a:cubicBezTo>
                  <a:pt x="157" y="56"/>
                  <a:pt x="157" y="56"/>
                  <a:pt x="157" y="56"/>
                </a:cubicBezTo>
                <a:cubicBezTo>
                  <a:pt x="159" y="56"/>
                  <a:pt x="161" y="54"/>
                  <a:pt x="161" y="52"/>
                </a:cubicBezTo>
                <a:cubicBezTo>
                  <a:pt x="161" y="49"/>
                  <a:pt x="159" y="48"/>
                  <a:pt x="157" y="48"/>
                </a:cubicBezTo>
                <a:close/>
                <a:moveTo>
                  <a:pt x="157" y="65"/>
                </a:moveTo>
                <a:cubicBezTo>
                  <a:pt x="157" y="65"/>
                  <a:pt x="157" y="65"/>
                  <a:pt x="157" y="65"/>
                </a:cubicBezTo>
                <a:cubicBezTo>
                  <a:pt x="111" y="65"/>
                  <a:pt x="111" y="65"/>
                  <a:pt x="111" y="65"/>
                </a:cubicBezTo>
                <a:cubicBezTo>
                  <a:pt x="108" y="65"/>
                  <a:pt x="107" y="67"/>
                  <a:pt x="107" y="69"/>
                </a:cubicBezTo>
                <a:cubicBezTo>
                  <a:pt x="107" y="71"/>
                  <a:pt x="108" y="73"/>
                  <a:pt x="111" y="73"/>
                </a:cubicBezTo>
                <a:cubicBezTo>
                  <a:pt x="157" y="73"/>
                  <a:pt x="157" y="73"/>
                  <a:pt x="157" y="73"/>
                </a:cubicBezTo>
                <a:cubicBezTo>
                  <a:pt x="159" y="73"/>
                  <a:pt x="161" y="71"/>
                  <a:pt x="161" y="69"/>
                </a:cubicBezTo>
                <a:cubicBezTo>
                  <a:pt x="161" y="67"/>
                  <a:pt x="159" y="65"/>
                  <a:pt x="157" y="65"/>
                </a:cubicBezTo>
                <a:close/>
                <a:moveTo>
                  <a:pt x="157" y="30"/>
                </a:moveTo>
                <a:cubicBezTo>
                  <a:pt x="157" y="30"/>
                  <a:pt x="157" y="30"/>
                  <a:pt x="157" y="30"/>
                </a:cubicBezTo>
                <a:cubicBezTo>
                  <a:pt x="111" y="30"/>
                  <a:pt x="111" y="30"/>
                  <a:pt x="111" y="30"/>
                </a:cubicBezTo>
                <a:cubicBezTo>
                  <a:pt x="108" y="30"/>
                  <a:pt x="107" y="32"/>
                  <a:pt x="107" y="34"/>
                </a:cubicBezTo>
                <a:cubicBezTo>
                  <a:pt x="107" y="37"/>
                  <a:pt x="108" y="38"/>
                  <a:pt x="111" y="38"/>
                </a:cubicBezTo>
                <a:cubicBezTo>
                  <a:pt x="157" y="38"/>
                  <a:pt x="157" y="38"/>
                  <a:pt x="157" y="38"/>
                </a:cubicBezTo>
                <a:cubicBezTo>
                  <a:pt x="159" y="38"/>
                  <a:pt x="161" y="37"/>
                  <a:pt x="161" y="34"/>
                </a:cubicBezTo>
                <a:cubicBezTo>
                  <a:pt x="161" y="32"/>
                  <a:pt x="159" y="30"/>
                  <a:pt x="157" y="30"/>
                </a:cubicBezTo>
                <a:close/>
                <a:moveTo>
                  <a:pt x="209" y="127"/>
                </a:moveTo>
                <a:cubicBezTo>
                  <a:pt x="209" y="127"/>
                  <a:pt x="209" y="127"/>
                  <a:pt x="209" y="127"/>
                </a:cubicBezTo>
                <a:cubicBezTo>
                  <a:pt x="7" y="127"/>
                  <a:pt x="7" y="127"/>
                  <a:pt x="7" y="127"/>
                </a:cubicBezTo>
                <a:cubicBezTo>
                  <a:pt x="3" y="127"/>
                  <a:pt x="0" y="130"/>
                  <a:pt x="0" y="134"/>
                </a:cubicBezTo>
                <a:cubicBezTo>
                  <a:pt x="0" y="137"/>
                  <a:pt x="3" y="140"/>
                  <a:pt x="7" y="140"/>
                </a:cubicBezTo>
                <a:cubicBezTo>
                  <a:pt x="209" y="140"/>
                  <a:pt x="209" y="140"/>
                  <a:pt x="209" y="140"/>
                </a:cubicBezTo>
                <a:cubicBezTo>
                  <a:pt x="212" y="140"/>
                  <a:pt x="215" y="137"/>
                  <a:pt x="215" y="134"/>
                </a:cubicBezTo>
                <a:cubicBezTo>
                  <a:pt x="215" y="130"/>
                  <a:pt x="212" y="127"/>
                  <a:pt x="209" y="127"/>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36" name="矩形 35"/>
          <p:cNvSpPr/>
          <p:nvPr/>
        </p:nvSpPr>
        <p:spPr>
          <a:xfrm>
            <a:off x="422585" y="3224765"/>
            <a:ext cx="825867" cy="246221"/>
          </a:xfrm>
          <a:prstGeom prst="rect">
            <a:avLst/>
          </a:prstGeom>
        </p:spPr>
        <p:txBody>
          <a:bodyPr wrap="none">
            <a:spAutoFit/>
          </a:bodyPr>
          <a:lstStyle/>
          <a:p>
            <a:pPr algn="ctr"/>
            <a:r>
              <a:rPr lang="zh-CN" altLang="en-US" sz="1000" dirty="0">
                <a:ln w="6350">
                  <a:noFill/>
                </a:ln>
                <a:solidFill>
                  <a:srgbClr val="586B7F"/>
                </a:solidFill>
                <a:latin typeface="Impact" pitchFamily="34" charset="0"/>
                <a:ea typeface="微软雅黑" pitchFamily="34" charset="-122"/>
              </a:rPr>
              <a:t>建议与总结</a:t>
            </a:r>
          </a:p>
        </p:txBody>
      </p:sp>
      <p:grpSp>
        <p:nvGrpSpPr>
          <p:cNvPr id="49" name="组合 48"/>
          <p:cNvGrpSpPr/>
          <p:nvPr/>
        </p:nvGrpSpPr>
        <p:grpSpPr>
          <a:xfrm>
            <a:off x="3857629" y="1418828"/>
            <a:ext cx="2723121" cy="2449004"/>
            <a:chOff x="3210439" y="1418828"/>
            <a:chExt cx="2723121" cy="2449004"/>
          </a:xfrm>
        </p:grpSpPr>
        <p:sp>
          <p:nvSpPr>
            <p:cNvPr id="50" name="Freeform 5"/>
            <p:cNvSpPr/>
            <p:nvPr/>
          </p:nvSpPr>
          <p:spPr bwMode="auto">
            <a:xfrm>
              <a:off x="3210439" y="1418828"/>
              <a:ext cx="1598452" cy="1159639"/>
            </a:xfrm>
            <a:custGeom>
              <a:avLst/>
              <a:gdLst>
                <a:gd name="T0" fmla="*/ 298 w 600"/>
                <a:gd name="T1" fmla="*/ 433 h 435"/>
                <a:gd name="T2" fmla="*/ 283 w 600"/>
                <a:gd name="T3" fmla="*/ 424 h 435"/>
                <a:gd name="T4" fmla="*/ 282 w 600"/>
                <a:gd name="T5" fmla="*/ 417 h 435"/>
                <a:gd name="T6" fmla="*/ 285 w 600"/>
                <a:gd name="T7" fmla="*/ 406 h 435"/>
                <a:gd name="T8" fmla="*/ 291 w 600"/>
                <a:gd name="T9" fmla="*/ 398 h 435"/>
                <a:gd name="T10" fmla="*/ 302 w 600"/>
                <a:gd name="T11" fmla="*/ 366 h 435"/>
                <a:gd name="T12" fmla="*/ 286 w 600"/>
                <a:gd name="T13" fmla="*/ 339 h 435"/>
                <a:gd name="T14" fmla="*/ 242 w 600"/>
                <a:gd name="T15" fmla="*/ 331 h 435"/>
                <a:gd name="T16" fmla="*/ 189 w 600"/>
                <a:gd name="T17" fmla="*/ 372 h 435"/>
                <a:gd name="T18" fmla="*/ 190 w 600"/>
                <a:gd name="T19" fmla="*/ 380 h 435"/>
                <a:gd name="T20" fmla="*/ 197 w 600"/>
                <a:gd name="T21" fmla="*/ 395 h 435"/>
                <a:gd name="T22" fmla="*/ 204 w 600"/>
                <a:gd name="T23" fmla="*/ 405 h 435"/>
                <a:gd name="T24" fmla="*/ 207 w 600"/>
                <a:gd name="T25" fmla="*/ 415 h 435"/>
                <a:gd name="T26" fmla="*/ 206 w 600"/>
                <a:gd name="T27" fmla="*/ 424 h 435"/>
                <a:gd name="T28" fmla="*/ 187 w 600"/>
                <a:gd name="T29" fmla="*/ 432 h 435"/>
                <a:gd name="T30" fmla="*/ 158 w 600"/>
                <a:gd name="T31" fmla="*/ 434 h 435"/>
                <a:gd name="T32" fmla="*/ 0 w 600"/>
                <a:gd name="T33" fmla="*/ 428 h 435"/>
                <a:gd name="T34" fmla="*/ 504 w 600"/>
                <a:gd name="T35" fmla="*/ 0 h 435"/>
                <a:gd name="T36" fmla="*/ 496 w 600"/>
                <a:gd name="T37" fmla="*/ 164 h 435"/>
                <a:gd name="T38" fmla="*/ 509 w 600"/>
                <a:gd name="T39" fmla="*/ 185 h 435"/>
                <a:gd name="T40" fmla="*/ 520 w 600"/>
                <a:gd name="T41" fmla="*/ 187 h 435"/>
                <a:gd name="T42" fmla="*/ 532 w 600"/>
                <a:gd name="T43" fmla="*/ 183 h 435"/>
                <a:gd name="T44" fmla="*/ 542 w 600"/>
                <a:gd name="T45" fmla="*/ 176 h 435"/>
                <a:gd name="T46" fmla="*/ 556 w 600"/>
                <a:gd name="T47" fmla="*/ 170 h 435"/>
                <a:gd name="T48" fmla="*/ 563 w 600"/>
                <a:gd name="T49" fmla="*/ 169 h 435"/>
                <a:gd name="T50" fmla="*/ 600 w 600"/>
                <a:gd name="T51" fmla="*/ 218 h 435"/>
                <a:gd name="T52" fmla="*/ 583 w 600"/>
                <a:gd name="T53" fmla="*/ 270 h 435"/>
                <a:gd name="T54" fmla="*/ 569 w 600"/>
                <a:gd name="T55" fmla="*/ 274 h 435"/>
                <a:gd name="T56" fmla="*/ 540 w 600"/>
                <a:gd name="T57" fmla="*/ 264 h 435"/>
                <a:gd name="T58" fmla="*/ 531 w 600"/>
                <a:gd name="T59" fmla="*/ 258 h 435"/>
                <a:gd name="T60" fmla="*/ 518 w 600"/>
                <a:gd name="T61" fmla="*/ 253 h 435"/>
                <a:gd name="T62" fmla="*/ 517 w 600"/>
                <a:gd name="T63" fmla="*/ 253 h 435"/>
                <a:gd name="T64" fmla="*/ 502 w 600"/>
                <a:gd name="T65" fmla="*/ 262 h 435"/>
                <a:gd name="T66" fmla="*/ 497 w 600"/>
                <a:gd name="T67" fmla="*/ 291 h 435"/>
                <a:gd name="T68" fmla="*/ 499 w 600"/>
                <a:gd name="T69" fmla="*/ 365 h 435"/>
                <a:gd name="T70" fmla="*/ 338 w 600"/>
                <a:gd name="T71" fmla="*/ 435 h 4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600" h="435">
                  <a:moveTo>
                    <a:pt x="338" y="435"/>
                  </a:moveTo>
                  <a:cubicBezTo>
                    <a:pt x="317" y="435"/>
                    <a:pt x="304" y="434"/>
                    <a:pt x="298" y="433"/>
                  </a:cubicBezTo>
                  <a:cubicBezTo>
                    <a:pt x="295" y="432"/>
                    <a:pt x="292" y="432"/>
                    <a:pt x="289" y="430"/>
                  </a:cubicBezTo>
                  <a:cubicBezTo>
                    <a:pt x="287" y="429"/>
                    <a:pt x="285" y="427"/>
                    <a:pt x="283" y="424"/>
                  </a:cubicBezTo>
                  <a:cubicBezTo>
                    <a:pt x="282" y="422"/>
                    <a:pt x="282" y="420"/>
                    <a:pt x="282" y="418"/>
                  </a:cubicBezTo>
                  <a:cubicBezTo>
                    <a:pt x="282" y="418"/>
                    <a:pt x="282" y="418"/>
                    <a:pt x="282" y="417"/>
                  </a:cubicBezTo>
                  <a:cubicBezTo>
                    <a:pt x="282" y="417"/>
                    <a:pt x="282" y="417"/>
                    <a:pt x="282" y="417"/>
                  </a:cubicBezTo>
                  <a:cubicBezTo>
                    <a:pt x="282" y="413"/>
                    <a:pt x="283" y="410"/>
                    <a:pt x="285" y="406"/>
                  </a:cubicBezTo>
                  <a:cubicBezTo>
                    <a:pt x="287" y="404"/>
                    <a:pt x="288" y="402"/>
                    <a:pt x="289" y="400"/>
                  </a:cubicBezTo>
                  <a:cubicBezTo>
                    <a:pt x="290" y="400"/>
                    <a:pt x="291" y="399"/>
                    <a:pt x="291" y="398"/>
                  </a:cubicBezTo>
                  <a:cubicBezTo>
                    <a:pt x="295" y="393"/>
                    <a:pt x="299" y="387"/>
                    <a:pt x="301" y="376"/>
                  </a:cubicBezTo>
                  <a:cubicBezTo>
                    <a:pt x="302" y="372"/>
                    <a:pt x="302" y="369"/>
                    <a:pt x="302" y="366"/>
                  </a:cubicBezTo>
                  <a:cubicBezTo>
                    <a:pt x="302" y="360"/>
                    <a:pt x="301" y="354"/>
                    <a:pt x="298" y="350"/>
                  </a:cubicBezTo>
                  <a:cubicBezTo>
                    <a:pt x="295" y="346"/>
                    <a:pt x="291" y="342"/>
                    <a:pt x="286" y="339"/>
                  </a:cubicBezTo>
                  <a:cubicBezTo>
                    <a:pt x="276" y="334"/>
                    <a:pt x="261" y="331"/>
                    <a:pt x="244" y="331"/>
                  </a:cubicBezTo>
                  <a:cubicBezTo>
                    <a:pt x="244" y="331"/>
                    <a:pt x="243" y="331"/>
                    <a:pt x="242" y="331"/>
                  </a:cubicBezTo>
                  <a:cubicBezTo>
                    <a:pt x="227" y="331"/>
                    <a:pt x="214" y="336"/>
                    <a:pt x="204" y="344"/>
                  </a:cubicBezTo>
                  <a:cubicBezTo>
                    <a:pt x="194" y="351"/>
                    <a:pt x="189" y="361"/>
                    <a:pt x="189" y="372"/>
                  </a:cubicBezTo>
                  <a:cubicBezTo>
                    <a:pt x="189" y="373"/>
                    <a:pt x="189" y="373"/>
                    <a:pt x="189" y="374"/>
                  </a:cubicBezTo>
                  <a:cubicBezTo>
                    <a:pt x="189" y="376"/>
                    <a:pt x="190" y="378"/>
                    <a:pt x="190" y="380"/>
                  </a:cubicBezTo>
                  <a:cubicBezTo>
                    <a:pt x="190" y="381"/>
                    <a:pt x="190" y="381"/>
                    <a:pt x="190" y="382"/>
                  </a:cubicBezTo>
                  <a:cubicBezTo>
                    <a:pt x="192" y="388"/>
                    <a:pt x="195" y="392"/>
                    <a:pt x="197" y="395"/>
                  </a:cubicBezTo>
                  <a:cubicBezTo>
                    <a:pt x="198" y="397"/>
                    <a:pt x="199" y="398"/>
                    <a:pt x="200" y="399"/>
                  </a:cubicBezTo>
                  <a:cubicBezTo>
                    <a:pt x="201" y="401"/>
                    <a:pt x="203" y="403"/>
                    <a:pt x="204" y="405"/>
                  </a:cubicBezTo>
                  <a:cubicBezTo>
                    <a:pt x="206" y="407"/>
                    <a:pt x="207" y="411"/>
                    <a:pt x="207" y="415"/>
                  </a:cubicBezTo>
                  <a:cubicBezTo>
                    <a:pt x="207" y="415"/>
                    <a:pt x="207" y="415"/>
                    <a:pt x="207" y="415"/>
                  </a:cubicBezTo>
                  <a:cubicBezTo>
                    <a:pt x="207" y="415"/>
                    <a:pt x="207" y="416"/>
                    <a:pt x="207" y="416"/>
                  </a:cubicBezTo>
                  <a:cubicBezTo>
                    <a:pt x="207" y="419"/>
                    <a:pt x="207" y="422"/>
                    <a:pt x="206" y="424"/>
                  </a:cubicBezTo>
                  <a:cubicBezTo>
                    <a:pt x="201" y="429"/>
                    <a:pt x="191" y="431"/>
                    <a:pt x="187" y="432"/>
                  </a:cubicBezTo>
                  <a:cubicBezTo>
                    <a:pt x="187" y="432"/>
                    <a:pt x="187" y="432"/>
                    <a:pt x="187" y="432"/>
                  </a:cubicBezTo>
                  <a:cubicBezTo>
                    <a:pt x="180" y="434"/>
                    <a:pt x="172" y="434"/>
                    <a:pt x="162" y="434"/>
                  </a:cubicBezTo>
                  <a:cubicBezTo>
                    <a:pt x="161" y="434"/>
                    <a:pt x="160" y="434"/>
                    <a:pt x="158" y="434"/>
                  </a:cubicBezTo>
                  <a:cubicBezTo>
                    <a:pt x="132" y="434"/>
                    <a:pt x="42" y="432"/>
                    <a:pt x="0" y="430"/>
                  </a:cubicBezTo>
                  <a:cubicBezTo>
                    <a:pt x="0" y="430"/>
                    <a:pt x="0" y="429"/>
                    <a:pt x="0" y="428"/>
                  </a:cubicBezTo>
                  <a:cubicBezTo>
                    <a:pt x="0" y="315"/>
                    <a:pt x="53" y="208"/>
                    <a:pt x="148" y="127"/>
                  </a:cubicBezTo>
                  <a:cubicBezTo>
                    <a:pt x="243" y="47"/>
                    <a:pt x="369" y="2"/>
                    <a:pt x="504" y="0"/>
                  </a:cubicBezTo>
                  <a:cubicBezTo>
                    <a:pt x="501" y="27"/>
                    <a:pt x="496" y="84"/>
                    <a:pt x="493" y="138"/>
                  </a:cubicBezTo>
                  <a:cubicBezTo>
                    <a:pt x="493" y="146"/>
                    <a:pt x="494" y="155"/>
                    <a:pt x="496" y="164"/>
                  </a:cubicBezTo>
                  <a:cubicBezTo>
                    <a:pt x="496" y="167"/>
                    <a:pt x="497" y="171"/>
                    <a:pt x="499" y="175"/>
                  </a:cubicBezTo>
                  <a:cubicBezTo>
                    <a:pt x="501" y="178"/>
                    <a:pt x="504" y="182"/>
                    <a:pt x="509" y="185"/>
                  </a:cubicBezTo>
                  <a:cubicBezTo>
                    <a:pt x="513" y="186"/>
                    <a:pt x="516" y="187"/>
                    <a:pt x="519" y="187"/>
                  </a:cubicBezTo>
                  <a:cubicBezTo>
                    <a:pt x="520" y="187"/>
                    <a:pt x="520" y="187"/>
                    <a:pt x="520" y="187"/>
                  </a:cubicBezTo>
                  <a:cubicBezTo>
                    <a:pt x="520" y="187"/>
                    <a:pt x="520" y="187"/>
                    <a:pt x="520" y="187"/>
                  </a:cubicBezTo>
                  <a:cubicBezTo>
                    <a:pt x="525" y="187"/>
                    <a:pt x="529" y="185"/>
                    <a:pt x="532" y="183"/>
                  </a:cubicBezTo>
                  <a:cubicBezTo>
                    <a:pt x="535" y="182"/>
                    <a:pt x="537" y="180"/>
                    <a:pt x="538" y="179"/>
                  </a:cubicBezTo>
                  <a:cubicBezTo>
                    <a:pt x="540" y="178"/>
                    <a:pt x="541" y="177"/>
                    <a:pt x="542" y="176"/>
                  </a:cubicBezTo>
                  <a:cubicBezTo>
                    <a:pt x="545" y="174"/>
                    <a:pt x="549" y="172"/>
                    <a:pt x="555" y="170"/>
                  </a:cubicBezTo>
                  <a:cubicBezTo>
                    <a:pt x="555" y="170"/>
                    <a:pt x="555" y="170"/>
                    <a:pt x="556" y="170"/>
                  </a:cubicBezTo>
                  <a:cubicBezTo>
                    <a:pt x="558" y="169"/>
                    <a:pt x="560" y="169"/>
                    <a:pt x="562" y="169"/>
                  </a:cubicBezTo>
                  <a:cubicBezTo>
                    <a:pt x="562" y="169"/>
                    <a:pt x="563" y="169"/>
                    <a:pt x="563" y="169"/>
                  </a:cubicBezTo>
                  <a:cubicBezTo>
                    <a:pt x="573" y="169"/>
                    <a:pt x="581" y="173"/>
                    <a:pt x="588" y="182"/>
                  </a:cubicBezTo>
                  <a:cubicBezTo>
                    <a:pt x="596" y="191"/>
                    <a:pt x="600" y="204"/>
                    <a:pt x="600" y="218"/>
                  </a:cubicBezTo>
                  <a:cubicBezTo>
                    <a:pt x="600" y="235"/>
                    <a:pt x="597" y="250"/>
                    <a:pt x="592" y="259"/>
                  </a:cubicBezTo>
                  <a:cubicBezTo>
                    <a:pt x="590" y="264"/>
                    <a:pt x="587" y="267"/>
                    <a:pt x="583" y="270"/>
                  </a:cubicBezTo>
                  <a:cubicBezTo>
                    <a:pt x="579" y="272"/>
                    <a:pt x="575" y="274"/>
                    <a:pt x="569" y="274"/>
                  </a:cubicBezTo>
                  <a:cubicBezTo>
                    <a:pt x="569" y="274"/>
                    <a:pt x="569" y="274"/>
                    <a:pt x="569" y="274"/>
                  </a:cubicBezTo>
                  <a:cubicBezTo>
                    <a:pt x="566" y="274"/>
                    <a:pt x="563" y="274"/>
                    <a:pt x="560" y="273"/>
                  </a:cubicBezTo>
                  <a:cubicBezTo>
                    <a:pt x="550" y="271"/>
                    <a:pt x="545" y="267"/>
                    <a:pt x="540" y="264"/>
                  </a:cubicBezTo>
                  <a:cubicBezTo>
                    <a:pt x="539" y="263"/>
                    <a:pt x="538" y="262"/>
                    <a:pt x="537" y="262"/>
                  </a:cubicBezTo>
                  <a:cubicBezTo>
                    <a:pt x="535" y="260"/>
                    <a:pt x="533" y="259"/>
                    <a:pt x="531" y="258"/>
                  </a:cubicBezTo>
                  <a:cubicBezTo>
                    <a:pt x="527" y="255"/>
                    <a:pt x="523" y="253"/>
                    <a:pt x="518" y="253"/>
                  </a:cubicBezTo>
                  <a:cubicBezTo>
                    <a:pt x="518" y="253"/>
                    <a:pt x="518" y="253"/>
                    <a:pt x="518" y="253"/>
                  </a:cubicBezTo>
                  <a:cubicBezTo>
                    <a:pt x="518" y="253"/>
                    <a:pt x="518" y="253"/>
                    <a:pt x="518" y="253"/>
                  </a:cubicBezTo>
                  <a:cubicBezTo>
                    <a:pt x="518" y="253"/>
                    <a:pt x="518" y="253"/>
                    <a:pt x="517" y="253"/>
                  </a:cubicBezTo>
                  <a:cubicBezTo>
                    <a:pt x="515" y="253"/>
                    <a:pt x="512" y="254"/>
                    <a:pt x="509" y="255"/>
                  </a:cubicBezTo>
                  <a:cubicBezTo>
                    <a:pt x="505" y="257"/>
                    <a:pt x="503" y="260"/>
                    <a:pt x="502" y="262"/>
                  </a:cubicBezTo>
                  <a:cubicBezTo>
                    <a:pt x="500" y="266"/>
                    <a:pt x="499" y="270"/>
                    <a:pt x="498" y="273"/>
                  </a:cubicBezTo>
                  <a:cubicBezTo>
                    <a:pt x="497" y="278"/>
                    <a:pt x="497" y="283"/>
                    <a:pt x="497" y="291"/>
                  </a:cubicBezTo>
                  <a:cubicBezTo>
                    <a:pt x="496" y="297"/>
                    <a:pt x="496" y="304"/>
                    <a:pt x="496" y="313"/>
                  </a:cubicBezTo>
                  <a:cubicBezTo>
                    <a:pt x="497" y="327"/>
                    <a:pt x="497" y="346"/>
                    <a:pt x="499" y="365"/>
                  </a:cubicBezTo>
                  <a:cubicBezTo>
                    <a:pt x="499" y="383"/>
                    <a:pt x="502" y="415"/>
                    <a:pt x="504" y="429"/>
                  </a:cubicBezTo>
                  <a:cubicBezTo>
                    <a:pt x="430" y="433"/>
                    <a:pt x="374" y="435"/>
                    <a:pt x="338" y="435"/>
                  </a:cubicBezTo>
                  <a:close/>
                </a:path>
              </a:pathLst>
            </a:custGeom>
            <a:solidFill>
              <a:srgbClr val="37B0E8"/>
            </a:solidFill>
            <a:ln w="6350" cap="flat">
              <a:solidFill>
                <a:schemeClr val="bg1"/>
              </a:solidFill>
              <a:prstDash val="solid"/>
              <a:miter lim="800000"/>
            </a:ln>
          </p:spPr>
          <p:txBody>
            <a:bodyPr vert="horz" wrap="square" lIns="91440" tIns="45720" rIns="91440" bIns="45720" numCol="1" anchor="t" anchorCtr="0" compatLnSpc="1"/>
            <a:lstStyle/>
            <a:p>
              <a:endParaRPr lang="zh-CN" altLang="en-US">
                <a:solidFill>
                  <a:schemeClr val="tx1"/>
                </a:solidFill>
              </a:endParaRPr>
            </a:p>
          </p:txBody>
        </p:sp>
        <p:sp>
          <p:nvSpPr>
            <p:cNvPr id="51" name="Freeform 6"/>
            <p:cNvSpPr/>
            <p:nvPr/>
          </p:nvSpPr>
          <p:spPr bwMode="auto">
            <a:xfrm>
              <a:off x="4534774" y="1418828"/>
              <a:ext cx="1398786" cy="1398786"/>
            </a:xfrm>
            <a:custGeom>
              <a:avLst/>
              <a:gdLst>
                <a:gd name="T0" fmla="*/ 209 w 525"/>
                <a:gd name="T1" fmla="*/ 518 h 525"/>
                <a:gd name="T2" fmla="*/ 194 w 525"/>
                <a:gd name="T3" fmla="*/ 494 h 525"/>
                <a:gd name="T4" fmla="*/ 205 w 525"/>
                <a:gd name="T5" fmla="*/ 465 h 525"/>
                <a:gd name="T6" fmla="*/ 211 w 525"/>
                <a:gd name="T7" fmla="*/ 457 h 525"/>
                <a:gd name="T8" fmla="*/ 215 w 525"/>
                <a:gd name="T9" fmla="*/ 443 h 525"/>
                <a:gd name="T10" fmla="*/ 213 w 525"/>
                <a:gd name="T11" fmla="*/ 434 h 525"/>
                <a:gd name="T12" fmla="*/ 195 w 525"/>
                <a:gd name="T13" fmla="*/ 424 h 525"/>
                <a:gd name="T14" fmla="*/ 162 w 525"/>
                <a:gd name="T15" fmla="*/ 422 h 525"/>
                <a:gd name="T16" fmla="*/ 103 w 525"/>
                <a:gd name="T17" fmla="*/ 424 h 525"/>
                <a:gd name="T18" fmla="*/ 11 w 525"/>
                <a:gd name="T19" fmla="*/ 429 h 525"/>
                <a:gd name="T20" fmla="*/ 3 w 525"/>
                <a:gd name="T21" fmla="*/ 313 h 525"/>
                <a:gd name="T22" fmla="*/ 5 w 525"/>
                <a:gd name="T23" fmla="*/ 274 h 525"/>
                <a:gd name="T24" fmla="*/ 14 w 525"/>
                <a:gd name="T25" fmla="*/ 259 h 525"/>
                <a:gd name="T26" fmla="*/ 21 w 525"/>
                <a:gd name="T27" fmla="*/ 257 h 525"/>
                <a:gd name="T28" fmla="*/ 32 w 525"/>
                <a:gd name="T29" fmla="*/ 261 h 525"/>
                <a:gd name="T30" fmla="*/ 40 w 525"/>
                <a:gd name="T31" fmla="*/ 267 h 525"/>
                <a:gd name="T32" fmla="*/ 72 w 525"/>
                <a:gd name="T33" fmla="*/ 278 h 525"/>
                <a:gd name="T34" fmla="*/ 88 w 525"/>
                <a:gd name="T35" fmla="*/ 273 h 525"/>
                <a:gd name="T36" fmla="*/ 107 w 525"/>
                <a:gd name="T37" fmla="*/ 218 h 525"/>
                <a:gd name="T38" fmla="*/ 66 w 525"/>
                <a:gd name="T39" fmla="*/ 165 h 525"/>
                <a:gd name="T40" fmla="*/ 58 w 525"/>
                <a:gd name="T41" fmla="*/ 166 h 525"/>
                <a:gd name="T42" fmla="*/ 43 w 525"/>
                <a:gd name="T43" fmla="*/ 172 h 525"/>
                <a:gd name="T44" fmla="*/ 33 w 525"/>
                <a:gd name="T45" fmla="*/ 180 h 525"/>
                <a:gd name="T46" fmla="*/ 23 w 525"/>
                <a:gd name="T47" fmla="*/ 183 h 525"/>
                <a:gd name="T48" fmla="*/ 14 w 525"/>
                <a:gd name="T49" fmla="*/ 181 h 525"/>
                <a:gd name="T50" fmla="*/ 3 w 525"/>
                <a:gd name="T51" fmla="*/ 163 h 525"/>
                <a:gd name="T52" fmla="*/ 11 w 525"/>
                <a:gd name="T53" fmla="*/ 0 h 525"/>
                <a:gd name="T54" fmla="*/ 14 w 525"/>
                <a:gd name="T55" fmla="*/ 0 h 525"/>
                <a:gd name="T56" fmla="*/ 349 w 525"/>
                <a:gd name="T57" fmla="*/ 421 h 525"/>
                <a:gd name="T58" fmla="*/ 284 w 525"/>
                <a:gd name="T59" fmla="*/ 434 h 525"/>
                <a:gd name="T60" fmla="*/ 281 w 525"/>
                <a:gd name="T61" fmla="*/ 445 h 525"/>
                <a:gd name="T62" fmla="*/ 285 w 525"/>
                <a:gd name="T63" fmla="*/ 457 h 525"/>
                <a:gd name="T64" fmla="*/ 292 w 525"/>
                <a:gd name="T65" fmla="*/ 467 h 525"/>
                <a:gd name="T66" fmla="*/ 298 w 525"/>
                <a:gd name="T67" fmla="*/ 481 h 525"/>
                <a:gd name="T68" fmla="*/ 299 w 525"/>
                <a:gd name="T69" fmla="*/ 488 h 525"/>
                <a:gd name="T70" fmla="*/ 250 w 525"/>
                <a:gd name="T71" fmla="*/ 525 h 5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525" h="525">
                  <a:moveTo>
                    <a:pt x="248" y="525"/>
                  </a:moveTo>
                  <a:cubicBezTo>
                    <a:pt x="232" y="525"/>
                    <a:pt x="218" y="522"/>
                    <a:pt x="209" y="518"/>
                  </a:cubicBezTo>
                  <a:cubicBezTo>
                    <a:pt x="204" y="515"/>
                    <a:pt x="201" y="512"/>
                    <a:pt x="198" y="508"/>
                  </a:cubicBezTo>
                  <a:cubicBezTo>
                    <a:pt x="196" y="505"/>
                    <a:pt x="194" y="500"/>
                    <a:pt x="194" y="494"/>
                  </a:cubicBezTo>
                  <a:cubicBezTo>
                    <a:pt x="194" y="492"/>
                    <a:pt x="195" y="489"/>
                    <a:pt x="195" y="485"/>
                  </a:cubicBezTo>
                  <a:cubicBezTo>
                    <a:pt x="197" y="476"/>
                    <a:pt x="201" y="470"/>
                    <a:pt x="205" y="465"/>
                  </a:cubicBezTo>
                  <a:cubicBezTo>
                    <a:pt x="205" y="464"/>
                    <a:pt x="206" y="463"/>
                    <a:pt x="206" y="463"/>
                  </a:cubicBezTo>
                  <a:cubicBezTo>
                    <a:pt x="208" y="461"/>
                    <a:pt x="209" y="459"/>
                    <a:pt x="211" y="457"/>
                  </a:cubicBezTo>
                  <a:cubicBezTo>
                    <a:pt x="214" y="452"/>
                    <a:pt x="215" y="448"/>
                    <a:pt x="215" y="443"/>
                  </a:cubicBezTo>
                  <a:cubicBezTo>
                    <a:pt x="215" y="443"/>
                    <a:pt x="215" y="443"/>
                    <a:pt x="215" y="443"/>
                  </a:cubicBezTo>
                  <a:cubicBezTo>
                    <a:pt x="215" y="443"/>
                    <a:pt x="215" y="443"/>
                    <a:pt x="215" y="443"/>
                  </a:cubicBezTo>
                  <a:cubicBezTo>
                    <a:pt x="215" y="440"/>
                    <a:pt x="214" y="437"/>
                    <a:pt x="213" y="434"/>
                  </a:cubicBezTo>
                  <a:cubicBezTo>
                    <a:pt x="211" y="430"/>
                    <a:pt x="208" y="428"/>
                    <a:pt x="206" y="427"/>
                  </a:cubicBezTo>
                  <a:cubicBezTo>
                    <a:pt x="202" y="425"/>
                    <a:pt x="199" y="424"/>
                    <a:pt x="195" y="424"/>
                  </a:cubicBezTo>
                  <a:cubicBezTo>
                    <a:pt x="191" y="423"/>
                    <a:pt x="185" y="422"/>
                    <a:pt x="178" y="422"/>
                  </a:cubicBezTo>
                  <a:cubicBezTo>
                    <a:pt x="173" y="422"/>
                    <a:pt x="168" y="422"/>
                    <a:pt x="162" y="422"/>
                  </a:cubicBezTo>
                  <a:cubicBezTo>
                    <a:pt x="160" y="422"/>
                    <a:pt x="158" y="422"/>
                    <a:pt x="156" y="422"/>
                  </a:cubicBezTo>
                  <a:cubicBezTo>
                    <a:pt x="141" y="422"/>
                    <a:pt x="122" y="423"/>
                    <a:pt x="103" y="424"/>
                  </a:cubicBezTo>
                  <a:cubicBezTo>
                    <a:pt x="99" y="424"/>
                    <a:pt x="94" y="424"/>
                    <a:pt x="89" y="425"/>
                  </a:cubicBezTo>
                  <a:cubicBezTo>
                    <a:pt x="65" y="426"/>
                    <a:pt x="26" y="428"/>
                    <a:pt x="11" y="429"/>
                  </a:cubicBezTo>
                  <a:cubicBezTo>
                    <a:pt x="9" y="415"/>
                    <a:pt x="6" y="383"/>
                    <a:pt x="6" y="365"/>
                  </a:cubicBezTo>
                  <a:cubicBezTo>
                    <a:pt x="4" y="346"/>
                    <a:pt x="4" y="327"/>
                    <a:pt x="3" y="313"/>
                  </a:cubicBezTo>
                  <a:cubicBezTo>
                    <a:pt x="3" y="304"/>
                    <a:pt x="3" y="297"/>
                    <a:pt x="4" y="291"/>
                  </a:cubicBezTo>
                  <a:cubicBezTo>
                    <a:pt x="4" y="283"/>
                    <a:pt x="4" y="278"/>
                    <a:pt x="5" y="274"/>
                  </a:cubicBezTo>
                  <a:cubicBezTo>
                    <a:pt x="6" y="271"/>
                    <a:pt x="6" y="268"/>
                    <a:pt x="8" y="264"/>
                  </a:cubicBezTo>
                  <a:cubicBezTo>
                    <a:pt x="9" y="263"/>
                    <a:pt x="11" y="260"/>
                    <a:pt x="14" y="259"/>
                  </a:cubicBezTo>
                  <a:cubicBezTo>
                    <a:pt x="16" y="258"/>
                    <a:pt x="18" y="257"/>
                    <a:pt x="20" y="257"/>
                  </a:cubicBezTo>
                  <a:cubicBezTo>
                    <a:pt x="21" y="257"/>
                    <a:pt x="21" y="257"/>
                    <a:pt x="21" y="257"/>
                  </a:cubicBezTo>
                  <a:cubicBezTo>
                    <a:pt x="21" y="257"/>
                    <a:pt x="21" y="257"/>
                    <a:pt x="21" y="257"/>
                  </a:cubicBezTo>
                  <a:cubicBezTo>
                    <a:pt x="25" y="257"/>
                    <a:pt x="28" y="259"/>
                    <a:pt x="32" y="261"/>
                  </a:cubicBezTo>
                  <a:cubicBezTo>
                    <a:pt x="34" y="262"/>
                    <a:pt x="36" y="264"/>
                    <a:pt x="38" y="265"/>
                  </a:cubicBezTo>
                  <a:cubicBezTo>
                    <a:pt x="39" y="266"/>
                    <a:pt x="39" y="266"/>
                    <a:pt x="40" y="267"/>
                  </a:cubicBezTo>
                  <a:cubicBezTo>
                    <a:pt x="46" y="271"/>
                    <a:pt x="52" y="275"/>
                    <a:pt x="62" y="277"/>
                  </a:cubicBezTo>
                  <a:cubicBezTo>
                    <a:pt x="66" y="278"/>
                    <a:pt x="69" y="278"/>
                    <a:pt x="72" y="278"/>
                  </a:cubicBezTo>
                  <a:cubicBezTo>
                    <a:pt x="72" y="278"/>
                    <a:pt x="72" y="278"/>
                    <a:pt x="72" y="278"/>
                  </a:cubicBezTo>
                  <a:cubicBezTo>
                    <a:pt x="79" y="278"/>
                    <a:pt x="84" y="276"/>
                    <a:pt x="88" y="273"/>
                  </a:cubicBezTo>
                  <a:cubicBezTo>
                    <a:pt x="93" y="270"/>
                    <a:pt x="96" y="266"/>
                    <a:pt x="99" y="261"/>
                  </a:cubicBezTo>
                  <a:cubicBezTo>
                    <a:pt x="104" y="251"/>
                    <a:pt x="107" y="235"/>
                    <a:pt x="107" y="218"/>
                  </a:cubicBezTo>
                  <a:cubicBezTo>
                    <a:pt x="107" y="203"/>
                    <a:pt x="102" y="189"/>
                    <a:pt x="95" y="179"/>
                  </a:cubicBezTo>
                  <a:cubicBezTo>
                    <a:pt x="87" y="170"/>
                    <a:pt x="77" y="165"/>
                    <a:pt x="66" y="165"/>
                  </a:cubicBezTo>
                  <a:cubicBezTo>
                    <a:pt x="65" y="165"/>
                    <a:pt x="65" y="165"/>
                    <a:pt x="65" y="165"/>
                  </a:cubicBezTo>
                  <a:cubicBezTo>
                    <a:pt x="63" y="165"/>
                    <a:pt x="60" y="165"/>
                    <a:pt x="58" y="166"/>
                  </a:cubicBezTo>
                  <a:cubicBezTo>
                    <a:pt x="57" y="166"/>
                    <a:pt x="57" y="166"/>
                    <a:pt x="57" y="166"/>
                  </a:cubicBezTo>
                  <a:cubicBezTo>
                    <a:pt x="50" y="168"/>
                    <a:pt x="46" y="170"/>
                    <a:pt x="43" y="172"/>
                  </a:cubicBezTo>
                  <a:cubicBezTo>
                    <a:pt x="41" y="173"/>
                    <a:pt x="40" y="174"/>
                    <a:pt x="39" y="175"/>
                  </a:cubicBezTo>
                  <a:cubicBezTo>
                    <a:pt x="37" y="177"/>
                    <a:pt x="35" y="178"/>
                    <a:pt x="33" y="180"/>
                  </a:cubicBezTo>
                  <a:cubicBezTo>
                    <a:pt x="31" y="181"/>
                    <a:pt x="27" y="183"/>
                    <a:pt x="23" y="183"/>
                  </a:cubicBezTo>
                  <a:cubicBezTo>
                    <a:pt x="23" y="183"/>
                    <a:pt x="23" y="183"/>
                    <a:pt x="23" y="183"/>
                  </a:cubicBezTo>
                  <a:cubicBezTo>
                    <a:pt x="23" y="183"/>
                    <a:pt x="23" y="183"/>
                    <a:pt x="22" y="183"/>
                  </a:cubicBezTo>
                  <a:cubicBezTo>
                    <a:pt x="20" y="183"/>
                    <a:pt x="17" y="182"/>
                    <a:pt x="14" y="181"/>
                  </a:cubicBezTo>
                  <a:cubicBezTo>
                    <a:pt x="10" y="179"/>
                    <a:pt x="7" y="176"/>
                    <a:pt x="6" y="173"/>
                  </a:cubicBezTo>
                  <a:cubicBezTo>
                    <a:pt x="4" y="169"/>
                    <a:pt x="3" y="166"/>
                    <a:pt x="3" y="163"/>
                  </a:cubicBezTo>
                  <a:cubicBezTo>
                    <a:pt x="1" y="154"/>
                    <a:pt x="0" y="146"/>
                    <a:pt x="1" y="138"/>
                  </a:cubicBezTo>
                  <a:cubicBezTo>
                    <a:pt x="3" y="84"/>
                    <a:pt x="8" y="27"/>
                    <a:pt x="11" y="0"/>
                  </a:cubicBezTo>
                  <a:cubicBezTo>
                    <a:pt x="11" y="0"/>
                    <a:pt x="11" y="0"/>
                    <a:pt x="11" y="0"/>
                  </a:cubicBezTo>
                  <a:cubicBezTo>
                    <a:pt x="12" y="0"/>
                    <a:pt x="13" y="0"/>
                    <a:pt x="14" y="0"/>
                  </a:cubicBezTo>
                  <a:cubicBezTo>
                    <a:pt x="295" y="0"/>
                    <a:pt x="524" y="191"/>
                    <a:pt x="525" y="427"/>
                  </a:cubicBezTo>
                  <a:cubicBezTo>
                    <a:pt x="490" y="425"/>
                    <a:pt x="405" y="421"/>
                    <a:pt x="349" y="421"/>
                  </a:cubicBezTo>
                  <a:cubicBezTo>
                    <a:pt x="327" y="421"/>
                    <a:pt x="311" y="421"/>
                    <a:pt x="303" y="423"/>
                  </a:cubicBezTo>
                  <a:cubicBezTo>
                    <a:pt x="297" y="424"/>
                    <a:pt x="286" y="429"/>
                    <a:pt x="284" y="434"/>
                  </a:cubicBezTo>
                  <a:cubicBezTo>
                    <a:pt x="282" y="438"/>
                    <a:pt x="281" y="442"/>
                    <a:pt x="281" y="445"/>
                  </a:cubicBezTo>
                  <a:cubicBezTo>
                    <a:pt x="281" y="445"/>
                    <a:pt x="281" y="445"/>
                    <a:pt x="281" y="445"/>
                  </a:cubicBezTo>
                  <a:cubicBezTo>
                    <a:pt x="281" y="445"/>
                    <a:pt x="281" y="445"/>
                    <a:pt x="281" y="446"/>
                  </a:cubicBezTo>
                  <a:cubicBezTo>
                    <a:pt x="281" y="451"/>
                    <a:pt x="283" y="455"/>
                    <a:pt x="285" y="457"/>
                  </a:cubicBezTo>
                  <a:cubicBezTo>
                    <a:pt x="287" y="460"/>
                    <a:pt x="288" y="462"/>
                    <a:pt x="290" y="464"/>
                  </a:cubicBezTo>
                  <a:cubicBezTo>
                    <a:pt x="291" y="465"/>
                    <a:pt x="292" y="466"/>
                    <a:pt x="292" y="467"/>
                  </a:cubicBezTo>
                  <a:cubicBezTo>
                    <a:pt x="294" y="470"/>
                    <a:pt x="296" y="474"/>
                    <a:pt x="298" y="480"/>
                  </a:cubicBezTo>
                  <a:cubicBezTo>
                    <a:pt x="298" y="480"/>
                    <a:pt x="298" y="481"/>
                    <a:pt x="298" y="481"/>
                  </a:cubicBezTo>
                  <a:cubicBezTo>
                    <a:pt x="299" y="483"/>
                    <a:pt x="299" y="485"/>
                    <a:pt x="299" y="487"/>
                  </a:cubicBezTo>
                  <a:cubicBezTo>
                    <a:pt x="299" y="488"/>
                    <a:pt x="299" y="488"/>
                    <a:pt x="299" y="488"/>
                  </a:cubicBezTo>
                  <a:cubicBezTo>
                    <a:pt x="300" y="498"/>
                    <a:pt x="295" y="507"/>
                    <a:pt x="286" y="514"/>
                  </a:cubicBezTo>
                  <a:cubicBezTo>
                    <a:pt x="277" y="521"/>
                    <a:pt x="264" y="525"/>
                    <a:pt x="250" y="525"/>
                  </a:cubicBezTo>
                  <a:cubicBezTo>
                    <a:pt x="250" y="525"/>
                    <a:pt x="249" y="525"/>
                    <a:pt x="248" y="525"/>
                  </a:cubicBezTo>
                  <a:close/>
                </a:path>
              </a:pathLst>
            </a:custGeom>
            <a:solidFill>
              <a:schemeClr val="bg1"/>
            </a:solidFill>
            <a:ln w="6350" cap="flat">
              <a:solidFill>
                <a:schemeClr val="bg1">
                  <a:lumMod val="85000"/>
                </a:schemeClr>
              </a:solidFill>
              <a:prstDash val="solid"/>
              <a:miter lim="800000"/>
            </a:ln>
          </p:spPr>
          <p:txBody>
            <a:bodyPr vert="horz" wrap="square" lIns="91440" tIns="45720" rIns="91440" bIns="45720" numCol="1" anchor="t" anchorCtr="0" compatLnSpc="1"/>
            <a:lstStyle/>
            <a:p>
              <a:endParaRPr lang="zh-CN" altLang="en-US">
                <a:solidFill>
                  <a:schemeClr val="tx1"/>
                </a:solidFill>
              </a:endParaRPr>
            </a:p>
          </p:txBody>
        </p:sp>
        <p:sp>
          <p:nvSpPr>
            <p:cNvPr id="52" name="Freeform 7"/>
            <p:cNvSpPr/>
            <p:nvPr/>
          </p:nvSpPr>
          <p:spPr bwMode="auto">
            <a:xfrm>
              <a:off x="3212695" y="2311118"/>
              <a:ext cx="1367201" cy="1388634"/>
            </a:xfrm>
            <a:custGeom>
              <a:avLst/>
              <a:gdLst>
                <a:gd name="T0" fmla="*/ 298 w 513"/>
                <a:gd name="T1" fmla="*/ 485 h 521"/>
                <a:gd name="T2" fmla="*/ 0 w 513"/>
                <a:gd name="T3" fmla="*/ 99 h 521"/>
                <a:gd name="T4" fmla="*/ 161 w 513"/>
                <a:gd name="T5" fmla="*/ 103 h 521"/>
                <a:gd name="T6" fmla="*/ 187 w 513"/>
                <a:gd name="T7" fmla="*/ 101 h 521"/>
                <a:gd name="T8" fmla="*/ 210 w 513"/>
                <a:gd name="T9" fmla="*/ 81 h 521"/>
                <a:gd name="T10" fmla="*/ 210 w 513"/>
                <a:gd name="T11" fmla="*/ 80 h 521"/>
                <a:gd name="T12" fmla="*/ 202 w 513"/>
                <a:gd name="T13" fmla="*/ 62 h 521"/>
                <a:gd name="T14" fmla="*/ 193 w 513"/>
                <a:gd name="T15" fmla="*/ 46 h 521"/>
                <a:gd name="T16" fmla="*/ 192 w 513"/>
                <a:gd name="T17" fmla="*/ 38 h 521"/>
                <a:gd name="T18" fmla="*/ 205 w 513"/>
                <a:gd name="T19" fmla="*/ 12 h 521"/>
                <a:gd name="T20" fmla="*/ 243 w 513"/>
                <a:gd name="T21" fmla="*/ 0 h 521"/>
                <a:gd name="T22" fmla="*/ 293 w 513"/>
                <a:gd name="T23" fmla="*/ 17 h 521"/>
                <a:gd name="T24" fmla="*/ 296 w 513"/>
                <a:gd name="T25" fmla="*/ 40 h 521"/>
                <a:gd name="T26" fmla="*/ 285 w 513"/>
                <a:gd name="T27" fmla="*/ 63 h 521"/>
                <a:gd name="T28" fmla="*/ 277 w 513"/>
                <a:gd name="T29" fmla="*/ 82 h 521"/>
                <a:gd name="T30" fmla="*/ 277 w 513"/>
                <a:gd name="T31" fmla="*/ 83 h 521"/>
                <a:gd name="T32" fmla="*/ 286 w 513"/>
                <a:gd name="T33" fmla="*/ 98 h 521"/>
                <a:gd name="T34" fmla="*/ 337 w 513"/>
                <a:gd name="T35" fmla="*/ 104 h 521"/>
                <a:gd name="T36" fmla="*/ 508 w 513"/>
                <a:gd name="T37" fmla="*/ 163 h 521"/>
                <a:gd name="T38" fmla="*/ 510 w 513"/>
                <a:gd name="T39" fmla="*/ 237 h 521"/>
                <a:gd name="T40" fmla="*/ 505 w 513"/>
                <a:gd name="T41" fmla="*/ 264 h 521"/>
                <a:gd name="T42" fmla="*/ 493 w 513"/>
                <a:gd name="T43" fmla="*/ 271 h 521"/>
                <a:gd name="T44" fmla="*/ 492 w 513"/>
                <a:gd name="T45" fmla="*/ 271 h 521"/>
                <a:gd name="T46" fmla="*/ 476 w 513"/>
                <a:gd name="T47" fmla="*/ 263 h 521"/>
                <a:gd name="T48" fmla="*/ 451 w 513"/>
                <a:gd name="T49" fmla="*/ 251 h 521"/>
                <a:gd name="T50" fmla="*/ 441 w 513"/>
                <a:gd name="T51" fmla="*/ 250 h 521"/>
                <a:gd name="T52" fmla="*/ 415 w 513"/>
                <a:gd name="T53" fmla="*/ 267 h 521"/>
                <a:gd name="T54" fmla="*/ 419 w 513"/>
                <a:gd name="T55" fmla="*/ 349 h 521"/>
                <a:gd name="T56" fmla="*/ 449 w 513"/>
                <a:gd name="T57" fmla="*/ 363 h 521"/>
                <a:gd name="T58" fmla="*/ 457 w 513"/>
                <a:gd name="T59" fmla="*/ 362 h 521"/>
                <a:gd name="T60" fmla="*/ 475 w 513"/>
                <a:gd name="T61" fmla="*/ 353 h 521"/>
                <a:gd name="T62" fmla="*/ 490 w 513"/>
                <a:gd name="T63" fmla="*/ 345 h 521"/>
                <a:gd name="T64" fmla="*/ 491 w 513"/>
                <a:gd name="T65" fmla="*/ 345 h 521"/>
                <a:gd name="T66" fmla="*/ 507 w 513"/>
                <a:gd name="T67" fmla="*/ 355 h 521"/>
                <a:gd name="T68" fmla="*/ 512 w 513"/>
                <a:gd name="T69" fmla="*/ 394 h 5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513" h="521">
                  <a:moveTo>
                    <a:pt x="503" y="521"/>
                  </a:moveTo>
                  <a:cubicBezTo>
                    <a:pt x="430" y="519"/>
                    <a:pt x="361" y="507"/>
                    <a:pt x="298" y="485"/>
                  </a:cubicBezTo>
                  <a:cubicBezTo>
                    <a:pt x="238" y="464"/>
                    <a:pt x="184" y="433"/>
                    <a:pt x="140" y="394"/>
                  </a:cubicBezTo>
                  <a:cubicBezTo>
                    <a:pt x="51" y="318"/>
                    <a:pt x="1" y="213"/>
                    <a:pt x="0" y="99"/>
                  </a:cubicBezTo>
                  <a:cubicBezTo>
                    <a:pt x="41" y="101"/>
                    <a:pt x="131" y="103"/>
                    <a:pt x="157" y="103"/>
                  </a:cubicBezTo>
                  <a:cubicBezTo>
                    <a:pt x="159" y="103"/>
                    <a:pt x="160" y="103"/>
                    <a:pt x="161" y="103"/>
                  </a:cubicBezTo>
                  <a:cubicBezTo>
                    <a:pt x="171" y="103"/>
                    <a:pt x="180" y="103"/>
                    <a:pt x="186" y="101"/>
                  </a:cubicBezTo>
                  <a:cubicBezTo>
                    <a:pt x="187" y="101"/>
                    <a:pt x="187" y="101"/>
                    <a:pt x="187" y="101"/>
                  </a:cubicBezTo>
                  <a:cubicBezTo>
                    <a:pt x="192" y="100"/>
                    <a:pt x="203" y="98"/>
                    <a:pt x="208" y="91"/>
                  </a:cubicBezTo>
                  <a:cubicBezTo>
                    <a:pt x="210" y="88"/>
                    <a:pt x="210" y="84"/>
                    <a:pt x="210" y="81"/>
                  </a:cubicBezTo>
                  <a:cubicBezTo>
                    <a:pt x="210" y="80"/>
                    <a:pt x="210" y="80"/>
                    <a:pt x="210" y="80"/>
                  </a:cubicBezTo>
                  <a:cubicBezTo>
                    <a:pt x="210" y="80"/>
                    <a:pt x="210" y="80"/>
                    <a:pt x="210" y="80"/>
                  </a:cubicBezTo>
                  <a:cubicBezTo>
                    <a:pt x="210" y="75"/>
                    <a:pt x="208" y="71"/>
                    <a:pt x="207" y="68"/>
                  </a:cubicBezTo>
                  <a:cubicBezTo>
                    <a:pt x="205" y="66"/>
                    <a:pt x="203" y="64"/>
                    <a:pt x="202" y="62"/>
                  </a:cubicBezTo>
                  <a:cubicBezTo>
                    <a:pt x="201" y="61"/>
                    <a:pt x="200" y="59"/>
                    <a:pt x="199" y="58"/>
                  </a:cubicBezTo>
                  <a:cubicBezTo>
                    <a:pt x="197" y="55"/>
                    <a:pt x="195" y="52"/>
                    <a:pt x="193" y="46"/>
                  </a:cubicBezTo>
                  <a:cubicBezTo>
                    <a:pt x="193" y="45"/>
                    <a:pt x="193" y="45"/>
                    <a:pt x="193" y="44"/>
                  </a:cubicBezTo>
                  <a:cubicBezTo>
                    <a:pt x="193" y="42"/>
                    <a:pt x="192" y="40"/>
                    <a:pt x="192" y="38"/>
                  </a:cubicBezTo>
                  <a:cubicBezTo>
                    <a:pt x="192" y="38"/>
                    <a:pt x="192" y="38"/>
                    <a:pt x="192" y="37"/>
                  </a:cubicBezTo>
                  <a:cubicBezTo>
                    <a:pt x="192" y="28"/>
                    <a:pt x="197" y="19"/>
                    <a:pt x="205" y="12"/>
                  </a:cubicBezTo>
                  <a:cubicBezTo>
                    <a:pt x="214" y="4"/>
                    <a:pt x="227" y="0"/>
                    <a:pt x="241" y="0"/>
                  </a:cubicBezTo>
                  <a:cubicBezTo>
                    <a:pt x="242" y="0"/>
                    <a:pt x="243" y="0"/>
                    <a:pt x="243" y="0"/>
                  </a:cubicBezTo>
                  <a:cubicBezTo>
                    <a:pt x="259" y="0"/>
                    <a:pt x="274" y="3"/>
                    <a:pt x="283" y="8"/>
                  </a:cubicBezTo>
                  <a:cubicBezTo>
                    <a:pt x="287" y="10"/>
                    <a:pt x="291" y="13"/>
                    <a:pt x="293" y="17"/>
                  </a:cubicBezTo>
                  <a:cubicBezTo>
                    <a:pt x="296" y="21"/>
                    <a:pt x="297" y="26"/>
                    <a:pt x="297" y="31"/>
                  </a:cubicBezTo>
                  <a:cubicBezTo>
                    <a:pt x="297" y="34"/>
                    <a:pt x="297" y="37"/>
                    <a:pt x="296" y="40"/>
                  </a:cubicBezTo>
                  <a:cubicBezTo>
                    <a:pt x="294" y="50"/>
                    <a:pt x="291" y="55"/>
                    <a:pt x="287" y="61"/>
                  </a:cubicBezTo>
                  <a:cubicBezTo>
                    <a:pt x="286" y="61"/>
                    <a:pt x="286" y="62"/>
                    <a:pt x="285" y="63"/>
                  </a:cubicBezTo>
                  <a:cubicBezTo>
                    <a:pt x="284" y="65"/>
                    <a:pt x="282" y="67"/>
                    <a:pt x="281" y="69"/>
                  </a:cubicBezTo>
                  <a:cubicBezTo>
                    <a:pt x="278" y="73"/>
                    <a:pt x="277" y="78"/>
                    <a:pt x="277" y="82"/>
                  </a:cubicBezTo>
                  <a:cubicBezTo>
                    <a:pt x="277" y="82"/>
                    <a:pt x="277" y="82"/>
                    <a:pt x="277" y="82"/>
                  </a:cubicBezTo>
                  <a:cubicBezTo>
                    <a:pt x="277" y="83"/>
                    <a:pt x="277" y="83"/>
                    <a:pt x="277" y="83"/>
                  </a:cubicBezTo>
                  <a:cubicBezTo>
                    <a:pt x="277" y="85"/>
                    <a:pt x="277" y="88"/>
                    <a:pt x="279" y="91"/>
                  </a:cubicBezTo>
                  <a:cubicBezTo>
                    <a:pt x="280" y="95"/>
                    <a:pt x="284" y="97"/>
                    <a:pt x="286" y="98"/>
                  </a:cubicBezTo>
                  <a:cubicBezTo>
                    <a:pt x="290" y="101"/>
                    <a:pt x="293" y="101"/>
                    <a:pt x="296" y="102"/>
                  </a:cubicBezTo>
                  <a:cubicBezTo>
                    <a:pt x="302" y="103"/>
                    <a:pt x="316" y="104"/>
                    <a:pt x="337" y="104"/>
                  </a:cubicBezTo>
                  <a:cubicBezTo>
                    <a:pt x="373" y="104"/>
                    <a:pt x="429" y="102"/>
                    <a:pt x="503" y="98"/>
                  </a:cubicBezTo>
                  <a:cubicBezTo>
                    <a:pt x="504" y="116"/>
                    <a:pt x="507" y="146"/>
                    <a:pt x="508" y="163"/>
                  </a:cubicBezTo>
                  <a:cubicBezTo>
                    <a:pt x="509" y="183"/>
                    <a:pt x="510" y="201"/>
                    <a:pt x="510" y="216"/>
                  </a:cubicBezTo>
                  <a:cubicBezTo>
                    <a:pt x="510" y="224"/>
                    <a:pt x="510" y="231"/>
                    <a:pt x="510" y="237"/>
                  </a:cubicBezTo>
                  <a:cubicBezTo>
                    <a:pt x="510" y="245"/>
                    <a:pt x="509" y="250"/>
                    <a:pt x="508" y="254"/>
                  </a:cubicBezTo>
                  <a:cubicBezTo>
                    <a:pt x="508" y="258"/>
                    <a:pt x="507" y="261"/>
                    <a:pt x="505" y="264"/>
                  </a:cubicBezTo>
                  <a:cubicBezTo>
                    <a:pt x="504" y="266"/>
                    <a:pt x="503" y="268"/>
                    <a:pt x="500" y="269"/>
                  </a:cubicBezTo>
                  <a:cubicBezTo>
                    <a:pt x="498" y="270"/>
                    <a:pt x="495" y="271"/>
                    <a:pt x="493" y="271"/>
                  </a:cubicBezTo>
                  <a:cubicBezTo>
                    <a:pt x="493" y="271"/>
                    <a:pt x="493" y="271"/>
                    <a:pt x="493" y="271"/>
                  </a:cubicBezTo>
                  <a:cubicBezTo>
                    <a:pt x="493" y="271"/>
                    <a:pt x="492" y="271"/>
                    <a:pt x="492" y="271"/>
                  </a:cubicBezTo>
                  <a:cubicBezTo>
                    <a:pt x="489" y="271"/>
                    <a:pt x="485" y="270"/>
                    <a:pt x="481" y="267"/>
                  </a:cubicBezTo>
                  <a:cubicBezTo>
                    <a:pt x="479" y="266"/>
                    <a:pt x="478" y="265"/>
                    <a:pt x="476" y="263"/>
                  </a:cubicBezTo>
                  <a:cubicBezTo>
                    <a:pt x="475" y="263"/>
                    <a:pt x="474" y="262"/>
                    <a:pt x="473" y="261"/>
                  </a:cubicBezTo>
                  <a:cubicBezTo>
                    <a:pt x="468" y="257"/>
                    <a:pt x="462" y="253"/>
                    <a:pt x="451" y="251"/>
                  </a:cubicBezTo>
                  <a:cubicBezTo>
                    <a:pt x="448" y="251"/>
                    <a:pt x="445" y="250"/>
                    <a:pt x="442" y="250"/>
                  </a:cubicBezTo>
                  <a:cubicBezTo>
                    <a:pt x="441" y="250"/>
                    <a:pt x="441" y="250"/>
                    <a:pt x="441" y="250"/>
                  </a:cubicBezTo>
                  <a:cubicBezTo>
                    <a:pt x="435" y="250"/>
                    <a:pt x="430" y="252"/>
                    <a:pt x="425" y="255"/>
                  </a:cubicBezTo>
                  <a:cubicBezTo>
                    <a:pt x="421" y="258"/>
                    <a:pt x="418" y="262"/>
                    <a:pt x="415" y="267"/>
                  </a:cubicBezTo>
                  <a:cubicBezTo>
                    <a:pt x="409" y="277"/>
                    <a:pt x="406" y="293"/>
                    <a:pt x="406" y="311"/>
                  </a:cubicBezTo>
                  <a:cubicBezTo>
                    <a:pt x="407" y="325"/>
                    <a:pt x="411" y="339"/>
                    <a:pt x="419" y="349"/>
                  </a:cubicBezTo>
                  <a:cubicBezTo>
                    <a:pt x="427" y="358"/>
                    <a:pt x="437" y="364"/>
                    <a:pt x="448" y="364"/>
                  </a:cubicBezTo>
                  <a:cubicBezTo>
                    <a:pt x="448" y="364"/>
                    <a:pt x="449" y="364"/>
                    <a:pt x="449" y="363"/>
                  </a:cubicBezTo>
                  <a:cubicBezTo>
                    <a:pt x="451" y="363"/>
                    <a:pt x="453" y="363"/>
                    <a:pt x="456" y="362"/>
                  </a:cubicBezTo>
                  <a:cubicBezTo>
                    <a:pt x="456" y="362"/>
                    <a:pt x="456" y="362"/>
                    <a:pt x="457" y="362"/>
                  </a:cubicBezTo>
                  <a:cubicBezTo>
                    <a:pt x="464" y="360"/>
                    <a:pt x="468" y="358"/>
                    <a:pt x="471" y="356"/>
                  </a:cubicBezTo>
                  <a:cubicBezTo>
                    <a:pt x="472" y="355"/>
                    <a:pt x="473" y="354"/>
                    <a:pt x="475" y="353"/>
                  </a:cubicBezTo>
                  <a:cubicBezTo>
                    <a:pt x="476" y="351"/>
                    <a:pt x="478" y="350"/>
                    <a:pt x="481" y="348"/>
                  </a:cubicBezTo>
                  <a:cubicBezTo>
                    <a:pt x="483" y="347"/>
                    <a:pt x="486" y="345"/>
                    <a:pt x="490" y="345"/>
                  </a:cubicBezTo>
                  <a:cubicBezTo>
                    <a:pt x="490" y="345"/>
                    <a:pt x="490" y="345"/>
                    <a:pt x="491" y="345"/>
                  </a:cubicBezTo>
                  <a:cubicBezTo>
                    <a:pt x="491" y="345"/>
                    <a:pt x="491" y="345"/>
                    <a:pt x="491" y="345"/>
                  </a:cubicBezTo>
                  <a:cubicBezTo>
                    <a:pt x="494" y="345"/>
                    <a:pt x="497" y="346"/>
                    <a:pt x="500" y="347"/>
                  </a:cubicBezTo>
                  <a:cubicBezTo>
                    <a:pt x="503" y="349"/>
                    <a:pt x="506" y="352"/>
                    <a:pt x="507" y="355"/>
                  </a:cubicBezTo>
                  <a:cubicBezTo>
                    <a:pt x="513" y="370"/>
                    <a:pt x="513" y="383"/>
                    <a:pt x="512" y="392"/>
                  </a:cubicBezTo>
                  <a:cubicBezTo>
                    <a:pt x="512" y="394"/>
                    <a:pt x="512" y="394"/>
                    <a:pt x="512" y="394"/>
                  </a:cubicBezTo>
                  <a:cubicBezTo>
                    <a:pt x="511" y="424"/>
                    <a:pt x="505" y="501"/>
                    <a:pt x="503" y="521"/>
                  </a:cubicBezTo>
                  <a:close/>
                </a:path>
              </a:pathLst>
            </a:custGeom>
            <a:solidFill>
              <a:schemeClr val="bg1"/>
            </a:solidFill>
            <a:ln w="6350" cap="flat">
              <a:solidFill>
                <a:schemeClr val="bg1">
                  <a:lumMod val="85000"/>
                </a:schemeClr>
              </a:solidFill>
              <a:prstDash val="solid"/>
              <a:miter lim="800000"/>
            </a:ln>
          </p:spPr>
          <p:txBody>
            <a:bodyPr vert="horz" wrap="square" lIns="91440" tIns="45720" rIns="91440" bIns="45720" numCol="1" anchor="t" anchorCtr="0" compatLnSpc="1"/>
            <a:lstStyle/>
            <a:p>
              <a:endParaRPr lang="zh-CN" altLang="en-US">
                <a:solidFill>
                  <a:schemeClr val="tx1"/>
                </a:solidFill>
              </a:endParaRPr>
            </a:p>
          </p:txBody>
        </p:sp>
        <p:sp>
          <p:nvSpPr>
            <p:cNvPr id="53" name="Freeform 8"/>
            <p:cNvSpPr/>
            <p:nvPr/>
          </p:nvSpPr>
          <p:spPr bwMode="auto">
            <a:xfrm>
              <a:off x="4305779" y="2551394"/>
              <a:ext cx="1624397" cy="1316438"/>
            </a:xfrm>
            <a:custGeom>
              <a:avLst/>
              <a:gdLst>
                <a:gd name="T0" fmla="*/ 271 w 610"/>
                <a:gd name="T1" fmla="*/ 409 h 494"/>
                <a:gd name="T2" fmla="*/ 269 w 610"/>
                <a:gd name="T3" fmla="*/ 407 h 494"/>
                <a:gd name="T4" fmla="*/ 105 w 610"/>
                <a:gd name="T5" fmla="*/ 431 h 494"/>
                <a:gd name="T6" fmla="*/ 97 w 610"/>
                <a:gd name="T7" fmla="*/ 431 h 494"/>
                <a:gd name="T8" fmla="*/ 106 w 610"/>
                <a:gd name="T9" fmla="*/ 303 h 494"/>
                <a:gd name="T10" fmla="*/ 91 w 610"/>
                <a:gd name="T11" fmla="*/ 254 h 494"/>
                <a:gd name="T12" fmla="*/ 81 w 610"/>
                <a:gd name="T13" fmla="*/ 251 h 494"/>
                <a:gd name="T14" fmla="*/ 68 w 610"/>
                <a:gd name="T15" fmla="*/ 255 h 494"/>
                <a:gd name="T16" fmla="*/ 58 w 610"/>
                <a:gd name="T17" fmla="*/ 262 h 494"/>
                <a:gd name="T18" fmla="*/ 45 w 610"/>
                <a:gd name="T19" fmla="*/ 268 h 494"/>
                <a:gd name="T20" fmla="*/ 38 w 610"/>
                <a:gd name="T21" fmla="*/ 270 h 494"/>
                <a:gd name="T22" fmla="*/ 1 w 610"/>
                <a:gd name="T23" fmla="*/ 220 h 494"/>
                <a:gd name="T24" fmla="*/ 17 w 610"/>
                <a:gd name="T25" fmla="*/ 168 h 494"/>
                <a:gd name="T26" fmla="*/ 32 w 610"/>
                <a:gd name="T27" fmla="*/ 164 h 494"/>
                <a:gd name="T28" fmla="*/ 61 w 610"/>
                <a:gd name="T29" fmla="*/ 175 h 494"/>
                <a:gd name="T30" fmla="*/ 69 w 610"/>
                <a:gd name="T31" fmla="*/ 181 h 494"/>
                <a:gd name="T32" fmla="*/ 82 w 610"/>
                <a:gd name="T33" fmla="*/ 185 h 494"/>
                <a:gd name="T34" fmla="*/ 83 w 610"/>
                <a:gd name="T35" fmla="*/ 185 h 494"/>
                <a:gd name="T36" fmla="*/ 99 w 610"/>
                <a:gd name="T37" fmla="*/ 176 h 494"/>
                <a:gd name="T38" fmla="*/ 104 w 610"/>
                <a:gd name="T39" fmla="*/ 148 h 494"/>
                <a:gd name="T40" fmla="*/ 102 w 610"/>
                <a:gd name="T41" fmla="*/ 73 h 494"/>
                <a:gd name="T42" fmla="*/ 175 w 610"/>
                <a:gd name="T43" fmla="*/ 4 h 494"/>
                <a:gd name="T44" fmla="*/ 242 w 610"/>
                <a:gd name="T45" fmla="*/ 1 h 494"/>
                <a:gd name="T46" fmla="*/ 263 w 610"/>
                <a:gd name="T47" fmla="*/ 1 h 494"/>
                <a:gd name="T48" fmla="*/ 290 w 610"/>
                <a:gd name="T49" fmla="*/ 6 h 494"/>
                <a:gd name="T50" fmla="*/ 297 w 610"/>
                <a:gd name="T51" fmla="*/ 18 h 494"/>
                <a:gd name="T52" fmla="*/ 297 w 610"/>
                <a:gd name="T53" fmla="*/ 19 h 494"/>
                <a:gd name="T54" fmla="*/ 289 w 610"/>
                <a:gd name="T55" fmla="*/ 35 h 494"/>
                <a:gd name="T56" fmla="*/ 277 w 610"/>
                <a:gd name="T57" fmla="*/ 60 h 494"/>
                <a:gd name="T58" fmla="*/ 281 w 610"/>
                <a:gd name="T59" fmla="*/ 86 h 494"/>
                <a:gd name="T60" fmla="*/ 334 w 610"/>
                <a:gd name="T61" fmla="*/ 104 h 494"/>
                <a:gd name="T62" fmla="*/ 375 w 610"/>
                <a:gd name="T63" fmla="*/ 92 h 494"/>
                <a:gd name="T64" fmla="*/ 389 w 610"/>
                <a:gd name="T65" fmla="*/ 62 h 494"/>
                <a:gd name="T66" fmla="*/ 388 w 610"/>
                <a:gd name="T67" fmla="*/ 54 h 494"/>
                <a:gd name="T68" fmla="*/ 379 w 610"/>
                <a:gd name="T69" fmla="*/ 36 h 494"/>
                <a:gd name="T70" fmla="*/ 371 w 610"/>
                <a:gd name="T71" fmla="*/ 21 h 494"/>
                <a:gd name="T72" fmla="*/ 371 w 610"/>
                <a:gd name="T73" fmla="*/ 20 h 494"/>
                <a:gd name="T74" fmla="*/ 390 w 610"/>
                <a:gd name="T75" fmla="*/ 2 h 494"/>
                <a:gd name="T76" fmla="*/ 610 w 610"/>
                <a:gd name="T77" fmla="*/ 6 h 494"/>
                <a:gd name="T78" fmla="*/ 555 w 610"/>
                <a:gd name="T79" fmla="*/ 216 h 4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610" h="494">
                  <a:moveTo>
                    <a:pt x="231" y="494"/>
                  </a:moveTo>
                  <a:cubicBezTo>
                    <a:pt x="241" y="479"/>
                    <a:pt x="265" y="442"/>
                    <a:pt x="271" y="409"/>
                  </a:cubicBezTo>
                  <a:cubicBezTo>
                    <a:pt x="271" y="409"/>
                    <a:pt x="271" y="408"/>
                    <a:pt x="271" y="408"/>
                  </a:cubicBezTo>
                  <a:cubicBezTo>
                    <a:pt x="270" y="407"/>
                    <a:pt x="270" y="407"/>
                    <a:pt x="269" y="407"/>
                  </a:cubicBezTo>
                  <a:cubicBezTo>
                    <a:pt x="269" y="407"/>
                    <a:pt x="269" y="407"/>
                    <a:pt x="269" y="407"/>
                  </a:cubicBezTo>
                  <a:cubicBezTo>
                    <a:pt x="215" y="423"/>
                    <a:pt x="160" y="431"/>
                    <a:pt x="105" y="431"/>
                  </a:cubicBezTo>
                  <a:cubicBezTo>
                    <a:pt x="104" y="431"/>
                    <a:pt x="102" y="431"/>
                    <a:pt x="100" y="431"/>
                  </a:cubicBezTo>
                  <a:cubicBezTo>
                    <a:pt x="99" y="431"/>
                    <a:pt x="98" y="431"/>
                    <a:pt x="97" y="431"/>
                  </a:cubicBezTo>
                  <a:cubicBezTo>
                    <a:pt x="99" y="410"/>
                    <a:pt x="105" y="334"/>
                    <a:pt x="106" y="304"/>
                  </a:cubicBezTo>
                  <a:cubicBezTo>
                    <a:pt x="106" y="303"/>
                    <a:pt x="106" y="303"/>
                    <a:pt x="106" y="303"/>
                  </a:cubicBezTo>
                  <a:cubicBezTo>
                    <a:pt x="107" y="293"/>
                    <a:pt x="107" y="279"/>
                    <a:pt x="101" y="264"/>
                  </a:cubicBezTo>
                  <a:cubicBezTo>
                    <a:pt x="99" y="259"/>
                    <a:pt x="96" y="256"/>
                    <a:pt x="91" y="254"/>
                  </a:cubicBezTo>
                  <a:cubicBezTo>
                    <a:pt x="88" y="252"/>
                    <a:pt x="84" y="251"/>
                    <a:pt x="81" y="251"/>
                  </a:cubicBezTo>
                  <a:cubicBezTo>
                    <a:pt x="81" y="251"/>
                    <a:pt x="81" y="251"/>
                    <a:pt x="81" y="251"/>
                  </a:cubicBezTo>
                  <a:cubicBezTo>
                    <a:pt x="81" y="251"/>
                    <a:pt x="80" y="251"/>
                    <a:pt x="80" y="251"/>
                  </a:cubicBezTo>
                  <a:cubicBezTo>
                    <a:pt x="75" y="251"/>
                    <a:pt x="71" y="253"/>
                    <a:pt x="68" y="255"/>
                  </a:cubicBezTo>
                  <a:cubicBezTo>
                    <a:pt x="66" y="257"/>
                    <a:pt x="64" y="258"/>
                    <a:pt x="62" y="260"/>
                  </a:cubicBezTo>
                  <a:cubicBezTo>
                    <a:pt x="61" y="261"/>
                    <a:pt x="60" y="262"/>
                    <a:pt x="58" y="262"/>
                  </a:cubicBezTo>
                  <a:cubicBezTo>
                    <a:pt x="56" y="264"/>
                    <a:pt x="52" y="267"/>
                    <a:pt x="46" y="268"/>
                  </a:cubicBezTo>
                  <a:cubicBezTo>
                    <a:pt x="46" y="268"/>
                    <a:pt x="45" y="268"/>
                    <a:pt x="45" y="268"/>
                  </a:cubicBezTo>
                  <a:cubicBezTo>
                    <a:pt x="43" y="269"/>
                    <a:pt x="40" y="269"/>
                    <a:pt x="39" y="269"/>
                  </a:cubicBezTo>
                  <a:cubicBezTo>
                    <a:pt x="38" y="269"/>
                    <a:pt x="38" y="269"/>
                    <a:pt x="38" y="270"/>
                  </a:cubicBezTo>
                  <a:cubicBezTo>
                    <a:pt x="28" y="270"/>
                    <a:pt x="19" y="265"/>
                    <a:pt x="12" y="256"/>
                  </a:cubicBezTo>
                  <a:cubicBezTo>
                    <a:pt x="5" y="247"/>
                    <a:pt x="1" y="234"/>
                    <a:pt x="1" y="220"/>
                  </a:cubicBezTo>
                  <a:cubicBezTo>
                    <a:pt x="0" y="204"/>
                    <a:pt x="3" y="189"/>
                    <a:pt x="8" y="179"/>
                  </a:cubicBezTo>
                  <a:cubicBezTo>
                    <a:pt x="11" y="174"/>
                    <a:pt x="14" y="171"/>
                    <a:pt x="17" y="168"/>
                  </a:cubicBezTo>
                  <a:cubicBezTo>
                    <a:pt x="21" y="166"/>
                    <a:pt x="26" y="165"/>
                    <a:pt x="31" y="164"/>
                  </a:cubicBezTo>
                  <a:cubicBezTo>
                    <a:pt x="32" y="164"/>
                    <a:pt x="32" y="164"/>
                    <a:pt x="32" y="164"/>
                  </a:cubicBezTo>
                  <a:cubicBezTo>
                    <a:pt x="34" y="164"/>
                    <a:pt x="37" y="165"/>
                    <a:pt x="40" y="165"/>
                  </a:cubicBezTo>
                  <a:cubicBezTo>
                    <a:pt x="50" y="167"/>
                    <a:pt x="56" y="171"/>
                    <a:pt x="61" y="175"/>
                  </a:cubicBezTo>
                  <a:cubicBezTo>
                    <a:pt x="62" y="175"/>
                    <a:pt x="62" y="176"/>
                    <a:pt x="63" y="176"/>
                  </a:cubicBezTo>
                  <a:cubicBezTo>
                    <a:pt x="65" y="178"/>
                    <a:pt x="67" y="179"/>
                    <a:pt x="69" y="181"/>
                  </a:cubicBezTo>
                  <a:cubicBezTo>
                    <a:pt x="74" y="184"/>
                    <a:pt x="78" y="185"/>
                    <a:pt x="82" y="185"/>
                  </a:cubicBezTo>
                  <a:cubicBezTo>
                    <a:pt x="82" y="185"/>
                    <a:pt x="82" y="185"/>
                    <a:pt x="82" y="185"/>
                  </a:cubicBezTo>
                  <a:cubicBezTo>
                    <a:pt x="83" y="185"/>
                    <a:pt x="83" y="185"/>
                    <a:pt x="83" y="185"/>
                  </a:cubicBezTo>
                  <a:cubicBezTo>
                    <a:pt x="83" y="185"/>
                    <a:pt x="83" y="185"/>
                    <a:pt x="83" y="185"/>
                  </a:cubicBezTo>
                  <a:cubicBezTo>
                    <a:pt x="86" y="185"/>
                    <a:pt x="89" y="184"/>
                    <a:pt x="91" y="183"/>
                  </a:cubicBezTo>
                  <a:cubicBezTo>
                    <a:pt x="95" y="181"/>
                    <a:pt x="98" y="178"/>
                    <a:pt x="99" y="176"/>
                  </a:cubicBezTo>
                  <a:cubicBezTo>
                    <a:pt x="101" y="172"/>
                    <a:pt x="102" y="169"/>
                    <a:pt x="102" y="165"/>
                  </a:cubicBezTo>
                  <a:cubicBezTo>
                    <a:pt x="103" y="161"/>
                    <a:pt x="104" y="155"/>
                    <a:pt x="104" y="148"/>
                  </a:cubicBezTo>
                  <a:cubicBezTo>
                    <a:pt x="104" y="141"/>
                    <a:pt x="104" y="134"/>
                    <a:pt x="104" y="126"/>
                  </a:cubicBezTo>
                  <a:cubicBezTo>
                    <a:pt x="104" y="111"/>
                    <a:pt x="103" y="93"/>
                    <a:pt x="102" y="73"/>
                  </a:cubicBezTo>
                  <a:cubicBezTo>
                    <a:pt x="101" y="56"/>
                    <a:pt x="98" y="26"/>
                    <a:pt x="97" y="8"/>
                  </a:cubicBezTo>
                  <a:cubicBezTo>
                    <a:pt x="112" y="7"/>
                    <a:pt x="151" y="5"/>
                    <a:pt x="175" y="4"/>
                  </a:cubicBezTo>
                  <a:cubicBezTo>
                    <a:pt x="181" y="3"/>
                    <a:pt x="186" y="3"/>
                    <a:pt x="189" y="3"/>
                  </a:cubicBezTo>
                  <a:cubicBezTo>
                    <a:pt x="209" y="2"/>
                    <a:pt x="227" y="1"/>
                    <a:pt x="242" y="1"/>
                  </a:cubicBezTo>
                  <a:cubicBezTo>
                    <a:pt x="244" y="1"/>
                    <a:pt x="246" y="1"/>
                    <a:pt x="248" y="1"/>
                  </a:cubicBezTo>
                  <a:cubicBezTo>
                    <a:pt x="254" y="1"/>
                    <a:pt x="259" y="1"/>
                    <a:pt x="263" y="1"/>
                  </a:cubicBezTo>
                  <a:cubicBezTo>
                    <a:pt x="271" y="1"/>
                    <a:pt x="276" y="2"/>
                    <a:pt x="280" y="3"/>
                  </a:cubicBezTo>
                  <a:cubicBezTo>
                    <a:pt x="284" y="3"/>
                    <a:pt x="287" y="4"/>
                    <a:pt x="290" y="6"/>
                  </a:cubicBezTo>
                  <a:cubicBezTo>
                    <a:pt x="292" y="7"/>
                    <a:pt x="294" y="8"/>
                    <a:pt x="295" y="11"/>
                  </a:cubicBezTo>
                  <a:cubicBezTo>
                    <a:pt x="296" y="13"/>
                    <a:pt x="297" y="16"/>
                    <a:pt x="297" y="18"/>
                  </a:cubicBezTo>
                  <a:cubicBezTo>
                    <a:pt x="297" y="18"/>
                    <a:pt x="297" y="18"/>
                    <a:pt x="297" y="18"/>
                  </a:cubicBezTo>
                  <a:cubicBezTo>
                    <a:pt x="297" y="18"/>
                    <a:pt x="297" y="18"/>
                    <a:pt x="297" y="19"/>
                  </a:cubicBezTo>
                  <a:cubicBezTo>
                    <a:pt x="297" y="22"/>
                    <a:pt x="296" y="26"/>
                    <a:pt x="293" y="29"/>
                  </a:cubicBezTo>
                  <a:cubicBezTo>
                    <a:pt x="292" y="31"/>
                    <a:pt x="290" y="33"/>
                    <a:pt x="289" y="35"/>
                  </a:cubicBezTo>
                  <a:cubicBezTo>
                    <a:pt x="289" y="36"/>
                    <a:pt x="288" y="37"/>
                    <a:pt x="287" y="38"/>
                  </a:cubicBezTo>
                  <a:cubicBezTo>
                    <a:pt x="283" y="43"/>
                    <a:pt x="279" y="49"/>
                    <a:pt x="277" y="60"/>
                  </a:cubicBezTo>
                  <a:cubicBezTo>
                    <a:pt x="277" y="63"/>
                    <a:pt x="276" y="66"/>
                    <a:pt x="276" y="70"/>
                  </a:cubicBezTo>
                  <a:cubicBezTo>
                    <a:pt x="276" y="76"/>
                    <a:pt x="278" y="81"/>
                    <a:pt x="281" y="86"/>
                  </a:cubicBezTo>
                  <a:cubicBezTo>
                    <a:pt x="284" y="90"/>
                    <a:pt x="288" y="93"/>
                    <a:pt x="293" y="96"/>
                  </a:cubicBezTo>
                  <a:cubicBezTo>
                    <a:pt x="303" y="101"/>
                    <a:pt x="317" y="104"/>
                    <a:pt x="334" y="104"/>
                  </a:cubicBezTo>
                  <a:cubicBezTo>
                    <a:pt x="335" y="104"/>
                    <a:pt x="336" y="104"/>
                    <a:pt x="336" y="104"/>
                  </a:cubicBezTo>
                  <a:cubicBezTo>
                    <a:pt x="351" y="104"/>
                    <a:pt x="365" y="100"/>
                    <a:pt x="375" y="92"/>
                  </a:cubicBezTo>
                  <a:cubicBezTo>
                    <a:pt x="384" y="84"/>
                    <a:pt x="390" y="74"/>
                    <a:pt x="390" y="63"/>
                  </a:cubicBezTo>
                  <a:cubicBezTo>
                    <a:pt x="390" y="63"/>
                    <a:pt x="390" y="62"/>
                    <a:pt x="389" y="62"/>
                  </a:cubicBezTo>
                  <a:cubicBezTo>
                    <a:pt x="389" y="60"/>
                    <a:pt x="389" y="58"/>
                    <a:pt x="388" y="55"/>
                  </a:cubicBezTo>
                  <a:cubicBezTo>
                    <a:pt x="388" y="55"/>
                    <a:pt x="388" y="54"/>
                    <a:pt x="388" y="54"/>
                  </a:cubicBezTo>
                  <a:cubicBezTo>
                    <a:pt x="386" y="47"/>
                    <a:pt x="384" y="43"/>
                    <a:pt x="382" y="40"/>
                  </a:cubicBezTo>
                  <a:cubicBezTo>
                    <a:pt x="381" y="39"/>
                    <a:pt x="380" y="37"/>
                    <a:pt x="379" y="36"/>
                  </a:cubicBezTo>
                  <a:cubicBezTo>
                    <a:pt x="377" y="34"/>
                    <a:pt x="376" y="33"/>
                    <a:pt x="374" y="30"/>
                  </a:cubicBezTo>
                  <a:cubicBezTo>
                    <a:pt x="373" y="28"/>
                    <a:pt x="371" y="25"/>
                    <a:pt x="371" y="21"/>
                  </a:cubicBezTo>
                  <a:cubicBezTo>
                    <a:pt x="371" y="21"/>
                    <a:pt x="371" y="20"/>
                    <a:pt x="371" y="20"/>
                  </a:cubicBezTo>
                  <a:cubicBezTo>
                    <a:pt x="371" y="20"/>
                    <a:pt x="371" y="20"/>
                    <a:pt x="371" y="20"/>
                  </a:cubicBezTo>
                  <a:cubicBezTo>
                    <a:pt x="371" y="17"/>
                    <a:pt x="372" y="14"/>
                    <a:pt x="373" y="11"/>
                  </a:cubicBezTo>
                  <a:cubicBezTo>
                    <a:pt x="375" y="8"/>
                    <a:pt x="385" y="2"/>
                    <a:pt x="390" y="2"/>
                  </a:cubicBezTo>
                  <a:cubicBezTo>
                    <a:pt x="398" y="0"/>
                    <a:pt x="413" y="0"/>
                    <a:pt x="435" y="0"/>
                  </a:cubicBezTo>
                  <a:cubicBezTo>
                    <a:pt x="491" y="0"/>
                    <a:pt x="576" y="4"/>
                    <a:pt x="610" y="6"/>
                  </a:cubicBezTo>
                  <a:cubicBezTo>
                    <a:pt x="610" y="8"/>
                    <a:pt x="610" y="8"/>
                    <a:pt x="610" y="8"/>
                  </a:cubicBezTo>
                  <a:cubicBezTo>
                    <a:pt x="610" y="78"/>
                    <a:pt x="591" y="150"/>
                    <a:pt x="555" y="216"/>
                  </a:cubicBezTo>
                  <a:cubicBezTo>
                    <a:pt x="493" y="328"/>
                    <a:pt x="384" y="421"/>
                    <a:pt x="231" y="494"/>
                  </a:cubicBezTo>
                  <a:close/>
                </a:path>
              </a:pathLst>
            </a:custGeom>
            <a:solidFill>
              <a:srgbClr val="37B0E8"/>
            </a:solidFill>
            <a:ln w="6350" cap="flat">
              <a:solidFill>
                <a:schemeClr val="bg1"/>
              </a:solidFill>
              <a:prstDash val="solid"/>
              <a:miter lim="800000"/>
            </a:ln>
          </p:spPr>
          <p:txBody>
            <a:bodyPr vert="horz" wrap="square" lIns="91440" tIns="45720" rIns="91440" bIns="45720" numCol="1" anchor="t" anchorCtr="0" compatLnSpc="1"/>
            <a:lstStyle/>
            <a:p>
              <a:endParaRPr lang="zh-CN" altLang="en-US">
                <a:solidFill>
                  <a:schemeClr val="tx1"/>
                </a:solidFill>
              </a:endParaRPr>
            </a:p>
          </p:txBody>
        </p:sp>
      </p:grpSp>
      <p:grpSp>
        <p:nvGrpSpPr>
          <p:cNvPr id="54" name="组合 53"/>
          <p:cNvGrpSpPr/>
          <p:nvPr/>
        </p:nvGrpSpPr>
        <p:grpSpPr>
          <a:xfrm>
            <a:off x="4747748" y="3939108"/>
            <a:ext cx="858449" cy="724210"/>
            <a:chOff x="3985412" y="3838503"/>
            <a:chExt cx="858449" cy="724210"/>
          </a:xfrm>
          <a:solidFill>
            <a:schemeClr val="bg1">
              <a:lumMod val="50000"/>
            </a:schemeClr>
          </a:solidFill>
          <a:effectLst>
            <a:reflection blurRad="6350" stA="52000" endA="300" endPos="35000" dir="5400000" sy="-100000" algn="bl" rotWithShape="0"/>
          </a:effectLst>
        </p:grpSpPr>
        <p:sp>
          <p:nvSpPr>
            <p:cNvPr id="55" name="Freeform 9"/>
            <p:cNvSpPr/>
            <p:nvPr/>
          </p:nvSpPr>
          <p:spPr bwMode="auto">
            <a:xfrm>
              <a:off x="4063247" y="3838503"/>
              <a:ext cx="143263" cy="154543"/>
            </a:xfrm>
            <a:custGeom>
              <a:avLst/>
              <a:gdLst>
                <a:gd name="T0" fmla="*/ 6 w 54"/>
                <a:gd name="T1" fmla="*/ 38 h 58"/>
                <a:gd name="T2" fmla="*/ 27 w 54"/>
                <a:gd name="T3" fmla="*/ 58 h 58"/>
                <a:gd name="T4" fmla="*/ 48 w 54"/>
                <a:gd name="T5" fmla="*/ 37 h 58"/>
                <a:gd name="T6" fmla="*/ 53 w 54"/>
                <a:gd name="T7" fmla="*/ 28 h 58"/>
                <a:gd name="T8" fmla="*/ 50 w 54"/>
                <a:gd name="T9" fmla="*/ 24 h 58"/>
                <a:gd name="T10" fmla="*/ 27 w 54"/>
                <a:gd name="T11" fmla="*/ 0 h 58"/>
                <a:gd name="T12" fmla="*/ 4 w 54"/>
                <a:gd name="T13" fmla="*/ 24 h 58"/>
                <a:gd name="T14" fmla="*/ 0 w 54"/>
                <a:gd name="T15" fmla="*/ 28 h 58"/>
                <a:gd name="T16" fmla="*/ 6 w 54"/>
                <a:gd name="T17" fmla="*/ 38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58">
                  <a:moveTo>
                    <a:pt x="6" y="38"/>
                  </a:moveTo>
                  <a:cubicBezTo>
                    <a:pt x="9" y="48"/>
                    <a:pt x="16" y="58"/>
                    <a:pt x="27" y="58"/>
                  </a:cubicBezTo>
                  <a:cubicBezTo>
                    <a:pt x="38" y="58"/>
                    <a:pt x="45" y="48"/>
                    <a:pt x="48" y="37"/>
                  </a:cubicBezTo>
                  <a:cubicBezTo>
                    <a:pt x="52" y="36"/>
                    <a:pt x="54" y="31"/>
                    <a:pt x="53" y="28"/>
                  </a:cubicBezTo>
                  <a:cubicBezTo>
                    <a:pt x="53" y="26"/>
                    <a:pt x="52" y="24"/>
                    <a:pt x="50" y="24"/>
                  </a:cubicBezTo>
                  <a:cubicBezTo>
                    <a:pt x="49" y="10"/>
                    <a:pt x="40" y="0"/>
                    <a:pt x="27" y="0"/>
                  </a:cubicBezTo>
                  <a:cubicBezTo>
                    <a:pt x="14" y="0"/>
                    <a:pt x="5" y="10"/>
                    <a:pt x="4" y="24"/>
                  </a:cubicBezTo>
                  <a:cubicBezTo>
                    <a:pt x="2" y="24"/>
                    <a:pt x="1" y="25"/>
                    <a:pt x="0" y="28"/>
                  </a:cubicBezTo>
                  <a:cubicBezTo>
                    <a:pt x="0" y="32"/>
                    <a:pt x="2" y="37"/>
                    <a:pt x="6" y="3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6" name="Freeform 10"/>
            <p:cNvSpPr/>
            <p:nvPr/>
          </p:nvSpPr>
          <p:spPr bwMode="auto">
            <a:xfrm>
              <a:off x="3985412" y="3969357"/>
              <a:ext cx="469270" cy="591100"/>
            </a:xfrm>
            <a:custGeom>
              <a:avLst/>
              <a:gdLst>
                <a:gd name="T0" fmla="*/ 127 w 176"/>
                <a:gd name="T1" fmla="*/ 66 h 222"/>
                <a:gd name="T2" fmla="*/ 153 w 176"/>
                <a:gd name="T3" fmla="*/ 40 h 222"/>
                <a:gd name="T4" fmla="*/ 174 w 176"/>
                <a:gd name="T5" fmla="*/ 5 h 222"/>
                <a:gd name="T6" fmla="*/ 170 w 176"/>
                <a:gd name="T7" fmla="*/ 1 h 222"/>
                <a:gd name="T8" fmla="*/ 139 w 176"/>
                <a:gd name="T9" fmla="*/ 26 h 222"/>
                <a:gd name="T10" fmla="*/ 124 w 176"/>
                <a:gd name="T11" fmla="*/ 42 h 222"/>
                <a:gd name="T12" fmla="*/ 111 w 176"/>
                <a:gd name="T13" fmla="*/ 43 h 222"/>
                <a:gd name="T14" fmla="*/ 94 w 176"/>
                <a:gd name="T15" fmla="*/ 24 h 222"/>
                <a:gd name="T16" fmla="*/ 93 w 176"/>
                <a:gd name="T17" fmla="*/ 22 h 222"/>
                <a:gd name="T18" fmla="*/ 78 w 176"/>
                <a:gd name="T19" fmla="*/ 14 h 222"/>
                <a:gd name="T20" fmla="*/ 71 w 176"/>
                <a:gd name="T21" fmla="*/ 13 h 222"/>
                <a:gd name="T22" fmla="*/ 62 w 176"/>
                <a:gd name="T23" fmla="*/ 44 h 222"/>
                <a:gd name="T24" fmla="*/ 61 w 176"/>
                <a:gd name="T25" fmla="*/ 19 h 222"/>
                <a:gd name="T26" fmla="*/ 54 w 176"/>
                <a:gd name="T27" fmla="*/ 15 h 222"/>
                <a:gd name="T28" fmla="*/ 53 w 176"/>
                <a:gd name="T29" fmla="*/ 25 h 222"/>
                <a:gd name="T30" fmla="*/ 41 w 176"/>
                <a:gd name="T31" fmla="*/ 13 h 222"/>
                <a:gd name="T32" fmla="*/ 41 w 176"/>
                <a:gd name="T33" fmla="*/ 13 h 222"/>
                <a:gd name="T34" fmla="*/ 15 w 176"/>
                <a:gd name="T35" fmla="*/ 22 h 222"/>
                <a:gd name="T36" fmla="*/ 2 w 176"/>
                <a:gd name="T37" fmla="*/ 110 h 222"/>
                <a:gd name="T38" fmla="*/ 21 w 176"/>
                <a:gd name="T39" fmla="*/ 112 h 222"/>
                <a:gd name="T40" fmla="*/ 26 w 176"/>
                <a:gd name="T41" fmla="*/ 45 h 222"/>
                <a:gd name="T42" fmla="*/ 26 w 176"/>
                <a:gd name="T43" fmla="*/ 105 h 222"/>
                <a:gd name="T44" fmla="*/ 26 w 176"/>
                <a:gd name="T45" fmla="*/ 209 h 222"/>
                <a:gd name="T46" fmla="*/ 39 w 176"/>
                <a:gd name="T47" fmla="*/ 222 h 222"/>
                <a:gd name="T48" fmla="*/ 52 w 176"/>
                <a:gd name="T49" fmla="*/ 209 h 222"/>
                <a:gd name="T50" fmla="*/ 59 w 176"/>
                <a:gd name="T51" fmla="*/ 122 h 222"/>
                <a:gd name="T52" fmla="*/ 72 w 176"/>
                <a:gd name="T53" fmla="*/ 222 h 222"/>
                <a:gd name="T54" fmla="*/ 72 w 176"/>
                <a:gd name="T55" fmla="*/ 222 h 222"/>
                <a:gd name="T56" fmla="*/ 85 w 176"/>
                <a:gd name="T57" fmla="*/ 112 h 222"/>
                <a:gd name="T58" fmla="*/ 86 w 176"/>
                <a:gd name="T59" fmla="*/ 45 h 222"/>
                <a:gd name="T60" fmla="*/ 86 w 176"/>
                <a:gd name="T61" fmla="*/ 44 h 222"/>
                <a:gd name="T62" fmla="*/ 102 w 176"/>
                <a:gd name="T63" fmla="*/ 63 h 222"/>
                <a:gd name="T64" fmla="*/ 108 w 176"/>
                <a:gd name="T65" fmla="*/ 69 h 222"/>
                <a:gd name="T66" fmla="*/ 113 w 176"/>
                <a:gd name="T67" fmla="*/ 71 h 222"/>
                <a:gd name="T68" fmla="*/ 116 w 176"/>
                <a:gd name="T69" fmla="*/ 72 h 222"/>
                <a:gd name="T70" fmla="*/ 122 w 176"/>
                <a:gd name="T71" fmla="*/ 70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76" h="222">
                  <a:moveTo>
                    <a:pt x="122" y="70"/>
                  </a:moveTo>
                  <a:cubicBezTo>
                    <a:pt x="124" y="69"/>
                    <a:pt x="125" y="68"/>
                    <a:pt x="127" y="66"/>
                  </a:cubicBezTo>
                  <a:cubicBezTo>
                    <a:pt x="130" y="64"/>
                    <a:pt x="132" y="61"/>
                    <a:pt x="135" y="59"/>
                  </a:cubicBezTo>
                  <a:cubicBezTo>
                    <a:pt x="144" y="50"/>
                    <a:pt x="153" y="40"/>
                    <a:pt x="153" y="40"/>
                  </a:cubicBezTo>
                  <a:cubicBezTo>
                    <a:pt x="157" y="36"/>
                    <a:pt x="157" y="30"/>
                    <a:pt x="153" y="26"/>
                  </a:cubicBezTo>
                  <a:cubicBezTo>
                    <a:pt x="174" y="5"/>
                    <a:pt x="174" y="5"/>
                    <a:pt x="174" y="5"/>
                  </a:cubicBezTo>
                  <a:cubicBezTo>
                    <a:pt x="176" y="4"/>
                    <a:pt x="176" y="2"/>
                    <a:pt x="174" y="1"/>
                  </a:cubicBezTo>
                  <a:cubicBezTo>
                    <a:pt x="173" y="0"/>
                    <a:pt x="171" y="0"/>
                    <a:pt x="170" y="1"/>
                  </a:cubicBezTo>
                  <a:cubicBezTo>
                    <a:pt x="148" y="23"/>
                    <a:pt x="148" y="23"/>
                    <a:pt x="148" y="23"/>
                  </a:cubicBezTo>
                  <a:cubicBezTo>
                    <a:pt x="144" y="23"/>
                    <a:pt x="141" y="24"/>
                    <a:pt x="139" y="26"/>
                  </a:cubicBezTo>
                  <a:cubicBezTo>
                    <a:pt x="138" y="27"/>
                    <a:pt x="138" y="27"/>
                    <a:pt x="138" y="27"/>
                  </a:cubicBezTo>
                  <a:cubicBezTo>
                    <a:pt x="137" y="28"/>
                    <a:pt x="131" y="35"/>
                    <a:pt x="124" y="42"/>
                  </a:cubicBezTo>
                  <a:cubicBezTo>
                    <a:pt x="121" y="45"/>
                    <a:pt x="119" y="47"/>
                    <a:pt x="116" y="49"/>
                  </a:cubicBezTo>
                  <a:cubicBezTo>
                    <a:pt x="115" y="47"/>
                    <a:pt x="113" y="45"/>
                    <a:pt x="111" y="43"/>
                  </a:cubicBezTo>
                  <a:cubicBezTo>
                    <a:pt x="107" y="38"/>
                    <a:pt x="102" y="33"/>
                    <a:pt x="99" y="29"/>
                  </a:cubicBezTo>
                  <a:cubicBezTo>
                    <a:pt x="97" y="27"/>
                    <a:pt x="95" y="25"/>
                    <a:pt x="94" y="24"/>
                  </a:cubicBezTo>
                  <a:cubicBezTo>
                    <a:pt x="94" y="23"/>
                    <a:pt x="93" y="22"/>
                    <a:pt x="93" y="22"/>
                  </a:cubicBezTo>
                  <a:cubicBezTo>
                    <a:pt x="93" y="22"/>
                    <a:pt x="93" y="22"/>
                    <a:pt x="93" y="22"/>
                  </a:cubicBezTo>
                  <a:cubicBezTo>
                    <a:pt x="92" y="21"/>
                    <a:pt x="92" y="21"/>
                    <a:pt x="92" y="21"/>
                  </a:cubicBezTo>
                  <a:cubicBezTo>
                    <a:pt x="91" y="19"/>
                    <a:pt x="88" y="17"/>
                    <a:pt x="78" y="14"/>
                  </a:cubicBezTo>
                  <a:cubicBezTo>
                    <a:pt x="75" y="14"/>
                    <a:pt x="73" y="13"/>
                    <a:pt x="71" y="13"/>
                  </a:cubicBezTo>
                  <a:cubicBezTo>
                    <a:pt x="71" y="13"/>
                    <a:pt x="71" y="13"/>
                    <a:pt x="71" y="13"/>
                  </a:cubicBezTo>
                  <a:cubicBezTo>
                    <a:pt x="71" y="13"/>
                    <a:pt x="71" y="13"/>
                    <a:pt x="71" y="13"/>
                  </a:cubicBezTo>
                  <a:cubicBezTo>
                    <a:pt x="70" y="17"/>
                    <a:pt x="69" y="29"/>
                    <a:pt x="62" y="44"/>
                  </a:cubicBezTo>
                  <a:cubicBezTo>
                    <a:pt x="61" y="34"/>
                    <a:pt x="59" y="26"/>
                    <a:pt x="59" y="25"/>
                  </a:cubicBezTo>
                  <a:cubicBezTo>
                    <a:pt x="61" y="19"/>
                    <a:pt x="61" y="19"/>
                    <a:pt x="61" y="19"/>
                  </a:cubicBezTo>
                  <a:cubicBezTo>
                    <a:pt x="57" y="15"/>
                    <a:pt x="57" y="15"/>
                    <a:pt x="57" y="15"/>
                  </a:cubicBezTo>
                  <a:cubicBezTo>
                    <a:pt x="54" y="15"/>
                    <a:pt x="54" y="15"/>
                    <a:pt x="54" y="15"/>
                  </a:cubicBezTo>
                  <a:cubicBezTo>
                    <a:pt x="50" y="19"/>
                    <a:pt x="50" y="19"/>
                    <a:pt x="50" y="19"/>
                  </a:cubicBezTo>
                  <a:cubicBezTo>
                    <a:pt x="53" y="25"/>
                    <a:pt x="53" y="25"/>
                    <a:pt x="53" y="25"/>
                  </a:cubicBezTo>
                  <a:cubicBezTo>
                    <a:pt x="52" y="26"/>
                    <a:pt x="51" y="34"/>
                    <a:pt x="50" y="44"/>
                  </a:cubicBezTo>
                  <a:cubicBezTo>
                    <a:pt x="43" y="29"/>
                    <a:pt x="41" y="17"/>
                    <a:pt x="41" y="13"/>
                  </a:cubicBezTo>
                  <a:cubicBezTo>
                    <a:pt x="41" y="13"/>
                    <a:pt x="41" y="13"/>
                    <a:pt x="41" y="13"/>
                  </a:cubicBezTo>
                  <a:cubicBezTo>
                    <a:pt x="41" y="13"/>
                    <a:pt x="41" y="13"/>
                    <a:pt x="41" y="13"/>
                  </a:cubicBezTo>
                  <a:cubicBezTo>
                    <a:pt x="38" y="13"/>
                    <a:pt x="37" y="14"/>
                    <a:pt x="35" y="15"/>
                  </a:cubicBezTo>
                  <a:cubicBezTo>
                    <a:pt x="29" y="17"/>
                    <a:pt x="20" y="20"/>
                    <a:pt x="15" y="22"/>
                  </a:cubicBezTo>
                  <a:cubicBezTo>
                    <a:pt x="13" y="25"/>
                    <a:pt x="4" y="37"/>
                    <a:pt x="1" y="75"/>
                  </a:cubicBezTo>
                  <a:cubicBezTo>
                    <a:pt x="0" y="87"/>
                    <a:pt x="2" y="110"/>
                    <a:pt x="2" y="110"/>
                  </a:cubicBezTo>
                  <a:cubicBezTo>
                    <a:pt x="4" y="117"/>
                    <a:pt x="4" y="122"/>
                    <a:pt x="11" y="122"/>
                  </a:cubicBezTo>
                  <a:cubicBezTo>
                    <a:pt x="18" y="122"/>
                    <a:pt x="21" y="117"/>
                    <a:pt x="21" y="112"/>
                  </a:cubicBezTo>
                  <a:cubicBezTo>
                    <a:pt x="21" y="112"/>
                    <a:pt x="19" y="93"/>
                    <a:pt x="20" y="77"/>
                  </a:cubicBezTo>
                  <a:cubicBezTo>
                    <a:pt x="20" y="64"/>
                    <a:pt x="24" y="45"/>
                    <a:pt x="26" y="45"/>
                  </a:cubicBezTo>
                  <a:cubicBezTo>
                    <a:pt x="26" y="45"/>
                    <a:pt x="26" y="45"/>
                    <a:pt x="26" y="45"/>
                  </a:cubicBezTo>
                  <a:cubicBezTo>
                    <a:pt x="26" y="105"/>
                    <a:pt x="26" y="105"/>
                    <a:pt x="26" y="105"/>
                  </a:cubicBezTo>
                  <a:cubicBezTo>
                    <a:pt x="26" y="108"/>
                    <a:pt x="26" y="110"/>
                    <a:pt x="26" y="112"/>
                  </a:cubicBezTo>
                  <a:cubicBezTo>
                    <a:pt x="26" y="209"/>
                    <a:pt x="26" y="209"/>
                    <a:pt x="26" y="209"/>
                  </a:cubicBezTo>
                  <a:cubicBezTo>
                    <a:pt x="26" y="216"/>
                    <a:pt x="32" y="222"/>
                    <a:pt x="39" y="222"/>
                  </a:cubicBezTo>
                  <a:cubicBezTo>
                    <a:pt x="39" y="222"/>
                    <a:pt x="39" y="222"/>
                    <a:pt x="39" y="222"/>
                  </a:cubicBezTo>
                  <a:cubicBezTo>
                    <a:pt x="39" y="222"/>
                    <a:pt x="39" y="222"/>
                    <a:pt x="39" y="222"/>
                  </a:cubicBezTo>
                  <a:cubicBezTo>
                    <a:pt x="47" y="222"/>
                    <a:pt x="52" y="216"/>
                    <a:pt x="52" y="209"/>
                  </a:cubicBezTo>
                  <a:cubicBezTo>
                    <a:pt x="52" y="122"/>
                    <a:pt x="52" y="122"/>
                    <a:pt x="52" y="122"/>
                  </a:cubicBezTo>
                  <a:cubicBezTo>
                    <a:pt x="59" y="122"/>
                    <a:pt x="59" y="122"/>
                    <a:pt x="59" y="122"/>
                  </a:cubicBezTo>
                  <a:cubicBezTo>
                    <a:pt x="59" y="209"/>
                    <a:pt x="59" y="209"/>
                    <a:pt x="59" y="209"/>
                  </a:cubicBezTo>
                  <a:cubicBezTo>
                    <a:pt x="59" y="216"/>
                    <a:pt x="65" y="222"/>
                    <a:pt x="72" y="222"/>
                  </a:cubicBezTo>
                  <a:cubicBezTo>
                    <a:pt x="72" y="222"/>
                    <a:pt x="72" y="222"/>
                    <a:pt x="72" y="222"/>
                  </a:cubicBezTo>
                  <a:cubicBezTo>
                    <a:pt x="72" y="222"/>
                    <a:pt x="72" y="222"/>
                    <a:pt x="72" y="222"/>
                  </a:cubicBezTo>
                  <a:cubicBezTo>
                    <a:pt x="79" y="222"/>
                    <a:pt x="85" y="216"/>
                    <a:pt x="85" y="209"/>
                  </a:cubicBezTo>
                  <a:cubicBezTo>
                    <a:pt x="85" y="112"/>
                    <a:pt x="85" y="112"/>
                    <a:pt x="85" y="112"/>
                  </a:cubicBezTo>
                  <a:cubicBezTo>
                    <a:pt x="85" y="110"/>
                    <a:pt x="86" y="108"/>
                    <a:pt x="86" y="105"/>
                  </a:cubicBezTo>
                  <a:cubicBezTo>
                    <a:pt x="86" y="45"/>
                    <a:pt x="86" y="45"/>
                    <a:pt x="86" y="45"/>
                  </a:cubicBezTo>
                  <a:cubicBezTo>
                    <a:pt x="86" y="45"/>
                    <a:pt x="86" y="45"/>
                    <a:pt x="86" y="45"/>
                  </a:cubicBezTo>
                  <a:cubicBezTo>
                    <a:pt x="86" y="45"/>
                    <a:pt x="86" y="45"/>
                    <a:pt x="86" y="44"/>
                  </a:cubicBezTo>
                  <a:cubicBezTo>
                    <a:pt x="87" y="47"/>
                    <a:pt x="89" y="49"/>
                    <a:pt x="91" y="51"/>
                  </a:cubicBezTo>
                  <a:cubicBezTo>
                    <a:pt x="95" y="55"/>
                    <a:pt x="98" y="59"/>
                    <a:pt x="102" y="63"/>
                  </a:cubicBezTo>
                  <a:cubicBezTo>
                    <a:pt x="103" y="65"/>
                    <a:pt x="105" y="66"/>
                    <a:pt x="106" y="67"/>
                  </a:cubicBezTo>
                  <a:cubicBezTo>
                    <a:pt x="107" y="68"/>
                    <a:pt x="108" y="69"/>
                    <a:pt x="108" y="69"/>
                  </a:cubicBezTo>
                  <a:cubicBezTo>
                    <a:pt x="109" y="69"/>
                    <a:pt x="109" y="70"/>
                    <a:pt x="110" y="70"/>
                  </a:cubicBezTo>
                  <a:cubicBezTo>
                    <a:pt x="110" y="71"/>
                    <a:pt x="111" y="71"/>
                    <a:pt x="113" y="71"/>
                  </a:cubicBezTo>
                  <a:cubicBezTo>
                    <a:pt x="113" y="71"/>
                    <a:pt x="113" y="71"/>
                    <a:pt x="113" y="71"/>
                  </a:cubicBezTo>
                  <a:cubicBezTo>
                    <a:pt x="114" y="72"/>
                    <a:pt x="115" y="72"/>
                    <a:pt x="116" y="72"/>
                  </a:cubicBezTo>
                  <a:cubicBezTo>
                    <a:pt x="117" y="72"/>
                    <a:pt x="118" y="71"/>
                    <a:pt x="119" y="71"/>
                  </a:cubicBezTo>
                  <a:cubicBezTo>
                    <a:pt x="120" y="71"/>
                    <a:pt x="121" y="70"/>
                    <a:pt x="122"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7" name="Freeform 11"/>
            <p:cNvSpPr/>
            <p:nvPr/>
          </p:nvSpPr>
          <p:spPr bwMode="auto">
            <a:xfrm>
              <a:off x="4296755" y="3852039"/>
              <a:ext cx="547106" cy="710674"/>
            </a:xfrm>
            <a:custGeom>
              <a:avLst/>
              <a:gdLst>
                <a:gd name="T0" fmla="*/ 198 w 205"/>
                <a:gd name="T1" fmla="*/ 17 h 267"/>
                <a:gd name="T2" fmla="*/ 205 w 205"/>
                <a:gd name="T3" fmla="*/ 10 h 267"/>
                <a:gd name="T4" fmla="*/ 205 w 205"/>
                <a:gd name="T5" fmla="*/ 8 h 267"/>
                <a:gd name="T6" fmla="*/ 198 w 205"/>
                <a:gd name="T7" fmla="*/ 0 h 267"/>
                <a:gd name="T8" fmla="*/ 8 w 205"/>
                <a:gd name="T9" fmla="*/ 0 h 267"/>
                <a:gd name="T10" fmla="*/ 0 w 205"/>
                <a:gd name="T11" fmla="*/ 8 h 267"/>
                <a:gd name="T12" fmla="*/ 0 w 205"/>
                <a:gd name="T13" fmla="*/ 10 h 267"/>
                <a:gd name="T14" fmla="*/ 8 w 205"/>
                <a:gd name="T15" fmla="*/ 17 h 267"/>
                <a:gd name="T16" fmla="*/ 12 w 205"/>
                <a:gd name="T17" fmla="*/ 17 h 267"/>
                <a:gd name="T18" fmla="*/ 12 w 205"/>
                <a:gd name="T19" fmla="*/ 75 h 267"/>
                <a:gd name="T20" fmla="*/ 18 w 205"/>
                <a:gd name="T21" fmla="*/ 68 h 267"/>
                <a:gd name="T22" fmla="*/ 18 w 205"/>
                <a:gd name="T23" fmla="*/ 67 h 267"/>
                <a:gd name="T24" fmla="*/ 20 w 205"/>
                <a:gd name="T25" fmla="*/ 66 h 267"/>
                <a:gd name="T26" fmla="*/ 20 w 205"/>
                <a:gd name="T27" fmla="*/ 17 h 267"/>
                <a:gd name="T28" fmla="*/ 185 w 205"/>
                <a:gd name="T29" fmla="*/ 17 h 267"/>
                <a:gd name="T30" fmla="*/ 185 w 205"/>
                <a:gd name="T31" fmla="*/ 141 h 267"/>
                <a:gd name="T32" fmla="*/ 20 w 205"/>
                <a:gd name="T33" fmla="*/ 141 h 267"/>
                <a:gd name="T34" fmla="*/ 20 w 205"/>
                <a:gd name="T35" fmla="*/ 107 h 267"/>
                <a:gd name="T36" fmla="*/ 13 w 205"/>
                <a:gd name="T37" fmla="*/ 114 h 267"/>
                <a:gd name="T38" fmla="*/ 12 w 205"/>
                <a:gd name="T39" fmla="*/ 114 h 267"/>
                <a:gd name="T40" fmla="*/ 12 w 205"/>
                <a:gd name="T41" fmla="*/ 141 h 267"/>
                <a:gd name="T42" fmla="*/ 8 w 205"/>
                <a:gd name="T43" fmla="*/ 141 h 267"/>
                <a:gd name="T44" fmla="*/ 0 w 205"/>
                <a:gd name="T45" fmla="*/ 149 h 267"/>
                <a:gd name="T46" fmla="*/ 0 w 205"/>
                <a:gd name="T47" fmla="*/ 151 h 267"/>
                <a:gd name="T48" fmla="*/ 8 w 205"/>
                <a:gd name="T49" fmla="*/ 158 h 267"/>
                <a:gd name="T50" fmla="*/ 96 w 205"/>
                <a:gd name="T51" fmla="*/ 158 h 267"/>
                <a:gd name="T52" fmla="*/ 96 w 205"/>
                <a:gd name="T53" fmla="*/ 208 h 267"/>
                <a:gd name="T54" fmla="*/ 95 w 205"/>
                <a:gd name="T55" fmla="*/ 209 h 267"/>
                <a:gd name="T56" fmla="*/ 49 w 205"/>
                <a:gd name="T57" fmla="*/ 255 h 267"/>
                <a:gd name="T58" fmla="*/ 49 w 205"/>
                <a:gd name="T59" fmla="*/ 262 h 267"/>
                <a:gd name="T60" fmla="*/ 52 w 205"/>
                <a:gd name="T61" fmla="*/ 265 h 267"/>
                <a:gd name="T62" fmla="*/ 59 w 205"/>
                <a:gd name="T63" fmla="*/ 265 h 267"/>
                <a:gd name="T64" fmla="*/ 95 w 205"/>
                <a:gd name="T65" fmla="*/ 228 h 267"/>
                <a:gd name="T66" fmla="*/ 96 w 205"/>
                <a:gd name="T67" fmla="*/ 227 h 267"/>
                <a:gd name="T68" fmla="*/ 96 w 205"/>
                <a:gd name="T69" fmla="*/ 253 h 267"/>
                <a:gd name="T70" fmla="*/ 101 w 205"/>
                <a:gd name="T71" fmla="*/ 258 h 267"/>
                <a:gd name="T72" fmla="*/ 105 w 205"/>
                <a:gd name="T73" fmla="*/ 258 h 267"/>
                <a:gd name="T74" fmla="*/ 110 w 205"/>
                <a:gd name="T75" fmla="*/ 253 h 267"/>
                <a:gd name="T76" fmla="*/ 110 w 205"/>
                <a:gd name="T77" fmla="*/ 229 h 267"/>
                <a:gd name="T78" fmla="*/ 145 w 205"/>
                <a:gd name="T79" fmla="*/ 265 h 267"/>
                <a:gd name="T80" fmla="*/ 152 w 205"/>
                <a:gd name="T81" fmla="*/ 265 h 267"/>
                <a:gd name="T82" fmla="*/ 155 w 205"/>
                <a:gd name="T83" fmla="*/ 262 h 267"/>
                <a:gd name="T84" fmla="*/ 155 w 205"/>
                <a:gd name="T85" fmla="*/ 255 h 267"/>
                <a:gd name="T86" fmla="*/ 110 w 205"/>
                <a:gd name="T87" fmla="*/ 210 h 267"/>
                <a:gd name="T88" fmla="*/ 110 w 205"/>
                <a:gd name="T89" fmla="*/ 158 h 267"/>
                <a:gd name="T90" fmla="*/ 198 w 205"/>
                <a:gd name="T91" fmla="*/ 158 h 267"/>
                <a:gd name="T92" fmla="*/ 205 w 205"/>
                <a:gd name="T93" fmla="*/ 151 h 267"/>
                <a:gd name="T94" fmla="*/ 205 w 205"/>
                <a:gd name="T95" fmla="*/ 149 h 267"/>
                <a:gd name="T96" fmla="*/ 198 w 205"/>
                <a:gd name="T97" fmla="*/ 141 h 267"/>
                <a:gd name="T98" fmla="*/ 194 w 205"/>
                <a:gd name="T99" fmla="*/ 141 h 267"/>
                <a:gd name="T100" fmla="*/ 194 w 205"/>
                <a:gd name="T101" fmla="*/ 17 h 267"/>
                <a:gd name="T102" fmla="*/ 198 w 205"/>
                <a:gd name="T103" fmla="*/ 17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05" h="267">
                  <a:moveTo>
                    <a:pt x="198" y="17"/>
                  </a:moveTo>
                  <a:cubicBezTo>
                    <a:pt x="202" y="17"/>
                    <a:pt x="205" y="14"/>
                    <a:pt x="205" y="10"/>
                  </a:cubicBezTo>
                  <a:cubicBezTo>
                    <a:pt x="205" y="8"/>
                    <a:pt x="205" y="8"/>
                    <a:pt x="205" y="8"/>
                  </a:cubicBezTo>
                  <a:cubicBezTo>
                    <a:pt x="205" y="4"/>
                    <a:pt x="202" y="0"/>
                    <a:pt x="198" y="0"/>
                  </a:cubicBezTo>
                  <a:cubicBezTo>
                    <a:pt x="8" y="0"/>
                    <a:pt x="8" y="0"/>
                    <a:pt x="8" y="0"/>
                  </a:cubicBezTo>
                  <a:cubicBezTo>
                    <a:pt x="4" y="0"/>
                    <a:pt x="0" y="4"/>
                    <a:pt x="0" y="8"/>
                  </a:cubicBezTo>
                  <a:cubicBezTo>
                    <a:pt x="0" y="10"/>
                    <a:pt x="0" y="10"/>
                    <a:pt x="0" y="10"/>
                  </a:cubicBezTo>
                  <a:cubicBezTo>
                    <a:pt x="0" y="14"/>
                    <a:pt x="4" y="17"/>
                    <a:pt x="8" y="17"/>
                  </a:cubicBezTo>
                  <a:cubicBezTo>
                    <a:pt x="12" y="17"/>
                    <a:pt x="12" y="17"/>
                    <a:pt x="12" y="17"/>
                  </a:cubicBezTo>
                  <a:cubicBezTo>
                    <a:pt x="12" y="75"/>
                    <a:pt x="12" y="75"/>
                    <a:pt x="12" y="75"/>
                  </a:cubicBezTo>
                  <a:cubicBezTo>
                    <a:pt x="15" y="71"/>
                    <a:pt x="17" y="69"/>
                    <a:pt x="18" y="68"/>
                  </a:cubicBezTo>
                  <a:cubicBezTo>
                    <a:pt x="18" y="67"/>
                    <a:pt x="18" y="67"/>
                    <a:pt x="18" y="67"/>
                  </a:cubicBezTo>
                  <a:cubicBezTo>
                    <a:pt x="19" y="67"/>
                    <a:pt x="20" y="66"/>
                    <a:pt x="20" y="66"/>
                  </a:cubicBezTo>
                  <a:cubicBezTo>
                    <a:pt x="20" y="17"/>
                    <a:pt x="20" y="17"/>
                    <a:pt x="20" y="17"/>
                  </a:cubicBezTo>
                  <a:cubicBezTo>
                    <a:pt x="185" y="17"/>
                    <a:pt x="185" y="17"/>
                    <a:pt x="185" y="17"/>
                  </a:cubicBezTo>
                  <a:cubicBezTo>
                    <a:pt x="185" y="141"/>
                    <a:pt x="185" y="141"/>
                    <a:pt x="185" y="141"/>
                  </a:cubicBezTo>
                  <a:cubicBezTo>
                    <a:pt x="20" y="141"/>
                    <a:pt x="20" y="141"/>
                    <a:pt x="20" y="141"/>
                  </a:cubicBezTo>
                  <a:cubicBezTo>
                    <a:pt x="20" y="107"/>
                    <a:pt x="20" y="107"/>
                    <a:pt x="20" y="107"/>
                  </a:cubicBezTo>
                  <a:cubicBezTo>
                    <a:pt x="17" y="110"/>
                    <a:pt x="15" y="112"/>
                    <a:pt x="13" y="114"/>
                  </a:cubicBezTo>
                  <a:cubicBezTo>
                    <a:pt x="12" y="114"/>
                    <a:pt x="12" y="114"/>
                    <a:pt x="12" y="114"/>
                  </a:cubicBezTo>
                  <a:cubicBezTo>
                    <a:pt x="12" y="141"/>
                    <a:pt x="12" y="141"/>
                    <a:pt x="12" y="141"/>
                  </a:cubicBezTo>
                  <a:cubicBezTo>
                    <a:pt x="8" y="141"/>
                    <a:pt x="8" y="141"/>
                    <a:pt x="8" y="141"/>
                  </a:cubicBezTo>
                  <a:cubicBezTo>
                    <a:pt x="4" y="141"/>
                    <a:pt x="0" y="145"/>
                    <a:pt x="0" y="149"/>
                  </a:cubicBezTo>
                  <a:cubicBezTo>
                    <a:pt x="0" y="151"/>
                    <a:pt x="0" y="151"/>
                    <a:pt x="0" y="151"/>
                  </a:cubicBezTo>
                  <a:cubicBezTo>
                    <a:pt x="0" y="155"/>
                    <a:pt x="4" y="158"/>
                    <a:pt x="8" y="158"/>
                  </a:cubicBezTo>
                  <a:cubicBezTo>
                    <a:pt x="96" y="158"/>
                    <a:pt x="96" y="158"/>
                    <a:pt x="96" y="158"/>
                  </a:cubicBezTo>
                  <a:cubicBezTo>
                    <a:pt x="96" y="208"/>
                    <a:pt x="96" y="208"/>
                    <a:pt x="96" y="208"/>
                  </a:cubicBezTo>
                  <a:cubicBezTo>
                    <a:pt x="96" y="208"/>
                    <a:pt x="96" y="208"/>
                    <a:pt x="95" y="209"/>
                  </a:cubicBezTo>
                  <a:cubicBezTo>
                    <a:pt x="49" y="255"/>
                    <a:pt x="49" y="255"/>
                    <a:pt x="49" y="255"/>
                  </a:cubicBezTo>
                  <a:cubicBezTo>
                    <a:pt x="47" y="257"/>
                    <a:pt x="47" y="260"/>
                    <a:pt x="49" y="262"/>
                  </a:cubicBezTo>
                  <a:cubicBezTo>
                    <a:pt x="52" y="265"/>
                    <a:pt x="52" y="265"/>
                    <a:pt x="52" y="265"/>
                  </a:cubicBezTo>
                  <a:cubicBezTo>
                    <a:pt x="54" y="267"/>
                    <a:pt x="57" y="267"/>
                    <a:pt x="59" y="265"/>
                  </a:cubicBezTo>
                  <a:cubicBezTo>
                    <a:pt x="95" y="228"/>
                    <a:pt x="95" y="228"/>
                    <a:pt x="95" y="228"/>
                  </a:cubicBezTo>
                  <a:cubicBezTo>
                    <a:pt x="96" y="228"/>
                    <a:pt x="96" y="227"/>
                    <a:pt x="96" y="227"/>
                  </a:cubicBezTo>
                  <a:cubicBezTo>
                    <a:pt x="96" y="253"/>
                    <a:pt x="96" y="253"/>
                    <a:pt x="96" y="253"/>
                  </a:cubicBezTo>
                  <a:cubicBezTo>
                    <a:pt x="96" y="256"/>
                    <a:pt x="98" y="258"/>
                    <a:pt x="101" y="258"/>
                  </a:cubicBezTo>
                  <a:cubicBezTo>
                    <a:pt x="105" y="258"/>
                    <a:pt x="105" y="258"/>
                    <a:pt x="105" y="258"/>
                  </a:cubicBezTo>
                  <a:cubicBezTo>
                    <a:pt x="108" y="258"/>
                    <a:pt x="110" y="256"/>
                    <a:pt x="110" y="253"/>
                  </a:cubicBezTo>
                  <a:cubicBezTo>
                    <a:pt x="110" y="229"/>
                    <a:pt x="110" y="229"/>
                    <a:pt x="110" y="229"/>
                  </a:cubicBezTo>
                  <a:cubicBezTo>
                    <a:pt x="145" y="265"/>
                    <a:pt x="145" y="265"/>
                    <a:pt x="145" y="265"/>
                  </a:cubicBezTo>
                  <a:cubicBezTo>
                    <a:pt x="147" y="267"/>
                    <a:pt x="150" y="267"/>
                    <a:pt x="152" y="265"/>
                  </a:cubicBezTo>
                  <a:cubicBezTo>
                    <a:pt x="155" y="262"/>
                    <a:pt x="155" y="262"/>
                    <a:pt x="155" y="262"/>
                  </a:cubicBezTo>
                  <a:cubicBezTo>
                    <a:pt x="157" y="260"/>
                    <a:pt x="157" y="257"/>
                    <a:pt x="155" y="255"/>
                  </a:cubicBezTo>
                  <a:cubicBezTo>
                    <a:pt x="110" y="210"/>
                    <a:pt x="110" y="210"/>
                    <a:pt x="110" y="210"/>
                  </a:cubicBezTo>
                  <a:cubicBezTo>
                    <a:pt x="110" y="158"/>
                    <a:pt x="110" y="158"/>
                    <a:pt x="110" y="158"/>
                  </a:cubicBezTo>
                  <a:cubicBezTo>
                    <a:pt x="198" y="158"/>
                    <a:pt x="198" y="158"/>
                    <a:pt x="198" y="158"/>
                  </a:cubicBezTo>
                  <a:cubicBezTo>
                    <a:pt x="202" y="158"/>
                    <a:pt x="205" y="155"/>
                    <a:pt x="205" y="151"/>
                  </a:cubicBezTo>
                  <a:cubicBezTo>
                    <a:pt x="205" y="149"/>
                    <a:pt x="205" y="149"/>
                    <a:pt x="205" y="149"/>
                  </a:cubicBezTo>
                  <a:cubicBezTo>
                    <a:pt x="205" y="145"/>
                    <a:pt x="202" y="141"/>
                    <a:pt x="198" y="141"/>
                  </a:cubicBezTo>
                  <a:cubicBezTo>
                    <a:pt x="194" y="141"/>
                    <a:pt x="194" y="141"/>
                    <a:pt x="194" y="141"/>
                  </a:cubicBezTo>
                  <a:cubicBezTo>
                    <a:pt x="194" y="17"/>
                    <a:pt x="194" y="17"/>
                    <a:pt x="194" y="17"/>
                  </a:cubicBezTo>
                  <a:lnTo>
                    <a:pt x="198" y="1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8" name="Freeform 12"/>
            <p:cNvSpPr/>
            <p:nvPr/>
          </p:nvSpPr>
          <p:spPr bwMode="auto">
            <a:xfrm>
              <a:off x="4438890" y="4147589"/>
              <a:ext cx="39482" cy="29329"/>
            </a:xfrm>
            <a:custGeom>
              <a:avLst/>
              <a:gdLst>
                <a:gd name="T0" fmla="*/ 15 w 15"/>
                <a:gd name="T1" fmla="*/ 10 h 11"/>
                <a:gd name="T2" fmla="*/ 15 w 15"/>
                <a:gd name="T3" fmla="*/ 0 h 11"/>
                <a:gd name="T4" fmla="*/ 0 w 15"/>
                <a:gd name="T5" fmla="*/ 11 h 11"/>
                <a:gd name="T6" fmla="*/ 14 w 15"/>
                <a:gd name="T7" fmla="*/ 11 h 11"/>
                <a:gd name="T8" fmla="*/ 15 w 15"/>
                <a:gd name="T9" fmla="*/ 10 h 11"/>
              </a:gdLst>
              <a:ahLst/>
              <a:cxnLst>
                <a:cxn ang="0">
                  <a:pos x="T0" y="T1"/>
                </a:cxn>
                <a:cxn ang="0">
                  <a:pos x="T2" y="T3"/>
                </a:cxn>
                <a:cxn ang="0">
                  <a:pos x="T4" y="T5"/>
                </a:cxn>
                <a:cxn ang="0">
                  <a:pos x="T6" y="T7"/>
                </a:cxn>
                <a:cxn ang="0">
                  <a:pos x="T8" y="T9"/>
                </a:cxn>
              </a:cxnLst>
              <a:rect l="0" t="0" r="r" b="b"/>
              <a:pathLst>
                <a:path w="15" h="11">
                  <a:moveTo>
                    <a:pt x="15" y="10"/>
                  </a:moveTo>
                  <a:cubicBezTo>
                    <a:pt x="15" y="0"/>
                    <a:pt x="15" y="0"/>
                    <a:pt x="15" y="0"/>
                  </a:cubicBezTo>
                  <a:cubicBezTo>
                    <a:pt x="15" y="0"/>
                    <a:pt x="0" y="11"/>
                    <a:pt x="0" y="11"/>
                  </a:cubicBezTo>
                  <a:cubicBezTo>
                    <a:pt x="14" y="11"/>
                    <a:pt x="14" y="11"/>
                    <a:pt x="14" y="11"/>
                  </a:cubicBezTo>
                  <a:cubicBezTo>
                    <a:pt x="14" y="11"/>
                    <a:pt x="15" y="11"/>
                    <a:pt x="15"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9" name="Freeform 13"/>
            <p:cNvSpPr/>
            <p:nvPr/>
          </p:nvSpPr>
          <p:spPr bwMode="auto">
            <a:xfrm>
              <a:off x="4491908" y="4104723"/>
              <a:ext cx="42866" cy="72195"/>
            </a:xfrm>
            <a:custGeom>
              <a:avLst/>
              <a:gdLst>
                <a:gd name="T0" fmla="*/ 14 w 16"/>
                <a:gd name="T1" fmla="*/ 27 h 27"/>
                <a:gd name="T2" fmla="*/ 16 w 16"/>
                <a:gd name="T3" fmla="*/ 26 h 27"/>
                <a:gd name="T4" fmla="*/ 16 w 16"/>
                <a:gd name="T5" fmla="*/ 0 h 27"/>
                <a:gd name="T6" fmla="*/ 0 w 16"/>
                <a:gd name="T7" fmla="*/ 12 h 27"/>
                <a:gd name="T8" fmla="*/ 0 w 16"/>
                <a:gd name="T9" fmla="*/ 13 h 27"/>
                <a:gd name="T10" fmla="*/ 0 w 16"/>
                <a:gd name="T11" fmla="*/ 26 h 27"/>
                <a:gd name="T12" fmla="*/ 1 w 16"/>
                <a:gd name="T13" fmla="*/ 27 h 27"/>
                <a:gd name="T14" fmla="*/ 14 w 16"/>
                <a:gd name="T15" fmla="*/ 27 h 2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6" h="27">
                  <a:moveTo>
                    <a:pt x="14" y="27"/>
                  </a:moveTo>
                  <a:cubicBezTo>
                    <a:pt x="15" y="27"/>
                    <a:pt x="16" y="27"/>
                    <a:pt x="16" y="26"/>
                  </a:cubicBezTo>
                  <a:cubicBezTo>
                    <a:pt x="16" y="0"/>
                    <a:pt x="16" y="0"/>
                    <a:pt x="16" y="0"/>
                  </a:cubicBezTo>
                  <a:cubicBezTo>
                    <a:pt x="0" y="12"/>
                    <a:pt x="0" y="12"/>
                    <a:pt x="0" y="12"/>
                  </a:cubicBezTo>
                  <a:cubicBezTo>
                    <a:pt x="0" y="13"/>
                    <a:pt x="0" y="13"/>
                    <a:pt x="0" y="13"/>
                  </a:cubicBezTo>
                  <a:cubicBezTo>
                    <a:pt x="0" y="26"/>
                    <a:pt x="0" y="26"/>
                    <a:pt x="0" y="26"/>
                  </a:cubicBezTo>
                  <a:cubicBezTo>
                    <a:pt x="0" y="27"/>
                    <a:pt x="0" y="27"/>
                    <a:pt x="1" y="27"/>
                  </a:cubicBezTo>
                  <a:lnTo>
                    <a:pt x="14" y="2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0" name="Freeform 14"/>
            <p:cNvSpPr/>
            <p:nvPr/>
          </p:nvSpPr>
          <p:spPr bwMode="auto">
            <a:xfrm>
              <a:off x="4547183" y="4073138"/>
              <a:ext cx="42866" cy="103781"/>
            </a:xfrm>
            <a:custGeom>
              <a:avLst/>
              <a:gdLst>
                <a:gd name="T0" fmla="*/ 14 w 16"/>
                <a:gd name="T1" fmla="*/ 39 h 39"/>
                <a:gd name="T2" fmla="*/ 16 w 16"/>
                <a:gd name="T3" fmla="*/ 38 h 39"/>
                <a:gd name="T4" fmla="*/ 16 w 16"/>
                <a:gd name="T5" fmla="*/ 4 h 39"/>
                <a:gd name="T6" fmla="*/ 11 w 16"/>
                <a:gd name="T7" fmla="*/ 0 h 39"/>
                <a:gd name="T8" fmla="*/ 5 w 16"/>
                <a:gd name="T9" fmla="*/ 5 h 39"/>
                <a:gd name="T10" fmla="*/ 0 w 16"/>
                <a:gd name="T11" fmla="*/ 9 h 39"/>
                <a:gd name="T12" fmla="*/ 0 w 16"/>
                <a:gd name="T13" fmla="*/ 38 h 39"/>
                <a:gd name="T14" fmla="*/ 1 w 16"/>
                <a:gd name="T15" fmla="*/ 39 h 39"/>
                <a:gd name="T16" fmla="*/ 14 w 16"/>
                <a:gd name="T17" fmla="*/ 39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 h="39">
                  <a:moveTo>
                    <a:pt x="14" y="39"/>
                  </a:moveTo>
                  <a:cubicBezTo>
                    <a:pt x="15" y="39"/>
                    <a:pt x="16" y="39"/>
                    <a:pt x="16" y="38"/>
                  </a:cubicBezTo>
                  <a:cubicBezTo>
                    <a:pt x="16" y="4"/>
                    <a:pt x="16" y="4"/>
                    <a:pt x="16" y="4"/>
                  </a:cubicBezTo>
                  <a:cubicBezTo>
                    <a:pt x="11" y="0"/>
                    <a:pt x="11" y="0"/>
                    <a:pt x="11" y="0"/>
                  </a:cubicBezTo>
                  <a:cubicBezTo>
                    <a:pt x="5" y="5"/>
                    <a:pt x="5" y="5"/>
                    <a:pt x="5" y="5"/>
                  </a:cubicBezTo>
                  <a:cubicBezTo>
                    <a:pt x="0" y="9"/>
                    <a:pt x="0" y="9"/>
                    <a:pt x="0" y="9"/>
                  </a:cubicBezTo>
                  <a:cubicBezTo>
                    <a:pt x="0" y="38"/>
                    <a:pt x="0" y="38"/>
                    <a:pt x="0" y="38"/>
                  </a:cubicBezTo>
                  <a:cubicBezTo>
                    <a:pt x="0" y="39"/>
                    <a:pt x="0" y="39"/>
                    <a:pt x="1" y="39"/>
                  </a:cubicBezTo>
                  <a:lnTo>
                    <a:pt x="14" y="3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1" name="Freeform 15"/>
            <p:cNvSpPr/>
            <p:nvPr/>
          </p:nvSpPr>
          <p:spPr bwMode="auto">
            <a:xfrm>
              <a:off x="4601329" y="4088930"/>
              <a:ext cx="41738" cy="87988"/>
            </a:xfrm>
            <a:custGeom>
              <a:avLst/>
              <a:gdLst>
                <a:gd name="T0" fmla="*/ 15 w 16"/>
                <a:gd name="T1" fmla="*/ 33 h 33"/>
                <a:gd name="T2" fmla="*/ 16 w 16"/>
                <a:gd name="T3" fmla="*/ 32 h 33"/>
                <a:gd name="T4" fmla="*/ 16 w 16"/>
                <a:gd name="T5" fmla="*/ 0 h 33"/>
                <a:gd name="T6" fmla="*/ 10 w 16"/>
                <a:gd name="T7" fmla="*/ 5 h 33"/>
                <a:gd name="T8" fmla="*/ 8 w 16"/>
                <a:gd name="T9" fmla="*/ 6 h 33"/>
                <a:gd name="T10" fmla="*/ 3 w 16"/>
                <a:gd name="T11" fmla="*/ 6 h 33"/>
                <a:gd name="T12" fmla="*/ 2 w 16"/>
                <a:gd name="T13" fmla="*/ 5 h 33"/>
                <a:gd name="T14" fmla="*/ 0 w 16"/>
                <a:gd name="T15" fmla="*/ 3 h 33"/>
                <a:gd name="T16" fmla="*/ 0 w 16"/>
                <a:gd name="T17" fmla="*/ 32 h 33"/>
                <a:gd name="T18" fmla="*/ 2 w 16"/>
                <a:gd name="T19" fmla="*/ 33 h 33"/>
                <a:gd name="T20" fmla="*/ 15 w 16"/>
                <a:gd name="T21" fmla="*/ 3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 h="33">
                  <a:moveTo>
                    <a:pt x="15" y="33"/>
                  </a:moveTo>
                  <a:cubicBezTo>
                    <a:pt x="16" y="33"/>
                    <a:pt x="16" y="33"/>
                    <a:pt x="16" y="32"/>
                  </a:cubicBezTo>
                  <a:cubicBezTo>
                    <a:pt x="16" y="0"/>
                    <a:pt x="16" y="0"/>
                    <a:pt x="16" y="0"/>
                  </a:cubicBezTo>
                  <a:cubicBezTo>
                    <a:pt x="10" y="5"/>
                    <a:pt x="10" y="5"/>
                    <a:pt x="10" y="5"/>
                  </a:cubicBezTo>
                  <a:cubicBezTo>
                    <a:pt x="8" y="6"/>
                    <a:pt x="8" y="6"/>
                    <a:pt x="8" y="6"/>
                  </a:cubicBezTo>
                  <a:cubicBezTo>
                    <a:pt x="7" y="7"/>
                    <a:pt x="4" y="7"/>
                    <a:pt x="3" y="6"/>
                  </a:cubicBezTo>
                  <a:cubicBezTo>
                    <a:pt x="2" y="5"/>
                    <a:pt x="2" y="5"/>
                    <a:pt x="2" y="5"/>
                  </a:cubicBezTo>
                  <a:cubicBezTo>
                    <a:pt x="0" y="3"/>
                    <a:pt x="0" y="3"/>
                    <a:pt x="0" y="3"/>
                  </a:cubicBezTo>
                  <a:cubicBezTo>
                    <a:pt x="0" y="32"/>
                    <a:pt x="0" y="32"/>
                    <a:pt x="0" y="32"/>
                  </a:cubicBezTo>
                  <a:cubicBezTo>
                    <a:pt x="0" y="33"/>
                    <a:pt x="1" y="33"/>
                    <a:pt x="2" y="33"/>
                  </a:cubicBezTo>
                  <a:lnTo>
                    <a:pt x="15" y="3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2" name="Freeform 16"/>
            <p:cNvSpPr/>
            <p:nvPr/>
          </p:nvSpPr>
          <p:spPr bwMode="auto">
            <a:xfrm>
              <a:off x="4656604" y="4043808"/>
              <a:ext cx="42866" cy="133110"/>
            </a:xfrm>
            <a:custGeom>
              <a:avLst/>
              <a:gdLst>
                <a:gd name="T0" fmla="*/ 15 w 16"/>
                <a:gd name="T1" fmla="*/ 50 h 50"/>
                <a:gd name="T2" fmla="*/ 16 w 16"/>
                <a:gd name="T3" fmla="*/ 49 h 50"/>
                <a:gd name="T4" fmla="*/ 16 w 16"/>
                <a:gd name="T5" fmla="*/ 0 h 50"/>
                <a:gd name="T6" fmla="*/ 7 w 16"/>
                <a:gd name="T7" fmla="*/ 8 h 50"/>
                <a:gd name="T8" fmla="*/ 0 w 16"/>
                <a:gd name="T9" fmla="*/ 13 h 50"/>
                <a:gd name="T10" fmla="*/ 0 w 16"/>
                <a:gd name="T11" fmla="*/ 49 h 50"/>
                <a:gd name="T12" fmla="*/ 1 w 16"/>
                <a:gd name="T13" fmla="*/ 50 h 50"/>
                <a:gd name="T14" fmla="*/ 15 w 16"/>
                <a:gd name="T15" fmla="*/ 50 h 5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6" h="50">
                  <a:moveTo>
                    <a:pt x="15" y="50"/>
                  </a:moveTo>
                  <a:cubicBezTo>
                    <a:pt x="16" y="50"/>
                    <a:pt x="16" y="50"/>
                    <a:pt x="16" y="49"/>
                  </a:cubicBezTo>
                  <a:cubicBezTo>
                    <a:pt x="16" y="0"/>
                    <a:pt x="16" y="0"/>
                    <a:pt x="16" y="0"/>
                  </a:cubicBezTo>
                  <a:cubicBezTo>
                    <a:pt x="7" y="8"/>
                    <a:pt x="7" y="8"/>
                    <a:pt x="7" y="8"/>
                  </a:cubicBezTo>
                  <a:cubicBezTo>
                    <a:pt x="0" y="13"/>
                    <a:pt x="0" y="13"/>
                    <a:pt x="0" y="13"/>
                  </a:cubicBezTo>
                  <a:cubicBezTo>
                    <a:pt x="0" y="49"/>
                    <a:pt x="0" y="49"/>
                    <a:pt x="0" y="49"/>
                  </a:cubicBezTo>
                  <a:cubicBezTo>
                    <a:pt x="0" y="50"/>
                    <a:pt x="1" y="50"/>
                    <a:pt x="1" y="50"/>
                  </a:cubicBezTo>
                  <a:lnTo>
                    <a:pt x="15" y="5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3" name="Freeform 17"/>
            <p:cNvSpPr/>
            <p:nvPr/>
          </p:nvSpPr>
          <p:spPr bwMode="auto">
            <a:xfrm>
              <a:off x="4406176" y="3973869"/>
              <a:ext cx="330520" cy="195153"/>
            </a:xfrm>
            <a:custGeom>
              <a:avLst/>
              <a:gdLst>
                <a:gd name="T0" fmla="*/ 124 w 124"/>
                <a:gd name="T1" fmla="*/ 5 h 73"/>
                <a:gd name="T2" fmla="*/ 123 w 124"/>
                <a:gd name="T3" fmla="*/ 2 h 73"/>
                <a:gd name="T4" fmla="*/ 120 w 124"/>
                <a:gd name="T5" fmla="*/ 0 h 73"/>
                <a:gd name="T6" fmla="*/ 115 w 124"/>
                <a:gd name="T7" fmla="*/ 1 h 73"/>
                <a:gd name="T8" fmla="*/ 101 w 124"/>
                <a:gd name="T9" fmla="*/ 1 h 73"/>
                <a:gd name="T10" fmla="*/ 99 w 124"/>
                <a:gd name="T11" fmla="*/ 1 h 73"/>
                <a:gd name="T12" fmla="*/ 99 w 124"/>
                <a:gd name="T13" fmla="*/ 1 h 73"/>
                <a:gd name="T14" fmla="*/ 96 w 124"/>
                <a:gd name="T15" fmla="*/ 5 h 73"/>
                <a:gd name="T16" fmla="*/ 99 w 124"/>
                <a:gd name="T17" fmla="*/ 9 h 73"/>
                <a:gd name="T18" fmla="*/ 101 w 124"/>
                <a:gd name="T19" fmla="*/ 9 h 73"/>
                <a:gd name="T20" fmla="*/ 106 w 124"/>
                <a:gd name="T21" fmla="*/ 9 h 73"/>
                <a:gd name="T22" fmla="*/ 108 w 124"/>
                <a:gd name="T23" fmla="*/ 9 h 73"/>
                <a:gd name="T24" fmla="*/ 104 w 124"/>
                <a:gd name="T25" fmla="*/ 13 h 73"/>
                <a:gd name="T26" fmla="*/ 95 w 124"/>
                <a:gd name="T27" fmla="*/ 20 h 73"/>
                <a:gd name="T28" fmla="*/ 90 w 124"/>
                <a:gd name="T29" fmla="*/ 24 h 73"/>
                <a:gd name="T30" fmla="*/ 84 w 124"/>
                <a:gd name="T31" fmla="*/ 29 h 73"/>
                <a:gd name="T32" fmla="*/ 80 w 124"/>
                <a:gd name="T33" fmla="*/ 32 h 73"/>
                <a:gd name="T34" fmla="*/ 75 w 124"/>
                <a:gd name="T35" fmla="*/ 28 h 73"/>
                <a:gd name="T36" fmla="*/ 74 w 124"/>
                <a:gd name="T37" fmla="*/ 26 h 73"/>
                <a:gd name="T38" fmla="*/ 69 w 124"/>
                <a:gd name="T39" fmla="*/ 21 h 73"/>
                <a:gd name="T40" fmla="*/ 68 w 124"/>
                <a:gd name="T41" fmla="*/ 20 h 73"/>
                <a:gd name="T42" fmla="*/ 62 w 124"/>
                <a:gd name="T43" fmla="*/ 20 h 73"/>
                <a:gd name="T44" fmla="*/ 58 w 124"/>
                <a:gd name="T45" fmla="*/ 24 h 73"/>
                <a:gd name="T46" fmla="*/ 52 w 124"/>
                <a:gd name="T47" fmla="*/ 27 h 73"/>
                <a:gd name="T48" fmla="*/ 49 w 124"/>
                <a:gd name="T49" fmla="*/ 30 h 73"/>
                <a:gd name="T50" fmla="*/ 48 w 124"/>
                <a:gd name="T51" fmla="*/ 31 h 73"/>
                <a:gd name="T52" fmla="*/ 31 w 124"/>
                <a:gd name="T53" fmla="*/ 43 h 73"/>
                <a:gd name="T54" fmla="*/ 31 w 124"/>
                <a:gd name="T55" fmla="*/ 43 h 73"/>
                <a:gd name="T56" fmla="*/ 26 w 124"/>
                <a:gd name="T57" fmla="*/ 47 h 73"/>
                <a:gd name="T58" fmla="*/ 5 w 124"/>
                <a:gd name="T59" fmla="*/ 63 h 73"/>
                <a:gd name="T60" fmla="*/ 3 w 124"/>
                <a:gd name="T61" fmla="*/ 65 h 73"/>
                <a:gd name="T62" fmla="*/ 2 w 124"/>
                <a:gd name="T63" fmla="*/ 71 h 73"/>
                <a:gd name="T64" fmla="*/ 6 w 124"/>
                <a:gd name="T65" fmla="*/ 72 h 73"/>
                <a:gd name="T66" fmla="*/ 8 w 124"/>
                <a:gd name="T67" fmla="*/ 72 h 73"/>
                <a:gd name="T68" fmla="*/ 26 w 124"/>
                <a:gd name="T69" fmla="*/ 58 h 73"/>
                <a:gd name="T70" fmla="*/ 31 w 124"/>
                <a:gd name="T71" fmla="*/ 54 h 73"/>
                <a:gd name="T72" fmla="*/ 31 w 124"/>
                <a:gd name="T73" fmla="*/ 54 h 73"/>
                <a:gd name="T74" fmla="*/ 48 w 124"/>
                <a:gd name="T75" fmla="*/ 42 h 73"/>
                <a:gd name="T76" fmla="*/ 49 w 124"/>
                <a:gd name="T77" fmla="*/ 40 h 73"/>
                <a:gd name="T78" fmla="*/ 52 w 124"/>
                <a:gd name="T79" fmla="*/ 38 h 73"/>
                <a:gd name="T80" fmla="*/ 58 w 124"/>
                <a:gd name="T81" fmla="*/ 34 h 73"/>
                <a:gd name="T82" fmla="*/ 64 w 124"/>
                <a:gd name="T83" fmla="*/ 29 h 73"/>
                <a:gd name="T84" fmla="*/ 69 w 124"/>
                <a:gd name="T85" fmla="*/ 34 h 73"/>
                <a:gd name="T86" fmla="*/ 74 w 124"/>
                <a:gd name="T87" fmla="*/ 39 h 73"/>
                <a:gd name="T88" fmla="*/ 75 w 124"/>
                <a:gd name="T89" fmla="*/ 40 h 73"/>
                <a:gd name="T90" fmla="*/ 76 w 124"/>
                <a:gd name="T91" fmla="*/ 41 h 73"/>
                <a:gd name="T92" fmla="*/ 82 w 124"/>
                <a:gd name="T93" fmla="*/ 41 h 73"/>
                <a:gd name="T94" fmla="*/ 84 w 124"/>
                <a:gd name="T95" fmla="*/ 40 h 73"/>
                <a:gd name="T96" fmla="*/ 90 w 124"/>
                <a:gd name="T97" fmla="*/ 35 h 73"/>
                <a:gd name="T98" fmla="*/ 95 w 124"/>
                <a:gd name="T99" fmla="*/ 31 h 73"/>
                <a:gd name="T100" fmla="*/ 101 w 124"/>
                <a:gd name="T101" fmla="*/ 26 h 73"/>
                <a:gd name="T102" fmla="*/ 115 w 124"/>
                <a:gd name="T103" fmla="*/ 14 h 73"/>
                <a:gd name="T104" fmla="*/ 116 w 124"/>
                <a:gd name="T105" fmla="*/ 14 h 73"/>
                <a:gd name="T106" fmla="*/ 116 w 124"/>
                <a:gd name="T107" fmla="*/ 23 h 73"/>
                <a:gd name="T108" fmla="*/ 120 w 124"/>
                <a:gd name="T109" fmla="*/ 28 h 73"/>
                <a:gd name="T110" fmla="*/ 124 w 124"/>
                <a:gd name="T111" fmla="*/ 23 h 73"/>
                <a:gd name="T112" fmla="*/ 124 w 124"/>
                <a:gd name="T113" fmla="*/ 5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24" h="73">
                  <a:moveTo>
                    <a:pt x="124" y="5"/>
                  </a:moveTo>
                  <a:cubicBezTo>
                    <a:pt x="124" y="4"/>
                    <a:pt x="124" y="3"/>
                    <a:pt x="123" y="2"/>
                  </a:cubicBezTo>
                  <a:cubicBezTo>
                    <a:pt x="122" y="1"/>
                    <a:pt x="121" y="0"/>
                    <a:pt x="120" y="0"/>
                  </a:cubicBezTo>
                  <a:cubicBezTo>
                    <a:pt x="115" y="1"/>
                    <a:pt x="115" y="1"/>
                    <a:pt x="115" y="1"/>
                  </a:cubicBezTo>
                  <a:cubicBezTo>
                    <a:pt x="101" y="1"/>
                    <a:pt x="101" y="1"/>
                    <a:pt x="101" y="1"/>
                  </a:cubicBezTo>
                  <a:cubicBezTo>
                    <a:pt x="100" y="1"/>
                    <a:pt x="99" y="1"/>
                    <a:pt x="99" y="1"/>
                  </a:cubicBezTo>
                  <a:cubicBezTo>
                    <a:pt x="99" y="1"/>
                    <a:pt x="99" y="1"/>
                    <a:pt x="99" y="1"/>
                  </a:cubicBezTo>
                  <a:cubicBezTo>
                    <a:pt x="97" y="2"/>
                    <a:pt x="96" y="3"/>
                    <a:pt x="96" y="5"/>
                  </a:cubicBezTo>
                  <a:cubicBezTo>
                    <a:pt x="96" y="7"/>
                    <a:pt x="97" y="8"/>
                    <a:pt x="99" y="9"/>
                  </a:cubicBezTo>
                  <a:cubicBezTo>
                    <a:pt x="99" y="9"/>
                    <a:pt x="100" y="9"/>
                    <a:pt x="101" y="9"/>
                  </a:cubicBezTo>
                  <a:cubicBezTo>
                    <a:pt x="106" y="9"/>
                    <a:pt x="106" y="9"/>
                    <a:pt x="106" y="9"/>
                  </a:cubicBezTo>
                  <a:cubicBezTo>
                    <a:pt x="108" y="9"/>
                    <a:pt x="108" y="9"/>
                    <a:pt x="108" y="9"/>
                  </a:cubicBezTo>
                  <a:cubicBezTo>
                    <a:pt x="104" y="13"/>
                    <a:pt x="104" y="13"/>
                    <a:pt x="104" y="13"/>
                  </a:cubicBezTo>
                  <a:cubicBezTo>
                    <a:pt x="95" y="20"/>
                    <a:pt x="95" y="20"/>
                    <a:pt x="95" y="20"/>
                  </a:cubicBezTo>
                  <a:cubicBezTo>
                    <a:pt x="90" y="24"/>
                    <a:pt x="90" y="24"/>
                    <a:pt x="90" y="24"/>
                  </a:cubicBezTo>
                  <a:cubicBezTo>
                    <a:pt x="84" y="29"/>
                    <a:pt x="84" y="29"/>
                    <a:pt x="84" y="29"/>
                  </a:cubicBezTo>
                  <a:cubicBezTo>
                    <a:pt x="80" y="32"/>
                    <a:pt x="80" y="32"/>
                    <a:pt x="80" y="32"/>
                  </a:cubicBezTo>
                  <a:cubicBezTo>
                    <a:pt x="75" y="28"/>
                    <a:pt x="75" y="28"/>
                    <a:pt x="75" y="28"/>
                  </a:cubicBezTo>
                  <a:cubicBezTo>
                    <a:pt x="74" y="26"/>
                    <a:pt x="74" y="26"/>
                    <a:pt x="74" y="26"/>
                  </a:cubicBezTo>
                  <a:cubicBezTo>
                    <a:pt x="69" y="21"/>
                    <a:pt x="69" y="21"/>
                    <a:pt x="69" y="21"/>
                  </a:cubicBezTo>
                  <a:cubicBezTo>
                    <a:pt x="68" y="20"/>
                    <a:pt x="68" y="20"/>
                    <a:pt x="68" y="20"/>
                  </a:cubicBezTo>
                  <a:cubicBezTo>
                    <a:pt x="66" y="19"/>
                    <a:pt x="64" y="19"/>
                    <a:pt x="62" y="20"/>
                  </a:cubicBezTo>
                  <a:cubicBezTo>
                    <a:pt x="58" y="24"/>
                    <a:pt x="58" y="24"/>
                    <a:pt x="58" y="24"/>
                  </a:cubicBezTo>
                  <a:cubicBezTo>
                    <a:pt x="52" y="27"/>
                    <a:pt x="52" y="27"/>
                    <a:pt x="52" y="27"/>
                  </a:cubicBezTo>
                  <a:cubicBezTo>
                    <a:pt x="49" y="30"/>
                    <a:pt x="49" y="30"/>
                    <a:pt x="49" y="30"/>
                  </a:cubicBezTo>
                  <a:cubicBezTo>
                    <a:pt x="48" y="31"/>
                    <a:pt x="48" y="31"/>
                    <a:pt x="48" y="31"/>
                  </a:cubicBezTo>
                  <a:cubicBezTo>
                    <a:pt x="31" y="43"/>
                    <a:pt x="31" y="43"/>
                    <a:pt x="31" y="43"/>
                  </a:cubicBezTo>
                  <a:cubicBezTo>
                    <a:pt x="31" y="43"/>
                    <a:pt x="31" y="43"/>
                    <a:pt x="31" y="43"/>
                  </a:cubicBezTo>
                  <a:cubicBezTo>
                    <a:pt x="26" y="47"/>
                    <a:pt x="26" y="47"/>
                    <a:pt x="26" y="47"/>
                  </a:cubicBezTo>
                  <a:cubicBezTo>
                    <a:pt x="5" y="63"/>
                    <a:pt x="5" y="63"/>
                    <a:pt x="5" y="63"/>
                  </a:cubicBezTo>
                  <a:cubicBezTo>
                    <a:pt x="3" y="65"/>
                    <a:pt x="3" y="65"/>
                    <a:pt x="3" y="65"/>
                  </a:cubicBezTo>
                  <a:cubicBezTo>
                    <a:pt x="1" y="66"/>
                    <a:pt x="0" y="69"/>
                    <a:pt x="2" y="71"/>
                  </a:cubicBezTo>
                  <a:cubicBezTo>
                    <a:pt x="3" y="72"/>
                    <a:pt x="5" y="73"/>
                    <a:pt x="6" y="72"/>
                  </a:cubicBezTo>
                  <a:cubicBezTo>
                    <a:pt x="7" y="72"/>
                    <a:pt x="7" y="72"/>
                    <a:pt x="8" y="72"/>
                  </a:cubicBezTo>
                  <a:cubicBezTo>
                    <a:pt x="26" y="58"/>
                    <a:pt x="26" y="58"/>
                    <a:pt x="26" y="58"/>
                  </a:cubicBezTo>
                  <a:cubicBezTo>
                    <a:pt x="31" y="54"/>
                    <a:pt x="31" y="54"/>
                    <a:pt x="31" y="54"/>
                  </a:cubicBezTo>
                  <a:cubicBezTo>
                    <a:pt x="31" y="54"/>
                    <a:pt x="31" y="54"/>
                    <a:pt x="31" y="54"/>
                  </a:cubicBezTo>
                  <a:cubicBezTo>
                    <a:pt x="48" y="42"/>
                    <a:pt x="48" y="42"/>
                    <a:pt x="48" y="42"/>
                  </a:cubicBezTo>
                  <a:cubicBezTo>
                    <a:pt x="49" y="40"/>
                    <a:pt x="49" y="40"/>
                    <a:pt x="49" y="40"/>
                  </a:cubicBezTo>
                  <a:cubicBezTo>
                    <a:pt x="52" y="38"/>
                    <a:pt x="52" y="38"/>
                    <a:pt x="52" y="38"/>
                  </a:cubicBezTo>
                  <a:cubicBezTo>
                    <a:pt x="58" y="34"/>
                    <a:pt x="58" y="34"/>
                    <a:pt x="58" y="34"/>
                  </a:cubicBezTo>
                  <a:cubicBezTo>
                    <a:pt x="64" y="29"/>
                    <a:pt x="64" y="29"/>
                    <a:pt x="64" y="29"/>
                  </a:cubicBezTo>
                  <a:cubicBezTo>
                    <a:pt x="69" y="34"/>
                    <a:pt x="69" y="34"/>
                    <a:pt x="69" y="34"/>
                  </a:cubicBezTo>
                  <a:cubicBezTo>
                    <a:pt x="74" y="39"/>
                    <a:pt x="74" y="39"/>
                    <a:pt x="74" y="39"/>
                  </a:cubicBezTo>
                  <a:cubicBezTo>
                    <a:pt x="75" y="40"/>
                    <a:pt x="75" y="40"/>
                    <a:pt x="75" y="40"/>
                  </a:cubicBezTo>
                  <a:cubicBezTo>
                    <a:pt x="76" y="41"/>
                    <a:pt x="76" y="41"/>
                    <a:pt x="76" y="41"/>
                  </a:cubicBezTo>
                  <a:cubicBezTo>
                    <a:pt x="78" y="43"/>
                    <a:pt x="80" y="43"/>
                    <a:pt x="82" y="41"/>
                  </a:cubicBezTo>
                  <a:cubicBezTo>
                    <a:pt x="84" y="40"/>
                    <a:pt x="84" y="40"/>
                    <a:pt x="84" y="40"/>
                  </a:cubicBezTo>
                  <a:cubicBezTo>
                    <a:pt x="90" y="35"/>
                    <a:pt x="90" y="35"/>
                    <a:pt x="90" y="35"/>
                  </a:cubicBezTo>
                  <a:cubicBezTo>
                    <a:pt x="95" y="31"/>
                    <a:pt x="95" y="31"/>
                    <a:pt x="95" y="31"/>
                  </a:cubicBezTo>
                  <a:cubicBezTo>
                    <a:pt x="101" y="26"/>
                    <a:pt x="101" y="26"/>
                    <a:pt x="101" y="26"/>
                  </a:cubicBezTo>
                  <a:cubicBezTo>
                    <a:pt x="115" y="14"/>
                    <a:pt x="115" y="14"/>
                    <a:pt x="115" y="14"/>
                  </a:cubicBezTo>
                  <a:cubicBezTo>
                    <a:pt x="116" y="14"/>
                    <a:pt x="116" y="14"/>
                    <a:pt x="116" y="14"/>
                  </a:cubicBezTo>
                  <a:cubicBezTo>
                    <a:pt x="116" y="23"/>
                    <a:pt x="116" y="23"/>
                    <a:pt x="116" y="23"/>
                  </a:cubicBezTo>
                  <a:cubicBezTo>
                    <a:pt x="116" y="26"/>
                    <a:pt x="118" y="28"/>
                    <a:pt x="120" y="28"/>
                  </a:cubicBezTo>
                  <a:cubicBezTo>
                    <a:pt x="123" y="28"/>
                    <a:pt x="124" y="26"/>
                    <a:pt x="124" y="23"/>
                  </a:cubicBezTo>
                  <a:lnTo>
                    <a:pt x="124" y="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
        <p:nvSpPr>
          <p:cNvPr id="64" name="矩形 63"/>
          <p:cNvSpPr/>
          <p:nvPr/>
        </p:nvSpPr>
        <p:spPr>
          <a:xfrm>
            <a:off x="4383350" y="1730672"/>
            <a:ext cx="325730" cy="276999"/>
          </a:xfrm>
          <a:prstGeom prst="rect">
            <a:avLst/>
          </a:prstGeom>
        </p:spPr>
        <p:txBody>
          <a:bodyPr wrap="none">
            <a:spAutoFit/>
          </a:bodyPr>
          <a:lstStyle/>
          <a:p>
            <a:pPr algn="ctr"/>
            <a:r>
              <a:rPr lang="en-US" altLang="zh-CN" sz="1200" dirty="0">
                <a:ln w="6350">
                  <a:noFill/>
                </a:ln>
                <a:solidFill>
                  <a:schemeClr val="bg1"/>
                </a:solidFill>
                <a:latin typeface="Impact" pitchFamily="34" charset="0"/>
                <a:ea typeface="微软雅黑" pitchFamily="34" charset="-122"/>
              </a:rPr>
              <a:t>01</a:t>
            </a:r>
            <a:endParaRPr lang="zh-CN" altLang="en-US" sz="1200" dirty="0">
              <a:ln w="6350">
                <a:noFill/>
              </a:ln>
              <a:solidFill>
                <a:schemeClr val="bg1"/>
              </a:solidFill>
              <a:latin typeface="Impact" pitchFamily="34" charset="0"/>
              <a:ea typeface="微软雅黑" pitchFamily="34" charset="-122"/>
            </a:endParaRPr>
          </a:p>
        </p:txBody>
      </p:sp>
      <p:sp>
        <p:nvSpPr>
          <p:cNvPr id="65" name="矩形 64"/>
          <p:cNvSpPr/>
          <p:nvPr/>
        </p:nvSpPr>
        <p:spPr>
          <a:xfrm>
            <a:off x="4133281" y="1972096"/>
            <a:ext cx="825867" cy="246221"/>
          </a:xfrm>
          <a:prstGeom prst="rect">
            <a:avLst/>
          </a:prstGeom>
        </p:spPr>
        <p:txBody>
          <a:bodyPr wrap="none">
            <a:spAutoFit/>
          </a:bodyPr>
          <a:lstStyle/>
          <a:p>
            <a:pPr algn="ctr"/>
            <a:r>
              <a:rPr lang="zh-CN" altLang="en-US" sz="1000" dirty="0">
                <a:ln w="6350">
                  <a:noFill/>
                </a:ln>
                <a:solidFill>
                  <a:schemeClr val="bg1"/>
                </a:solidFill>
                <a:latin typeface="Impact" pitchFamily="34" charset="0"/>
                <a:ea typeface="微软雅黑" pitchFamily="34" charset="-122"/>
              </a:rPr>
              <a:t>添加关键词</a:t>
            </a:r>
          </a:p>
        </p:txBody>
      </p:sp>
      <p:sp>
        <p:nvSpPr>
          <p:cNvPr id="66" name="矩形 65"/>
          <p:cNvSpPr/>
          <p:nvPr/>
        </p:nvSpPr>
        <p:spPr>
          <a:xfrm>
            <a:off x="5717558" y="1730672"/>
            <a:ext cx="343364" cy="276999"/>
          </a:xfrm>
          <a:prstGeom prst="rect">
            <a:avLst/>
          </a:prstGeom>
        </p:spPr>
        <p:txBody>
          <a:bodyPr wrap="none">
            <a:spAutoFit/>
          </a:bodyPr>
          <a:lstStyle/>
          <a:p>
            <a:pPr algn="ctr"/>
            <a:r>
              <a:rPr lang="en-US" altLang="zh-CN" sz="1200" dirty="0">
                <a:ln w="6350">
                  <a:noFill/>
                </a:ln>
                <a:solidFill>
                  <a:schemeClr val="tx1">
                    <a:lumMod val="65000"/>
                    <a:lumOff val="35000"/>
                  </a:schemeClr>
                </a:solidFill>
                <a:latin typeface="Impact" pitchFamily="34" charset="0"/>
                <a:ea typeface="微软雅黑" pitchFamily="34" charset="-122"/>
              </a:rPr>
              <a:t>02</a:t>
            </a:r>
            <a:endParaRPr lang="zh-CN" altLang="en-US" sz="1200" dirty="0">
              <a:ln w="6350">
                <a:noFill/>
              </a:ln>
              <a:solidFill>
                <a:schemeClr val="tx1">
                  <a:lumMod val="65000"/>
                  <a:lumOff val="35000"/>
                </a:schemeClr>
              </a:solidFill>
              <a:latin typeface="Impact" pitchFamily="34" charset="0"/>
              <a:ea typeface="微软雅黑" pitchFamily="34" charset="-122"/>
            </a:endParaRPr>
          </a:p>
        </p:txBody>
      </p:sp>
      <p:sp>
        <p:nvSpPr>
          <p:cNvPr id="67" name="矩形 66"/>
          <p:cNvSpPr/>
          <p:nvPr/>
        </p:nvSpPr>
        <p:spPr>
          <a:xfrm>
            <a:off x="5476306" y="1972096"/>
            <a:ext cx="825867" cy="246221"/>
          </a:xfrm>
          <a:prstGeom prst="rect">
            <a:avLst/>
          </a:prstGeom>
        </p:spPr>
        <p:txBody>
          <a:bodyPr wrap="none">
            <a:spAutoFit/>
          </a:bodyPr>
          <a:lstStyle/>
          <a:p>
            <a:pPr algn="ctr"/>
            <a:r>
              <a:rPr lang="zh-CN" altLang="en-US" sz="1000" dirty="0">
                <a:ln w="6350">
                  <a:noFill/>
                </a:ln>
                <a:solidFill>
                  <a:schemeClr val="tx1">
                    <a:lumMod val="65000"/>
                    <a:lumOff val="35000"/>
                  </a:schemeClr>
                </a:solidFill>
                <a:latin typeface="Impact" pitchFamily="34" charset="0"/>
                <a:ea typeface="微软雅黑" pitchFamily="34" charset="-122"/>
              </a:rPr>
              <a:t>添加关键词</a:t>
            </a:r>
          </a:p>
        </p:txBody>
      </p:sp>
      <p:sp>
        <p:nvSpPr>
          <p:cNvPr id="68" name="矩形 67"/>
          <p:cNvSpPr/>
          <p:nvPr/>
        </p:nvSpPr>
        <p:spPr>
          <a:xfrm>
            <a:off x="4405465" y="3069430"/>
            <a:ext cx="348173" cy="276999"/>
          </a:xfrm>
          <a:prstGeom prst="rect">
            <a:avLst/>
          </a:prstGeom>
        </p:spPr>
        <p:txBody>
          <a:bodyPr wrap="none">
            <a:spAutoFit/>
          </a:bodyPr>
          <a:lstStyle/>
          <a:p>
            <a:pPr algn="ctr"/>
            <a:r>
              <a:rPr lang="en-US" altLang="zh-CN" sz="1200" dirty="0">
                <a:ln w="6350">
                  <a:noFill/>
                </a:ln>
                <a:solidFill>
                  <a:schemeClr val="tx1">
                    <a:lumMod val="65000"/>
                    <a:lumOff val="35000"/>
                  </a:schemeClr>
                </a:solidFill>
                <a:latin typeface="Impact" pitchFamily="34" charset="0"/>
                <a:ea typeface="微软雅黑" pitchFamily="34" charset="-122"/>
              </a:rPr>
              <a:t>03</a:t>
            </a:r>
            <a:endParaRPr lang="zh-CN" altLang="en-US" sz="1200" dirty="0">
              <a:ln w="6350">
                <a:noFill/>
              </a:ln>
              <a:solidFill>
                <a:schemeClr val="tx1">
                  <a:lumMod val="65000"/>
                  <a:lumOff val="35000"/>
                </a:schemeClr>
              </a:solidFill>
              <a:latin typeface="Impact" pitchFamily="34" charset="0"/>
              <a:ea typeface="微软雅黑" pitchFamily="34" charset="-122"/>
            </a:endParaRPr>
          </a:p>
        </p:txBody>
      </p:sp>
      <p:sp>
        <p:nvSpPr>
          <p:cNvPr id="69" name="矩形 68"/>
          <p:cNvSpPr/>
          <p:nvPr/>
        </p:nvSpPr>
        <p:spPr>
          <a:xfrm>
            <a:off x="4166618" y="2858417"/>
            <a:ext cx="825867" cy="246221"/>
          </a:xfrm>
          <a:prstGeom prst="rect">
            <a:avLst/>
          </a:prstGeom>
        </p:spPr>
        <p:txBody>
          <a:bodyPr wrap="none">
            <a:spAutoFit/>
          </a:bodyPr>
          <a:lstStyle/>
          <a:p>
            <a:pPr algn="ctr"/>
            <a:r>
              <a:rPr lang="zh-CN" altLang="en-US" sz="1000" dirty="0">
                <a:ln w="6350">
                  <a:noFill/>
                </a:ln>
                <a:solidFill>
                  <a:schemeClr val="tx1">
                    <a:lumMod val="65000"/>
                    <a:lumOff val="35000"/>
                  </a:schemeClr>
                </a:solidFill>
                <a:latin typeface="Impact" pitchFamily="34" charset="0"/>
                <a:ea typeface="微软雅黑" pitchFamily="34" charset="-122"/>
              </a:rPr>
              <a:t>添加关键词</a:t>
            </a:r>
          </a:p>
        </p:txBody>
      </p:sp>
      <p:sp>
        <p:nvSpPr>
          <p:cNvPr id="70" name="矩形 69"/>
          <p:cNvSpPr/>
          <p:nvPr/>
        </p:nvSpPr>
        <p:spPr>
          <a:xfrm>
            <a:off x="5693745" y="3069430"/>
            <a:ext cx="343364" cy="276999"/>
          </a:xfrm>
          <a:prstGeom prst="rect">
            <a:avLst/>
          </a:prstGeom>
        </p:spPr>
        <p:txBody>
          <a:bodyPr wrap="none">
            <a:spAutoFit/>
          </a:bodyPr>
          <a:lstStyle/>
          <a:p>
            <a:pPr algn="ctr"/>
            <a:r>
              <a:rPr lang="en-US" altLang="zh-CN" sz="1200" dirty="0">
                <a:ln w="6350">
                  <a:noFill/>
                </a:ln>
                <a:solidFill>
                  <a:schemeClr val="bg1"/>
                </a:solidFill>
                <a:latin typeface="Impact" pitchFamily="34" charset="0"/>
                <a:ea typeface="微软雅黑" pitchFamily="34" charset="-122"/>
              </a:rPr>
              <a:t>04</a:t>
            </a:r>
            <a:endParaRPr lang="zh-CN" altLang="en-US" sz="1200" dirty="0">
              <a:ln w="6350">
                <a:noFill/>
              </a:ln>
              <a:solidFill>
                <a:schemeClr val="bg1"/>
              </a:solidFill>
              <a:latin typeface="Impact" pitchFamily="34" charset="0"/>
              <a:ea typeface="微软雅黑" pitchFamily="34" charset="-122"/>
            </a:endParaRPr>
          </a:p>
        </p:txBody>
      </p:sp>
      <p:sp>
        <p:nvSpPr>
          <p:cNvPr id="71" name="矩形 70"/>
          <p:cNvSpPr/>
          <p:nvPr/>
        </p:nvSpPr>
        <p:spPr>
          <a:xfrm>
            <a:off x="5452493" y="2858417"/>
            <a:ext cx="825867" cy="246221"/>
          </a:xfrm>
          <a:prstGeom prst="rect">
            <a:avLst/>
          </a:prstGeom>
        </p:spPr>
        <p:txBody>
          <a:bodyPr wrap="none">
            <a:spAutoFit/>
          </a:bodyPr>
          <a:lstStyle/>
          <a:p>
            <a:pPr algn="ctr"/>
            <a:r>
              <a:rPr lang="zh-CN" altLang="en-US" sz="1000" dirty="0">
                <a:ln w="6350">
                  <a:noFill/>
                </a:ln>
                <a:solidFill>
                  <a:schemeClr val="bg1"/>
                </a:solidFill>
                <a:latin typeface="Impact" pitchFamily="34" charset="0"/>
                <a:ea typeface="微软雅黑" pitchFamily="34" charset="-122"/>
              </a:rPr>
              <a:t>添加关键词</a:t>
            </a:r>
          </a:p>
        </p:txBody>
      </p:sp>
      <p:sp>
        <p:nvSpPr>
          <p:cNvPr id="72" name="Rectangle 66"/>
          <p:cNvSpPr>
            <a:spLocks noChangeArrowheads="1"/>
          </p:cNvSpPr>
          <p:nvPr/>
        </p:nvSpPr>
        <p:spPr bwMode="auto">
          <a:xfrm>
            <a:off x="6875374" y="1677243"/>
            <a:ext cx="1657066"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lvl="0" algn="just" fontAlgn="base">
              <a:spcBef>
                <a:spcPct val="0"/>
              </a:spcBef>
              <a:spcAft>
                <a:spcPct val="0"/>
              </a:spcAft>
            </a:pPr>
            <a:r>
              <a:rPr lang="zh-CN" altLang="en-US" sz="1000" dirty="0">
                <a:solidFill>
                  <a:schemeClr val="bg1">
                    <a:lumMod val="50000"/>
                  </a:schemeClr>
                </a:solidFill>
                <a:latin typeface="Arial" pitchFamily="34" charset="0"/>
                <a:ea typeface="微软雅黑" pitchFamily="34" charset="-122"/>
              </a:rPr>
              <a:t>此处可输入相关说明文本内容，或者复制文本内容后粘贴，并选择只保留文字。文本内容建议简洁明了、提纲挈领，尽量保持整体风格统一</a:t>
            </a:r>
            <a:r>
              <a:rPr lang="zh-CN" altLang="en-US" sz="1000" dirty="0">
                <a:solidFill>
                  <a:prstClr val="black">
                    <a:lumMod val="50000"/>
                    <a:lumOff val="50000"/>
                  </a:prstClr>
                </a:solidFill>
                <a:latin typeface="Arial" pitchFamily="34" charset="0"/>
                <a:ea typeface="微软雅黑" pitchFamily="34" charset="-122"/>
              </a:rPr>
              <a:t>。</a:t>
            </a:r>
            <a:endParaRPr lang="zh-CN" altLang="zh-CN" sz="1000" dirty="0">
              <a:solidFill>
                <a:prstClr val="black">
                  <a:lumMod val="50000"/>
                  <a:lumOff val="50000"/>
                </a:prstClr>
              </a:solidFill>
              <a:latin typeface="Arial" pitchFamily="34" charset="0"/>
              <a:ea typeface="微软雅黑" pitchFamily="34" charset="-122"/>
            </a:endParaRPr>
          </a:p>
        </p:txBody>
      </p:sp>
      <p:sp>
        <p:nvSpPr>
          <p:cNvPr id="73" name="圆角矩形 72"/>
          <p:cNvSpPr/>
          <p:nvPr/>
        </p:nvSpPr>
        <p:spPr>
          <a:xfrm>
            <a:off x="6875374" y="1346820"/>
            <a:ext cx="1052375" cy="246226"/>
          </a:xfrm>
          <a:prstGeom prst="roundRect">
            <a:avLst>
              <a:gd name="adj" fmla="val 0"/>
            </a:avLst>
          </a:prstGeom>
          <a:solidFill>
            <a:schemeClr val="bg1"/>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ln w="6350">
                  <a:noFill/>
                </a:ln>
                <a:solidFill>
                  <a:schemeClr val="tx1">
                    <a:lumMod val="65000"/>
                    <a:lumOff val="35000"/>
                  </a:schemeClr>
                </a:solidFill>
                <a:latin typeface="Impact" pitchFamily="34" charset="0"/>
                <a:ea typeface="微软雅黑" pitchFamily="34" charset="-122"/>
              </a:rPr>
              <a:t>结论二</a:t>
            </a:r>
          </a:p>
        </p:txBody>
      </p:sp>
      <p:sp>
        <p:nvSpPr>
          <p:cNvPr id="74" name="Rectangle 66"/>
          <p:cNvSpPr>
            <a:spLocks noChangeArrowheads="1"/>
          </p:cNvSpPr>
          <p:nvPr/>
        </p:nvSpPr>
        <p:spPr bwMode="auto">
          <a:xfrm>
            <a:off x="6875374" y="3262203"/>
            <a:ext cx="1657066"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lvl="0" algn="just" fontAlgn="base">
              <a:spcBef>
                <a:spcPct val="0"/>
              </a:spcBef>
              <a:spcAft>
                <a:spcPct val="0"/>
              </a:spcAft>
            </a:pPr>
            <a:r>
              <a:rPr lang="zh-CN" altLang="en-US" sz="1000" dirty="0">
                <a:solidFill>
                  <a:schemeClr val="bg1">
                    <a:lumMod val="50000"/>
                  </a:schemeClr>
                </a:solidFill>
                <a:latin typeface="Arial" pitchFamily="34" charset="0"/>
                <a:ea typeface="微软雅黑" pitchFamily="34" charset="-122"/>
              </a:rPr>
              <a:t>此处可输入相关说明文本内容，或者复制文本内容后粘贴，并选择只保留文字。文本内容建议简洁明了、提纲挈领，尽量保持整体风格统一</a:t>
            </a:r>
            <a:r>
              <a:rPr lang="zh-CN" altLang="en-US" sz="1000" dirty="0">
                <a:solidFill>
                  <a:prstClr val="black">
                    <a:lumMod val="50000"/>
                    <a:lumOff val="50000"/>
                  </a:prstClr>
                </a:solidFill>
                <a:latin typeface="Arial" pitchFamily="34" charset="0"/>
                <a:ea typeface="微软雅黑" pitchFamily="34" charset="-122"/>
              </a:rPr>
              <a:t>。</a:t>
            </a:r>
            <a:endParaRPr lang="zh-CN" altLang="zh-CN" sz="1000" dirty="0">
              <a:solidFill>
                <a:prstClr val="black">
                  <a:lumMod val="50000"/>
                  <a:lumOff val="50000"/>
                </a:prstClr>
              </a:solidFill>
              <a:latin typeface="Arial" pitchFamily="34" charset="0"/>
              <a:ea typeface="微软雅黑" pitchFamily="34" charset="-122"/>
            </a:endParaRPr>
          </a:p>
        </p:txBody>
      </p:sp>
      <p:sp>
        <p:nvSpPr>
          <p:cNvPr id="75" name="圆角矩形 74"/>
          <p:cNvSpPr/>
          <p:nvPr/>
        </p:nvSpPr>
        <p:spPr>
          <a:xfrm>
            <a:off x="6875374" y="2931780"/>
            <a:ext cx="1052375" cy="246226"/>
          </a:xfrm>
          <a:prstGeom prst="roundRect">
            <a:avLst>
              <a:gd name="adj" fmla="val 0"/>
            </a:avLst>
          </a:prstGeom>
          <a:solidFill>
            <a:srgbClr val="37B0E8"/>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ln w="6350">
                  <a:noFill/>
                </a:ln>
                <a:solidFill>
                  <a:schemeClr val="bg1"/>
                </a:solidFill>
                <a:latin typeface="Impact" pitchFamily="34" charset="0"/>
                <a:ea typeface="微软雅黑" pitchFamily="34" charset="-122"/>
              </a:rPr>
              <a:t>结论四</a:t>
            </a:r>
          </a:p>
        </p:txBody>
      </p:sp>
      <p:sp>
        <p:nvSpPr>
          <p:cNvPr id="76" name="Rectangle 66"/>
          <p:cNvSpPr>
            <a:spLocks noChangeArrowheads="1"/>
          </p:cNvSpPr>
          <p:nvPr/>
        </p:nvSpPr>
        <p:spPr bwMode="auto">
          <a:xfrm>
            <a:off x="1831281" y="1677243"/>
            <a:ext cx="1712794"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lvl="0" algn="just" fontAlgn="base">
              <a:spcBef>
                <a:spcPct val="0"/>
              </a:spcBef>
              <a:spcAft>
                <a:spcPct val="0"/>
              </a:spcAft>
            </a:pPr>
            <a:r>
              <a:rPr lang="zh-CN" altLang="en-US" sz="1000" dirty="0">
                <a:solidFill>
                  <a:schemeClr val="bg1">
                    <a:lumMod val="50000"/>
                  </a:schemeClr>
                </a:solidFill>
                <a:latin typeface="Arial" pitchFamily="34" charset="0"/>
                <a:ea typeface="微软雅黑" pitchFamily="34" charset="-122"/>
              </a:rPr>
              <a:t>此处可输入相关说明文本内容，或者复制文本内容后粘贴，并选择只保留文字。文本内容建议简洁明了、提纲挈领，尽量保持整体风格统一</a:t>
            </a:r>
            <a:r>
              <a:rPr lang="zh-CN" altLang="en-US" sz="1000" dirty="0">
                <a:solidFill>
                  <a:prstClr val="black">
                    <a:lumMod val="50000"/>
                    <a:lumOff val="50000"/>
                  </a:prstClr>
                </a:solidFill>
                <a:latin typeface="Arial" pitchFamily="34" charset="0"/>
                <a:ea typeface="微软雅黑" pitchFamily="34" charset="-122"/>
              </a:rPr>
              <a:t>。</a:t>
            </a:r>
            <a:endParaRPr lang="zh-CN" altLang="zh-CN" sz="1000" dirty="0">
              <a:solidFill>
                <a:prstClr val="black">
                  <a:lumMod val="50000"/>
                  <a:lumOff val="50000"/>
                </a:prstClr>
              </a:solidFill>
              <a:latin typeface="Arial" pitchFamily="34" charset="0"/>
              <a:ea typeface="微软雅黑" pitchFamily="34" charset="-122"/>
            </a:endParaRPr>
          </a:p>
        </p:txBody>
      </p:sp>
      <p:sp>
        <p:nvSpPr>
          <p:cNvPr id="77" name="圆角矩形 76"/>
          <p:cNvSpPr/>
          <p:nvPr/>
        </p:nvSpPr>
        <p:spPr>
          <a:xfrm>
            <a:off x="2526753" y="1346820"/>
            <a:ext cx="1052375" cy="246226"/>
          </a:xfrm>
          <a:prstGeom prst="roundRect">
            <a:avLst>
              <a:gd name="adj" fmla="val 0"/>
            </a:avLst>
          </a:prstGeom>
          <a:solidFill>
            <a:srgbClr val="37B0E8"/>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ln w="6350">
                  <a:noFill/>
                </a:ln>
                <a:solidFill>
                  <a:schemeClr val="bg1"/>
                </a:solidFill>
                <a:latin typeface="Impact" pitchFamily="34" charset="0"/>
                <a:ea typeface="微软雅黑" pitchFamily="34" charset="-122"/>
              </a:rPr>
              <a:t>结论一</a:t>
            </a:r>
          </a:p>
        </p:txBody>
      </p:sp>
      <p:sp>
        <p:nvSpPr>
          <p:cNvPr id="98" name="Rectangle 66"/>
          <p:cNvSpPr>
            <a:spLocks noChangeArrowheads="1"/>
          </p:cNvSpPr>
          <p:nvPr/>
        </p:nvSpPr>
        <p:spPr bwMode="auto">
          <a:xfrm>
            <a:off x="1831281" y="3262203"/>
            <a:ext cx="1712794"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lvl="0" algn="just" fontAlgn="base">
              <a:spcBef>
                <a:spcPct val="0"/>
              </a:spcBef>
              <a:spcAft>
                <a:spcPct val="0"/>
              </a:spcAft>
            </a:pPr>
            <a:r>
              <a:rPr lang="zh-CN" altLang="en-US" sz="1000" dirty="0">
                <a:solidFill>
                  <a:schemeClr val="bg1">
                    <a:lumMod val="50000"/>
                  </a:schemeClr>
                </a:solidFill>
                <a:latin typeface="Arial" pitchFamily="34" charset="0"/>
                <a:ea typeface="微软雅黑" pitchFamily="34" charset="-122"/>
              </a:rPr>
              <a:t>此处可输入相关说明文本内容，或者复制文本内容后粘贴，并选择只保留文字。文本内容建议简洁明了、提纲挈领，尽量保持整体风格统一</a:t>
            </a:r>
            <a:r>
              <a:rPr lang="zh-CN" altLang="en-US" sz="1000" dirty="0">
                <a:solidFill>
                  <a:prstClr val="black">
                    <a:lumMod val="50000"/>
                    <a:lumOff val="50000"/>
                  </a:prstClr>
                </a:solidFill>
                <a:latin typeface="Arial" pitchFamily="34" charset="0"/>
                <a:ea typeface="微软雅黑" pitchFamily="34" charset="-122"/>
              </a:rPr>
              <a:t>。</a:t>
            </a:r>
            <a:endParaRPr lang="zh-CN" altLang="zh-CN" sz="1000" dirty="0">
              <a:solidFill>
                <a:prstClr val="black">
                  <a:lumMod val="50000"/>
                  <a:lumOff val="50000"/>
                </a:prstClr>
              </a:solidFill>
              <a:latin typeface="Arial" pitchFamily="34" charset="0"/>
              <a:ea typeface="微软雅黑" pitchFamily="34" charset="-122"/>
            </a:endParaRPr>
          </a:p>
        </p:txBody>
      </p:sp>
      <p:sp>
        <p:nvSpPr>
          <p:cNvPr id="99" name="圆角矩形 98"/>
          <p:cNvSpPr/>
          <p:nvPr/>
        </p:nvSpPr>
        <p:spPr>
          <a:xfrm>
            <a:off x="2526753" y="2931780"/>
            <a:ext cx="1052375" cy="246226"/>
          </a:xfrm>
          <a:prstGeom prst="roundRect">
            <a:avLst>
              <a:gd name="adj" fmla="val 0"/>
            </a:avLst>
          </a:prstGeom>
          <a:solidFill>
            <a:schemeClr val="bg1"/>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ln w="6350">
                  <a:noFill/>
                </a:ln>
                <a:solidFill>
                  <a:schemeClr val="tx1">
                    <a:lumMod val="65000"/>
                    <a:lumOff val="35000"/>
                  </a:schemeClr>
                </a:solidFill>
                <a:latin typeface="Impact" pitchFamily="34" charset="0"/>
                <a:ea typeface="微软雅黑" pitchFamily="34" charset="-122"/>
              </a:rPr>
              <a:t>结论三</a:t>
            </a:r>
          </a:p>
        </p:txBody>
      </p:sp>
    </p:spTree>
  </p:cSld>
  <p:clrMapOvr>
    <a:masterClrMapping/>
  </p:clrMapOvr>
  <p:transition spd="slow">
    <p:push dir="u"/>
  </p:transition>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54"/>
                                            </p:tgtEl>
                                            <p:attrNameLst>
                                              <p:attrName>style.visibility</p:attrName>
                                            </p:attrNameLst>
                                          </p:cBhvr>
                                          <p:to>
                                            <p:strVal val="visible"/>
                                          </p:to>
                                        </p:set>
                                        <p:animEffect transition="in" filter="fade">
                                          <p:cBhvr>
                                            <p:cTn id="7" dur="500"/>
                                            <p:tgtEl>
                                              <p:spTgt spid="54"/>
                                            </p:tgtEl>
                                          </p:cBhvr>
                                        </p:animEffect>
                                        <p:anim calcmode="lin" valueType="num">
                                          <p:cBhvr>
                                            <p:cTn id="8" dur="500" fill="hold"/>
                                            <p:tgtEl>
                                              <p:spTgt spid="54"/>
                                            </p:tgtEl>
                                            <p:attrNameLst>
                                              <p:attrName>ppt_x</p:attrName>
                                            </p:attrNameLst>
                                          </p:cBhvr>
                                          <p:tavLst>
                                            <p:tav tm="0">
                                              <p:val>
                                                <p:strVal val="#ppt_x"/>
                                              </p:val>
                                            </p:tav>
                                            <p:tav tm="100000">
                                              <p:val>
                                                <p:strVal val="#ppt_x"/>
                                              </p:val>
                                            </p:tav>
                                          </p:tavLst>
                                        </p:anim>
                                        <p:anim calcmode="lin" valueType="num">
                                          <p:cBhvr>
                                            <p:cTn id="9" dur="500" fill="hold"/>
                                            <p:tgtEl>
                                              <p:spTgt spid="54"/>
                                            </p:tgtEl>
                                            <p:attrNameLst>
                                              <p:attrName>ppt_y</p:attrName>
                                            </p:attrNameLst>
                                          </p:cBhvr>
                                          <p:tavLst>
                                            <p:tav tm="0">
                                              <p:val>
                                                <p:strVal val="#ppt_y+.1"/>
                                              </p:val>
                                            </p:tav>
                                            <p:tav tm="100000">
                                              <p:val>
                                                <p:strVal val="#ppt_y"/>
                                              </p:val>
                                            </p:tav>
                                          </p:tavLst>
                                        </p:anim>
                                      </p:childTnLst>
                                    </p:cTn>
                                  </p:par>
                                  <p:par>
                                    <p:cTn id="10" presetID="55" presetClass="entr" presetSubtype="0" fill="hold" nodeType="withEffect">
                                      <p:stCondLst>
                                        <p:cond delay="500"/>
                                      </p:stCondLst>
                                      <p:childTnLst>
                                        <p:set>
                                          <p:cBhvr>
                                            <p:cTn id="11" dur="1" fill="hold">
                                              <p:stCondLst>
                                                <p:cond delay="0"/>
                                              </p:stCondLst>
                                            </p:cTn>
                                            <p:tgtEl>
                                              <p:spTgt spid="49"/>
                                            </p:tgtEl>
                                            <p:attrNameLst>
                                              <p:attrName>style.visibility</p:attrName>
                                            </p:attrNameLst>
                                          </p:cBhvr>
                                          <p:to>
                                            <p:strVal val="visible"/>
                                          </p:to>
                                        </p:set>
                                        <p:anim calcmode="lin" valueType="num">
                                          <p:cBhvr>
                                            <p:cTn id="12" dur="750" fill="hold"/>
                                            <p:tgtEl>
                                              <p:spTgt spid="49"/>
                                            </p:tgtEl>
                                            <p:attrNameLst>
                                              <p:attrName>ppt_w</p:attrName>
                                            </p:attrNameLst>
                                          </p:cBhvr>
                                          <p:tavLst>
                                            <p:tav tm="0">
                                              <p:val>
                                                <p:strVal val="#ppt_w*0.70"/>
                                              </p:val>
                                            </p:tav>
                                            <p:tav tm="100000">
                                              <p:val>
                                                <p:strVal val="#ppt_w"/>
                                              </p:val>
                                            </p:tav>
                                          </p:tavLst>
                                        </p:anim>
                                        <p:anim calcmode="lin" valueType="num">
                                          <p:cBhvr>
                                            <p:cTn id="13" dur="750" fill="hold"/>
                                            <p:tgtEl>
                                              <p:spTgt spid="49"/>
                                            </p:tgtEl>
                                            <p:attrNameLst>
                                              <p:attrName>ppt_h</p:attrName>
                                            </p:attrNameLst>
                                          </p:cBhvr>
                                          <p:tavLst>
                                            <p:tav tm="0">
                                              <p:val>
                                                <p:strVal val="#ppt_h"/>
                                              </p:val>
                                            </p:tav>
                                            <p:tav tm="100000">
                                              <p:val>
                                                <p:strVal val="#ppt_h"/>
                                              </p:val>
                                            </p:tav>
                                          </p:tavLst>
                                        </p:anim>
                                        <p:animEffect transition="in" filter="fade">
                                          <p:cBhvr>
                                            <p:cTn id="14" dur="750"/>
                                            <p:tgtEl>
                                              <p:spTgt spid="49"/>
                                            </p:tgtEl>
                                          </p:cBhvr>
                                        </p:animEffect>
                                      </p:childTnLst>
                                    </p:cTn>
                                  </p:par>
                                  <p:par>
                                    <p:cTn id="15" presetID="47" presetClass="entr" presetSubtype="0" fill="hold" grpId="0" nodeType="withEffect">
                                      <p:stCondLst>
                                        <p:cond delay="1300"/>
                                      </p:stCondLst>
                                      <p:childTnLst>
                                        <p:set>
                                          <p:cBhvr>
                                            <p:cTn id="16" dur="1" fill="hold">
                                              <p:stCondLst>
                                                <p:cond delay="0"/>
                                              </p:stCondLst>
                                            </p:cTn>
                                            <p:tgtEl>
                                              <p:spTgt spid="64"/>
                                            </p:tgtEl>
                                            <p:attrNameLst>
                                              <p:attrName>style.visibility</p:attrName>
                                            </p:attrNameLst>
                                          </p:cBhvr>
                                          <p:to>
                                            <p:strVal val="visible"/>
                                          </p:to>
                                        </p:set>
                                        <p:animEffect transition="in" filter="fade">
                                          <p:cBhvr>
                                            <p:cTn id="17" dur="500"/>
                                            <p:tgtEl>
                                              <p:spTgt spid="64"/>
                                            </p:tgtEl>
                                          </p:cBhvr>
                                        </p:animEffect>
                                        <p:anim calcmode="lin" valueType="num">
                                          <p:cBhvr>
                                            <p:cTn id="18" dur="500" fill="hold"/>
                                            <p:tgtEl>
                                              <p:spTgt spid="64"/>
                                            </p:tgtEl>
                                            <p:attrNameLst>
                                              <p:attrName>ppt_x</p:attrName>
                                            </p:attrNameLst>
                                          </p:cBhvr>
                                          <p:tavLst>
                                            <p:tav tm="0">
                                              <p:val>
                                                <p:strVal val="#ppt_x"/>
                                              </p:val>
                                            </p:tav>
                                            <p:tav tm="100000">
                                              <p:val>
                                                <p:strVal val="#ppt_x"/>
                                              </p:val>
                                            </p:tav>
                                          </p:tavLst>
                                        </p:anim>
                                        <p:anim calcmode="lin" valueType="num">
                                          <p:cBhvr>
                                            <p:cTn id="19" dur="500" fill="hold"/>
                                            <p:tgtEl>
                                              <p:spTgt spid="64"/>
                                            </p:tgtEl>
                                            <p:attrNameLst>
                                              <p:attrName>ppt_y</p:attrName>
                                            </p:attrNameLst>
                                          </p:cBhvr>
                                          <p:tavLst>
                                            <p:tav tm="0">
                                              <p:val>
                                                <p:strVal val="#ppt_y-.1"/>
                                              </p:val>
                                            </p:tav>
                                            <p:tav tm="100000">
                                              <p:val>
                                                <p:strVal val="#ppt_y"/>
                                              </p:val>
                                            </p:tav>
                                          </p:tavLst>
                                        </p:anim>
                                      </p:childTnLst>
                                    </p:cTn>
                                  </p:par>
                                  <p:par>
                                    <p:cTn id="20" presetID="47" presetClass="entr" presetSubtype="0" fill="hold" grpId="0" nodeType="withEffect">
                                      <p:stCondLst>
                                        <p:cond delay="1300"/>
                                      </p:stCondLst>
                                      <p:childTnLst>
                                        <p:set>
                                          <p:cBhvr>
                                            <p:cTn id="21" dur="1" fill="hold">
                                              <p:stCondLst>
                                                <p:cond delay="0"/>
                                              </p:stCondLst>
                                            </p:cTn>
                                            <p:tgtEl>
                                              <p:spTgt spid="65"/>
                                            </p:tgtEl>
                                            <p:attrNameLst>
                                              <p:attrName>style.visibility</p:attrName>
                                            </p:attrNameLst>
                                          </p:cBhvr>
                                          <p:to>
                                            <p:strVal val="visible"/>
                                          </p:to>
                                        </p:set>
                                        <p:animEffect transition="in" filter="fade">
                                          <p:cBhvr>
                                            <p:cTn id="22" dur="500"/>
                                            <p:tgtEl>
                                              <p:spTgt spid="65"/>
                                            </p:tgtEl>
                                          </p:cBhvr>
                                        </p:animEffect>
                                        <p:anim calcmode="lin" valueType="num">
                                          <p:cBhvr>
                                            <p:cTn id="23" dur="500" fill="hold"/>
                                            <p:tgtEl>
                                              <p:spTgt spid="65"/>
                                            </p:tgtEl>
                                            <p:attrNameLst>
                                              <p:attrName>ppt_x</p:attrName>
                                            </p:attrNameLst>
                                          </p:cBhvr>
                                          <p:tavLst>
                                            <p:tav tm="0">
                                              <p:val>
                                                <p:strVal val="#ppt_x"/>
                                              </p:val>
                                            </p:tav>
                                            <p:tav tm="100000">
                                              <p:val>
                                                <p:strVal val="#ppt_x"/>
                                              </p:val>
                                            </p:tav>
                                          </p:tavLst>
                                        </p:anim>
                                        <p:anim calcmode="lin" valueType="num">
                                          <p:cBhvr>
                                            <p:cTn id="24" dur="500" fill="hold"/>
                                            <p:tgtEl>
                                              <p:spTgt spid="65"/>
                                            </p:tgtEl>
                                            <p:attrNameLst>
                                              <p:attrName>ppt_y</p:attrName>
                                            </p:attrNameLst>
                                          </p:cBhvr>
                                          <p:tavLst>
                                            <p:tav tm="0">
                                              <p:val>
                                                <p:strVal val="#ppt_y-.1"/>
                                              </p:val>
                                            </p:tav>
                                            <p:tav tm="100000">
                                              <p:val>
                                                <p:strVal val="#ppt_y"/>
                                              </p:val>
                                            </p:tav>
                                          </p:tavLst>
                                        </p:anim>
                                      </p:childTnLst>
                                    </p:cTn>
                                  </p:par>
                                  <p:par>
                                    <p:cTn id="25" presetID="47" presetClass="entr" presetSubtype="0" fill="hold" grpId="0" nodeType="withEffect">
                                      <p:stCondLst>
                                        <p:cond delay="1300"/>
                                      </p:stCondLst>
                                      <p:childTnLst>
                                        <p:set>
                                          <p:cBhvr>
                                            <p:cTn id="26" dur="1" fill="hold">
                                              <p:stCondLst>
                                                <p:cond delay="0"/>
                                              </p:stCondLst>
                                            </p:cTn>
                                            <p:tgtEl>
                                              <p:spTgt spid="66"/>
                                            </p:tgtEl>
                                            <p:attrNameLst>
                                              <p:attrName>style.visibility</p:attrName>
                                            </p:attrNameLst>
                                          </p:cBhvr>
                                          <p:to>
                                            <p:strVal val="visible"/>
                                          </p:to>
                                        </p:set>
                                        <p:animEffect transition="in" filter="fade">
                                          <p:cBhvr>
                                            <p:cTn id="27" dur="500"/>
                                            <p:tgtEl>
                                              <p:spTgt spid="66"/>
                                            </p:tgtEl>
                                          </p:cBhvr>
                                        </p:animEffect>
                                        <p:anim calcmode="lin" valueType="num">
                                          <p:cBhvr>
                                            <p:cTn id="28" dur="500" fill="hold"/>
                                            <p:tgtEl>
                                              <p:spTgt spid="66"/>
                                            </p:tgtEl>
                                            <p:attrNameLst>
                                              <p:attrName>ppt_x</p:attrName>
                                            </p:attrNameLst>
                                          </p:cBhvr>
                                          <p:tavLst>
                                            <p:tav tm="0">
                                              <p:val>
                                                <p:strVal val="#ppt_x"/>
                                              </p:val>
                                            </p:tav>
                                            <p:tav tm="100000">
                                              <p:val>
                                                <p:strVal val="#ppt_x"/>
                                              </p:val>
                                            </p:tav>
                                          </p:tavLst>
                                        </p:anim>
                                        <p:anim calcmode="lin" valueType="num">
                                          <p:cBhvr>
                                            <p:cTn id="29" dur="500" fill="hold"/>
                                            <p:tgtEl>
                                              <p:spTgt spid="66"/>
                                            </p:tgtEl>
                                            <p:attrNameLst>
                                              <p:attrName>ppt_y</p:attrName>
                                            </p:attrNameLst>
                                          </p:cBhvr>
                                          <p:tavLst>
                                            <p:tav tm="0">
                                              <p:val>
                                                <p:strVal val="#ppt_y-.1"/>
                                              </p:val>
                                            </p:tav>
                                            <p:tav tm="100000">
                                              <p:val>
                                                <p:strVal val="#ppt_y"/>
                                              </p:val>
                                            </p:tav>
                                          </p:tavLst>
                                        </p:anim>
                                      </p:childTnLst>
                                    </p:cTn>
                                  </p:par>
                                  <p:par>
                                    <p:cTn id="30" presetID="47" presetClass="entr" presetSubtype="0" fill="hold" grpId="0" nodeType="withEffect">
                                      <p:stCondLst>
                                        <p:cond delay="1300"/>
                                      </p:stCondLst>
                                      <p:childTnLst>
                                        <p:set>
                                          <p:cBhvr>
                                            <p:cTn id="31" dur="1" fill="hold">
                                              <p:stCondLst>
                                                <p:cond delay="0"/>
                                              </p:stCondLst>
                                            </p:cTn>
                                            <p:tgtEl>
                                              <p:spTgt spid="67"/>
                                            </p:tgtEl>
                                            <p:attrNameLst>
                                              <p:attrName>style.visibility</p:attrName>
                                            </p:attrNameLst>
                                          </p:cBhvr>
                                          <p:to>
                                            <p:strVal val="visible"/>
                                          </p:to>
                                        </p:set>
                                        <p:animEffect transition="in" filter="fade">
                                          <p:cBhvr>
                                            <p:cTn id="32" dur="500"/>
                                            <p:tgtEl>
                                              <p:spTgt spid="67"/>
                                            </p:tgtEl>
                                          </p:cBhvr>
                                        </p:animEffect>
                                        <p:anim calcmode="lin" valueType="num">
                                          <p:cBhvr>
                                            <p:cTn id="33" dur="500" fill="hold"/>
                                            <p:tgtEl>
                                              <p:spTgt spid="67"/>
                                            </p:tgtEl>
                                            <p:attrNameLst>
                                              <p:attrName>ppt_x</p:attrName>
                                            </p:attrNameLst>
                                          </p:cBhvr>
                                          <p:tavLst>
                                            <p:tav tm="0">
                                              <p:val>
                                                <p:strVal val="#ppt_x"/>
                                              </p:val>
                                            </p:tav>
                                            <p:tav tm="100000">
                                              <p:val>
                                                <p:strVal val="#ppt_x"/>
                                              </p:val>
                                            </p:tav>
                                          </p:tavLst>
                                        </p:anim>
                                        <p:anim calcmode="lin" valueType="num">
                                          <p:cBhvr>
                                            <p:cTn id="34" dur="500" fill="hold"/>
                                            <p:tgtEl>
                                              <p:spTgt spid="67"/>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1300"/>
                                      </p:stCondLst>
                                      <p:childTnLst>
                                        <p:set>
                                          <p:cBhvr>
                                            <p:cTn id="36" dur="1" fill="hold">
                                              <p:stCondLst>
                                                <p:cond delay="0"/>
                                              </p:stCondLst>
                                            </p:cTn>
                                            <p:tgtEl>
                                              <p:spTgt spid="68"/>
                                            </p:tgtEl>
                                            <p:attrNameLst>
                                              <p:attrName>style.visibility</p:attrName>
                                            </p:attrNameLst>
                                          </p:cBhvr>
                                          <p:to>
                                            <p:strVal val="visible"/>
                                          </p:to>
                                        </p:set>
                                        <p:animEffect transition="in" filter="fade">
                                          <p:cBhvr>
                                            <p:cTn id="37" dur="500"/>
                                            <p:tgtEl>
                                              <p:spTgt spid="68"/>
                                            </p:tgtEl>
                                          </p:cBhvr>
                                        </p:animEffect>
                                        <p:anim calcmode="lin" valueType="num">
                                          <p:cBhvr>
                                            <p:cTn id="38" dur="500" fill="hold"/>
                                            <p:tgtEl>
                                              <p:spTgt spid="68"/>
                                            </p:tgtEl>
                                            <p:attrNameLst>
                                              <p:attrName>ppt_x</p:attrName>
                                            </p:attrNameLst>
                                          </p:cBhvr>
                                          <p:tavLst>
                                            <p:tav tm="0">
                                              <p:val>
                                                <p:strVal val="#ppt_x"/>
                                              </p:val>
                                            </p:tav>
                                            <p:tav tm="100000">
                                              <p:val>
                                                <p:strVal val="#ppt_x"/>
                                              </p:val>
                                            </p:tav>
                                          </p:tavLst>
                                        </p:anim>
                                        <p:anim calcmode="lin" valueType="num">
                                          <p:cBhvr>
                                            <p:cTn id="39" dur="500" fill="hold"/>
                                            <p:tgtEl>
                                              <p:spTgt spid="68"/>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1300"/>
                                      </p:stCondLst>
                                      <p:childTnLst>
                                        <p:set>
                                          <p:cBhvr>
                                            <p:cTn id="41" dur="1" fill="hold">
                                              <p:stCondLst>
                                                <p:cond delay="0"/>
                                              </p:stCondLst>
                                            </p:cTn>
                                            <p:tgtEl>
                                              <p:spTgt spid="69"/>
                                            </p:tgtEl>
                                            <p:attrNameLst>
                                              <p:attrName>style.visibility</p:attrName>
                                            </p:attrNameLst>
                                          </p:cBhvr>
                                          <p:to>
                                            <p:strVal val="visible"/>
                                          </p:to>
                                        </p:set>
                                        <p:animEffect transition="in" filter="fade">
                                          <p:cBhvr>
                                            <p:cTn id="42" dur="500"/>
                                            <p:tgtEl>
                                              <p:spTgt spid="69"/>
                                            </p:tgtEl>
                                          </p:cBhvr>
                                        </p:animEffect>
                                        <p:anim calcmode="lin" valueType="num">
                                          <p:cBhvr>
                                            <p:cTn id="43" dur="500" fill="hold"/>
                                            <p:tgtEl>
                                              <p:spTgt spid="69"/>
                                            </p:tgtEl>
                                            <p:attrNameLst>
                                              <p:attrName>ppt_x</p:attrName>
                                            </p:attrNameLst>
                                          </p:cBhvr>
                                          <p:tavLst>
                                            <p:tav tm="0">
                                              <p:val>
                                                <p:strVal val="#ppt_x"/>
                                              </p:val>
                                            </p:tav>
                                            <p:tav tm="100000">
                                              <p:val>
                                                <p:strVal val="#ppt_x"/>
                                              </p:val>
                                            </p:tav>
                                          </p:tavLst>
                                        </p:anim>
                                        <p:anim calcmode="lin" valueType="num">
                                          <p:cBhvr>
                                            <p:cTn id="44" dur="500" fill="hold"/>
                                            <p:tgtEl>
                                              <p:spTgt spid="69"/>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1300"/>
                                      </p:stCondLst>
                                      <p:childTnLst>
                                        <p:set>
                                          <p:cBhvr>
                                            <p:cTn id="46" dur="1" fill="hold">
                                              <p:stCondLst>
                                                <p:cond delay="0"/>
                                              </p:stCondLst>
                                            </p:cTn>
                                            <p:tgtEl>
                                              <p:spTgt spid="70"/>
                                            </p:tgtEl>
                                            <p:attrNameLst>
                                              <p:attrName>style.visibility</p:attrName>
                                            </p:attrNameLst>
                                          </p:cBhvr>
                                          <p:to>
                                            <p:strVal val="visible"/>
                                          </p:to>
                                        </p:set>
                                        <p:animEffect transition="in" filter="fade">
                                          <p:cBhvr>
                                            <p:cTn id="47" dur="500"/>
                                            <p:tgtEl>
                                              <p:spTgt spid="70"/>
                                            </p:tgtEl>
                                          </p:cBhvr>
                                        </p:animEffect>
                                        <p:anim calcmode="lin" valueType="num">
                                          <p:cBhvr>
                                            <p:cTn id="48" dur="500" fill="hold"/>
                                            <p:tgtEl>
                                              <p:spTgt spid="70"/>
                                            </p:tgtEl>
                                            <p:attrNameLst>
                                              <p:attrName>ppt_x</p:attrName>
                                            </p:attrNameLst>
                                          </p:cBhvr>
                                          <p:tavLst>
                                            <p:tav tm="0">
                                              <p:val>
                                                <p:strVal val="#ppt_x"/>
                                              </p:val>
                                            </p:tav>
                                            <p:tav tm="100000">
                                              <p:val>
                                                <p:strVal val="#ppt_x"/>
                                              </p:val>
                                            </p:tav>
                                          </p:tavLst>
                                        </p:anim>
                                        <p:anim calcmode="lin" valueType="num">
                                          <p:cBhvr>
                                            <p:cTn id="49" dur="500" fill="hold"/>
                                            <p:tgtEl>
                                              <p:spTgt spid="70"/>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p:stCondLst>
                                        <p:cond delay="1300"/>
                                      </p:stCondLst>
                                      <p:childTnLst>
                                        <p:set>
                                          <p:cBhvr>
                                            <p:cTn id="51" dur="1" fill="hold">
                                              <p:stCondLst>
                                                <p:cond delay="0"/>
                                              </p:stCondLst>
                                            </p:cTn>
                                            <p:tgtEl>
                                              <p:spTgt spid="71"/>
                                            </p:tgtEl>
                                            <p:attrNameLst>
                                              <p:attrName>style.visibility</p:attrName>
                                            </p:attrNameLst>
                                          </p:cBhvr>
                                          <p:to>
                                            <p:strVal val="visible"/>
                                          </p:to>
                                        </p:set>
                                        <p:animEffect transition="in" filter="fade">
                                          <p:cBhvr>
                                            <p:cTn id="52" dur="500"/>
                                            <p:tgtEl>
                                              <p:spTgt spid="71"/>
                                            </p:tgtEl>
                                          </p:cBhvr>
                                        </p:animEffect>
                                        <p:anim calcmode="lin" valueType="num">
                                          <p:cBhvr>
                                            <p:cTn id="53" dur="500" fill="hold"/>
                                            <p:tgtEl>
                                              <p:spTgt spid="71"/>
                                            </p:tgtEl>
                                            <p:attrNameLst>
                                              <p:attrName>ppt_x</p:attrName>
                                            </p:attrNameLst>
                                          </p:cBhvr>
                                          <p:tavLst>
                                            <p:tav tm="0">
                                              <p:val>
                                                <p:strVal val="#ppt_x"/>
                                              </p:val>
                                            </p:tav>
                                            <p:tav tm="100000">
                                              <p:val>
                                                <p:strVal val="#ppt_x"/>
                                              </p:val>
                                            </p:tav>
                                          </p:tavLst>
                                        </p:anim>
                                        <p:anim calcmode="lin" valueType="num">
                                          <p:cBhvr>
                                            <p:cTn id="54" dur="500" fill="hold"/>
                                            <p:tgtEl>
                                              <p:spTgt spid="71"/>
                                            </p:tgtEl>
                                            <p:attrNameLst>
                                              <p:attrName>ppt_y</p:attrName>
                                            </p:attrNameLst>
                                          </p:cBhvr>
                                          <p:tavLst>
                                            <p:tav tm="0">
                                              <p:val>
                                                <p:strVal val="#ppt_y+.1"/>
                                              </p:val>
                                            </p:tav>
                                            <p:tav tm="100000">
                                              <p:val>
                                                <p:strVal val="#ppt_y"/>
                                              </p:val>
                                            </p:tav>
                                          </p:tavLst>
                                        </p:anim>
                                      </p:childTnLst>
                                    </p:cTn>
                                  </p:par>
                                  <p:par>
                                    <p:cTn id="55" presetID="2" presetClass="entr" presetSubtype="2" fill="hold" grpId="0" nodeType="withEffect" p14:presetBounceEnd="60000">
                                      <p:stCondLst>
                                        <p:cond delay="1800"/>
                                      </p:stCondLst>
                                      <p:childTnLst>
                                        <p:set>
                                          <p:cBhvr>
                                            <p:cTn id="56" dur="1" fill="hold">
                                              <p:stCondLst>
                                                <p:cond delay="0"/>
                                              </p:stCondLst>
                                            </p:cTn>
                                            <p:tgtEl>
                                              <p:spTgt spid="73"/>
                                            </p:tgtEl>
                                            <p:attrNameLst>
                                              <p:attrName>style.visibility</p:attrName>
                                            </p:attrNameLst>
                                          </p:cBhvr>
                                          <p:to>
                                            <p:strVal val="visible"/>
                                          </p:to>
                                        </p:set>
                                        <p:anim calcmode="lin" valueType="num" p14:bounceEnd="60000">
                                          <p:cBhvr additive="base">
                                            <p:cTn id="57" dur="500" fill="hold"/>
                                            <p:tgtEl>
                                              <p:spTgt spid="73"/>
                                            </p:tgtEl>
                                            <p:attrNameLst>
                                              <p:attrName>ppt_x</p:attrName>
                                            </p:attrNameLst>
                                          </p:cBhvr>
                                          <p:tavLst>
                                            <p:tav tm="0">
                                              <p:val>
                                                <p:strVal val="1+#ppt_w/2"/>
                                              </p:val>
                                            </p:tav>
                                            <p:tav tm="100000">
                                              <p:val>
                                                <p:strVal val="#ppt_x"/>
                                              </p:val>
                                            </p:tav>
                                          </p:tavLst>
                                        </p:anim>
                                        <p:anim calcmode="lin" valueType="num" p14:bounceEnd="60000">
                                          <p:cBhvr additive="base">
                                            <p:cTn id="58" dur="500" fill="hold"/>
                                            <p:tgtEl>
                                              <p:spTgt spid="73"/>
                                            </p:tgtEl>
                                            <p:attrNameLst>
                                              <p:attrName>ppt_y</p:attrName>
                                            </p:attrNameLst>
                                          </p:cBhvr>
                                          <p:tavLst>
                                            <p:tav tm="0">
                                              <p:val>
                                                <p:strVal val="#ppt_y"/>
                                              </p:val>
                                            </p:tav>
                                            <p:tav tm="100000">
                                              <p:val>
                                                <p:strVal val="#ppt_y"/>
                                              </p:val>
                                            </p:tav>
                                          </p:tavLst>
                                        </p:anim>
                                      </p:childTnLst>
                                    </p:cTn>
                                  </p:par>
                                  <p:par>
                                    <p:cTn id="59" presetID="55" presetClass="entr" presetSubtype="0" fill="hold" grpId="0" nodeType="withEffect">
                                      <p:stCondLst>
                                        <p:cond delay="2200"/>
                                      </p:stCondLst>
                                      <p:childTnLst>
                                        <p:set>
                                          <p:cBhvr>
                                            <p:cTn id="60" dur="1" fill="hold">
                                              <p:stCondLst>
                                                <p:cond delay="0"/>
                                              </p:stCondLst>
                                            </p:cTn>
                                            <p:tgtEl>
                                              <p:spTgt spid="72"/>
                                            </p:tgtEl>
                                            <p:attrNameLst>
                                              <p:attrName>style.visibility</p:attrName>
                                            </p:attrNameLst>
                                          </p:cBhvr>
                                          <p:to>
                                            <p:strVal val="visible"/>
                                          </p:to>
                                        </p:set>
                                        <p:anim calcmode="lin" valueType="num">
                                          <p:cBhvr>
                                            <p:cTn id="61" dur="500" fill="hold"/>
                                            <p:tgtEl>
                                              <p:spTgt spid="72"/>
                                            </p:tgtEl>
                                            <p:attrNameLst>
                                              <p:attrName>ppt_w</p:attrName>
                                            </p:attrNameLst>
                                          </p:cBhvr>
                                          <p:tavLst>
                                            <p:tav tm="0">
                                              <p:val>
                                                <p:strVal val="#ppt_w*0.70"/>
                                              </p:val>
                                            </p:tav>
                                            <p:tav tm="100000">
                                              <p:val>
                                                <p:strVal val="#ppt_w"/>
                                              </p:val>
                                            </p:tav>
                                          </p:tavLst>
                                        </p:anim>
                                        <p:anim calcmode="lin" valueType="num">
                                          <p:cBhvr>
                                            <p:cTn id="62" dur="500" fill="hold"/>
                                            <p:tgtEl>
                                              <p:spTgt spid="72"/>
                                            </p:tgtEl>
                                            <p:attrNameLst>
                                              <p:attrName>ppt_h</p:attrName>
                                            </p:attrNameLst>
                                          </p:cBhvr>
                                          <p:tavLst>
                                            <p:tav tm="0">
                                              <p:val>
                                                <p:strVal val="#ppt_h"/>
                                              </p:val>
                                            </p:tav>
                                            <p:tav tm="100000">
                                              <p:val>
                                                <p:strVal val="#ppt_h"/>
                                              </p:val>
                                            </p:tav>
                                          </p:tavLst>
                                        </p:anim>
                                        <p:animEffect transition="in" filter="fade">
                                          <p:cBhvr>
                                            <p:cTn id="63" dur="500"/>
                                            <p:tgtEl>
                                              <p:spTgt spid="72"/>
                                            </p:tgtEl>
                                          </p:cBhvr>
                                        </p:animEffect>
                                      </p:childTnLst>
                                    </p:cTn>
                                  </p:par>
                                  <p:par>
                                    <p:cTn id="64" presetID="2" presetClass="entr" presetSubtype="2" fill="hold" grpId="0" nodeType="withEffect" p14:presetBounceEnd="60000">
                                      <p:stCondLst>
                                        <p:cond delay="1800"/>
                                      </p:stCondLst>
                                      <p:childTnLst>
                                        <p:set>
                                          <p:cBhvr>
                                            <p:cTn id="65" dur="1" fill="hold">
                                              <p:stCondLst>
                                                <p:cond delay="0"/>
                                              </p:stCondLst>
                                            </p:cTn>
                                            <p:tgtEl>
                                              <p:spTgt spid="75"/>
                                            </p:tgtEl>
                                            <p:attrNameLst>
                                              <p:attrName>style.visibility</p:attrName>
                                            </p:attrNameLst>
                                          </p:cBhvr>
                                          <p:to>
                                            <p:strVal val="visible"/>
                                          </p:to>
                                        </p:set>
                                        <p:anim calcmode="lin" valueType="num" p14:bounceEnd="60000">
                                          <p:cBhvr additive="base">
                                            <p:cTn id="66" dur="500" fill="hold"/>
                                            <p:tgtEl>
                                              <p:spTgt spid="75"/>
                                            </p:tgtEl>
                                            <p:attrNameLst>
                                              <p:attrName>ppt_x</p:attrName>
                                            </p:attrNameLst>
                                          </p:cBhvr>
                                          <p:tavLst>
                                            <p:tav tm="0">
                                              <p:val>
                                                <p:strVal val="1+#ppt_w/2"/>
                                              </p:val>
                                            </p:tav>
                                            <p:tav tm="100000">
                                              <p:val>
                                                <p:strVal val="#ppt_x"/>
                                              </p:val>
                                            </p:tav>
                                          </p:tavLst>
                                        </p:anim>
                                        <p:anim calcmode="lin" valueType="num" p14:bounceEnd="60000">
                                          <p:cBhvr additive="base">
                                            <p:cTn id="67" dur="500" fill="hold"/>
                                            <p:tgtEl>
                                              <p:spTgt spid="75"/>
                                            </p:tgtEl>
                                            <p:attrNameLst>
                                              <p:attrName>ppt_y</p:attrName>
                                            </p:attrNameLst>
                                          </p:cBhvr>
                                          <p:tavLst>
                                            <p:tav tm="0">
                                              <p:val>
                                                <p:strVal val="#ppt_y"/>
                                              </p:val>
                                            </p:tav>
                                            <p:tav tm="100000">
                                              <p:val>
                                                <p:strVal val="#ppt_y"/>
                                              </p:val>
                                            </p:tav>
                                          </p:tavLst>
                                        </p:anim>
                                      </p:childTnLst>
                                    </p:cTn>
                                  </p:par>
                                  <p:par>
                                    <p:cTn id="68" presetID="55" presetClass="entr" presetSubtype="0" fill="hold" grpId="0" nodeType="withEffect">
                                      <p:stCondLst>
                                        <p:cond delay="2200"/>
                                      </p:stCondLst>
                                      <p:childTnLst>
                                        <p:set>
                                          <p:cBhvr>
                                            <p:cTn id="69" dur="1" fill="hold">
                                              <p:stCondLst>
                                                <p:cond delay="0"/>
                                              </p:stCondLst>
                                            </p:cTn>
                                            <p:tgtEl>
                                              <p:spTgt spid="74"/>
                                            </p:tgtEl>
                                            <p:attrNameLst>
                                              <p:attrName>style.visibility</p:attrName>
                                            </p:attrNameLst>
                                          </p:cBhvr>
                                          <p:to>
                                            <p:strVal val="visible"/>
                                          </p:to>
                                        </p:set>
                                        <p:anim calcmode="lin" valueType="num">
                                          <p:cBhvr>
                                            <p:cTn id="70" dur="500" fill="hold"/>
                                            <p:tgtEl>
                                              <p:spTgt spid="74"/>
                                            </p:tgtEl>
                                            <p:attrNameLst>
                                              <p:attrName>ppt_w</p:attrName>
                                            </p:attrNameLst>
                                          </p:cBhvr>
                                          <p:tavLst>
                                            <p:tav tm="0">
                                              <p:val>
                                                <p:strVal val="#ppt_w*0.70"/>
                                              </p:val>
                                            </p:tav>
                                            <p:tav tm="100000">
                                              <p:val>
                                                <p:strVal val="#ppt_w"/>
                                              </p:val>
                                            </p:tav>
                                          </p:tavLst>
                                        </p:anim>
                                        <p:anim calcmode="lin" valueType="num">
                                          <p:cBhvr>
                                            <p:cTn id="71" dur="500" fill="hold"/>
                                            <p:tgtEl>
                                              <p:spTgt spid="74"/>
                                            </p:tgtEl>
                                            <p:attrNameLst>
                                              <p:attrName>ppt_h</p:attrName>
                                            </p:attrNameLst>
                                          </p:cBhvr>
                                          <p:tavLst>
                                            <p:tav tm="0">
                                              <p:val>
                                                <p:strVal val="#ppt_h"/>
                                              </p:val>
                                            </p:tav>
                                            <p:tav tm="100000">
                                              <p:val>
                                                <p:strVal val="#ppt_h"/>
                                              </p:val>
                                            </p:tav>
                                          </p:tavLst>
                                        </p:anim>
                                        <p:animEffect transition="in" filter="fade">
                                          <p:cBhvr>
                                            <p:cTn id="72" dur="500"/>
                                            <p:tgtEl>
                                              <p:spTgt spid="74"/>
                                            </p:tgtEl>
                                          </p:cBhvr>
                                        </p:animEffect>
                                      </p:childTnLst>
                                    </p:cTn>
                                  </p:par>
                                  <p:par>
                                    <p:cTn id="73" presetID="2" presetClass="entr" presetSubtype="8" fill="hold" grpId="0" nodeType="withEffect" p14:presetBounceEnd="60000">
                                      <p:stCondLst>
                                        <p:cond delay="1800"/>
                                      </p:stCondLst>
                                      <p:childTnLst>
                                        <p:set>
                                          <p:cBhvr>
                                            <p:cTn id="74" dur="1" fill="hold">
                                              <p:stCondLst>
                                                <p:cond delay="0"/>
                                              </p:stCondLst>
                                            </p:cTn>
                                            <p:tgtEl>
                                              <p:spTgt spid="77"/>
                                            </p:tgtEl>
                                            <p:attrNameLst>
                                              <p:attrName>style.visibility</p:attrName>
                                            </p:attrNameLst>
                                          </p:cBhvr>
                                          <p:to>
                                            <p:strVal val="visible"/>
                                          </p:to>
                                        </p:set>
                                        <p:anim calcmode="lin" valueType="num" p14:bounceEnd="60000">
                                          <p:cBhvr additive="base">
                                            <p:cTn id="75" dur="500" fill="hold"/>
                                            <p:tgtEl>
                                              <p:spTgt spid="77"/>
                                            </p:tgtEl>
                                            <p:attrNameLst>
                                              <p:attrName>ppt_x</p:attrName>
                                            </p:attrNameLst>
                                          </p:cBhvr>
                                          <p:tavLst>
                                            <p:tav tm="0">
                                              <p:val>
                                                <p:strVal val="0-#ppt_w/2"/>
                                              </p:val>
                                            </p:tav>
                                            <p:tav tm="100000">
                                              <p:val>
                                                <p:strVal val="#ppt_x"/>
                                              </p:val>
                                            </p:tav>
                                          </p:tavLst>
                                        </p:anim>
                                        <p:anim calcmode="lin" valueType="num" p14:bounceEnd="60000">
                                          <p:cBhvr additive="base">
                                            <p:cTn id="76" dur="500" fill="hold"/>
                                            <p:tgtEl>
                                              <p:spTgt spid="77"/>
                                            </p:tgtEl>
                                            <p:attrNameLst>
                                              <p:attrName>ppt_y</p:attrName>
                                            </p:attrNameLst>
                                          </p:cBhvr>
                                          <p:tavLst>
                                            <p:tav tm="0">
                                              <p:val>
                                                <p:strVal val="#ppt_y"/>
                                              </p:val>
                                            </p:tav>
                                            <p:tav tm="100000">
                                              <p:val>
                                                <p:strVal val="#ppt_y"/>
                                              </p:val>
                                            </p:tav>
                                          </p:tavLst>
                                        </p:anim>
                                      </p:childTnLst>
                                    </p:cTn>
                                  </p:par>
                                  <p:par>
                                    <p:cTn id="77" presetID="55" presetClass="entr" presetSubtype="0" fill="hold" grpId="0" nodeType="withEffect">
                                      <p:stCondLst>
                                        <p:cond delay="2200"/>
                                      </p:stCondLst>
                                      <p:childTnLst>
                                        <p:set>
                                          <p:cBhvr>
                                            <p:cTn id="78" dur="1" fill="hold">
                                              <p:stCondLst>
                                                <p:cond delay="0"/>
                                              </p:stCondLst>
                                            </p:cTn>
                                            <p:tgtEl>
                                              <p:spTgt spid="76"/>
                                            </p:tgtEl>
                                            <p:attrNameLst>
                                              <p:attrName>style.visibility</p:attrName>
                                            </p:attrNameLst>
                                          </p:cBhvr>
                                          <p:to>
                                            <p:strVal val="visible"/>
                                          </p:to>
                                        </p:set>
                                        <p:anim calcmode="lin" valueType="num">
                                          <p:cBhvr>
                                            <p:cTn id="79" dur="500" fill="hold"/>
                                            <p:tgtEl>
                                              <p:spTgt spid="76"/>
                                            </p:tgtEl>
                                            <p:attrNameLst>
                                              <p:attrName>ppt_w</p:attrName>
                                            </p:attrNameLst>
                                          </p:cBhvr>
                                          <p:tavLst>
                                            <p:tav tm="0">
                                              <p:val>
                                                <p:strVal val="#ppt_w*0.70"/>
                                              </p:val>
                                            </p:tav>
                                            <p:tav tm="100000">
                                              <p:val>
                                                <p:strVal val="#ppt_w"/>
                                              </p:val>
                                            </p:tav>
                                          </p:tavLst>
                                        </p:anim>
                                        <p:anim calcmode="lin" valueType="num">
                                          <p:cBhvr>
                                            <p:cTn id="80" dur="500" fill="hold"/>
                                            <p:tgtEl>
                                              <p:spTgt spid="76"/>
                                            </p:tgtEl>
                                            <p:attrNameLst>
                                              <p:attrName>ppt_h</p:attrName>
                                            </p:attrNameLst>
                                          </p:cBhvr>
                                          <p:tavLst>
                                            <p:tav tm="0">
                                              <p:val>
                                                <p:strVal val="#ppt_h"/>
                                              </p:val>
                                            </p:tav>
                                            <p:tav tm="100000">
                                              <p:val>
                                                <p:strVal val="#ppt_h"/>
                                              </p:val>
                                            </p:tav>
                                          </p:tavLst>
                                        </p:anim>
                                        <p:animEffect transition="in" filter="fade">
                                          <p:cBhvr>
                                            <p:cTn id="81" dur="500"/>
                                            <p:tgtEl>
                                              <p:spTgt spid="76"/>
                                            </p:tgtEl>
                                          </p:cBhvr>
                                        </p:animEffect>
                                      </p:childTnLst>
                                    </p:cTn>
                                  </p:par>
                                  <p:par>
                                    <p:cTn id="82" presetID="2" presetClass="entr" presetSubtype="8" fill="hold" grpId="0" nodeType="withEffect" p14:presetBounceEnd="60000">
                                      <p:stCondLst>
                                        <p:cond delay="1800"/>
                                      </p:stCondLst>
                                      <p:childTnLst>
                                        <p:set>
                                          <p:cBhvr>
                                            <p:cTn id="83" dur="1" fill="hold">
                                              <p:stCondLst>
                                                <p:cond delay="0"/>
                                              </p:stCondLst>
                                            </p:cTn>
                                            <p:tgtEl>
                                              <p:spTgt spid="99"/>
                                            </p:tgtEl>
                                            <p:attrNameLst>
                                              <p:attrName>style.visibility</p:attrName>
                                            </p:attrNameLst>
                                          </p:cBhvr>
                                          <p:to>
                                            <p:strVal val="visible"/>
                                          </p:to>
                                        </p:set>
                                        <p:anim calcmode="lin" valueType="num" p14:bounceEnd="60000">
                                          <p:cBhvr additive="base">
                                            <p:cTn id="84" dur="500" fill="hold"/>
                                            <p:tgtEl>
                                              <p:spTgt spid="99"/>
                                            </p:tgtEl>
                                            <p:attrNameLst>
                                              <p:attrName>ppt_x</p:attrName>
                                            </p:attrNameLst>
                                          </p:cBhvr>
                                          <p:tavLst>
                                            <p:tav tm="0">
                                              <p:val>
                                                <p:strVal val="0-#ppt_w/2"/>
                                              </p:val>
                                            </p:tav>
                                            <p:tav tm="100000">
                                              <p:val>
                                                <p:strVal val="#ppt_x"/>
                                              </p:val>
                                            </p:tav>
                                          </p:tavLst>
                                        </p:anim>
                                        <p:anim calcmode="lin" valueType="num" p14:bounceEnd="60000">
                                          <p:cBhvr additive="base">
                                            <p:cTn id="85" dur="500" fill="hold"/>
                                            <p:tgtEl>
                                              <p:spTgt spid="99"/>
                                            </p:tgtEl>
                                            <p:attrNameLst>
                                              <p:attrName>ppt_y</p:attrName>
                                            </p:attrNameLst>
                                          </p:cBhvr>
                                          <p:tavLst>
                                            <p:tav tm="0">
                                              <p:val>
                                                <p:strVal val="#ppt_y"/>
                                              </p:val>
                                            </p:tav>
                                            <p:tav tm="100000">
                                              <p:val>
                                                <p:strVal val="#ppt_y"/>
                                              </p:val>
                                            </p:tav>
                                          </p:tavLst>
                                        </p:anim>
                                      </p:childTnLst>
                                    </p:cTn>
                                  </p:par>
                                  <p:par>
                                    <p:cTn id="86" presetID="55" presetClass="entr" presetSubtype="0" fill="hold" grpId="0" nodeType="withEffect">
                                      <p:stCondLst>
                                        <p:cond delay="2200"/>
                                      </p:stCondLst>
                                      <p:childTnLst>
                                        <p:set>
                                          <p:cBhvr>
                                            <p:cTn id="87" dur="1" fill="hold">
                                              <p:stCondLst>
                                                <p:cond delay="0"/>
                                              </p:stCondLst>
                                            </p:cTn>
                                            <p:tgtEl>
                                              <p:spTgt spid="98"/>
                                            </p:tgtEl>
                                            <p:attrNameLst>
                                              <p:attrName>style.visibility</p:attrName>
                                            </p:attrNameLst>
                                          </p:cBhvr>
                                          <p:to>
                                            <p:strVal val="visible"/>
                                          </p:to>
                                        </p:set>
                                        <p:anim calcmode="lin" valueType="num">
                                          <p:cBhvr>
                                            <p:cTn id="88" dur="500" fill="hold"/>
                                            <p:tgtEl>
                                              <p:spTgt spid="98"/>
                                            </p:tgtEl>
                                            <p:attrNameLst>
                                              <p:attrName>ppt_w</p:attrName>
                                            </p:attrNameLst>
                                          </p:cBhvr>
                                          <p:tavLst>
                                            <p:tav tm="0">
                                              <p:val>
                                                <p:strVal val="#ppt_w*0.70"/>
                                              </p:val>
                                            </p:tav>
                                            <p:tav tm="100000">
                                              <p:val>
                                                <p:strVal val="#ppt_w"/>
                                              </p:val>
                                            </p:tav>
                                          </p:tavLst>
                                        </p:anim>
                                        <p:anim calcmode="lin" valueType="num">
                                          <p:cBhvr>
                                            <p:cTn id="89" dur="500" fill="hold"/>
                                            <p:tgtEl>
                                              <p:spTgt spid="98"/>
                                            </p:tgtEl>
                                            <p:attrNameLst>
                                              <p:attrName>ppt_h</p:attrName>
                                            </p:attrNameLst>
                                          </p:cBhvr>
                                          <p:tavLst>
                                            <p:tav tm="0">
                                              <p:val>
                                                <p:strVal val="#ppt_h"/>
                                              </p:val>
                                            </p:tav>
                                            <p:tav tm="100000">
                                              <p:val>
                                                <p:strVal val="#ppt_h"/>
                                              </p:val>
                                            </p:tav>
                                          </p:tavLst>
                                        </p:anim>
                                        <p:animEffect transition="in" filter="fade">
                                          <p:cBhvr>
                                            <p:cTn id="90" dur="500"/>
                                            <p:tgtEl>
                                              <p:spTgt spid="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p:bldP spid="65" grpId="0"/>
          <p:bldP spid="66" grpId="0"/>
          <p:bldP spid="67" grpId="0"/>
          <p:bldP spid="68" grpId="0"/>
          <p:bldP spid="69" grpId="0"/>
          <p:bldP spid="70" grpId="0"/>
          <p:bldP spid="71" grpId="0"/>
          <p:bldP spid="72" grpId="0"/>
          <p:bldP spid="73" grpId="0" animBg="1"/>
          <p:bldP spid="74" grpId="0"/>
          <p:bldP spid="75" grpId="0" animBg="1"/>
          <p:bldP spid="76" grpId="0"/>
          <p:bldP spid="77" grpId="0" animBg="1"/>
          <p:bldP spid="98" grpId="0"/>
          <p:bldP spid="99" grpId="0"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54"/>
                                            </p:tgtEl>
                                            <p:attrNameLst>
                                              <p:attrName>style.visibility</p:attrName>
                                            </p:attrNameLst>
                                          </p:cBhvr>
                                          <p:to>
                                            <p:strVal val="visible"/>
                                          </p:to>
                                        </p:set>
                                        <p:animEffect transition="in" filter="fade">
                                          <p:cBhvr>
                                            <p:cTn id="7" dur="500"/>
                                            <p:tgtEl>
                                              <p:spTgt spid="54"/>
                                            </p:tgtEl>
                                          </p:cBhvr>
                                        </p:animEffect>
                                        <p:anim calcmode="lin" valueType="num">
                                          <p:cBhvr>
                                            <p:cTn id="8" dur="500" fill="hold"/>
                                            <p:tgtEl>
                                              <p:spTgt spid="54"/>
                                            </p:tgtEl>
                                            <p:attrNameLst>
                                              <p:attrName>ppt_x</p:attrName>
                                            </p:attrNameLst>
                                          </p:cBhvr>
                                          <p:tavLst>
                                            <p:tav tm="0">
                                              <p:val>
                                                <p:strVal val="#ppt_x"/>
                                              </p:val>
                                            </p:tav>
                                            <p:tav tm="100000">
                                              <p:val>
                                                <p:strVal val="#ppt_x"/>
                                              </p:val>
                                            </p:tav>
                                          </p:tavLst>
                                        </p:anim>
                                        <p:anim calcmode="lin" valueType="num">
                                          <p:cBhvr>
                                            <p:cTn id="9" dur="500" fill="hold"/>
                                            <p:tgtEl>
                                              <p:spTgt spid="54"/>
                                            </p:tgtEl>
                                            <p:attrNameLst>
                                              <p:attrName>ppt_y</p:attrName>
                                            </p:attrNameLst>
                                          </p:cBhvr>
                                          <p:tavLst>
                                            <p:tav tm="0">
                                              <p:val>
                                                <p:strVal val="#ppt_y+.1"/>
                                              </p:val>
                                            </p:tav>
                                            <p:tav tm="100000">
                                              <p:val>
                                                <p:strVal val="#ppt_y"/>
                                              </p:val>
                                            </p:tav>
                                          </p:tavLst>
                                        </p:anim>
                                      </p:childTnLst>
                                    </p:cTn>
                                  </p:par>
                                  <p:par>
                                    <p:cTn id="10" presetID="55" presetClass="entr" presetSubtype="0" fill="hold" nodeType="withEffect">
                                      <p:stCondLst>
                                        <p:cond delay="500"/>
                                      </p:stCondLst>
                                      <p:childTnLst>
                                        <p:set>
                                          <p:cBhvr>
                                            <p:cTn id="11" dur="1" fill="hold">
                                              <p:stCondLst>
                                                <p:cond delay="0"/>
                                              </p:stCondLst>
                                            </p:cTn>
                                            <p:tgtEl>
                                              <p:spTgt spid="49"/>
                                            </p:tgtEl>
                                            <p:attrNameLst>
                                              <p:attrName>style.visibility</p:attrName>
                                            </p:attrNameLst>
                                          </p:cBhvr>
                                          <p:to>
                                            <p:strVal val="visible"/>
                                          </p:to>
                                        </p:set>
                                        <p:anim calcmode="lin" valueType="num">
                                          <p:cBhvr>
                                            <p:cTn id="12" dur="750" fill="hold"/>
                                            <p:tgtEl>
                                              <p:spTgt spid="49"/>
                                            </p:tgtEl>
                                            <p:attrNameLst>
                                              <p:attrName>ppt_w</p:attrName>
                                            </p:attrNameLst>
                                          </p:cBhvr>
                                          <p:tavLst>
                                            <p:tav tm="0">
                                              <p:val>
                                                <p:strVal val="#ppt_w*0.70"/>
                                              </p:val>
                                            </p:tav>
                                            <p:tav tm="100000">
                                              <p:val>
                                                <p:strVal val="#ppt_w"/>
                                              </p:val>
                                            </p:tav>
                                          </p:tavLst>
                                        </p:anim>
                                        <p:anim calcmode="lin" valueType="num">
                                          <p:cBhvr>
                                            <p:cTn id="13" dur="750" fill="hold"/>
                                            <p:tgtEl>
                                              <p:spTgt spid="49"/>
                                            </p:tgtEl>
                                            <p:attrNameLst>
                                              <p:attrName>ppt_h</p:attrName>
                                            </p:attrNameLst>
                                          </p:cBhvr>
                                          <p:tavLst>
                                            <p:tav tm="0">
                                              <p:val>
                                                <p:strVal val="#ppt_h"/>
                                              </p:val>
                                            </p:tav>
                                            <p:tav tm="100000">
                                              <p:val>
                                                <p:strVal val="#ppt_h"/>
                                              </p:val>
                                            </p:tav>
                                          </p:tavLst>
                                        </p:anim>
                                        <p:animEffect transition="in" filter="fade">
                                          <p:cBhvr>
                                            <p:cTn id="14" dur="750"/>
                                            <p:tgtEl>
                                              <p:spTgt spid="49"/>
                                            </p:tgtEl>
                                          </p:cBhvr>
                                        </p:animEffect>
                                      </p:childTnLst>
                                    </p:cTn>
                                  </p:par>
                                  <p:par>
                                    <p:cTn id="15" presetID="47" presetClass="entr" presetSubtype="0" fill="hold" grpId="0" nodeType="withEffect">
                                      <p:stCondLst>
                                        <p:cond delay="1300"/>
                                      </p:stCondLst>
                                      <p:childTnLst>
                                        <p:set>
                                          <p:cBhvr>
                                            <p:cTn id="16" dur="1" fill="hold">
                                              <p:stCondLst>
                                                <p:cond delay="0"/>
                                              </p:stCondLst>
                                            </p:cTn>
                                            <p:tgtEl>
                                              <p:spTgt spid="64"/>
                                            </p:tgtEl>
                                            <p:attrNameLst>
                                              <p:attrName>style.visibility</p:attrName>
                                            </p:attrNameLst>
                                          </p:cBhvr>
                                          <p:to>
                                            <p:strVal val="visible"/>
                                          </p:to>
                                        </p:set>
                                        <p:animEffect transition="in" filter="fade">
                                          <p:cBhvr>
                                            <p:cTn id="17" dur="500"/>
                                            <p:tgtEl>
                                              <p:spTgt spid="64"/>
                                            </p:tgtEl>
                                          </p:cBhvr>
                                        </p:animEffect>
                                        <p:anim calcmode="lin" valueType="num">
                                          <p:cBhvr>
                                            <p:cTn id="18" dur="500" fill="hold"/>
                                            <p:tgtEl>
                                              <p:spTgt spid="64"/>
                                            </p:tgtEl>
                                            <p:attrNameLst>
                                              <p:attrName>ppt_x</p:attrName>
                                            </p:attrNameLst>
                                          </p:cBhvr>
                                          <p:tavLst>
                                            <p:tav tm="0">
                                              <p:val>
                                                <p:strVal val="#ppt_x"/>
                                              </p:val>
                                            </p:tav>
                                            <p:tav tm="100000">
                                              <p:val>
                                                <p:strVal val="#ppt_x"/>
                                              </p:val>
                                            </p:tav>
                                          </p:tavLst>
                                        </p:anim>
                                        <p:anim calcmode="lin" valueType="num">
                                          <p:cBhvr>
                                            <p:cTn id="19" dur="500" fill="hold"/>
                                            <p:tgtEl>
                                              <p:spTgt spid="64"/>
                                            </p:tgtEl>
                                            <p:attrNameLst>
                                              <p:attrName>ppt_y</p:attrName>
                                            </p:attrNameLst>
                                          </p:cBhvr>
                                          <p:tavLst>
                                            <p:tav tm="0">
                                              <p:val>
                                                <p:strVal val="#ppt_y-.1"/>
                                              </p:val>
                                            </p:tav>
                                            <p:tav tm="100000">
                                              <p:val>
                                                <p:strVal val="#ppt_y"/>
                                              </p:val>
                                            </p:tav>
                                          </p:tavLst>
                                        </p:anim>
                                      </p:childTnLst>
                                    </p:cTn>
                                  </p:par>
                                  <p:par>
                                    <p:cTn id="20" presetID="47" presetClass="entr" presetSubtype="0" fill="hold" grpId="0" nodeType="withEffect">
                                      <p:stCondLst>
                                        <p:cond delay="1300"/>
                                      </p:stCondLst>
                                      <p:childTnLst>
                                        <p:set>
                                          <p:cBhvr>
                                            <p:cTn id="21" dur="1" fill="hold">
                                              <p:stCondLst>
                                                <p:cond delay="0"/>
                                              </p:stCondLst>
                                            </p:cTn>
                                            <p:tgtEl>
                                              <p:spTgt spid="65"/>
                                            </p:tgtEl>
                                            <p:attrNameLst>
                                              <p:attrName>style.visibility</p:attrName>
                                            </p:attrNameLst>
                                          </p:cBhvr>
                                          <p:to>
                                            <p:strVal val="visible"/>
                                          </p:to>
                                        </p:set>
                                        <p:animEffect transition="in" filter="fade">
                                          <p:cBhvr>
                                            <p:cTn id="22" dur="500"/>
                                            <p:tgtEl>
                                              <p:spTgt spid="65"/>
                                            </p:tgtEl>
                                          </p:cBhvr>
                                        </p:animEffect>
                                        <p:anim calcmode="lin" valueType="num">
                                          <p:cBhvr>
                                            <p:cTn id="23" dur="500" fill="hold"/>
                                            <p:tgtEl>
                                              <p:spTgt spid="65"/>
                                            </p:tgtEl>
                                            <p:attrNameLst>
                                              <p:attrName>ppt_x</p:attrName>
                                            </p:attrNameLst>
                                          </p:cBhvr>
                                          <p:tavLst>
                                            <p:tav tm="0">
                                              <p:val>
                                                <p:strVal val="#ppt_x"/>
                                              </p:val>
                                            </p:tav>
                                            <p:tav tm="100000">
                                              <p:val>
                                                <p:strVal val="#ppt_x"/>
                                              </p:val>
                                            </p:tav>
                                          </p:tavLst>
                                        </p:anim>
                                        <p:anim calcmode="lin" valueType="num">
                                          <p:cBhvr>
                                            <p:cTn id="24" dur="500" fill="hold"/>
                                            <p:tgtEl>
                                              <p:spTgt spid="65"/>
                                            </p:tgtEl>
                                            <p:attrNameLst>
                                              <p:attrName>ppt_y</p:attrName>
                                            </p:attrNameLst>
                                          </p:cBhvr>
                                          <p:tavLst>
                                            <p:tav tm="0">
                                              <p:val>
                                                <p:strVal val="#ppt_y-.1"/>
                                              </p:val>
                                            </p:tav>
                                            <p:tav tm="100000">
                                              <p:val>
                                                <p:strVal val="#ppt_y"/>
                                              </p:val>
                                            </p:tav>
                                          </p:tavLst>
                                        </p:anim>
                                      </p:childTnLst>
                                    </p:cTn>
                                  </p:par>
                                  <p:par>
                                    <p:cTn id="25" presetID="47" presetClass="entr" presetSubtype="0" fill="hold" grpId="0" nodeType="withEffect">
                                      <p:stCondLst>
                                        <p:cond delay="1300"/>
                                      </p:stCondLst>
                                      <p:childTnLst>
                                        <p:set>
                                          <p:cBhvr>
                                            <p:cTn id="26" dur="1" fill="hold">
                                              <p:stCondLst>
                                                <p:cond delay="0"/>
                                              </p:stCondLst>
                                            </p:cTn>
                                            <p:tgtEl>
                                              <p:spTgt spid="66"/>
                                            </p:tgtEl>
                                            <p:attrNameLst>
                                              <p:attrName>style.visibility</p:attrName>
                                            </p:attrNameLst>
                                          </p:cBhvr>
                                          <p:to>
                                            <p:strVal val="visible"/>
                                          </p:to>
                                        </p:set>
                                        <p:animEffect transition="in" filter="fade">
                                          <p:cBhvr>
                                            <p:cTn id="27" dur="500"/>
                                            <p:tgtEl>
                                              <p:spTgt spid="66"/>
                                            </p:tgtEl>
                                          </p:cBhvr>
                                        </p:animEffect>
                                        <p:anim calcmode="lin" valueType="num">
                                          <p:cBhvr>
                                            <p:cTn id="28" dur="500" fill="hold"/>
                                            <p:tgtEl>
                                              <p:spTgt spid="66"/>
                                            </p:tgtEl>
                                            <p:attrNameLst>
                                              <p:attrName>ppt_x</p:attrName>
                                            </p:attrNameLst>
                                          </p:cBhvr>
                                          <p:tavLst>
                                            <p:tav tm="0">
                                              <p:val>
                                                <p:strVal val="#ppt_x"/>
                                              </p:val>
                                            </p:tav>
                                            <p:tav tm="100000">
                                              <p:val>
                                                <p:strVal val="#ppt_x"/>
                                              </p:val>
                                            </p:tav>
                                          </p:tavLst>
                                        </p:anim>
                                        <p:anim calcmode="lin" valueType="num">
                                          <p:cBhvr>
                                            <p:cTn id="29" dur="500" fill="hold"/>
                                            <p:tgtEl>
                                              <p:spTgt spid="66"/>
                                            </p:tgtEl>
                                            <p:attrNameLst>
                                              <p:attrName>ppt_y</p:attrName>
                                            </p:attrNameLst>
                                          </p:cBhvr>
                                          <p:tavLst>
                                            <p:tav tm="0">
                                              <p:val>
                                                <p:strVal val="#ppt_y-.1"/>
                                              </p:val>
                                            </p:tav>
                                            <p:tav tm="100000">
                                              <p:val>
                                                <p:strVal val="#ppt_y"/>
                                              </p:val>
                                            </p:tav>
                                          </p:tavLst>
                                        </p:anim>
                                      </p:childTnLst>
                                    </p:cTn>
                                  </p:par>
                                  <p:par>
                                    <p:cTn id="30" presetID="47" presetClass="entr" presetSubtype="0" fill="hold" grpId="0" nodeType="withEffect">
                                      <p:stCondLst>
                                        <p:cond delay="1300"/>
                                      </p:stCondLst>
                                      <p:childTnLst>
                                        <p:set>
                                          <p:cBhvr>
                                            <p:cTn id="31" dur="1" fill="hold">
                                              <p:stCondLst>
                                                <p:cond delay="0"/>
                                              </p:stCondLst>
                                            </p:cTn>
                                            <p:tgtEl>
                                              <p:spTgt spid="67"/>
                                            </p:tgtEl>
                                            <p:attrNameLst>
                                              <p:attrName>style.visibility</p:attrName>
                                            </p:attrNameLst>
                                          </p:cBhvr>
                                          <p:to>
                                            <p:strVal val="visible"/>
                                          </p:to>
                                        </p:set>
                                        <p:animEffect transition="in" filter="fade">
                                          <p:cBhvr>
                                            <p:cTn id="32" dur="500"/>
                                            <p:tgtEl>
                                              <p:spTgt spid="67"/>
                                            </p:tgtEl>
                                          </p:cBhvr>
                                        </p:animEffect>
                                        <p:anim calcmode="lin" valueType="num">
                                          <p:cBhvr>
                                            <p:cTn id="33" dur="500" fill="hold"/>
                                            <p:tgtEl>
                                              <p:spTgt spid="67"/>
                                            </p:tgtEl>
                                            <p:attrNameLst>
                                              <p:attrName>ppt_x</p:attrName>
                                            </p:attrNameLst>
                                          </p:cBhvr>
                                          <p:tavLst>
                                            <p:tav tm="0">
                                              <p:val>
                                                <p:strVal val="#ppt_x"/>
                                              </p:val>
                                            </p:tav>
                                            <p:tav tm="100000">
                                              <p:val>
                                                <p:strVal val="#ppt_x"/>
                                              </p:val>
                                            </p:tav>
                                          </p:tavLst>
                                        </p:anim>
                                        <p:anim calcmode="lin" valueType="num">
                                          <p:cBhvr>
                                            <p:cTn id="34" dur="500" fill="hold"/>
                                            <p:tgtEl>
                                              <p:spTgt spid="67"/>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1300"/>
                                      </p:stCondLst>
                                      <p:childTnLst>
                                        <p:set>
                                          <p:cBhvr>
                                            <p:cTn id="36" dur="1" fill="hold">
                                              <p:stCondLst>
                                                <p:cond delay="0"/>
                                              </p:stCondLst>
                                            </p:cTn>
                                            <p:tgtEl>
                                              <p:spTgt spid="68"/>
                                            </p:tgtEl>
                                            <p:attrNameLst>
                                              <p:attrName>style.visibility</p:attrName>
                                            </p:attrNameLst>
                                          </p:cBhvr>
                                          <p:to>
                                            <p:strVal val="visible"/>
                                          </p:to>
                                        </p:set>
                                        <p:animEffect transition="in" filter="fade">
                                          <p:cBhvr>
                                            <p:cTn id="37" dur="500"/>
                                            <p:tgtEl>
                                              <p:spTgt spid="68"/>
                                            </p:tgtEl>
                                          </p:cBhvr>
                                        </p:animEffect>
                                        <p:anim calcmode="lin" valueType="num">
                                          <p:cBhvr>
                                            <p:cTn id="38" dur="500" fill="hold"/>
                                            <p:tgtEl>
                                              <p:spTgt spid="68"/>
                                            </p:tgtEl>
                                            <p:attrNameLst>
                                              <p:attrName>ppt_x</p:attrName>
                                            </p:attrNameLst>
                                          </p:cBhvr>
                                          <p:tavLst>
                                            <p:tav tm="0">
                                              <p:val>
                                                <p:strVal val="#ppt_x"/>
                                              </p:val>
                                            </p:tav>
                                            <p:tav tm="100000">
                                              <p:val>
                                                <p:strVal val="#ppt_x"/>
                                              </p:val>
                                            </p:tav>
                                          </p:tavLst>
                                        </p:anim>
                                        <p:anim calcmode="lin" valueType="num">
                                          <p:cBhvr>
                                            <p:cTn id="39" dur="500" fill="hold"/>
                                            <p:tgtEl>
                                              <p:spTgt spid="68"/>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1300"/>
                                      </p:stCondLst>
                                      <p:childTnLst>
                                        <p:set>
                                          <p:cBhvr>
                                            <p:cTn id="41" dur="1" fill="hold">
                                              <p:stCondLst>
                                                <p:cond delay="0"/>
                                              </p:stCondLst>
                                            </p:cTn>
                                            <p:tgtEl>
                                              <p:spTgt spid="69"/>
                                            </p:tgtEl>
                                            <p:attrNameLst>
                                              <p:attrName>style.visibility</p:attrName>
                                            </p:attrNameLst>
                                          </p:cBhvr>
                                          <p:to>
                                            <p:strVal val="visible"/>
                                          </p:to>
                                        </p:set>
                                        <p:animEffect transition="in" filter="fade">
                                          <p:cBhvr>
                                            <p:cTn id="42" dur="500"/>
                                            <p:tgtEl>
                                              <p:spTgt spid="69"/>
                                            </p:tgtEl>
                                          </p:cBhvr>
                                        </p:animEffect>
                                        <p:anim calcmode="lin" valueType="num">
                                          <p:cBhvr>
                                            <p:cTn id="43" dur="500" fill="hold"/>
                                            <p:tgtEl>
                                              <p:spTgt spid="69"/>
                                            </p:tgtEl>
                                            <p:attrNameLst>
                                              <p:attrName>ppt_x</p:attrName>
                                            </p:attrNameLst>
                                          </p:cBhvr>
                                          <p:tavLst>
                                            <p:tav tm="0">
                                              <p:val>
                                                <p:strVal val="#ppt_x"/>
                                              </p:val>
                                            </p:tav>
                                            <p:tav tm="100000">
                                              <p:val>
                                                <p:strVal val="#ppt_x"/>
                                              </p:val>
                                            </p:tav>
                                          </p:tavLst>
                                        </p:anim>
                                        <p:anim calcmode="lin" valueType="num">
                                          <p:cBhvr>
                                            <p:cTn id="44" dur="500" fill="hold"/>
                                            <p:tgtEl>
                                              <p:spTgt spid="69"/>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1300"/>
                                      </p:stCondLst>
                                      <p:childTnLst>
                                        <p:set>
                                          <p:cBhvr>
                                            <p:cTn id="46" dur="1" fill="hold">
                                              <p:stCondLst>
                                                <p:cond delay="0"/>
                                              </p:stCondLst>
                                            </p:cTn>
                                            <p:tgtEl>
                                              <p:spTgt spid="70"/>
                                            </p:tgtEl>
                                            <p:attrNameLst>
                                              <p:attrName>style.visibility</p:attrName>
                                            </p:attrNameLst>
                                          </p:cBhvr>
                                          <p:to>
                                            <p:strVal val="visible"/>
                                          </p:to>
                                        </p:set>
                                        <p:animEffect transition="in" filter="fade">
                                          <p:cBhvr>
                                            <p:cTn id="47" dur="500"/>
                                            <p:tgtEl>
                                              <p:spTgt spid="70"/>
                                            </p:tgtEl>
                                          </p:cBhvr>
                                        </p:animEffect>
                                        <p:anim calcmode="lin" valueType="num">
                                          <p:cBhvr>
                                            <p:cTn id="48" dur="500" fill="hold"/>
                                            <p:tgtEl>
                                              <p:spTgt spid="70"/>
                                            </p:tgtEl>
                                            <p:attrNameLst>
                                              <p:attrName>ppt_x</p:attrName>
                                            </p:attrNameLst>
                                          </p:cBhvr>
                                          <p:tavLst>
                                            <p:tav tm="0">
                                              <p:val>
                                                <p:strVal val="#ppt_x"/>
                                              </p:val>
                                            </p:tav>
                                            <p:tav tm="100000">
                                              <p:val>
                                                <p:strVal val="#ppt_x"/>
                                              </p:val>
                                            </p:tav>
                                          </p:tavLst>
                                        </p:anim>
                                        <p:anim calcmode="lin" valueType="num">
                                          <p:cBhvr>
                                            <p:cTn id="49" dur="500" fill="hold"/>
                                            <p:tgtEl>
                                              <p:spTgt spid="70"/>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p:stCondLst>
                                        <p:cond delay="1300"/>
                                      </p:stCondLst>
                                      <p:childTnLst>
                                        <p:set>
                                          <p:cBhvr>
                                            <p:cTn id="51" dur="1" fill="hold">
                                              <p:stCondLst>
                                                <p:cond delay="0"/>
                                              </p:stCondLst>
                                            </p:cTn>
                                            <p:tgtEl>
                                              <p:spTgt spid="71"/>
                                            </p:tgtEl>
                                            <p:attrNameLst>
                                              <p:attrName>style.visibility</p:attrName>
                                            </p:attrNameLst>
                                          </p:cBhvr>
                                          <p:to>
                                            <p:strVal val="visible"/>
                                          </p:to>
                                        </p:set>
                                        <p:animEffect transition="in" filter="fade">
                                          <p:cBhvr>
                                            <p:cTn id="52" dur="500"/>
                                            <p:tgtEl>
                                              <p:spTgt spid="71"/>
                                            </p:tgtEl>
                                          </p:cBhvr>
                                        </p:animEffect>
                                        <p:anim calcmode="lin" valueType="num">
                                          <p:cBhvr>
                                            <p:cTn id="53" dur="500" fill="hold"/>
                                            <p:tgtEl>
                                              <p:spTgt spid="71"/>
                                            </p:tgtEl>
                                            <p:attrNameLst>
                                              <p:attrName>ppt_x</p:attrName>
                                            </p:attrNameLst>
                                          </p:cBhvr>
                                          <p:tavLst>
                                            <p:tav tm="0">
                                              <p:val>
                                                <p:strVal val="#ppt_x"/>
                                              </p:val>
                                            </p:tav>
                                            <p:tav tm="100000">
                                              <p:val>
                                                <p:strVal val="#ppt_x"/>
                                              </p:val>
                                            </p:tav>
                                          </p:tavLst>
                                        </p:anim>
                                        <p:anim calcmode="lin" valueType="num">
                                          <p:cBhvr>
                                            <p:cTn id="54" dur="500" fill="hold"/>
                                            <p:tgtEl>
                                              <p:spTgt spid="71"/>
                                            </p:tgtEl>
                                            <p:attrNameLst>
                                              <p:attrName>ppt_y</p:attrName>
                                            </p:attrNameLst>
                                          </p:cBhvr>
                                          <p:tavLst>
                                            <p:tav tm="0">
                                              <p:val>
                                                <p:strVal val="#ppt_y+.1"/>
                                              </p:val>
                                            </p:tav>
                                            <p:tav tm="100000">
                                              <p:val>
                                                <p:strVal val="#ppt_y"/>
                                              </p:val>
                                            </p:tav>
                                          </p:tavLst>
                                        </p:anim>
                                      </p:childTnLst>
                                    </p:cTn>
                                  </p:par>
                                  <p:par>
                                    <p:cTn id="55" presetID="2" presetClass="entr" presetSubtype="2" fill="hold" grpId="0" nodeType="withEffect">
                                      <p:stCondLst>
                                        <p:cond delay="1800"/>
                                      </p:stCondLst>
                                      <p:childTnLst>
                                        <p:set>
                                          <p:cBhvr>
                                            <p:cTn id="56" dur="1" fill="hold">
                                              <p:stCondLst>
                                                <p:cond delay="0"/>
                                              </p:stCondLst>
                                            </p:cTn>
                                            <p:tgtEl>
                                              <p:spTgt spid="73"/>
                                            </p:tgtEl>
                                            <p:attrNameLst>
                                              <p:attrName>style.visibility</p:attrName>
                                            </p:attrNameLst>
                                          </p:cBhvr>
                                          <p:to>
                                            <p:strVal val="visible"/>
                                          </p:to>
                                        </p:set>
                                        <p:anim calcmode="lin" valueType="num">
                                          <p:cBhvr additive="base">
                                            <p:cTn id="57" dur="500" fill="hold"/>
                                            <p:tgtEl>
                                              <p:spTgt spid="73"/>
                                            </p:tgtEl>
                                            <p:attrNameLst>
                                              <p:attrName>ppt_x</p:attrName>
                                            </p:attrNameLst>
                                          </p:cBhvr>
                                          <p:tavLst>
                                            <p:tav tm="0">
                                              <p:val>
                                                <p:strVal val="1+#ppt_w/2"/>
                                              </p:val>
                                            </p:tav>
                                            <p:tav tm="100000">
                                              <p:val>
                                                <p:strVal val="#ppt_x"/>
                                              </p:val>
                                            </p:tav>
                                          </p:tavLst>
                                        </p:anim>
                                        <p:anim calcmode="lin" valueType="num">
                                          <p:cBhvr additive="base">
                                            <p:cTn id="58" dur="500" fill="hold"/>
                                            <p:tgtEl>
                                              <p:spTgt spid="73"/>
                                            </p:tgtEl>
                                            <p:attrNameLst>
                                              <p:attrName>ppt_y</p:attrName>
                                            </p:attrNameLst>
                                          </p:cBhvr>
                                          <p:tavLst>
                                            <p:tav tm="0">
                                              <p:val>
                                                <p:strVal val="#ppt_y"/>
                                              </p:val>
                                            </p:tav>
                                            <p:tav tm="100000">
                                              <p:val>
                                                <p:strVal val="#ppt_y"/>
                                              </p:val>
                                            </p:tav>
                                          </p:tavLst>
                                        </p:anim>
                                      </p:childTnLst>
                                    </p:cTn>
                                  </p:par>
                                  <p:par>
                                    <p:cTn id="59" presetID="55" presetClass="entr" presetSubtype="0" fill="hold" grpId="0" nodeType="withEffect">
                                      <p:stCondLst>
                                        <p:cond delay="2200"/>
                                      </p:stCondLst>
                                      <p:childTnLst>
                                        <p:set>
                                          <p:cBhvr>
                                            <p:cTn id="60" dur="1" fill="hold">
                                              <p:stCondLst>
                                                <p:cond delay="0"/>
                                              </p:stCondLst>
                                            </p:cTn>
                                            <p:tgtEl>
                                              <p:spTgt spid="72"/>
                                            </p:tgtEl>
                                            <p:attrNameLst>
                                              <p:attrName>style.visibility</p:attrName>
                                            </p:attrNameLst>
                                          </p:cBhvr>
                                          <p:to>
                                            <p:strVal val="visible"/>
                                          </p:to>
                                        </p:set>
                                        <p:anim calcmode="lin" valueType="num">
                                          <p:cBhvr>
                                            <p:cTn id="61" dur="500" fill="hold"/>
                                            <p:tgtEl>
                                              <p:spTgt spid="72"/>
                                            </p:tgtEl>
                                            <p:attrNameLst>
                                              <p:attrName>ppt_w</p:attrName>
                                            </p:attrNameLst>
                                          </p:cBhvr>
                                          <p:tavLst>
                                            <p:tav tm="0">
                                              <p:val>
                                                <p:strVal val="#ppt_w*0.70"/>
                                              </p:val>
                                            </p:tav>
                                            <p:tav tm="100000">
                                              <p:val>
                                                <p:strVal val="#ppt_w"/>
                                              </p:val>
                                            </p:tav>
                                          </p:tavLst>
                                        </p:anim>
                                        <p:anim calcmode="lin" valueType="num">
                                          <p:cBhvr>
                                            <p:cTn id="62" dur="500" fill="hold"/>
                                            <p:tgtEl>
                                              <p:spTgt spid="72"/>
                                            </p:tgtEl>
                                            <p:attrNameLst>
                                              <p:attrName>ppt_h</p:attrName>
                                            </p:attrNameLst>
                                          </p:cBhvr>
                                          <p:tavLst>
                                            <p:tav tm="0">
                                              <p:val>
                                                <p:strVal val="#ppt_h"/>
                                              </p:val>
                                            </p:tav>
                                            <p:tav tm="100000">
                                              <p:val>
                                                <p:strVal val="#ppt_h"/>
                                              </p:val>
                                            </p:tav>
                                          </p:tavLst>
                                        </p:anim>
                                        <p:animEffect transition="in" filter="fade">
                                          <p:cBhvr>
                                            <p:cTn id="63" dur="500"/>
                                            <p:tgtEl>
                                              <p:spTgt spid="72"/>
                                            </p:tgtEl>
                                          </p:cBhvr>
                                        </p:animEffect>
                                      </p:childTnLst>
                                    </p:cTn>
                                  </p:par>
                                  <p:par>
                                    <p:cTn id="64" presetID="2" presetClass="entr" presetSubtype="2" fill="hold" grpId="0" nodeType="withEffect">
                                      <p:stCondLst>
                                        <p:cond delay="1800"/>
                                      </p:stCondLst>
                                      <p:childTnLst>
                                        <p:set>
                                          <p:cBhvr>
                                            <p:cTn id="65" dur="1" fill="hold">
                                              <p:stCondLst>
                                                <p:cond delay="0"/>
                                              </p:stCondLst>
                                            </p:cTn>
                                            <p:tgtEl>
                                              <p:spTgt spid="75"/>
                                            </p:tgtEl>
                                            <p:attrNameLst>
                                              <p:attrName>style.visibility</p:attrName>
                                            </p:attrNameLst>
                                          </p:cBhvr>
                                          <p:to>
                                            <p:strVal val="visible"/>
                                          </p:to>
                                        </p:set>
                                        <p:anim calcmode="lin" valueType="num">
                                          <p:cBhvr additive="base">
                                            <p:cTn id="66" dur="500" fill="hold"/>
                                            <p:tgtEl>
                                              <p:spTgt spid="75"/>
                                            </p:tgtEl>
                                            <p:attrNameLst>
                                              <p:attrName>ppt_x</p:attrName>
                                            </p:attrNameLst>
                                          </p:cBhvr>
                                          <p:tavLst>
                                            <p:tav tm="0">
                                              <p:val>
                                                <p:strVal val="1+#ppt_w/2"/>
                                              </p:val>
                                            </p:tav>
                                            <p:tav tm="100000">
                                              <p:val>
                                                <p:strVal val="#ppt_x"/>
                                              </p:val>
                                            </p:tav>
                                          </p:tavLst>
                                        </p:anim>
                                        <p:anim calcmode="lin" valueType="num">
                                          <p:cBhvr additive="base">
                                            <p:cTn id="67" dur="500" fill="hold"/>
                                            <p:tgtEl>
                                              <p:spTgt spid="75"/>
                                            </p:tgtEl>
                                            <p:attrNameLst>
                                              <p:attrName>ppt_y</p:attrName>
                                            </p:attrNameLst>
                                          </p:cBhvr>
                                          <p:tavLst>
                                            <p:tav tm="0">
                                              <p:val>
                                                <p:strVal val="#ppt_y"/>
                                              </p:val>
                                            </p:tav>
                                            <p:tav tm="100000">
                                              <p:val>
                                                <p:strVal val="#ppt_y"/>
                                              </p:val>
                                            </p:tav>
                                          </p:tavLst>
                                        </p:anim>
                                      </p:childTnLst>
                                    </p:cTn>
                                  </p:par>
                                  <p:par>
                                    <p:cTn id="68" presetID="55" presetClass="entr" presetSubtype="0" fill="hold" grpId="0" nodeType="withEffect">
                                      <p:stCondLst>
                                        <p:cond delay="2200"/>
                                      </p:stCondLst>
                                      <p:childTnLst>
                                        <p:set>
                                          <p:cBhvr>
                                            <p:cTn id="69" dur="1" fill="hold">
                                              <p:stCondLst>
                                                <p:cond delay="0"/>
                                              </p:stCondLst>
                                            </p:cTn>
                                            <p:tgtEl>
                                              <p:spTgt spid="74"/>
                                            </p:tgtEl>
                                            <p:attrNameLst>
                                              <p:attrName>style.visibility</p:attrName>
                                            </p:attrNameLst>
                                          </p:cBhvr>
                                          <p:to>
                                            <p:strVal val="visible"/>
                                          </p:to>
                                        </p:set>
                                        <p:anim calcmode="lin" valueType="num">
                                          <p:cBhvr>
                                            <p:cTn id="70" dur="500" fill="hold"/>
                                            <p:tgtEl>
                                              <p:spTgt spid="74"/>
                                            </p:tgtEl>
                                            <p:attrNameLst>
                                              <p:attrName>ppt_w</p:attrName>
                                            </p:attrNameLst>
                                          </p:cBhvr>
                                          <p:tavLst>
                                            <p:tav tm="0">
                                              <p:val>
                                                <p:strVal val="#ppt_w*0.70"/>
                                              </p:val>
                                            </p:tav>
                                            <p:tav tm="100000">
                                              <p:val>
                                                <p:strVal val="#ppt_w"/>
                                              </p:val>
                                            </p:tav>
                                          </p:tavLst>
                                        </p:anim>
                                        <p:anim calcmode="lin" valueType="num">
                                          <p:cBhvr>
                                            <p:cTn id="71" dur="500" fill="hold"/>
                                            <p:tgtEl>
                                              <p:spTgt spid="74"/>
                                            </p:tgtEl>
                                            <p:attrNameLst>
                                              <p:attrName>ppt_h</p:attrName>
                                            </p:attrNameLst>
                                          </p:cBhvr>
                                          <p:tavLst>
                                            <p:tav tm="0">
                                              <p:val>
                                                <p:strVal val="#ppt_h"/>
                                              </p:val>
                                            </p:tav>
                                            <p:tav tm="100000">
                                              <p:val>
                                                <p:strVal val="#ppt_h"/>
                                              </p:val>
                                            </p:tav>
                                          </p:tavLst>
                                        </p:anim>
                                        <p:animEffect transition="in" filter="fade">
                                          <p:cBhvr>
                                            <p:cTn id="72" dur="500"/>
                                            <p:tgtEl>
                                              <p:spTgt spid="74"/>
                                            </p:tgtEl>
                                          </p:cBhvr>
                                        </p:animEffect>
                                      </p:childTnLst>
                                    </p:cTn>
                                  </p:par>
                                  <p:par>
                                    <p:cTn id="73" presetID="2" presetClass="entr" presetSubtype="8" fill="hold" grpId="0" nodeType="withEffect">
                                      <p:stCondLst>
                                        <p:cond delay="1800"/>
                                      </p:stCondLst>
                                      <p:childTnLst>
                                        <p:set>
                                          <p:cBhvr>
                                            <p:cTn id="74" dur="1" fill="hold">
                                              <p:stCondLst>
                                                <p:cond delay="0"/>
                                              </p:stCondLst>
                                            </p:cTn>
                                            <p:tgtEl>
                                              <p:spTgt spid="77"/>
                                            </p:tgtEl>
                                            <p:attrNameLst>
                                              <p:attrName>style.visibility</p:attrName>
                                            </p:attrNameLst>
                                          </p:cBhvr>
                                          <p:to>
                                            <p:strVal val="visible"/>
                                          </p:to>
                                        </p:set>
                                        <p:anim calcmode="lin" valueType="num">
                                          <p:cBhvr additive="base">
                                            <p:cTn id="75" dur="500" fill="hold"/>
                                            <p:tgtEl>
                                              <p:spTgt spid="77"/>
                                            </p:tgtEl>
                                            <p:attrNameLst>
                                              <p:attrName>ppt_x</p:attrName>
                                            </p:attrNameLst>
                                          </p:cBhvr>
                                          <p:tavLst>
                                            <p:tav tm="0">
                                              <p:val>
                                                <p:strVal val="0-#ppt_w/2"/>
                                              </p:val>
                                            </p:tav>
                                            <p:tav tm="100000">
                                              <p:val>
                                                <p:strVal val="#ppt_x"/>
                                              </p:val>
                                            </p:tav>
                                          </p:tavLst>
                                        </p:anim>
                                        <p:anim calcmode="lin" valueType="num">
                                          <p:cBhvr additive="base">
                                            <p:cTn id="76" dur="500" fill="hold"/>
                                            <p:tgtEl>
                                              <p:spTgt spid="77"/>
                                            </p:tgtEl>
                                            <p:attrNameLst>
                                              <p:attrName>ppt_y</p:attrName>
                                            </p:attrNameLst>
                                          </p:cBhvr>
                                          <p:tavLst>
                                            <p:tav tm="0">
                                              <p:val>
                                                <p:strVal val="#ppt_y"/>
                                              </p:val>
                                            </p:tav>
                                            <p:tav tm="100000">
                                              <p:val>
                                                <p:strVal val="#ppt_y"/>
                                              </p:val>
                                            </p:tav>
                                          </p:tavLst>
                                        </p:anim>
                                      </p:childTnLst>
                                    </p:cTn>
                                  </p:par>
                                  <p:par>
                                    <p:cTn id="77" presetID="55" presetClass="entr" presetSubtype="0" fill="hold" grpId="0" nodeType="withEffect">
                                      <p:stCondLst>
                                        <p:cond delay="2200"/>
                                      </p:stCondLst>
                                      <p:childTnLst>
                                        <p:set>
                                          <p:cBhvr>
                                            <p:cTn id="78" dur="1" fill="hold">
                                              <p:stCondLst>
                                                <p:cond delay="0"/>
                                              </p:stCondLst>
                                            </p:cTn>
                                            <p:tgtEl>
                                              <p:spTgt spid="76"/>
                                            </p:tgtEl>
                                            <p:attrNameLst>
                                              <p:attrName>style.visibility</p:attrName>
                                            </p:attrNameLst>
                                          </p:cBhvr>
                                          <p:to>
                                            <p:strVal val="visible"/>
                                          </p:to>
                                        </p:set>
                                        <p:anim calcmode="lin" valueType="num">
                                          <p:cBhvr>
                                            <p:cTn id="79" dur="500" fill="hold"/>
                                            <p:tgtEl>
                                              <p:spTgt spid="76"/>
                                            </p:tgtEl>
                                            <p:attrNameLst>
                                              <p:attrName>ppt_w</p:attrName>
                                            </p:attrNameLst>
                                          </p:cBhvr>
                                          <p:tavLst>
                                            <p:tav tm="0">
                                              <p:val>
                                                <p:strVal val="#ppt_w*0.70"/>
                                              </p:val>
                                            </p:tav>
                                            <p:tav tm="100000">
                                              <p:val>
                                                <p:strVal val="#ppt_w"/>
                                              </p:val>
                                            </p:tav>
                                          </p:tavLst>
                                        </p:anim>
                                        <p:anim calcmode="lin" valueType="num">
                                          <p:cBhvr>
                                            <p:cTn id="80" dur="500" fill="hold"/>
                                            <p:tgtEl>
                                              <p:spTgt spid="76"/>
                                            </p:tgtEl>
                                            <p:attrNameLst>
                                              <p:attrName>ppt_h</p:attrName>
                                            </p:attrNameLst>
                                          </p:cBhvr>
                                          <p:tavLst>
                                            <p:tav tm="0">
                                              <p:val>
                                                <p:strVal val="#ppt_h"/>
                                              </p:val>
                                            </p:tav>
                                            <p:tav tm="100000">
                                              <p:val>
                                                <p:strVal val="#ppt_h"/>
                                              </p:val>
                                            </p:tav>
                                          </p:tavLst>
                                        </p:anim>
                                        <p:animEffect transition="in" filter="fade">
                                          <p:cBhvr>
                                            <p:cTn id="81" dur="500"/>
                                            <p:tgtEl>
                                              <p:spTgt spid="76"/>
                                            </p:tgtEl>
                                          </p:cBhvr>
                                        </p:animEffect>
                                      </p:childTnLst>
                                    </p:cTn>
                                  </p:par>
                                  <p:par>
                                    <p:cTn id="82" presetID="2" presetClass="entr" presetSubtype="8" fill="hold" grpId="0" nodeType="withEffect">
                                      <p:stCondLst>
                                        <p:cond delay="1800"/>
                                      </p:stCondLst>
                                      <p:childTnLst>
                                        <p:set>
                                          <p:cBhvr>
                                            <p:cTn id="83" dur="1" fill="hold">
                                              <p:stCondLst>
                                                <p:cond delay="0"/>
                                              </p:stCondLst>
                                            </p:cTn>
                                            <p:tgtEl>
                                              <p:spTgt spid="99"/>
                                            </p:tgtEl>
                                            <p:attrNameLst>
                                              <p:attrName>style.visibility</p:attrName>
                                            </p:attrNameLst>
                                          </p:cBhvr>
                                          <p:to>
                                            <p:strVal val="visible"/>
                                          </p:to>
                                        </p:set>
                                        <p:anim calcmode="lin" valueType="num">
                                          <p:cBhvr additive="base">
                                            <p:cTn id="84" dur="500" fill="hold"/>
                                            <p:tgtEl>
                                              <p:spTgt spid="99"/>
                                            </p:tgtEl>
                                            <p:attrNameLst>
                                              <p:attrName>ppt_x</p:attrName>
                                            </p:attrNameLst>
                                          </p:cBhvr>
                                          <p:tavLst>
                                            <p:tav tm="0">
                                              <p:val>
                                                <p:strVal val="0-#ppt_w/2"/>
                                              </p:val>
                                            </p:tav>
                                            <p:tav tm="100000">
                                              <p:val>
                                                <p:strVal val="#ppt_x"/>
                                              </p:val>
                                            </p:tav>
                                          </p:tavLst>
                                        </p:anim>
                                        <p:anim calcmode="lin" valueType="num">
                                          <p:cBhvr additive="base">
                                            <p:cTn id="85" dur="500" fill="hold"/>
                                            <p:tgtEl>
                                              <p:spTgt spid="99"/>
                                            </p:tgtEl>
                                            <p:attrNameLst>
                                              <p:attrName>ppt_y</p:attrName>
                                            </p:attrNameLst>
                                          </p:cBhvr>
                                          <p:tavLst>
                                            <p:tav tm="0">
                                              <p:val>
                                                <p:strVal val="#ppt_y"/>
                                              </p:val>
                                            </p:tav>
                                            <p:tav tm="100000">
                                              <p:val>
                                                <p:strVal val="#ppt_y"/>
                                              </p:val>
                                            </p:tav>
                                          </p:tavLst>
                                        </p:anim>
                                      </p:childTnLst>
                                    </p:cTn>
                                  </p:par>
                                  <p:par>
                                    <p:cTn id="86" presetID="55" presetClass="entr" presetSubtype="0" fill="hold" grpId="0" nodeType="withEffect">
                                      <p:stCondLst>
                                        <p:cond delay="2200"/>
                                      </p:stCondLst>
                                      <p:childTnLst>
                                        <p:set>
                                          <p:cBhvr>
                                            <p:cTn id="87" dur="1" fill="hold">
                                              <p:stCondLst>
                                                <p:cond delay="0"/>
                                              </p:stCondLst>
                                            </p:cTn>
                                            <p:tgtEl>
                                              <p:spTgt spid="98"/>
                                            </p:tgtEl>
                                            <p:attrNameLst>
                                              <p:attrName>style.visibility</p:attrName>
                                            </p:attrNameLst>
                                          </p:cBhvr>
                                          <p:to>
                                            <p:strVal val="visible"/>
                                          </p:to>
                                        </p:set>
                                        <p:anim calcmode="lin" valueType="num">
                                          <p:cBhvr>
                                            <p:cTn id="88" dur="500" fill="hold"/>
                                            <p:tgtEl>
                                              <p:spTgt spid="98"/>
                                            </p:tgtEl>
                                            <p:attrNameLst>
                                              <p:attrName>ppt_w</p:attrName>
                                            </p:attrNameLst>
                                          </p:cBhvr>
                                          <p:tavLst>
                                            <p:tav tm="0">
                                              <p:val>
                                                <p:strVal val="#ppt_w*0.70"/>
                                              </p:val>
                                            </p:tav>
                                            <p:tav tm="100000">
                                              <p:val>
                                                <p:strVal val="#ppt_w"/>
                                              </p:val>
                                            </p:tav>
                                          </p:tavLst>
                                        </p:anim>
                                        <p:anim calcmode="lin" valueType="num">
                                          <p:cBhvr>
                                            <p:cTn id="89" dur="500" fill="hold"/>
                                            <p:tgtEl>
                                              <p:spTgt spid="98"/>
                                            </p:tgtEl>
                                            <p:attrNameLst>
                                              <p:attrName>ppt_h</p:attrName>
                                            </p:attrNameLst>
                                          </p:cBhvr>
                                          <p:tavLst>
                                            <p:tav tm="0">
                                              <p:val>
                                                <p:strVal val="#ppt_h"/>
                                              </p:val>
                                            </p:tav>
                                            <p:tav tm="100000">
                                              <p:val>
                                                <p:strVal val="#ppt_h"/>
                                              </p:val>
                                            </p:tav>
                                          </p:tavLst>
                                        </p:anim>
                                        <p:animEffect transition="in" filter="fade">
                                          <p:cBhvr>
                                            <p:cTn id="90" dur="500"/>
                                            <p:tgtEl>
                                              <p:spTgt spid="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p:bldP spid="65" grpId="0"/>
          <p:bldP spid="66" grpId="0"/>
          <p:bldP spid="67" grpId="0"/>
          <p:bldP spid="68" grpId="0"/>
          <p:bldP spid="69" grpId="0"/>
          <p:bldP spid="70" grpId="0"/>
          <p:bldP spid="71" grpId="0"/>
          <p:bldP spid="72" grpId="0"/>
          <p:bldP spid="73" grpId="0" animBg="1"/>
          <p:bldP spid="74" grpId="0"/>
          <p:bldP spid="75" grpId="0" animBg="1"/>
          <p:bldP spid="76" grpId="0"/>
          <p:bldP spid="77" grpId="0" animBg="1"/>
          <p:bldP spid="98" grpId="0"/>
          <p:bldP spid="99" grpId="0" animBg="1"/>
        </p:bldLst>
      </p:timing>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nvCxnSpPr>
        <p:spPr>
          <a:xfrm flipH="1">
            <a:off x="0" y="2368389"/>
            <a:ext cx="390525" cy="0"/>
          </a:xfrm>
          <a:prstGeom prst="line">
            <a:avLst/>
          </a:prstGeom>
          <a:ln w="6350">
            <a:solidFill>
              <a:srgbClr val="62768C"/>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flipH="1">
            <a:off x="0" y="1977864"/>
            <a:ext cx="390525" cy="0"/>
          </a:xfrm>
          <a:prstGeom prst="line">
            <a:avLst/>
          </a:prstGeom>
          <a:ln w="6350">
            <a:solidFill>
              <a:srgbClr val="62768C"/>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H="1">
            <a:off x="0" y="2762089"/>
            <a:ext cx="390525" cy="0"/>
          </a:xfrm>
          <a:prstGeom prst="line">
            <a:avLst/>
          </a:prstGeom>
          <a:ln w="6350">
            <a:solidFill>
              <a:srgbClr val="62768C"/>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flipH="1">
            <a:off x="0" y="3152614"/>
            <a:ext cx="390525" cy="0"/>
          </a:xfrm>
          <a:prstGeom prst="line">
            <a:avLst/>
          </a:prstGeom>
          <a:ln w="6350">
            <a:solidFill>
              <a:srgbClr val="62768C"/>
            </a:solidFill>
          </a:ln>
        </p:spPr>
        <p:style>
          <a:lnRef idx="1">
            <a:schemeClr val="accent1"/>
          </a:lnRef>
          <a:fillRef idx="0">
            <a:schemeClr val="accent1"/>
          </a:fillRef>
          <a:effectRef idx="0">
            <a:schemeClr val="accent1"/>
          </a:effectRef>
          <a:fontRef idx="minor">
            <a:schemeClr val="tx1"/>
          </a:fontRef>
        </p:style>
      </p:cxnSp>
      <p:sp>
        <p:nvSpPr>
          <p:cNvPr id="37" name="矩形 36"/>
          <p:cNvSpPr/>
          <p:nvPr/>
        </p:nvSpPr>
        <p:spPr>
          <a:xfrm>
            <a:off x="-1" y="2368389"/>
            <a:ext cx="1280513" cy="390525"/>
          </a:xfrm>
          <a:prstGeom prst="rect">
            <a:avLst/>
          </a:prstGeom>
          <a:solidFill>
            <a:srgbClr val="37B0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Freeform 11"/>
          <p:cNvSpPr>
            <a:spLocks noEditPoints="1"/>
          </p:cNvSpPr>
          <p:nvPr/>
        </p:nvSpPr>
        <p:spPr bwMode="auto">
          <a:xfrm>
            <a:off x="124293" y="2864285"/>
            <a:ext cx="150176" cy="190798"/>
          </a:xfrm>
          <a:custGeom>
            <a:avLst/>
            <a:gdLst>
              <a:gd name="T0" fmla="*/ 104 w 139"/>
              <a:gd name="T1" fmla="*/ 99 h 177"/>
              <a:gd name="T2" fmla="*/ 91 w 139"/>
              <a:gd name="T3" fmla="*/ 160 h 177"/>
              <a:gd name="T4" fmla="*/ 133 w 139"/>
              <a:gd name="T5" fmla="*/ 164 h 177"/>
              <a:gd name="T6" fmla="*/ 133 w 139"/>
              <a:gd name="T7" fmla="*/ 177 h 177"/>
              <a:gd name="T8" fmla="*/ 0 w 139"/>
              <a:gd name="T9" fmla="*/ 170 h 177"/>
              <a:gd name="T10" fmla="*/ 51 w 139"/>
              <a:gd name="T11" fmla="*/ 164 h 177"/>
              <a:gd name="T12" fmla="*/ 81 w 139"/>
              <a:gd name="T13" fmla="*/ 151 h 177"/>
              <a:gd name="T14" fmla="*/ 10 w 139"/>
              <a:gd name="T15" fmla="*/ 147 h 177"/>
              <a:gd name="T16" fmla="*/ 10 w 139"/>
              <a:gd name="T17" fmla="*/ 139 h 177"/>
              <a:gd name="T18" fmla="*/ 94 w 139"/>
              <a:gd name="T19" fmla="*/ 120 h 177"/>
              <a:gd name="T20" fmla="*/ 84 w 139"/>
              <a:gd name="T21" fmla="*/ 92 h 177"/>
              <a:gd name="T22" fmla="*/ 69 w 139"/>
              <a:gd name="T23" fmla="*/ 94 h 177"/>
              <a:gd name="T24" fmla="*/ 53 w 139"/>
              <a:gd name="T25" fmla="*/ 113 h 177"/>
              <a:gd name="T26" fmla="*/ 46 w 139"/>
              <a:gd name="T27" fmla="*/ 117 h 177"/>
              <a:gd name="T28" fmla="*/ 24 w 139"/>
              <a:gd name="T29" fmla="*/ 109 h 177"/>
              <a:gd name="T30" fmla="*/ 26 w 139"/>
              <a:gd name="T31" fmla="*/ 97 h 177"/>
              <a:gd name="T32" fmla="*/ 21 w 139"/>
              <a:gd name="T33" fmla="*/ 89 h 177"/>
              <a:gd name="T34" fmla="*/ 63 w 139"/>
              <a:gd name="T35" fmla="*/ 24 h 177"/>
              <a:gd name="T36" fmla="*/ 67 w 139"/>
              <a:gd name="T37" fmla="*/ 26 h 177"/>
              <a:gd name="T38" fmla="*/ 69 w 139"/>
              <a:gd name="T39" fmla="*/ 14 h 177"/>
              <a:gd name="T40" fmla="*/ 76 w 139"/>
              <a:gd name="T41" fmla="*/ 2 h 177"/>
              <a:gd name="T42" fmla="*/ 109 w 139"/>
              <a:gd name="T43" fmla="*/ 29 h 177"/>
              <a:gd name="T44" fmla="*/ 96 w 139"/>
              <a:gd name="T45" fmla="*/ 30 h 177"/>
              <a:gd name="T46" fmla="*/ 94 w 139"/>
              <a:gd name="T47" fmla="*/ 42 h 177"/>
              <a:gd name="T48" fmla="*/ 87 w 139"/>
              <a:gd name="T49" fmla="*/ 63 h 177"/>
              <a:gd name="T50" fmla="*/ 92 w 139"/>
              <a:gd name="T51" fmla="*/ 81 h 177"/>
              <a:gd name="T52" fmla="*/ 89 w 139"/>
              <a:gd name="T53" fmla="*/ 26 h 177"/>
              <a:gd name="T54" fmla="*/ 74 w 139"/>
              <a:gd name="T55" fmla="*/ 30 h 177"/>
              <a:gd name="T56" fmla="*/ 89 w 139"/>
              <a:gd name="T57" fmla="*/ 26 h 177"/>
              <a:gd name="T58" fmla="*/ 80 w 139"/>
              <a:gd name="T59" fmla="*/ 59 h 177"/>
              <a:gd name="T60" fmla="*/ 62 w 139"/>
              <a:gd name="T61" fmla="*/ 33 h 177"/>
              <a:gd name="T62" fmla="*/ 54 w 139"/>
              <a:gd name="T63" fmla="*/ 104 h 177"/>
              <a:gd name="T64" fmla="*/ 56 w 139"/>
              <a:gd name="T65" fmla="*/ 76 h 177"/>
              <a:gd name="T66" fmla="*/ 62 w 139"/>
              <a:gd name="T67" fmla="*/ 63 h 177"/>
              <a:gd name="T68" fmla="*/ 82 w 139"/>
              <a:gd name="T69" fmla="*/ 69 h 177"/>
              <a:gd name="T70" fmla="*/ 67 w 139"/>
              <a:gd name="T71" fmla="*/ 69 h 177"/>
              <a:gd name="T72" fmla="*/ 67 w 139"/>
              <a:gd name="T73" fmla="*/ 69 h 177"/>
              <a:gd name="T74" fmla="*/ 75 w 139"/>
              <a:gd name="T75" fmla="*/ 86 h 177"/>
              <a:gd name="T76" fmla="*/ 82 w 139"/>
              <a:gd name="T77" fmla="*/ 83 h 177"/>
              <a:gd name="T78" fmla="*/ 82 w 139"/>
              <a:gd name="T79" fmla="*/ 69 h 177"/>
              <a:gd name="T80" fmla="*/ 33 w 139"/>
              <a:gd name="T81" fmla="*/ 101 h 177"/>
              <a:gd name="T82" fmla="*/ 31 w 139"/>
              <a:gd name="T83" fmla="*/ 104 h 177"/>
              <a:gd name="T84" fmla="*/ 42 w 139"/>
              <a:gd name="T85" fmla="*/ 106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 h="177">
                <a:moveTo>
                  <a:pt x="92" y="81"/>
                </a:moveTo>
                <a:cubicBezTo>
                  <a:pt x="97" y="87"/>
                  <a:pt x="101" y="92"/>
                  <a:pt x="104" y="99"/>
                </a:cubicBezTo>
                <a:cubicBezTo>
                  <a:pt x="106" y="106"/>
                  <a:pt x="108" y="113"/>
                  <a:pt x="108" y="120"/>
                </a:cubicBezTo>
                <a:cubicBezTo>
                  <a:pt x="108" y="136"/>
                  <a:pt x="101" y="150"/>
                  <a:pt x="91" y="160"/>
                </a:cubicBezTo>
                <a:cubicBezTo>
                  <a:pt x="90" y="162"/>
                  <a:pt x="89" y="163"/>
                  <a:pt x="88" y="164"/>
                </a:cubicBezTo>
                <a:cubicBezTo>
                  <a:pt x="133" y="164"/>
                  <a:pt x="133" y="164"/>
                  <a:pt x="133" y="164"/>
                </a:cubicBezTo>
                <a:cubicBezTo>
                  <a:pt x="136" y="164"/>
                  <a:pt x="139" y="167"/>
                  <a:pt x="139" y="170"/>
                </a:cubicBezTo>
                <a:cubicBezTo>
                  <a:pt x="139" y="174"/>
                  <a:pt x="136" y="177"/>
                  <a:pt x="133" y="177"/>
                </a:cubicBezTo>
                <a:cubicBezTo>
                  <a:pt x="91" y="177"/>
                  <a:pt x="49" y="177"/>
                  <a:pt x="7" y="177"/>
                </a:cubicBezTo>
                <a:cubicBezTo>
                  <a:pt x="3" y="177"/>
                  <a:pt x="0" y="174"/>
                  <a:pt x="0" y="170"/>
                </a:cubicBezTo>
                <a:cubicBezTo>
                  <a:pt x="0" y="167"/>
                  <a:pt x="3" y="164"/>
                  <a:pt x="7" y="164"/>
                </a:cubicBezTo>
                <a:cubicBezTo>
                  <a:pt x="51" y="164"/>
                  <a:pt x="51" y="164"/>
                  <a:pt x="51" y="164"/>
                </a:cubicBezTo>
                <a:cubicBezTo>
                  <a:pt x="51" y="164"/>
                  <a:pt x="51" y="164"/>
                  <a:pt x="51" y="164"/>
                </a:cubicBezTo>
                <a:cubicBezTo>
                  <a:pt x="63" y="164"/>
                  <a:pt x="74" y="159"/>
                  <a:pt x="81" y="151"/>
                </a:cubicBezTo>
                <a:cubicBezTo>
                  <a:pt x="83" y="150"/>
                  <a:pt x="84" y="148"/>
                  <a:pt x="85" y="147"/>
                </a:cubicBezTo>
                <a:cubicBezTo>
                  <a:pt x="10" y="147"/>
                  <a:pt x="10" y="147"/>
                  <a:pt x="10" y="147"/>
                </a:cubicBezTo>
                <a:cubicBezTo>
                  <a:pt x="8" y="147"/>
                  <a:pt x="6" y="145"/>
                  <a:pt x="6" y="143"/>
                </a:cubicBezTo>
                <a:cubicBezTo>
                  <a:pt x="6" y="141"/>
                  <a:pt x="8" y="139"/>
                  <a:pt x="10" y="139"/>
                </a:cubicBezTo>
                <a:cubicBezTo>
                  <a:pt x="90" y="139"/>
                  <a:pt x="90" y="139"/>
                  <a:pt x="90" y="139"/>
                </a:cubicBezTo>
                <a:cubicBezTo>
                  <a:pt x="93" y="133"/>
                  <a:pt x="94" y="127"/>
                  <a:pt x="94" y="120"/>
                </a:cubicBezTo>
                <a:cubicBezTo>
                  <a:pt x="94" y="114"/>
                  <a:pt x="93" y="109"/>
                  <a:pt x="91" y="104"/>
                </a:cubicBezTo>
                <a:cubicBezTo>
                  <a:pt x="89" y="100"/>
                  <a:pt x="87" y="96"/>
                  <a:pt x="84" y="92"/>
                </a:cubicBezTo>
                <a:cubicBezTo>
                  <a:pt x="81" y="94"/>
                  <a:pt x="78" y="94"/>
                  <a:pt x="75" y="94"/>
                </a:cubicBezTo>
                <a:cubicBezTo>
                  <a:pt x="73" y="94"/>
                  <a:pt x="71" y="94"/>
                  <a:pt x="69" y="94"/>
                </a:cubicBezTo>
                <a:cubicBezTo>
                  <a:pt x="59" y="111"/>
                  <a:pt x="59" y="111"/>
                  <a:pt x="59" y="111"/>
                </a:cubicBezTo>
                <a:cubicBezTo>
                  <a:pt x="58" y="113"/>
                  <a:pt x="55" y="114"/>
                  <a:pt x="53" y="113"/>
                </a:cubicBezTo>
                <a:cubicBezTo>
                  <a:pt x="50" y="111"/>
                  <a:pt x="50" y="111"/>
                  <a:pt x="50" y="111"/>
                </a:cubicBezTo>
                <a:cubicBezTo>
                  <a:pt x="46" y="117"/>
                  <a:pt x="46" y="117"/>
                  <a:pt x="46" y="117"/>
                </a:cubicBezTo>
                <a:cubicBezTo>
                  <a:pt x="45" y="119"/>
                  <a:pt x="42" y="119"/>
                  <a:pt x="40" y="118"/>
                </a:cubicBezTo>
                <a:cubicBezTo>
                  <a:pt x="24" y="109"/>
                  <a:pt x="24" y="109"/>
                  <a:pt x="24" y="109"/>
                </a:cubicBezTo>
                <a:cubicBezTo>
                  <a:pt x="22" y="108"/>
                  <a:pt x="21" y="105"/>
                  <a:pt x="22" y="103"/>
                </a:cubicBezTo>
                <a:cubicBezTo>
                  <a:pt x="26" y="97"/>
                  <a:pt x="26" y="97"/>
                  <a:pt x="26" y="97"/>
                </a:cubicBezTo>
                <a:cubicBezTo>
                  <a:pt x="22" y="95"/>
                  <a:pt x="22" y="95"/>
                  <a:pt x="22" y="95"/>
                </a:cubicBezTo>
                <a:cubicBezTo>
                  <a:pt x="20" y="94"/>
                  <a:pt x="20" y="91"/>
                  <a:pt x="21" y="89"/>
                </a:cubicBezTo>
                <a:cubicBezTo>
                  <a:pt x="57" y="26"/>
                  <a:pt x="57" y="26"/>
                  <a:pt x="57" y="26"/>
                </a:cubicBezTo>
                <a:cubicBezTo>
                  <a:pt x="58" y="24"/>
                  <a:pt x="61" y="23"/>
                  <a:pt x="63" y="24"/>
                </a:cubicBezTo>
                <a:cubicBezTo>
                  <a:pt x="63" y="24"/>
                  <a:pt x="63" y="24"/>
                  <a:pt x="63" y="24"/>
                </a:cubicBezTo>
                <a:cubicBezTo>
                  <a:pt x="67" y="26"/>
                  <a:pt x="67" y="26"/>
                  <a:pt x="67" y="26"/>
                </a:cubicBezTo>
                <a:cubicBezTo>
                  <a:pt x="73" y="16"/>
                  <a:pt x="73" y="16"/>
                  <a:pt x="73" y="16"/>
                </a:cubicBezTo>
                <a:cubicBezTo>
                  <a:pt x="69" y="14"/>
                  <a:pt x="69" y="14"/>
                  <a:pt x="69" y="14"/>
                </a:cubicBezTo>
                <a:cubicBezTo>
                  <a:pt x="66" y="12"/>
                  <a:pt x="65" y="8"/>
                  <a:pt x="66" y="5"/>
                </a:cubicBezTo>
                <a:cubicBezTo>
                  <a:pt x="68" y="1"/>
                  <a:pt x="72" y="0"/>
                  <a:pt x="76" y="2"/>
                </a:cubicBezTo>
                <a:cubicBezTo>
                  <a:pt x="86" y="8"/>
                  <a:pt x="96" y="14"/>
                  <a:pt x="107" y="20"/>
                </a:cubicBezTo>
                <a:cubicBezTo>
                  <a:pt x="110" y="22"/>
                  <a:pt x="111" y="26"/>
                  <a:pt x="109" y="29"/>
                </a:cubicBezTo>
                <a:cubicBezTo>
                  <a:pt x="107" y="33"/>
                  <a:pt x="103" y="34"/>
                  <a:pt x="100" y="32"/>
                </a:cubicBezTo>
                <a:cubicBezTo>
                  <a:pt x="96" y="30"/>
                  <a:pt x="96" y="30"/>
                  <a:pt x="96" y="30"/>
                </a:cubicBezTo>
                <a:cubicBezTo>
                  <a:pt x="90" y="40"/>
                  <a:pt x="90" y="40"/>
                  <a:pt x="90" y="40"/>
                </a:cubicBezTo>
                <a:cubicBezTo>
                  <a:pt x="94" y="42"/>
                  <a:pt x="94" y="42"/>
                  <a:pt x="94" y="42"/>
                </a:cubicBezTo>
                <a:cubicBezTo>
                  <a:pt x="96" y="43"/>
                  <a:pt x="97" y="46"/>
                  <a:pt x="96" y="48"/>
                </a:cubicBezTo>
                <a:cubicBezTo>
                  <a:pt x="87" y="63"/>
                  <a:pt x="87" y="63"/>
                  <a:pt x="87" y="63"/>
                </a:cubicBezTo>
                <a:cubicBezTo>
                  <a:pt x="91" y="66"/>
                  <a:pt x="93" y="71"/>
                  <a:pt x="93" y="76"/>
                </a:cubicBezTo>
                <a:cubicBezTo>
                  <a:pt x="93" y="78"/>
                  <a:pt x="93" y="80"/>
                  <a:pt x="92" y="81"/>
                </a:cubicBezTo>
                <a:close/>
                <a:moveTo>
                  <a:pt x="89" y="26"/>
                </a:moveTo>
                <a:cubicBezTo>
                  <a:pt x="89" y="26"/>
                  <a:pt x="89" y="26"/>
                  <a:pt x="89" y="26"/>
                </a:cubicBezTo>
                <a:cubicBezTo>
                  <a:pt x="86" y="24"/>
                  <a:pt x="83" y="22"/>
                  <a:pt x="80" y="20"/>
                </a:cubicBezTo>
                <a:cubicBezTo>
                  <a:pt x="74" y="30"/>
                  <a:pt x="74" y="30"/>
                  <a:pt x="74" y="30"/>
                </a:cubicBezTo>
                <a:cubicBezTo>
                  <a:pt x="83" y="36"/>
                  <a:pt x="83" y="36"/>
                  <a:pt x="83" y="36"/>
                </a:cubicBezTo>
                <a:cubicBezTo>
                  <a:pt x="89" y="26"/>
                  <a:pt x="89" y="26"/>
                  <a:pt x="89" y="26"/>
                </a:cubicBezTo>
                <a:close/>
                <a:moveTo>
                  <a:pt x="80" y="59"/>
                </a:moveTo>
                <a:cubicBezTo>
                  <a:pt x="80" y="59"/>
                  <a:pt x="80" y="59"/>
                  <a:pt x="80" y="59"/>
                </a:cubicBezTo>
                <a:cubicBezTo>
                  <a:pt x="87" y="47"/>
                  <a:pt x="87" y="47"/>
                  <a:pt x="87" y="47"/>
                </a:cubicBezTo>
                <a:cubicBezTo>
                  <a:pt x="78" y="43"/>
                  <a:pt x="70" y="38"/>
                  <a:pt x="62" y="33"/>
                </a:cubicBezTo>
                <a:cubicBezTo>
                  <a:pt x="30" y="90"/>
                  <a:pt x="30" y="90"/>
                  <a:pt x="30" y="90"/>
                </a:cubicBezTo>
                <a:cubicBezTo>
                  <a:pt x="38" y="94"/>
                  <a:pt x="46" y="99"/>
                  <a:pt x="54" y="104"/>
                </a:cubicBezTo>
                <a:cubicBezTo>
                  <a:pt x="62" y="90"/>
                  <a:pt x="62" y="90"/>
                  <a:pt x="62" y="90"/>
                </a:cubicBezTo>
                <a:cubicBezTo>
                  <a:pt x="58" y="86"/>
                  <a:pt x="56" y="81"/>
                  <a:pt x="56" y="76"/>
                </a:cubicBezTo>
                <a:cubicBezTo>
                  <a:pt x="56" y="71"/>
                  <a:pt x="58" y="66"/>
                  <a:pt x="62" y="63"/>
                </a:cubicBezTo>
                <a:cubicBezTo>
                  <a:pt x="62" y="63"/>
                  <a:pt x="62" y="63"/>
                  <a:pt x="62" y="63"/>
                </a:cubicBezTo>
                <a:cubicBezTo>
                  <a:pt x="67" y="58"/>
                  <a:pt x="73" y="57"/>
                  <a:pt x="80" y="59"/>
                </a:cubicBezTo>
                <a:close/>
                <a:moveTo>
                  <a:pt x="82" y="69"/>
                </a:moveTo>
                <a:cubicBezTo>
                  <a:pt x="82" y="69"/>
                  <a:pt x="82" y="69"/>
                  <a:pt x="82" y="69"/>
                </a:cubicBezTo>
                <a:cubicBezTo>
                  <a:pt x="78" y="65"/>
                  <a:pt x="71" y="65"/>
                  <a:pt x="67" y="69"/>
                </a:cubicBezTo>
                <a:cubicBezTo>
                  <a:pt x="67" y="69"/>
                  <a:pt x="67" y="69"/>
                  <a:pt x="67" y="69"/>
                </a:cubicBezTo>
                <a:cubicBezTo>
                  <a:pt x="67" y="69"/>
                  <a:pt x="67" y="69"/>
                  <a:pt x="67" y="69"/>
                </a:cubicBezTo>
                <a:cubicBezTo>
                  <a:pt x="65" y="71"/>
                  <a:pt x="64" y="73"/>
                  <a:pt x="64" y="76"/>
                </a:cubicBezTo>
                <a:cubicBezTo>
                  <a:pt x="64" y="82"/>
                  <a:pt x="69" y="86"/>
                  <a:pt x="75" y="86"/>
                </a:cubicBezTo>
                <a:cubicBezTo>
                  <a:pt x="77" y="86"/>
                  <a:pt x="80" y="85"/>
                  <a:pt x="82" y="83"/>
                </a:cubicBezTo>
                <a:cubicBezTo>
                  <a:pt x="82" y="83"/>
                  <a:pt x="82" y="83"/>
                  <a:pt x="82" y="83"/>
                </a:cubicBezTo>
                <a:cubicBezTo>
                  <a:pt x="84" y="81"/>
                  <a:pt x="85" y="79"/>
                  <a:pt x="85" y="76"/>
                </a:cubicBezTo>
                <a:cubicBezTo>
                  <a:pt x="85" y="73"/>
                  <a:pt x="84" y="71"/>
                  <a:pt x="82" y="69"/>
                </a:cubicBezTo>
                <a:cubicBezTo>
                  <a:pt x="82" y="69"/>
                  <a:pt x="82" y="69"/>
                  <a:pt x="82" y="69"/>
                </a:cubicBezTo>
                <a:close/>
                <a:moveTo>
                  <a:pt x="33" y="101"/>
                </a:moveTo>
                <a:cubicBezTo>
                  <a:pt x="33" y="101"/>
                  <a:pt x="33" y="101"/>
                  <a:pt x="33" y="101"/>
                </a:cubicBezTo>
                <a:cubicBezTo>
                  <a:pt x="31" y="104"/>
                  <a:pt x="31" y="104"/>
                  <a:pt x="31" y="104"/>
                </a:cubicBezTo>
                <a:cubicBezTo>
                  <a:pt x="41" y="109"/>
                  <a:pt x="41" y="109"/>
                  <a:pt x="41" y="109"/>
                </a:cubicBezTo>
                <a:cubicBezTo>
                  <a:pt x="42" y="106"/>
                  <a:pt x="42" y="106"/>
                  <a:pt x="42" y="106"/>
                </a:cubicBezTo>
                <a:cubicBezTo>
                  <a:pt x="33" y="101"/>
                  <a:pt x="33" y="101"/>
                  <a:pt x="33" y="101"/>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0" name="Freeform 12"/>
          <p:cNvSpPr>
            <a:spLocks noEditPoints="1"/>
          </p:cNvSpPr>
          <p:nvPr/>
        </p:nvSpPr>
        <p:spPr bwMode="auto">
          <a:xfrm>
            <a:off x="134107" y="2472073"/>
            <a:ext cx="130548" cy="187604"/>
          </a:xfrm>
          <a:custGeom>
            <a:avLst/>
            <a:gdLst>
              <a:gd name="T0" fmla="*/ 3 w 121"/>
              <a:gd name="T1" fmla="*/ 119 h 174"/>
              <a:gd name="T2" fmla="*/ 23 w 121"/>
              <a:gd name="T3" fmla="*/ 115 h 174"/>
              <a:gd name="T4" fmla="*/ 38 w 121"/>
              <a:gd name="T5" fmla="*/ 74 h 174"/>
              <a:gd name="T6" fmla="*/ 38 w 121"/>
              <a:gd name="T7" fmla="*/ 74 h 174"/>
              <a:gd name="T8" fmla="*/ 38 w 121"/>
              <a:gd name="T9" fmla="*/ 29 h 174"/>
              <a:gd name="T10" fmla="*/ 54 w 121"/>
              <a:gd name="T11" fmla="*/ 21 h 174"/>
              <a:gd name="T12" fmla="*/ 60 w 121"/>
              <a:gd name="T13" fmla="*/ 0 h 174"/>
              <a:gd name="T14" fmla="*/ 67 w 121"/>
              <a:gd name="T15" fmla="*/ 21 h 174"/>
              <a:gd name="T16" fmla="*/ 92 w 121"/>
              <a:gd name="T17" fmla="*/ 51 h 174"/>
              <a:gd name="T18" fmla="*/ 82 w 121"/>
              <a:gd name="T19" fmla="*/ 74 h 174"/>
              <a:gd name="T20" fmla="*/ 98 w 121"/>
              <a:gd name="T21" fmla="*/ 115 h 174"/>
              <a:gd name="T22" fmla="*/ 117 w 121"/>
              <a:gd name="T23" fmla="*/ 119 h 174"/>
              <a:gd name="T24" fmla="*/ 102 w 121"/>
              <a:gd name="T25" fmla="*/ 124 h 174"/>
              <a:gd name="T26" fmla="*/ 116 w 121"/>
              <a:gd name="T27" fmla="*/ 159 h 174"/>
              <a:gd name="T28" fmla="*/ 120 w 121"/>
              <a:gd name="T29" fmla="*/ 168 h 174"/>
              <a:gd name="T30" fmla="*/ 113 w 121"/>
              <a:gd name="T31" fmla="*/ 171 h 174"/>
              <a:gd name="T32" fmla="*/ 108 w 121"/>
              <a:gd name="T33" fmla="*/ 162 h 174"/>
              <a:gd name="T34" fmla="*/ 87 w 121"/>
              <a:gd name="T35" fmla="*/ 124 h 174"/>
              <a:gd name="T36" fmla="*/ 67 w 121"/>
              <a:gd name="T37" fmla="*/ 129 h 174"/>
              <a:gd name="T38" fmla="*/ 54 w 121"/>
              <a:gd name="T39" fmla="*/ 129 h 174"/>
              <a:gd name="T40" fmla="*/ 34 w 121"/>
              <a:gd name="T41" fmla="*/ 124 h 174"/>
              <a:gd name="T42" fmla="*/ 13 w 121"/>
              <a:gd name="T43" fmla="*/ 162 h 174"/>
              <a:gd name="T44" fmla="*/ 8 w 121"/>
              <a:gd name="T45" fmla="*/ 171 h 174"/>
              <a:gd name="T46" fmla="*/ 1 w 121"/>
              <a:gd name="T47" fmla="*/ 168 h 174"/>
              <a:gd name="T48" fmla="*/ 5 w 121"/>
              <a:gd name="T49" fmla="*/ 159 h 174"/>
              <a:gd name="T50" fmla="*/ 19 w 121"/>
              <a:gd name="T51" fmla="*/ 124 h 174"/>
              <a:gd name="T52" fmla="*/ 54 w 121"/>
              <a:gd name="T53" fmla="*/ 115 h 174"/>
              <a:gd name="T54" fmla="*/ 54 w 121"/>
              <a:gd name="T55" fmla="*/ 110 h 174"/>
              <a:gd name="T56" fmla="*/ 67 w 121"/>
              <a:gd name="T57" fmla="*/ 110 h 174"/>
              <a:gd name="T58" fmla="*/ 83 w 121"/>
              <a:gd name="T59" fmla="*/ 115 h 174"/>
              <a:gd name="T60" fmla="*/ 54 w 121"/>
              <a:gd name="T61" fmla="*/ 82 h 174"/>
              <a:gd name="T62" fmla="*/ 54 w 121"/>
              <a:gd name="T63" fmla="*/ 115 h 174"/>
              <a:gd name="T64" fmla="*/ 73 w 121"/>
              <a:gd name="T65" fmla="*/ 39 h 174"/>
              <a:gd name="T66" fmla="*/ 48 w 121"/>
              <a:gd name="T67" fmla="*/ 39 h 174"/>
              <a:gd name="T68" fmla="*/ 48 w 121"/>
              <a:gd name="T69" fmla="*/ 64 h 174"/>
              <a:gd name="T70" fmla="*/ 68 w 121"/>
              <a:gd name="T71" fmla="*/ 68 h 174"/>
              <a:gd name="T72" fmla="*/ 73 w 121"/>
              <a:gd name="T73" fmla="*/ 64 h 174"/>
              <a:gd name="T74" fmla="*/ 73 w 121"/>
              <a:gd name="T75" fmla="*/ 39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1" h="174">
                <a:moveTo>
                  <a:pt x="8" y="124"/>
                </a:moveTo>
                <a:cubicBezTo>
                  <a:pt x="5" y="124"/>
                  <a:pt x="3" y="122"/>
                  <a:pt x="3" y="119"/>
                </a:cubicBezTo>
                <a:cubicBezTo>
                  <a:pt x="3" y="117"/>
                  <a:pt x="5" y="115"/>
                  <a:pt x="8" y="115"/>
                </a:cubicBezTo>
                <a:cubicBezTo>
                  <a:pt x="23" y="115"/>
                  <a:pt x="23" y="115"/>
                  <a:pt x="23" y="115"/>
                </a:cubicBezTo>
                <a:cubicBezTo>
                  <a:pt x="42" y="77"/>
                  <a:pt x="42" y="77"/>
                  <a:pt x="42" y="77"/>
                </a:cubicBezTo>
                <a:cubicBezTo>
                  <a:pt x="41" y="76"/>
                  <a:pt x="40" y="75"/>
                  <a:pt x="38" y="74"/>
                </a:cubicBezTo>
                <a:cubicBezTo>
                  <a:pt x="38" y="74"/>
                  <a:pt x="38" y="74"/>
                  <a:pt x="38" y="74"/>
                </a:cubicBezTo>
                <a:cubicBezTo>
                  <a:pt x="38" y="74"/>
                  <a:pt x="38" y="74"/>
                  <a:pt x="38" y="74"/>
                </a:cubicBezTo>
                <a:cubicBezTo>
                  <a:pt x="33" y="68"/>
                  <a:pt x="29" y="60"/>
                  <a:pt x="29" y="51"/>
                </a:cubicBezTo>
                <a:cubicBezTo>
                  <a:pt x="29" y="43"/>
                  <a:pt x="33" y="35"/>
                  <a:pt x="38" y="29"/>
                </a:cubicBezTo>
                <a:cubicBezTo>
                  <a:pt x="39" y="29"/>
                  <a:pt x="39" y="29"/>
                  <a:pt x="39" y="29"/>
                </a:cubicBezTo>
                <a:cubicBezTo>
                  <a:pt x="43" y="25"/>
                  <a:pt x="48" y="22"/>
                  <a:pt x="54" y="21"/>
                </a:cubicBezTo>
                <a:cubicBezTo>
                  <a:pt x="54" y="7"/>
                  <a:pt x="54" y="7"/>
                  <a:pt x="54" y="7"/>
                </a:cubicBezTo>
                <a:cubicBezTo>
                  <a:pt x="54" y="3"/>
                  <a:pt x="57" y="0"/>
                  <a:pt x="60" y="0"/>
                </a:cubicBezTo>
                <a:cubicBezTo>
                  <a:pt x="64" y="0"/>
                  <a:pt x="67" y="3"/>
                  <a:pt x="67" y="7"/>
                </a:cubicBezTo>
                <a:cubicBezTo>
                  <a:pt x="67" y="21"/>
                  <a:pt x="67" y="21"/>
                  <a:pt x="67" y="21"/>
                </a:cubicBezTo>
                <a:cubicBezTo>
                  <a:pt x="73" y="22"/>
                  <a:pt x="78" y="25"/>
                  <a:pt x="82" y="29"/>
                </a:cubicBezTo>
                <a:cubicBezTo>
                  <a:pt x="88" y="35"/>
                  <a:pt x="92" y="43"/>
                  <a:pt x="92" y="51"/>
                </a:cubicBezTo>
                <a:cubicBezTo>
                  <a:pt x="92" y="60"/>
                  <a:pt x="88" y="68"/>
                  <a:pt x="82" y="74"/>
                </a:cubicBezTo>
                <a:cubicBezTo>
                  <a:pt x="82" y="74"/>
                  <a:pt x="82" y="74"/>
                  <a:pt x="82" y="74"/>
                </a:cubicBezTo>
                <a:cubicBezTo>
                  <a:pt x="81" y="75"/>
                  <a:pt x="80" y="76"/>
                  <a:pt x="79" y="77"/>
                </a:cubicBezTo>
                <a:cubicBezTo>
                  <a:pt x="98" y="115"/>
                  <a:pt x="98" y="115"/>
                  <a:pt x="98" y="115"/>
                </a:cubicBezTo>
                <a:cubicBezTo>
                  <a:pt x="113" y="115"/>
                  <a:pt x="113" y="115"/>
                  <a:pt x="113" y="115"/>
                </a:cubicBezTo>
                <a:cubicBezTo>
                  <a:pt x="116" y="115"/>
                  <a:pt x="117" y="117"/>
                  <a:pt x="117" y="119"/>
                </a:cubicBezTo>
                <a:cubicBezTo>
                  <a:pt x="117" y="122"/>
                  <a:pt x="116" y="124"/>
                  <a:pt x="113" y="124"/>
                </a:cubicBezTo>
                <a:cubicBezTo>
                  <a:pt x="102" y="124"/>
                  <a:pt x="102" y="124"/>
                  <a:pt x="102" y="124"/>
                </a:cubicBezTo>
                <a:cubicBezTo>
                  <a:pt x="116" y="153"/>
                  <a:pt x="116" y="153"/>
                  <a:pt x="116" y="153"/>
                </a:cubicBezTo>
                <a:cubicBezTo>
                  <a:pt x="117" y="155"/>
                  <a:pt x="117" y="157"/>
                  <a:pt x="116" y="159"/>
                </a:cubicBezTo>
                <a:cubicBezTo>
                  <a:pt x="117" y="162"/>
                  <a:pt x="117" y="162"/>
                  <a:pt x="117" y="162"/>
                </a:cubicBezTo>
                <a:cubicBezTo>
                  <a:pt x="120" y="168"/>
                  <a:pt x="120" y="168"/>
                  <a:pt x="120" y="168"/>
                </a:cubicBezTo>
                <a:cubicBezTo>
                  <a:pt x="121" y="170"/>
                  <a:pt x="120" y="172"/>
                  <a:pt x="118" y="173"/>
                </a:cubicBezTo>
                <a:cubicBezTo>
                  <a:pt x="116" y="174"/>
                  <a:pt x="114" y="173"/>
                  <a:pt x="113" y="171"/>
                </a:cubicBezTo>
                <a:cubicBezTo>
                  <a:pt x="110" y="165"/>
                  <a:pt x="110" y="165"/>
                  <a:pt x="110" y="165"/>
                </a:cubicBezTo>
                <a:cubicBezTo>
                  <a:pt x="108" y="162"/>
                  <a:pt x="108" y="162"/>
                  <a:pt x="108" y="162"/>
                </a:cubicBezTo>
                <a:cubicBezTo>
                  <a:pt x="106" y="162"/>
                  <a:pt x="104" y="160"/>
                  <a:pt x="103" y="158"/>
                </a:cubicBezTo>
                <a:cubicBezTo>
                  <a:pt x="87" y="124"/>
                  <a:pt x="87" y="124"/>
                  <a:pt x="87" y="124"/>
                </a:cubicBezTo>
                <a:cubicBezTo>
                  <a:pt x="67" y="124"/>
                  <a:pt x="67" y="124"/>
                  <a:pt x="67" y="124"/>
                </a:cubicBezTo>
                <a:cubicBezTo>
                  <a:pt x="67" y="129"/>
                  <a:pt x="67" y="129"/>
                  <a:pt x="67" y="129"/>
                </a:cubicBezTo>
                <a:cubicBezTo>
                  <a:pt x="67" y="132"/>
                  <a:pt x="64" y="136"/>
                  <a:pt x="60" y="136"/>
                </a:cubicBezTo>
                <a:cubicBezTo>
                  <a:pt x="57" y="136"/>
                  <a:pt x="54" y="132"/>
                  <a:pt x="54" y="129"/>
                </a:cubicBezTo>
                <a:cubicBezTo>
                  <a:pt x="54" y="124"/>
                  <a:pt x="54" y="124"/>
                  <a:pt x="54" y="124"/>
                </a:cubicBezTo>
                <a:cubicBezTo>
                  <a:pt x="34" y="124"/>
                  <a:pt x="34" y="124"/>
                  <a:pt x="34" y="124"/>
                </a:cubicBezTo>
                <a:cubicBezTo>
                  <a:pt x="17" y="158"/>
                  <a:pt x="17" y="158"/>
                  <a:pt x="17" y="158"/>
                </a:cubicBezTo>
                <a:cubicBezTo>
                  <a:pt x="16" y="160"/>
                  <a:pt x="15" y="162"/>
                  <a:pt x="13" y="162"/>
                </a:cubicBezTo>
                <a:cubicBezTo>
                  <a:pt x="11" y="165"/>
                  <a:pt x="11" y="165"/>
                  <a:pt x="11" y="165"/>
                </a:cubicBezTo>
                <a:cubicBezTo>
                  <a:pt x="8" y="171"/>
                  <a:pt x="8" y="171"/>
                  <a:pt x="8" y="171"/>
                </a:cubicBezTo>
                <a:cubicBezTo>
                  <a:pt x="7" y="173"/>
                  <a:pt x="5" y="174"/>
                  <a:pt x="3" y="173"/>
                </a:cubicBezTo>
                <a:cubicBezTo>
                  <a:pt x="1" y="172"/>
                  <a:pt x="0" y="170"/>
                  <a:pt x="1" y="168"/>
                </a:cubicBezTo>
                <a:cubicBezTo>
                  <a:pt x="4" y="162"/>
                  <a:pt x="4" y="162"/>
                  <a:pt x="4" y="162"/>
                </a:cubicBezTo>
                <a:cubicBezTo>
                  <a:pt x="5" y="159"/>
                  <a:pt x="5" y="159"/>
                  <a:pt x="5" y="159"/>
                </a:cubicBezTo>
                <a:cubicBezTo>
                  <a:pt x="4" y="157"/>
                  <a:pt x="4" y="155"/>
                  <a:pt x="5" y="153"/>
                </a:cubicBezTo>
                <a:cubicBezTo>
                  <a:pt x="19" y="124"/>
                  <a:pt x="19" y="124"/>
                  <a:pt x="19" y="124"/>
                </a:cubicBezTo>
                <a:cubicBezTo>
                  <a:pt x="8" y="124"/>
                  <a:pt x="8" y="124"/>
                  <a:pt x="8" y="124"/>
                </a:cubicBezTo>
                <a:close/>
                <a:moveTo>
                  <a:pt x="54" y="115"/>
                </a:moveTo>
                <a:cubicBezTo>
                  <a:pt x="54" y="115"/>
                  <a:pt x="54" y="115"/>
                  <a:pt x="54" y="115"/>
                </a:cubicBezTo>
                <a:cubicBezTo>
                  <a:pt x="54" y="110"/>
                  <a:pt x="54" y="110"/>
                  <a:pt x="54" y="110"/>
                </a:cubicBezTo>
                <a:cubicBezTo>
                  <a:pt x="54" y="107"/>
                  <a:pt x="57" y="103"/>
                  <a:pt x="60" y="103"/>
                </a:cubicBezTo>
                <a:cubicBezTo>
                  <a:pt x="64" y="103"/>
                  <a:pt x="67" y="107"/>
                  <a:pt x="67" y="110"/>
                </a:cubicBezTo>
                <a:cubicBezTo>
                  <a:pt x="67" y="115"/>
                  <a:pt x="67" y="115"/>
                  <a:pt x="67" y="115"/>
                </a:cubicBezTo>
                <a:cubicBezTo>
                  <a:pt x="83" y="115"/>
                  <a:pt x="83" y="115"/>
                  <a:pt x="83" y="115"/>
                </a:cubicBezTo>
                <a:cubicBezTo>
                  <a:pt x="67" y="82"/>
                  <a:pt x="67" y="82"/>
                  <a:pt x="67" y="82"/>
                </a:cubicBezTo>
                <a:cubicBezTo>
                  <a:pt x="63" y="83"/>
                  <a:pt x="58" y="83"/>
                  <a:pt x="54" y="82"/>
                </a:cubicBezTo>
                <a:cubicBezTo>
                  <a:pt x="38" y="115"/>
                  <a:pt x="38" y="115"/>
                  <a:pt x="38" y="115"/>
                </a:cubicBezTo>
                <a:cubicBezTo>
                  <a:pt x="54" y="115"/>
                  <a:pt x="54" y="115"/>
                  <a:pt x="54" y="115"/>
                </a:cubicBezTo>
                <a:close/>
                <a:moveTo>
                  <a:pt x="73" y="39"/>
                </a:moveTo>
                <a:cubicBezTo>
                  <a:pt x="73" y="39"/>
                  <a:pt x="73" y="39"/>
                  <a:pt x="73" y="39"/>
                </a:cubicBezTo>
                <a:cubicBezTo>
                  <a:pt x="66" y="32"/>
                  <a:pt x="55" y="32"/>
                  <a:pt x="48" y="39"/>
                </a:cubicBezTo>
                <a:cubicBezTo>
                  <a:pt x="48" y="39"/>
                  <a:pt x="48" y="39"/>
                  <a:pt x="48" y="39"/>
                </a:cubicBezTo>
                <a:cubicBezTo>
                  <a:pt x="45" y="42"/>
                  <a:pt x="43" y="47"/>
                  <a:pt x="43" y="51"/>
                </a:cubicBezTo>
                <a:cubicBezTo>
                  <a:pt x="43" y="56"/>
                  <a:pt x="45" y="61"/>
                  <a:pt x="48" y="64"/>
                </a:cubicBezTo>
                <a:cubicBezTo>
                  <a:pt x="53" y="69"/>
                  <a:pt x="61" y="71"/>
                  <a:pt x="67" y="68"/>
                </a:cubicBezTo>
                <a:cubicBezTo>
                  <a:pt x="68" y="68"/>
                  <a:pt x="68" y="68"/>
                  <a:pt x="68" y="68"/>
                </a:cubicBezTo>
                <a:cubicBezTo>
                  <a:pt x="69" y="67"/>
                  <a:pt x="71" y="66"/>
                  <a:pt x="73" y="64"/>
                </a:cubicBezTo>
                <a:cubicBezTo>
                  <a:pt x="73" y="64"/>
                  <a:pt x="73" y="64"/>
                  <a:pt x="73" y="64"/>
                </a:cubicBezTo>
                <a:cubicBezTo>
                  <a:pt x="76" y="61"/>
                  <a:pt x="78" y="56"/>
                  <a:pt x="78" y="51"/>
                </a:cubicBezTo>
                <a:cubicBezTo>
                  <a:pt x="78" y="47"/>
                  <a:pt x="76" y="42"/>
                  <a:pt x="73" y="39"/>
                </a:cubicBezTo>
                <a:cubicBezTo>
                  <a:pt x="73" y="39"/>
                  <a:pt x="73" y="39"/>
                  <a:pt x="73" y="39"/>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1" name="Freeform 13"/>
          <p:cNvSpPr>
            <a:spLocks noEditPoints="1"/>
          </p:cNvSpPr>
          <p:nvPr/>
        </p:nvSpPr>
        <p:spPr bwMode="auto">
          <a:xfrm>
            <a:off x="93026" y="1695727"/>
            <a:ext cx="212710" cy="176648"/>
          </a:xfrm>
          <a:custGeom>
            <a:avLst/>
            <a:gdLst>
              <a:gd name="T0" fmla="*/ 111 w 197"/>
              <a:gd name="T1" fmla="*/ 11 h 164"/>
              <a:gd name="T2" fmla="*/ 0 w 197"/>
              <a:gd name="T3" fmla="*/ 15 h 164"/>
              <a:gd name="T4" fmla="*/ 105 w 197"/>
              <a:gd name="T5" fmla="*/ 164 h 164"/>
              <a:gd name="T6" fmla="*/ 136 w 197"/>
              <a:gd name="T7" fmla="*/ 159 h 164"/>
              <a:gd name="T8" fmla="*/ 196 w 197"/>
              <a:gd name="T9" fmla="*/ 142 h 164"/>
              <a:gd name="T10" fmla="*/ 52 w 197"/>
              <a:gd name="T11" fmla="*/ 150 h 164"/>
              <a:gd name="T12" fmla="*/ 52 w 197"/>
              <a:gd name="T13" fmla="*/ 22 h 164"/>
              <a:gd name="T14" fmla="*/ 99 w 197"/>
              <a:gd name="T15" fmla="*/ 150 h 164"/>
              <a:gd name="T16" fmla="*/ 99 w 197"/>
              <a:gd name="T17" fmla="*/ 22 h 164"/>
              <a:gd name="T18" fmla="*/ 147 w 197"/>
              <a:gd name="T19" fmla="*/ 149 h 164"/>
              <a:gd name="T20" fmla="*/ 181 w 197"/>
              <a:gd name="T21" fmla="*/ 139 h 164"/>
              <a:gd name="T22" fmla="*/ 23 w 197"/>
              <a:gd name="T23" fmla="*/ 133 h 164"/>
              <a:gd name="T24" fmla="*/ 42 w 197"/>
              <a:gd name="T25" fmla="*/ 134 h 164"/>
              <a:gd name="T26" fmla="*/ 43 w 197"/>
              <a:gd name="T27" fmla="*/ 114 h 164"/>
              <a:gd name="T28" fmla="*/ 23 w 197"/>
              <a:gd name="T29" fmla="*/ 114 h 164"/>
              <a:gd name="T30" fmla="*/ 29 w 197"/>
              <a:gd name="T31" fmla="*/ 120 h 164"/>
              <a:gd name="T32" fmla="*/ 37 w 197"/>
              <a:gd name="T33" fmla="*/ 120 h 164"/>
              <a:gd name="T34" fmla="*/ 37 w 197"/>
              <a:gd name="T35" fmla="*/ 128 h 164"/>
              <a:gd name="T36" fmla="*/ 29 w 197"/>
              <a:gd name="T37" fmla="*/ 127 h 164"/>
              <a:gd name="T38" fmla="*/ 32 w 197"/>
              <a:gd name="T39" fmla="*/ 91 h 164"/>
              <a:gd name="T40" fmla="*/ 36 w 197"/>
              <a:gd name="T41" fmla="*/ 38 h 164"/>
              <a:gd name="T42" fmla="*/ 28 w 197"/>
              <a:gd name="T43" fmla="*/ 87 h 164"/>
              <a:gd name="T44" fmla="*/ 134 w 197"/>
              <a:gd name="T45" fmla="*/ 31 h 164"/>
              <a:gd name="T46" fmla="*/ 149 w 197"/>
              <a:gd name="T47" fmla="*/ 86 h 164"/>
              <a:gd name="T48" fmla="*/ 134 w 197"/>
              <a:gd name="T49" fmla="*/ 31 h 164"/>
              <a:gd name="T50" fmla="*/ 69 w 197"/>
              <a:gd name="T51" fmla="*/ 133 h 164"/>
              <a:gd name="T52" fmla="*/ 88 w 197"/>
              <a:gd name="T53" fmla="*/ 133 h 164"/>
              <a:gd name="T54" fmla="*/ 79 w 197"/>
              <a:gd name="T55" fmla="*/ 110 h 164"/>
              <a:gd name="T56" fmla="*/ 65 w 197"/>
              <a:gd name="T57" fmla="*/ 124 h 164"/>
              <a:gd name="T58" fmla="*/ 75 w 197"/>
              <a:gd name="T59" fmla="*/ 120 h 164"/>
              <a:gd name="T60" fmla="*/ 82 w 197"/>
              <a:gd name="T61" fmla="*/ 120 h 164"/>
              <a:gd name="T62" fmla="*/ 82 w 197"/>
              <a:gd name="T63" fmla="*/ 128 h 164"/>
              <a:gd name="T64" fmla="*/ 74 w 197"/>
              <a:gd name="T65" fmla="*/ 127 h 164"/>
              <a:gd name="T66" fmla="*/ 81 w 197"/>
              <a:gd name="T67" fmla="*/ 91 h 164"/>
              <a:gd name="T68" fmla="*/ 85 w 197"/>
              <a:gd name="T69" fmla="*/ 38 h 164"/>
              <a:gd name="T70" fmla="*/ 77 w 197"/>
              <a:gd name="T71" fmla="*/ 87 h 164"/>
              <a:gd name="T72" fmla="*/ 148 w 197"/>
              <a:gd name="T73" fmla="*/ 109 h 164"/>
              <a:gd name="T74" fmla="*/ 148 w 197"/>
              <a:gd name="T75" fmla="*/ 128 h 164"/>
              <a:gd name="T76" fmla="*/ 167 w 197"/>
              <a:gd name="T77" fmla="*/ 128 h 164"/>
              <a:gd name="T78" fmla="*/ 168 w 197"/>
              <a:gd name="T79" fmla="*/ 109 h 164"/>
              <a:gd name="T80" fmla="*/ 158 w 197"/>
              <a:gd name="T81" fmla="*/ 105 h 164"/>
              <a:gd name="T82" fmla="*/ 154 w 197"/>
              <a:gd name="T83" fmla="*/ 114 h 164"/>
              <a:gd name="T84" fmla="*/ 163 w 197"/>
              <a:gd name="T85" fmla="*/ 118 h 164"/>
              <a:gd name="T86" fmla="*/ 154 w 197"/>
              <a:gd name="T87" fmla="*/ 122 h 164"/>
              <a:gd name="T88" fmla="*/ 154 w 197"/>
              <a:gd name="T89" fmla="*/ 114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97" h="164">
                <a:moveTo>
                  <a:pt x="159" y="6"/>
                </a:moveTo>
                <a:cubicBezTo>
                  <a:pt x="158" y="2"/>
                  <a:pt x="155" y="0"/>
                  <a:pt x="151" y="1"/>
                </a:cubicBezTo>
                <a:cubicBezTo>
                  <a:pt x="111" y="11"/>
                  <a:pt x="111" y="11"/>
                  <a:pt x="111" y="11"/>
                </a:cubicBezTo>
                <a:cubicBezTo>
                  <a:pt x="110" y="10"/>
                  <a:pt x="108" y="8"/>
                  <a:pt x="105" y="8"/>
                </a:cubicBezTo>
                <a:cubicBezTo>
                  <a:pt x="7" y="8"/>
                  <a:pt x="7" y="8"/>
                  <a:pt x="7" y="8"/>
                </a:cubicBezTo>
                <a:cubicBezTo>
                  <a:pt x="3" y="8"/>
                  <a:pt x="0" y="11"/>
                  <a:pt x="0" y="15"/>
                </a:cubicBezTo>
                <a:cubicBezTo>
                  <a:pt x="0" y="157"/>
                  <a:pt x="0" y="157"/>
                  <a:pt x="0" y="157"/>
                </a:cubicBezTo>
                <a:cubicBezTo>
                  <a:pt x="0" y="161"/>
                  <a:pt x="3" y="164"/>
                  <a:pt x="7" y="164"/>
                </a:cubicBezTo>
                <a:cubicBezTo>
                  <a:pt x="105" y="164"/>
                  <a:pt x="105" y="164"/>
                  <a:pt x="105" y="164"/>
                </a:cubicBezTo>
                <a:cubicBezTo>
                  <a:pt x="109" y="164"/>
                  <a:pt x="112" y="161"/>
                  <a:pt x="112" y="157"/>
                </a:cubicBezTo>
                <a:cubicBezTo>
                  <a:pt x="112" y="71"/>
                  <a:pt x="112" y="71"/>
                  <a:pt x="112" y="71"/>
                </a:cubicBezTo>
                <a:cubicBezTo>
                  <a:pt x="136" y="159"/>
                  <a:pt x="136" y="159"/>
                  <a:pt x="136" y="159"/>
                </a:cubicBezTo>
                <a:cubicBezTo>
                  <a:pt x="136" y="162"/>
                  <a:pt x="140" y="164"/>
                  <a:pt x="144" y="163"/>
                </a:cubicBezTo>
                <a:cubicBezTo>
                  <a:pt x="191" y="151"/>
                  <a:pt x="191" y="151"/>
                  <a:pt x="191" y="151"/>
                </a:cubicBezTo>
                <a:cubicBezTo>
                  <a:pt x="195" y="150"/>
                  <a:pt x="197" y="146"/>
                  <a:pt x="196" y="142"/>
                </a:cubicBezTo>
                <a:cubicBezTo>
                  <a:pt x="159" y="6"/>
                  <a:pt x="159" y="6"/>
                  <a:pt x="159" y="6"/>
                </a:cubicBezTo>
                <a:close/>
                <a:moveTo>
                  <a:pt x="52" y="150"/>
                </a:moveTo>
                <a:cubicBezTo>
                  <a:pt x="52" y="150"/>
                  <a:pt x="52" y="150"/>
                  <a:pt x="52" y="150"/>
                </a:cubicBezTo>
                <a:cubicBezTo>
                  <a:pt x="14" y="150"/>
                  <a:pt x="14" y="150"/>
                  <a:pt x="14" y="150"/>
                </a:cubicBezTo>
                <a:cubicBezTo>
                  <a:pt x="14" y="22"/>
                  <a:pt x="14" y="22"/>
                  <a:pt x="14" y="22"/>
                </a:cubicBezTo>
                <a:cubicBezTo>
                  <a:pt x="52" y="22"/>
                  <a:pt x="52" y="22"/>
                  <a:pt x="52" y="22"/>
                </a:cubicBezTo>
                <a:cubicBezTo>
                  <a:pt x="52" y="150"/>
                  <a:pt x="52" y="150"/>
                  <a:pt x="52" y="150"/>
                </a:cubicBezTo>
                <a:close/>
                <a:moveTo>
                  <a:pt x="99" y="150"/>
                </a:moveTo>
                <a:cubicBezTo>
                  <a:pt x="99" y="150"/>
                  <a:pt x="99" y="150"/>
                  <a:pt x="99" y="150"/>
                </a:cubicBezTo>
                <a:cubicBezTo>
                  <a:pt x="60" y="150"/>
                  <a:pt x="60" y="150"/>
                  <a:pt x="60" y="150"/>
                </a:cubicBezTo>
                <a:cubicBezTo>
                  <a:pt x="60" y="22"/>
                  <a:pt x="60" y="22"/>
                  <a:pt x="60" y="22"/>
                </a:cubicBezTo>
                <a:cubicBezTo>
                  <a:pt x="99" y="22"/>
                  <a:pt x="99" y="22"/>
                  <a:pt x="99" y="22"/>
                </a:cubicBezTo>
                <a:cubicBezTo>
                  <a:pt x="99" y="150"/>
                  <a:pt x="99" y="150"/>
                  <a:pt x="99" y="150"/>
                </a:cubicBezTo>
                <a:close/>
                <a:moveTo>
                  <a:pt x="147" y="149"/>
                </a:moveTo>
                <a:cubicBezTo>
                  <a:pt x="147" y="149"/>
                  <a:pt x="147" y="149"/>
                  <a:pt x="147" y="149"/>
                </a:cubicBezTo>
                <a:cubicBezTo>
                  <a:pt x="114" y="25"/>
                  <a:pt x="114" y="25"/>
                  <a:pt x="114" y="25"/>
                </a:cubicBezTo>
                <a:cubicBezTo>
                  <a:pt x="148" y="16"/>
                  <a:pt x="148" y="16"/>
                  <a:pt x="148" y="16"/>
                </a:cubicBezTo>
                <a:cubicBezTo>
                  <a:pt x="181" y="139"/>
                  <a:pt x="181" y="139"/>
                  <a:pt x="181" y="139"/>
                </a:cubicBezTo>
                <a:cubicBezTo>
                  <a:pt x="147" y="149"/>
                  <a:pt x="147" y="149"/>
                  <a:pt x="147" y="149"/>
                </a:cubicBezTo>
                <a:close/>
                <a:moveTo>
                  <a:pt x="23" y="133"/>
                </a:moveTo>
                <a:cubicBezTo>
                  <a:pt x="23" y="133"/>
                  <a:pt x="23" y="133"/>
                  <a:pt x="23" y="133"/>
                </a:cubicBezTo>
                <a:cubicBezTo>
                  <a:pt x="23" y="133"/>
                  <a:pt x="23" y="133"/>
                  <a:pt x="23" y="133"/>
                </a:cubicBezTo>
                <a:cubicBezTo>
                  <a:pt x="26" y="136"/>
                  <a:pt x="29" y="137"/>
                  <a:pt x="33" y="137"/>
                </a:cubicBezTo>
                <a:cubicBezTo>
                  <a:pt x="37" y="137"/>
                  <a:pt x="40" y="136"/>
                  <a:pt x="42" y="134"/>
                </a:cubicBezTo>
                <a:cubicBezTo>
                  <a:pt x="43" y="133"/>
                  <a:pt x="43" y="133"/>
                  <a:pt x="43" y="133"/>
                </a:cubicBezTo>
                <a:cubicBezTo>
                  <a:pt x="45" y="131"/>
                  <a:pt x="47" y="127"/>
                  <a:pt x="47" y="124"/>
                </a:cubicBezTo>
                <a:cubicBezTo>
                  <a:pt x="47" y="120"/>
                  <a:pt x="45" y="116"/>
                  <a:pt x="43" y="114"/>
                </a:cubicBezTo>
                <a:cubicBezTo>
                  <a:pt x="42" y="114"/>
                  <a:pt x="42" y="114"/>
                  <a:pt x="42" y="114"/>
                </a:cubicBezTo>
                <a:cubicBezTo>
                  <a:pt x="40" y="112"/>
                  <a:pt x="37" y="110"/>
                  <a:pt x="33" y="110"/>
                </a:cubicBezTo>
                <a:cubicBezTo>
                  <a:pt x="29" y="110"/>
                  <a:pt x="26" y="112"/>
                  <a:pt x="23" y="114"/>
                </a:cubicBezTo>
                <a:cubicBezTo>
                  <a:pt x="21" y="116"/>
                  <a:pt x="19" y="120"/>
                  <a:pt x="19" y="124"/>
                </a:cubicBezTo>
                <a:cubicBezTo>
                  <a:pt x="19" y="127"/>
                  <a:pt x="21" y="131"/>
                  <a:pt x="23" y="133"/>
                </a:cubicBezTo>
                <a:close/>
                <a:moveTo>
                  <a:pt x="29" y="120"/>
                </a:moveTo>
                <a:cubicBezTo>
                  <a:pt x="29" y="120"/>
                  <a:pt x="29" y="120"/>
                  <a:pt x="29" y="120"/>
                </a:cubicBezTo>
                <a:cubicBezTo>
                  <a:pt x="30" y="119"/>
                  <a:pt x="31" y="118"/>
                  <a:pt x="33" y="118"/>
                </a:cubicBezTo>
                <a:cubicBezTo>
                  <a:pt x="34" y="118"/>
                  <a:pt x="36" y="119"/>
                  <a:pt x="37" y="120"/>
                </a:cubicBezTo>
                <a:cubicBezTo>
                  <a:pt x="37" y="120"/>
                  <a:pt x="37" y="120"/>
                  <a:pt x="37" y="120"/>
                </a:cubicBezTo>
                <a:cubicBezTo>
                  <a:pt x="38" y="121"/>
                  <a:pt x="38" y="122"/>
                  <a:pt x="38" y="124"/>
                </a:cubicBezTo>
                <a:cubicBezTo>
                  <a:pt x="38" y="125"/>
                  <a:pt x="38" y="127"/>
                  <a:pt x="37" y="128"/>
                </a:cubicBezTo>
                <a:cubicBezTo>
                  <a:pt x="36" y="129"/>
                  <a:pt x="34" y="129"/>
                  <a:pt x="33" y="129"/>
                </a:cubicBezTo>
                <a:cubicBezTo>
                  <a:pt x="31" y="129"/>
                  <a:pt x="30" y="129"/>
                  <a:pt x="29" y="128"/>
                </a:cubicBezTo>
                <a:cubicBezTo>
                  <a:pt x="29" y="127"/>
                  <a:pt x="29" y="127"/>
                  <a:pt x="29" y="127"/>
                </a:cubicBezTo>
                <a:cubicBezTo>
                  <a:pt x="28" y="126"/>
                  <a:pt x="27" y="125"/>
                  <a:pt x="27" y="124"/>
                </a:cubicBezTo>
                <a:cubicBezTo>
                  <a:pt x="27" y="122"/>
                  <a:pt x="28" y="121"/>
                  <a:pt x="29" y="120"/>
                </a:cubicBezTo>
                <a:close/>
                <a:moveTo>
                  <a:pt x="32" y="91"/>
                </a:moveTo>
                <a:cubicBezTo>
                  <a:pt x="32" y="91"/>
                  <a:pt x="32" y="91"/>
                  <a:pt x="32" y="91"/>
                </a:cubicBezTo>
                <a:cubicBezTo>
                  <a:pt x="34" y="91"/>
                  <a:pt x="36" y="89"/>
                  <a:pt x="36" y="87"/>
                </a:cubicBezTo>
                <a:cubicBezTo>
                  <a:pt x="36" y="38"/>
                  <a:pt x="36" y="38"/>
                  <a:pt x="36" y="38"/>
                </a:cubicBezTo>
                <a:cubicBezTo>
                  <a:pt x="36" y="35"/>
                  <a:pt x="34" y="34"/>
                  <a:pt x="32" y="34"/>
                </a:cubicBezTo>
                <a:cubicBezTo>
                  <a:pt x="29" y="34"/>
                  <a:pt x="28" y="35"/>
                  <a:pt x="28" y="38"/>
                </a:cubicBezTo>
                <a:cubicBezTo>
                  <a:pt x="28" y="87"/>
                  <a:pt x="28" y="87"/>
                  <a:pt x="28" y="87"/>
                </a:cubicBezTo>
                <a:cubicBezTo>
                  <a:pt x="28" y="89"/>
                  <a:pt x="29" y="91"/>
                  <a:pt x="32" y="91"/>
                </a:cubicBezTo>
                <a:close/>
                <a:moveTo>
                  <a:pt x="134" y="31"/>
                </a:moveTo>
                <a:cubicBezTo>
                  <a:pt x="134" y="31"/>
                  <a:pt x="134" y="31"/>
                  <a:pt x="134" y="31"/>
                </a:cubicBezTo>
                <a:cubicBezTo>
                  <a:pt x="132" y="32"/>
                  <a:pt x="131" y="34"/>
                  <a:pt x="131" y="36"/>
                </a:cubicBezTo>
                <a:cubicBezTo>
                  <a:pt x="144" y="84"/>
                  <a:pt x="144" y="84"/>
                  <a:pt x="144" y="84"/>
                </a:cubicBezTo>
                <a:cubicBezTo>
                  <a:pt x="144" y="86"/>
                  <a:pt x="146" y="87"/>
                  <a:pt x="149" y="86"/>
                </a:cubicBezTo>
                <a:cubicBezTo>
                  <a:pt x="151" y="86"/>
                  <a:pt x="152" y="84"/>
                  <a:pt x="152" y="82"/>
                </a:cubicBezTo>
                <a:cubicBezTo>
                  <a:pt x="139" y="34"/>
                  <a:pt x="139" y="34"/>
                  <a:pt x="139" y="34"/>
                </a:cubicBezTo>
                <a:cubicBezTo>
                  <a:pt x="138" y="32"/>
                  <a:pt x="136" y="31"/>
                  <a:pt x="134" y="31"/>
                </a:cubicBezTo>
                <a:close/>
                <a:moveTo>
                  <a:pt x="69" y="133"/>
                </a:moveTo>
                <a:cubicBezTo>
                  <a:pt x="69" y="133"/>
                  <a:pt x="69" y="133"/>
                  <a:pt x="69" y="133"/>
                </a:cubicBezTo>
                <a:cubicBezTo>
                  <a:pt x="69" y="133"/>
                  <a:pt x="69" y="133"/>
                  <a:pt x="69" y="133"/>
                </a:cubicBezTo>
                <a:cubicBezTo>
                  <a:pt x="71" y="136"/>
                  <a:pt x="75" y="137"/>
                  <a:pt x="79" y="137"/>
                </a:cubicBezTo>
                <a:cubicBezTo>
                  <a:pt x="82" y="137"/>
                  <a:pt x="86" y="136"/>
                  <a:pt x="88" y="134"/>
                </a:cubicBezTo>
                <a:cubicBezTo>
                  <a:pt x="88" y="133"/>
                  <a:pt x="88" y="133"/>
                  <a:pt x="88" y="133"/>
                </a:cubicBezTo>
                <a:cubicBezTo>
                  <a:pt x="91" y="131"/>
                  <a:pt x="92" y="127"/>
                  <a:pt x="92" y="124"/>
                </a:cubicBezTo>
                <a:cubicBezTo>
                  <a:pt x="92" y="120"/>
                  <a:pt x="91" y="116"/>
                  <a:pt x="88" y="114"/>
                </a:cubicBezTo>
                <a:cubicBezTo>
                  <a:pt x="86" y="112"/>
                  <a:pt x="82" y="110"/>
                  <a:pt x="79" y="110"/>
                </a:cubicBezTo>
                <a:cubicBezTo>
                  <a:pt x="75" y="110"/>
                  <a:pt x="71" y="112"/>
                  <a:pt x="69" y="114"/>
                </a:cubicBezTo>
                <a:cubicBezTo>
                  <a:pt x="69" y="114"/>
                  <a:pt x="69" y="114"/>
                  <a:pt x="69" y="114"/>
                </a:cubicBezTo>
                <a:cubicBezTo>
                  <a:pt x="66" y="116"/>
                  <a:pt x="65" y="120"/>
                  <a:pt x="65" y="124"/>
                </a:cubicBezTo>
                <a:cubicBezTo>
                  <a:pt x="65" y="127"/>
                  <a:pt x="66" y="131"/>
                  <a:pt x="69" y="133"/>
                </a:cubicBezTo>
                <a:close/>
                <a:moveTo>
                  <a:pt x="75" y="120"/>
                </a:moveTo>
                <a:cubicBezTo>
                  <a:pt x="75" y="120"/>
                  <a:pt x="75" y="120"/>
                  <a:pt x="75" y="120"/>
                </a:cubicBezTo>
                <a:cubicBezTo>
                  <a:pt x="76" y="119"/>
                  <a:pt x="77" y="118"/>
                  <a:pt x="79" y="118"/>
                </a:cubicBezTo>
                <a:cubicBezTo>
                  <a:pt x="80" y="118"/>
                  <a:pt x="81" y="119"/>
                  <a:pt x="82" y="120"/>
                </a:cubicBezTo>
                <a:cubicBezTo>
                  <a:pt x="82" y="120"/>
                  <a:pt x="82" y="120"/>
                  <a:pt x="82" y="120"/>
                </a:cubicBezTo>
                <a:cubicBezTo>
                  <a:pt x="84" y="121"/>
                  <a:pt x="84" y="122"/>
                  <a:pt x="84" y="124"/>
                </a:cubicBezTo>
                <a:cubicBezTo>
                  <a:pt x="84" y="125"/>
                  <a:pt x="84" y="127"/>
                  <a:pt x="83" y="128"/>
                </a:cubicBezTo>
                <a:cubicBezTo>
                  <a:pt x="82" y="128"/>
                  <a:pt x="82" y="128"/>
                  <a:pt x="82" y="128"/>
                </a:cubicBezTo>
                <a:cubicBezTo>
                  <a:pt x="81" y="129"/>
                  <a:pt x="80" y="129"/>
                  <a:pt x="79" y="129"/>
                </a:cubicBezTo>
                <a:cubicBezTo>
                  <a:pt x="77" y="129"/>
                  <a:pt x="76" y="129"/>
                  <a:pt x="75" y="128"/>
                </a:cubicBezTo>
                <a:cubicBezTo>
                  <a:pt x="74" y="127"/>
                  <a:pt x="74" y="127"/>
                  <a:pt x="74" y="127"/>
                </a:cubicBezTo>
                <a:cubicBezTo>
                  <a:pt x="74" y="126"/>
                  <a:pt x="73" y="125"/>
                  <a:pt x="73" y="124"/>
                </a:cubicBezTo>
                <a:cubicBezTo>
                  <a:pt x="73" y="122"/>
                  <a:pt x="74" y="121"/>
                  <a:pt x="75" y="120"/>
                </a:cubicBezTo>
                <a:close/>
                <a:moveTo>
                  <a:pt x="81" y="91"/>
                </a:moveTo>
                <a:cubicBezTo>
                  <a:pt x="81" y="91"/>
                  <a:pt x="81" y="91"/>
                  <a:pt x="81" y="91"/>
                </a:cubicBezTo>
                <a:cubicBezTo>
                  <a:pt x="83" y="91"/>
                  <a:pt x="85" y="89"/>
                  <a:pt x="85" y="87"/>
                </a:cubicBezTo>
                <a:cubicBezTo>
                  <a:pt x="85" y="38"/>
                  <a:pt x="85" y="38"/>
                  <a:pt x="85" y="38"/>
                </a:cubicBezTo>
                <a:cubicBezTo>
                  <a:pt x="85" y="35"/>
                  <a:pt x="83" y="34"/>
                  <a:pt x="81" y="34"/>
                </a:cubicBezTo>
                <a:cubicBezTo>
                  <a:pt x="79" y="34"/>
                  <a:pt x="77" y="35"/>
                  <a:pt x="77" y="38"/>
                </a:cubicBezTo>
                <a:cubicBezTo>
                  <a:pt x="77" y="87"/>
                  <a:pt x="77" y="87"/>
                  <a:pt x="77" y="87"/>
                </a:cubicBezTo>
                <a:cubicBezTo>
                  <a:pt x="77" y="89"/>
                  <a:pt x="79" y="91"/>
                  <a:pt x="81" y="91"/>
                </a:cubicBezTo>
                <a:close/>
                <a:moveTo>
                  <a:pt x="148" y="109"/>
                </a:moveTo>
                <a:cubicBezTo>
                  <a:pt x="148" y="109"/>
                  <a:pt x="148" y="109"/>
                  <a:pt x="148" y="109"/>
                </a:cubicBezTo>
                <a:cubicBezTo>
                  <a:pt x="146" y="111"/>
                  <a:pt x="144" y="114"/>
                  <a:pt x="144" y="118"/>
                </a:cubicBezTo>
                <a:cubicBezTo>
                  <a:pt x="144" y="122"/>
                  <a:pt x="146" y="125"/>
                  <a:pt x="148" y="128"/>
                </a:cubicBezTo>
                <a:cubicBezTo>
                  <a:pt x="148" y="128"/>
                  <a:pt x="148" y="128"/>
                  <a:pt x="148" y="128"/>
                </a:cubicBezTo>
                <a:cubicBezTo>
                  <a:pt x="151" y="130"/>
                  <a:pt x="154" y="132"/>
                  <a:pt x="158" y="132"/>
                </a:cubicBezTo>
                <a:cubicBezTo>
                  <a:pt x="161" y="132"/>
                  <a:pt x="165" y="131"/>
                  <a:pt x="167" y="128"/>
                </a:cubicBezTo>
                <a:cubicBezTo>
                  <a:pt x="167" y="128"/>
                  <a:pt x="167" y="128"/>
                  <a:pt x="167" y="128"/>
                </a:cubicBezTo>
                <a:cubicBezTo>
                  <a:pt x="168" y="128"/>
                  <a:pt x="168" y="128"/>
                  <a:pt x="168" y="128"/>
                </a:cubicBezTo>
                <a:cubicBezTo>
                  <a:pt x="170" y="126"/>
                  <a:pt x="171" y="122"/>
                  <a:pt x="171" y="118"/>
                </a:cubicBezTo>
                <a:cubicBezTo>
                  <a:pt x="171" y="114"/>
                  <a:pt x="170" y="111"/>
                  <a:pt x="168" y="109"/>
                </a:cubicBezTo>
                <a:cubicBezTo>
                  <a:pt x="168" y="109"/>
                  <a:pt x="168" y="109"/>
                  <a:pt x="168" y="109"/>
                </a:cubicBezTo>
                <a:cubicBezTo>
                  <a:pt x="168" y="109"/>
                  <a:pt x="168" y="109"/>
                  <a:pt x="168" y="109"/>
                </a:cubicBezTo>
                <a:cubicBezTo>
                  <a:pt x="165" y="106"/>
                  <a:pt x="162" y="105"/>
                  <a:pt x="158" y="105"/>
                </a:cubicBezTo>
                <a:cubicBezTo>
                  <a:pt x="154" y="105"/>
                  <a:pt x="151" y="106"/>
                  <a:pt x="148" y="109"/>
                </a:cubicBezTo>
                <a:close/>
                <a:moveTo>
                  <a:pt x="154" y="114"/>
                </a:moveTo>
                <a:cubicBezTo>
                  <a:pt x="154" y="114"/>
                  <a:pt x="154" y="114"/>
                  <a:pt x="154" y="114"/>
                </a:cubicBezTo>
                <a:cubicBezTo>
                  <a:pt x="155" y="113"/>
                  <a:pt x="156" y="113"/>
                  <a:pt x="158" y="113"/>
                </a:cubicBezTo>
                <a:cubicBezTo>
                  <a:pt x="159" y="113"/>
                  <a:pt x="161" y="113"/>
                  <a:pt x="162" y="114"/>
                </a:cubicBezTo>
                <a:cubicBezTo>
                  <a:pt x="163" y="115"/>
                  <a:pt x="163" y="117"/>
                  <a:pt x="163" y="118"/>
                </a:cubicBezTo>
                <a:cubicBezTo>
                  <a:pt x="163" y="120"/>
                  <a:pt x="163" y="121"/>
                  <a:pt x="162" y="122"/>
                </a:cubicBezTo>
                <a:cubicBezTo>
                  <a:pt x="161" y="123"/>
                  <a:pt x="159" y="124"/>
                  <a:pt x="158" y="124"/>
                </a:cubicBezTo>
                <a:cubicBezTo>
                  <a:pt x="156" y="124"/>
                  <a:pt x="155" y="123"/>
                  <a:pt x="154" y="122"/>
                </a:cubicBezTo>
                <a:cubicBezTo>
                  <a:pt x="154" y="122"/>
                  <a:pt x="154" y="122"/>
                  <a:pt x="154" y="122"/>
                </a:cubicBezTo>
                <a:cubicBezTo>
                  <a:pt x="153" y="121"/>
                  <a:pt x="152" y="120"/>
                  <a:pt x="152" y="118"/>
                </a:cubicBezTo>
                <a:cubicBezTo>
                  <a:pt x="152" y="117"/>
                  <a:pt x="153" y="115"/>
                  <a:pt x="154" y="114"/>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8" name="Freeform 10"/>
          <p:cNvSpPr>
            <a:spLocks noEditPoints="1"/>
          </p:cNvSpPr>
          <p:nvPr/>
        </p:nvSpPr>
        <p:spPr bwMode="auto">
          <a:xfrm>
            <a:off x="107850" y="2091788"/>
            <a:ext cx="174824" cy="175280"/>
          </a:xfrm>
          <a:custGeom>
            <a:avLst/>
            <a:gdLst>
              <a:gd name="T0" fmla="*/ 47 w 162"/>
              <a:gd name="T1" fmla="*/ 34 h 163"/>
              <a:gd name="T2" fmla="*/ 34 w 162"/>
              <a:gd name="T3" fmla="*/ 47 h 163"/>
              <a:gd name="T4" fmla="*/ 32 w 162"/>
              <a:gd name="T5" fmla="*/ 61 h 163"/>
              <a:gd name="T6" fmla="*/ 41 w 162"/>
              <a:gd name="T7" fmla="*/ 52 h 163"/>
              <a:gd name="T8" fmla="*/ 52 w 162"/>
              <a:gd name="T9" fmla="*/ 41 h 163"/>
              <a:gd name="T10" fmla="*/ 60 w 162"/>
              <a:gd name="T11" fmla="*/ 32 h 163"/>
              <a:gd name="T12" fmla="*/ 160 w 162"/>
              <a:gd name="T13" fmla="*/ 150 h 163"/>
              <a:gd name="T14" fmla="*/ 130 w 162"/>
              <a:gd name="T15" fmla="*/ 121 h 163"/>
              <a:gd name="T16" fmla="*/ 147 w 162"/>
              <a:gd name="T17" fmla="*/ 74 h 163"/>
              <a:gd name="T18" fmla="*/ 142 w 162"/>
              <a:gd name="T19" fmla="*/ 46 h 163"/>
              <a:gd name="T20" fmla="*/ 126 w 162"/>
              <a:gd name="T21" fmla="*/ 22 h 163"/>
              <a:gd name="T22" fmla="*/ 74 w 162"/>
              <a:gd name="T23" fmla="*/ 0 h 163"/>
              <a:gd name="T24" fmla="*/ 6 w 162"/>
              <a:gd name="T25" fmla="*/ 46 h 163"/>
              <a:gd name="T26" fmla="*/ 5 w 162"/>
              <a:gd name="T27" fmla="*/ 102 h 163"/>
              <a:gd name="T28" fmla="*/ 21 w 162"/>
              <a:gd name="T29" fmla="*/ 126 h 163"/>
              <a:gd name="T30" fmla="*/ 45 w 162"/>
              <a:gd name="T31" fmla="*/ 142 h 163"/>
              <a:gd name="T32" fmla="*/ 45 w 162"/>
              <a:gd name="T33" fmla="*/ 142 h 163"/>
              <a:gd name="T34" fmla="*/ 102 w 162"/>
              <a:gd name="T35" fmla="*/ 142 h 163"/>
              <a:gd name="T36" fmla="*/ 150 w 162"/>
              <a:gd name="T37" fmla="*/ 160 h 163"/>
              <a:gd name="T38" fmla="*/ 160 w 162"/>
              <a:gd name="T39" fmla="*/ 150 h 163"/>
              <a:gd name="T40" fmla="*/ 116 w 162"/>
              <a:gd name="T41" fmla="*/ 117 h 163"/>
              <a:gd name="T42" fmla="*/ 97 w 162"/>
              <a:gd name="T43" fmla="*/ 130 h 163"/>
              <a:gd name="T44" fmla="*/ 51 w 162"/>
              <a:gd name="T45" fmla="*/ 130 h 163"/>
              <a:gd name="T46" fmla="*/ 31 w 162"/>
              <a:gd name="T47" fmla="*/ 117 h 163"/>
              <a:gd name="T48" fmla="*/ 31 w 162"/>
              <a:gd name="T49" fmla="*/ 117 h 163"/>
              <a:gd name="T50" fmla="*/ 18 w 162"/>
              <a:gd name="T51" fmla="*/ 97 h 163"/>
              <a:gd name="T52" fmla="*/ 18 w 162"/>
              <a:gd name="T53" fmla="*/ 51 h 163"/>
              <a:gd name="T54" fmla="*/ 74 w 162"/>
              <a:gd name="T55" fmla="*/ 14 h 163"/>
              <a:gd name="T56" fmla="*/ 116 w 162"/>
              <a:gd name="T57" fmla="*/ 31 h 163"/>
              <a:gd name="T58" fmla="*/ 129 w 162"/>
              <a:gd name="T59" fmla="*/ 51 h 163"/>
              <a:gd name="T60" fmla="*/ 134 w 162"/>
              <a:gd name="T61" fmla="*/ 74 h 163"/>
              <a:gd name="T62" fmla="*/ 116 w 162"/>
              <a:gd name="T63" fmla="*/ 117 h 163"/>
              <a:gd name="T64" fmla="*/ 117 w 162"/>
              <a:gd name="T65" fmla="*/ 70 h 163"/>
              <a:gd name="T66" fmla="*/ 110 w 162"/>
              <a:gd name="T67" fmla="*/ 89 h 163"/>
              <a:gd name="T68" fmla="*/ 102 w 162"/>
              <a:gd name="T69" fmla="*/ 102 h 163"/>
              <a:gd name="T70" fmla="*/ 74 w 162"/>
              <a:gd name="T71" fmla="*/ 114 h 163"/>
              <a:gd name="T72" fmla="*/ 74 w 162"/>
              <a:gd name="T73" fmla="*/ 122 h 163"/>
              <a:gd name="T74" fmla="*/ 107 w 162"/>
              <a:gd name="T75" fmla="*/ 108 h 163"/>
              <a:gd name="T76" fmla="*/ 118 w 162"/>
              <a:gd name="T77" fmla="*/ 92 h 163"/>
              <a:gd name="T78" fmla="*/ 117 w 162"/>
              <a:gd name="T79" fmla="*/ 70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62" h="163">
                <a:moveTo>
                  <a:pt x="55" y="30"/>
                </a:moveTo>
                <a:cubicBezTo>
                  <a:pt x="52" y="31"/>
                  <a:pt x="50" y="33"/>
                  <a:pt x="47" y="34"/>
                </a:cubicBezTo>
                <a:cubicBezTo>
                  <a:pt x="44" y="36"/>
                  <a:pt x="42" y="38"/>
                  <a:pt x="40" y="40"/>
                </a:cubicBezTo>
                <a:cubicBezTo>
                  <a:pt x="38" y="42"/>
                  <a:pt x="36" y="45"/>
                  <a:pt x="34" y="47"/>
                </a:cubicBezTo>
                <a:cubicBezTo>
                  <a:pt x="32" y="50"/>
                  <a:pt x="31" y="53"/>
                  <a:pt x="30" y="55"/>
                </a:cubicBezTo>
                <a:cubicBezTo>
                  <a:pt x="29" y="57"/>
                  <a:pt x="30" y="60"/>
                  <a:pt x="32" y="61"/>
                </a:cubicBezTo>
                <a:cubicBezTo>
                  <a:pt x="34" y="62"/>
                  <a:pt x="36" y="61"/>
                  <a:pt x="37" y="59"/>
                </a:cubicBezTo>
                <a:cubicBezTo>
                  <a:pt x="38" y="56"/>
                  <a:pt x="39" y="54"/>
                  <a:pt x="41" y="52"/>
                </a:cubicBezTo>
                <a:cubicBezTo>
                  <a:pt x="42" y="50"/>
                  <a:pt x="44" y="48"/>
                  <a:pt x="46" y="46"/>
                </a:cubicBezTo>
                <a:cubicBezTo>
                  <a:pt x="48" y="44"/>
                  <a:pt x="49" y="43"/>
                  <a:pt x="52" y="41"/>
                </a:cubicBezTo>
                <a:cubicBezTo>
                  <a:pt x="54" y="40"/>
                  <a:pt x="56" y="38"/>
                  <a:pt x="58" y="37"/>
                </a:cubicBezTo>
                <a:cubicBezTo>
                  <a:pt x="60" y="37"/>
                  <a:pt x="61" y="34"/>
                  <a:pt x="60" y="32"/>
                </a:cubicBezTo>
                <a:cubicBezTo>
                  <a:pt x="59" y="30"/>
                  <a:pt x="57" y="29"/>
                  <a:pt x="55" y="30"/>
                </a:cubicBezTo>
                <a:close/>
                <a:moveTo>
                  <a:pt x="160" y="150"/>
                </a:moveTo>
                <a:cubicBezTo>
                  <a:pt x="160" y="150"/>
                  <a:pt x="160" y="150"/>
                  <a:pt x="160" y="150"/>
                </a:cubicBezTo>
                <a:cubicBezTo>
                  <a:pt x="130" y="121"/>
                  <a:pt x="130" y="121"/>
                  <a:pt x="130" y="121"/>
                </a:cubicBezTo>
                <a:cubicBezTo>
                  <a:pt x="135" y="115"/>
                  <a:pt x="139" y="109"/>
                  <a:pt x="142" y="102"/>
                </a:cubicBezTo>
                <a:cubicBezTo>
                  <a:pt x="145" y="93"/>
                  <a:pt x="147" y="84"/>
                  <a:pt x="147" y="74"/>
                </a:cubicBezTo>
                <a:cubicBezTo>
                  <a:pt x="147" y="64"/>
                  <a:pt x="145" y="55"/>
                  <a:pt x="142" y="46"/>
                </a:cubicBezTo>
                <a:cubicBezTo>
                  <a:pt x="142" y="46"/>
                  <a:pt x="142" y="46"/>
                  <a:pt x="142" y="46"/>
                </a:cubicBezTo>
                <a:cubicBezTo>
                  <a:pt x="138" y="37"/>
                  <a:pt x="133" y="29"/>
                  <a:pt x="126" y="22"/>
                </a:cubicBezTo>
                <a:cubicBezTo>
                  <a:pt x="126" y="22"/>
                  <a:pt x="126" y="22"/>
                  <a:pt x="126" y="22"/>
                </a:cubicBezTo>
                <a:cubicBezTo>
                  <a:pt x="119" y="15"/>
                  <a:pt x="111" y="10"/>
                  <a:pt x="102" y="6"/>
                </a:cubicBezTo>
                <a:cubicBezTo>
                  <a:pt x="93" y="2"/>
                  <a:pt x="84" y="0"/>
                  <a:pt x="74" y="0"/>
                </a:cubicBezTo>
                <a:cubicBezTo>
                  <a:pt x="53" y="0"/>
                  <a:pt x="35" y="8"/>
                  <a:pt x="21" y="22"/>
                </a:cubicBezTo>
                <a:cubicBezTo>
                  <a:pt x="15" y="29"/>
                  <a:pt x="9" y="37"/>
                  <a:pt x="6" y="46"/>
                </a:cubicBezTo>
                <a:cubicBezTo>
                  <a:pt x="2" y="55"/>
                  <a:pt x="0" y="64"/>
                  <a:pt x="0" y="74"/>
                </a:cubicBezTo>
                <a:cubicBezTo>
                  <a:pt x="0" y="84"/>
                  <a:pt x="2" y="93"/>
                  <a:pt x="5" y="102"/>
                </a:cubicBezTo>
                <a:cubicBezTo>
                  <a:pt x="6" y="102"/>
                  <a:pt x="6" y="102"/>
                  <a:pt x="6" y="102"/>
                </a:cubicBezTo>
                <a:cubicBezTo>
                  <a:pt x="9" y="111"/>
                  <a:pt x="15" y="119"/>
                  <a:pt x="21" y="126"/>
                </a:cubicBezTo>
                <a:cubicBezTo>
                  <a:pt x="22" y="126"/>
                  <a:pt x="22" y="126"/>
                  <a:pt x="22" y="126"/>
                </a:cubicBezTo>
                <a:cubicBezTo>
                  <a:pt x="28" y="133"/>
                  <a:pt x="36" y="138"/>
                  <a:pt x="45" y="142"/>
                </a:cubicBezTo>
                <a:cubicBezTo>
                  <a:pt x="45" y="142"/>
                  <a:pt x="45" y="142"/>
                  <a:pt x="45" y="142"/>
                </a:cubicBezTo>
                <a:cubicBezTo>
                  <a:pt x="45" y="142"/>
                  <a:pt x="45" y="142"/>
                  <a:pt x="45" y="142"/>
                </a:cubicBezTo>
                <a:cubicBezTo>
                  <a:pt x="54" y="146"/>
                  <a:pt x="64" y="148"/>
                  <a:pt x="74" y="148"/>
                </a:cubicBezTo>
                <a:cubicBezTo>
                  <a:pt x="84" y="148"/>
                  <a:pt x="93" y="146"/>
                  <a:pt x="102" y="142"/>
                </a:cubicBezTo>
                <a:cubicBezTo>
                  <a:pt x="109" y="139"/>
                  <a:pt x="115" y="135"/>
                  <a:pt x="121" y="131"/>
                </a:cubicBezTo>
                <a:cubicBezTo>
                  <a:pt x="150" y="160"/>
                  <a:pt x="150" y="160"/>
                  <a:pt x="150" y="160"/>
                </a:cubicBezTo>
                <a:cubicBezTo>
                  <a:pt x="153" y="163"/>
                  <a:pt x="157" y="163"/>
                  <a:pt x="160" y="160"/>
                </a:cubicBezTo>
                <a:cubicBezTo>
                  <a:pt x="162" y="157"/>
                  <a:pt x="162" y="153"/>
                  <a:pt x="160" y="150"/>
                </a:cubicBezTo>
                <a:close/>
                <a:moveTo>
                  <a:pt x="116" y="117"/>
                </a:moveTo>
                <a:cubicBezTo>
                  <a:pt x="116" y="117"/>
                  <a:pt x="116" y="117"/>
                  <a:pt x="116" y="117"/>
                </a:cubicBezTo>
                <a:cubicBezTo>
                  <a:pt x="116" y="117"/>
                  <a:pt x="116" y="117"/>
                  <a:pt x="116" y="117"/>
                </a:cubicBezTo>
                <a:cubicBezTo>
                  <a:pt x="111" y="122"/>
                  <a:pt x="104" y="127"/>
                  <a:pt x="97" y="130"/>
                </a:cubicBezTo>
                <a:cubicBezTo>
                  <a:pt x="90" y="133"/>
                  <a:pt x="82" y="134"/>
                  <a:pt x="74" y="134"/>
                </a:cubicBezTo>
                <a:cubicBezTo>
                  <a:pt x="65" y="134"/>
                  <a:pt x="58" y="133"/>
                  <a:pt x="51" y="130"/>
                </a:cubicBezTo>
                <a:cubicBezTo>
                  <a:pt x="51" y="130"/>
                  <a:pt x="51" y="130"/>
                  <a:pt x="51" y="130"/>
                </a:cubicBezTo>
                <a:cubicBezTo>
                  <a:pt x="43" y="127"/>
                  <a:pt x="37" y="122"/>
                  <a:pt x="31" y="117"/>
                </a:cubicBezTo>
                <a:cubicBezTo>
                  <a:pt x="31" y="117"/>
                  <a:pt x="31" y="117"/>
                  <a:pt x="31" y="117"/>
                </a:cubicBezTo>
                <a:cubicBezTo>
                  <a:pt x="31" y="117"/>
                  <a:pt x="31" y="117"/>
                  <a:pt x="31" y="117"/>
                </a:cubicBezTo>
                <a:cubicBezTo>
                  <a:pt x="26" y="111"/>
                  <a:pt x="21" y="104"/>
                  <a:pt x="18" y="97"/>
                </a:cubicBezTo>
                <a:cubicBezTo>
                  <a:pt x="18" y="97"/>
                  <a:pt x="18" y="97"/>
                  <a:pt x="18" y="97"/>
                </a:cubicBezTo>
                <a:cubicBezTo>
                  <a:pt x="15" y="90"/>
                  <a:pt x="13" y="82"/>
                  <a:pt x="13" y="74"/>
                </a:cubicBezTo>
                <a:cubicBezTo>
                  <a:pt x="13" y="66"/>
                  <a:pt x="15" y="58"/>
                  <a:pt x="18" y="51"/>
                </a:cubicBezTo>
                <a:cubicBezTo>
                  <a:pt x="21" y="44"/>
                  <a:pt x="26" y="37"/>
                  <a:pt x="31" y="31"/>
                </a:cubicBezTo>
                <a:cubicBezTo>
                  <a:pt x="42" y="21"/>
                  <a:pt x="57" y="14"/>
                  <a:pt x="74" y="14"/>
                </a:cubicBezTo>
                <a:cubicBezTo>
                  <a:pt x="82" y="14"/>
                  <a:pt x="90" y="15"/>
                  <a:pt x="97" y="18"/>
                </a:cubicBezTo>
                <a:cubicBezTo>
                  <a:pt x="104" y="21"/>
                  <a:pt x="111" y="26"/>
                  <a:pt x="116" y="31"/>
                </a:cubicBezTo>
                <a:cubicBezTo>
                  <a:pt x="117" y="32"/>
                  <a:pt x="117" y="32"/>
                  <a:pt x="117" y="32"/>
                </a:cubicBezTo>
                <a:cubicBezTo>
                  <a:pt x="122" y="37"/>
                  <a:pt x="126" y="44"/>
                  <a:pt x="129" y="51"/>
                </a:cubicBezTo>
                <a:cubicBezTo>
                  <a:pt x="129" y="51"/>
                  <a:pt x="129" y="51"/>
                  <a:pt x="129" y="51"/>
                </a:cubicBezTo>
                <a:cubicBezTo>
                  <a:pt x="132" y="58"/>
                  <a:pt x="134" y="66"/>
                  <a:pt x="134" y="74"/>
                </a:cubicBezTo>
                <a:cubicBezTo>
                  <a:pt x="134" y="82"/>
                  <a:pt x="132" y="90"/>
                  <a:pt x="129" y="97"/>
                </a:cubicBezTo>
                <a:cubicBezTo>
                  <a:pt x="126" y="104"/>
                  <a:pt x="122" y="111"/>
                  <a:pt x="116" y="117"/>
                </a:cubicBezTo>
                <a:close/>
                <a:moveTo>
                  <a:pt x="117" y="70"/>
                </a:moveTo>
                <a:cubicBezTo>
                  <a:pt x="117" y="70"/>
                  <a:pt x="117" y="70"/>
                  <a:pt x="117" y="70"/>
                </a:cubicBezTo>
                <a:cubicBezTo>
                  <a:pt x="115" y="70"/>
                  <a:pt x="113" y="72"/>
                  <a:pt x="113" y="74"/>
                </a:cubicBezTo>
                <a:cubicBezTo>
                  <a:pt x="113" y="79"/>
                  <a:pt x="112" y="84"/>
                  <a:pt x="110" y="89"/>
                </a:cubicBezTo>
                <a:cubicBezTo>
                  <a:pt x="110" y="89"/>
                  <a:pt x="110" y="89"/>
                  <a:pt x="110" y="89"/>
                </a:cubicBezTo>
                <a:cubicBezTo>
                  <a:pt x="108" y="94"/>
                  <a:pt x="105" y="98"/>
                  <a:pt x="102" y="102"/>
                </a:cubicBezTo>
                <a:cubicBezTo>
                  <a:pt x="98" y="106"/>
                  <a:pt x="94" y="109"/>
                  <a:pt x="89" y="111"/>
                </a:cubicBezTo>
                <a:cubicBezTo>
                  <a:pt x="84" y="113"/>
                  <a:pt x="79" y="114"/>
                  <a:pt x="74" y="114"/>
                </a:cubicBezTo>
                <a:cubicBezTo>
                  <a:pt x="71" y="114"/>
                  <a:pt x="70" y="115"/>
                  <a:pt x="70" y="118"/>
                </a:cubicBezTo>
                <a:cubicBezTo>
                  <a:pt x="70" y="120"/>
                  <a:pt x="71" y="122"/>
                  <a:pt x="74" y="122"/>
                </a:cubicBezTo>
                <a:cubicBezTo>
                  <a:pt x="80" y="122"/>
                  <a:pt x="86" y="120"/>
                  <a:pt x="92" y="118"/>
                </a:cubicBezTo>
                <a:cubicBezTo>
                  <a:pt x="98" y="116"/>
                  <a:pt x="103" y="112"/>
                  <a:pt x="107" y="108"/>
                </a:cubicBezTo>
                <a:cubicBezTo>
                  <a:pt x="112" y="103"/>
                  <a:pt x="115" y="98"/>
                  <a:pt x="118" y="92"/>
                </a:cubicBezTo>
                <a:cubicBezTo>
                  <a:pt x="118" y="92"/>
                  <a:pt x="118" y="92"/>
                  <a:pt x="118" y="92"/>
                </a:cubicBezTo>
                <a:cubicBezTo>
                  <a:pt x="120" y="86"/>
                  <a:pt x="121" y="80"/>
                  <a:pt x="121" y="74"/>
                </a:cubicBezTo>
                <a:cubicBezTo>
                  <a:pt x="121" y="72"/>
                  <a:pt x="120" y="70"/>
                  <a:pt x="117" y="70"/>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grpSp>
        <p:nvGrpSpPr>
          <p:cNvPr id="27" name="组合 26"/>
          <p:cNvGrpSpPr/>
          <p:nvPr/>
        </p:nvGrpSpPr>
        <p:grpSpPr>
          <a:xfrm>
            <a:off x="8632482" y="346839"/>
            <a:ext cx="156623" cy="156623"/>
            <a:chOff x="8689063" y="2493438"/>
            <a:chExt cx="156623" cy="156623"/>
          </a:xfrm>
        </p:grpSpPr>
        <p:sp>
          <p:nvSpPr>
            <p:cNvPr id="28" name="矩形 27"/>
            <p:cNvSpPr/>
            <p:nvPr/>
          </p:nvSpPr>
          <p:spPr>
            <a:xfrm>
              <a:off x="8689063" y="2493438"/>
              <a:ext cx="156623" cy="156623"/>
            </a:xfrm>
            <a:prstGeom prst="rect">
              <a:avLst/>
            </a:prstGeom>
            <a:solidFill>
              <a:srgbClr val="586B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任意多边形 28"/>
            <p:cNvSpPr/>
            <p:nvPr/>
          </p:nvSpPr>
          <p:spPr>
            <a:xfrm rot="10800000">
              <a:off x="8737889" y="2531868"/>
              <a:ext cx="58967" cy="79764"/>
            </a:xfrm>
            <a:custGeom>
              <a:avLst/>
              <a:gdLst>
                <a:gd name="connsiteX0" fmla="*/ 0 w 78581"/>
                <a:gd name="connsiteY0" fmla="*/ 0 h 152400"/>
                <a:gd name="connsiteX1" fmla="*/ 78581 w 78581"/>
                <a:gd name="connsiteY1" fmla="*/ 78581 h 152400"/>
                <a:gd name="connsiteX2" fmla="*/ 4762 w 78581"/>
                <a:gd name="connsiteY2" fmla="*/ 152400 h 152400"/>
              </a:gdLst>
              <a:ahLst/>
              <a:cxnLst>
                <a:cxn ang="0">
                  <a:pos x="connsiteX0" y="connsiteY0"/>
                </a:cxn>
                <a:cxn ang="0">
                  <a:pos x="connsiteX1" y="connsiteY1"/>
                </a:cxn>
                <a:cxn ang="0">
                  <a:pos x="connsiteX2" y="connsiteY2"/>
                </a:cxn>
              </a:cxnLst>
              <a:rect l="l" t="t" r="r" b="b"/>
              <a:pathLst>
                <a:path w="78581" h="152400">
                  <a:moveTo>
                    <a:pt x="0" y="0"/>
                  </a:moveTo>
                  <a:lnTo>
                    <a:pt x="78581" y="78581"/>
                  </a:lnTo>
                  <a:lnTo>
                    <a:pt x="4762" y="152400"/>
                  </a:lnTo>
                </a:path>
              </a:pathLst>
            </a:cu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3" name="组合 42"/>
          <p:cNvGrpSpPr/>
          <p:nvPr/>
        </p:nvGrpSpPr>
        <p:grpSpPr>
          <a:xfrm>
            <a:off x="8789105" y="346839"/>
            <a:ext cx="156623" cy="156623"/>
            <a:chOff x="8845686" y="2493438"/>
            <a:chExt cx="156623" cy="156623"/>
          </a:xfrm>
        </p:grpSpPr>
        <p:sp>
          <p:nvSpPr>
            <p:cNvPr id="44" name="矩形 43"/>
            <p:cNvSpPr/>
            <p:nvPr/>
          </p:nvSpPr>
          <p:spPr>
            <a:xfrm>
              <a:off x="8845686" y="2493438"/>
              <a:ext cx="156623" cy="156623"/>
            </a:xfrm>
            <a:prstGeom prst="rect">
              <a:avLst/>
            </a:prstGeom>
            <a:solidFill>
              <a:srgbClr val="37B0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任意多边形 44"/>
            <p:cNvSpPr/>
            <p:nvPr/>
          </p:nvSpPr>
          <p:spPr>
            <a:xfrm>
              <a:off x="8894513" y="2531868"/>
              <a:ext cx="58967" cy="79764"/>
            </a:xfrm>
            <a:custGeom>
              <a:avLst/>
              <a:gdLst>
                <a:gd name="connsiteX0" fmla="*/ 0 w 78581"/>
                <a:gd name="connsiteY0" fmla="*/ 0 h 152400"/>
                <a:gd name="connsiteX1" fmla="*/ 78581 w 78581"/>
                <a:gd name="connsiteY1" fmla="*/ 78581 h 152400"/>
                <a:gd name="connsiteX2" fmla="*/ 4762 w 78581"/>
                <a:gd name="connsiteY2" fmla="*/ 152400 h 152400"/>
              </a:gdLst>
              <a:ahLst/>
              <a:cxnLst>
                <a:cxn ang="0">
                  <a:pos x="connsiteX0" y="connsiteY0"/>
                </a:cxn>
                <a:cxn ang="0">
                  <a:pos x="connsiteX1" y="connsiteY1"/>
                </a:cxn>
                <a:cxn ang="0">
                  <a:pos x="connsiteX2" y="connsiteY2"/>
                </a:cxn>
              </a:cxnLst>
              <a:rect l="l" t="t" r="r" b="b"/>
              <a:pathLst>
                <a:path w="78581" h="152400">
                  <a:moveTo>
                    <a:pt x="0" y="0"/>
                  </a:moveTo>
                  <a:lnTo>
                    <a:pt x="78581" y="78581"/>
                  </a:lnTo>
                  <a:lnTo>
                    <a:pt x="4762" y="152400"/>
                  </a:lnTo>
                </a:path>
              </a:pathLst>
            </a:cu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6" name="矩形 45">
            <a:hlinkClick r:id="" action="ppaction://hlinkshowjump?jump=previousslide"/>
          </p:cNvPr>
          <p:cNvSpPr/>
          <p:nvPr/>
        </p:nvSpPr>
        <p:spPr>
          <a:xfrm>
            <a:off x="8632479" y="340203"/>
            <a:ext cx="156623" cy="166239"/>
          </a:xfrm>
          <a:prstGeom prst="rect">
            <a:avLst/>
          </a:prstGeom>
          <a:solidFill>
            <a:srgbClr val="37B0E8">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矩形 46">
            <a:hlinkClick r:id="" action="ppaction://hlinkshowjump?jump=nextslide"/>
          </p:cNvPr>
          <p:cNvSpPr/>
          <p:nvPr/>
        </p:nvSpPr>
        <p:spPr>
          <a:xfrm>
            <a:off x="8789102" y="340203"/>
            <a:ext cx="156623" cy="166239"/>
          </a:xfrm>
          <a:prstGeom prst="rect">
            <a:avLst/>
          </a:prstGeom>
          <a:solidFill>
            <a:srgbClr val="37B0E8">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矩形 47"/>
          <p:cNvSpPr/>
          <p:nvPr/>
        </p:nvSpPr>
        <p:spPr>
          <a:xfrm>
            <a:off x="5867400" y="262034"/>
            <a:ext cx="2665040" cy="285078"/>
          </a:xfrm>
          <a:prstGeom prst="rect">
            <a:avLst/>
          </a:prstGeom>
        </p:spPr>
        <p:txBody>
          <a:bodyPr wrap="square" lIns="0" tIns="0" rIns="0" bIns="0" anchor="ctr" anchorCtr="0">
            <a:spAutoFit/>
          </a:bodyPr>
          <a:lstStyle/>
          <a:p>
            <a:pPr algn="r">
              <a:lnSpc>
                <a:spcPct val="150000"/>
              </a:lnSpc>
            </a:pPr>
            <a:r>
              <a:rPr lang="zh-CN" altLang="en-US" sz="1400" b="1" dirty="0">
                <a:solidFill>
                  <a:srgbClr val="354454"/>
                </a:solidFill>
                <a:latin typeface="微软雅黑" pitchFamily="34" charset="-122"/>
                <a:ea typeface="微软雅黑" pitchFamily="34" charset="-122"/>
              </a:rPr>
              <a:t>案例对比分析</a:t>
            </a:r>
          </a:p>
        </p:txBody>
      </p:sp>
      <p:sp>
        <p:nvSpPr>
          <p:cNvPr id="25" name="矩形 24"/>
          <p:cNvSpPr/>
          <p:nvPr/>
        </p:nvSpPr>
        <p:spPr>
          <a:xfrm>
            <a:off x="614945" y="1653245"/>
            <a:ext cx="441146" cy="246221"/>
          </a:xfrm>
          <a:prstGeom prst="rect">
            <a:avLst/>
          </a:prstGeom>
        </p:spPr>
        <p:txBody>
          <a:bodyPr wrap="none">
            <a:spAutoFit/>
          </a:bodyPr>
          <a:lstStyle/>
          <a:p>
            <a:pPr algn="ctr"/>
            <a:r>
              <a:rPr lang="zh-CN" altLang="en-US" sz="1000" dirty="0">
                <a:ln w="6350">
                  <a:noFill/>
                </a:ln>
                <a:solidFill>
                  <a:srgbClr val="586B7F"/>
                </a:solidFill>
                <a:latin typeface="Impact" pitchFamily="34" charset="0"/>
                <a:ea typeface="微软雅黑" pitchFamily="34" charset="-122"/>
              </a:rPr>
              <a:t>绪论</a:t>
            </a:r>
          </a:p>
        </p:txBody>
      </p:sp>
      <p:sp>
        <p:nvSpPr>
          <p:cNvPr id="26" name="矩形 25"/>
          <p:cNvSpPr/>
          <p:nvPr/>
        </p:nvSpPr>
        <p:spPr>
          <a:xfrm>
            <a:off x="422584" y="2036065"/>
            <a:ext cx="825867" cy="246221"/>
          </a:xfrm>
          <a:prstGeom prst="rect">
            <a:avLst/>
          </a:prstGeom>
        </p:spPr>
        <p:txBody>
          <a:bodyPr wrap="none">
            <a:spAutoFit/>
          </a:bodyPr>
          <a:lstStyle/>
          <a:p>
            <a:pPr algn="ctr"/>
            <a:r>
              <a:rPr lang="zh-CN" altLang="en-US" sz="1000" dirty="0">
                <a:ln w="6350">
                  <a:noFill/>
                </a:ln>
                <a:solidFill>
                  <a:srgbClr val="586B7F"/>
                </a:solidFill>
                <a:latin typeface="Impact" pitchFamily="34" charset="0"/>
                <a:ea typeface="微软雅黑" pitchFamily="34" charset="-122"/>
              </a:rPr>
              <a:t>思路与方法</a:t>
            </a:r>
          </a:p>
        </p:txBody>
      </p:sp>
      <p:sp>
        <p:nvSpPr>
          <p:cNvPr id="30" name="矩形 29"/>
          <p:cNvSpPr/>
          <p:nvPr/>
        </p:nvSpPr>
        <p:spPr>
          <a:xfrm>
            <a:off x="422585" y="2823369"/>
            <a:ext cx="825867" cy="246221"/>
          </a:xfrm>
          <a:prstGeom prst="rect">
            <a:avLst/>
          </a:prstGeom>
        </p:spPr>
        <p:txBody>
          <a:bodyPr wrap="none">
            <a:spAutoFit/>
          </a:bodyPr>
          <a:lstStyle/>
          <a:p>
            <a:pPr algn="ctr"/>
            <a:r>
              <a:rPr lang="zh-CN" altLang="en-US" sz="1000" dirty="0">
                <a:ln w="6350">
                  <a:noFill/>
                </a:ln>
                <a:solidFill>
                  <a:srgbClr val="586B7F"/>
                </a:solidFill>
                <a:latin typeface="Impact" pitchFamily="34" charset="0"/>
                <a:ea typeface="微软雅黑" pitchFamily="34" charset="-122"/>
              </a:rPr>
              <a:t>成果与应用</a:t>
            </a:r>
          </a:p>
        </p:txBody>
      </p:sp>
      <p:sp>
        <p:nvSpPr>
          <p:cNvPr id="31" name="矩形 30"/>
          <p:cNvSpPr/>
          <p:nvPr/>
        </p:nvSpPr>
        <p:spPr>
          <a:xfrm>
            <a:off x="422585" y="2432846"/>
            <a:ext cx="825867" cy="246221"/>
          </a:xfrm>
          <a:prstGeom prst="rect">
            <a:avLst/>
          </a:prstGeom>
        </p:spPr>
        <p:txBody>
          <a:bodyPr wrap="none">
            <a:spAutoFit/>
          </a:bodyPr>
          <a:lstStyle/>
          <a:p>
            <a:pPr algn="ctr"/>
            <a:r>
              <a:rPr lang="zh-CN" altLang="en-US" sz="1000" dirty="0">
                <a:ln w="6350">
                  <a:noFill/>
                </a:ln>
                <a:solidFill>
                  <a:schemeClr val="bg1"/>
                </a:solidFill>
                <a:latin typeface="Impact" pitchFamily="34" charset="0"/>
                <a:ea typeface="微软雅黑" pitchFamily="34" charset="-122"/>
              </a:rPr>
              <a:t>技术与难点</a:t>
            </a:r>
          </a:p>
        </p:txBody>
      </p:sp>
      <p:sp>
        <p:nvSpPr>
          <p:cNvPr id="35" name="Freeform 9"/>
          <p:cNvSpPr>
            <a:spLocks noEditPoints="1"/>
          </p:cNvSpPr>
          <p:nvPr/>
        </p:nvSpPr>
        <p:spPr bwMode="auto">
          <a:xfrm>
            <a:off x="83442" y="3272333"/>
            <a:ext cx="231878" cy="151086"/>
          </a:xfrm>
          <a:custGeom>
            <a:avLst/>
            <a:gdLst>
              <a:gd name="T0" fmla="*/ 58 w 215"/>
              <a:gd name="T1" fmla="*/ 83 h 140"/>
              <a:gd name="T2" fmla="*/ 58 w 215"/>
              <a:gd name="T3" fmla="*/ 91 h 140"/>
              <a:gd name="T4" fmla="*/ 161 w 215"/>
              <a:gd name="T5" fmla="*/ 87 h 140"/>
              <a:gd name="T6" fmla="*/ 58 w 215"/>
              <a:gd name="T7" fmla="*/ 73 h 140"/>
              <a:gd name="T8" fmla="*/ 98 w 215"/>
              <a:gd name="T9" fmla="*/ 73 h 140"/>
              <a:gd name="T10" fmla="*/ 102 w 215"/>
              <a:gd name="T11" fmla="*/ 34 h 140"/>
              <a:gd name="T12" fmla="*/ 58 w 215"/>
              <a:gd name="T13" fmla="*/ 30 h 140"/>
              <a:gd name="T14" fmla="*/ 54 w 215"/>
              <a:gd name="T15" fmla="*/ 69 h 140"/>
              <a:gd name="T16" fmla="*/ 63 w 215"/>
              <a:gd name="T17" fmla="*/ 38 h 140"/>
              <a:gd name="T18" fmla="*/ 94 w 215"/>
              <a:gd name="T19" fmla="*/ 38 h 140"/>
              <a:gd name="T20" fmla="*/ 63 w 215"/>
              <a:gd name="T21" fmla="*/ 65 h 140"/>
              <a:gd name="T22" fmla="*/ 27 w 215"/>
              <a:gd name="T23" fmla="*/ 121 h 140"/>
              <a:gd name="T24" fmla="*/ 189 w 215"/>
              <a:gd name="T25" fmla="*/ 121 h 140"/>
              <a:gd name="T26" fmla="*/ 196 w 215"/>
              <a:gd name="T27" fmla="*/ 7 h 140"/>
              <a:gd name="T28" fmla="*/ 27 w 215"/>
              <a:gd name="T29" fmla="*/ 0 h 140"/>
              <a:gd name="T30" fmla="*/ 20 w 215"/>
              <a:gd name="T31" fmla="*/ 114 h 140"/>
              <a:gd name="T32" fmla="*/ 33 w 215"/>
              <a:gd name="T33" fmla="*/ 13 h 140"/>
              <a:gd name="T34" fmla="*/ 182 w 215"/>
              <a:gd name="T35" fmla="*/ 13 h 140"/>
              <a:gd name="T36" fmla="*/ 33 w 215"/>
              <a:gd name="T37" fmla="*/ 107 h 140"/>
              <a:gd name="T38" fmla="*/ 157 w 215"/>
              <a:gd name="T39" fmla="*/ 48 h 140"/>
              <a:gd name="T40" fmla="*/ 111 w 215"/>
              <a:gd name="T41" fmla="*/ 48 h 140"/>
              <a:gd name="T42" fmla="*/ 111 w 215"/>
              <a:gd name="T43" fmla="*/ 56 h 140"/>
              <a:gd name="T44" fmla="*/ 161 w 215"/>
              <a:gd name="T45" fmla="*/ 52 h 140"/>
              <a:gd name="T46" fmla="*/ 157 w 215"/>
              <a:gd name="T47" fmla="*/ 65 h 140"/>
              <a:gd name="T48" fmla="*/ 111 w 215"/>
              <a:gd name="T49" fmla="*/ 65 h 140"/>
              <a:gd name="T50" fmla="*/ 111 w 215"/>
              <a:gd name="T51" fmla="*/ 73 h 140"/>
              <a:gd name="T52" fmla="*/ 161 w 215"/>
              <a:gd name="T53" fmla="*/ 69 h 140"/>
              <a:gd name="T54" fmla="*/ 157 w 215"/>
              <a:gd name="T55" fmla="*/ 30 h 140"/>
              <a:gd name="T56" fmla="*/ 111 w 215"/>
              <a:gd name="T57" fmla="*/ 30 h 140"/>
              <a:gd name="T58" fmla="*/ 111 w 215"/>
              <a:gd name="T59" fmla="*/ 38 h 140"/>
              <a:gd name="T60" fmla="*/ 161 w 215"/>
              <a:gd name="T61" fmla="*/ 34 h 140"/>
              <a:gd name="T62" fmla="*/ 209 w 215"/>
              <a:gd name="T63" fmla="*/ 127 h 140"/>
              <a:gd name="T64" fmla="*/ 7 w 215"/>
              <a:gd name="T65" fmla="*/ 127 h 140"/>
              <a:gd name="T66" fmla="*/ 7 w 215"/>
              <a:gd name="T67" fmla="*/ 140 h 140"/>
              <a:gd name="T68" fmla="*/ 215 w 215"/>
              <a:gd name="T69" fmla="*/ 13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15" h="140">
                <a:moveTo>
                  <a:pt x="157" y="83"/>
                </a:moveTo>
                <a:cubicBezTo>
                  <a:pt x="58" y="83"/>
                  <a:pt x="58" y="83"/>
                  <a:pt x="58" y="83"/>
                </a:cubicBezTo>
                <a:cubicBezTo>
                  <a:pt x="56" y="83"/>
                  <a:pt x="54" y="84"/>
                  <a:pt x="54" y="87"/>
                </a:cubicBezTo>
                <a:cubicBezTo>
                  <a:pt x="54" y="89"/>
                  <a:pt x="56" y="91"/>
                  <a:pt x="58" y="91"/>
                </a:cubicBezTo>
                <a:cubicBezTo>
                  <a:pt x="157" y="91"/>
                  <a:pt x="157" y="91"/>
                  <a:pt x="157" y="91"/>
                </a:cubicBezTo>
                <a:cubicBezTo>
                  <a:pt x="159" y="91"/>
                  <a:pt x="161" y="89"/>
                  <a:pt x="161" y="87"/>
                </a:cubicBezTo>
                <a:cubicBezTo>
                  <a:pt x="161" y="84"/>
                  <a:pt x="159" y="83"/>
                  <a:pt x="157" y="83"/>
                </a:cubicBezTo>
                <a:close/>
                <a:moveTo>
                  <a:pt x="58" y="73"/>
                </a:moveTo>
                <a:cubicBezTo>
                  <a:pt x="58" y="73"/>
                  <a:pt x="58" y="73"/>
                  <a:pt x="58" y="73"/>
                </a:cubicBezTo>
                <a:cubicBezTo>
                  <a:pt x="98" y="73"/>
                  <a:pt x="98" y="73"/>
                  <a:pt x="98" y="73"/>
                </a:cubicBezTo>
                <a:cubicBezTo>
                  <a:pt x="100" y="73"/>
                  <a:pt x="102" y="71"/>
                  <a:pt x="102" y="69"/>
                </a:cubicBezTo>
                <a:cubicBezTo>
                  <a:pt x="102" y="34"/>
                  <a:pt x="102" y="34"/>
                  <a:pt x="102" y="34"/>
                </a:cubicBezTo>
                <a:cubicBezTo>
                  <a:pt x="102" y="32"/>
                  <a:pt x="100" y="30"/>
                  <a:pt x="98" y="30"/>
                </a:cubicBezTo>
                <a:cubicBezTo>
                  <a:pt x="58" y="30"/>
                  <a:pt x="58" y="30"/>
                  <a:pt x="58" y="30"/>
                </a:cubicBezTo>
                <a:cubicBezTo>
                  <a:pt x="56" y="30"/>
                  <a:pt x="54" y="32"/>
                  <a:pt x="54" y="34"/>
                </a:cubicBezTo>
                <a:cubicBezTo>
                  <a:pt x="54" y="69"/>
                  <a:pt x="54" y="69"/>
                  <a:pt x="54" y="69"/>
                </a:cubicBezTo>
                <a:cubicBezTo>
                  <a:pt x="54" y="71"/>
                  <a:pt x="56" y="73"/>
                  <a:pt x="58" y="73"/>
                </a:cubicBezTo>
                <a:close/>
                <a:moveTo>
                  <a:pt x="63" y="38"/>
                </a:moveTo>
                <a:cubicBezTo>
                  <a:pt x="63" y="38"/>
                  <a:pt x="63" y="38"/>
                  <a:pt x="63" y="38"/>
                </a:cubicBezTo>
                <a:cubicBezTo>
                  <a:pt x="94" y="38"/>
                  <a:pt x="94" y="38"/>
                  <a:pt x="94" y="38"/>
                </a:cubicBezTo>
                <a:cubicBezTo>
                  <a:pt x="94" y="65"/>
                  <a:pt x="94" y="65"/>
                  <a:pt x="94" y="65"/>
                </a:cubicBezTo>
                <a:cubicBezTo>
                  <a:pt x="63" y="65"/>
                  <a:pt x="63" y="65"/>
                  <a:pt x="63" y="65"/>
                </a:cubicBezTo>
                <a:cubicBezTo>
                  <a:pt x="63" y="38"/>
                  <a:pt x="63" y="38"/>
                  <a:pt x="63" y="38"/>
                </a:cubicBezTo>
                <a:close/>
                <a:moveTo>
                  <a:pt x="27" y="121"/>
                </a:moveTo>
                <a:cubicBezTo>
                  <a:pt x="27" y="121"/>
                  <a:pt x="27" y="121"/>
                  <a:pt x="27" y="121"/>
                </a:cubicBezTo>
                <a:cubicBezTo>
                  <a:pt x="189" y="121"/>
                  <a:pt x="189" y="121"/>
                  <a:pt x="189" y="121"/>
                </a:cubicBezTo>
                <a:cubicBezTo>
                  <a:pt x="193" y="121"/>
                  <a:pt x="196" y="118"/>
                  <a:pt x="196" y="114"/>
                </a:cubicBezTo>
                <a:cubicBezTo>
                  <a:pt x="196" y="7"/>
                  <a:pt x="196" y="7"/>
                  <a:pt x="196" y="7"/>
                </a:cubicBezTo>
                <a:cubicBezTo>
                  <a:pt x="196" y="3"/>
                  <a:pt x="193" y="0"/>
                  <a:pt x="189" y="0"/>
                </a:cubicBezTo>
                <a:cubicBezTo>
                  <a:pt x="27" y="0"/>
                  <a:pt x="27" y="0"/>
                  <a:pt x="27" y="0"/>
                </a:cubicBezTo>
                <a:cubicBezTo>
                  <a:pt x="23" y="0"/>
                  <a:pt x="20" y="3"/>
                  <a:pt x="20" y="7"/>
                </a:cubicBezTo>
                <a:cubicBezTo>
                  <a:pt x="20" y="114"/>
                  <a:pt x="20" y="114"/>
                  <a:pt x="20" y="114"/>
                </a:cubicBezTo>
                <a:cubicBezTo>
                  <a:pt x="20" y="118"/>
                  <a:pt x="23" y="121"/>
                  <a:pt x="27" y="121"/>
                </a:cubicBezTo>
                <a:close/>
                <a:moveTo>
                  <a:pt x="33" y="13"/>
                </a:moveTo>
                <a:cubicBezTo>
                  <a:pt x="33" y="13"/>
                  <a:pt x="33" y="13"/>
                  <a:pt x="33" y="13"/>
                </a:cubicBezTo>
                <a:cubicBezTo>
                  <a:pt x="182" y="13"/>
                  <a:pt x="182" y="13"/>
                  <a:pt x="182" y="13"/>
                </a:cubicBezTo>
                <a:cubicBezTo>
                  <a:pt x="182" y="107"/>
                  <a:pt x="182" y="107"/>
                  <a:pt x="182" y="107"/>
                </a:cubicBezTo>
                <a:cubicBezTo>
                  <a:pt x="33" y="107"/>
                  <a:pt x="33" y="107"/>
                  <a:pt x="33" y="107"/>
                </a:cubicBezTo>
                <a:cubicBezTo>
                  <a:pt x="33" y="13"/>
                  <a:pt x="33" y="13"/>
                  <a:pt x="33" y="13"/>
                </a:cubicBezTo>
                <a:close/>
                <a:moveTo>
                  <a:pt x="157" y="48"/>
                </a:moveTo>
                <a:cubicBezTo>
                  <a:pt x="157" y="48"/>
                  <a:pt x="157" y="48"/>
                  <a:pt x="157" y="48"/>
                </a:cubicBezTo>
                <a:cubicBezTo>
                  <a:pt x="111" y="48"/>
                  <a:pt x="111" y="48"/>
                  <a:pt x="111" y="48"/>
                </a:cubicBezTo>
                <a:cubicBezTo>
                  <a:pt x="108" y="48"/>
                  <a:pt x="107" y="49"/>
                  <a:pt x="107" y="52"/>
                </a:cubicBezTo>
                <a:cubicBezTo>
                  <a:pt x="107" y="54"/>
                  <a:pt x="108" y="56"/>
                  <a:pt x="111" y="56"/>
                </a:cubicBezTo>
                <a:cubicBezTo>
                  <a:pt x="157" y="56"/>
                  <a:pt x="157" y="56"/>
                  <a:pt x="157" y="56"/>
                </a:cubicBezTo>
                <a:cubicBezTo>
                  <a:pt x="159" y="56"/>
                  <a:pt x="161" y="54"/>
                  <a:pt x="161" y="52"/>
                </a:cubicBezTo>
                <a:cubicBezTo>
                  <a:pt x="161" y="49"/>
                  <a:pt x="159" y="48"/>
                  <a:pt x="157" y="48"/>
                </a:cubicBezTo>
                <a:close/>
                <a:moveTo>
                  <a:pt x="157" y="65"/>
                </a:moveTo>
                <a:cubicBezTo>
                  <a:pt x="157" y="65"/>
                  <a:pt x="157" y="65"/>
                  <a:pt x="157" y="65"/>
                </a:cubicBezTo>
                <a:cubicBezTo>
                  <a:pt x="111" y="65"/>
                  <a:pt x="111" y="65"/>
                  <a:pt x="111" y="65"/>
                </a:cubicBezTo>
                <a:cubicBezTo>
                  <a:pt x="108" y="65"/>
                  <a:pt x="107" y="67"/>
                  <a:pt x="107" y="69"/>
                </a:cubicBezTo>
                <a:cubicBezTo>
                  <a:pt x="107" y="71"/>
                  <a:pt x="108" y="73"/>
                  <a:pt x="111" y="73"/>
                </a:cubicBezTo>
                <a:cubicBezTo>
                  <a:pt x="157" y="73"/>
                  <a:pt x="157" y="73"/>
                  <a:pt x="157" y="73"/>
                </a:cubicBezTo>
                <a:cubicBezTo>
                  <a:pt x="159" y="73"/>
                  <a:pt x="161" y="71"/>
                  <a:pt x="161" y="69"/>
                </a:cubicBezTo>
                <a:cubicBezTo>
                  <a:pt x="161" y="67"/>
                  <a:pt x="159" y="65"/>
                  <a:pt x="157" y="65"/>
                </a:cubicBezTo>
                <a:close/>
                <a:moveTo>
                  <a:pt x="157" y="30"/>
                </a:moveTo>
                <a:cubicBezTo>
                  <a:pt x="157" y="30"/>
                  <a:pt x="157" y="30"/>
                  <a:pt x="157" y="30"/>
                </a:cubicBezTo>
                <a:cubicBezTo>
                  <a:pt x="111" y="30"/>
                  <a:pt x="111" y="30"/>
                  <a:pt x="111" y="30"/>
                </a:cubicBezTo>
                <a:cubicBezTo>
                  <a:pt x="108" y="30"/>
                  <a:pt x="107" y="32"/>
                  <a:pt x="107" y="34"/>
                </a:cubicBezTo>
                <a:cubicBezTo>
                  <a:pt x="107" y="37"/>
                  <a:pt x="108" y="38"/>
                  <a:pt x="111" y="38"/>
                </a:cubicBezTo>
                <a:cubicBezTo>
                  <a:pt x="157" y="38"/>
                  <a:pt x="157" y="38"/>
                  <a:pt x="157" y="38"/>
                </a:cubicBezTo>
                <a:cubicBezTo>
                  <a:pt x="159" y="38"/>
                  <a:pt x="161" y="37"/>
                  <a:pt x="161" y="34"/>
                </a:cubicBezTo>
                <a:cubicBezTo>
                  <a:pt x="161" y="32"/>
                  <a:pt x="159" y="30"/>
                  <a:pt x="157" y="30"/>
                </a:cubicBezTo>
                <a:close/>
                <a:moveTo>
                  <a:pt x="209" y="127"/>
                </a:moveTo>
                <a:cubicBezTo>
                  <a:pt x="209" y="127"/>
                  <a:pt x="209" y="127"/>
                  <a:pt x="209" y="127"/>
                </a:cubicBezTo>
                <a:cubicBezTo>
                  <a:pt x="7" y="127"/>
                  <a:pt x="7" y="127"/>
                  <a:pt x="7" y="127"/>
                </a:cubicBezTo>
                <a:cubicBezTo>
                  <a:pt x="3" y="127"/>
                  <a:pt x="0" y="130"/>
                  <a:pt x="0" y="134"/>
                </a:cubicBezTo>
                <a:cubicBezTo>
                  <a:pt x="0" y="137"/>
                  <a:pt x="3" y="140"/>
                  <a:pt x="7" y="140"/>
                </a:cubicBezTo>
                <a:cubicBezTo>
                  <a:pt x="209" y="140"/>
                  <a:pt x="209" y="140"/>
                  <a:pt x="209" y="140"/>
                </a:cubicBezTo>
                <a:cubicBezTo>
                  <a:pt x="212" y="140"/>
                  <a:pt x="215" y="137"/>
                  <a:pt x="215" y="134"/>
                </a:cubicBezTo>
                <a:cubicBezTo>
                  <a:pt x="215" y="130"/>
                  <a:pt x="212" y="127"/>
                  <a:pt x="209" y="127"/>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36" name="矩形 35"/>
          <p:cNvSpPr/>
          <p:nvPr/>
        </p:nvSpPr>
        <p:spPr>
          <a:xfrm>
            <a:off x="422585" y="3224765"/>
            <a:ext cx="825867" cy="246221"/>
          </a:xfrm>
          <a:prstGeom prst="rect">
            <a:avLst/>
          </a:prstGeom>
        </p:spPr>
        <p:txBody>
          <a:bodyPr wrap="none">
            <a:spAutoFit/>
          </a:bodyPr>
          <a:lstStyle/>
          <a:p>
            <a:pPr algn="ctr"/>
            <a:r>
              <a:rPr lang="zh-CN" altLang="en-US" sz="1000" dirty="0">
                <a:ln w="6350">
                  <a:noFill/>
                </a:ln>
                <a:solidFill>
                  <a:srgbClr val="586B7F"/>
                </a:solidFill>
                <a:latin typeface="Impact" pitchFamily="34" charset="0"/>
                <a:ea typeface="微软雅黑" pitchFamily="34" charset="-122"/>
              </a:rPr>
              <a:t>建议与总结</a:t>
            </a:r>
          </a:p>
        </p:txBody>
      </p:sp>
      <p:sp>
        <p:nvSpPr>
          <p:cNvPr id="87" name="Rectangle 66"/>
          <p:cNvSpPr>
            <a:spLocks noChangeArrowheads="1"/>
          </p:cNvSpPr>
          <p:nvPr/>
        </p:nvSpPr>
        <p:spPr bwMode="auto">
          <a:xfrm>
            <a:off x="1691680" y="4039364"/>
            <a:ext cx="291117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lvl="0" algn="just" fontAlgn="base">
              <a:spcBef>
                <a:spcPct val="0"/>
              </a:spcBef>
              <a:spcAft>
                <a:spcPct val="0"/>
              </a:spcAft>
            </a:pPr>
            <a:r>
              <a:rPr lang="zh-CN" altLang="en-US" sz="1000" dirty="0">
                <a:solidFill>
                  <a:schemeClr val="bg1">
                    <a:lumMod val="50000"/>
                  </a:schemeClr>
                </a:solidFill>
                <a:latin typeface="Arial" pitchFamily="34" charset="0"/>
                <a:ea typeface="微软雅黑" pitchFamily="34" charset="-122"/>
              </a:rPr>
              <a:t>此处可输入相关说明文本内容，或者复制文本内容后粘贴，并选择只保留文字。文本内容建议简洁明了、提纲挈领，尽量保持整体风格统一</a:t>
            </a:r>
            <a:r>
              <a:rPr lang="zh-CN" altLang="en-US" sz="1000" dirty="0">
                <a:solidFill>
                  <a:prstClr val="black">
                    <a:lumMod val="50000"/>
                    <a:lumOff val="50000"/>
                  </a:prstClr>
                </a:solidFill>
                <a:latin typeface="Arial" pitchFamily="34" charset="0"/>
                <a:ea typeface="微软雅黑" pitchFamily="34" charset="-122"/>
              </a:rPr>
              <a:t>。</a:t>
            </a:r>
            <a:endParaRPr lang="zh-CN" altLang="zh-CN" sz="1000" dirty="0">
              <a:solidFill>
                <a:prstClr val="black">
                  <a:lumMod val="50000"/>
                  <a:lumOff val="50000"/>
                </a:prstClr>
              </a:solidFill>
              <a:latin typeface="Arial" pitchFamily="34" charset="0"/>
              <a:ea typeface="微软雅黑" pitchFamily="34" charset="-122"/>
            </a:endParaRPr>
          </a:p>
        </p:txBody>
      </p:sp>
      <p:sp>
        <p:nvSpPr>
          <p:cNvPr id="88" name="圆角矩形 87"/>
          <p:cNvSpPr/>
          <p:nvPr/>
        </p:nvSpPr>
        <p:spPr>
          <a:xfrm>
            <a:off x="2779680" y="1299632"/>
            <a:ext cx="1052375" cy="246226"/>
          </a:xfrm>
          <a:prstGeom prst="roundRect">
            <a:avLst>
              <a:gd name="adj" fmla="val 0"/>
            </a:avLst>
          </a:prstGeom>
          <a:solidFill>
            <a:srgbClr val="37B0E8"/>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ln w="6350">
                  <a:noFill/>
                </a:ln>
                <a:solidFill>
                  <a:schemeClr val="bg1"/>
                </a:solidFill>
                <a:latin typeface="Impact" pitchFamily="34" charset="0"/>
                <a:ea typeface="微软雅黑" pitchFamily="34" charset="-122"/>
              </a:rPr>
              <a:t>案列一</a:t>
            </a:r>
          </a:p>
        </p:txBody>
      </p:sp>
      <p:graphicFrame>
        <p:nvGraphicFramePr>
          <p:cNvPr id="89" name="图表 88"/>
          <p:cNvGraphicFramePr/>
          <p:nvPr/>
        </p:nvGraphicFramePr>
        <p:xfrm>
          <a:off x="1658884" y="1807116"/>
          <a:ext cx="3099050" cy="2160240"/>
        </p:xfrm>
        <a:graphic>
          <a:graphicData uri="http://schemas.openxmlformats.org/drawingml/2006/chart">
            <c:chart xmlns:c="http://schemas.openxmlformats.org/drawingml/2006/chart" xmlns:r="http://schemas.openxmlformats.org/officeDocument/2006/relationships" r:id="rId2"/>
          </a:graphicData>
        </a:graphic>
      </p:graphicFrame>
      <p:sp>
        <p:nvSpPr>
          <p:cNvPr id="90" name="椭圆 89"/>
          <p:cNvSpPr/>
          <p:nvPr/>
        </p:nvSpPr>
        <p:spPr>
          <a:xfrm>
            <a:off x="4942721" y="2557780"/>
            <a:ext cx="533400" cy="533400"/>
          </a:xfrm>
          <a:prstGeom prst="ellipse">
            <a:avLst/>
          </a:prstGeom>
          <a:solidFill>
            <a:schemeClr val="bg1"/>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1" name="矩形 90"/>
          <p:cNvSpPr/>
          <p:nvPr/>
        </p:nvSpPr>
        <p:spPr>
          <a:xfrm>
            <a:off x="4991572" y="2621571"/>
            <a:ext cx="452367" cy="399468"/>
          </a:xfrm>
          <a:prstGeom prst="rect">
            <a:avLst/>
          </a:prstGeom>
        </p:spPr>
        <p:txBody>
          <a:bodyPr wrap="none" tIns="0" bIns="0" anchor="ctr" anchorCtr="0">
            <a:spAutoFit/>
          </a:bodyPr>
          <a:lstStyle/>
          <a:p>
            <a:pPr algn="ctr">
              <a:lnSpc>
                <a:spcPct val="150000"/>
              </a:lnSpc>
            </a:pPr>
            <a:r>
              <a:rPr lang="en-US" altLang="zh-CN" sz="2000" dirty="0">
                <a:ln w="6350">
                  <a:noFill/>
                </a:ln>
                <a:solidFill>
                  <a:srgbClr val="37B0E8"/>
                </a:solidFill>
                <a:latin typeface="Impact" pitchFamily="34" charset="0"/>
                <a:ea typeface="微软雅黑" pitchFamily="34" charset="-122"/>
              </a:rPr>
              <a:t>VS</a:t>
            </a:r>
            <a:endParaRPr lang="zh-CN" altLang="en-US" sz="2000" dirty="0">
              <a:ln w="6350">
                <a:noFill/>
              </a:ln>
              <a:solidFill>
                <a:srgbClr val="37B0E8"/>
              </a:solidFill>
              <a:latin typeface="Impact" pitchFamily="34" charset="0"/>
              <a:ea typeface="微软雅黑" pitchFamily="34" charset="-122"/>
            </a:endParaRPr>
          </a:p>
        </p:txBody>
      </p:sp>
      <p:cxnSp>
        <p:nvCxnSpPr>
          <p:cNvPr id="92" name="直接连接符 91"/>
          <p:cNvCxnSpPr>
            <a:stCxn id="90" idx="0"/>
          </p:cNvCxnSpPr>
          <p:nvPr/>
        </p:nvCxnSpPr>
        <p:spPr>
          <a:xfrm flipV="1">
            <a:off x="5209421" y="805428"/>
            <a:ext cx="0" cy="1752352"/>
          </a:xfrm>
          <a:prstGeom prst="line">
            <a:avLst/>
          </a:prstGeom>
          <a:no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93" name="直接连接符 92"/>
          <p:cNvCxnSpPr>
            <a:endCxn id="90" idx="4"/>
          </p:cNvCxnSpPr>
          <p:nvPr/>
        </p:nvCxnSpPr>
        <p:spPr>
          <a:xfrm flipV="1">
            <a:off x="5209421" y="3091180"/>
            <a:ext cx="0" cy="1752352"/>
          </a:xfrm>
          <a:prstGeom prst="line">
            <a:avLst/>
          </a:prstGeom>
          <a:no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cxnSp>
      <p:sp>
        <p:nvSpPr>
          <p:cNvPr id="94" name="Rectangle 66"/>
          <p:cNvSpPr>
            <a:spLocks noChangeArrowheads="1"/>
          </p:cNvSpPr>
          <p:nvPr/>
        </p:nvSpPr>
        <p:spPr bwMode="auto">
          <a:xfrm>
            <a:off x="5867400" y="4039364"/>
            <a:ext cx="291117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lvl="0" algn="just" fontAlgn="base">
              <a:spcBef>
                <a:spcPct val="0"/>
              </a:spcBef>
              <a:spcAft>
                <a:spcPct val="0"/>
              </a:spcAft>
            </a:pPr>
            <a:r>
              <a:rPr lang="zh-CN" altLang="en-US" sz="1000" dirty="0">
                <a:solidFill>
                  <a:schemeClr val="bg1">
                    <a:lumMod val="50000"/>
                  </a:schemeClr>
                </a:solidFill>
                <a:latin typeface="Arial" pitchFamily="34" charset="0"/>
                <a:ea typeface="微软雅黑" pitchFamily="34" charset="-122"/>
              </a:rPr>
              <a:t>此处可输入相关说明文本内容，或者复制文本内容后粘贴，并选择只保留文字。文本内容建议简洁明了、提纲挈领，尽量保持整体风格统一</a:t>
            </a:r>
            <a:r>
              <a:rPr lang="zh-CN" altLang="en-US" sz="1000" dirty="0">
                <a:solidFill>
                  <a:prstClr val="black">
                    <a:lumMod val="50000"/>
                    <a:lumOff val="50000"/>
                  </a:prstClr>
                </a:solidFill>
                <a:latin typeface="Arial" pitchFamily="34" charset="0"/>
                <a:ea typeface="微软雅黑" pitchFamily="34" charset="-122"/>
              </a:rPr>
              <a:t>。</a:t>
            </a:r>
            <a:endParaRPr lang="zh-CN" altLang="zh-CN" sz="1000" dirty="0">
              <a:solidFill>
                <a:prstClr val="black">
                  <a:lumMod val="50000"/>
                  <a:lumOff val="50000"/>
                </a:prstClr>
              </a:solidFill>
              <a:latin typeface="Arial" pitchFamily="34" charset="0"/>
              <a:ea typeface="微软雅黑" pitchFamily="34" charset="-122"/>
            </a:endParaRPr>
          </a:p>
        </p:txBody>
      </p:sp>
      <p:sp>
        <p:nvSpPr>
          <p:cNvPr id="95" name="圆角矩形 94"/>
          <p:cNvSpPr/>
          <p:nvPr/>
        </p:nvSpPr>
        <p:spPr>
          <a:xfrm>
            <a:off x="6988196" y="1299632"/>
            <a:ext cx="1052375" cy="246226"/>
          </a:xfrm>
          <a:prstGeom prst="roundRect">
            <a:avLst>
              <a:gd name="adj" fmla="val 0"/>
            </a:avLst>
          </a:prstGeom>
          <a:solidFill>
            <a:schemeClr val="bg1"/>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ln w="6350">
                  <a:noFill/>
                </a:ln>
                <a:solidFill>
                  <a:schemeClr val="tx1">
                    <a:lumMod val="65000"/>
                    <a:lumOff val="35000"/>
                  </a:schemeClr>
                </a:solidFill>
                <a:latin typeface="Impact" pitchFamily="34" charset="0"/>
                <a:ea typeface="微软雅黑" pitchFamily="34" charset="-122"/>
              </a:rPr>
              <a:t>案列二</a:t>
            </a:r>
          </a:p>
        </p:txBody>
      </p:sp>
      <p:graphicFrame>
        <p:nvGraphicFramePr>
          <p:cNvPr id="96" name="图表 95"/>
          <p:cNvGraphicFramePr/>
          <p:nvPr/>
        </p:nvGraphicFramePr>
        <p:xfrm>
          <a:off x="5867400" y="1807116"/>
          <a:ext cx="3099050" cy="2160240"/>
        </p:xfrm>
        <a:graphic>
          <a:graphicData uri="http://schemas.openxmlformats.org/drawingml/2006/chart">
            <c:chart xmlns:c="http://schemas.openxmlformats.org/drawingml/2006/chart" xmlns:r="http://schemas.openxmlformats.org/officeDocument/2006/relationships" r:id="rId3"/>
          </a:graphicData>
        </a:graphic>
      </p:graphicFrame>
      <p:pic>
        <p:nvPicPr>
          <p:cNvPr id="38" name="图片 3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402314" y="688575"/>
            <a:ext cx="1568698" cy="699598"/>
          </a:xfrm>
          <a:prstGeom prst="rect">
            <a:avLst/>
          </a:prstGeom>
        </p:spPr>
      </p:pic>
    </p:spTree>
  </p:cSld>
  <p:clrMapOvr>
    <a:masterClrMapping/>
  </p:clrMapOvr>
  <p:transition spd="slow">
    <p:push dir="u"/>
  </p:transition>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91"/>
                                            </p:tgtEl>
                                            <p:attrNameLst>
                                              <p:attrName>style.visibility</p:attrName>
                                            </p:attrNameLst>
                                          </p:cBhvr>
                                          <p:to>
                                            <p:strVal val="visible"/>
                                          </p:to>
                                        </p:set>
                                        <p:anim calcmode="lin" valueType="num">
                                          <p:cBhvr>
                                            <p:cTn id="7" dur="300" fill="hold"/>
                                            <p:tgtEl>
                                              <p:spTgt spid="91"/>
                                            </p:tgtEl>
                                            <p:attrNameLst>
                                              <p:attrName>ppt_w</p:attrName>
                                            </p:attrNameLst>
                                          </p:cBhvr>
                                          <p:tavLst>
                                            <p:tav tm="0">
                                              <p:val>
                                                <p:fltVal val="0"/>
                                              </p:val>
                                            </p:tav>
                                            <p:tav tm="100000">
                                              <p:val>
                                                <p:strVal val="#ppt_w"/>
                                              </p:val>
                                            </p:tav>
                                          </p:tavLst>
                                        </p:anim>
                                        <p:anim calcmode="lin" valueType="num">
                                          <p:cBhvr>
                                            <p:cTn id="8" dur="300" fill="hold"/>
                                            <p:tgtEl>
                                              <p:spTgt spid="91"/>
                                            </p:tgtEl>
                                            <p:attrNameLst>
                                              <p:attrName>ppt_h</p:attrName>
                                            </p:attrNameLst>
                                          </p:cBhvr>
                                          <p:tavLst>
                                            <p:tav tm="0">
                                              <p:val>
                                                <p:fltVal val="0"/>
                                              </p:val>
                                            </p:tav>
                                            <p:tav tm="100000">
                                              <p:val>
                                                <p:strVal val="#ppt_h"/>
                                              </p:val>
                                            </p:tav>
                                          </p:tavLst>
                                        </p:anim>
                                        <p:animEffect transition="in" filter="fade">
                                          <p:cBhvr>
                                            <p:cTn id="9" dur="300"/>
                                            <p:tgtEl>
                                              <p:spTgt spid="91"/>
                                            </p:tgtEl>
                                          </p:cBhvr>
                                        </p:animEffect>
                                      </p:childTnLst>
                                    </p:cTn>
                                  </p:par>
                                  <p:par>
                                    <p:cTn id="10" presetID="6" presetClass="emph" presetSubtype="0" autoRev="1" fill="hold" grpId="1" nodeType="withEffect">
                                      <p:stCondLst>
                                        <p:cond delay="300"/>
                                      </p:stCondLst>
                                      <p:childTnLst>
                                        <p:animScale>
                                          <p:cBhvr>
                                            <p:cTn id="11" dur="150" fill="hold"/>
                                            <p:tgtEl>
                                              <p:spTgt spid="91"/>
                                            </p:tgtEl>
                                          </p:cBhvr>
                                          <p:by x="110000" y="110000"/>
                                        </p:animScale>
                                      </p:childTnLst>
                                    </p:cTn>
                                  </p:par>
                                  <p:par>
                                    <p:cTn id="12" presetID="53" presetClass="entr" presetSubtype="16" fill="hold" grpId="0" nodeType="withEffect">
                                      <p:stCondLst>
                                        <p:cond delay="300"/>
                                      </p:stCondLst>
                                      <p:childTnLst>
                                        <p:set>
                                          <p:cBhvr>
                                            <p:cTn id="13" dur="1" fill="hold">
                                              <p:stCondLst>
                                                <p:cond delay="0"/>
                                              </p:stCondLst>
                                            </p:cTn>
                                            <p:tgtEl>
                                              <p:spTgt spid="90"/>
                                            </p:tgtEl>
                                            <p:attrNameLst>
                                              <p:attrName>style.visibility</p:attrName>
                                            </p:attrNameLst>
                                          </p:cBhvr>
                                          <p:to>
                                            <p:strVal val="visible"/>
                                          </p:to>
                                        </p:set>
                                        <p:anim calcmode="lin" valueType="num">
                                          <p:cBhvr>
                                            <p:cTn id="14" dur="300" fill="hold"/>
                                            <p:tgtEl>
                                              <p:spTgt spid="90"/>
                                            </p:tgtEl>
                                            <p:attrNameLst>
                                              <p:attrName>ppt_w</p:attrName>
                                            </p:attrNameLst>
                                          </p:cBhvr>
                                          <p:tavLst>
                                            <p:tav tm="0">
                                              <p:val>
                                                <p:fltVal val="0"/>
                                              </p:val>
                                            </p:tav>
                                            <p:tav tm="100000">
                                              <p:val>
                                                <p:strVal val="#ppt_w"/>
                                              </p:val>
                                            </p:tav>
                                          </p:tavLst>
                                        </p:anim>
                                        <p:anim calcmode="lin" valueType="num">
                                          <p:cBhvr>
                                            <p:cTn id="15" dur="300" fill="hold"/>
                                            <p:tgtEl>
                                              <p:spTgt spid="90"/>
                                            </p:tgtEl>
                                            <p:attrNameLst>
                                              <p:attrName>ppt_h</p:attrName>
                                            </p:attrNameLst>
                                          </p:cBhvr>
                                          <p:tavLst>
                                            <p:tav tm="0">
                                              <p:val>
                                                <p:fltVal val="0"/>
                                              </p:val>
                                            </p:tav>
                                            <p:tav tm="100000">
                                              <p:val>
                                                <p:strVal val="#ppt_h"/>
                                              </p:val>
                                            </p:tav>
                                          </p:tavLst>
                                        </p:anim>
                                        <p:animEffect transition="in" filter="fade">
                                          <p:cBhvr>
                                            <p:cTn id="16" dur="300"/>
                                            <p:tgtEl>
                                              <p:spTgt spid="90"/>
                                            </p:tgtEl>
                                          </p:cBhvr>
                                        </p:animEffect>
                                      </p:childTnLst>
                                    </p:cTn>
                                  </p:par>
                                  <p:par>
                                    <p:cTn id="17" presetID="6" presetClass="emph" presetSubtype="0" autoRev="1" fill="hold" grpId="1" nodeType="withEffect">
                                      <p:stCondLst>
                                        <p:cond delay="600"/>
                                      </p:stCondLst>
                                      <p:childTnLst>
                                        <p:animScale>
                                          <p:cBhvr>
                                            <p:cTn id="18" dur="150" fill="hold"/>
                                            <p:tgtEl>
                                              <p:spTgt spid="90"/>
                                            </p:tgtEl>
                                          </p:cBhvr>
                                          <p:by x="110000" y="110000"/>
                                        </p:animScale>
                                      </p:childTnLst>
                                    </p:cTn>
                                  </p:par>
                                  <p:par>
                                    <p:cTn id="19" presetID="22" presetClass="entr" presetSubtype="4" fill="hold" nodeType="withEffect">
                                      <p:stCondLst>
                                        <p:cond delay="900"/>
                                      </p:stCondLst>
                                      <p:childTnLst>
                                        <p:set>
                                          <p:cBhvr>
                                            <p:cTn id="20" dur="1" fill="hold">
                                              <p:stCondLst>
                                                <p:cond delay="0"/>
                                              </p:stCondLst>
                                            </p:cTn>
                                            <p:tgtEl>
                                              <p:spTgt spid="92"/>
                                            </p:tgtEl>
                                            <p:attrNameLst>
                                              <p:attrName>style.visibility</p:attrName>
                                            </p:attrNameLst>
                                          </p:cBhvr>
                                          <p:to>
                                            <p:strVal val="visible"/>
                                          </p:to>
                                        </p:set>
                                        <p:animEffect transition="in" filter="wipe(down)">
                                          <p:cBhvr>
                                            <p:cTn id="21" dur="500"/>
                                            <p:tgtEl>
                                              <p:spTgt spid="92"/>
                                            </p:tgtEl>
                                          </p:cBhvr>
                                        </p:animEffect>
                                      </p:childTnLst>
                                    </p:cTn>
                                  </p:par>
                                  <p:par>
                                    <p:cTn id="22" presetID="22" presetClass="entr" presetSubtype="1" fill="hold" nodeType="withEffect">
                                      <p:stCondLst>
                                        <p:cond delay="900"/>
                                      </p:stCondLst>
                                      <p:childTnLst>
                                        <p:set>
                                          <p:cBhvr>
                                            <p:cTn id="23" dur="1" fill="hold">
                                              <p:stCondLst>
                                                <p:cond delay="0"/>
                                              </p:stCondLst>
                                            </p:cTn>
                                            <p:tgtEl>
                                              <p:spTgt spid="93"/>
                                            </p:tgtEl>
                                            <p:attrNameLst>
                                              <p:attrName>style.visibility</p:attrName>
                                            </p:attrNameLst>
                                          </p:cBhvr>
                                          <p:to>
                                            <p:strVal val="visible"/>
                                          </p:to>
                                        </p:set>
                                        <p:animEffect transition="in" filter="wipe(up)">
                                          <p:cBhvr>
                                            <p:cTn id="24" dur="500"/>
                                            <p:tgtEl>
                                              <p:spTgt spid="93"/>
                                            </p:tgtEl>
                                          </p:cBhvr>
                                        </p:animEffect>
                                      </p:childTnLst>
                                    </p:cTn>
                                  </p:par>
                                  <p:par>
                                    <p:cTn id="25" presetID="2" presetClass="entr" presetSubtype="8" fill="hold" grpId="0" nodeType="withEffect" p14:presetBounceEnd="60000">
                                      <p:stCondLst>
                                        <p:cond delay="1400"/>
                                      </p:stCondLst>
                                      <p:childTnLst>
                                        <p:set>
                                          <p:cBhvr>
                                            <p:cTn id="26" dur="1" fill="hold">
                                              <p:stCondLst>
                                                <p:cond delay="0"/>
                                              </p:stCondLst>
                                            </p:cTn>
                                            <p:tgtEl>
                                              <p:spTgt spid="88"/>
                                            </p:tgtEl>
                                            <p:attrNameLst>
                                              <p:attrName>style.visibility</p:attrName>
                                            </p:attrNameLst>
                                          </p:cBhvr>
                                          <p:to>
                                            <p:strVal val="visible"/>
                                          </p:to>
                                        </p:set>
                                        <p:anim calcmode="lin" valueType="num" p14:bounceEnd="60000">
                                          <p:cBhvr additive="base">
                                            <p:cTn id="27" dur="500" fill="hold"/>
                                            <p:tgtEl>
                                              <p:spTgt spid="88"/>
                                            </p:tgtEl>
                                            <p:attrNameLst>
                                              <p:attrName>ppt_x</p:attrName>
                                            </p:attrNameLst>
                                          </p:cBhvr>
                                          <p:tavLst>
                                            <p:tav tm="0">
                                              <p:val>
                                                <p:strVal val="0-#ppt_w/2"/>
                                              </p:val>
                                            </p:tav>
                                            <p:tav tm="100000">
                                              <p:val>
                                                <p:strVal val="#ppt_x"/>
                                              </p:val>
                                            </p:tav>
                                          </p:tavLst>
                                        </p:anim>
                                        <p:anim calcmode="lin" valueType="num" p14:bounceEnd="60000">
                                          <p:cBhvr additive="base">
                                            <p:cTn id="28" dur="500" fill="hold"/>
                                            <p:tgtEl>
                                              <p:spTgt spid="88"/>
                                            </p:tgtEl>
                                            <p:attrNameLst>
                                              <p:attrName>ppt_y</p:attrName>
                                            </p:attrNameLst>
                                          </p:cBhvr>
                                          <p:tavLst>
                                            <p:tav tm="0">
                                              <p:val>
                                                <p:strVal val="#ppt_y"/>
                                              </p:val>
                                            </p:tav>
                                            <p:tav tm="100000">
                                              <p:val>
                                                <p:strVal val="#ppt_y"/>
                                              </p:val>
                                            </p:tav>
                                          </p:tavLst>
                                        </p:anim>
                                      </p:childTnLst>
                                    </p:cTn>
                                  </p:par>
                                  <p:par>
                                    <p:cTn id="29" presetID="55" presetClass="entr" presetSubtype="0" fill="hold" grpId="0" nodeType="withEffect">
                                      <p:stCondLst>
                                        <p:cond delay="1400"/>
                                      </p:stCondLst>
                                      <p:childTnLst>
                                        <p:set>
                                          <p:cBhvr>
                                            <p:cTn id="30" dur="1" fill="hold">
                                              <p:stCondLst>
                                                <p:cond delay="0"/>
                                              </p:stCondLst>
                                            </p:cTn>
                                            <p:tgtEl>
                                              <p:spTgt spid="87"/>
                                            </p:tgtEl>
                                            <p:attrNameLst>
                                              <p:attrName>style.visibility</p:attrName>
                                            </p:attrNameLst>
                                          </p:cBhvr>
                                          <p:to>
                                            <p:strVal val="visible"/>
                                          </p:to>
                                        </p:set>
                                        <p:anim calcmode="lin" valueType="num">
                                          <p:cBhvr>
                                            <p:cTn id="31" dur="500" fill="hold"/>
                                            <p:tgtEl>
                                              <p:spTgt spid="87"/>
                                            </p:tgtEl>
                                            <p:attrNameLst>
                                              <p:attrName>ppt_w</p:attrName>
                                            </p:attrNameLst>
                                          </p:cBhvr>
                                          <p:tavLst>
                                            <p:tav tm="0">
                                              <p:val>
                                                <p:strVal val="#ppt_w*0.70"/>
                                              </p:val>
                                            </p:tav>
                                            <p:tav tm="100000">
                                              <p:val>
                                                <p:strVal val="#ppt_w"/>
                                              </p:val>
                                            </p:tav>
                                          </p:tavLst>
                                        </p:anim>
                                        <p:anim calcmode="lin" valueType="num">
                                          <p:cBhvr>
                                            <p:cTn id="32" dur="500" fill="hold"/>
                                            <p:tgtEl>
                                              <p:spTgt spid="87"/>
                                            </p:tgtEl>
                                            <p:attrNameLst>
                                              <p:attrName>ppt_h</p:attrName>
                                            </p:attrNameLst>
                                          </p:cBhvr>
                                          <p:tavLst>
                                            <p:tav tm="0">
                                              <p:val>
                                                <p:strVal val="#ppt_h"/>
                                              </p:val>
                                            </p:tav>
                                            <p:tav tm="100000">
                                              <p:val>
                                                <p:strVal val="#ppt_h"/>
                                              </p:val>
                                            </p:tav>
                                          </p:tavLst>
                                        </p:anim>
                                        <p:animEffect transition="in" filter="fade">
                                          <p:cBhvr>
                                            <p:cTn id="33" dur="500"/>
                                            <p:tgtEl>
                                              <p:spTgt spid="87"/>
                                            </p:tgtEl>
                                          </p:cBhvr>
                                        </p:animEffect>
                                      </p:childTnLst>
                                    </p:cTn>
                                  </p:par>
                                  <p:par>
                                    <p:cTn id="34" presetID="2" presetClass="entr" presetSubtype="8" fill="hold" grpId="0" nodeType="withEffect" p14:presetBounceEnd="60000">
                                      <p:stCondLst>
                                        <p:cond delay="1400"/>
                                      </p:stCondLst>
                                      <p:childTnLst>
                                        <p:set>
                                          <p:cBhvr>
                                            <p:cTn id="35" dur="1" fill="hold">
                                              <p:stCondLst>
                                                <p:cond delay="0"/>
                                              </p:stCondLst>
                                            </p:cTn>
                                            <p:tgtEl>
                                              <p:spTgt spid="89"/>
                                            </p:tgtEl>
                                            <p:attrNameLst>
                                              <p:attrName>style.visibility</p:attrName>
                                            </p:attrNameLst>
                                          </p:cBhvr>
                                          <p:to>
                                            <p:strVal val="visible"/>
                                          </p:to>
                                        </p:set>
                                        <p:anim calcmode="lin" valueType="num" p14:bounceEnd="60000">
                                          <p:cBhvr additive="base">
                                            <p:cTn id="36" dur="500" fill="hold"/>
                                            <p:tgtEl>
                                              <p:spTgt spid="89"/>
                                            </p:tgtEl>
                                            <p:attrNameLst>
                                              <p:attrName>ppt_x</p:attrName>
                                            </p:attrNameLst>
                                          </p:cBhvr>
                                          <p:tavLst>
                                            <p:tav tm="0">
                                              <p:val>
                                                <p:strVal val="0-#ppt_w/2"/>
                                              </p:val>
                                            </p:tav>
                                            <p:tav tm="100000">
                                              <p:val>
                                                <p:strVal val="#ppt_x"/>
                                              </p:val>
                                            </p:tav>
                                          </p:tavLst>
                                        </p:anim>
                                        <p:anim calcmode="lin" valueType="num" p14:bounceEnd="60000">
                                          <p:cBhvr additive="base">
                                            <p:cTn id="37" dur="500" fill="hold"/>
                                            <p:tgtEl>
                                              <p:spTgt spid="89"/>
                                            </p:tgtEl>
                                            <p:attrNameLst>
                                              <p:attrName>ppt_y</p:attrName>
                                            </p:attrNameLst>
                                          </p:cBhvr>
                                          <p:tavLst>
                                            <p:tav tm="0">
                                              <p:val>
                                                <p:strVal val="#ppt_y"/>
                                              </p:val>
                                            </p:tav>
                                            <p:tav tm="100000">
                                              <p:val>
                                                <p:strVal val="#ppt_y"/>
                                              </p:val>
                                            </p:tav>
                                          </p:tavLst>
                                        </p:anim>
                                      </p:childTnLst>
                                    </p:cTn>
                                  </p:par>
                                  <p:par>
                                    <p:cTn id="38" presetID="2" presetClass="entr" presetSubtype="2" fill="hold" grpId="0" nodeType="withEffect" p14:presetBounceEnd="60000">
                                      <p:stCondLst>
                                        <p:cond delay="1400"/>
                                      </p:stCondLst>
                                      <p:childTnLst>
                                        <p:set>
                                          <p:cBhvr>
                                            <p:cTn id="39" dur="1" fill="hold">
                                              <p:stCondLst>
                                                <p:cond delay="0"/>
                                              </p:stCondLst>
                                            </p:cTn>
                                            <p:tgtEl>
                                              <p:spTgt spid="95"/>
                                            </p:tgtEl>
                                            <p:attrNameLst>
                                              <p:attrName>style.visibility</p:attrName>
                                            </p:attrNameLst>
                                          </p:cBhvr>
                                          <p:to>
                                            <p:strVal val="visible"/>
                                          </p:to>
                                        </p:set>
                                        <p:anim calcmode="lin" valueType="num" p14:bounceEnd="60000">
                                          <p:cBhvr additive="base">
                                            <p:cTn id="40" dur="500" fill="hold"/>
                                            <p:tgtEl>
                                              <p:spTgt spid="95"/>
                                            </p:tgtEl>
                                            <p:attrNameLst>
                                              <p:attrName>ppt_x</p:attrName>
                                            </p:attrNameLst>
                                          </p:cBhvr>
                                          <p:tavLst>
                                            <p:tav tm="0">
                                              <p:val>
                                                <p:strVal val="1+#ppt_w/2"/>
                                              </p:val>
                                            </p:tav>
                                            <p:tav tm="100000">
                                              <p:val>
                                                <p:strVal val="#ppt_x"/>
                                              </p:val>
                                            </p:tav>
                                          </p:tavLst>
                                        </p:anim>
                                        <p:anim calcmode="lin" valueType="num" p14:bounceEnd="60000">
                                          <p:cBhvr additive="base">
                                            <p:cTn id="41" dur="500" fill="hold"/>
                                            <p:tgtEl>
                                              <p:spTgt spid="95"/>
                                            </p:tgtEl>
                                            <p:attrNameLst>
                                              <p:attrName>ppt_y</p:attrName>
                                            </p:attrNameLst>
                                          </p:cBhvr>
                                          <p:tavLst>
                                            <p:tav tm="0">
                                              <p:val>
                                                <p:strVal val="#ppt_y"/>
                                              </p:val>
                                            </p:tav>
                                            <p:tav tm="100000">
                                              <p:val>
                                                <p:strVal val="#ppt_y"/>
                                              </p:val>
                                            </p:tav>
                                          </p:tavLst>
                                        </p:anim>
                                      </p:childTnLst>
                                    </p:cTn>
                                  </p:par>
                                  <p:par>
                                    <p:cTn id="42" presetID="55" presetClass="entr" presetSubtype="0" fill="hold" grpId="0" nodeType="withEffect">
                                      <p:stCondLst>
                                        <p:cond delay="1400"/>
                                      </p:stCondLst>
                                      <p:childTnLst>
                                        <p:set>
                                          <p:cBhvr>
                                            <p:cTn id="43" dur="1" fill="hold">
                                              <p:stCondLst>
                                                <p:cond delay="0"/>
                                              </p:stCondLst>
                                            </p:cTn>
                                            <p:tgtEl>
                                              <p:spTgt spid="94"/>
                                            </p:tgtEl>
                                            <p:attrNameLst>
                                              <p:attrName>style.visibility</p:attrName>
                                            </p:attrNameLst>
                                          </p:cBhvr>
                                          <p:to>
                                            <p:strVal val="visible"/>
                                          </p:to>
                                        </p:set>
                                        <p:anim calcmode="lin" valueType="num">
                                          <p:cBhvr>
                                            <p:cTn id="44" dur="500" fill="hold"/>
                                            <p:tgtEl>
                                              <p:spTgt spid="94"/>
                                            </p:tgtEl>
                                            <p:attrNameLst>
                                              <p:attrName>ppt_w</p:attrName>
                                            </p:attrNameLst>
                                          </p:cBhvr>
                                          <p:tavLst>
                                            <p:tav tm="0">
                                              <p:val>
                                                <p:strVal val="#ppt_w*0.70"/>
                                              </p:val>
                                            </p:tav>
                                            <p:tav tm="100000">
                                              <p:val>
                                                <p:strVal val="#ppt_w"/>
                                              </p:val>
                                            </p:tav>
                                          </p:tavLst>
                                        </p:anim>
                                        <p:anim calcmode="lin" valueType="num">
                                          <p:cBhvr>
                                            <p:cTn id="45" dur="500" fill="hold"/>
                                            <p:tgtEl>
                                              <p:spTgt spid="94"/>
                                            </p:tgtEl>
                                            <p:attrNameLst>
                                              <p:attrName>ppt_h</p:attrName>
                                            </p:attrNameLst>
                                          </p:cBhvr>
                                          <p:tavLst>
                                            <p:tav tm="0">
                                              <p:val>
                                                <p:strVal val="#ppt_h"/>
                                              </p:val>
                                            </p:tav>
                                            <p:tav tm="100000">
                                              <p:val>
                                                <p:strVal val="#ppt_h"/>
                                              </p:val>
                                            </p:tav>
                                          </p:tavLst>
                                        </p:anim>
                                        <p:animEffect transition="in" filter="fade">
                                          <p:cBhvr>
                                            <p:cTn id="46" dur="500"/>
                                            <p:tgtEl>
                                              <p:spTgt spid="94"/>
                                            </p:tgtEl>
                                          </p:cBhvr>
                                        </p:animEffect>
                                      </p:childTnLst>
                                    </p:cTn>
                                  </p:par>
                                  <p:par>
                                    <p:cTn id="47" presetID="2" presetClass="entr" presetSubtype="2" fill="hold" grpId="0" nodeType="withEffect" p14:presetBounceEnd="60000">
                                      <p:stCondLst>
                                        <p:cond delay="1400"/>
                                      </p:stCondLst>
                                      <p:childTnLst>
                                        <p:set>
                                          <p:cBhvr>
                                            <p:cTn id="48" dur="1" fill="hold">
                                              <p:stCondLst>
                                                <p:cond delay="0"/>
                                              </p:stCondLst>
                                            </p:cTn>
                                            <p:tgtEl>
                                              <p:spTgt spid="96"/>
                                            </p:tgtEl>
                                            <p:attrNameLst>
                                              <p:attrName>style.visibility</p:attrName>
                                            </p:attrNameLst>
                                          </p:cBhvr>
                                          <p:to>
                                            <p:strVal val="visible"/>
                                          </p:to>
                                        </p:set>
                                        <p:anim calcmode="lin" valueType="num" p14:bounceEnd="60000">
                                          <p:cBhvr additive="base">
                                            <p:cTn id="49" dur="500" fill="hold"/>
                                            <p:tgtEl>
                                              <p:spTgt spid="96"/>
                                            </p:tgtEl>
                                            <p:attrNameLst>
                                              <p:attrName>ppt_x</p:attrName>
                                            </p:attrNameLst>
                                          </p:cBhvr>
                                          <p:tavLst>
                                            <p:tav tm="0">
                                              <p:val>
                                                <p:strVal val="1+#ppt_w/2"/>
                                              </p:val>
                                            </p:tav>
                                            <p:tav tm="100000">
                                              <p:val>
                                                <p:strVal val="#ppt_x"/>
                                              </p:val>
                                            </p:tav>
                                          </p:tavLst>
                                        </p:anim>
                                        <p:anim calcmode="lin" valueType="num" p14:bounceEnd="60000">
                                          <p:cBhvr additive="base">
                                            <p:cTn id="50" dur="500" fill="hold"/>
                                            <p:tgtEl>
                                              <p:spTgt spid="9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 grpId="0"/>
          <p:bldP spid="88" grpId="0" animBg="1"/>
          <p:bldGraphic spid="89" grpId="0">
            <p:bldAsOne/>
          </p:bldGraphic>
          <p:bldP spid="90" grpId="0" animBg="1"/>
          <p:bldP spid="90" grpId="1" animBg="1"/>
          <p:bldP spid="91" grpId="0"/>
          <p:bldP spid="91" grpId="1"/>
          <p:bldP spid="94" grpId="0"/>
          <p:bldP spid="95" grpId="0" animBg="1"/>
          <p:bldGraphic spid="96" grpId="0">
            <p:bldAsOne/>
          </p:bldGraphic>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91"/>
                                            </p:tgtEl>
                                            <p:attrNameLst>
                                              <p:attrName>style.visibility</p:attrName>
                                            </p:attrNameLst>
                                          </p:cBhvr>
                                          <p:to>
                                            <p:strVal val="visible"/>
                                          </p:to>
                                        </p:set>
                                        <p:anim calcmode="lin" valueType="num">
                                          <p:cBhvr>
                                            <p:cTn id="7" dur="300" fill="hold"/>
                                            <p:tgtEl>
                                              <p:spTgt spid="91"/>
                                            </p:tgtEl>
                                            <p:attrNameLst>
                                              <p:attrName>ppt_w</p:attrName>
                                            </p:attrNameLst>
                                          </p:cBhvr>
                                          <p:tavLst>
                                            <p:tav tm="0">
                                              <p:val>
                                                <p:fltVal val="0"/>
                                              </p:val>
                                            </p:tav>
                                            <p:tav tm="100000">
                                              <p:val>
                                                <p:strVal val="#ppt_w"/>
                                              </p:val>
                                            </p:tav>
                                          </p:tavLst>
                                        </p:anim>
                                        <p:anim calcmode="lin" valueType="num">
                                          <p:cBhvr>
                                            <p:cTn id="8" dur="300" fill="hold"/>
                                            <p:tgtEl>
                                              <p:spTgt spid="91"/>
                                            </p:tgtEl>
                                            <p:attrNameLst>
                                              <p:attrName>ppt_h</p:attrName>
                                            </p:attrNameLst>
                                          </p:cBhvr>
                                          <p:tavLst>
                                            <p:tav tm="0">
                                              <p:val>
                                                <p:fltVal val="0"/>
                                              </p:val>
                                            </p:tav>
                                            <p:tav tm="100000">
                                              <p:val>
                                                <p:strVal val="#ppt_h"/>
                                              </p:val>
                                            </p:tav>
                                          </p:tavLst>
                                        </p:anim>
                                        <p:animEffect transition="in" filter="fade">
                                          <p:cBhvr>
                                            <p:cTn id="9" dur="300"/>
                                            <p:tgtEl>
                                              <p:spTgt spid="91"/>
                                            </p:tgtEl>
                                          </p:cBhvr>
                                        </p:animEffect>
                                      </p:childTnLst>
                                    </p:cTn>
                                  </p:par>
                                  <p:par>
                                    <p:cTn id="10" presetID="6" presetClass="emph" presetSubtype="0" autoRev="1" fill="hold" grpId="1" nodeType="withEffect">
                                      <p:stCondLst>
                                        <p:cond delay="300"/>
                                      </p:stCondLst>
                                      <p:childTnLst>
                                        <p:animScale>
                                          <p:cBhvr>
                                            <p:cTn id="11" dur="150" fill="hold"/>
                                            <p:tgtEl>
                                              <p:spTgt spid="91"/>
                                            </p:tgtEl>
                                          </p:cBhvr>
                                          <p:by x="110000" y="110000"/>
                                        </p:animScale>
                                      </p:childTnLst>
                                    </p:cTn>
                                  </p:par>
                                  <p:par>
                                    <p:cTn id="12" presetID="53" presetClass="entr" presetSubtype="16" fill="hold" grpId="0" nodeType="withEffect">
                                      <p:stCondLst>
                                        <p:cond delay="300"/>
                                      </p:stCondLst>
                                      <p:childTnLst>
                                        <p:set>
                                          <p:cBhvr>
                                            <p:cTn id="13" dur="1" fill="hold">
                                              <p:stCondLst>
                                                <p:cond delay="0"/>
                                              </p:stCondLst>
                                            </p:cTn>
                                            <p:tgtEl>
                                              <p:spTgt spid="90"/>
                                            </p:tgtEl>
                                            <p:attrNameLst>
                                              <p:attrName>style.visibility</p:attrName>
                                            </p:attrNameLst>
                                          </p:cBhvr>
                                          <p:to>
                                            <p:strVal val="visible"/>
                                          </p:to>
                                        </p:set>
                                        <p:anim calcmode="lin" valueType="num">
                                          <p:cBhvr>
                                            <p:cTn id="14" dur="300" fill="hold"/>
                                            <p:tgtEl>
                                              <p:spTgt spid="90"/>
                                            </p:tgtEl>
                                            <p:attrNameLst>
                                              <p:attrName>ppt_w</p:attrName>
                                            </p:attrNameLst>
                                          </p:cBhvr>
                                          <p:tavLst>
                                            <p:tav tm="0">
                                              <p:val>
                                                <p:fltVal val="0"/>
                                              </p:val>
                                            </p:tav>
                                            <p:tav tm="100000">
                                              <p:val>
                                                <p:strVal val="#ppt_w"/>
                                              </p:val>
                                            </p:tav>
                                          </p:tavLst>
                                        </p:anim>
                                        <p:anim calcmode="lin" valueType="num">
                                          <p:cBhvr>
                                            <p:cTn id="15" dur="300" fill="hold"/>
                                            <p:tgtEl>
                                              <p:spTgt spid="90"/>
                                            </p:tgtEl>
                                            <p:attrNameLst>
                                              <p:attrName>ppt_h</p:attrName>
                                            </p:attrNameLst>
                                          </p:cBhvr>
                                          <p:tavLst>
                                            <p:tav tm="0">
                                              <p:val>
                                                <p:fltVal val="0"/>
                                              </p:val>
                                            </p:tav>
                                            <p:tav tm="100000">
                                              <p:val>
                                                <p:strVal val="#ppt_h"/>
                                              </p:val>
                                            </p:tav>
                                          </p:tavLst>
                                        </p:anim>
                                        <p:animEffect transition="in" filter="fade">
                                          <p:cBhvr>
                                            <p:cTn id="16" dur="300"/>
                                            <p:tgtEl>
                                              <p:spTgt spid="90"/>
                                            </p:tgtEl>
                                          </p:cBhvr>
                                        </p:animEffect>
                                      </p:childTnLst>
                                    </p:cTn>
                                  </p:par>
                                  <p:par>
                                    <p:cTn id="17" presetID="6" presetClass="emph" presetSubtype="0" autoRev="1" fill="hold" grpId="1" nodeType="withEffect">
                                      <p:stCondLst>
                                        <p:cond delay="600"/>
                                      </p:stCondLst>
                                      <p:childTnLst>
                                        <p:animScale>
                                          <p:cBhvr>
                                            <p:cTn id="18" dur="150" fill="hold"/>
                                            <p:tgtEl>
                                              <p:spTgt spid="90"/>
                                            </p:tgtEl>
                                          </p:cBhvr>
                                          <p:by x="110000" y="110000"/>
                                        </p:animScale>
                                      </p:childTnLst>
                                    </p:cTn>
                                  </p:par>
                                  <p:par>
                                    <p:cTn id="19" presetID="22" presetClass="entr" presetSubtype="4" fill="hold" nodeType="withEffect">
                                      <p:stCondLst>
                                        <p:cond delay="900"/>
                                      </p:stCondLst>
                                      <p:childTnLst>
                                        <p:set>
                                          <p:cBhvr>
                                            <p:cTn id="20" dur="1" fill="hold">
                                              <p:stCondLst>
                                                <p:cond delay="0"/>
                                              </p:stCondLst>
                                            </p:cTn>
                                            <p:tgtEl>
                                              <p:spTgt spid="92"/>
                                            </p:tgtEl>
                                            <p:attrNameLst>
                                              <p:attrName>style.visibility</p:attrName>
                                            </p:attrNameLst>
                                          </p:cBhvr>
                                          <p:to>
                                            <p:strVal val="visible"/>
                                          </p:to>
                                        </p:set>
                                        <p:animEffect transition="in" filter="wipe(down)">
                                          <p:cBhvr>
                                            <p:cTn id="21" dur="500"/>
                                            <p:tgtEl>
                                              <p:spTgt spid="92"/>
                                            </p:tgtEl>
                                          </p:cBhvr>
                                        </p:animEffect>
                                      </p:childTnLst>
                                    </p:cTn>
                                  </p:par>
                                  <p:par>
                                    <p:cTn id="22" presetID="22" presetClass="entr" presetSubtype="1" fill="hold" nodeType="withEffect">
                                      <p:stCondLst>
                                        <p:cond delay="900"/>
                                      </p:stCondLst>
                                      <p:childTnLst>
                                        <p:set>
                                          <p:cBhvr>
                                            <p:cTn id="23" dur="1" fill="hold">
                                              <p:stCondLst>
                                                <p:cond delay="0"/>
                                              </p:stCondLst>
                                            </p:cTn>
                                            <p:tgtEl>
                                              <p:spTgt spid="93"/>
                                            </p:tgtEl>
                                            <p:attrNameLst>
                                              <p:attrName>style.visibility</p:attrName>
                                            </p:attrNameLst>
                                          </p:cBhvr>
                                          <p:to>
                                            <p:strVal val="visible"/>
                                          </p:to>
                                        </p:set>
                                        <p:animEffect transition="in" filter="wipe(up)">
                                          <p:cBhvr>
                                            <p:cTn id="24" dur="500"/>
                                            <p:tgtEl>
                                              <p:spTgt spid="93"/>
                                            </p:tgtEl>
                                          </p:cBhvr>
                                        </p:animEffect>
                                      </p:childTnLst>
                                    </p:cTn>
                                  </p:par>
                                  <p:par>
                                    <p:cTn id="25" presetID="2" presetClass="entr" presetSubtype="8" fill="hold" grpId="0" nodeType="withEffect">
                                      <p:stCondLst>
                                        <p:cond delay="1400"/>
                                      </p:stCondLst>
                                      <p:childTnLst>
                                        <p:set>
                                          <p:cBhvr>
                                            <p:cTn id="26" dur="1" fill="hold">
                                              <p:stCondLst>
                                                <p:cond delay="0"/>
                                              </p:stCondLst>
                                            </p:cTn>
                                            <p:tgtEl>
                                              <p:spTgt spid="88"/>
                                            </p:tgtEl>
                                            <p:attrNameLst>
                                              <p:attrName>style.visibility</p:attrName>
                                            </p:attrNameLst>
                                          </p:cBhvr>
                                          <p:to>
                                            <p:strVal val="visible"/>
                                          </p:to>
                                        </p:set>
                                        <p:anim calcmode="lin" valueType="num">
                                          <p:cBhvr additive="base">
                                            <p:cTn id="27" dur="500" fill="hold"/>
                                            <p:tgtEl>
                                              <p:spTgt spid="88"/>
                                            </p:tgtEl>
                                            <p:attrNameLst>
                                              <p:attrName>ppt_x</p:attrName>
                                            </p:attrNameLst>
                                          </p:cBhvr>
                                          <p:tavLst>
                                            <p:tav tm="0">
                                              <p:val>
                                                <p:strVal val="0-#ppt_w/2"/>
                                              </p:val>
                                            </p:tav>
                                            <p:tav tm="100000">
                                              <p:val>
                                                <p:strVal val="#ppt_x"/>
                                              </p:val>
                                            </p:tav>
                                          </p:tavLst>
                                        </p:anim>
                                        <p:anim calcmode="lin" valueType="num">
                                          <p:cBhvr additive="base">
                                            <p:cTn id="28" dur="500" fill="hold"/>
                                            <p:tgtEl>
                                              <p:spTgt spid="88"/>
                                            </p:tgtEl>
                                            <p:attrNameLst>
                                              <p:attrName>ppt_y</p:attrName>
                                            </p:attrNameLst>
                                          </p:cBhvr>
                                          <p:tavLst>
                                            <p:tav tm="0">
                                              <p:val>
                                                <p:strVal val="#ppt_y"/>
                                              </p:val>
                                            </p:tav>
                                            <p:tav tm="100000">
                                              <p:val>
                                                <p:strVal val="#ppt_y"/>
                                              </p:val>
                                            </p:tav>
                                          </p:tavLst>
                                        </p:anim>
                                      </p:childTnLst>
                                    </p:cTn>
                                  </p:par>
                                  <p:par>
                                    <p:cTn id="29" presetID="55" presetClass="entr" presetSubtype="0" fill="hold" grpId="0" nodeType="withEffect">
                                      <p:stCondLst>
                                        <p:cond delay="1400"/>
                                      </p:stCondLst>
                                      <p:childTnLst>
                                        <p:set>
                                          <p:cBhvr>
                                            <p:cTn id="30" dur="1" fill="hold">
                                              <p:stCondLst>
                                                <p:cond delay="0"/>
                                              </p:stCondLst>
                                            </p:cTn>
                                            <p:tgtEl>
                                              <p:spTgt spid="87"/>
                                            </p:tgtEl>
                                            <p:attrNameLst>
                                              <p:attrName>style.visibility</p:attrName>
                                            </p:attrNameLst>
                                          </p:cBhvr>
                                          <p:to>
                                            <p:strVal val="visible"/>
                                          </p:to>
                                        </p:set>
                                        <p:anim calcmode="lin" valueType="num">
                                          <p:cBhvr>
                                            <p:cTn id="31" dur="500" fill="hold"/>
                                            <p:tgtEl>
                                              <p:spTgt spid="87"/>
                                            </p:tgtEl>
                                            <p:attrNameLst>
                                              <p:attrName>ppt_w</p:attrName>
                                            </p:attrNameLst>
                                          </p:cBhvr>
                                          <p:tavLst>
                                            <p:tav tm="0">
                                              <p:val>
                                                <p:strVal val="#ppt_w*0.70"/>
                                              </p:val>
                                            </p:tav>
                                            <p:tav tm="100000">
                                              <p:val>
                                                <p:strVal val="#ppt_w"/>
                                              </p:val>
                                            </p:tav>
                                          </p:tavLst>
                                        </p:anim>
                                        <p:anim calcmode="lin" valueType="num">
                                          <p:cBhvr>
                                            <p:cTn id="32" dur="500" fill="hold"/>
                                            <p:tgtEl>
                                              <p:spTgt spid="87"/>
                                            </p:tgtEl>
                                            <p:attrNameLst>
                                              <p:attrName>ppt_h</p:attrName>
                                            </p:attrNameLst>
                                          </p:cBhvr>
                                          <p:tavLst>
                                            <p:tav tm="0">
                                              <p:val>
                                                <p:strVal val="#ppt_h"/>
                                              </p:val>
                                            </p:tav>
                                            <p:tav tm="100000">
                                              <p:val>
                                                <p:strVal val="#ppt_h"/>
                                              </p:val>
                                            </p:tav>
                                          </p:tavLst>
                                        </p:anim>
                                        <p:animEffect transition="in" filter="fade">
                                          <p:cBhvr>
                                            <p:cTn id="33" dur="500"/>
                                            <p:tgtEl>
                                              <p:spTgt spid="87"/>
                                            </p:tgtEl>
                                          </p:cBhvr>
                                        </p:animEffect>
                                      </p:childTnLst>
                                    </p:cTn>
                                  </p:par>
                                  <p:par>
                                    <p:cTn id="34" presetID="2" presetClass="entr" presetSubtype="8" fill="hold" grpId="0" nodeType="withEffect">
                                      <p:stCondLst>
                                        <p:cond delay="1400"/>
                                      </p:stCondLst>
                                      <p:childTnLst>
                                        <p:set>
                                          <p:cBhvr>
                                            <p:cTn id="35" dur="1" fill="hold">
                                              <p:stCondLst>
                                                <p:cond delay="0"/>
                                              </p:stCondLst>
                                            </p:cTn>
                                            <p:tgtEl>
                                              <p:spTgt spid="89"/>
                                            </p:tgtEl>
                                            <p:attrNameLst>
                                              <p:attrName>style.visibility</p:attrName>
                                            </p:attrNameLst>
                                          </p:cBhvr>
                                          <p:to>
                                            <p:strVal val="visible"/>
                                          </p:to>
                                        </p:set>
                                        <p:anim calcmode="lin" valueType="num">
                                          <p:cBhvr additive="base">
                                            <p:cTn id="36" dur="500" fill="hold"/>
                                            <p:tgtEl>
                                              <p:spTgt spid="89"/>
                                            </p:tgtEl>
                                            <p:attrNameLst>
                                              <p:attrName>ppt_x</p:attrName>
                                            </p:attrNameLst>
                                          </p:cBhvr>
                                          <p:tavLst>
                                            <p:tav tm="0">
                                              <p:val>
                                                <p:strVal val="0-#ppt_w/2"/>
                                              </p:val>
                                            </p:tav>
                                            <p:tav tm="100000">
                                              <p:val>
                                                <p:strVal val="#ppt_x"/>
                                              </p:val>
                                            </p:tav>
                                          </p:tavLst>
                                        </p:anim>
                                        <p:anim calcmode="lin" valueType="num">
                                          <p:cBhvr additive="base">
                                            <p:cTn id="37" dur="500" fill="hold"/>
                                            <p:tgtEl>
                                              <p:spTgt spid="89"/>
                                            </p:tgtEl>
                                            <p:attrNameLst>
                                              <p:attrName>ppt_y</p:attrName>
                                            </p:attrNameLst>
                                          </p:cBhvr>
                                          <p:tavLst>
                                            <p:tav tm="0">
                                              <p:val>
                                                <p:strVal val="#ppt_y"/>
                                              </p:val>
                                            </p:tav>
                                            <p:tav tm="100000">
                                              <p:val>
                                                <p:strVal val="#ppt_y"/>
                                              </p:val>
                                            </p:tav>
                                          </p:tavLst>
                                        </p:anim>
                                      </p:childTnLst>
                                    </p:cTn>
                                  </p:par>
                                  <p:par>
                                    <p:cTn id="38" presetID="2" presetClass="entr" presetSubtype="2" fill="hold" grpId="0" nodeType="withEffect">
                                      <p:stCondLst>
                                        <p:cond delay="1400"/>
                                      </p:stCondLst>
                                      <p:childTnLst>
                                        <p:set>
                                          <p:cBhvr>
                                            <p:cTn id="39" dur="1" fill="hold">
                                              <p:stCondLst>
                                                <p:cond delay="0"/>
                                              </p:stCondLst>
                                            </p:cTn>
                                            <p:tgtEl>
                                              <p:spTgt spid="95"/>
                                            </p:tgtEl>
                                            <p:attrNameLst>
                                              <p:attrName>style.visibility</p:attrName>
                                            </p:attrNameLst>
                                          </p:cBhvr>
                                          <p:to>
                                            <p:strVal val="visible"/>
                                          </p:to>
                                        </p:set>
                                        <p:anim calcmode="lin" valueType="num">
                                          <p:cBhvr additive="base">
                                            <p:cTn id="40" dur="500" fill="hold"/>
                                            <p:tgtEl>
                                              <p:spTgt spid="95"/>
                                            </p:tgtEl>
                                            <p:attrNameLst>
                                              <p:attrName>ppt_x</p:attrName>
                                            </p:attrNameLst>
                                          </p:cBhvr>
                                          <p:tavLst>
                                            <p:tav tm="0">
                                              <p:val>
                                                <p:strVal val="1+#ppt_w/2"/>
                                              </p:val>
                                            </p:tav>
                                            <p:tav tm="100000">
                                              <p:val>
                                                <p:strVal val="#ppt_x"/>
                                              </p:val>
                                            </p:tav>
                                          </p:tavLst>
                                        </p:anim>
                                        <p:anim calcmode="lin" valueType="num">
                                          <p:cBhvr additive="base">
                                            <p:cTn id="41" dur="500" fill="hold"/>
                                            <p:tgtEl>
                                              <p:spTgt spid="95"/>
                                            </p:tgtEl>
                                            <p:attrNameLst>
                                              <p:attrName>ppt_y</p:attrName>
                                            </p:attrNameLst>
                                          </p:cBhvr>
                                          <p:tavLst>
                                            <p:tav tm="0">
                                              <p:val>
                                                <p:strVal val="#ppt_y"/>
                                              </p:val>
                                            </p:tav>
                                            <p:tav tm="100000">
                                              <p:val>
                                                <p:strVal val="#ppt_y"/>
                                              </p:val>
                                            </p:tav>
                                          </p:tavLst>
                                        </p:anim>
                                      </p:childTnLst>
                                    </p:cTn>
                                  </p:par>
                                  <p:par>
                                    <p:cTn id="42" presetID="55" presetClass="entr" presetSubtype="0" fill="hold" grpId="0" nodeType="withEffect">
                                      <p:stCondLst>
                                        <p:cond delay="1400"/>
                                      </p:stCondLst>
                                      <p:childTnLst>
                                        <p:set>
                                          <p:cBhvr>
                                            <p:cTn id="43" dur="1" fill="hold">
                                              <p:stCondLst>
                                                <p:cond delay="0"/>
                                              </p:stCondLst>
                                            </p:cTn>
                                            <p:tgtEl>
                                              <p:spTgt spid="94"/>
                                            </p:tgtEl>
                                            <p:attrNameLst>
                                              <p:attrName>style.visibility</p:attrName>
                                            </p:attrNameLst>
                                          </p:cBhvr>
                                          <p:to>
                                            <p:strVal val="visible"/>
                                          </p:to>
                                        </p:set>
                                        <p:anim calcmode="lin" valueType="num">
                                          <p:cBhvr>
                                            <p:cTn id="44" dur="500" fill="hold"/>
                                            <p:tgtEl>
                                              <p:spTgt spid="94"/>
                                            </p:tgtEl>
                                            <p:attrNameLst>
                                              <p:attrName>ppt_w</p:attrName>
                                            </p:attrNameLst>
                                          </p:cBhvr>
                                          <p:tavLst>
                                            <p:tav tm="0">
                                              <p:val>
                                                <p:strVal val="#ppt_w*0.70"/>
                                              </p:val>
                                            </p:tav>
                                            <p:tav tm="100000">
                                              <p:val>
                                                <p:strVal val="#ppt_w"/>
                                              </p:val>
                                            </p:tav>
                                          </p:tavLst>
                                        </p:anim>
                                        <p:anim calcmode="lin" valueType="num">
                                          <p:cBhvr>
                                            <p:cTn id="45" dur="500" fill="hold"/>
                                            <p:tgtEl>
                                              <p:spTgt spid="94"/>
                                            </p:tgtEl>
                                            <p:attrNameLst>
                                              <p:attrName>ppt_h</p:attrName>
                                            </p:attrNameLst>
                                          </p:cBhvr>
                                          <p:tavLst>
                                            <p:tav tm="0">
                                              <p:val>
                                                <p:strVal val="#ppt_h"/>
                                              </p:val>
                                            </p:tav>
                                            <p:tav tm="100000">
                                              <p:val>
                                                <p:strVal val="#ppt_h"/>
                                              </p:val>
                                            </p:tav>
                                          </p:tavLst>
                                        </p:anim>
                                        <p:animEffect transition="in" filter="fade">
                                          <p:cBhvr>
                                            <p:cTn id="46" dur="500"/>
                                            <p:tgtEl>
                                              <p:spTgt spid="94"/>
                                            </p:tgtEl>
                                          </p:cBhvr>
                                        </p:animEffect>
                                      </p:childTnLst>
                                    </p:cTn>
                                  </p:par>
                                  <p:par>
                                    <p:cTn id="47" presetID="2" presetClass="entr" presetSubtype="2" fill="hold" grpId="0" nodeType="withEffect">
                                      <p:stCondLst>
                                        <p:cond delay="1400"/>
                                      </p:stCondLst>
                                      <p:childTnLst>
                                        <p:set>
                                          <p:cBhvr>
                                            <p:cTn id="48" dur="1" fill="hold">
                                              <p:stCondLst>
                                                <p:cond delay="0"/>
                                              </p:stCondLst>
                                            </p:cTn>
                                            <p:tgtEl>
                                              <p:spTgt spid="96"/>
                                            </p:tgtEl>
                                            <p:attrNameLst>
                                              <p:attrName>style.visibility</p:attrName>
                                            </p:attrNameLst>
                                          </p:cBhvr>
                                          <p:to>
                                            <p:strVal val="visible"/>
                                          </p:to>
                                        </p:set>
                                        <p:anim calcmode="lin" valueType="num">
                                          <p:cBhvr additive="base">
                                            <p:cTn id="49" dur="500" fill="hold"/>
                                            <p:tgtEl>
                                              <p:spTgt spid="96"/>
                                            </p:tgtEl>
                                            <p:attrNameLst>
                                              <p:attrName>ppt_x</p:attrName>
                                            </p:attrNameLst>
                                          </p:cBhvr>
                                          <p:tavLst>
                                            <p:tav tm="0">
                                              <p:val>
                                                <p:strVal val="1+#ppt_w/2"/>
                                              </p:val>
                                            </p:tav>
                                            <p:tav tm="100000">
                                              <p:val>
                                                <p:strVal val="#ppt_x"/>
                                              </p:val>
                                            </p:tav>
                                          </p:tavLst>
                                        </p:anim>
                                        <p:anim calcmode="lin" valueType="num">
                                          <p:cBhvr additive="base">
                                            <p:cTn id="50" dur="500" fill="hold"/>
                                            <p:tgtEl>
                                              <p:spTgt spid="9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 grpId="0"/>
          <p:bldP spid="88" grpId="0" animBg="1"/>
          <p:bldGraphic spid="89" grpId="0">
            <p:bldAsOne/>
          </p:bldGraphic>
          <p:bldP spid="90" grpId="0" animBg="1"/>
          <p:bldP spid="90" grpId="1" animBg="1"/>
          <p:bldP spid="91" grpId="0"/>
          <p:bldP spid="91" grpId="1"/>
          <p:bldP spid="94" grpId="0"/>
          <p:bldP spid="95" grpId="0" animBg="1"/>
          <p:bldGraphic spid="96" grpId="0">
            <p:bldAsOne/>
          </p:bldGraphic>
        </p:bldLst>
      </p:timing>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932757"/>
            <a:ext cx="9144000" cy="1274812"/>
          </a:xfrm>
          <a:prstGeom prst="rect">
            <a:avLst/>
          </a:prstGeom>
          <a:solidFill>
            <a:srgbClr val="54667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2853008" y="1364795"/>
            <a:ext cx="1152128" cy="1152128"/>
          </a:xfrm>
          <a:prstGeom prst="rect">
            <a:avLst/>
          </a:prstGeom>
          <a:solidFill>
            <a:srgbClr val="F0F1F3"/>
          </a:solidFill>
          <a:ln w="6350">
            <a:solidFill>
              <a:srgbClr val="37B0E8"/>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2956949" y="1468736"/>
            <a:ext cx="944246" cy="944246"/>
          </a:xfrm>
          <a:prstGeom prst="rect">
            <a:avLst/>
          </a:prstGeom>
          <a:solidFill>
            <a:srgbClr val="37B0E8"/>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Rectangle 44"/>
          <p:cNvSpPr>
            <a:spLocks noChangeArrowheads="1"/>
          </p:cNvSpPr>
          <p:nvPr/>
        </p:nvSpPr>
        <p:spPr bwMode="auto">
          <a:xfrm>
            <a:off x="4546476" y="2237892"/>
            <a:ext cx="1427625" cy="6645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marL="171450" indent="-171450">
              <a:lnSpc>
                <a:spcPct val="150000"/>
              </a:lnSpc>
              <a:buClr>
                <a:srgbClr val="37B0E8"/>
              </a:buClr>
              <a:buFont typeface="Wingdings" pitchFamily="2" charset="2"/>
              <a:buChar char="ü"/>
            </a:pPr>
            <a:r>
              <a:rPr lang="zh-CN" altLang="en-US" sz="1000" dirty="0">
                <a:ln w="6350">
                  <a:noFill/>
                </a:ln>
                <a:solidFill>
                  <a:schemeClr val="bg1"/>
                </a:solidFill>
                <a:latin typeface="Impact" pitchFamily="34" charset="0"/>
                <a:ea typeface="微软雅黑" pitchFamily="34" charset="-122"/>
              </a:rPr>
              <a:t>研究目标</a:t>
            </a:r>
          </a:p>
          <a:p>
            <a:pPr marL="171450" indent="-171450">
              <a:lnSpc>
                <a:spcPct val="150000"/>
              </a:lnSpc>
              <a:buClr>
                <a:srgbClr val="37B0E8"/>
              </a:buClr>
              <a:buFont typeface="Wingdings" pitchFamily="2" charset="2"/>
              <a:buChar char="ü"/>
            </a:pPr>
            <a:r>
              <a:rPr lang="zh-CN" altLang="en-US" sz="1000" dirty="0">
                <a:ln w="6350">
                  <a:noFill/>
                </a:ln>
                <a:solidFill>
                  <a:schemeClr val="bg1"/>
                </a:solidFill>
                <a:latin typeface="Impact" pitchFamily="34" charset="0"/>
                <a:ea typeface="微软雅黑" pitchFamily="34" charset="-122"/>
              </a:rPr>
              <a:t>成果形式</a:t>
            </a:r>
          </a:p>
          <a:p>
            <a:pPr marL="171450" indent="-171450">
              <a:lnSpc>
                <a:spcPct val="150000"/>
              </a:lnSpc>
              <a:buClr>
                <a:srgbClr val="37B0E8"/>
              </a:buClr>
              <a:buFont typeface="Wingdings" pitchFamily="2" charset="2"/>
              <a:buChar char="ü"/>
            </a:pPr>
            <a:r>
              <a:rPr lang="zh-CN" altLang="en-US" sz="1000" dirty="0">
                <a:ln w="6350">
                  <a:noFill/>
                </a:ln>
                <a:solidFill>
                  <a:schemeClr val="bg1"/>
                </a:solidFill>
                <a:latin typeface="Impact" pitchFamily="34" charset="0"/>
                <a:ea typeface="微软雅黑" pitchFamily="34" charset="-122"/>
              </a:rPr>
              <a:t>应用前景</a:t>
            </a:r>
          </a:p>
        </p:txBody>
      </p:sp>
      <p:sp>
        <p:nvSpPr>
          <p:cNvPr id="7" name="Rectangle 44"/>
          <p:cNvSpPr>
            <a:spLocks noChangeArrowheads="1"/>
          </p:cNvSpPr>
          <p:nvPr/>
        </p:nvSpPr>
        <p:spPr bwMode="auto">
          <a:xfrm>
            <a:off x="4570472" y="1357990"/>
            <a:ext cx="2377792" cy="4887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nSpc>
                <a:spcPct val="150000"/>
              </a:lnSpc>
              <a:buClr>
                <a:srgbClr val="37B0E8"/>
              </a:buClr>
            </a:pPr>
            <a:r>
              <a:rPr lang="en-US" altLang="zh-CN" sz="2400" b="1" dirty="0">
                <a:ln w="6350">
                  <a:noFill/>
                </a:ln>
                <a:solidFill>
                  <a:srgbClr val="37B0E8"/>
                </a:solidFill>
                <a:latin typeface="微软雅黑" pitchFamily="34" charset="-122"/>
                <a:ea typeface="微软雅黑" pitchFamily="34" charset="-122"/>
              </a:rPr>
              <a:t>04 </a:t>
            </a:r>
            <a:r>
              <a:rPr lang="en-US" altLang="zh-CN" sz="2400" dirty="0">
                <a:ln w="6350">
                  <a:noFill/>
                </a:ln>
                <a:solidFill>
                  <a:srgbClr val="37B0E8"/>
                </a:solidFill>
                <a:latin typeface="微软雅黑" pitchFamily="34" charset="-122"/>
                <a:ea typeface="微软雅黑" pitchFamily="34" charset="-122"/>
              </a:rPr>
              <a:t>| </a:t>
            </a:r>
            <a:r>
              <a:rPr lang="zh-CN" altLang="en-US" sz="2400" b="1" dirty="0">
                <a:ln w="6350">
                  <a:noFill/>
                </a:ln>
                <a:solidFill>
                  <a:srgbClr val="37B0E8"/>
                </a:solidFill>
                <a:latin typeface="微软雅黑" pitchFamily="34" charset="-122"/>
                <a:ea typeface="微软雅黑" pitchFamily="34" charset="-122"/>
              </a:rPr>
              <a:t>成果与应用</a:t>
            </a:r>
          </a:p>
        </p:txBody>
      </p:sp>
      <p:sp>
        <p:nvSpPr>
          <p:cNvPr id="8" name="Freeform 11"/>
          <p:cNvSpPr>
            <a:spLocks noEditPoints="1"/>
          </p:cNvSpPr>
          <p:nvPr/>
        </p:nvSpPr>
        <p:spPr bwMode="auto">
          <a:xfrm>
            <a:off x="3251464" y="1715209"/>
            <a:ext cx="355216" cy="451300"/>
          </a:xfrm>
          <a:custGeom>
            <a:avLst/>
            <a:gdLst>
              <a:gd name="T0" fmla="*/ 104 w 139"/>
              <a:gd name="T1" fmla="*/ 99 h 177"/>
              <a:gd name="T2" fmla="*/ 91 w 139"/>
              <a:gd name="T3" fmla="*/ 160 h 177"/>
              <a:gd name="T4" fmla="*/ 133 w 139"/>
              <a:gd name="T5" fmla="*/ 164 h 177"/>
              <a:gd name="T6" fmla="*/ 133 w 139"/>
              <a:gd name="T7" fmla="*/ 177 h 177"/>
              <a:gd name="T8" fmla="*/ 0 w 139"/>
              <a:gd name="T9" fmla="*/ 170 h 177"/>
              <a:gd name="T10" fmla="*/ 51 w 139"/>
              <a:gd name="T11" fmla="*/ 164 h 177"/>
              <a:gd name="T12" fmla="*/ 81 w 139"/>
              <a:gd name="T13" fmla="*/ 151 h 177"/>
              <a:gd name="T14" fmla="*/ 10 w 139"/>
              <a:gd name="T15" fmla="*/ 147 h 177"/>
              <a:gd name="T16" fmla="*/ 10 w 139"/>
              <a:gd name="T17" fmla="*/ 139 h 177"/>
              <a:gd name="T18" fmla="*/ 94 w 139"/>
              <a:gd name="T19" fmla="*/ 120 h 177"/>
              <a:gd name="T20" fmla="*/ 84 w 139"/>
              <a:gd name="T21" fmla="*/ 92 h 177"/>
              <a:gd name="T22" fmla="*/ 69 w 139"/>
              <a:gd name="T23" fmla="*/ 94 h 177"/>
              <a:gd name="T24" fmla="*/ 53 w 139"/>
              <a:gd name="T25" fmla="*/ 113 h 177"/>
              <a:gd name="T26" fmla="*/ 46 w 139"/>
              <a:gd name="T27" fmla="*/ 117 h 177"/>
              <a:gd name="T28" fmla="*/ 24 w 139"/>
              <a:gd name="T29" fmla="*/ 109 h 177"/>
              <a:gd name="T30" fmla="*/ 26 w 139"/>
              <a:gd name="T31" fmla="*/ 97 h 177"/>
              <a:gd name="T32" fmla="*/ 21 w 139"/>
              <a:gd name="T33" fmla="*/ 89 h 177"/>
              <a:gd name="T34" fmla="*/ 63 w 139"/>
              <a:gd name="T35" fmla="*/ 24 h 177"/>
              <a:gd name="T36" fmla="*/ 67 w 139"/>
              <a:gd name="T37" fmla="*/ 26 h 177"/>
              <a:gd name="T38" fmla="*/ 69 w 139"/>
              <a:gd name="T39" fmla="*/ 14 h 177"/>
              <a:gd name="T40" fmla="*/ 76 w 139"/>
              <a:gd name="T41" fmla="*/ 2 h 177"/>
              <a:gd name="T42" fmla="*/ 109 w 139"/>
              <a:gd name="T43" fmla="*/ 29 h 177"/>
              <a:gd name="T44" fmla="*/ 96 w 139"/>
              <a:gd name="T45" fmla="*/ 30 h 177"/>
              <a:gd name="T46" fmla="*/ 94 w 139"/>
              <a:gd name="T47" fmla="*/ 42 h 177"/>
              <a:gd name="T48" fmla="*/ 87 w 139"/>
              <a:gd name="T49" fmla="*/ 63 h 177"/>
              <a:gd name="T50" fmla="*/ 92 w 139"/>
              <a:gd name="T51" fmla="*/ 81 h 177"/>
              <a:gd name="T52" fmla="*/ 89 w 139"/>
              <a:gd name="T53" fmla="*/ 26 h 177"/>
              <a:gd name="T54" fmla="*/ 74 w 139"/>
              <a:gd name="T55" fmla="*/ 30 h 177"/>
              <a:gd name="T56" fmla="*/ 89 w 139"/>
              <a:gd name="T57" fmla="*/ 26 h 177"/>
              <a:gd name="T58" fmla="*/ 80 w 139"/>
              <a:gd name="T59" fmla="*/ 59 h 177"/>
              <a:gd name="T60" fmla="*/ 62 w 139"/>
              <a:gd name="T61" fmla="*/ 33 h 177"/>
              <a:gd name="T62" fmla="*/ 54 w 139"/>
              <a:gd name="T63" fmla="*/ 104 h 177"/>
              <a:gd name="T64" fmla="*/ 56 w 139"/>
              <a:gd name="T65" fmla="*/ 76 h 177"/>
              <a:gd name="T66" fmla="*/ 62 w 139"/>
              <a:gd name="T67" fmla="*/ 63 h 177"/>
              <a:gd name="T68" fmla="*/ 82 w 139"/>
              <a:gd name="T69" fmla="*/ 69 h 177"/>
              <a:gd name="T70" fmla="*/ 67 w 139"/>
              <a:gd name="T71" fmla="*/ 69 h 177"/>
              <a:gd name="T72" fmla="*/ 67 w 139"/>
              <a:gd name="T73" fmla="*/ 69 h 177"/>
              <a:gd name="T74" fmla="*/ 75 w 139"/>
              <a:gd name="T75" fmla="*/ 86 h 177"/>
              <a:gd name="T76" fmla="*/ 82 w 139"/>
              <a:gd name="T77" fmla="*/ 83 h 177"/>
              <a:gd name="T78" fmla="*/ 82 w 139"/>
              <a:gd name="T79" fmla="*/ 69 h 177"/>
              <a:gd name="T80" fmla="*/ 33 w 139"/>
              <a:gd name="T81" fmla="*/ 101 h 177"/>
              <a:gd name="T82" fmla="*/ 31 w 139"/>
              <a:gd name="T83" fmla="*/ 104 h 177"/>
              <a:gd name="T84" fmla="*/ 42 w 139"/>
              <a:gd name="T85" fmla="*/ 106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 h="177">
                <a:moveTo>
                  <a:pt x="92" y="81"/>
                </a:moveTo>
                <a:cubicBezTo>
                  <a:pt x="97" y="87"/>
                  <a:pt x="101" y="92"/>
                  <a:pt x="104" y="99"/>
                </a:cubicBezTo>
                <a:cubicBezTo>
                  <a:pt x="106" y="106"/>
                  <a:pt x="108" y="113"/>
                  <a:pt x="108" y="120"/>
                </a:cubicBezTo>
                <a:cubicBezTo>
                  <a:pt x="108" y="136"/>
                  <a:pt x="101" y="150"/>
                  <a:pt x="91" y="160"/>
                </a:cubicBezTo>
                <a:cubicBezTo>
                  <a:pt x="90" y="162"/>
                  <a:pt x="89" y="163"/>
                  <a:pt x="88" y="164"/>
                </a:cubicBezTo>
                <a:cubicBezTo>
                  <a:pt x="133" y="164"/>
                  <a:pt x="133" y="164"/>
                  <a:pt x="133" y="164"/>
                </a:cubicBezTo>
                <a:cubicBezTo>
                  <a:pt x="136" y="164"/>
                  <a:pt x="139" y="167"/>
                  <a:pt x="139" y="170"/>
                </a:cubicBezTo>
                <a:cubicBezTo>
                  <a:pt x="139" y="174"/>
                  <a:pt x="136" y="177"/>
                  <a:pt x="133" y="177"/>
                </a:cubicBezTo>
                <a:cubicBezTo>
                  <a:pt x="91" y="177"/>
                  <a:pt x="49" y="177"/>
                  <a:pt x="7" y="177"/>
                </a:cubicBezTo>
                <a:cubicBezTo>
                  <a:pt x="3" y="177"/>
                  <a:pt x="0" y="174"/>
                  <a:pt x="0" y="170"/>
                </a:cubicBezTo>
                <a:cubicBezTo>
                  <a:pt x="0" y="167"/>
                  <a:pt x="3" y="164"/>
                  <a:pt x="7" y="164"/>
                </a:cubicBezTo>
                <a:cubicBezTo>
                  <a:pt x="51" y="164"/>
                  <a:pt x="51" y="164"/>
                  <a:pt x="51" y="164"/>
                </a:cubicBezTo>
                <a:cubicBezTo>
                  <a:pt x="51" y="164"/>
                  <a:pt x="51" y="164"/>
                  <a:pt x="51" y="164"/>
                </a:cubicBezTo>
                <a:cubicBezTo>
                  <a:pt x="63" y="164"/>
                  <a:pt x="74" y="159"/>
                  <a:pt x="81" y="151"/>
                </a:cubicBezTo>
                <a:cubicBezTo>
                  <a:pt x="83" y="150"/>
                  <a:pt x="84" y="148"/>
                  <a:pt x="85" y="147"/>
                </a:cubicBezTo>
                <a:cubicBezTo>
                  <a:pt x="10" y="147"/>
                  <a:pt x="10" y="147"/>
                  <a:pt x="10" y="147"/>
                </a:cubicBezTo>
                <a:cubicBezTo>
                  <a:pt x="8" y="147"/>
                  <a:pt x="6" y="145"/>
                  <a:pt x="6" y="143"/>
                </a:cubicBezTo>
                <a:cubicBezTo>
                  <a:pt x="6" y="141"/>
                  <a:pt x="8" y="139"/>
                  <a:pt x="10" y="139"/>
                </a:cubicBezTo>
                <a:cubicBezTo>
                  <a:pt x="90" y="139"/>
                  <a:pt x="90" y="139"/>
                  <a:pt x="90" y="139"/>
                </a:cubicBezTo>
                <a:cubicBezTo>
                  <a:pt x="93" y="133"/>
                  <a:pt x="94" y="127"/>
                  <a:pt x="94" y="120"/>
                </a:cubicBezTo>
                <a:cubicBezTo>
                  <a:pt x="94" y="114"/>
                  <a:pt x="93" y="109"/>
                  <a:pt x="91" y="104"/>
                </a:cubicBezTo>
                <a:cubicBezTo>
                  <a:pt x="89" y="100"/>
                  <a:pt x="87" y="96"/>
                  <a:pt x="84" y="92"/>
                </a:cubicBezTo>
                <a:cubicBezTo>
                  <a:pt x="81" y="94"/>
                  <a:pt x="78" y="94"/>
                  <a:pt x="75" y="94"/>
                </a:cubicBezTo>
                <a:cubicBezTo>
                  <a:pt x="73" y="94"/>
                  <a:pt x="71" y="94"/>
                  <a:pt x="69" y="94"/>
                </a:cubicBezTo>
                <a:cubicBezTo>
                  <a:pt x="59" y="111"/>
                  <a:pt x="59" y="111"/>
                  <a:pt x="59" y="111"/>
                </a:cubicBezTo>
                <a:cubicBezTo>
                  <a:pt x="58" y="113"/>
                  <a:pt x="55" y="114"/>
                  <a:pt x="53" y="113"/>
                </a:cubicBezTo>
                <a:cubicBezTo>
                  <a:pt x="50" y="111"/>
                  <a:pt x="50" y="111"/>
                  <a:pt x="50" y="111"/>
                </a:cubicBezTo>
                <a:cubicBezTo>
                  <a:pt x="46" y="117"/>
                  <a:pt x="46" y="117"/>
                  <a:pt x="46" y="117"/>
                </a:cubicBezTo>
                <a:cubicBezTo>
                  <a:pt x="45" y="119"/>
                  <a:pt x="42" y="119"/>
                  <a:pt x="40" y="118"/>
                </a:cubicBezTo>
                <a:cubicBezTo>
                  <a:pt x="24" y="109"/>
                  <a:pt x="24" y="109"/>
                  <a:pt x="24" y="109"/>
                </a:cubicBezTo>
                <a:cubicBezTo>
                  <a:pt x="22" y="108"/>
                  <a:pt x="21" y="105"/>
                  <a:pt x="22" y="103"/>
                </a:cubicBezTo>
                <a:cubicBezTo>
                  <a:pt x="26" y="97"/>
                  <a:pt x="26" y="97"/>
                  <a:pt x="26" y="97"/>
                </a:cubicBezTo>
                <a:cubicBezTo>
                  <a:pt x="22" y="95"/>
                  <a:pt x="22" y="95"/>
                  <a:pt x="22" y="95"/>
                </a:cubicBezTo>
                <a:cubicBezTo>
                  <a:pt x="20" y="94"/>
                  <a:pt x="20" y="91"/>
                  <a:pt x="21" y="89"/>
                </a:cubicBezTo>
                <a:cubicBezTo>
                  <a:pt x="57" y="26"/>
                  <a:pt x="57" y="26"/>
                  <a:pt x="57" y="26"/>
                </a:cubicBezTo>
                <a:cubicBezTo>
                  <a:pt x="58" y="24"/>
                  <a:pt x="61" y="23"/>
                  <a:pt x="63" y="24"/>
                </a:cubicBezTo>
                <a:cubicBezTo>
                  <a:pt x="63" y="24"/>
                  <a:pt x="63" y="24"/>
                  <a:pt x="63" y="24"/>
                </a:cubicBezTo>
                <a:cubicBezTo>
                  <a:pt x="67" y="26"/>
                  <a:pt x="67" y="26"/>
                  <a:pt x="67" y="26"/>
                </a:cubicBezTo>
                <a:cubicBezTo>
                  <a:pt x="73" y="16"/>
                  <a:pt x="73" y="16"/>
                  <a:pt x="73" y="16"/>
                </a:cubicBezTo>
                <a:cubicBezTo>
                  <a:pt x="69" y="14"/>
                  <a:pt x="69" y="14"/>
                  <a:pt x="69" y="14"/>
                </a:cubicBezTo>
                <a:cubicBezTo>
                  <a:pt x="66" y="12"/>
                  <a:pt x="65" y="8"/>
                  <a:pt x="66" y="5"/>
                </a:cubicBezTo>
                <a:cubicBezTo>
                  <a:pt x="68" y="1"/>
                  <a:pt x="72" y="0"/>
                  <a:pt x="76" y="2"/>
                </a:cubicBezTo>
                <a:cubicBezTo>
                  <a:pt x="86" y="8"/>
                  <a:pt x="96" y="14"/>
                  <a:pt x="107" y="20"/>
                </a:cubicBezTo>
                <a:cubicBezTo>
                  <a:pt x="110" y="22"/>
                  <a:pt x="111" y="26"/>
                  <a:pt x="109" y="29"/>
                </a:cubicBezTo>
                <a:cubicBezTo>
                  <a:pt x="107" y="33"/>
                  <a:pt x="103" y="34"/>
                  <a:pt x="100" y="32"/>
                </a:cubicBezTo>
                <a:cubicBezTo>
                  <a:pt x="96" y="30"/>
                  <a:pt x="96" y="30"/>
                  <a:pt x="96" y="30"/>
                </a:cubicBezTo>
                <a:cubicBezTo>
                  <a:pt x="90" y="40"/>
                  <a:pt x="90" y="40"/>
                  <a:pt x="90" y="40"/>
                </a:cubicBezTo>
                <a:cubicBezTo>
                  <a:pt x="94" y="42"/>
                  <a:pt x="94" y="42"/>
                  <a:pt x="94" y="42"/>
                </a:cubicBezTo>
                <a:cubicBezTo>
                  <a:pt x="96" y="43"/>
                  <a:pt x="97" y="46"/>
                  <a:pt x="96" y="48"/>
                </a:cubicBezTo>
                <a:cubicBezTo>
                  <a:pt x="87" y="63"/>
                  <a:pt x="87" y="63"/>
                  <a:pt x="87" y="63"/>
                </a:cubicBezTo>
                <a:cubicBezTo>
                  <a:pt x="91" y="66"/>
                  <a:pt x="93" y="71"/>
                  <a:pt x="93" y="76"/>
                </a:cubicBezTo>
                <a:cubicBezTo>
                  <a:pt x="93" y="78"/>
                  <a:pt x="93" y="80"/>
                  <a:pt x="92" y="81"/>
                </a:cubicBezTo>
                <a:close/>
                <a:moveTo>
                  <a:pt x="89" y="26"/>
                </a:moveTo>
                <a:cubicBezTo>
                  <a:pt x="89" y="26"/>
                  <a:pt x="89" y="26"/>
                  <a:pt x="89" y="26"/>
                </a:cubicBezTo>
                <a:cubicBezTo>
                  <a:pt x="86" y="24"/>
                  <a:pt x="83" y="22"/>
                  <a:pt x="80" y="20"/>
                </a:cubicBezTo>
                <a:cubicBezTo>
                  <a:pt x="74" y="30"/>
                  <a:pt x="74" y="30"/>
                  <a:pt x="74" y="30"/>
                </a:cubicBezTo>
                <a:cubicBezTo>
                  <a:pt x="83" y="36"/>
                  <a:pt x="83" y="36"/>
                  <a:pt x="83" y="36"/>
                </a:cubicBezTo>
                <a:cubicBezTo>
                  <a:pt x="89" y="26"/>
                  <a:pt x="89" y="26"/>
                  <a:pt x="89" y="26"/>
                </a:cubicBezTo>
                <a:close/>
                <a:moveTo>
                  <a:pt x="80" y="59"/>
                </a:moveTo>
                <a:cubicBezTo>
                  <a:pt x="80" y="59"/>
                  <a:pt x="80" y="59"/>
                  <a:pt x="80" y="59"/>
                </a:cubicBezTo>
                <a:cubicBezTo>
                  <a:pt x="87" y="47"/>
                  <a:pt x="87" y="47"/>
                  <a:pt x="87" y="47"/>
                </a:cubicBezTo>
                <a:cubicBezTo>
                  <a:pt x="78" y="43"/>
                  <a:pt x="70" y="38"/>
                  <a:pt x="62" y="33"/>
                </a:cubicBezTo>
                <a:cubicBezTo>
                  <a:pt x="30" y="90"/>
                  <a:pt x="30" y="90"/>
                  <a:pt x="30" y="90"/>
                </a:cubicBezTo>
                <a:cubicBezTo>
                  <a:pt x="38" y="94"/>
                  <a:pt x="46" y="99"/>
                  <a:pt x="54" y="104"/>
                </a:cubicBezTo>
                <a:cubicBezTo>
                  <a:pt x="62" y="90"/>
                  <a:pt x="62" y="90"/>
                  <a:pt x="62" y="90"/>
                </a:cubicBezTo>
                <a:cubicBezTo>
                  <a:pt x="58" y="86"/>
                  <a:pt x="56" y="81"/>
                  <a:pt x="56" y="76"/>
                </a:cubicBezTo>
                <a:cubicBezTo>
                  <a:pt x="56" y="71"/>
                  <a:pt x="58" y="66"/>
                  <a:pt x="62" y="63"/>
                </a:cubicBezTo>
                <a:cubicBezTo>
                  <a:pt x="62" y="63"/>
                  <a:pt x="62" y="63"/>
                  <a:pt x="62" y="63"/>
                </a:cubicBezTo>
                <a:cubicBezTo>
                  <a:pt x="67" y="58"/>
                  <a:pt x="73" y="57"/>
                  <a:pt x="80" y="59"/>
                </a:cubicBezTo>
                <a:close/>
                <a:moveTo>
                  <a:pt x="82" y="69"/>
                </a:moveTo>
                <a:cubicBezTo>
                  <a:pt x="82" y="69"/>
                  <a:pt x="82" y="69"/>
                  <a:pt x="82" y="69"/>
                </a:cubicBezTo>
                <a:cubicBezTo>
                  <a:pt x="78" y="65"/>
                  <a:pt x="71" y="65"/>
                  <a:pt x="67" y="69"/>
                </a:cubicBezTo>
                <a:cubicBezTo>
                  <a:pt x="67" y="69"/>
                  <a:pt x="67" y="69"/>
                  <a:pt x="67" y="69"/>
                </a:cubicBezTo>
                <a:cubicBezTo>
                  <a:pt x="67" y="69"/>
                  <a:pt x="67" y="69"/>
                  <a:pt x="67" y="69"/>
                </a:cubicBezTo>
                <a:cubicBezTo>
                  <a:pt x="65" y="71"/>
                  <a:pt x="64" y="73"/>
                  <a:pt x="64" y="76"/>
                </a:cubicBezTo>
                <a:cubicBezTo>
                  <a:pt x="64" y="82"/>
                  <a:pt x="69" y="86"/>
                  <a:pt x="75" y="86"/>
                </a:cubicBezTo>
                <a:cubicBezTo>
                  <a:pt x="77" y="86"/>
                  <a:pt x="80" y="85"/>
                  <a:pt x="82" y="83"/>
                </a:cubicBezTo>
                <a:cubicBezTo>
                  <a:pt x="82" y="83"/>
                  <a:pt x="82" y="83"/>
                  <a:pt x="82" y="83"/>
                </a:cubicBezTo>
                <a:cubicBezTo>
                  <a:pt x="84" y="81"/>
                  <a:pt x="85" y="79"/>
                  <a:pt x="85" y="76"/>
                </a:cubicBezTo>
                <a:cubicBezTo>
                  <a:pt x="85" y="73"/>
                  <a:pt x="84" y="71"/>
                  <a:pt x="82" y="69"/>
                </a:cubicBezTo>
                <a:cubicBezTo>
                  <a:pt x="82" y="69"/>
                  <a:pt x="82" y="69"/>
                  <a:pt x="82" y="69"/>
                </a:cubicBezTo>
                <a:close/>
                <a:moveTo>
                  <a:pt x="33" y="101"/>
                </a:moveTo>
                <a:cubicBezTo>
                  <a:pt x="33" y="101"/>
                  <a:pt x="33" y="101"/>
                  <a:pt x="33" y="101"/>
                </a:cubicBezTo>
                <a:cubicBezTo>
                  <a:pt x="31" y="104"/>
                  <a:pt x="31" y="104"/>
                  <a:pt x="31" y="104"/>
                </a:cubicBezTo>
                <a:cubicBezTo>
                  <a:pt x="41" y="109"/>
                  <a:pt x="41" y="109"/>
                  <a:pt x="41" y="109"/>
                </a:cubicBezTo>
                <a:cubicBezTo>
                  <a:pt x="42" y="106"/>
                  <a:pt x="42" y="106"/>
                  <a:pt x="42" y="106"/>
                </a:cubicBezTo>
                <a:cubicBezTo>
                  <a:pt x="33" y="101"/>
                  <a:pt x="33" y="101"/>
                  <a:pt x="33" y="101"/>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pic>
        <p:nvPicPr>
          <p:cNvPr id="9" name="图片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868144" y="3579068"/>
            <a:ext cx="2898511" cy="1059606"/>
          </a:xfrm>
          <a:prstGeom prst="rect">
            <a:avLst/>
          </a:prstGeom>
        </p:spPr>
      </p:pic>
    </p:spTree>
  </p:cSld>
  <p:clrMapOvr>
    <a:masterClrMapping/>
  </p:clrMapOvr>
  <p:transition spd="slow">
    <p:push dir="u"/>
  </p:transition>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300" fill="hold"/>
                                            <p:tgtEl>
                                              <p:spTgt spid="3"/>
                                            </p:tgtEl>
                                            <p:attrNameLst>
                                              <p:attrName>ppt_w</p:attrName>
                                            </p:attrNameLst>
                                          </p:cBhvr>
                                          <p:tavLst>
                                            <p:tav tm="0">
                                              <p:val>
                                                <p:fltVal val="0"/>
                                              </p:val>
                                            </p:tav>
                                            <p:tav tm="100000">
                                              <p:val>
                                                <p:strVal val="#ppt_w"/>
                                              </p:val>
                                            </p:tav>
                                          </p:tavLst>
                                        </p:anim>
                                        <p:anim calcmode="lin" valueType="num">
                                          <p:cBhvr>
                                            <p:cTn id="8" dur="300" fill="hold"/>
                                            <p:tgtEl>
                                              <p:spTgt spid="3"/>
                                            </p:tgtEl>
                                            <p:attrNameLst>
                                              <p:attrName>ppt_h</p:attrName>
                                            </p:attrNameLst>
                                          </p:cBhvr>
                                          <p:tavLst>
                                            <p:tav tm="0">
                                              <p:val>
                                                <p:fltVal val="0"/>
                                              </p:val>
                                            </p:tav>
                                            <p:tav tm="100000">
                                              <p:val>
                                                <p:strVal val="#ppt_h"/>
                                              </p:val>
                                            </p:tav>
                                          </p:tavLst>
                                        </p:anim>
                                        <p:animEffect transition="in" filter="fade">
                                          <p:cBhvr>
                                            <p:cTn id="9" dur="300"/>
                                            <p:tgtEl>
                                              <p:spTgt spid="3"/>
                                            </p:tgtEl>
                                          </p:cBhvr>
                                        </p:animEffect>
                                      </p:childTnLst>
                                    </p:cTn>
                                  </p:par>
                                  <p:par>
                                    <p:cTn id="10" presetID="6" presetClass="emph" presetSubtype="0" autoRev="1" fill="hold" grpId="1" nodeType="withEffect">
                                      <p:stCondLst>
                                        <p:cond delay="300"/>
                                      </p:stCondLst>
                                      <p:childTnLst>
                                        <p:animScale>
                                          <p:cBhvr>
                                            <p:cTn id="11" dur="150" fill="hold"/>
                                            <p:tgtEl>
                                              <p:spTgt spid="3"/>
                                            </p:tgtEl>
                                          </p:cBhvr>
                                          <p:by x="110000" y="110000"/>
                                        </p:animScale>
                                      </p:childTnLst>
                                    </p:cTn>
                                  </p:par>
                                  <p:par>
                                    <p:cTn id="12" presetID="53" presetClass="entr" presetSubtype="16" fill="hold" grpId="0" nodeType="withEffect">
                                      <p:stCondLst>
                                        <p:cond delay="100"/>
                                      </p:stCondLst>
                                      <p:childTnLst>
                                        <p:set>
                                          <p:cBhvr>
                                            <p:cTn id="13" dur="1" fill="hold">
                                              <p:stCondLst>
                                                <p:cond delay="0"/>
                                              </p:stCondLst>
                                            </p:cTn>
                                            <p:tgtEl>
                                              <p:spTgt spid="4"/>
                                            </p:tgtEl>
                                            <p:attrNameLst>
                                              <p:attrName>style.visibility</p:attrName>
                                            </p:attrNameLst>
                                          </p:cBhvr>
                                          <p:to>
                                            <p:strVal val="visible"/>
                                          </p:to>
                                        </p:set>
                                        <p:anim calcmode="lin" valueType="num">
                                          <p:cBhvr>
                                            <p:cTn id="14" dur="300" fill="hold"/>
                                            <p:tgtEl>
                                              <p:spTgt spid="4"/>
                                            </p:tgtEl>
                                            <p:attrNameLst>
                                              <p:attrName>ppt_w</p:attrName>
                                            </p:attrNameLst>
                                          </p:cBhvr>
                                          <p:tavLst>
                                            <p:tav tm="0">
                                              <p:val>
                                                <p:fltVal val="0"/>
                                              </p:val>
                                            </p:tav>
                                            <p:tav tm="100000">
                                              <p:val>
                                                <p:strVal val="#ppt_w"/>
                                              </p:val>
                                            </p:tav>
                                          </p:tavLst>
                                        </p:anim>
                                        <p:anim calcmode="lin" valueType="num">
                                          <p:cBhvr>
                                            <p:cTn id="15" dur="300" fill="hold"/>
                                            <p:tgtEl>
                                              <p:spTgt spid="4"/>
                                            </p:tgtEl>
                                            <p:attrNameLst>
                                              <p:attrName>ppt_h</p:attrName>
                                            </p:attrNameLst>
                                          </p:cBhvr>
                                          <p:tavLst>
                                            <p:tav tm="0">
                                              <p:val>
                                                <p:fltVal val="0"/>
                                              </p:val>
                                            </p:tav>
                                            <p:tav tm="100000">
                                              <p:val>
                                                <p:strVal val="#ppt_h"/>
                                              </p:val>
                                            </p:tav>
                                          </p:tavLst>
                                        </p:anim>
                                        <p:animEffect transition="in" filter="fade">
                                          <p:cBhvr>
                                            <p:cTn id="16" dur="300"/>
                                            <p:tgtEl>
                                              <p:spTgt spid="4"/>
                                            </p:tgtEl>
                                          </p:cBhvr>
                                        </p:animEffect>
                                      </p:childTnLst>
                                    </p:cTn>
                                  </p:par>
                                  <p:par>
                                    <p:cTn id="17" presetID="6" presetClass="emph" presetSubtype="0" autoRev="1" fill="hold" grpId="1" nodeType="withEffect">
                                      <p:stCondLst>
                                        <p:cond delay="400"/>
                                      </p:stCondLst>
                                      <p:childTnLst>
                                        <p:animScale>
                                          <p:cBhvr>
                                            <p:cTn id="18" dur="150" fill="hold"/>
                                            <p:tgtEl>
                                              <p:spTgt spid="4"/>
                                            </p:tgtEl>
                                          </p:cBhvr>
                                          <p:by x="110000" y="110000"/>
                                        </p:animScale>
                                      </p:childTnLst>
                                    </p:cTn>
                                  </p:par>
                                  <p:par>
                                    <p:cTn id="19" presetID="2" presetClass="entr" presetSubtype="2" fill="hold" grpId="0" nodeType="withEffect" p14:presetBounceEnd="60000">
                                      <p:stCondLst>
                                        <p:cond delay="500"/>
                                      </p:stCondLst>
                                      <p:childTnLst>
                                        <p:set>
                                          <p:cBhvr>
                                            <p:cTn id="20" dur="1" fill="hold">
                                              <p:stCondLst>
                                                <p:cond delay="0"/>
                                              </p:stCondLst>
                                            </p:cTn>
                                            <p:tgtEl>
                                              <p:spTgt spid="5"/>
                                            </p:tgtEl>
                                            <p:attrNameLst>
                                              <p:attrName>style.visibility</p:attrName>
                                            </p:attrNameLst>
                                          </p:cBhvr>
                                          <p:to>
                                            <p:strVal val="visible"/>
                                          </p:to>
                                        </p:set>
                                        <p:anim calcmode="lin" valueType="num" p14:bounceEnd="60000">
                                          <p:cBhvr additive="base">
                                            <p:cTn id="21" dur="500" fill="hold"/>
                                            <p:tgtEl>
                                              <p:spTgt spid="5"/>
                                            </p:tgtEl>
                                            <p:attrNameLst>
                                              <p:attrName>ppt_x</p:attrName>
                                            </p:attrNameLst>
                                          </p:cBhvr>
                                          <p:tavLst>
                                            <p:tav tm="0">
                                              <p:val>
                                                <p:strVal val="1+#ppt_w/2"/>
                                              </p:val>
                                            </p:tav>
                                            <p:tav tm="100000">
                                              <p:val>
                                                <p:strVal val="#ppt_x"/>
                                              </p:val>
                                            </p:tav>
                                          </p:tavLst>
                                        </p:anim>
                                        <p:anim calcmode="lin" valueType="num" p14:bounceEnd="60000">
                                          <p:cBhvr additive="base">
                                            <p:cTn id="22" dur="500" fill="hold"/>
                                            <p:tgtEl>
                                              <p:spTgt spid="5"/>
                                            </p:tgtEl>
                                            <p:attrNameLst>
                                              <p:attrName>ppt_y</p:attrName>
                                            </p:attrNameLst>
                                          </p:cBhvr>
                                          <p:tavLst>
                                            <p:tav tm="0">
                                              <p:val>
                                                <p:strVal val="#ppt_y"/>
                                              </p:val>
                                            </p:tav>
                                            <p:tav tm="100000">
                                              <p:val>
                                                <p:strVal val="#ppt_y"/>
                                              </p:val>
                                            </p:tav>
                                          </p:tavLst>
                                        </p:anim>
                                      </p:childTnLst>
                                    </p:cTn>
                                  </p:par>
                                  <p:par>
                                    <p:cTn id="23" presetID="2" presetClass="entr" presetSubtype="2" fill="hold" grpId="0" nodeType="withEffect" p14:presetBounceEnd="60000">
                                      <p:stCondLst>
                                        <p:cond delay="500"/>
                                      </p:stCondLst>
                                      <p:childTnLst>
                                        <p:set>
                                          <p:cBhvr>
                                            <p:cTn id="24" dur="1" fill="hold">
                                              <p:stCondLst>
                                                <p:cond delay="0"/>
                                              </p:stCondLst>
                                            </p:cTn>
                                            <p:tgtEl>
                                              <p:spTgt spid="7"/>
                                            </p:tgtEl>
                                            <p:attrNameLst>
                                              <p:attrName>style.visibility</p:attrName>
                                            </p:attrNameLst>
                                          </p:cBhvr>
                                          <p:to>
                                            <p:strVal val="visible"/>
                                          </p:to>
                                        </p:set>
                                        <p:anim calcmode="lin" valueType="num" p14:bounceEnd="60000">
                                          <p:cBhvr additive="base">
                                            <p:cTn id="25" dur="500" fill="hold"/>
                                            <p:tgtEl>
                                              <p:spTgt spid="7"/>
                                            </p:tgtEl>
                                            <p:attrNameLst>
                                              <p:attrName>ppt_x</p:attrName>
                                            </p:attrNameLst>
                                          </p:cBhvr>
                                          <p:tavLst>
                                            <p:tav tm="0">
                                              <p:val>
                                                <p:strVal val="1+#ppt_w/2"/>
                                              </p:val>
                                            </p:tav>
                                            <p:tav tm="100000">
                                              <p:val>
                                                <p:strVal val="#ppt_x"/>
                                              </p:val>
                                            </p:tav>
                                          </p:tavLst>
                                        </p:anim>
                                        <p:anim calcmode="lin" valueType="num" p14:bounceEnd="60000">
                                          <p:cBhvr additive="base">
                                            <p:cTn id="26" dur="500" fill="hold"/>
                                            <p:tgtEl>
                                              <p:spTgt spid="7"/>
                                            </p:tgtEl>
                                            <p:attrNameLst>
                                              <p:attrName>ppt_y</p:attrName>
                                            </p:attrNameLst>
                                          </p:cBhvr>
                                          <p:tavLst>
                                            <p:tav tm="0">
                                              <p:val>
                                                <p:strVal val="#ppt_y"/>
                                              </p:val>
                                            </p:tav>
                                            <p:tav tm="100000">
                                              <p:val>
                                                <p:strVal val="#ppt_y"/>
                                              </p:val>
                                            </p:tav>
                                          </p:tavLst>
                                        </p:anim>
                                      </p:childTnLst>
                                    </p:cTn>
                                  </p:par>
                                  <p:par>
                                    <p:cTn id="27" presetID="53" presetClass="entr" presetSubtype="16" fill="hold" grpId="0" nodeType="withEffect">
                                      <p:stCondLst>
                                        <p:cond delay="200"/>
                                      </p:stCondLst>
                                      <p:childTnLst>
                                        <p:set>
                                          <p:cBhvr>
                                            <p:cTn id="28" dur="1" fill="hold">
                                              <p:stCondLst>
                                                <p:cond delay="0"/>
                                              </p:stCondLst>
                                            </p:cTn>
                                            <p:tgtEl>
                                              <p:spTgt spid="8"/>
                                            </p:tgtEl>
                                            <p:attrNameLst>
                                              <p:attrName>style.visibility</p:attrName>
                                            </p:attrNameLst>
                                          </p:cBhvr>
                                          <p:to>
                                            <p:strVal val="visible"/>
                                          </p:to>
                                        </p:set>
                                        <p:anim calcmode="lin" valueType="num">
                                          <p:cBhvr>
                                            <p:cTn id="29" dur="300" fill="hold"/>
                                            <p:tgtEl>
                                              <p:spTgt spid="8"/>
                                            </p:tgtEl>
                                            <p:attrNameLst>
                                              <p:attrName>ppt_w</p:attrName>
                                            </p:attrNameLst>
                                          </p:cBhvr>
                                          <p:tavLst>
                                            <p:tav tm="0">
                                              <p:val>
                                                <p:fltVal val="0"/>
                                              </p:val>
                                            </p:tav>
                                            <p:tav tm="100000">
                                              <p:val>
                                                <p:strVal val="#ppt_w"/>
                                              </p:val>
                                            </p:tav>
                                          </p:tavLst>
                                        </p:anim>
                                        <p:anim calcmode="lin" valueType="num">
                                          <p:cBhvr>
                                            <p:cTn id="30" dur="300" fill="hold"/>
                                            <p:tgtEl>
                                              <p:spTgt spid="8"/>
                                            </p:tgtEl>
                                            <p:attrNameLst>
                                              <p:attrName>ppt_h</p:attrName>
                                            </p:attrNameLst>
                                          </p:cBhvr>
                                          <p:tavLst>
                                            <p:tav tm="0">
                                              <p:val>
                                                <p:fltVal val="0"/>
                                              </p:val>
                                            </p:tav>
                                            <p:tav tm="100000">
                                              <p:val>
                                                <p:strVal val="#ppt_h"/>
                                              </p:val>
                                            </p:tav>
                                          </p:tavLst>
                                        </p:anim>
                                        <p:animEffect transition="in" filter="fade">
                                          <p:cBhvr>
                                            <p:cTn id="31" dur="300"/>
                                            <p:tgtEl>
                                              <p:spTgt spid="8"/>
                                            </p:tgtEl>
                                          </p:cBhvr>
                                        </p:animEffect>
                                      </p:childTnLst>
                                    </p:cTn>
                                  </p:par>
                                  <p:par>
                                    <p:cTn id="32" presetID="6" presetClass="emph" presetSubtype="0" autoRev="1" fill="hold" grpId="1" nodeType="withEffect">
                                      <p:stCondLst>
                                        <p:cond delay="500"/>
                                      </p:stCondLst>
                                      <p:childTnLst>
                                        <p:animScale>
                                          <p:cBhvr>
                                            <p:cTn id="33" dur="150" fill="hold"/>
                                            <p:tgtEl>
                                              <p:spTgt spid="8"/>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P spid="4" grpId="0" animBg="1"/>
          <p:bldP spid="4" grpId="1" animBg="1"/>
          <p:bldP spid="5" grpId="0"/>
          <p:bldP spid="7" grpId="0"/>
          <p:bldP spid="8" grpId="0" animBg="1"/>
          <p:bldP spid="8" grpId="1"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300" fill="hold"/>
                                            <p:tgtEl>
                                              <p:spTgt spid="3"/>
                                            </p:tgtEl>
                                            <p:attrNameLst>
                                              <p:attrName>ppt_w</p:attrName>
                                            </p:attrNameLst>
                                          </p:cBhvr>
                                          <p:tavLst>
                                            <p:tav tm="0">
                                              <p:val>
                                                <p:fltVal val="0"/>
                                              </p:val>
                                            </p:tav>
                                            <p:tav tm="100000">
                                              <p:val>
                                                <p:strVal val="#ppt_w"/>
                                              </p:val>
                                            </p:tav>
                                          </p:tavLst>
                                        </p:anim>
                                        <p:anim calcmode="lin" valueType="num">
                                          <p:cBhvr>
                                            <p:cTn id="8" dur="300" fill="hold"/>
                                            <p:tgtEl>
                                              <p:spTgt spid="3"/>
                                            </p:tgtEl>
                                            <p:attrNameLst>
                                              <p:attrName>ppt_h</p:attrName>
                                            </p:attrNameLst>
                                          </p:cBhvr>
                                          <p:tavLst>
                                            <p:tav tm="0">
                                              <p:val>
                                                <p:fltVal val="0"/>
                                              </p:val>
                                            </p:tav>
                                            <p:tav tm="100000">
                                              <p:val>
                                                <p:strVal val="#ppt_h"/>
                                              </p:val>
                                            </p:tav>
                                          </p:tavLst>
                                        </p:anim>
                                        <p:animEffect transition="in" filter="fade">
                                          <p:cBhvr>
                                            <p:cTn id="9" dur="300"/>
                                            <p:tgtEl>
                                              <p:spTgt spid="3"/>
                                            </p:tgtEl>
                                          </p:cBhvr>
                                        </p:animEffect>
                                      </p:childTnLst>
                                    </p:cTn>
                                  </p:par>
                                  <p:par>
                                    <p:cTn id="10" presetID="6" presetClass="emph" presetSubtype="0" autoRev="1" fill="hold" grpId="1" nodeType="withEffect">
                                      <p:stCondLst>
                                        <p:cond delay="300"/>
                                      </p:stCondLst>
                                      <p:childTnLst>
                                        <p:animScale>
                                          <p:cBhvr>
                                            <p:cTn id="11" dur="150" fill="hold"/>
                                            <p:tgtEl>
                                              <p:spTgt spid="3"/>
                                            </p:tgtEl>
                                          </p:cBhvr>
                                          <p:by x="110000" y="110000"/>
                                        </p:animScale>
                                      </p:childTnLst>
                                    </p:cTn>
                                  </p:par>
                                  <p:par>
                                    <p:cTn id="12" presetID="53" presetClass="entr" presetSubtype="16" fill="hold" grpId="0" nodeType="withEffect">
                                      <p:stCondLst>
                                        <p:cond delay="100"/>
                                      </p:stCondLst>
                                      <p:childTnLst>
                                        <p:set>
                                          <p:cBhvr>
                                            <p:cTn id="13" dur="1" fill="hold">
                                              <p:stCondLst>
                                                <p:cond delay="0"/>
                                              </p:stCondLst>
                                            </p:cTn>
                                            <p:tgtEl>
                                              <p:spTgt spid="4"/>
                                            </p:tgtEl>
                                            <p:attrNameLst>
                                              <p:attrName>style.visibility</p:attrName>
                                            </p:attrNameLst>
                                          </p:cBhvr>
                                          <p:to>
                                            <p:strVal val="visible"/>
                                          </p:to>
                                        </p:set>
                                        <p:anim calcmode="lin" valueType="num">
                                          <p:cBhvr>
                                            <p:cTn id="14" dur="300" fill="hold"/>
                                            <p:tgtEl>
                                              <p:spTgt spid="4"/>
                                            </p:tgtEl>
                                            <p:attrNameLst>
                                              <p:attrName>ppt_w</p:attrName>
                                            </p:attrNameLst>
                                          </p:cBhvr>
                                          <p:tavLst>
                                            <p:tav tm="0">
                                              <p:val>
                                                <p:fltVal val="0"/>
                                              </p:val>
                                            </p:tav>
                                            <p:tav tm="100000">
                                              <p:val>
                                                <p:strVal val="#ppt_w"/>
                                              </p:val>
                                            </p:tav>
                                          </p:tavLst>
                                        </p:anim>
                                        <p:anim calcmode="lin" valueType="num">
                                          <p:cBhvr>
                                            <p:cTn id="15" dur="300" fill="hold"/>
                                            <p:tgtEl>
                                              <p:spTgt spid="4"/>
                                            </p:tgtEl>
                                            <p:attrNameLst>
                                              <p:attrName>ppt_h</p:attrName>
                                            </p:attrNameLst>
                                          </p:cBhvr>
                                          <p:tavLst>
                                            <p:tav tm="0">
                                              <p:val>
                                                <p:fltVal val="0"/>
                                              </p:val>
                                            </p:tav>
                                            <p:tav tm="100000">
                                              <p:val>
                                                <p:strVal val="#ppt_h"/>
                                              </p:val>
                                            </p:tav>
                                          </p:tavLst>
                                        </p:anim>
                                        <p:animEffect transition="in" filter="fade">
                                          <p:cBhvr>
                                            <p:cTn id="16" dur="300"/>
                                            <p:tgtEl>
                                              <p:spTgt spid="4"/>
                                            </p:tgtEl>
                                          </p:cBhvr>
                                        </p:animEffect>
                                      </p:childTnLst>
                                    </p:cTn>
                                  </p:par>
                                  <p:par>
                                    <p:cTn id="17" presetID="6" presetClass="emph" presetSubtype="0" autoRev="1" fill="hold" grpId="1" nodeType="withEffect">
                                      <p:stCondLst>
                                        <p:cond delay="400"/>
                                      </p:stCondLst>
                                      <p:childTnLst>
                                        <p:animScale>
                                          <p:cBhvr>
                                            <p:cTn id="18" dur="150" fill="hold"/>
                                            <p:tgtEl>
                                              <p:spTgt spid="4"/>
                                            </p:tgtEl>
                                          </p:cBhvr>
                                          <p:by x="110000" y="110000"/>
                                        </p:animScale>
                                      </p:childTnLst>
                                    </p:cTn>
                                  </p:par>
                                  <p:par>
                                    <p:cTn id="19" presetID="2" presetClass="entr" presetSubtype="2" fill="hold" grpId="0" nodeType="withEffect">
                                      <p:stCondLst>
                                        <p:cond delay="500"/>
                                      </p:stCondLst>
                                      <p:childTnLst>
                                        <p:set>
                                          <p:cBhvr>
                                            <p:cTn id="20" dur="1" fill="hold">
                                              <p:stCondLst>
                                                <p:cond delay="0"/>
                                              </p:stCondLst>
                                            </p:cTn>
                                            <p:tgtEl>
                                              <p:spTgt spid="5"/>
                                            </p:tgtEl>
                                            <p:attrNameLst>
                                              <p:attrName>style.visibility</p:attrName>
                                            </p:attrNameLst>
                                          </p:cBhvr>
                                          <p:to>
                                            <p:strVal val="visible"/>
                                          </p:to>
                                        </p:set>
                                        <p:anim calcmode="lin" valueType="num">
                                          <p:cBhvr additive="base">
                                            <p:cTn id="21" dur="500" fill="hold"/>
                                            <p:tgtEl>
                                              <p:spTgt spid="5"/>
                                            </p:tgtEl>
                                            <p:attrNameLst>
                                              <p:attrName>ppt_x</p:attrName>
                                            </p:attrNameLst>
                                          </p:cBhvr>
                                          <p:tavLst>
                                            <p:tav tm="0">
                                              <p:val>
                                                <p:strVal val="1+#ppt_w/2"/>
                                              </p:val>
                                            </p:tav>
                                            <p:tav tm="100000">
                                              <p:val>
                                                <p:strVal val="#ppt_x"/>
                                              </p:val>
                                            </p:tav>
                                          </p:tavLst>
                                        </p:anim>
                                        <p:anim calcmode="lin" valueType="num">
                                          <p:cBhvr additive="base">
                                            <p:cTn id="22" dur="500" fill="hold"/>
                                            <p:tgtEl>
                                              <p:spTgt spid="5"/>
                                            </p:tgtEl>
                                            <p:attrNameLst>
                                              <p:attrName>ppt_y</p:attrName>
                                            </p:attrNameLst>
                                          </p:cBhvr>
                                          <p:tavLst>
                                            <p:tav tm="0">
                                              <p:val>
                                                <p:strVal val="#ppt_y"/>
                                              </p:val>
                                            </p:tav>
                                            <p:tav tm="100000">
                                              <p:val>
                                                <p:strVal val="#ppt_y"/>
                                              </p:val>
                                            </p:tav>
                                          </p:tavLst>
                                        </p:anim>
                                      </p:childTnLst>
                                    </p:cTn>
                                  </p:par>
                                  <p:par>
                                    <p:cTn id="23" presetID="2" presetClass="entr" presetSubtype="2" fill="hold" grpId="0" nodeType="withEffect">
                                      <p:stCondLst>
                                        <p:cond delay="500"/>
                                      </p:stCondLst>
                                      <p:childTnLst>
                                        <p:set>
                                          <p:cBhvr>
                                            <p:cTn id="24" dur="1" fill="hold">
                                              <p:stCondLst>
                                                <p:cond delay="0"/>
                                              </p:stCondLst>
                                            </p:cTn>
                                            <p:tgtEl>
                                              <p:spTgt spid="7"/>
                                            </p:tgtEl>
                                            <p:attrNameLst>
                                              <p:attrName>style.visibility</p:attrName>
                                            </p:attrNameLst>
                                          </p:cBhvr>
                                          <p:to>
                                            <p:strVal val="visible"/>
                                          </p:to>
                                        </p:set>
                                        <p:anim calcmode="lin" valueType="num">
                                          <p:cBhvr additive="base">
                                            <p:cTn id="25" dur="500" fill="hold"/>
                                            <p:tgtEl>
                                              <p:spTgt spid="7"/>
                                            </p:tgtEl>
                                            <p:attrNameLst>
                                              <p:attrName>ppt_x</p:attrName>
                                            </p:attrNameLst>
                                          </p:cBhvr>
                                          <p:tavLst>
                                            <p:tav tm="0">
                                              <p:val>
                                                <p:strVal val="1+#ppt_w/2"/>
                                              </p:val>
                                            </p:tav>
                                            <p:tav tm="100000">
                                              <p:val>
                                                <p:strVal val="#ppt_x"/>
                                              </p:val>
                                            </p:tav>
                                          </p:tavLst>
                                        </p:anim>
                                        <p:anim calcmode="lin" valueType="num">
                                          <p:cBhvr additive="base">
                                            <p:cTn id="26" dur="500" fill="hold"/>
                                            <p:tgtEl>
                                              <p:spTgt spid="7"/>
                                            </p:tgtEl>
                                            <p:attrNameLst>
                                              <p:attrName>ppt_y</p:attrName>
                                            </p:attrNameLst>
                                          </p:cBhvr>
                                          <p:tavLst>
                                            <p:tav tm="0">
                                              <p:val>
                                                <p:strVal val="#ppt_y"/>
                                              </p:val>
                                            </p:tav>
                                            <p:tav tm="100000">
                                              <p:val>
                                                <p:strVal val="#ppt_y"/>
                                              </p:val>
                                            </p:tav>
                                          </p:tavLst>
                                        </p:anim>
                                      </p:childTnLst>
                                    </p:cTn>
                                  </p:par>
                                  <p:par>
                                    <p:cTn id="27" presetID="53" presetClass="entr" presetSubtype="16" fill="hold" grpId="0" nodeType="withEffect">
                                      <p:stCondLst>
                                        <p:cond delay="200"/>
                                      </p:stCondLst>
                                      <p:childTnLst>
                                        <p:set>
                                          <p:cBhvr>
                                            <p:cTn id="28" dur="1" fill="hold">
                                              <p:stCondLst>
                                                <p:cond delay="0"/>
                                              </p:stCondLst>
                                            </p:cTn>
                                            <p:tgtEl>
                                              <p:spTgt spid="8"/>
                                            </p:tgtEl>
                                            <p:attrNameLst>
                                              <p:attrName>style.visibility</p:attrName>
                                            </p:attrNameLst>
                                          </p:cBhvr>
                                          <p:to>
                                            <p:strVal val="visible"/>
                                          </p:to>
                                        </p:set>
                                        <p:anim calcmode="lin" valueType="num">
                                          <p:cBhvr>
                                            <p:cTn id="29" dur="300" fill="hold"/>
                                            <p:tgtEl>
                                              <p:spTgt spid="8"/>
                                            </p:tgtEl>
                                            <p:attrNameLst>
                                              <p:attrName>ppt_w</p:attrName>
                                            </p:attrNameLst>
                                          </p:cBhvr>
                                          <p:tavLst>
                                            <p:tav tm="0">
                                              <p:val>
                                                <p:fltVal val="0"/>
                                              </p:val>
                                            </p:tav>
                                            <p:tav tm="100000">
                                              <p:val>
                                                <p:strVal val="#ppt_w"/>
                                              </p:val>
                                            </p:tav>
                                          </p:tavLst>
                                        </p:anim>
                                        <p:anim calcmode="lin" valueType="num">
                                          <p:cBhvr>
                                            <p:cTn id="30" dur="300" fill="hold"/>
                                            <p:tgtEl>
                                              <p:spTgt spid="8"/>
                                            </p:tgtEl>
                                            <p:attrNameLst>
                                              <p:attrName>ppt_h</p:attrName>
                                            </p:attrNameLst>
                                          </p:cBhvr>
                                          <p:tavLst>
                                            <p:tav tm="0">
                                              <p:val>
                                                <p:fltVal val="0"/>
                                              </p:val>
                                            </p:tav>
                                            <p:tav tm="100000">
                                              <p:val>
                                                <p:strVal val="#ppt_h"/>
                                              </p:val>
                                            </p:tav>
                                          </p:tavLst>
                                        </p:anim>
                                        <p:animEffect transition="in" filter="fade">
                                          <p:cBhvr>
                                            <p:cTn id="31" dur="300"/>
                                            <p:tgtEl>
                                              <p:spTgt spid="8"/>
                                            </p:tgtEl>
                                          </p:cBhvr>
                                        </p:animEffect>
                                      </p:childTnLst>
                                    </p:cTn>
                                  </p:par>
                                  <p:par>
                                    <p:cTn id="32" presetID="6" presetClass="emph" presetSubtype="0" autoRev="1" fill="hold" grpId="1" nodeType="withEffect">
                                      <p:stCondLst>
                                        <p:cond delay="500"/>
                                      </p:stCondLst>
                                      <p:childTnLst>
                                        <p:animScale>
                                          <p:cBhvr>
                                            <p:cTn id="33" dur="150" fill="hold"/>
                                            <p:tgtEl>
                                              <p:spTgt spid="8"/>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P spid="4" grpId="0" animBg="1"/>
          <p:bldP spid="4" grpId="1" animBg="1"/>
          <p:bldP spid="5" grpId="0"/>
          <p:bldP spid="7" grpId="0"/>
          <p:bldP spid="8" grpId="0" animBg="1"/>
          <p:bldP spid="8" grpId="1" animBg="1"/>
        </p:bldLst>
      </p:timing>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nvCxnSpPr>
        <p:spPr>
          <a:xfrm flipH="1">
            <a:off x="0" y="2368389"/>
            <a:ext cx="390525" cy="0"/>
          </a:xfrm>
          <a:prstGeom prst="line">
            <a:avLst/>
          </a:prstGeom>
          <a:ln w="6350">
            <a:solidFill>
              <a:srgbClr val="62768C"/>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flipH="1">
            <a:off x="0" y="1977864"/>
            <a:ext cx="390525" cy="0"/>
          </a:xfrm>
          <a:prstGeom prst="line">
            <a:avLst/>
          </a:prstGeom>
          <a:ln w="6350">
            <a:solidFill>
              <a:srgbClr val="62768C"/>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H="1">
            <a:off x="0" y="2762089"/>
            <a:ext cx="390525" cy="0"/>
          </a:xfrm>
          <a:prstGeom prst="line">
            <a:avLst/>
          </a:prstGeom>
          <a:ln w="6350">
            <a:solidFill>
              <a:srgbClr val="62768C"/>
            </a:solidFill>
          </a:ln>
        </p:spPr>
        <p:style>
          <a:lnRef idx="1">
            <a:schemeClr val="accent1"/>
          </a:lnRef>
          <a:fillRef idx="0">
            <a:schemeClr val="accent1"/>
          </a:fillRef>
          <a:effectRef idx="0">
            <a:schemeClr val="accent1"/>
          </a:effectRef>
          <a:fontRef idx="minor">
            <a:schemeClr val="tx1"/>
          </a:fontRef>
        </p:style>
      </p:cxnSp>
      <p:sp>
        <p:nvSpPr>
          <p:cNvPr id="37" name="矩形 36"/>
          <p:cNvSpPr/>
          <p:nvPr/>
        </p:nvSpPr>
        <p:spPr>
          <a:xfrm>
            <a:off x="-1" y="2764422"/>
            <a:ext cx="1280513" cy="390525"/>
          </a:xfrm>
          <a:prstGeom prst="rect">
            <a:avLst/>
          </a:prstGeom>
          <a:solidFill>
            <a:srgbClr val="37B0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Freeform 11"/>
          <p:cNvSpPr>
            <a:spLocks noEditPoints="1"/>
          </p:cNvSpPr>
          <p:nvPr/>
        </p:nvSpPr>
        <p:spPr bwMode="auto">
          <a:xfrm>
            <a:off x="124293" y="2864285"/>
            <a:ext cx="150176" cy="190798"/>
          </a:xfrm>
          <a:custGeom>
            <a:avLst/>
            <a:gdLst>
              <a:gd name="T0" fmla="*/ 104 w 139"/>
              <a:gd name="T1" fmla="*/ 99 h 177"/>
              <a:gd name="T2" fmla="*/ 91 w 139"/>
              <a:gd name="T3" fmla="*/ 160 h 177"/>
              <a:gd name="T4" fmla="*/ 133 w 139"/>
              <a:gd name="T5" fmla="*/ 164 h 177"/>
              <a:gd name="T6" fmla="*/ 133 w 139"/>
              <a:gd name="T7" fmla="*/ 177 h 177"/>
              <a:gd name="T8" fmla="*/ 0 w 139"/>
              <a:gd name="T9" fmla="*/ 170 h 177"/>
              <a:gd name="T10" fmla="*/ 51 w 139"/>
              <a:gd name="T11" fmla="*/ 164 h 177"/>
              <a:gd name="T12" fmla="*/ 81 w 139"/>
              <a:gd name="T13" fmla="*/ 151 h 177"/>
              <a:gd name="T14" fmla="*/ 10 w 139"/>
              <a:gd name="T15" fmla="*/ 147 h 177"/>
              <a:gd name="T16" fmla="*/ 10 w 139"/>
              <a:gd name="T17" fmla="*/ 139 h 177"/>
              <a:gd name="T18" fmla="*/ 94 w 139"/>
              <a:gd name="T19" fmla="*/ 120 h 177"/>
              <a:gd name="T20" fmla="*/ 84 w 139"/>
              <a:gd name="T21" fmla="*/ 92 h 177"/>
              <a:gd name="T22" fmla="*/ 69 w 139"/>
              <a:gd name="T23" fmla="*/ 94 h 177"/>
              <a:gd name="T24" fmla="*/ 53 w 139"/>
              <a:gd name="T25" fmla="*/ 113 h 177"/>
              <a:gd name="T26" fmla="*/ 46 w 139"/>
              <a:gd name="T27" fmla="*/ 117 h 177"/>
              <a:gd name="T28" fmla="*/ 24 w 139"/>
              <a:gd name="T29" fmla="*/ 109 h 177"/>
              <a:gd name="T30" fmla="*/ 26 w 139"/>
              <a:gd name="T31" fmla="*/ 97 h 177"/>
              <a:gd name="T32" fmla="*/ 21 w 139"/>
              <a:gd name="T33" fmla="*/ 89 h 177"/>
              <a:gd name="T34" fmla="*/ 63 w 139"/>
              <a:gd name="T35" fmla="*/ 24 h 177"/>
              <a:gd name="T36" fmla="*/ 67 w 139"/>
              <a:gd name="T37" fmla="*/ 26 h 177"/>
              <a:gd name="T38" fmla="*/ 69 w 139"/>
              <a:gd name="T39" fmla="*/ 14 h 177"/>
              <a:gd name="T40" fmla="*/ 76 w 139"/>
              <a:gd name="T41" fmla="*/ 2 h 177"/>
              <a:gd name="T42" fmla="*/ 109 w 139"/>
              <a:gd name="T43" fmla="*/ 29 h 177"/>
              <a:gd name="T44" fmla="*/ 96 w 139"/>
              <a:gd name="T45" fmla="*/ 30 h 177"/>
              <a:gd name="T46" fmla="*/ 94 w 139"/>
              <a:gd name="T47" fmla="*/ 42 h 177"/>
              <a:gd name="T48" fmla="*/ 87 w 139"/>
              <a:gd name="T49" fmla="*/ 63 h 177"/>
              <a:gd name="T50" fmla="*/ 92 w 139"/>
              <a:gd name="T51" fmla="*/ 81 h 177"/>
              <a:gd name="T52" fmla="*/ 89 w 139"/>
              <a:gd name="T53" fmla="*/ 26 h 177"/>
              <a:gd name="T54" fmla="*/ 74 w 139"/>
              <a:gd name="T55" fmla="*/ 30 h 177"/>
              <a:gd name="T56" fmla="*/ 89 w 139"/>
              <a:gd name="T57" fmla="*/ 26 h 177"/>
              <a:gd name="T58" fmla="*/ 80 w 139"/>
              <a:gd name="T59" fmla="*/ 59 h 177"/>
              <a:gd name="T60" fmla="*/ 62 w 139"/>
              <a:gd name="T61" fmla="*/ 33 h 177"/>
              <a:gd name="T62" fmla="*/ 54 w 139"/>
              <a:gd name="T63" fmla="*/ 104 h 177"/>
              <a:gd name="T64" fmla="*/ 56 w 139"/>
              <a:gd name="T65" fmla="*/ 76 h 177"/>
              <a:gd name="T66" fmla="*/ 62 w 139"/>
              <a:gd name="T67" fmla="*/ 63 h 177"/>
              <a:gd name="T68" fmla="*/ 82 w 139"/>
              <a:gd name="T69" fmla="*/ 69 h 177"/>
              <a:gd name="T70" fmla="*/ 67 w 139"/>
              <a:gd name="T71" fmla="*/ 69 h 177"/>
              <a:gd name="T72" fmla="*/ 67 w 139"/>
              <a:gd name="T73" fmla="*/ 69 h 177"/>
              <a:gd name="T74" fmla="*/ 75 w 139"/>
              <a:gd name="T75" fmla="*/ 86 h 177"/>
              <a:gd name="T76" fmla="*/ 82 w 139"/>
              <a:gd name="T77" fmla="*/ 83 h 177"/>
              <a:gd name="T78" fmla="*/ 82 w 139"/>
              <a:gd name="T79" fmla="*/ 69 h 177"/>
              <a:gd name="T80" fmla="*/ 33 w 139"/>
              <a:gd name="T81" fmla="*/ 101 h 177"/>
              <a:gd name="T82" fmla="*/ 31 w 139"/>
              <a:gd name="T83" fmla="*/ 104 h 177"/>
              <a:gd name="T84" fmla="*/ 42 w 139"/>
              <a:gd name="T85" fmla="*/ 106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 h="177">
                <a:moveTo>
                  <a:pt x="92" y="81"/>
                </a:moveTo>
                <a:cubicBezTo>
                  <a:pt x="97" y="87"/>
                  <a:pt x="101" y="92"/>
                  <a:pt x="104" y="99"/>
                </a:cubicBezTo>
                <a:cubicBezTo>
                  <a:pt x="106" y="106"/>
                  <a:pt x="108" y="113"/>
                  <a:pt x="108" y="120"/>
                </a:cubicBezTo>
                <a:cubicBezTo>
                  <a:pt x="108" y="136"/>
                  <a:pt x="101" y="150"/>
                  <a:pt x="91" y="160"/>
                </a:cubicBezTo>
                <a:cubicBezTo>
                  <a:pt x="90" y="162"/>
                  <a:pt x="89" y="163"/>
                  <a:pt x="88" y="164"/>
                </a:cubicBezTo>
                <a:cubicBezTo>
                  <a:pt x="133" y="164"/>
                  <a:pt x="133" y="164"/>
                  <a:pt x="133" y="164"/>
                </a:cubicBezTo>
                <a:cubicBezTo>
                  <a:pt x="136" y="164"/>
                  <a:pt x="139" y="167"/>
                  <a:pt x="139" y="170"/>
                </a:cubicBezTo>
                <a:cubicBezTo>
                  <a:pt x="139" y="174"/>
                  <a:pt x="136" y="177"/>
                  <a:pt x="133" y="177"/>
                </a:cubicBezTo>
                <a:cubicBezTo>
                  <a:pt x="91" y="177"/>
                  <a:pt x="49" y="177"/>
                  <a:pt x="7" y="177"/>
                </a:cubicBezTo>
                <a:cubicBezTo>
                  <a:pt x="3" y="177"/>
                  <a:pt x="0" y="174"/>
                  <a:pt x="0" y="170"/>
                </a:cubicBezTo>
                <a:cubicBezTo>
                  <a:pt x="0" y="167"/>
                  <a:pt x="3" y="164"/>
                  <a:pt x="7" y="164"/>
                </a:cubicBezTo>
                <a:cubicBezTo>
                  <a:pt x="51" y="164"/>
                  <a:pt x="51" y="164"/>
                  <a:pt x="51" y="164"/>
                </a:cubicBezTo>
                <a:cubicBezTo>
                  <a:pt x="51" y="164"/>
                  <a:pt x="51" y="164"/>
                  <a:pt x="51" y="164"/>
                </a:cubicBezTo>
                <a:cubicBezTo>
                  <a:pt x="63" y="164"/>
                  <a:pt x="74" y="159"/>
                  <a:pt x="81" y="151"/>
                </a:cubicBezTo>
                <a:cubicBezTo>
                  <a:pt x="83" y="150"/>
                  <a:pt x="84" y="148"/>
                  <a:pt x="85" y="147"/>
                </a:cubicBezTo>
                <a:cubicBezTo>
                  <a:pt x="10" y="147"/>
                  <a:pt x="10" y="147"/>
                  <a:pt x="10" y="147"/>
                </a:cubicBezTo>
                <a:cubicBezTo>
                  <a:pt x="8" y="147"/>
                  <a:pt x="6" y="145"/>
                  <a:pt x="6" y="143"/>
                </a:cubicBezTo>
                <a:cubicBezTo>
                  <a:pt x="6" y="141"/>
                  <a:pt x="8" y="139"/>
                  <a:pt x="10" y="139"/>
                </a:cubicBezTo>
                <a:cubicBezTo>
                  <a:pt x="90" y="139"/>
                  <a:pt x="90" y="139"/>
                  <a:pt x="90" y="139"/>
                </a:cubicBezTo>
                <a:cubicBezTo>
                  <a:pt x="93" y="133"/>
                  <a:pt x="94" y="127"/>
                  <a:pt x="94" y="120"/>
                </a:cubicBezTo>
                <a:cubicBezTo>
                  <a:pt x="94" y="114"/>
                  <a:pt x="93" y="109"/>
                  <a:pt x="91" y="104"/>
                </a:cubicBezTo>
                <a:cubicBezTo>
                  <a:pt x="89" y="100"/>
                  <a:pt x="87" y="96"/>
                  <a:pt x="84" y="92"/>
                </a:cubicBezTo>
                <a:cubicBezTo>
                  <a:pt x="81" y="94"/>
                  <a:pt x="78" y="94"/>
                  <a:pt x="75" y="94"/>
                </a:cubicBezTo>
                <a:cubicBezTo>
                  <a:pt x="73" y="94"/>
                  <a:pt x="71" y="94"/>
                  <a:pt x="69" y="94"/>
                </a:cubicBezTo>
                <a:cubicBezTo>
                  <a:pt x="59" y="111"/>
                  <a:pt x="59" y="111"/>
                  <a:pt x="59" y="111"/>
                </a:cubicBezTo>
                <a:cubicBezTo>
                  <a:pt x="58" y="113"/>
                  <a:pt x="55" y="114"/>
                  <a:pt x="53" y="113"/>
                </a:cubicBezTo>
                <a:cubicBezTo>
                  <a:pt x="50" y="111"/>
                  <a:pt x="50" y="111"/>
                  <a:pt x="50" y="111"/>
                </a:cubicBezTo>
                <a:cubicBezTo>
                  <a:pt x="46" y="117"/>
                  <a:pt x="46" y="117"/>
                  <a:pt x="46" y="117"/>
                </a:cubicBezTo>
                <a:cubicBezTo>
                  <a:pt x="45" y="119"/>
                  <a:pt x="42" y="119"/>
                  <a:pt x="40" y="118"/>
                </a:cubicBezTo>
                <a:cubicBezTo>
                  <a:pt x="24" y="109"/>
                  <a:pt x="24" y="109"/>
                  <a:pt x="24" y="109"/>
                </a:cubicBezTo>
                <a:cubicBezTo>
                  <a:pt x="22" y="108"/>
                  <a:pt x="21" y="105"/>
                  <a:pt x="22" y="103"/>
                </a:cubicBezTo>
                <a:cubicBezTo>
                  <a:pt x="26" y="97"/>
                  <a:pt x="26" y="97"/>
                  <a:pt x="26" y="97"/>
                </a:cubicBezTo>
                <a:cubicBezTo>
                  <a:pt x="22" y="95"/>
                  <a:pt x="22" y="95"/>
                  <a:pt x="22" y="95"/>
                </a:cubicBezTo>
                <a:cubicBezTo>
                  <a:pt x="20" y="94"/>
                  <a:pt x="20" y="91"/>
                  <a:pt x="21" y="89"/>
                </a:cubicBezTo>
                <a:cubicBezTo>
                  <a:pt x="57" y="26"/>
                  <a:pt x="57" y="26"/>
                  <a:pt x="57" y="26"/>
                </a:cubicBezTo>
                <a:cubicBezTo>
                  <a:pt x="58" y="24"/>
                  <a:pt x="61" y="23"/>
                  <a:pt x="63" y="24"/>
                </a:cubicBezTo>
                <a:cubicBezTo>
                  <a:pt x="63" y="24"/>
                  <a:pt x="63" y="24"/>
                  <a:pt x="63" y="24"/>
                </a:cubicBezTo>
                <a:cubicBezTo>
                  <a:pt x="67" y="26"/>
                  <a:pt x="67" y="26"/>
                  <a:pt x="67" y="26"/>
                </a:cubicBezTo>
                <a:cubicBezTo>
                  <a:pt x="73" y="16"/>
                  <a:pt x="73" y="16"/>
                  <a:pt x="73" y="16"/>
                </a:cubicBezTo>
                <a:cubicBezTo>
                  <a:pt x="69" y="14"/>
                  <a:pt x="69" y="14"/>
                  <a:pt x="69" y="14"/>
                </a:cubicBezTo>
                <a:cubicBezTo>
                  <a:pt x="66" y="12"/>
                  <a:pt x="65" y="8"/>
                  <a:pt x="66" y="5"/>
                </a:cubicBezTo>
                <a:cubicBezTo>
                  <a:pt x="68" y="1"/>
                  <a:pt x="72" y="0"/>
                  <a:pt x="76" y="2"/>
                </a:cubicBezTo>
                <a:cubicBezTo>
                  <a:pt x="86" y="8"/>
                  <a:pt x="96" y="14"/>
                  <a:pt x="107" y="20"/>
                </a:cubicBezTo>
                <a:cubicBezTo>
                  <a:pt x="110" y="22"/>
                  <a:pt x="111" y="26"/>
                  <a:pt x="109" y="29"/>
                </a:cubicBezTo>
                <a:cubicBezTo>
                  <a:pt x="107" y="33"/>
                  <a:pt x="103" y="34"/>
                  <a:pt x="100" y="32"/>
                </a:cubicBezTo>
                <a:cubicBezTo>
                  <a:pt x="96" y="30"/>
                  <a:pt x="96" y="30"/>
                  <a:pt x="96" y="30"/>
                </a:cubicBezTo>
                <a:cubicBezTo>
                  <a:pt x="90" y="40"/>
                  <a:pt x="90" y="40"/>
                  <a:pt x="90" y="40"/>
                </a:cubicBezTo>
                <a:cubicBezTo>
                  <a:pt x="94" y="42"/>
                  <a:pt x="94" y="42"/>
                  <a:pt x="94" y="42"/>
                </a:cubicBezTo>
                <a:cubicBezTo>
                  <a:pt x="96" y="43"/>
                  <a:pt x="97" y="46"/>
                  <a:pt x="96" y="48"/>
                </a:cubicBezTo>
                <a:cubicBezTo>
                  <a:pt x="87" y="63"/>
                  <a:pt x="87" y="63"/>
                  <a:pt x="87" y="63"/>
                </a:cubicBezTo>
                <a:cubicBezTo>
                  <a:pt x="91" y="66"/>
                  <a:pt x="93" y="71"/>
                  <a:pt x="93" y="76"/>
                </a:cubicBezTo>
                <a:cubicBezTo>
                  <a:pt x="93" y="78"/>
                  <a:pt x="93" y="80"/>
                  <a:pt x="92" y="81"/>
                </a:cubicBezTo>
                <a:close/>
                <a:moveTo>
                  <a:pt x="89" y="26"/>
                </a:moveTo>
                <a:cubicBezTo>
                  <a:pt x="89" y="26"/>
                  <a:pt x="89" y="26"/>
                  <a:pt x="89" y="26"/>
                </a:cubicBezTo>
                <a:cubicBezTo>
                  <a:pt x="86" y="24"/>
                  <a:pt x="83" y="22"/>
                  <a:pt x="80" y="20"/>
                </a:cubicBezTo>
                <a:cubicBezTo>
                  <a:pt x="74" y="30"/>
                  <a:pt x="74" y="30"/>
                  <a:pt x="74" y="30"/>
                </a:cubicBezTo>
                <a:cubicBezTo>
                  <a:pt x="83" y="36"/>
                  <a:pt x="83" y="36"/>
                  <a:pt x="83" y="36"/>
                </a:cubicBezTo>
                <a:cubicBezTo>
                  <a:pt x="89" y="26"/>
                  <a:pt x="89" y="26"/>
                  <a:pt x="89" y="26"/>
                </a:cubicBezTo>
                <a:close/>
                <a:moveTo>
                  <a:pt x="80" y="59"/>
                </a:moveTo>
                <a:cubicBezTo>
                  <a:pt x="80" y="59"/>
                  <a:pt x="80" y="59"/>
                  <a:pt x="80" y="59"/>
                </a:cubicBezTo>
                <a:cubicBezTo>
                  <a:pt x="87" y="47"/>
                  <a:pt x="87" y="47"/>
                  <a:pt x="87" y="47"/>
                </a:cubicBezTo>
                <a:cubicBezTo>
                  <a:pt x="78" y="43"/>
                  <a:pt x="70" y="38"/>
                  <a:pt x="62" y="33"/>
                </a:cubicBezTo>
                <a:cubicBezTo>
                  <a:pt x="30" y="90"/>
                  <a:pt x="30" y="90"/>
                  <a:pt x="30" y="90"/>
                </a:cubicBezTo>
                <a:cubicBezTo>
                  <a:pt x="38" y="94"/>
                  <a:pt x="46" y="99"/>
                  <a:pt x="54" y="104"/>
                </a:cubicBezTo>
                <a:cubicBezTo>
                  <a:pt x="62" y="90"/>
                  <a:pt x="62" y="90"/>
                  <a:pt x="62" y="90"/>
                </a:cubicBezTo>
                <a:cubicBezTo>
                  <a:pt x="58" y="86"/>
                  <a:pt x="56" y="81"/>
                  <a:pt x="56" y="76"/>
                </a:cubicBezTo>
                <a:cubicBezTo>
                  <a:pt x="56" y="71"/>
                  <a:pt x="58" y="66"/>
                  <a:pt x="62" y="63"/>
                </a:cubicBezTo>
                <a:cubicBezTo>
                  <a:pt x="62" y="63"/>
                  <a:pt x="62" y="63"/>
                  <a:pt x="62" y="63"/>
                </a:cubicBezTo>
                <a:cubicBezTo>
                  <a:pt x="67" y="58"/>
                  <a:pt x="73" y="57"/>
                  <a:pt x="80" y="59"/>
                </a:cubicBezTo>
                <a:close/>
                <a:moveTo>
                  <a:pt x="82" y="69"/>
                </a:moveTo>
                <a:cubicBezTo>
                  <a:pt x="82" y="69"/>
                  <a:pt x="82" y="69"/>
                  <a:pt x="82" y="69"/>
                </a:cubicBezTo>
                <a:cubicBezTo>
                  <a:pt x="78" y="65"/>
                  <a:pt x="71" y="65"/>
                  <a:pt x="67" y="69"/>
                </a:cubicBezTo>
                <a:cubicBezTo>
                  <a:pt x="67" y="69"/>
                  <a:pt x="67" y="69"/>
                  <a:pt x="67" y="69"/>
                </a:cubicBezTo>
                <a:cubicBezTo>
                  <a:pt x="67" y="69"/>
                  <a:pt x="67" y="69"/>
                  <a:pt x="67" y="69"/>
                </a:cubicBezTo>
                <a:cubicBezTo>
                  <a:pt x="65" y="71"/>
                  <a:pt x="64" y="73"/>
                  <a:pt x="64" y="76"/>
                </a:cubicBezTo>
                <a:cubicBezTo>
                  <a:pt x="64" y="82"/>
                  <a:pt x="69" y="86"/>
                  <a:pt x="75" y="86"/>
                </a:cubicBezTo>
                <a:cubicBezTo>
                  <a:pt x="77" y="86"/>
                  <a:pt x="80" y="85"/>
                  <a:pt x="82" y="83"/>
                </a:cubicBezTo>
                <a:cubicBezTo>
                  <a:pt x="82" y="83"/>
                  <a:pt x="82" y="83"/>
                  <a:pt x="82" y="83"/>
                </a:cubicBezTo>
                <a:cubicBezTo>
                  <a:pt x="84" y="81"/>
                  <a:pt x="85" y="79"/>
                  <a:pt x="85" y="76"/>
                </a:cubicBezTo>
                <a:cubicBezTo>
                  <a:pt x="85" y="73"/>
                  <a:pt x="84" y="71"/>
                  <a:pt x="82" y="69"/>
                </a:cubicBezTo>
                <a:cubicBezTo>
                  <a:pt x="82" y="69"/>
                  <a:pt x="82" y="69"/>
                  <a:pt x="82" y="69"/>
                </a:cubicBezTo>
                <a:close/>
                <a:moveTo>
                  <a:pt x="33" y="101"/>
                </a:moveTo>
                <a:cubicBezTo>
                  <a:pt x="33" y="101"/>
                  <a:pt x="33" y="101"/>
                  <a:pt x="33" y="101"/>
                </a:cubicBezTo>
                <a:cubicBezTo>
                  <a:pt x="31" y="104"/>
                  <a:pt x="31" y="104"/>
                  <a:pt x="31" y="104"/>
                </a:cubicBezTo>
                <a:cubicBezTo>
                  <a:pt x="41" y="109"/>
                  <a:pt x="41" y="109"/>
                  <a:pt x="41" y="109"/>
                </a:cubicBezTo>
                <a:cubicBezTo>
                  <a:pt x="42" y="106"/>
                  <a:pt x="42" y="106"/>
                  <a:pt x="42" y="106"/>
                </a:cubicBezTo>
                <a:cubicBezTo>
                  <a:pt x="33" y="101"/>
                  <a:pt x="33" y="101"/>
                  <a:pt x="33" y="101"/>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0" name="Freeform 12"/>
          <p:cNvSpPr>
            <a:spLocks noEditPoints="1"/>
          </p:cNvSpPr>
          <p:nvPr/>
        </p:nvSpPr>
        <p:spPr bwMode="auto">
          <a:xfrm>
            <a:off x="134107" y="2472073"/>
            <a:ext cx="130548" cy="187604"/>
          </a:xfrm>
          <a:custGeom>
            <a:avLst/>
            <a:gdLst>
              <a:gd name="T0" fmla="*/ 3 w 121"/>
              <a:gd name="T1" fmla="*/ 119 h 174"/>
              <a:gd name="T2" fmla="*/ 23 w 121"/>
              <a:gd name="T3" fmla="*/ 115 h 174"/>
              <a:gd name="T4" fmla="*/ 38 w 121"/>
              <a:gd name="T5" fmla="*/ 74 h 174"/>
              <a:gd name="T6" fmla="*/ 38 w 121"/>
              <a:gd name="T7" fmla="*/ 74 h 174"/>
              <a:gd name="T8" fmla="*/ 38 w 121"/>
              <a:gd name="T9" fmla="*/ 29 h 174"/>
              <a:gd name="T10" fmla="*/ 54 w 121"/>
              <a:gd name="T11" fmla="*/ 21 h 174"/>
              <a:gd name="T12" fmla="*/ 60 w 121"/>
              <a:gd name="T13" fmla="*/ 0 h 174"/>
              <a:gd name="T14" fmla="*/ 67 w 121"/>
              <a:gd name="T15" fmla="*/ 21 h 174"/>
              <a:gd name="T16" fmla="*/ 92 w 121"/>
              <a:gd name="T17" fmla="*/ 51 h 174"/>
              <a:gd name="T18" fmla="*/ 82 w 121"/>
              <a:gd name="T19" fmla="*/ 74 h 174"/>
              <a:gd name="T20" fmla="*/ 98 w 121"/>
              <a:gd name="T21" fmla="*/ 115 h 174"/>
              <a:gd name="T22" fmla="*/ 117 w 121"/>
              <a:gd name="T23" fmla="*/ 119 h 174"/>
              <a:gd name="T24" fmla="*/ 102 w 121"/>
              <a:gd name="T25" fmla="*/ 124 h 174"/>
              <a:gd name="T26" fmla="*/ 116 w 121"/>
              <a:gd name="T27" fmla="*/ 159 h 174"/>
              <a:gd name="T28" fmla="*/ 120 w 121"/>
              <a:gd name="T29" fmla="*/ 168 h 174"/>
              <a:gd name="T30" fmla="*/ 113 w 121"/>
              <a:gd name="T31" fmla="*/ 171 h 174"/>
              <a:gd name="T32" fmla="*/ 108 w 121"/>
              <a:gd name="T33" fmla="*/ 162 h 174"/>
              <a:gd name="T34" fmla="*/ 87 w 121"/>
              <a:gd name="T35" fmla="*/ 124 h 174"/>
              <a:gd name="T36" fmla="*/ 67 w 121"/>
              <a:gd name="T37" fmla="*/ 129 h 174"/>
              <a:gd name="T38" fmla="*/ 54 w 121"/>
              <a:gd name="T39" fmla="*/ 129 h 174"/>
              <a:gd name="T40" fmla="*/ 34 w 121"/>
              <a:gd name="T41" fmla="*/ 124 h 174"/>
              <a:gd name="T42" fmla="*/ 13 w 121"/>
              <a:gd name="T43" fmla="*/ 162 h 174"/>
              <a:gd name="T44" fmla="*/ 8 w 121"/>
              <a:gd name="T45" fmla="*/ 171 h 174"/>
              <a:gd name="T46" fmla="*/ 1 w 121"/>
              <a:gd name="T47" fmla="*/ 168 h 174"/>
              <a:gd name="T48" fmla="*/ 5 w 121"/>
              <a:gd name="T49" fmla="*/ 159 h 174"/>
              <a:gd name="T50" fmla="*/ 19 w 121"/>
              <a:gd name="T51" fmla="*/ 124 h 174"/>
              <a:gd name="T52" fmla="*/ 54 w 121"/>
              <a:gd name="T53" fmla="*/ 115 h 174"/>
              <a:gd name="T54" fmla="*/ 54 w 121"/>
              <a:gd name="T55" fmla="*/ 110 h 174"/>
              <a:gd name="T56" fmla="*/ 67 w 121"/>
              <a:gd name="T57" fmla="*/ 110 h 174"/>
              <a:gd name="T58" fmla="*/ 83 w 121"/>
              <a:gd name="T59" fmla="*/ 115 h 174"/>
              <a:gd name="T60" fmla="*/ 54 w 121"/>
              <a:gd name="T61" fmla="*/ 82 h 174"/>
              <a:gd name="T62" fmla="*/ 54 w 121"/>
              <a:gd name="T63" fmla="*/ 115 h 174"/>
              <a:gd name="T64" fmla="*/ 73 w 121"/>
              <a:gd name="T65" fmla="*/ 39 h 174"/>
              <a:gd name="T66" fmla="*/ 48 w 121"/>
              <a:gd name="T67" fmla="*/ 39 h 174"/>
              <a:gd name="T68" fmla="*/ 48 w 121"/>
              <a:gd name="T69" fmla="*/ 64 h 174"/>
              <a:gd name="T70" fmla="*/ 68 w 121"/>
              <a:gd name="T71" fmla="*/ 68 h 174"/>
              <a:gd name="T72" fmla="*/ 73 w 121"/>
              <a:gd name="T73" fmla="*/ 64 h 174"/>
              <a:gd name="T74" fmla="*/ 73 w 121"/>
              <a:gd name="T75" fmla="*/ 39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1" h="174">
                <a:moveTo>
                  <a:pt x="8" y="124"/>
                </a:moveTo>
                <a:cubicBezTo>
                  <a:pt x="5" y="124"/>
                  <a:pt x="3" y="122"/>
                  <a:pt x="3" y="119"/>
                </a:cubicBezTo>
                <a:cubicBezTo>
                  <a:pt x="3" y="117"/>
                  <a:pt x="5" y="115"/>
                  <a:pt x="8" y="115"/>
                </a:cubicBezTo>
                <a:cubicBezTo>
                  <a:pt x="23" y="115"/>
                  <a:pt x="23" y="115"/>
                  <a:pt x="23" y="115"/>
                </a:cubicBezTo>
                <a:cubicBezTo>
                  <a:pt x="42" y="77"/>
                  <a:pt x="42" y="77"/>
                  <a:pt x="42" y="77"/>
                </a:cubicBezTo>
                <a:cubicBezTo>
                  <a:pt x="41" y="76"/>
                  <a:pt x="40" y="75"/>
                  <a:pt x="38" y="74"/>
                </a:cubicBezTo>
                <a:cubicBezTo>
                  <a:pt x="38" y="74"/>
                  <a:pt x="38" y="74"/>
                  <a:pt x="38" y="74"/>
                </a:cubicBezTo>
                <a:cubicBezTo>
                  <a:pt x="38" y="74"/>
                  <a:pt x="38" y="74"/>
                  <a:pt x="38" y="74"/>
                </a:cubicBezTo>
                <a:cubicBezTo>
                  <a:pt x="33" y="68"/>
                  <a:pt x="29" y="60"/>
                  <a:pt x="29" y="51"/>
                </a:cubicBezTo>
                <a:cubicBezTo>
                  <a:pt x="29" y="43"/>
                  <a:pt x="33" y="35"/>
                  <a:pt x="38" y="29"/>
                </a:cubicBezTo>
                <a:cubicBezTo>
                  <a:pt x="39" y="29"/>
                  <a:pt x="39" y="29"/>
                  <a:pt x="39" y="29"/>
                </a:cubicBezTo>
                <a:cubicBezTo>
                  <a:pt x="43" y="25"/>
                  <a:pt x="48" y="22"/>
                  <a:pt x="54" y="21"/>
                </a:cubicBezTo>
                <a:cubicBezTo>
                  <a:pt x="54" y="7"/>
                  <a:pt x="54" y="7"/>
                  <a:pt x="54" y="7"/>
                </a:cubicBezTo>
                <a:cubicBezTo>
                  <a:pt x="54" y="3"/>
                  <a:pt x="57" y="0"/>
                  <a:pt x="60" y="0"/>
                </a:cubicBezTo>
                <a:cubicBezTo>
                  <a:pt x="64" y="0"/>
                  <a:pt x="67" y="3"/>
                  <a:pt x="67" y="7"/>
                </a:cubicBezTo>
                <a:cubicBezTo>
                  <a:pt x="67" y="21"/>
                  <a:pt x="67" y="21"/>
                  <a:pt x="67" y="21"/>
                </a:cubicBezTo>
                <a:cubicBezTo>
                  <a:pt x="73" y="22"/>
                  <a:pt x="78" y="25"/>
                  <a:pt x="82" y="29"/>
                </a:cubicBezTo>
                <a:cubicBezTo>
                  <a:pt x="88" y="35"/>
                  <a:pt x="92" y="43"/>
                  <a:pt x="92" y="51"/>
                </a:cubicBezTo>
                <a:cubicBezTo>
                  <a:pt x="92" y="60"/>
                  <a:pt x="88" y="68"/>
                  <a:pt x="82" y="74"/>
                </a:cubicBezTo>
                <a:cubicBezTo>
                  <a:pt x="82" y="74"/>
                  <a:pt x="82" y="74"/>
                  <a:pt x="82" y="74"/>
                </a:cubicBezTo>
                <a:cubicBezTo>
                  <a:pt x="81" y="75"/>
                  <a:pt x="80" y="76"/>
                  <a:pt x="79" y="77"/>
                </a:cubicBezTo>
                <a:cubicBezTo>
                  <a:pt x="98" y="115"/>
                  <a:pt x="98" y="115"/>
                  <a:pt x="98" y="115"/>
                </a:cubicBezTo>
                <a:cubicBezTo>
                  <a:pt x="113" y="115"/>
                  <a:pt x="113" y="115"/>
                  <a:pt x="113" y="115"/>
                </a:cubicBezTo>
                <a:cubicBezTo>
                  <a:pt x="116" y="115"/>
                  <a:pt x="117" y="117"/>
                  <a:pt x="117" y="119"/>
                </a:cubicBezTo>
                <a:cubicBezTo>
                  <a:pt x="117" y="122"/>
                  <a:pt x="116" y="124"/>
                  <a:pt x="113" y="124"/>
                </a:cubicBezTo>
                <a:cubicBezTo>
                  <a:pt x="102" y="124"/>
                  <a:pt x="102" y="124"/>
                  <a:pt x="102" y="124"/>
                </a:cubicBezTo>
                <a:cubicBezTo>
                  <a:pt x="116" y="153"/>
                  <a:pt x="116" y="153"/>
                  <a:pt x="116" y="153"/>
                </a:cubicBezTo>
                <a:cubicBezTo>
                  <a:pt x="117" y="155"/>
                  <a:pt x="117" y="157"/>
                  <a:pt x="116" y="159"/>
                </a:cubicBezTo>
                <a:cubicBezTo>
                  <a:pt x="117" y="162"/>
                  <a:pt x="117" y="162"/>
                  <a:pt x="117" y="162"/>
                </a:cubicBezTo>
                <a:cubicBezTo>
                  <a:pt x="120" y="168"/>
                  <a:pt x="120" y="168"/>
                  <a:pt x="120" y="168"/>
                </a:cubicBezTo>
                <a:cubicBezTo>
                  <a:pt x="121" y="170"/>
                  <a:pt x="120" y="172"/>
                  <a:pt x="118" y="173"/>
                </a:cubicBezTo>
                <a:cubicBezTo>
                  <a:pt x="116" y="174"/>
                  <a:pt x="114" y="173"/>
                  <a:pt x="113" y="171"/>
                </a:cubicBezTo>
                <a:cubicBezTo>
                  <a:pt x="110" y="165"/>
                  <a:pt x="110" y="165"/>
                  <a:pt x="110" y="165"/>
                </a:cubicBezTo>
                <a:cubicBezTo>
                  <a:pt x="108" y="162"/>
                  <a:pt x="108" y="162"/>
                  <a:pt x="108" y="162"/>
                </a:cubicBezTo>
                <a:cubicBezTo>
                  <a:pt x="106" y="162"/>
                  <a:pt x="104" y="160"/>
                  <a:pt x="103" y="158"/>
                </a:cubicBezTo>
                <a:cubicBezTo>
                  <a:pt x="87" y="124"/>
                  <a:pt x="87" y="124"/>
                  <a:pt x="87" y="124"/>
                </a:cubicBezTo>
                <a:cubicBezTo>
                  <a:pt x="67" y="124"/>
                  <a:pt x="67" y="124"/>
                  <a:pt x="67" y="124"/>
                </a:cubicBezTo>
                <a:cubicBezTo>
                  <a:pt x="67" y="129"/>
                  <a:pt x="67" y="129"/>
                  <a:pt x="67" y="129"/>
                </a:cubicBezTo>
                <a:cubicBezTo>
                  <a:pt x="67" y="132"/>
                  <a:pt x="64" y="136"/>
                  <a:pt x="60" y="136"/>
                </a:cubicBezTo>
                <a:cubicBezTo>
                  <a:pt x="57" y="136"/>
                  <a:pt x="54" y="132"/>
                  <a:pt x="54" y="129"/>
                </a:cubicBezTo>
                <a:cubicBezTo>
                  <a:pt x="54" y="124"/>
                  <a:pt x="54" y="124"/>
                  <a:pt x="54" y="124"/>
                </a:cubicBezTo>
                <a:cubicBezTo>
                  <a:pt x="34" y="124"/>
                  <a:pt x="34" y="124"/>
                  <a:pt x="34" y="124"/>
                </a:cubicBezTo>
                <a:cubicBezTo>
                  <a:pt x="17" y="158"/>
                  <a:pt x="17" y="158"/>
                  <a:pt x="17" y="158"/>
                </a:cubicBezTo>
                <a:cubicBezTo>
                  <a:pt x="16" y="160"/>
                  <a:pt x="15" y="162"/>
                  <a:pt x="13" y="162"/>
                </a:cubicBezTo>
                <a:cubicBezTo>
                  <a:pt x="11" y="165"/>
                  <a:pt x="11" y="165"/>
                  <a:pt x="11" y="165"/>
                </a:cubicBezTo>
                <a:cubicBezTo>
                  <a:pt x="8" y="171"/>
                  <a:pt x="8" y="171"/>
                  <a:pt x="8" y="171"/>
                </a:cubicBezTo>
                <a:cubicBezTo>
                  <a:pt x="7" y="173"/>
                  <a:pt x="5" y="174"/>
                  <a:pt x="3" y="173"/>
                </a:cubicBezTo>
                <a:cubicBezTo>
                  <a:pt x="1" y="172"/>
                  <a:pt x="0" y="170"/>
                  <a:pt x="1" y="168"/>
                </a:cubicBezTo>
                <a:cubicBezTo>
                  <a:pt x="4" y="162"/>
                  <a:pt x="4" y="162"/>
                  <a:pt x="4" y="162"/>
                </a:cubicBezTo>
                <a:cubicBezTo>
                  <a:pt x="5" y="159"/>
                  <a:pt x="5" y="159"/>
                  <a:pt x="5" y="159"/>
                </a:cubicBezTo>
                <a:cubicBezTo>
                  <a:pt x="4" y="157"/>
                  <a:pt x="4" y="155"/>
                  <a:pt x="5" y="153"/>
                </a:cubicBezTo>
                <a:cubicBezTo>
                  <a:pt x="19" y="124"/>
                  <a:pt x="19" y="124"/>
                  <a:pt x="19" y="124"/>
                </a:cubicBezTo>
                <a:cubicBezTo>
                  <a:pt x="8" y="124"/>
                  <a:pt x="8" y="124"/>
                  <a:pt x="8" y="124"/>
                </a:cubicBezTo>
                <a:close/>
                <a:moveTo>
                  <a:pt x="54" y="115"/>
                </a:moveTo>
                <a:cubicBezTo>
                  <a:pt x="54" y="115"/>
                  <a:pt x="54" y="115"/>
                  <a:pt x="54" y="115"/>
                </a:cubicBezTo>
                <a:cubicBezTo>
                  <a:pt x="54" y="110"/>
                  <a:pt x="54" y="110"/>
                  <a:pt x="54" y="110"/>
                </a:cubicBezTo>
                <a:cubicBezTo>
                  <a:pt x="54" y="107"/>
                  <a:pt x="57" y="103"/>
                  <a:pt x="60" y="103"/>
                </a:cubicBezTo>
                <a:cubicBezTo>
                  <a:pt x="64" y="103"/>
                  <a:pt x="67" y="107"/>
                  <a:pt x="67" y="110"/>
                </a:cubicBezTo>
                <a:cubicBezTo>
                  <a:pt x="67" y="115"/>
                  <a:pt x="67" y="115"/>
                  <a:pt x="67" y="115"/>
                </a:cubicBezTo>
                <a:cubicBezTo>
                  <a:pt x="83" y="115"/>
                  <a:pt x="83" y="115"/>
                  <a:pt x="83" y="115"/>
                </a:cubicBezTo>
                <a:cubicBezTo>
                  <a:pt x="67" y="82"/>
                  <a:pt x="67" y="82"/>
                  <a:pt x="67" y="82"/>
                </a:cubicBezTo>
                <a:cubicBezTo>
                  <a:pt x="63" y="83"/>
                  <a:pt x="58" y="83"/>
                  <a:pt x="54" y="82"/>
                </a:cubicBezTo>
                <a:cubicBezTo>
                  <a:pt x="38" y="115"/>
                  <a:pt x="38" y="115"/>
                  <a:pt x="38" y="115"/>
                </a:cubicBezTo>
                <a:cubicBezTo>
                  <a:pt x="54" y="115"/>
                  <a:pt x="54" y="115"/>
                  <a:pt x="54" y="115"/>
                </a:cubicBezTo>
                <a:close/>
                <a:moveTo>
                  <a:pt x="73" y="39"/>
                </a:moveTo>
                <a:cubicBezTo>
                  <a:pt x="73" y="39"/>
                  <a:pt x="73" y="39"/>
                  <a:pt x="73" y="39"/>
                </a:cubicBezTo>
                <a:cubicBezTo>
                  <a:pt x="66" y="32"/>
                  <a:pt x="55" y="32"/>
                  <a:pt x="48" y="39"/>
                </a:cubicBezTo>
                <a:cubicBezTo>
                  <a:pt x="48" y="39"/>
                  <a:pt x="48" y="39"/>
                  <a:pt x="48" y="39"/>
                </a:cubicBezTo>
                <a:cubicBezTo>
                  <a:pt x="45" y="42"/>
                  <a:pt x="43" y="47"/>
                  <a:pt x="43" y="51"/>
                </a:cubicBezTo>
                <a:cubicBezTo>
                  <a:pt x="43" y="56"/>
                  <a:pt x="45" y="61"/>
                  <a:pt x="48" y="64"/>
                </a:cubicBezTo>
                <a:cubicBezTo>
                  <a:pt x="53" y="69"/>
                  <a:pt x="61" y="71"/>
                  <a:pt x="67" y="68"/>
                </a:cubicBezTo>
                <a:cubicBezTo>
                  <a:pt x="68" y="68"/>
                  <a:pt x="68" y="68"/>
                  <a:pt x="68" y="68"/>
                </a:cubicBezTo>
                <a:cubicBezTo>
                  <a:pt x="69" y="67"/>
                  <a:pt x="71" y="66"/>
                  <a:pt x="73" y="64"/>
                </a:cubicBezTo>
                <a:cubicBezTo>
                  <a:pt x="73" y="64"/>
                  <a:pt x="73" y="64"/>
                  <a:pt x="73" y="64"/>
                </a:cubicBezTo>
                <a:cubicBezTo>
                  <a:pt x="76" y="61"/>
                  <a:pt x="78" y="56"/>
                  <a:pt x="78" y="51"/>
                </a:cubicBezTo>
                <a:cubicBezTo>
                  <a:pt x="78" y="47"/>
                  <a:pt x="76" y="42"/>
                  <a:pt x="73" y="39"/>
                </a:cubicBezTo>
                <a:cubicBezTo>
                  <a:pt x="73" y="39"/>
                  <a:pt x="73" y="39"/>
                  <a:pt x="73" y="39"/>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1" name="Freeform 13"/>
          <p:cNvSpPr>
            <a:spLocks noEditPoints="1"/>
          </p:cNvSpPr>
          <p:nvPr/>
        </p:nvSpPr>
        <p:spPr bwMode="auto">
          <a:xfrm>
            <a:off x="93026" y="1695727"/>
            <a:ext cx="212710" cy="176648"/>
          </a:xfrm>
          <a:custGeom>
            <a:avLst/>
            <a:gdLst>
              <a:gd name="T0" fmla="*/ 111 w 197"/>
              <a:gd name="T1" fmla="*/ 11 h 164"/>
              <a:gd name="T2" fmla="*/ 0 w 197"/>
              <a:gd name="T3" fmla="*/ 15 h 164"/>
              <a:gd name="T4" fmla="*/ 105 w 197"/>
              <a:gd name="T5" fmla="*/ 164 h 164"/>
              <a:gd name="T6" fmla="*/ 136 w 197"/>
              <a:gd name="T7" fmla="*/ 159 h 164"/>
              <a:gd name="T8" fmla="*/ 196 w 197"/>
              <a:gd name="T9" fmla="*/ 142 h 164"/>
              <a:gd name="T10" fmla="*/ 52 w 197"/>
              <a:gd name="T11" fmla="*/ 150 h 164"/>
              <a:gd name="T12" fmla="*/ 52 w 197"/>
              <a:gd name="T13" fmla="*/ 22 h 164"/>
              <a:gd name="T14" fmla="*/ 99 w 197"/>
              <a:gd name="T15" fmla="*/ 150 h 164"/>
              <a:gd name="T16" fmla="*/ 99 w 197"/>
              <a:gd name="T17" fmla="*/ 22 h 164"/>
              <a:gd name="T18" fmla="*/ 147 w 197"/>
              <a:gd name="T19" fmla="*/ 149 h 164"/>
              <a:gd name="T20" fmla="*/ 181 w 197"/>
              <a:gd name="T21" fmla="*/ 139 h 164"/>
              <a:gd name="T22" fmla="*/ 23 w 197"/>
              <a:gd name="T23" fmla="*/ 133 h 164"/>
              <a:gd name="T24" fmla="*/ 42 w 197"/>
              <a:gd name="T25" fmla="*/ 134 h 164"/>
              <a:gd name="T26" fmla="*/ 43 w 197"/>
              <a:gd name="T27" fmla="*/ 114 h 164"/>
              <a:gd name="T28" fmla="*/ 23 w 197"/>
              <a:gd name="T29" fmla="*/ 114 h 164"/>
              <a:gd name="T30" fmla="*/ 29 w 197"/>
              <a:gd name="T31" fmla="*/ 120 h 164"/>
              <a:gd name="T32" fmla="*/ 37 w 197"/>
              <a:gd name="T33" fmla="*/ 120 h 164"/>
              <a:gd name="T34" fmla="*/ 37 w 197"/>
              <a:gd name="T35" fmla="*/ 128 h 164"/>
              <a:gd name="T36" fmla="*/ 29 w 197"/>
              <a:gd name="T37" fmla="*/ 127 h 164"/>
              <a:gd name="T38" fmla="*/ 32 w 197"/>
              <a:gd name="T39" fmla="*/ 91 h 164"/>
              <a:gd name="T40" fmla="*/ 36 w 197"/>
              <a:gd name="T41" fmla="*/ 38 h 164"/>
              <a:gd name="T42" fmla="*/ 28 w 197"/>
              <a:gd name="T43" fmla="*/ 87 h 164"/>
              <a:gd name="T44" fmla="*/ 134 w 197"/>
              <a:gd name="T45" fmla="*/ 31 h 164"/>
              <a:gd name="T46" fmla="*/ 149 w 197"/>
              <a:gd name="T47" fmla="*/ 86 h 164"/>
              <a:gd name="T48" fmla="*/ 134 w 197"/>
              <a:gd name="T49" fmla="*/ 31 h 164"/>
              <a:gd name="T50" fmla="*/ 69 w 197"/>
              <a:gd name="T51" fmla="*/ 133 h 164"/>
              <a:gd name="T52" fmla="*/ 88 w 197"/>
              <a:gd name="T53" fmla="*/ 133 h 164"/>
              <a:gd name="T54" fmla="*/ 79 w 197"/>
              <a:gd name="T55" fmla="*/ 110 h 164"/>
              <a:gd name="T56" fmla="*/ 65 w 197"/>
              <a:gd name="T57" fmla="*/ 124 h 164"/>
              <a:gd name="T58" fmla="*/ 75 w 197"/>
              <a:gd name="T59" fmla="*/ 120 h 164"/>
              <a:gd name="T60" fmla="*/ 82 w 197"/>
              <a:gd name="T61" fmla="*/ 120 h 164"/>
              <a:gd name="T62" fmla="*/ 82 w 197"/>
              <a:gd name="T63" fmla="*/ 128 h 164"/>
              <a:gd name="T64" fmla="*/ 74 w 197"/>
              <a:gd name="T65" fmla="*/ 127 h 164"/>
              <a:gd name="T66" fmla="*/ 81 w 197"/>
              <a:gd name="T67" fmla="*/ 91 h 164"/>
              <a:gd name="T68" fmla="*/ 85 w 197"/>
              <a:gd name="T69" fmla="*/ 38 h 164"/>
              <a:gd name="T70" fmla="*/ 77 w 197"/>
              <a:gd name="T71" fmla="*/ 87 h 164"/>
              <a:gd name="T72" fmla="*/ 148 w 197"/>
              <a:gd name="T73" fmla="*/ 109 h 164"/>
              <a:gd name="T74" fmla="*/ 148 w 197"/>
              <a:gd name="T75" fmla="*/ 128 h 164"/>
              <a:gd name="T76" fmla="*/ 167 w 197"/>
              <a:gd name="T77" fmla="*/ 128 h 164"/>
              <a:gd name="T78" fmla="*/ 168 w 197"/>
              <a:gd name="T79" fmla="*/ 109 h 164"/>
              <a:gd name="T80" fmla="*/ 158 w 197"/>
              <a:gd name="T81" fmla="*/ 105 h 164"/>
              <a:gd name="T82" fmla="*/ 154 w 197"/>
              <a:gd name="T83" fmla="*/ 114 h 164"/>
              <a:gd name="T84" fmla="*/ 163 w 197"/>
              <a:gd name="T85" fmla="*/ 118 h 164"/>
              <a:gd name="T86" fmla="*/ 154 w 197"/>
              <a:gd name="T87" fmla="*/ 122 h 164"/>
              <a:gd name="T88" fmla="*/ 154 w 197"/>
              <a:gd name="T89" fmla="*/ 114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97" h="164">
                <a:moveTo>
                  <a:pt x="159" y="6"/>
                </a:moveTo>
                <a:cubicBezTo>
                  <a:pt x="158" y="2"/>
                  <a:pt x="155" y="0"/>
                  <a:pt x="151" y="1"/>
                </a:cubicBezTo>
                <a:cubicBezTo>
                  <a:pt x="111" y="11"/>
                  <a:pt x="111" y="11"/>
                  <a:pt x="111" y="11"/>
                </a:cubicBezTo>
                <a:cubicBezTo>
                  <a:pt x="110" y="10"/>
                  <a:pt x="108" y="8"/>
                  <a:pt x="105" y="8"/>
                </a:cubicBezTo>
                <a:cubicBezTo>
                  <a:pt x="7" y="8"/>
                  <a:pt x="7" y="8"/>
                  <a:pt x="7" y="8"/>
                </a:cubicBezTo>
                <a:cubicBezTo>
                  <a:pt x="3" y="8"/>
                  <a:pt x="0" y="11"/>
                  <a:pt x="0" y="15"/>
                </a:cubicBezTo>
                <a:cubicBezTo>
                  <a:pt x="0" y="157"/>
                  <a:pt x="0" y="157"/>
                  <a:pt x="0" y="157"/>
                </a:cubicBezTo>
                <a:cubicBezTo>
                  <a:pt x="0" y="161"/>
                  <a:pt x="3" y="164"/>
                  <a:pt x="7" y="164"/>
                </a:cubicBezTo>
                <a:cubicBezTo>
                  <a:pt x="105" y="164"/>
                  <a:pt x="105" y="164"/>
                  <a:pt x="105" y="164"/>
                </a:cubicBezTo>
                <a:cubicBezTo>
                  <a:pt x="109" y="164"/>
                  <a:pt x="112" y="161"/>
                  <a:pt x="112" y="157"/>
                </a:cubicBezTo>
                <a:cubicBezTo>
                  <a:pt x="112" y="71"/>
                  <a:pt x="112" y="71"/>
                  <a:pt x="112" y="71"/>
                </a:cubicBezTo>
                <a:cubicBezTo>
                  <a:pt x="136" y="159"/>
                  <a:pt x="136" y="159"/>
                  <a:pt x="136" y="159"/>
                </a:cubicBezTo>
                <a:cubicBezTo>
                  <a:pt x="136" y="162"/>
                  <a:pt x="140" y="164"/>
                  <a:pt x="144" y="163"/>
                </a:cubicBezTo>
                <a:cubicBezTo>
                  <a:pt x="191" y="151"/>
                  <a:pt x="191" y="151"/>
                  <a:pt x="191" y="151"/>
                </a:cubicBezTo>
                <a:cubicBezTo>
                  <a:pt x="195" y="150"/>
                  <a:pt x="197" y="146"/>
                  <a:pt x="196" y="142"/>
                </a:cubicBezTo>
                <a:cubicBezTo>
                  <a:pt x="159" y="6"/>
                  <a:pt x="159" y="6"/>
                  <a:pt x="159" y="6"/>
                </a:cubicBezTo>
                <a:close/>
                <a:moveTo>
                  <a:pt x="52" y="150"/>
                </a:moveTo>
                <a:cubicBezTo>
                  <a:pt x="52" y="150"/>
                  <a:pt x="52" y="150"/>
                  <a:pt x="52" y="150"/>
                </a:cubicBezTo>
                <a:cubicBezTo>
                  <a:pt x="14" y="150"/>
                  <a:pt x="14" y="150"/>
                  <a:pt x="14" y="150"/>
                </a:cubicBezTo>
                <a:cubicBezTo>
                  <a:pt x="14" y="22"/>
                  <a:pt x="14" y="22"/>
                  <a:pt x="14" y="22"/>
                </a:cubicBezTo>
                <a:cubicBezTo>
                  <a:pt x="52" y="22"/>
                  <a:pt x="52" y="22"/>
                  <a:pt x="52" y="22"/>
                </a:cubicBezTo>
                <a:cubicBezTo>
                  <a:pt x="52" y="150"/>
                  <a:pt x="52" y="150"/>
                  <a:pt x="52" y="150"/>
                </a:cubicBezTo>
                <a:close/>
                <a:moveTo>
                  <a:pt x="99" y="150"/>
                </a:moveTo>
                <a:cubicBezTo>
                  <a:pt x="99" y="150"/>
                  <a:pt x="99" y="150"/>
                  <a:pt x="99" y="150"/>
                </a:cubicBezTo>
                <a:cubicBezTo>
                  <a:pt x="60" y="150"/>
                  <a:pt x="60" y="150"/>
                  <a:pt x="60" y="150"/>
                </a:cubicBezTo>
                <a:cubicBezTo>
                  <a:pt x="60" y="22"/>
                  <a:pt x="60" y="22"/>
                  <a:pt x="60" y="22"/>
                </a:cubicBezTo>
                <a:cubicBezTo>
                  <a:pt x="99" y="22"/>
                  <a:pt x="99" y="22"/>
                  <a:pt x="99" y="22"/>
                </a:cubicBezTo>
                <a:cubicBezTo>
                  <a:pt x="99" y="150"/>
                  <a:pt x="99" y="150"/>
                  <a:pt x="99" y="150"/>
                </a:cubicBezTo>
                <a:close/>
                <a:moveTo>
                  <a:pt x="147" y="149"/>
                </a:moveTo>
                <a:cubicBezTo>
                  <a:pt x="147" y="149"/>
                  <a:pt x="147" y="149"/>
                  <a:pt x="147" y="149"/>
                </a:cubicBezTo>
                <a:cubicBezTo>
                  <a:pt x="114" y="25"/>
                  <a:pt x="114" y="25"/>
                  <a:pt x="114" y="25"/>
                </a:cubicBezTo>
                <a:cubicBezTo>
                  <a:pt x="148" y="16"/>
                  <a:pt x="148" y="16"/>
                  <a:pt x="148" y="16"/>
                </a:cubicBezTo>
                <a:cubicBezTo>
                  <a:pt x="181" y="139"/>
                  <a:pt x="181" y="139"/>
                  <a:pt x="181" y="139"/>
                </a:cubicBezTo>
                <a:cubicBezTo>
                  <a:pt x="147" y="149"/>
                  <a:pt x="147" y="149"/>
                  <a:pt x="147" y="149"/>
                </a:cubicBezTo>
                <a:close/>
                <a:moveTo>
                  <a:pt x="23" y="133"/>
                </a:moveTo>
                <a:cubicBezTo>
                  <a:pt x="23" y="133"/>
                  <a:pt x="23" y="133"/>
                  <a:pt x="23" y="133"/>
                </a:cubicBezTo>
                <a:cubicBezTo>
                  <a:pt x="23" y="133"/>
                  <a:pt x="23" y="133"/>
                  <a:pt x="23" y="133"/>
                </a:cubicBezTo>
                <a:cubicBezTo>
                  <a:pt x="26" y="136"/>
                  <a:pt x="29" y="137"/>
                  <a:pt x="33" y="137"/>
                </a:cubicBezTo>
                <a:cubicBezTo>
                  <a:pt x="37" y="137"/>
                  <a:pt x="40" y="136"/>
                  <a:pt x="42" y="134"/>
                </a:cubicBezTo>
                <a:cubicBezTo>
                  <a:pt x="43" y="133"/>
                  <a:pt x="43" y="133"/>
                  <a:pt x="43" y="133"/>
                </a:cubicBezTo>
                <a:cubicBezTo>
                  <a:pt x="45" y="131"/>
                  <a:pt x="47" y="127"/>
                  <a:pt x="47" y="124"/>
                </a:cubicBezTo>
                <a:cubicBezTo>
                  <a:pt x="47" y="120"/>
                  <a:pt x="45" y="116"/>
                  <a:pt x="43" y="114"/>
                </a:cubicBezTo>
                <a:cubicBezTo>
                  <a:pt x="42" y="114"/>
                  <a:pt x="42" y="114"/>
                  <a:pt x="42" y="114"/>
                </a:cubicBezTo>
                <a:cubicBezTo>
                  <a:pt x="40" y="112"/>
                  <a:pt x="37" y="110"/>
                  <a:pt x="33" y="110"/>
                </a:cubicBezTo>
                <a:cubicBezTo>
                  <a:pt x="29" y="110"/>
                  <a:pt x="26" y="112"/>
                  <a:pt x="23" y="114"/>
                </a:cubicBezTo>
                <a:cubicBezTo>
                  <a:pt x="21" y="116"/>
                  <a:pt x="19" y="120"/>
                  <a:pt x="19" y="124"/>
                </a:cubicBezTo>
                <a:cubicBezTo>
                  <a:pt x="19" y="127"/>
                  <a:pt x="21" y="131"/>
                  <a:pt x="23" y="133"/>
                </a:cubicBezTo>
                <a:close/>
                <a:moveTo>
                  <a:pt x="29" y="120"/>
                </a:moveTo>
                <a:cubicBezTo>
                  <a:pt x="29" y="120"/>
                  <a:pt x="29" y="120"/>
                  <a:pt x="29" y="120"/>
                </a:cubicBezTo>
                <a:cubicBezTo>
                  <a:pt x="30" y="119"/>
                  <a:pt x="31" y="118"/>
                  <a:pt x="33" y="118"/>
                </a:cubicBezTo>
                <a:cubicBezTo>
                  <a:pt x="34" y="118"/>
                  <a:pt x="36" y="119"/>
                  <a:pt x="37" y="120"/>
                </a:cubicBezTo>
                <a:cubicBezTo>
                  <a:pt x="37" y="120"/>
                  <a:pt x="37" y="120"/>
                  <a:pt x="37" y="120"/>
                </a:cubicBezTo>
                <a:cubicBezTo>
                  <a:pt x="38" y="121"/>
                  <a:pt x="38" y="122"/>
                  <a:pt x="38" y="124"/>
                </a:cubicBezTo>
                <a:cubicBezTo>
                  <a:pt x="38" y="125"/>
                  <a:pt x="38" y="127"/>
                  <a:pt x="37" y="128"/>
                </a:cubicBezTo>
                <a:cubicBezTo>
                  <a:pt x="36" y="129"/>
                  <a:pt x="34" y="129"/>
                  <a:pt x="33" y="129"/>
                </a:cubicBezTo>
                <a:cubicBezTo>
                  <a:pt x="31" y="129"/>
                  <a:pt x="30" y="129"/>
                  <a:pt x="29" y="128"/>
                </a:cubicBezTo>
                <a:cubicBezTo>
                  <a:pt x="29" y="127"/>
                  <a:pt x="29" y="127"/>
                  <a:pt x="29" y="127"/>
                </a:cubicBezTo>
                <a:cubicBezTo>
                  <a:pt x="28" y="126"/>
                  <a:pt x="27" y="125"/>
                  <a:pt x="27" y="124"/>
                </a:cubicBezTo>
                <a:cubicBezTo>
                  <a:pt x="27" y="122"/>
                  <a:pt x="28" y="121"/>
                  <a:pt x="29" y="120"/>
                </a:cubicBezTo>
                <a:close/>
                <a:moveTo>
                  <a:pt x="32" y="91"/>
                </a:moveTo>
                <a:cubicBezTo>
                  <a:pt x="32" y="91"/>
                  <a:pt x="32" y="91"/>
                  <a:pt x="32" y="91"/>
                </a:cubicBezTo>
                <a:cubicBezTo>
                  <a:pt x="34" y="91"/>
                  <a:pt x="36" y="89"/>
                  <a:pt x="36" y="87"/>
                </a:cubicBezTo>
                <a:cubicBezTo>
                  <a:pt x="36" y="38"/>
                  <a:pt x="36" y="38"/>
                  <a:pt x="36" y="38"/>
                </a:cubicBezTo>
                <a:cubicBezTo>
                  <a:pt x="36" y="35"/>
                  <a:pt x="34" y="34"/>
                  <a:pt x="32" y="34"/>
                </a:cubicBezTo>
                <a:cubicBezTo>
                  <a:pt x="29" y="34"/>
                  <a:pt x="28" y="35"/>
                  <a:pt x="28" y="38"/>
                </a:cubicBezTo>
                <a:cubicBezTo>
                  <a:pt x="28" y="87"/>
                  <a:pt x="28" y="87"/>
                  <a:pt x="28" y="87"/>
                </a:cubicBezTo>
                <a:cubicBezTo>
                  <a:pt x="28" y="89"/>
                  <a:pt x="29" y="91"/>
                  <a:pt x="32" y="91"/>
                </a:cubicBezTo>
                <a:close/>
                <a:moveTo>
                  <a:pt x="134" y="31"/>
                </a:moveTo>
                <a:cubicBezTo>
                  <a:pt x="134" y="31"/>
                  <a:pt x="134" y="31"/>
                  <a:pt x="134" y="31"/>
                </a:cubicBezTo>
                <a:cubicBezTo>
                  <a:pt x="132" y="32"/>
                  <a:pt x="131" y="34"/>
                  <a:pt x="131" y="36"/>
                </a:cubicBezTo>
                <a:cubicBezTo>
                  <a:pt x="144" y="84"/>
                  <a:pt x="144" y="84"/>
                  <a:pt x="144" y="84"/>
                </a:cubicBezTo>
                <a:cubicBezTo>
                  <a:pt x="144" y="86"/>
                  <a:pt x="146" y="87"/>
                  <a:pt x="149" y="86"/>
                </a:cubicBezTo>
                <a:cubicBezTo>
                  <a:pt x="151" y="86"/>
                  <a:pt x="152" y="84"/>
                  <a:pt x="152" y="82"/>
                </a:cubicBezTo>
                <a:cubicBezTo>
                  <a:pt x="139" y="34"/>
                  <a:pt x="139" y="34"/>
                  <a:pt x="139" y="34"/>
                </a:cubicBezTo>
                <a:cubicBezTo>
                  <a:pt x="138" y="32"/>
                  <a:pt x="136" y="31"/>
                  <a:pt x="134" y="31"/>
                </a:cubicBezTo>
                <a:close/>
                <a:moveTo>
                  <a:pt x="69" y="133"/>
                </a:moveTo>
                <a:cubicBezTo>
                  <a:pt x="69" y="133"/>
                  <a:pt x="69" y="133"/>
                  <a:pt x="69" y="133"/>
                </a:cubicBezTo>
                <a:cubicBezTo>
                  <a:pt x="69" y="133"/>
                  <a:pt x="69" y="133"/>
                  <a:pt x="69" y="133"/>
                </a:cubicBezTo>
                <a:cubicBezTo>
                  <a:pt x="71" y="136"/>
                  <a:pt x="75" y="137"/>
                  <a:pt x="79" y="137"/>
                </a:cubicBezTo>
                <a:cubicBezTo>
                  <a:pt x="82" y="137"/>
                  <a:pt x="86" y="136"/>
                  <a:pt x="88" y="134"/>
                </a:cubicBezTo>
                <a:cubicBezTo>
                  <a:pt x="88" y="133"/>
                  <a:pt x="88" y="133"/>
                  <a:pt x="88" y="133"/>
                </a:cubicBezTo>
                <a:cubicBezTo>
                  <a:pt x="91" y="131"/>
                  <a:pt x="92" y="127"/>
                  <a:pt x="92" y="124"/>
                </a:cubicBezTo>
                <a:cubicBezTo>
                  <a:pt x="92" y="120"/>
                  <a:pt x="91" y="116"/>
                  <a:pt x="88" y="114"/>
                </a:cubicBezTo>
                <a:cubicBezTo>
                  <a:pt x="86" y="112"/>
                  <a:pt x="82" y="110"/>
                  <a:pt x="79" y="110"/>
                </a:cubicBezTo>
                <a:cubicBezTo>
                  <a:pt x="75" y="110"/>
                  <a:pt x="71" y="112"/>
                  <a:pt x="69" y="114"/>
                </a:cubicBezTo>
                <a:cubicBezTo>
                  <a:pt x="69" y="114"/>
                  <a:pt x="69" y="114"/>
                  <a:pt x="69" y="114"/>
                </a:cubicBezTo>
                <a:cubicBezTo>
                  <a:pt x="66" y="116"/>
                  <a:pt x="65" y="120"/>
                  <a:pt x="65" y="124"/>
                </a:cubicBezTo>
                <a:cubicBezTo>
                  <a:pt x="65" y="127"/>
                  <a:pt x="66" y="131"/>
                  <a:pt x="69" y="133"/>
                </a:cubicBezTo>
                <a:close/>
                <a:moveTo>
                  <a:pt x="75" y="120"/>
                </a:moveTo>
                <a:cubicBezTo>
                  <a:pt x="75" y="120"/>
                  <a:pt x="75" y="120"/>
                  <a:pt x="75" y="120"/>
                </a:cubicBezTo>
                <a:cubicBezTo>
                  <a:pt x="76" y="119"/>
                  <a:pt x="77" y="118"/>
                  <a:pt x="79" y="118"/>
                </a:cubicBezTo>
                <a:cubicBezTo>
                  <a:pt x="80" y="118"/>
                  <a:pt x="81" y="119"/>
                  <a:pt x="82" y="120"/>
                </a:cubicBezTo>
                <a:cubicBezTo>
                  <a:pt x="82" y="120"/>
                  <a:pt x="82" y="120"/>
                  <a:pt x="82" y="120"/>
                </a:cubicBezTo>
                <a:cubicBezTo>
                  <a:pt x="84" y="121"/>
                  <a:pt x="84" y="122"/>
                  <a:pt x="84" y="124"/>
                </a:cubicBezTo>
                <a:cubicBezTo>
                  <a:pt x="84" y="125"/>
                  <a:pt x="84" y="127"/>
                  <a:pt x="83" y="128"/>
                </a:cubicBezTo>
                <a:cubicBezTo>
                  <a:pt x="82" y="128"/>
                  <a:pt x="82" y="128"/>
                  <a:pt x="82" y="128"/>
                </a:cubicBezTo>
                <a:cubicBezTo>
                  <a:pt x="81" y="129"/>
                  <a:pt x="80" y="129"/>
                  <a:pt x="79" y="129"/>
                </a:cubicBezTo>
                <a:cubicBezTo>
                  <a:pt x="77" y="129"/>
                  <a:pt x="76" y="129"/>
                  <a:pt x="75" y="128"/>
                </a:cubicBezTo>
                <a:cubicBezTo>
                  <a:pt x="74" y="127"/>
                  <a:pt x="74" y="127"/>
                  <a:pt x="74" y="127"/>
                </a:cubicBezTo>
                <a:cubicBezTo>
                  <a:pt x="74" y="126"/>
                  <a:pt x="73" y="125"/>
                  <a:pt x="73" y="124"/>
                </a:cubicBezTo>
                <a:cubicBezTo>
                  <a:pt x="73" y="122"/>
                  <a:pt x="74" y="121"/>
                  <a:pt x="75" y="120"/>
                </a:cubicBezTo>
                <a:close/>
                <a:moveTo>
                  <a:pt x="81" y="91"/>
                </a:moveTo>
                <a:cubicBezTo>
                  <a:pt x="81" y="91"/>
                  <a:pt x="81" y="91"/>
                  <a:pt x="81" y="91"/>
                </a:cubicBezTo>
                <a:cubicBezTo>
                  <a:pt x="83" y="91"/>
                  <a:pt x="85" y="89"/>
                  <a:pt x="85" y="87"/>
                </a:cubicBezTo>
                <a:cubicBezTo>
                  <a:pt x="85" y="38"/>
                  <a:pt x="85" y="38"/>
                  <a:pt x="85" y="38"/>
                </a:cubicBezTo>
                <a:cubicBezTo>
                  <a:pt x="85" y="35"/>
                  <a:pt x="83" y="34"/>
                  <a:pt x="81" y="34"/>
                </a:cubicBezTo>
                <a:cubicBezTo>
                  <a:pt x="79" y="34"/>
                  <a:pt x="77" y="35"/>
                  <a:pt x="77" y="38"/>
                </a:cubicBezTo>
                <a:cubicBezTo>
                  <a:pt x="77" y="87"/>
                  <a:pt x="77" y="87"/>
                  <a:pt x="77" y="87"/>
                </a:cubicBezTo>
                <a:cubicBezTo>
                  <a:pt x="77" y="89"/>
                  <a:pt x="79" y="91"/>
                  <a:pt x="81" y="91"/>
                </a:cubicBezTo>
                <a:close/>
                <a:moveTo>
                  <a:pt x="148" y="109"/>
                </a:moveTo>
                <a:cubicBezTo>
                  <a:pt x="148" y="109"/>
                  <a:pt x="148" y="109"/>
                  <a:pt x="148" y="109"/>
                </a:cubicBezTo>
                <a:cubicBezTo>
                  <a:pt x="146" y="111"/>
                  <a:pt x="144" y="114"/>
                  <a:pt x="144" y="118"/>
                </a:cubicBezTo>
                <a:cubicBezTo>
                  <a:pt x="144" y="122"/>
                  <a:pt x="146" y="125"/>
                  <a:pt x="148" y="128"/>
                </a:cubicBezTo>
                <a:cubicBezTo>
                  <a:pt x="148" y="128"/>
                  <a:pt x="148" y="128"/>
                  <a:pt x="148" y="128"/>
                </a:cubicBezTo>
                <a:cubicBezTo>
                  <a:pt x="151" y="130"/>
                  <a:pt x="154" y="132"/>
                  <a:pt x="158" y="132"/>
                </a:cubicBezTo>
                <a:cubicBezTo>
                  <a:pt x="161" y="132"/>
                  <a:pt x="165" y="131"/>
                  <a:pt x="167" y="128"/>
                </a:cubicBezTo>
                <a:cubicBezTo>
                  <a:pt x="167" y="128"/>
                  <a:pt x="167" y="128"/>
                  <a:pt x="167" y="128"/>
                </a:cubicBezTo>
                <a:cubicBezTo>
                  <a:pt x="168" y="128"/>
                  <a:pt x="168" y="128"/>
                  <a:pt x="168" y="128"/>
                </a:cubicBezTo>
                <a:cubicBezTo>
                  <a:pt x="170" y="126"/>
                  <a:pt x="171" y="122"/>
                  <a:pt x="171" y="118"/>
                </a:cubicBezTo>
                <a:cubicBezTo>
                  <a:pt x="171" y="114"/>
                  <a:pt x="170" y="111"/>
                  <a:pt x="168" y="109"/>
                </a:cubicBezTo>
                <a:cubicBezTo>
                  <a:pt x="168" y="109"/>
                  <a:pt x="168" y="109"/>
                  <a:pt x="168" y="109"/>
                </a:cubicBezTo>
                <a:cubicBezTo>
                  <a:pt x="168" y="109"/>
                  <a:pt x="168" y="109"/>
                  <a:pt x="168" y="109"/>
                </a:cubicBezTo>
                <a:cubicBezTo>
                  <a:pt x="165" y="106"/>
                  <a:pt x="162" y="105"/>
                  <a:pt x="158" y="105"/>
                </a:cubicBezTo>
                <a:cubicBezTo>
                  <a:pt x="154" y="105"/>
                  <a:pt x="151" y="106"/>
                  <a:pt x="148" y="109"/>
                </a:cubicBezTo>
                <a:close/>
                <a:moveTo>
                  <a:pt x="154" y="114"/>
                </a:moveTo>
                <a:cubicBezTo>
                  <a:pt x="154" y="114"/>
                  <a:pt x="154" y="114"/>
                  <a:pt x="154" y="114"/>
                </a:cubicBezTo>
                <a:cubicBezTo>
                  <a:pt x="155" y="113"/>
                  <a:pt x="156" y="113"/>
                  <a:pt x="158" y="113"/>
                </a:cubicBezTo>
                <a:cubicBezTo>
                  <a:pt x="159" y="113"/>
                  <a:pt x="161" y="113"/>
                  <a:pt x="162" y="114"/>
                </a:cubicBezTo>
                <a:cubicBezTo>
                  <a:pt x="163" y="115"/>
                  <a:pt x="163" y="117"/>
                  <a:pt x="163" y="118"/>
                </a:cubicBezTo>
                <a:cubicBezTo>
                  <a:pt x="163" y="120"/>
                  <a:pt x="163" y="121"/>
                  <a:pt x="162" y="122"/>
                </a:cubicBezTo>
                <a:cubicBezTo>
                  <a:pt x="161" y="123"/>
                  <a:pt x="159" y="124"/>
                  <a:pt x="158" y="124"/>
                </a:cubicBezTo>
                <a:cubicBezTo>
                  <a:pt x="156" y="124"/>
                  <a:pt x="155" y="123"/>
                  <a:pt x="154" y="122"/>
                </a:cubicBezTo>
                <a:cubicBezTo>
                  <a:pt x="154" y="122"/>
                  <a:pt x="154" y="122"/>
                  <a:pt x="154" y="122"/>
                </a:cubicBezTo>
                <a:cubicBezTo>
                  <a:pt x="153" y="121"/>
                  <a:pt x="152" y="120"/>
                  <a:pt x="152" y="118"/>
                </a:cubicBezTo>
                <a:cubicBezTo>
                  <a:pt x="152" y="117"/>
                  <a:pt x="153" y="115"/>
                  <a:pt x="154" y="114"/>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8" name="Freeform 10"/>
          <p:cNvSpPr>
            <a:spLocks noEditPoints="1"/>
          </p:cNvSpPr>
          <p:nvPr/>
        </p:nvSpPr>
        <p:spPr bwMode="auto">
          <a:xfrm>
            <a:off x="107850" y="2091788"/>
            <a:ext cx="174824" cy="175280"/>
          </a:xfrm>
          <a:custGeom>
            <a:avLst/>
            <a:gdLst>
              <a:gd name="T0" fmla="*/ 47 w 162"/>
              <a:gd name="T1" fmla="*/ 34 h 163"/>
              <a:gd name="T2" fmla="*/ 34 w 162"/>
              <a:gd name="T3" fmla="*/ 47 h 163"/>
              <a:gd name="T4" fmla="*/ 32 w 162"/>
              <a:gd name="T5" fmla="*/ 61 h 163"/>
              <a:gd name="T6" fmla="*/ 41 w 162"/>
              <a:gd name="T7" fmla="*/ 52 h 163"/>
              <a:gd name="T8" fmla="*/ 52 w 162"/>
              <a:gd name="T9" fmla="*/ 41 h 163"/>
              <a:gd name="T10" fmla="*/ 60 w 162"/>
              <a:gd name="T11" fmla="*/ 32 h 163"/>
              <a:gd name="T12" fmla="*/ 160 w 162"/>
              <a:gd name="T13" fmla="*/ 150 h 163"/>
              <a:gd name="T14" fmla="*/ 130 w 162"/>
              <a:gd name="T15" fmla="*/ 121 h 163"/>
              <a:gd name="T16" fmla="*/ 147 w 162"/>
              <a:gd name="T17" fmla="*/ 74 h 163"/>
              <a:gd name="T18" fmla="*/ 142 w 162"/>
              <a:gd name="T19" fmla="*/ 46 h 163"/>
              <a:gd name="T20" fmla="*/ 126 w 162"/>
              <a:gd name="T21" fmla="*/ 22 h 163"/>
              <a:gd name="T22" fmla="*/ 74 w 162"/>
              <a:gd name="T23" fmla="*/ 0 h 163"/>
              <a:gd name="T24" fmla="*/ 6 w 162"/>
              <a:gd name="T25" fmla="*/ 46 h 163"/>
              <a:gd name="T26" fmla="*/ 5 w 162"/>
              <a:gd name="T27" fmla="*/ 102 h 163"/>
              <a:gd name="T28" fmla="*/ 21 w 162"/>
              <a:gd name="T29" fmla="*/ 126 h 163"/>
              <a:gd name="T30" fmla="*/ 45 w 162"/>
              <a:gd name="T31" fmla="*/ 142 h 163"/>
              <a:gd name="T32" fmla="*/ 45 w 162"/>
              <a:gd name="T33" fmla="*/ 142 h 163"/>
              <a:gd name="T34" fmla="*/ 102 w 162"/>
              <a:gd name="T35" fmla="*/ 142 h 163"/>
              <a:gd name="T36" fmla="*/ 150 w 162"/>
              <a:gd name="T37" fmla="*/ 160 h 163"/>
              <a:gd name="T38" fmla="*/ 160 w 162"/>
              <a:gd name="T39" fmla="*/ 150 h 163"/>
              <a:gd name="T40" fmla="*/ 116 w 162"/>
              <a:gd name="T41" fmla="*/ 117 h 163"/>
              <a:gd name="T42" fmla="*/ 97 w 162"/>
              <a:gd name="T43" fmla="*/ 130 h 163"/>
              <a:gd name="T44" fmla="*/ 51 w 162"/>
              <a:gd name="T45" fmla="*/ 130 h 163"/>
              <a:gd name="T46" fmla="*/ 31 w 162"/>
              <a:gd name="T47" fmla="*/ 117 h 163"/>
              <a:gd name="T48" fmla="*/ 31 w 162"/>
              <a:gd name="T49" fmla="*/ 117 h 163"/>
              <a:gd name="T50" fmla="*/ 18 w 162"/>
              <a:gd name="T51" fmla="*/ 97 h 163"/>
              <a:gd name="T52" fmla="*/ 18 w 162"/>
              <a:gd name="T53" fmla="*/ 51 h 163"/>
              <a:gd name="T54" fmla="*/ 74 w 162"/>
              <a:gd name="T55" fmla="*/ 14 h 163"/>
              <a:gd name="T56" fmla="*/ 116 w 162"/>
              <a:gd name="T57" fmla="*/ 31 h 163"/>
              <a:gd name="T58" fmla="*/ 129 w 162"/>
              <a:gd name="T59" fmla="*/ 51 h 163"/>
              <a:gd name="T60" fmla="*/ 134 w 162"/>
              <a:gd name="T61" fmla="*/ 74 h 163"/>
              <a:gd name="T62" fmla="*/ 116 w 162"/>
              <a:gd name="T63" fmla="*/ 117 h 163"/>
              <a:gd name="T64" fmla="*/ 117 w 162"/>
              <a:gd name="T65" fmla="*/ 70 h 163"/>
              <a:gd name="T66" fmla="*/ 110 w 162"/>
              <a:gd name="T67" fmla="*/ 89 h 163"/>
              <a:gd name="T68" fmla="*/ 102 w 162"/>
              <a:gd name="T69" fmla="*/ 102 h 163"/>
              <a:gd name="T70" fmla="*/ 74 w 162"/>
              <a:gd name="T71" fmla="*/ 114 h 163"/>
              <a:gd name="T72" fmla="*/ 74 w 162"/>
              <a:gd name="T73" fmla="*/ 122 h 163"/>
              <a:gd name="T74" fmla="*/ 107 w 162"/>
              <a:gd name="T75" fmla="*/ 108 h 163"/>
              <a:gd name="T76" fmla="*/ 118 w 162"/>
              <a:gd name="T77" fmla="*/ 92 h 163"/>
              <a:gd name="T78" fmla="*/ 117 w 162"/>
              <a:gd name="T79" fmla="*/ 70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62" h="163">
                <a:moveTo>
                  <a:pt x="55" y="30"/>
                </a:moveTo>
                <a:cubicBezTo>
                  <a:pt x="52" y="31"/>
                  <a:pt x="50" y="33"/>
                  <a:pt x="47" y="34"/>
                </a:cubicBezTo>
                <a:cubicBezTo>
                  <a:pt x="44" y="36"/>
                  <a:pt x="42" y="38"/>
                  <a:pt x="40" y="40"/>
                </a:cubicBezTo>
                <a:cubicBezTo>
                  <a:pt x="38" y="42"/>
                  <a:pt x="36" y="45"/>
                  <a:pt x="34" y="47"/>
                </a:cubicBezTo>
                <a:cubicBezTo>
                  <a:pt x="32" y="50"/>
                  <a:pt x="31" y="53"/>
                  <a:pt x="30" y="55"/>
                </a:cubicBezTo>
                <a:cubicBezTo>
                  <a:pt x="29" y="57"/>
                  <a:pt x="30" y="60"/>
                  <a:pt x="32" y="61"/>
                </a:cubicBezTo>
                <a:cubicBezTo>
                  <a:pt x="34" y="62"/>
                  <a:pt x="36" y="61"/>
                  <a:pt x="37" y="59"/>
                </a:cubicBezTo>
                <a:cubicBezTo>
                  <a:pt x="38" y="56"/>
                  <a:pt x="39" y="54"/>
                  <a:pt x="41" y="52"/>
                </a:cubicBezTo>
                <a:cubicBezTo>
                  <a:pt x="42" y="50"/>
                  <a:pt x="44" y="48"/>
                  <a:pt x="46" y="46"/>
                </a:cubicBezTo>
                <a:cubicBezTo>
                  <a:pt x="48" y="44"/>
                  <a:pt x="49" y="43"/>
                  <a:pt x="52" y="41"/>
                </a:cubicBezTo>
                <a:cubicBezTo>
                  <a:pt x="54" y="40"/>
                  <a:pt x="56" y="38"/>
                  <a:pt x="58" y="37"/>
                </a:cubicBezTo>
                <a:cubicBezTo>
                  <a:pt x="60" y="37"/>
                  <a:pt x="61" y="34"/>
                  <a:pt x="60" y="32"/>
                </a:cubicBezTo>
                <a:cubicBezTo>
                  <a:pt x="59" y="30"/>
                  <a:pt x="57" y="29"/>
                  <a:pt x="55" y="30"/>
                </a:cubicBezTo>
                <a:close/>
                <a:moveTo>
                  <a:pt x="160" y="150"/>
                </a:moveTo>
                <a:cubicBezTo>
                  <a:pt x="160" y="150"/>
                  <a:pt x="160" y="150"/>
                  <a:pt x="160" y="150"/>
                </a:cubicBezTo>
                <a:cubicBezTo>
                  <a:pt x="130" y="121"/>
                  <a:pt x="130" y="121"/>
                  <a:pt x="130" y="121"/>
                </a:cubicBezTo>
                <a:cubicBezTo>
                  <a:pt x="135" y="115"/>
                  <a:pt x="139" y="109"/>
                  <a:pt x="142" y="102"/>
                </a:cubicBezTo>
                <a:cubicBezTo>
                  <a:pt x="145" y="93"/>
                  <a:pt x="147" y="84"/>
                  <a:pt x="147" y="74"/>
                </a:cubicBezTo>
                <a:cubicBezTo>
                  <a:pt x="147" y="64"/>
                  <a:pt x="145" y="55"/>
                  <a:pt x="142" y="46"/>
                </a:cubicBezTo>
                <a:cubicBezTo>
                  <a:pt x="142" y="46"/>
                  <a:pt x="142" y="46"/>
                  <a:pt x="142" y="46"/>
                </a:cubicBezTo>
                <a:cubicBezTo>
                  <a:pt x="138" y="37"/>
                  <a:pt x="133" y="29"/>
                  <a:pt x="126" y="22"/>
                </a:cubicBezTo>
                <a:cubicBezTo>
                  <a:pt x="126" y="22"/>
                  <a:pt x="126" y="22"/>
                  <a:pt x="126" y="22"/>
                </a:cubicBezTo>
                <a:cubicBezTo>
                  <a:pt x="119" y="15"/>
                  <a:pt x="111" y="10"/>
                  <a:pt x="102" y="6"/>
                </a:cubicBezTo>
                <a:cubicBezTo>
                  <a:pt x="93" y="2"/>
                  <a:pt x="84" y="0"/>
                  <a:pt x="74" y="0"/>
                </a:cubicBezTo>
                <a:cubicBezTo>
                  <a:pt x="53" y="0"/>
                  <a:pt x="35" y="8"/>
                  <a:pt x="21" y="22"/>
                </a:cubicBezTo>
                <a:cubicBezTo>
                  <a:pt x="15" y="29"/>
                  <a:pt x="9" y="37"/>
                  <a:pt x="6" y="46"/>
                </a:cubicBezTo>
                <a:cubicBezTo>
                  <a:pt x="2" y="55"/>
                  <a:pt x="0" y="64"/>
                  <a:pt x="0" y="74"/>
                </a:cubicBezTo>
                <a:cubicBezTo>
                  <a:pt x="0" y="84"/>
                  <a:pt x="2" y="93"/>
                  <a:pt x="5" y="102"/>
                </a:cubicBezTo>
                <a:cubicBezTo>
                  <a:pt x="6" y="102"/>
                  <a:pt x="6" y="102"/>
                  <a:pt x="6" y="102"/>
                </a:cubicBezTo>
                <a:cubicBezTo>
                  <a:pt x="9" y="111"/>
                  <a:pt x="15" y="119"/>
                  <a:pt x="21" y="126"/>
                </a:cubicBezTo>
                <a:cubicBezTo>
                  <a:pt x="22" y="126"/>
                  <a:pt x="22" y="126"/>
                  <a:pt x="22" y="126"/>
                </a:cubicBezTo>
                <a:cubicBezTo>
                  <a:pt x="28" y="133"/>
                  <a:pt x="36" y="138"/>
                  <a:pt x="45" y="142"/>
                </a:cubicBezTo>
                <a:cubicBezTo>
                  <a:pt x="45" y="142"/>
                  <a:pt x="45" y="142"/>
                  <a:pt x="45" y="142"/>
                </a:cubicBezTo>
                <a:cubicBezTo>
                  <a:pt x="45" y="142"/>
                  <a:pt x="45" y="142"/>
                  <a:pt x="45" y="142"/>
                </a:cubicBezTo>
                <a:cubicBezTo>
                  <a:pt x="54" y="146"/>
                  <a:pt x="64" y="148"/>
                  <a:pt x="74" y="148"/>
                </a:cubicBezTo>
                <a:cubicBezTo>
                  <a:pt x="84" y="148"/>
                  <a:pt x="93" y="146"/>
                  <a:pt x="102" y="142"/>
                </a:cubicBezTo>
                <a:cubicBezTo>
                  <a:pt x="109" y="139"/>
                  <a:pt x="115" y="135"/>
                  <a:pt x="121" y="131"/>
                </a:cubicBezTo>
                <a:cubicBezTo>
                  <a:pt x="150" y="160"/>
                  <a:pt x="150" y="160"/>
                  <a:pt x="150" y="160"/>
                </a:cubicBezTo>
                <a:cubicBezTo>
                  <a:pt x="153" y="163"/>
                  <a:pt x="157" y="163"/>
                  <a:pt x="160" y="160"/>
                </a:cubicBezTo>
                <a:cubicBezTo>
                  <a:pt x="162" y="157"/>
                  <a:pt x="162" y="153"/>
                  <a:pt x="160" y="150"/>
                </a:cubicBezTo>
                <a:close/>
                <a:moveTo>
                  <a:pt x="116" y="117"/>
                </a:moveTo>
                <a:cubicBezTo>
                  <a:pt x="116" y="117"/>
                  <a:pt x="116" y="117"/>
                  <a:pt x="116" y="117"/>
                </a:cubicBezTo>
                <a:cubicBezTo>
                  <a:pt x="116" y="117"/>
                  <a:pt x="116" y="117"/>
                  <a:pt x="116" y="117"/>
                </a:cubicBezTo>
                <a:cubicBezTo>
                  <a:pt x="111" y="122"/>
                  <a:pt x="104" y="127"/>
                  <a:pt x="97" y="130"/>
                </a:cubicBezTo>
                <a:cubicBezTo>
                  <a:pt x="90" y="133"/>
                  <a:pt x="82" y="134"/>
                  <a:pt x="74" y="134"/>
                </a:cubicBezTo>
                <a:cubicBezTo>
                  <a:pt x="65" y="134"/>
                  <a:pt x="58" y="133"/>
                  <a:pt x="51" y="130"/>
                </a:cubicBezTo>
                <a:cubicBezTo>
                  <a:pt x="51" y="130"/>
                  <a:pt x="51" y="130"/>
                  <a:pt x="51" y="130"/>
                </a:cubicBezTo>
                <a:cubicBezTo>
                  <a:pt x="43" y="127"/>
                  <a:pt x="37" y="122"/>
                  <a:pt x="31" y="117"/>
                </a:cubicBezTo>
                <a:cubicBezTo>
                  <a:pt x="31" y="117"/>
                  <a:pt x="31" y="117"/>
                  <a:pt x="31" y="117"/>
                </a:cubicBezTo>
                <a:cubicBezTo>
                  <a:pt x="31" y="117"/>
                  <a:pt x="31" y="117"/>
                  <a:pt x="31" y="117"/>
                </a:cubicBezTo>
                <a:cubicBezTo>
                  <a:pt x="26" y="111"/>
                  <a:pt x="21" y="104"/>
                  <a:pt x="18" y="97"/>
                </a:cubicBezTo>
                <a:cubicBezTo>
                  <a:pt x="18" y="97"/>
                  <a:pt x="18" y="97"/>
                  <a:pt x="18" y="97"/>
                </a:cubicBezTo>
                <a:cubicBezTo>
                  <a:pt x="15" y="90"/>
                  <a:pt x="13" y="82"/>
                  <a:pt x="13" y="74"/>
                </a:cubicBezTo>
                <a:cubicBezTo>
                  <a:pt x="13" y="66"/>
                  <a:pt x="15" y="58"/>
                  <a:pt x="18" y="51"/>
                </a:cubicBezTo>
                <a:cubicBezTo>
                  <a:pt x="21" y="44"/>
                  <a:pt x="26" y="37"/>
                  <a:pt x="31" y="31"/>
                </a:cubicBezTo>
                <a:cubicBezTo>
                  <a:pt x="42" y="21"/>
                  <a:pt x="57" y="14"/>
                  <a:pt x="74" y="14"/>
                </a:cubicBezTo>
                <a:cubicBezTo>
                  <a:pt x="82" y="14"/>
                  <a:pt x="90" y="15"/>
                  <a:pt x="97" y="18"/>
                </a:cubicBezTo>
                <a:cubicBezTo>
                  <a:pt x="104" y="21"/>
                  <a:pt x="111" y="26"/>
                  <a:pt x="116" y="31"/>
                </a:cubicBezTo>
                <a:cubicBezTo>
                  <a:pt x="117" y="32"/>
                  <a:pt x="117" y="32"/>
                  <a:pt x="117" y="32"/>
                </a:cubicBezTo>
                <a:cubicBezTo>
                  <a:pt x="122" y="37"/>
                  <a:pt x="126" y="44"/>
                  <a:pt x="129" y="51"/>
                </a:cubicBezTo>
                <a:cubicBezTo>
                  <a:pt x="129" y="51"/>
                  <a:pt x="129" y="51"/>
                  <a:pt x="129" y="51"/>
                </a:cubicBezTo>
                <a:cubicBezTo>
                  <a:pt x="132" y="58"/>
                  <a:pt x="134" y="66"/>
                  <a:pt x="134" y="74"/>
                </a:cubicBezTo>
                <a:cubicBezTo>
                  <a:pt x="134" y="82"/>
                  <a:pt x="132" y="90"/>
                  <a:pt x="129" y="97"/>
                </a:cubicBezTo>
                <a:cubicBezTo>
                  <a:pt x="126" y="104"/>
                  <a:pt x="122" y="111"/>
                  <a:pt x="116" y="117"/>
                </a:cubicBezTo>
                <a:close/>
                <a:moveTo>
                  <a:pt x="117" y="70"/>
                </a:moveTo>
                <a:cubicBezTo>
                  <a:pt x="117" y="70"/>
                  <a:pt x="117" y="70"/>
                  <a:pt x="117" y="70"/>
                </a:cubicBezTo>
                <a:cubicBezTo>
                  <a:pt x="115" y="70"/>
                  <a:pt x="113" y="72"/>
                  <a:pt x="113" y="74"/>
                </a:cubicBezTo>
                <a:cubicBezTo>
                  <a:pt x="113" y="79"/>
                  <a:pt x="112" y="84"/>
                  <a:pt x="110" y="89"/>
                </a:cubicBezTo>
                <a:cubicBezTo>
                  <a:pt x="110" y="89"/>
                  <a:pt x="110" y="89"/>
                  <a:pt x="110" y="89"/>
                </a:cubicBezTo>
                <a:cubicBezTo>
                  <a:pt x="108" y="94"/>
                  <a:pt x="105" y="98"/>
                  <a:pt x="102" y="102"/>
                </a:cubicBezTo>
                <a:cubicBezTo>
                  <a:pt x="98" y="106"/>
                  <a:pt x="94" y="109"/>
                  <a:pt x="89" y="111"/>
                </a:cubicBezTo>
                <a:cubicBezTo>
                  <a:pt x="84" y="113"/>
                  <a:pt x="79" y="114"/>
                  <a:pt x="74" y="114"/>
                </a:cubicBezTo>
                <a:cubicBezTo>
                  <a:pt x="71" y="114"/>
                  <a:pt x="70" y="115"/>
                  <a:pt x="70" y="118"/>
                </a:cubicBezTo>
                <a:cubicBezTo>
                  <a:pt x="70" y="120"/>
                  <a:pt x="71" y="122"/>
                  <a:pt x="74" y="122"/>
                </a:cubicBezTo>
                <a:cubicBezTo>
                  <a:pt x="80" y="122"/>
                  <a:pt x="86" y="120"/>
                  <a:pt x="92" y="118"/>
                </a:cubicBezTo>
                <a:cubicBezTo>
                  <a:pt x="98" y="116"/>
                  <a:pt x="103" y="112"/>
                  <a:pt x="107" y="108"/>
                </a:cubicBezTo>
                <a:cubicBezTo>
                  <a:pt x="112" y="103"/>
                  <a:pt x="115" y="98"/>
                  <a:pt x="118" y="92"/>
                </a:cubicBezTo>
                <a:cubicBezTo>
                  <a:pt x="118" y="92"/>
                  <a:pt x="118" y="92"/>
                  <a:pt x="118" y="92"/>
                </a:cubicBezTo>
                <a:cubicBezTo>
                  <a:pt x="120" y="86"/>
                  <a:pt x="121" y="80"/>
                  <a:pt x="121" y="74"/>
                </a:cubicBezTo>
                <a:cubicBezTo>
                  <a:pt x="121" y="72"/>
                  <a:pt x="120" y="70"/>
                  <a:pt x="117" y="70"/>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grpSp>
        <p:nvGrpSpPr>
          <p:cNvPr id="25" name="组合 24"/>
          <p:cNvGrpSpPr/>
          <p:nvPr/>
        </p:nvGrpSpPr>
        <p:grpSpPr>
          <a:xfrm>
            <a:off x="8632482" y="346839"/>
            <a:ext cx="156623" cy="156623"/>
            <a:chOff x="8689063" y="2493438"/>
            <a:chExt cx="156623" cy="156623"/>
          </a:xfrm>
        </p:grpSpPr>
        <p:sp>
          <p:nvSpPr>
            <p:cNvPr id="27" name="矩形 26"/>
            <p:cNvSpPr/>
            <p:nvPr/>
          </p:nvSpPr>
          <p:spPr>
            <a:xfrm>
              <a:off x="8689063" y="2493438"/>
              <a:ext cx="156623" cy="156623"/>
            </a:xfrm>
            <a:prstGeom prst="rect">
              <a:avLst/>
            </a:prstGeom>
            <a:solidFill>
              <a:srgbClr val="586B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任意多边形 27"/>
            <p:cNvSpPr/>
            <p:nvPr/>
          </p:nvSpPr>
          <p:spPr>
            <a:xfrm rot="10800000">
              <a:off x="8737889" y="2531868"/>
              <a:ext cx="58967" cy="79764"/>
            </a:xfrm>
            <a:custGeom>
              <a:avLst/>
              <a:gdLst>
                <a:gd name="connsiteX0" fmla="*/ 0 w 78581"/>
                <a:gd name="connsiteY0" fmla="*/ 0 h 152400"/>
                <a:gd name="connsiteX1" fmla="*/ 78581 w 78581"/>
                <a:gd name="connsiteY1" fmla="*/ 78581 h 152400"/>
                <a:gd name="connsiteX2" fmla="*/ 4762 w 78581"/>
                <a:gd name="connsiteY2" fmla="*/ 152400 h 152400"/>
              </a:gdLst>
              <a:ahLst/>
              <a:cxnLst>
                <a:cxn ang="0">
                  <a:pos x="connsiteX0" y="connsiteY0"/>
                </a:cxn>
                <a:cxn ang="0">
                  <a:pos x="connsiteX1" y="connsiteY1"/>
                </a:cxn>
                <a:cxn ang="0">
                  <a:pos x="connsiteX2" y="connsiteY2"/>
                </a:cxn>
              </a:cxnLst>
              <a:rect l="l" t="t" r="r" b="b"/>
              <a:pathLst>
                <a:path w="78581" h="152400">
                  <a:moveTo>
                    <a:pt x="0" y="0"/>
                  </a:moveTo>
                  <a:lnTo>
                    <a:pt x="78581" y="78581"/>
                  </a:lnTo>
                  <a:lnTo>
                    <a:pt x="4762" y="152400"/>
                  </a:lnTo>
                </a:path>
              </a:pathLst>
            </a:cu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9" name="组合 28"/>
          <p:cNvGrpSpPr/>
          <p:nvPr/>
        </p:nvGrpSpPr>
        <p:grpSpPr>
          <a:xfrm>
            <a:off x="8789105" y="346839"/>
            <a:ext cx="156623" cy="156623"/>
            <a:chOff x="8845686" y="2493438"/>
            <a:chExt cx="156623" cy="156623"/>
          </a:xfrm>
        </p:grpSpPr>
        <p:sp>
          <p:nvSpPr>
            <p:cNvPr id="39" name="矩形 38"/>
            <p:cNvSpPr/>
            <p:nvPr/>
          </p:nvSpPr>
          <p:spPr>
            <a:xfrm>
              <a:off x="8845686" y="2493438"/>
              <a:ext cx="156623" cy="156623"/>
            </a:xfrm>
            <a:prstGeom prst="rect">
              <a:avLst/>
            </a:prstGeom>
            <a:solidFill>
              <a:srgbClr val="37B0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任意多边形 39"/>
            <p:cNvSpPr/>
            <p:nvPr/>
          </p:nvSpPr>
          <p:spPr>
            <a:xfrm>
              <a:off x="8894513" y="2531868"/>
              <a:ext cx="58967" cy="79764"/>
            </a:xfrm>
            <a:custGeom>
              <a:avLst/>
              <a:gdLst>
                <a:gd name="connsiteX0" fmla="*/ 0 w 78581"/>
                <a:gd name="connsiteY0" fmla="*/ 0 h 152400"/>
                <a:gd name="connsiteX1" fmla="*/ 78581 w 78581"/>
                <a:gd name="connsiteY1" fmla="*/ 78581 h 152400"/>
                <a:gd name="connsiteX2" fmla="*/ 4762 w 78581"/>
                <a:gd name="connsiteY2" fmla="*/ 152400 h 152400"/>
              </a:gdLst>
              <a:ahLst/>
              <a:cxnLst>
                <a:cxn ang="0">
                  <a:pos x="connsiteX0" y="connsiteY0"/>
                </a:cxn>
                <a:cxn ang="0">
                  <a:pos x="connsiteX1" y="connsiteY1"/>
                </a:cxn>
                <a:cxn ang="0">
                  <a:pos x="connsiteX2" y="connsiteY2"/>
                </a:cxn>
              </a:cxnLst>
              <a:rect l="l" t="t" r="r" b="b"/>
              <a:pathLst>
                <a:path w="78581" h="152400">
                  <a:moveTo>
                    <a:pt x="0" y="0"/>
                  </a:moveTo>
                  <a:lnTo>
                    <a:pt x="78581" y="78581"/>
                  </a:lnTo>
                  <a:lnTo>
                    <a:pt x="4762" y="152400"/>
                  </a:lnTo>
                </a:path>
              </a:pathLst>
            </a:cu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1" name="矩形 40">
            <a:hlinkClick r:id="" action="ppaction://hlinkshowjump?jump=previousslide"/>
          </p:cNvPr>
          <p:cNvSpPr/>
          <p:nvPr/>
        </p:nvSpPr>
        <p:spPr>
          <a:xfrm>
            <a:off x="8632479" y="340203"/>
            <a:ext cx="156623" cy="166239"/>
          </a:xfrm>
          <a:prstGeom prst="rect">
            <a:avLst/>
          </a:prstGeom>
          <a:solidFill>
            <a:srgbClr val="37B0E8">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矩形 41">
            <a:hlinkClick r:id="" action="ppaction://hlinkshowjump?jump=nextslide"/>
          </p:cNvPr>
          <p:cNvSpPr/>
          <p:nvPr/>
        </p:nvSpPr>
        <p:spPr>
          <a:xfrm>
            <a:off x="8789102" y="340203"/>
            <a:ext cx="156623" cy="166239"/>
          </a:xfrm>
          <a:prstGeom prst="rect">
            <a:avLst/>
          </a:prstGeom>
          <a:solidFill>
            <a:srgbClr val="37B0E8">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矩形 42"/>
          <p:cNvSpPr/>
          <p:nvPr/>
        </p:nvSpPr>
        <p:spPr>
          <a:xfrm>
            <a:off x="5867400" y="262034"/>
            <a:ext cx="2665040" cy="285078"/>
          </a:xfrm>
          <a:prstGeom prst="rect">
            <a:avLst/>
          </a:prstGeom>
        </p:spPr>
        <p:txBody>
          <a:bodyPr wrap="square" lIns="0" tIns="0" rIns="0" bIns="0" anchor="ctr" anchorCtr="0">
            <a:spAutoFit/>
          </a:bodyPr>
          <a:lstStyle/>
          <a:p>
            <a:pPr algn="r">
              <a:lnSpc>
                <a:spcPct val="150000"/>
              </a:lnSpc>
            </a:pPr>
            <a:r>
              <a:rPr lang="zh-CN" altLang="en-US" sz="1400" b="1" dirty="0">
                <a:solidFill>
                  <a:srgbClr val="354454"/>
                </a:solidFill>
                <a:latin typeface="微软雅黑" pitchFamily="34" charset="-122"/>
                <a:ea typeface="微软雅黑" pitchFamily="34" charset="-122"/>
              </a:rPr>
              <a:t>研究目标</a:t>
            </a:r>
          </a:p>
        </p:txBody>
      </p:sp>
      <p:sp>
        <p:nvSpPr>
          <p:cNvPr id="26" name="矩形 25"/>
          <p:cNvSpPr/>
          <p:nvPr/>
        </p:nvSpPr>
        <p:spPr>
          <a:xfrm>
            <a:off x="614945" y="1653245"/>
            <a:ext cx="441146" cy="246221"/>
          </a:xfrm>
          <a:prstGeom prst="rect">
            <a:avLst/>
          </a:prstGeom>
        </p:spPr>
        <p:txBody>
          <a:bodyPr wrap="none">
            <a:spAutoFit/>
          </a:bodyPr>
          <a:lstStyle/>
          <a:p>
            <a:pPr algn="ctr"/>
            <a:r>
              <a:rPr lang="zh-CN" altLang="en-US" sz="1000" dirty="0">
                <a:ln w="6350">
                  <a:noFill/>
                </a:ln>
                <a:solidFill>
                  <a:srgbClr val="586B7F"/>
                </a:solidFill>
                <a:latin typeface="Impact" pitchFamily="34" charset="0"/>
                <a:ea typeface="微软雅黑" pitchFamily="34" charset="-122"/>
              </a:rPr>
              <a:t>绪论</a:t>
            </a:r>
          </a:p>
        </p:txBody>
      </p:sp>
      <p:sp>
        <p:nvSpPr>
          <p:cNvPr id="30" name="矩形 29"/>
          <p:cNvSpPr/>
          <p:nvPr/>
        </p:nvSpPr>
        <p:spPr>
          <a:xfrm>
            <a:off x="422584" y="2036065"/>
            <a:ext cx="825867" cy="246221"/>
          </a:xfrm>
          <a:prstGeom prst="rect">
            <a:avLst/>
          </a:prstGeom>
        </p:spPr>
        <p:txBody>
          <a:bodyPr wrap="none">
            <a:spAutoFit/>
          </a:bodyPr>
          <a:lstStyle/>
          <a:p>
            <a:pPr algn="ctr"/>
            <a:r>
              <a:rPr lang="zh-CN" altLang="en-US" sz="1000" dirty="0">
                <a:ln w="6350">
                  <a:noFill/>
                </a:ln>
                <a:solidFill>
                  <a:srgbClr val="586B7F"/>
                </a:solidFill>
                <a:latin typeface="Impact" pitchFamily="34" charset="0"/>
                <a:ea typeface="微软雅黑" pitchFamily="34" charset="-122"/>
              </a:rPr>
              <a:t>思路与方法</a:t>
            </a:r>
          </a:p>
        </p:txBody>
      </p:sp>
      <p:sp>
        <p:nvSpPr>
          <p:cNvPr id="31" name="矩形 30"/>
          <p:cNvSpPr/>
          <p:nvPr/>
        </p:nvSpPr>
        <p:spPr>
          <a:xfrm>
            <a:off x="422585" y="2823369"/>
            <a:ext cx="825867" cy="246221"/>
          </a:xfrm>
          <a:prstGeom prst="rect">
            <a:avLst/>
          </a:prstGeom>
        </p:spPr>
        <p:txBody>
          <a:bodyPr wrap="none">
            <a:spAutoFit/>
          </a:bodyPr>
          <a:lstStyle/>
          <a:p>
            <a:pPr algn="ctr"/>
            <a:r>
              <a:rPr lang="zh-CN" altLang="en-US" sz="1000" dirty="0">
                <a:ln w="6350">
                  <a:noFill/>
                </a:ln>
                <a:solidFill>
                  <a:schemeClr val="bg1"/>
                </a:solidFill>
                <a:latin typeface="Impact" pitchFamily="34" charset="0"/>
                <a:ea typeface="微软雅黑" pitchFamily="34" charset="-122"/>
              </a:rPr>
              <a:t>成果与应用</a:t>
            </a:r>
          </a:p>
        </p:txBody>
      </p:sp>
      <p:sp>
        <p:nvSpPr>
          <p:cNvPr id="32" name="矩形 31"/>
          <p:cNvSpPr/>
          <p:nvPr/>
        </p:nvSpPr>
        <p:spPr>
          <a:xfrm>
            <a:off x="422585" y="2432846"/>
            <a:ext cx="825867" cy="246221"/>
          </a:xfrm>
          <a:prstGeom prst="rect">
            <a:avLst/>
          </a:prstGeom>
        </p:spPr>
        <p:txBody>
          <a:bodyPr wrap="none">
            <a:spAutoFit/>
          </a:bodyPr>
          <a:lstStyle/>
          <a:p>
            <a:pPr algn="ctr"/>
            <a:r>
              <a:rPr lang="zh-CN" altLang="en-US" sz="1000" dirty="0">
                <a:ln w="6350">
                  <a:noFill/>
                </a:ln>
                <a:solidFill>
                  <a:srgbClr val="586B7F"/>
                </a:solidFill>
                <a:latin typeface="Impact" pitchFamily="34" charset="0"/>
                <a:ea typeface="微软雅黑" pitchFamily="34" charset="-122"/>
              </a:rPr>
              <a:t>技术与难点</a:t>
            </a:r>
          </a:p>
        </p:txBody>
      </p:sp>
      <p:sp>
        <p:nvSpPr>
          <p:cNvPr id="34" name="Freeform 9"/>
          <p:cNvSpPr>
            <a:spLocks noEditPoints="1"/>
          </p:cNvSpPr>
          <p:nvPr/>
        </p:nvSpPr>
        <p:spPr bwMode="auto">
          <a:xfrm>
            <a:off x="83442" y="3272333"/>
            <a:ext cx="231878" cy="151086"/>
          </a:xfrm>
          <a:custGeom>
            <a:avLst/>
            <a:gdLst>
              <a:gd name="T0" fmla="*/ 58 w 215"/>
              <a:gd name="T1" fmla="*/ 83 h 140"/>
              <a:gd name="T2" fmla="*/ 58 w 215"/>
              <a:gd name="T3" fmla="*/ 91 h 140"/>
              <a:gd name="T4" fmla="*/ 161 w 215"/>
              <a:gd name="T5" fmla="*/ 87 h 140"/>
              <a:gd name="T6" fmla="*/ 58 w 215"/>
              <a:gd name="T7" fmla="*/ 73 h 140"/>
              <a:gd name="T8" fmla="*/ 98 w 215"/>
              <a:gd name="T9" fmla="*/ 73 h 140"/>
              <a:gd name="T10" fmla="*/ 102 w 215"/>
              <a:gd name="T11" fmla="*/ 34 h 140"/>
              <a:gd name="T12" fmla="*/ 58 w 215"/>
              <a:gd name="T13" fmla="*/ 30 h 140"/>
              <a:gd name="T14" fmla="*/ 54 w 215"/>
              <a:gd name="T15" fmla="*/ 69 h 140"/>
              <a:gd name="T16" fmla="*/ 63 w 215"/>
              <a:gd name="T17" fmla="*/ 38 h 140"/>
              <a:gd name="T18" fmla="*/ 94 w 215"/>
              <a:gd name="T19" fmla="*/ 38 h 140"/>
              <a:gd name="T20" fmla="*/ 63 w 215"/>
              <a:gd name="T21" fmla="*/ 65 h 140"/>
              <a:gd name="T22" fmla="*/ 27 w 215"/>
              <a:gd name="T23" fmla="*/ 121 h 140"/>
              <a:gd name="T24" fmla="*/ 189 w 215"/>
              <a:gd name="T25" fmla="*/ 121 h 140"/>
              <a:gd name="T26" fmla="*/ 196 w 215"/>
              <a:gd name="T27" fmla="*/ 7 h 140"/>
              <a:gd name="T28" fmla="*/ 27 w 215"/>
              <a:gd name="T29" fmla="*/ 0 h 140"/>
              <a:gd name="T30" fmla="*/ 20 w 215"/>
              <a:gd name="T31" fmla="*/ 114 h 140"/>
              <a:gd name="T32" fmla="*/ 33 w 215"/>
              <a:gd name="T33" fmla="*/ 13 h 140"/>
              <a:gd name="T34" fmla="*/ 182 w 215"/>
              <a:gd name="T35" fmla="*/ 13 h 140"/>
              <a:gd name="T36" fmla="*/ 33 w 215"/>
              <a:gd name="T37" fmla="*/ 107 h 140"/>
              <a:gd name="T38" fmla="*/ 157 w 215"/>
              <a:gd name="T39" fmla="*/ 48 h 140"/>
              <a:gd name="T40" fmla="*/ 111 w 215"/>
              <a:gd name="T41" fmla="*/ 48 h 140"/>
              <a:gd name="T42" fmla="*/ 111 w 215"/>
              <a:gd name="T43" fmla="*/ 56 h 140"/>
              <a:gd name="T44" fmla="*/ 161 w 215"/>
              <a:gd name="T45" fmla="*/ 52 h 140"/>
              <a:gd name="T46" fmla="*/ 157 w 215"/>
              <a:gd name="T47" fmla="*/ 65 h 140"/>
              <a:gd name="T48" fmla="*/ 111 w 215"/>
              <a:gd name="T49" fmla="*/ 65 h 140"/>
              <a:gd name="T50" fmla="*/ 111 w 215"/>
              <a:gd name="T51" fmla="*/ 73 h 140"/>
              <a:gd name="T52" fmla="*/ 161 w 215"/>
              <a:gd name="T53" fmla="*/ 69 h 140"/>
              <a:gd name="T54" fmla="*/ 157 w 215"/>
              <a:gd name="T55" fmla="*/ 30 h 140"/>
              <a:gd name="T56" fmla="*/ 111 w 215"/>
              <a:gd name="T57" fmla="*/ 30 h 140"/>
              <a:gd name="T58" fmla="*/ 111 w 215"/>
              <a:gd name="T59" fmla="*/ 38 h 140"/>
              <a:gd name="T60" fmla="*/ 161 w 215"/>
              <a:gd name="T61" fmla="*/ 34 h 140"/>
              <a:gd name="T62" fmla="*/ 209 w 215"/>
              <a:gd name="T63" fmla="*/ 127 h 140"/>
              <a:gd name="T64" fmla="*/ 7 w 215"/>
              <a:gd name="T65" fmla="*/ 127 h 140"/>
              <a:gd name="T66" fmla="*/ 7 w 215"/>
              <a:gd name="T67" fmla="*/ 140 h 140"/>
              <a:gd name="T68" fmla="*/ 215 w 215"/>
              <a:gd name="T69" fmla="*/ 13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15" h="140">
                <a:moveTo>
                  <a:pt x="157" y="83"/>
                </a:moveTo>
                <a:cubicBezTo>
                  <a:pt x="58" y="83"/>
                  <a:pt x="58" y="83"/>
                  <a:pt x="58" y="83"/>
                </a:cubicBezTo>
                <a:cubicBezTo>
                  <a:pt x="56" y="83"/>
                  <a:pt x="54" y="84"/>
                  <a:pt x="54" y="87"/>
                </a:cubicBezTo>
                <a:cubicBezTo>
                  <a:pt x="54" y="89"/>
                  <a:pt x="56" y="91"/>
                  <a:pt x="58" y="91"/>
                </a:cubicBezTo>
                <a:cubicBezTo>
                  <a:pt x="157" y="91"/>
                  <a:pt x="157" y="91"/>
                  <a:pt x="157" y="91"/>
                </a:cubicBezTo>
                <a:cubicBezTo>
                  <a:pt x="159" y="91"/>
                  <a:pt x="161" y="89"/>
                  <a:pt x="161" y="87"/>
                </a:cubicBezTo>
                <a:cubicBezTo>
                  <a:pt x="161" y="84"/>
                  <a:pt x="159" y="83"/>
                  <a:pt x="157" y="83"/>
                </a:cubicBezTo>
                <a:close/>
                <a:moveTo>
                  <a:pt x="58" y="73"/>
                </a:moveTo>
                <a:cubicBezTo>
                  <a:pt x="58" y="73"/>
                  <a:pt x="58" y="73"/>
                  <a:pt x="58" y="73"/>
                </a:cubicBezTo>
                <a:cubicBezTo>
                  <a:pt x="98" y="73"/>
                  <a:pt x="98" y="73"/>
                  <a:pt x="98" y="73"/>
                </a:cubicBezTo>
                <a:cubicBezTo>
                  <a:pt x="100" y="73"/>
                  <a:pt x="102" y="71"/>
                  <a:pt x="102" y="69"/>
                </a:cubicBezTo>
                <a:cubicBezTo>
                  <a:pt x="102" y="34"/>
                  <a:pt x="102" y="34"/>
                  <a:pt x="102" y="34"/>
                </a:cubicBezTo>
                <a:cubicBezTo>
                  <a:pt x="102" y="32"/>
                  <a:pt x="100" y="30"/>
                  <a:pt x="98" y="30"/>
                </a:cubicBezTo>
                <a:cubicBezTo>
                  <a:pt x="58" y="30"/>
                  <a:pt x="58" y="30"/>
                  <a:pt x="58" y="30"/>
                </a:cubicBezTo>
                <a:cubicBezTo>
                  <a:pt x="56" y="30"/>
                  <a:pt x="54" y="32"/>
                  <a:pt x="54" y="34"/>
                </a:cubicBezTo>
                <a:cubicBezTo>
                  <a:pt x="54" y="69"/>
                  <a:pt x="54" y="69"/>
                  <a:pt x="54" y="69"/>
                </a:cubicBezTo>
                <a:cubicBezTo>
                  <a:pt x="54" y="71"/>
                  <a:pt x="56" y="73"/>
                  <a:pt x="58" y="73"/>
                </a:cubicBezTo>
                <a:close/>
                <a:moveTo>
                  <a:pt x="63" y="38"/>
                </a:moveTo>
                <a:cubicBezTo>
                  <a:pt x="63" y="38"/>
                  <a:pt x="63" y="38"/>
                  <a:pt x="63" y="38"/>
                </a:cubicBezTo>
                <a:cubicBezTo>
                  <a:pt x="94" y="38"/>
                  <a:pt x="94" y="38"/>
                  <a:pt x="94" y="38"/>
                </a:cubicBezTo>
                <a:cubicBezTo>
                  <a:pt x="94" y="65"/>
                  <a:pt x="94" y="65"/>
                  <a:pt x="94" y="65"/>
                </a:cubicBezTo>
                <a:cubicBezTo>
                  <a:pt x="63" y="65"/>
                  <a:pt x="63" y="65"/>
                  <a:pt x="63" y="65"/>
                </a:cubicBezTo>
                <a:cubicBezTo>
                  <a:pt x="63" y="38"/>
                  <a:pt x="63" y="38"/>
                  <a:pt x="63" y="38"/>
                </a:cubicBezTo>
                <a:close/>
                <a:moveTo>
                  <a:pt x="27" y="121"/>
                </a:moveTo>
                <a:cubicBezTo>
                  <a:pt x="27" y="121"/>
                  <a:pt x="27" y="121"/>
                  <a:pt x="27" y="121"/>
                </a:cubicBezTo>
                <a:cubicBezTo>
                  <a:pt x="189" y="121"/>
                  <a:pt x="189" y="121"/>
                  <a:pt x="189" y="121"/>
                </a:cubicBezTo>
                <a:cubicBezTo>
                  <a:pt x="193" y="121"/>
                  <a:pt x="196" y="118"/>
                  <a:pt x="196" y="114"/>
                </a:cubicBezTo>
                <a:cubicBezTo>
                  <a:pt x="196" y="7"/>
                  <a:pt x="196" y="7"/>
                  <a:pt x="196" y="7"/>
                </a:cubicBezTo>
                <a:cubicBezTo>
                  <a:pt x="196" y="3"/>
                  <a:pt x="193" y="0"/>
                  <a:pt x="189" y="0"/>
                </a:cubicBezTo>
                <a:cubicBezTo>
                  <a:pt x="27" y="0"/>
                  <a:pt x="27" y="0"/>
                  <a:pt x="27" y="0"/>
                </a:cubicBezTo>
                <a:cubicBezTo>
                  <a:pt x="23" y="0"/>
                  <a:pt x="20" y="3"/>
                  <a:pt x="20" y="7"/>
                </a:cubicBezTo>
                <a:cubicBezTo>
                  <a:pt x="20" y="114"/>
                  <a:pt x="20" y="114"/>
                  <a:pt x="20" y="114"/>
                </a:cubicBezTo>
                <a:cubicBezTo>
                  <a:pt x="20" y="118"/>
                  <a:pt x="23" y="121"/>
                  <a:pt x="27" y="121"/>
                </a:cubicBezTo>
                <a:close/>
                <a:moveTo>
                  <a:pt x="33" y="13"/>
                </a:moveTo>
                <a:cubicBezTo>
                  <a:pt x="33" y="13"/>
                  <a:pt x="33" y="13"/>
                  <a:pt x="33" y="13"/>
                </a:cubicBezTo>
                <a:cubicBezTo>
                  <a:pt x="182" y="13"/>
                  <a:pt x="182" y="13"/>
                  <a:pt x="182" y="13"/>
                </a:cubicBezTo>
                <a:cubicBezTo>
                  <a:pt x="182" y="107"/>
                  <a:pt x="182" y="107"/>
                  <a:pt x="182" y="107"/>
                </a:cubicBezTo>
                <a:cubicBezTo>
                  <a:pt x="33" y="107"/>
                  <a:pt x="33" y="107"/>
                  <a:pt x="33" y="107"/>
                </a:cubicBezTo>
                <a:cubicBezTo>
                  <a:pt x="33" y="13"/>
                  <a:pt x="33" y="13"/>
                  <a:pt x="33" y="13"/>
                </a:cubicBezTo>
                <a:close/>
                <a:moveTo>
                  <a:pt x="157" y="48"/>
                </a:moveTo>
                <a:cubicBezTo>
                  <a:pt x="157" y="48"/>
                  <a:pt x="157" y="48"/>
                  <a:pt x="157" y="48"/>
                </a:cubicBezTo>
                <a:cubicBezTo>
                  <a:pt x="111" y="48"/>
                  <a:pt x="111" y="48"/>
                  <a:pt x="111" y="48"/>
                </a:cubicBezTo>
                <a:cubicBezTo>
                  <a:pt x="108" y="48"/>
                  <a:pt x="107" y="49"/>
                  <a:pt x="107" y="52"/>
                </a:cubicBezTo>
                <a:cubicBezTo>
                  <a:pt x="107" y="54"/>
                  <a:pt x="108" y="56"/>
                  <a:pt x="111" y="56"/>
                </a:cubicBezTo>
                <a:cubicBezTo>
                  <a:pt x="157" y="56"/>
                  <a:pt x="157" y="56"/>
                  <a:pt x="157" y="56"/>
                </a:cubicBezTo>
                <a:cubicBezTo>
                  <a:pt x="159" y="56"/>
                  <a:pt x="161" y="54"/>
                  <a:pt x="161" y="52"/>
                </a:cubicBezTo>
                <a:cubicBezTo>
                  <a:pt x="161" y="49"/>
                  <a:pt x="159" y="48"/>
                  <a:pt x="157" y="48"/>
                </a:cubicBezTo>
                <a:close/>
                <a:moveTo>
                  <a:pt x="157" y="65"/>
                </a:moveTo>
                <a:cubicBezTo>
                  <a:pt x="157" y="65"/>
                  <a:pt x="157" y="65"/>
                  <a:pt x="157" y="65"/>
                </a:cubicBezTo>
                <a:cubicBezTo>
                  <a:pt x="111" y="65"/>
                  <a:pt x="111" y="65"/>
                  <a:pt x="111" y="65"/>
                </a:cubicBezTo>
                <a:cubicBezTo>
                  <a:pt x="108" y="65"/>
                  <a:pt x="107" y="67"/>
                  <a:pt x="107" y="69"/>
                </a:cubicBezTo>
                <a:cubicBezTo>
                  <a:pt x="107" y="71"/>
                  <a:pt x="108" y="73"/>
                  <a:pt x="111" y="73"/>
                </a:cubicBezTo>
                <a:cubicBezTo>
                  <a:pt x="157" y="73"/>
                  <a:pt x="157" y="73"/>
                  <a:pt x="157" y="73"/>
                </a:cubicBezTo>
                <a:cubicBezTo>
                  <a:pt x="159" y="73"/>
                  <a:pt x="161" y="71"/>
                  <a:pt x="161" y="69"/>
                </a:cubicBezTo>
                <a:cubicBezTo>
                  <a:pt x="161" y="67"/>
                  <a:pt x="159" y="65"/>
                  <a:pt x="157" y="65"/>
                </a:cubicBezTo>
                <a:close/>
                <a:moveTo>
                  <a:pt x="157" y="30"/>
                </a:moveTo>
                <a:cubicBezTo>
                  <a:pt x="157" y="30"/>
                  <a:pt x="157" y="30"/>
                  <a:pt x="157" y="30"/>
                </a:cubicBezTo>
                <a:cubicBezTo>
                  <a:pt x="111" y="30"/>
                  <a:pt x="111" y="30"/>
                  <a:pt x="111" y="30"/>
                </a:cubicBezTo>
                <a:cubicBezTo>
                  <a:pt x="108" y="30"/>
                  <a:pt x="107" y="32"/>
                  <a:pt x="107" y="34"/>
                </a:cubicBezTo>
                <a:cubicBezTo>
                  <a:pt x="107" y="37"/>
                  <a:pt x="108" y="38"/>
                  <a:pt x="111" y="38"/>
                </a:cubicBezTo>
                <a:cubicBezTo>
                  <a:pt x="157" y="38"/>
                  <a:pt x="157" y="38"/>
                  <a:pt x="157" y="38"/>
                </a:cubicBezTo>
                <a:cubicBezTo>
                  <a:pt x="159" y="38"/>
                  <a:pt x="161" y="37"/>
                  <a:pt x="161" y="34"/>
                </a:cubicBezTo>
                <a:cubicBezTo>
                  <a:pt x="161" y="32"/>
                  <a:pt x="159" y="30"/>
                  <a:pt x="157" y="30"/>
                </a:cubicBezTo>
                <a:close/>
                <a:moveTo>
                  <a:pt x="209" y="127"/>
                </a:moveTo>
                <a:cubicBezTo>
                  <a:pt x="209" y="127"/>
                  <a:pt x="209" y="127"/>
                  <a:pt x="209" y="127"/>
                </a:cubicBezTo>
                <a:cubicBezTo>
                  <a:pt x="7" y="127"/>
                  <a:pt x="7" y="127"/>
                  <a:pt x="7" y="127"/>
                </a:cubicBezTo>
                <a:cubicBezTo>
                  <a:pt x="3" y="127"/>
                  <a:pt x="0" y="130"/>
                  <a:pt x="0" y="134"/>
                </a:cubicBezTo>
                <a:cubicBezTo>
                  <a:pt x="0" y="137"/>
                  <a:pt x="3" y="140"/>
                  <a:pt x="7" y="140"/>
                </a:cubicBezTo>
                <a:cubicBezTo>
                  <a:pt x="209" y="140"/>
                  <a:pt x="209" y="140"/>
                  <a:pt x="209" y="140"/>
                </a:cubicBezTo>
                <a:cubicBezTo>
                  <a:pt x="212" y="140"/>
                  <a:pt x="215" y="137"/>
                  <a:pt x="215" y="134"/>
                </a:cubicBezTo>
                <a:cubicBezTo>
                  <a:pt x="215" y="130"/>
                  <a:pt x="212" y="127"/>
                  <a:pt x="209" y="127"/>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35" name="矩形 34"/>
          <p:cNvSpPr/>
          <p:nvPr/>
        </p:nvSpPr>
        <p:spPr>
          <a:xfrm>
            <a:off x="422585" y="3224765"/>
            <a:ext cx="825867" cy="246221"/>
          </a:xfrm>
          <a:prstGeom prst="rect">
            <a:avLst/>
          </a:prstGeom>
        </p:spPr>
        <p:txBody>
          <a:bodyPr wrap="none">
            <a:spAutoFit/>
          </a:bodyPr>
          <a:lstStyle/>
          <a:p>
            <a:pPr algn="ctr"/>
            <a:r>
              <a:rPr lang="zh-CN" altLang="en-US" sz="1000" dirty="0">
                <a:ln w="6350">
                  <a:noFill/>
                </a:ln>
                <a:solidFill>
                  <a:srgbClr val="586B7F"/>
                </a:solidFill>
                <a:latin typeface="Impact" pitchFamily="34" charset="0"/>
                <a:ea typeface="微软雅黑" pitchFamily="34" charset="-122"/>
              </a:rPr>
              <a:t>建议与总结</a:t>
            </a:r>
          </a:p>
        </p:txBody>
      </p:sp>
      <p:grpSp>
        <p:nvGrpSpPr>
          <p:cNvPr id="33" name="组合 32"/>
          <p:cNvGrpSpPr/>
          <p:nvPr/>
        </p:nvGrpSpPr>
        <p:grpSpPr>
          <a:xfrm>
            <a:off x="3790788" y="1303020"/>
            <a:ext cx="2894712" cy="2694270"/>
            <a:chOff x="974092" y="1272064"/>
            <a:chExt cx="3736975" cy="3478213"/>
          </a:xfrm>
          <a:solidFill>
            <a:srgbClr val="EAEAEA"/>
          </a:solidFill>
        </p:grpSpPr>
        <p:sp>
          <p:nvSpPr>
            <p:cNvPr id="36" name="Freeform 6"/>
            <p:cNvSpPr>
              <a:spLocks noEditPoints="1"/>
            </p:cNvSpPr>
            <p:nvPr/>
          </p:nvSpPr>
          <p:spPr bwMode="auto">
            <a:xfrm>
              <a:off x="2077405" y="1719739"/>
              <a:ext cx="1001713" cy="658813"/>
            </a:xfrm>
            <a:custGeom>
              <a:avLst/>
              <a:gdLst>
                <a:gd name="T0" fmla="*/ 16 w 336"/>
                <a:gd name="T1" fmla="*/ 49 h 221"/>
                <a:gd name="T2" fmla="*/ 87 w 336"/>
                <a:gd name="T3" fmla="*/ 0 h 221"/>
                <a:gd name="T4" fmla="*/ 173 w 336"/>
                <a:gd name="T5" fmla="*/ 216 h 221"/>
                <a:gd name="T6" fmla="*/ 77 w 336"/>
                <a:gd name="T7" fmla="*/ 128 h 221"/>
                <a:gd name="T8" fmla="*/ 16 w 336"/>
                <a:gd name="T9" fmla="*/ 49 h 221"/>
                <a:gd name="T10" fmla="*/ 202 w 336"/>
                <a:gd name="T11" fmla="*/ 39 h 221"/>
                <a:gd name="T12" fmla="*/ 187 w 336"/>
                <a:gd name="T13" fmla="*/ 54 h 221"/>
                <a:gd name="T14" fmla="*/ 202 w 336"/>
                <a:gd name="T15" fmla="*/ 69 h 221"/>
                <a:gd name="T16" fmla="*/ 216 w 336"/>
                <a:gd name="T17" fmla="*/ 54 h 221"/>
                <a:gd name="T18" fmla="*/ 202 w 336"/>
                <a:gd name="T19" fmla="*/ 39 h 221"/>
                <a:gd name="T20" fmla="*/ 235 w 336"/>
                <a:gd name="T21" fmla="*/ 97 h 221"/>
                <a:gd name="T22" fmla="*/ 216 w 336"/>
                <a:gd name="T23" fmla="*/ 78 h 221"/>
                <a:gd name="T24" fmla="*/ 197 w 336"/>
                <a:gd name="T25" fmla="*/ 97 h 221"/>
                <a:gd name="T26" fmla="*/ 216 w 336"/>
                <a:gd name="T27" fmla="*/ 117 h 221"/>
                <a:gd name="T28" fmla="*/ 235 w 336"/>
                <a:gd name="T29" fmla="*/ 97 h 221"/>
                <a:gd name="T30" fmla="*/ 203 w 336"/>
                <a:gd name="T31" fmla="*/ 168 h 221"/>
                <a:gd name="T32" fmla="*/ 225 w 336"/>
                <a:gd name="T33" fmla="*/ 145 h 221"/>
                <a:gd name="T34" fmla="*/ 203 w 336"/>
                <a:gd name="T35" fmla="*/ 123 h 221"/>
                <a:gd name="T36" fmla="*/ 181 w 336"/>
                <a:gd name="T37" fmla="*/ 145 h 221"/>
                <a:gd name="T38" fmla="*/ 203 w 336"/>
                <a:gd name="T39" fmla="*/ 168 h 221"/>
                <a:gd name="T40" fmla="*/ 163 w 336"/>
                <a:gd name="T41" fmla="*/ 205 h 221"/>
                <a:gd name="T42" fmla="*/ 187 w 336"/>
                <a:gd name="T43" fmla="*/ 181 h 221"/>
                <a:gd name="T44" fmla="*/ 163 w 336"/>
                <a:gd name="T45" fmla="*/ 157 h 221"/>
                <a:gd name="T46" fmla="*/ 139 w 336"/>
                <a:gd name="T47" fmla="*/ 181 h 221"/>
                <a:gd name="T48" fmla="*/ 163 w 336"/>
                <a:gd name="T49" fmla="*/ 205 h 221"/>
                <a:gd name="T50" fmla="*/ 65 w 336"/>
                <a:gd name="T51" fmla="*/ 94 h 221"/>
                <a:gd name="T52" fmla="*/ 94 w 336"/>
                <a:gd name="T53" fmla="*/ 65 h 221"/>
                <a:gd name="T54" fmla="*/ 65 w 336"/>
                <a:gd name="T55" fmla="*/ 36 h 221"/>
                <a:gd name="T56" fmla="*/ 36 w 336"/>
                <a:gd name="T57" fmla="*/ 65 h 221"/>
                <a:gd name="T58" fmla="*/ 65 w 336"/>
                <a:gd name="T59" fmla="*/ 94 h 2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36" h="221">
                  <a:moveTo>
                    <a:pt x="16" y="49"/>
                  </a:moveTo>
                  <a:cubicBezTo>
                    <a:pt x="32" y="5"/>
                    <a:pt x="87" y="0"/>
                    <a:pt x="87" y="0"/>
                  </a:cubicBezTo>
                  <a:cubicBezTo>
                    <a:pt x="336" y="4"/>
                    <a:pt x="237" y="212"/>
                    <a:pt x="173" y="216"/>
                  </a:cubicBezTo>
                  <a:cubicBezTo>
                    <a:pt x="108" y="221"/>
                    <a:pt x="118" y="144"/>
                    <a:pt x="77" y="128"/>
                  </a:cubicBezTo>
                  <a:cubicBezTo>
                    <a:pt x="36" y="111"/>
                    <a:pt x="0" y="92"/>
                    <a:pt x="16" y="49"/>
                  </a:cubicBezTo>
                  <a:close/>
                  <a:moveTo>
                    <a:pt x="202" y="39"/>
                  </a:moveTo>
                  <a:cubicBezTo>
                    <a:pt x="194" y="39"/>
                    <a:pt x="187" y="46"/>
                    <a:pt x="187" y="54"/>
                  </a:cubicBezTo>
                  <a:cubicBezTo>
                    <a:pt x="187" y="62"/>
                    <a:pt x="194" y="69"/>
                    <a:pt x="202" y="69"/>
                  </a:cubicBezTo>
                  <a:cubicBezTo>
                    <a:pt x="210" y="69"/>
                    <a:pt x="216" y="62"/>
                    <a:pt x="216" y="54"/>
                  </a:cubicBezTo>
                  <a:cubicBezTo>
                    <a:pt x="216" y="46"/>
                    <a:pt x="210" y="39"/>
                    <a:pt x="202" y="39"/>
                  </a:cubicBezTo>
                  <a:close/>
                  <a:moveTo>
                    <a:pt x="235" y="97"/>
                  </a:moveTo>
                  <a:cubicBezTo>
                    <a:pt x="235" y="87"/>
                    <a:pt x="227" y="78"/>
                    <a:pt x="216" y="78"/>
                  </a:cubicBezTo>
                  <a:cubicBezTo>
                    <a:pt x="205" y="78"/>
                    <a:pt x="197" y="87"/>
                    <a:pt x="197" y="97"/>
                  </a:cubicBezTo>
                  <a:cubicBezTo>
                    <a:pt x="197" y="108"/>
                    <a:pt x="205" y="117"/>
                    <a:pt x="216" y="117"/>
                  </a:cubicBezTo>
                  <a:cubicBezTo>
                    <a:pt x="227" y="117"/>
                    <a:pt x="235" y="108"/>
                    <a:pt x="235" y="97"/>
                  </a:cubicBezTo>
                  <a:close/>
                  <a:moveTo>
                    <a:pt x="203" y="168"/>
                  </a:moveTo>
                  <a:cubicBezTo>
                    <a:pt x="215" y="168"/>
                    <a:pt x="225" y="158"/>
                    <a:pt x="225" y="145"/>
                  </a:cubicBezTo>
                  <a:cubicBezTo>
                    <a:pt x="225" y="133"/>
                    <a:pt x="215" y="123"/>
                    <a:pt x="203" y="123"/>
                  </a:cubicBezTo>
                  <a:cubicBezTo>
                    <a:pt x="190" y="123"/>
                    <a:pt x="181" y="133"/>
                    <a:pt x="181" y="145"/>
                  </a:cubicBezTo>
                  <a:cubicBezTo>
                    <a:pt x="181" y="158"/>
                    <a:pt x="190" y="168"/>
                    <a:pt x="203" y="168"/>
                  </a:cubicBezTo>
                  <a:close/>
                  <a:moveTo>
                    <a:pt x="163" y="205"/>
                  </a:moveTo>
                  <a:cubicBezTo>
                    <a:pt x="176" y="205"/>
                    <a:pt x="187" y="195"/>
                    <a:pt x="187" y="181"/>
                  </a:cubicBezTo>
                  <a:cubicBezTo>
                    <a:pt x="187" y="168"/>
                    <a:pt x="176" y="157"/>
                    <a:pt x="163" y="157"/>
                  </a:cubicBezTo>
                  <a:cubicBezTo>
                    <a:pt x="150" y="157"/>
                    <a:pt x="139" y="168"/>
                    <a:pt x="139" y="181"/>
                  </a:cubicBezTo>
                  <a:cubicBezTo>
                    <a:pt x="139" y="195"/>
                    <a:pt x="150" y="205"/>
                    <a:pt x="163" y="205"/>
                  </a:cubicBezTo>
                  <a:close/>
                  <a:moveTo>
                    <a:pt x="65" y="94"/>
                  </a:moveTo>
                  <a:cubicBezTo>
                    <a:pt x="81" y="94"/>
                    <a:pt x="94" y="81"/>
                    <a:pt x="94" y="65"/>
                  </a:cubicBezTo>
                  <a:cubicBezTo>
                    <a:pt x="94" y="49"/>
                    <a:pt x="81" y="36"/>
                    <a:pt x="65" y="36"/>
                  </a:cubicBezTo>
                  <a:cubicBezTo>
                    <a:pt x="49" y="36"/>
                    <a:pt x="36" y="49"/>
                    <a:pt x="36" y="65"/>
                  </a:cubicBezTo>
                  <a:cubicBezTo>
                    <a:pt x="36" y="81"/>
                    <a:pt x="49" y="94"/>
                    <a:pt x="65" y="9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8" name="Freeform 7"/>
            <p:cNvSpPr/>
            <p:nvPr/>
          </p:nvSpPr>
          <p:spPr bwMode="auto">
            <a:xfrm>
              <a:off x="2691767" y="1272064"/>
              <a:ext cx="450850" cy="200025"/>
            </a:xfrm>
            <a:custGeom>
              <a:avLst/>
              <a:gdLst>
                <a:gd name="T0" fmla="*/ 143 w 284"/>
                <a:gd name="T1" fmla="*/ 126 h 126"/>
                <a:gd name="T2" fmla="*/ 284 w 284"/>
                <a:gd name="T3" fmla="*/ 64 h 126"/>
                <a:gd name="T4" fmla="*/ 139 w 284"/>
                <a:gd name="T5" fmla="*/ 0 h 126"/>
                <a:gd name="T6" fmla="*/ 0 w 284"/>
                <a:gd name="T7" fmla="*/ 62 h 126"/>
                <a:gd name="T8" fmla="*/ 143 w 284"/>
                <a:gd name="T9" fmla="*/ 126 h 126"/>
              </a:gdLst>
              <a:ahLst/>
              <a:cxnLst>
                <a:cxn ang="0">
                  <a:pos x="T0" y="T1"/>
                </a:cxn>
                <a:cxn ang="0">
                  <a:pos x="T2" y="T3"/>
                </a:cxn>
                <a:cxn ang="0">
                  <a:pos x="T4" y="T5"/>
                </a:cxn>
                <a:cxn ang="0">
                  <a:pos x="T6" y="T7"/>
                </a:cxn>
                <a:cxn ang="0">
                  <a:pos x="T8" y="T9"/>
                </a:cxn>
              </a:cxnLst>
              <a:rect l="0" t="0" r="r" b="b"/>
              <a:pathLst>
                <a:path w="284" h="126">
                  <a:moveTo>
                    <a:pt x="143" y="126"/>
                  </a:moveTo>
                  <a:lnTo>
                    <a:pt x="284" y="64"/>
                  </a:lnTo>
                  <a:lnTo>
                    <a:pt x="139" y="0"/>
                  </a:lnTo>
                  <a:lnTo>
                    <a:pt x="0" y="62"/>
                  </a:lnTo>
                  <a:lnTo>
                    <a:pt x="143" y="12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4" name="Rectangle 8"/>
            <p:cNvSpPr>
              <a:spLocks noChangeArrowheads="1"/>
            </p:cNvSpPr>
            <p:nvPr/>
          </p:nvSpPr>
          <p:spPr bwMode="auto">
            <a:xfrm>
              <a:off x="2698117" y="1367314"/>
              <a:ext cx="14288" cy="1460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45" name="Oval 9"/>
            <p:cNvSpPr>
              <a:spLocks noChangeArrowheads="1"/>
            </p:cNvSpPr>
            <p:nvPr/>
          </p:nvSpPr>
          <p:spPr bwMode="auto">
            <a:xfrm>
              <a:off x="2682242" y="1495902"/>
              <a:ext cx="46038" cy="44450"/>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6" name="Freeform 10"/>
            <p:cNvSpPr/>
            <p:nvPr/>
          </p:nvSpPr>
          <p:spPr bwMode="auto">
            <a:xfrm>
              <a:off x="2701292" y="1522889"/>
              <a:ext cx="31750" cy="98425"/>
            </a:xfrm>
            <a:custGeom>
              <a:avLst/>
              <a:gdLst>
                <a:gd name="T0" fmla="*/ 5 w 11"/>
                <a:gd name="T1" fmla="*/ 1 h 33"/>
                <a:gd name="T2" fmla="*/ 8 w 11"/>
                <a:gd name="T3" fmla="*/ 33 h 33"/>
                <a:gd name="T4" fmla="*/ 0 w 11"/>
                <a:gd name="T5" fmla="*/ 33 h 33"/>
                <a:gd name="T6" fmla="*/ 0 w 11"/>
                <a:gd name="T7" fmla="*/ 0 h 33"/>
                <a:gd name="T8" fmla="*/ 5 w 11"/>
                <a:gd name="T9" fmla="*/ 1 h 33"/>
              </a:gdLst>
              <a:ahLst/>
              <a:cxnLst>
                <a:cxn ang="0">
                  <a:pos x="T0" y="T1"/>
                </a:cxn>
                <a:cxn ang="0">
                  <a:pos x="T2" y="T3"/>
                </a:cxn>
                <a:cxn ang="0">
                  <a:pos x="T4" y="T5"/>
                </a:cxn>
                <a:cxn ang="0">
                  <a:pos x="T6" y="T7"/>
                </a:cxn>
                <a:cxn ang="0">
                  <a:pos x="T8" y="T9"/>
                </a:cxn>
              </a:cxnLst>
              <a:rect l="0" t="0" r="r" b="b"/>
              <a:pathLst>
                <a:path w="11" h="33">
                  <a:moveTo>
                    <a:pt x="5" y="1"/>
                  </a:moveTo>
                  <a:cubicBezTo>
                    <a:pt x="5" y="1"/>
                    <a:pt x="11" y="14"/>
                    <a:pt x="8" y="33"/>
                  </a:cubicBezTo>
                  <a:cubicBezTo>
                    <a:pt x="0" y="33"/>
                    <a:pt x="0" y="33"/>
                    <a:pt x="0" y="33"/>
                  </a:cubicBezTo>
                  <a:cubicBezTo>
                    <a:pt x="0" y="0"/>
                    <a:pt x="0" y="0"/>
                    <a:pt x="0" y="0"/>
                  </a:cubicBezTo>
                  <a:cubicBezTo>
                    <a:pt x="0" y="0"/>
                    <a:pt x="5" y="2"/>
                    <a:pt x="5"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7" name="Freeform 11"/>
            <p:cNvSpPr/>
            <p:nvPr/>
          </p:nvSpPr>
          <p:spPr bwMode="auto">
            <a:xfrm>
              <a:off x="2674305" y="1522889"/>
              <a:ext cx="33338" cy="98425"/>
            </a:xfrm>
            <a:custGeom>
              <a:avLst/>
              <a:gdLst>
                <a:gd name="T0" fmla="*/ 6 w 11"/>
                <a:gd name="T1" fmla="*/ 1 h 33"/>
                <a:gd name="T2" fmla="*/ 3 w 11"/>
                <a:gd name="T3" fmla="*/ 33 h 33"/>
                <a:gd name="T4" fmla="*/ 11 w 11"/>
                <a:gd name="T5" fmla="*/ 33 h 33"/>
                <a:gd name="T6" fmla="*/ 11 w 11"/>
                <a:gd name="T7" fmla="*/ 0 h 33"/>
                <a:gd name="T8" fmla="*/ 6 w 11"/>
                <a:gd name="T9" fmla="*/ 1 h 33"/>
              </a:gdLst>
              <a:ahLst/>
              <a:cxnLst>
                <a:cxn ang="0">
                  <a:pos x="T0" y="T1"/>
                </a:cxn>
                <a:cxn ang="0">
                  <a:pos x="T2" y="T3"/>
                </a:cxn>
                <a:cxn ang="0">
                  <a:pos x="T4" y="T5"/>
                </a:cxn>
                <a:cxn ang="0">
                  <a:pos x="T6" y="T7"/>
                </a:cxn>
                <a:cxn ang="0">
                  <a:pos x="T8" y="T9"/>
                </a:cxn>
              </a:cxnLst>
              <a:rect l="0" t="0" r="r" b="b"/>
              <a:pathLst>
                <a:path w="11" h="33">
                  <a:moveTo>
                    <a:pt x="6" y="1"/>
                  </a:moveTo>
                  <a:cubicBezTo>
                    <a:pt x="6" y="1"/>
                    <a:pt x="0" y="14"/>
                    <a:pt x="3" y="33"/>
                  </a:cubicBezTo>
                  <a:cubicBezTo>
                    <a:pt x="11" y="33"/>
                    <a:pt x="11" y="33"/>
                    <a:pt x="11" y="33"/>
                  </a:cubicBezTo>
                  <a:cubicBezTo>
                    <a:pt x="11" y="0"/>
                    <a:pt x="11" y="0"/>
                    <a:pt x="11" y="0"/>
                  </a:cubicBezTo>
                  <a:cubicBezTo>
                    <a:pt x="11" y="0"/>
                    <a:pt x="6" y="2"/>
                    <a:pt x="6"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8" name="Freeform 12"/>
            <p:cNvSpPr/>
            <p:nvPr/>
          </p:nvSpPr>
          <p:spPr bwMode="auto">
            <a:xfrm>
              <a:off x="2793367" y="1433989"/>
              <a:ext cx="258763" cy="193675"/>
            </a:xfrm>
            <a:custGeom>
              <a:avLst/>
              <a:gdLst>
                <a:gd name="T0" fmla="*/ 0 w 87"/>
                <a:gd name="T1" fmla="*/ 0 h 65"/>
                <a:gd name="T2" fmla="*/ 43 w 87"/>
                <a:gd name="T3" fmla="*/ 20 h 65"/>
                <a:gd name="T4" fmla="*/ 87 w 87"/>
                <a:gd name="T5" fmla="*/ 0 h 65"/>
                <a:gd name="T6" fmla="*/ 87 w 87"/>
                <a:gd name="T7" fmla="*/ 50 h 65"/>
                <a:gd name="T8" fmla="*/ 45 w 87"/>
                <a:gd name="T9" fmla="*/ 65 h 65"/>
                <a:gd name="T10" fmla="*/ 45 w 87"/>
                <a:gd name="T11" fmla="*/ 65 h 65"/>
                <a:gd name="T12" fmla="*/ 43 w 87"/>
                <a:gd name="T13" fmla="*/ 65 h 65"/>
                <a:gd name="T14" fmla="*/ 42 w 87"/>
                <a:gd name="T15" fmla="*/ 65 h 65"/>
                <a:gd name="T16" fmla="*/ 42 w 87"/>
                <a:gd name="T17" fmla="*/ 65 h 65"/>
                <a:gd name="T18" fmla="*/ 0 w 87"/>
                <a:gd name="T19" fmla="*/ 50 h 65"/>
                <a:gd name="T20" fmla="*/ 0 w 87"/>
                <a:gd name="T21" fmla="*/ 0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7" h="65">
                  <a:moveTo>
                    <a:pt x="0" y="0"/>
                  </a:moveTo>
                  <a:cubicBezTo>
                    <a:pt x="0" y="0"/>
                    <a:pt x="36" y="17"/>
                    <a:pt x="43" y="20"/>
                  </a:cubicBezTo>
                  <a:cubicBezTo>
                    <a:pt x="50" y="17"/>
                    <a:pt x="87" y="0"/>
                    <a:pt x="87" y="0"/>
                  </a:cubicBezTo>
                  <a:cubicBezTo>
                    <a:pt x="87" y="50"/>
                    <a:pt x="87" y="50"/>
                    <a:pt x="87" y="50"/>
                  </a:cubicBezTo>
                  <a:cubicBezTo>
                    <a:pt x="75" y="63"/>
                    <a:pt x="52" y="65"/>
                    <a:pt x="45" y="65"/>
                  </a:cubicBezTo>
                  <a:cubicBezTo>
                    <a:pt x="45" y="65"/>
                    <a:pt x="45" y="65"/>
                    <a:pt x="45" y="65"/>
                  </a:cubicBezTo>
                  <a:cubicBezTo>
                    <a:pt x="45" y="65"/>
                    <a:pt x="44" y="65"/>
                    <a:pt x="43" y="65"/>
                  </a:cubicBezTo>
                  <a:cubicBezTo>
                    <a:pt x="43" y="65"/>
                    <a:pt x="42" y="65"/>
                    <a:pt x="42" y="65"/>
                  </a:cubicBezTo>
                  <a:cubicBezTo>
                    <a:pt x="42" y="65"/>
                    <a:pt x="42" y="65"/>
                    <a:pt x="42" y="65"/>
                  </a:cubicBezTo>
                  <a:cubicBezTo>
                    <a:pt x="35" y="65"/>
                    <a:pt x="12" y="63"/>
                    <a:pt x="0" y="50"/>
                  </a:cubicBez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9" name="Freeform 13"/>
            <p:cNvSpPr/>
            <p:nvPr/>
          </p:nvSpPr>
          <p:spPr bwMode="auto">
            <a:xfrm>
              <a:off x="3485517" y="2167414"/>
              <a:ext cx="450850" cy="203200"/>
            </a:xfrm>
            <a:custGeom>
              <a:avLst/>
              <a:gdLst>
                <a:gd name="T0" fmla="*/ 143 w 284"/>
                <a:gd name="T1" fmla="*/ 128 h 128"/>
                <a:gd name="T2" fmla="*/ 284 w 284"/>
                <a:gd name="T3" fmla="*/ 64 h 128"/>
                <a:gd name="T4" fmla="*/ 139 w 284"/>
                <a:gd name="T5" fmla="*/ 0 h 128"/>
                <a:gd name="T6" fmla="*/ 0 w 284"/>
                <a:gd name="T7" fmla="*/ 62 h 128"/>
                <a:gd name="T8" fmla="*/ 143 w 284"/>
                <a:gd name="T9" fmla="*/ 128 h 128"/>
              </a:gdLst>
              <a:ahLst/>
              <a:cxnLst>
                <a:cxn ang="0">
                  <a:pos x="T0" y="T1"/>
                </a:cxn>
                <a:cxn ang="0">
                  <a:pos x="T2" y="T3"/>
                </a:cxn>
                <a:cxn ang="0">
                  <a:pos x="T4" y="T5"/>
                </a:cxn>
                <a:cxn ang="0">
                  <a:pos x="T6" y="T7"/>
                </a:cxn>
                <a:cxn ang="0">
                  <a:pos x="T8" y="T9"/>
                </a:cxn>
              </a:cxnLst>
              <a:rect l="0" t="0" r="r" b="b"/>
              <a:pathLst>
                <a:path w="284" h="128">
                  <a:moveTo>
                    <a:pt x="143" y="128"/>
                  </a:moveTo>
                  <a:lnTo>
                    <a:pt x="284" y="64"/>
                  </a:lnTo>
                  <a:lnTo>
                    <a:pt x="139" y="0"/>
                  </a:lnTo>
                  <a:lnTo>
                    <a:pt x="0" y="62"/>
                  </a:lnTo>
                  <a:lnTo>
                    <a:pt x="143" y="12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0" name="Rectangle 14"/>
            <p:cNvSpPr>
              <a:spLocks noChangeArrowheads="1"/>
            </p:cNvSpPr>
            <p:nvPr/>
          </p:nvSpPr>
          <p:spPr bwMode="auto">
            <a:xfrm>
              <a:off x="3491867" y="2262664"/>
              <a:ext cx="14288" cy="1492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51" name="Oval 15"/>
            <p:cNvSpPr>
              <a:spLocks noChangeArrowheads="1"/>
            </p:cNvSpPr>
            <p:nvPr/>
          </p:nvSpPr>
          <p:spPr bwMode="auto">
            <a:xfrm>
              <a:off x="3475992" y="2394427"/>
              <a:ext cx="44450" cy="44450"/>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2" name="Freeform 16"/>
            <p:cNvSpPr/>
            <p:nvPr/>
          </p:nvSpPr>
          <p:spPr bwMode="auto">
            <a:xfrm>
              <a:off x="3495042" y="2418239"/>
              <a:ext cx="31750" cy="98425"/>
            </a:xfrm>
            <a:custGeom>
              <a:avLst/>
              <a:gdLst>
                <a:gd name="T0" fmla="*/ 5 w 11"/>
                <a:gd name="T1" fmla="*/ 2 h 33"/>
                <a:gd name="T2" fmla="*/ 8 w 11"/>
                <a:gd name="T3" fmla="*/ 33 h 33"/>
                <a:gd name="T4" fmla="*/ 0 w 11"/>
                <a:gd name="T5" fmla="*/ 33 h 33"/>
                <a:gd name="T6" fmla="*/ 0 w 11"/>
                <a:gd name="T7" fmla="*/ 0 h 33"/>
                <a:gd name="T8" fmla="*/ 5 w 11"/>
                <a:gd name="T9" fmla="*/ 2 h 33"/>
              </a:gdLst>
              <a:ahLst/>
              <a:cxnLst>
                <a:cxn ang="0">
                  <a:pos x="T0" y="T1"/>
                </a:cxn>
                <a:cxn ang="0">
                  <a:pos x="T2" y="T3"/>
                </a:cxn>
                <a:cxn ang="0">
                  <a:pos x="T4" y="T5"/>
                </a:cxn>
                <a:cxn ang="0">
                  <a:pos x="T6" y="T7"/>
                </a:cxn>
                <a:cxn ang="0">
                  <a:pos x="T8" y="T9"/>
                </a:cxn>
              </a:cxnLst>
              <a:rect l="0" t="0" r="r" b="b"/>
              <a:pathLst>
                <a:path w="11" h="33">
                  <a:moveTo>
                    <a:pt x="5" y="2"/>
                  </a:moveTo>
                  <a:cubicBezTo>
                    <a:pt x="5" y="2"/>
                    <a:pt x="11" y="14"/>
                    <a:pt x="8" y="33"/>
                  </a:cubicBezTo>
                  <a:cubicBezTo>
                    <a:pt x="0" y="33"/>
                    <a:pt x="0" y="33"/>
                    <a:pt x="0" y="33"/>
                  </a:cubicBezTo>
                  <a:cubicBezTo>
                    <a:pt x="0" y="0"/>
                    <a:pt x="0" y="0"/>
                    <a:pt x="0" y="0"/>
                  </a:cubicBezTo>
                  <a:cubicBezTo>
                    <a:pt x="0" y="0"/>
                    <a:pt x="5" y="3"/>
                    <a:pt x="5"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3" name="Freeform 17"/>
            <p:cNvSpPr/>
            <p:nvPr/>
          </p:nvSpPr>
          <p:spPr bwMode="auto">
            <a:xfrm>
              <a:off x="3468055" y="2418239"/>
              <a:ext cx="31750" cy="98425"/>
            </a:xfrm>
            <a:custGeom>
              <a:avLst/>
              <a:gdLst>
                <a:gd name="T0" fmla="*/ 6 w 11"/>
                <a:gd name="T1" fmla="*/ 2 h 33"/>
                <a:gd name="T2" fmla="*/ 3 w 11"/>
                <a:gd name="T3" fmla="*/ 33 h 33"/>
                <a:gd name="T4" fmla="*/ 11 w 11"/>
                <a:gd name="T5" fmla="*/ 33 h 33"/>
                <a:gd name="T6" fmla="*/ 11 w 11"/>
                <a:gd name="T7" fmla="*/ 0 h 33"/>
                <a:gd name="T8" fmla="*/ 6 w 11"/>
                <a:gd name="T9" fmla="*/ 2 h 33"/>
              </a:gdLst>
              <a:ahLst/>
              <a:cxnLst>
                <a:cxn ang="0">
                  <a:pos x="T0" y="T1"/>
                </a:cxn>
                <a:cxn ang="0">
                  <a:pos x="T2" y="T3"/>
                </a:cxn>
                <a:cxn ang="0">
                  <a:pos x="T4" y="T5"/>
                </a:cxn>
                <a:cxn ang="0">
                  <a:pos x="T6" y="T7"/>
                </a:cxn>
                <a:cxn ang="0">
                  <a:pos x="T8" y="T9"/>
                </a:cxn>
              </a:cxnLst>
              <a:rect l="0" t="0" r="r" b="b"/>
              <a:pathLst>
                <a:path w="11" h="33">
                  <a:moveTo>
                    <a:pt x="6" y="2"/>
                  </a:moveTo>
                  <a:cubicBezTo>
                    <a:pt x="6" y="2"/>
                    <a:pt x="0" y="14"/>
                    <a:pt x="3" y="33"/>
                  </a:cubicBezTo>
                  <a:cubicBezTo>
                    <a:pt x="11" y="33"/>
                    <a:pt x="11" y="33"/>
                    <a:pt x="11" y="33"/>
                  </a:cubicBezTo>
                  <a:cubicBezTo>
                    <a:pt x="11" y="0"/>
                    <a:pt x="11" y="0"/>
                    <a:pt x="11" y="0"/>
                  </a:cubicBezTo>
                  <a:cubicBezTo>
                    <a:pt x="11" y="0"/>
                    <a:pt x="6" y="3"/>
                    <a:pt x="6"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4" name="Freeform 18"/>
            <p:cNvSpPr/>
            <p:nvPr/>
          </p:nvSpPr>
          <p:spPr bwMode="auto">
            <a:xfrm>
              <a:off x="3587117" y="2327752"/>
              <a:ext cx="258763" cy="193675"/>
            </a:xfrm>
            <a:custGeom>
              <a:avLst/>
              <a:gdLst>
                <a:gd name="T0" fmla="*/ 0 w 87"/>
                <a:gd name="T1" fmla="*/ 0 h 65"/>
                <a:gd name="T2" fmla="*/ 43 w 87"/>
                <a:gd name="T3" fmla="*/ 21 h 65"/>
                <a:gd name="T4" fmla="*/ 87 w 87"/>
                <a:gd name="T5" fmla="*/ 0 h 65"/>
                <a:gd name="T6" fmla="*/ 87 w 87"/>
                <a:gd name="T7" fmla="*/ 51 h 65"/>
                <a:gd name="T8" fmla="*/ 45 w 87"/>
                <a:gd name="T9" fmla="*/ 65 h 65"/>
                <a:gd name="T10" fmla="*/ 45 w 87"/>
                <a:gd name="T11" fmla="*/ 65 h 65"/>
                <a:gd name="T12" fmla="*/ 43 w 87"/>
                <a:gd name="T13" fmla="*/ 65 h 65"/>
                <a:gd name="T14" fmla="*/ 42 w 87"/>
                <a:gd name="T15" fmla="*/ 65 h 65"/>
                <a:gd name="T16" fmla="*/ 42 w 87"/>
                <a:gd name="T17" fmla="*/ 65 h 65"/>
                <a:gd name="T18" fmla="*/ 0 w 87"/>
                <a:gd name="T19" fmla="*/ 51 h 65"/>
                <a:gd name="T20" fmla="*/ 0 w 87"/>
                <a:gd name="T21" fmla="*/ 0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7" h="65">
                  <a:moveTo>
                    <a:pt x="0" y="0"/>
                  </a:moveTo>
                  <a:cubicBezTo>
                    <a:pt x="0" y="1"/>
                    <a:pt x="36" y="18"/>
                    <a:pt x="43" y="21"/>
                  </a:cubicBezTo>
                  <a:cubicBezTo>
                    <a:pt x="50" y="18"/>
                    <a:pt x="87" y="1"/>
                    <a:pt x="87" y="0"/>
                  </a:cubicBezTo>
                  <a:cubicBezTo>
                    <a:pt x="87" y="51"/>
                    <a:pt x="87" y="51"/>
                    <a:pt x="87" y="51"/>
                  </a:cubicBezTo>
                  <a:cubicBezTo>
                    <a:pt x="75" y="63"/>
                    <a:pt x="52" y="65"/>
                    <a:pt x="45" y="65"/>
                  </a:cubicBezTo>
                  <a:cubicBezTo>
                    <a:pt x="45" y="65"/>
                    <a:pt x="45" y="65"/>
                    <a:pt x="45" y="65"/>
                  </a:cubicBezTo>
                  <a:cubicBezTo>
                    <a:pt x="45" y="65"/>
                    <a:pt x="44" y="65"/>
                    <a:pt x="43" y="65"/>
                  </a:cubicBezTo>
                  <a:cubicBezTo>
                    <a:pt x="43" y="65"/>
                    <a:pt x="42" y="65"/>
                    <a:pt x="42" y="65"/>
                  </a:cubicBezTo>
                  <a:cubicBezTo>
                    <a:pt x="42" y="65"/>
                    <a:pt x="42" y="65"/>
                    <a:pt x="42" y="65"/>
                  </a:cubicBezTo>
                  <a:cubicBezTo>
                    <a:pt x="35" y="65"/>
                    <a:pt x="12" y="63"/>
                    <a:pt x="0" y="51"/>
                  </a:cubicBez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5" name="Freeform 19"/>
            <p:cNvSpPr>
              <a:spLocks noEditPoints="1"/>
            </p:cNvSpPr>
            <p:nvPr/>
          </p:nvSpPr>
          <p:spPr bwMode="auto">
            <a:xfrm>
              <a:off x="3676017" y="3137377"/>
              <a:ext cx="325438" cy="323850"/>
            </a:xfrm>
            <a:custGeom>
              <a:avLst/>
              <a:gdLst>
                <a:gd name="T0" fmla="*/ 39 w 109"/>
                <a:gd name="T1" fmla="*/ 53 h 109"/>
                <a:gd name="T2" fmla="*/ 42 w 109"/>
                <a:gd name="T3" fmla="*/ 46 h 109"/>
                <a:gd name="T4" fmla="*/ 42 w 109"/>
                <a:gd name="T5" fmla="*/ 21 h 109"/>
                <a:gd name="T6" fmla="*/ 39 w 109"/>
                <a:gd name="T7" fmla="*/ 17 h 109"/>
                <a:gd name="T8" fmla="*/ 39 w 109"/>
                <a:gd name="T9" fmla="*/ 17 h 109"/>
                <a:gd name="T10" fmla="*/ 39 w 109"/>
                <a:gd name="T11" fmla="*/ 6 h 109"/>
                <a:gd name="T12" fmla="*/ 39 w 109"/>
                <a:gd name="T13" fmla="*/ 6 h 109"/>
                <a:gd name="T14" fmla="*/ 39 w 109"/>
                <a:gd name="T15" fmla="*/ 6 h 109"/>
                <a:gd name="T16" fmla="*/ 55 w 109"/>
                <a:gd name="T17" fmla="*/ 0 h 109"/>
                <a:gd name="T18" fmla="*/ 70 w 109"/>
                <a:gd name="T19" fmla="*/ 6 h 109"/>
                <a:gd name="T20" fmla="*/ 70 w 109"/>
                <a:gd name="T21" fmla="*/ 6 h 109"/>
                <a:gd name="T22" fmla="*/ 71 w 109"/>
                <a:gd name="T23" fmla="*/ 6 h 109"/>
                <a:gd name="T24" fmla="*/ 71 w 109"/>
                <a:gd name="T25" fmla="*/ 17 h 109"/>
                <a:gd name="T26" fmla="*/ 70 w 109"/>
                <a:gd name="T27" fmla="*/ 17 h 109"/>
                <a:gd name="T28" fmla="*/ 66 w 109"/>
                <a:gd name="T29" fmla="*/ 21 h 109"/>
                <a:gd name="T30" fmla="*/ 66 w 109"/>
                <a:gd name="T31" fmla="*/ 46 h 109"/>
                <a:gd name="T32" fmla="*/ 69 w 109"/>
                <a:gd name="T33" fmla="*/ 53 h 109"/>
                <a:gd name="T34" fmla="*/ 94 w 109"/>
                <a:gd name="T35" fmla="*/ 100 h 109"/>
                <a:gd name="T36" fmla="*/ 55 w 109"/>
                <a:gd name="T37" fmla="*/ 109 h 109"/>
                <a:gd name="T38" fmla="*/ 15 w 109"/>
                <a:gd name="T39" fmla="*/ 100 h 109"/>
                <a:gd name="T40" fmla="*/ 39 w 109"/>
                <a:gd name="T41" fmla="*/ 53 h 109"/>
                <a:gd name="T42" fmla="*/ 40 w 109"/>
                <a:gd name="T43" fmla="*/ 101 h 109"/>
                <a:gd name="T44" fmla="*/ 23 w 109"/>
                <a:gd name="T45" fmla="*/ 89 h 109"/>
                <a:gd name="T46" fmla="*/ 38 w 109"/>
                <a:gd name="T47" fmla="*/ 63 h 109"/>
                <a:gd name="T48" fmla="*/ 17 w 109"/>
                <a:gd name="T49" fmla="*/ 90 h 109"/>
                <a:gd name="T50" fmla="*/ 40 w 109"/>
                <a:gd name="T51" fmla="*/ 101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09" h="109">
                  <a:moveTo>
                    <a:pt x="39" y="53"/>
                  </a:moveTo>
                  <a:cubicBezTo>
                    <a:pt x="39" y="53"/>
                    <a:pt x="42" y="51"/>
                    <a:pt x="42" y="46"/>
                  </a:cubicBezTo>
                  <a:cubicBezTo>
                    <a:pt x="42" y="42"/>
                    <a:pt x="42" y="26"/>
                    <a:pt x="42" y="21"/>
                  </a:cubicBezTo>
                  <a:cubicBezTo>
                    <a:pt x="40" y="20"/>
                    <a:pt x="39" y="19"/>
                    <a:pt x="39" y="17"/>
                  </a:cubicBezTo>
                  <a:cubicBezTo>
                    <a:pt x="39" y="17"/>
                    <a:pt x="39" y="17"/>
                    <a:pt x="39" y="17"/>
                  </a:cubicBezTo>
                  <a:cubicBezTo>
                    <a:pt x="39" y="6"/>
                    <a:pt x="39" y="6"/>
                    <a:pt x="39" y="6"/>
                  </a:cubicBezTo>
                  <a:cubicBezTo>
                    <a:pt x="39" y="6"/>
                    <a:pt x="39" y="6"/>
                    <a:pt x="39" y="6"/>
                  </a:cubicBezTo>
                  <a:cubicBezTo>
                    <a:pt x="39" y="6"/>
                    <a:pt x="39" y="6"/>
                    <a:pt x="39" y="6"/>
                  </a:cubicBezTo>
                  <a:cubicBezTo>
                    <a:pt x="39" y="2"/>
                    <a:pt x="46" y="0"/>
                    <a:pt x="55" y="0"/>
                  </a:cubicBezTo>
                  <a:cubicBezTo>
                    <a:pt x="63" y="0"/>
                    <a:pt x="70" y="2"/>
                    <a:pt x="70" y="6"/>
                  </a:cubicBezTo>
                  <a:cubicBezTo>
                    <a:pt x="70" y="6"/>
                    <a:pt x="70" y="6"/>
                    <a:pt x="70" y="6"/>
                  </a:cubicBezTo>
                  <a:cubicBezTo>
                    <a:pt x="71" y="6"/>
                    <a:pt x="71" y="6"/>
                    <a:pt x="71" y="6"/>
                  </a:cubicBezTo>
                  <a:cubicBezTo>
                    <a:pt x="71" y="17"/>
                    <a:pt x="71" y="17"/>
                    <a:pt x="71" y="17"/>
                  </a:cubicBezTo>
                  <a:cubicBezTo>
                    <a:pt x="70" y="17"/>
                    <a:pt x="70" y="17"/>
                    <a:pt x="70" y="17"/>
                  </a:cubicBezTo>
                  <a:cubicBezTo>
                    <a:pt x="70" y="19"/>
                    <a:pt x="69" y="20"/>
                    <a:pt x="66" y="21"/>
                  </a:cubicBezTo>
                  <a:cubicBezTo>
                    <a:pt x="66" y="26"/>
                    <a:pt x="66" y="42"/>
                    <a:pt x="66" y="46"/>
                  </a:cubicBezTo>
                  <a:cubicBezTo>
                    <a:pt x="66" y="51"/>
                    <a:pt x="69" y="53"/>
                    <a:pt x="69" y="53"/>
                  </a:cubicBezTo>
                  <a:cubicBezTo>
                    <a:pt x="75" y="56"/>
                    <a:pt x="109" y="90"/>
                    <a:pt x="94" y="100"/>
                  </a:cubicBezTo>
                  <a:cubicBezTo>
                    <a:pt x="81" y="109"/>
                    <a:pt x="59" y="109"/>
                    <a:pt x="55" y="109"/>
                  </a:cubicBezTo>
                  <a:cubicBezTo>
                    <a:pt x="50" y="109"/>
                    <a:pt x="28" y="109"/>
                    <a:pt x="15" y="100"/>
                  </a:cubicBezTo>
                  <a:cubicBezTo>
                    <a:pt x="0" y="90"/>
                    <a:pt x="34" y="56"/>
                    <a:pt x="39" y="53"/>
                  </a:cubicBezTo>
                  <a:close/>
                  <a:moveTo>
                    <a:pt x="40" y="101"/>
                  </a:moveTo>
                  <a:cubicBezTo>
                    <a:pt x="40" y="101"/>
                    <a:pt x="24" y="97"/>
                    <a:pt x="23" y="89"/>
                  </a:cubicBezTo>
                  <a:cubicBezTo>
                    <a:pt x="22" y="80"/>
                    <a:pt x="38" y="63"/>
                    <a:pt x="38" y="63"/>
                  </a:cubicBezTo>
                  <a:cubicBezTo>
                    <a:pt x="38" y="63"/>
                    <a:pt x="17" y="79"/>
                    <a:pt x="17" y="90"/>
                  </a:cubicBezTo>
                  <a:cubicBezTo>
                    <a:pt x="18" y="101"/>
                    <a:pt x="40" y="101"/>
                    <a:pt x="40" y="10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6" name="Freeform 20"/>
            <p:cNvSpPr>
              <a:spLocks noEditPoints="1"/>
            </p:cNvSpPr>
            <p:nvPr/>
          </p:nvSpPr>
          <p:spPr bwMode="auto">
            <a:xfrm>
              <a:off x="4218942" y="2242027"/>
              <a:ext cx="403225" cy="404813"/>
            </a:xfrm>
            <a:custGeom>
              <a:avLst/>
              <a:gdLst>
                <a:gd name="T0" fmla="*/ 67 w 135"/>
                <a:gd name="T1" fmla="*/ 0 h 136"/>
                <a:gd name="T2" fmla="*/ 135 w 135"/>
                <a:gd name="T3" fmla="*/ 68 h 136"/>
                <a:gd name="T4" fmla="*/ 67 w 135"/>
                <a:gd name="T5" fmla="*/ 136 h 136"/>
                <a:gd name="T6" fmla="*/ 0 w 135"/>
                <a:gd name="T7" fmla="*/ 68 h 136"/>
                <a:gd name="T8" fmla="*/ 67 w 135"/>
                <a:gd name="T9" fmla="*/ 0 h 136"/>
                <a:gd name="T10" fmla="*/ 67 w 135"/>
                <a:gd name="T11" fmla="*/ 133 h 136"/>
                <a:gd name="T12" fmla="*/ 132 w 135"/>
                <a:gd name="T13" fmla="*/ 68 h 136"/>
                <a:gd name="T14" fmla="*/ 67 w 135"/>
                <a:gd name="T15" fmla="*/ 3 h 136"/>
                <a:gd name="T16" fmla="*/ 3 w 135"/>
                <a:gd name="T17" fmla="*/ 68 h 136"/>
                <a:gd name="T18" fmla="*/ 67 w 135"/>
                <a:gd name="T19" fmla="*/ 133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5" h="136">
                  <a:moveTo>
                    <a:pt x="67" y="0"/>
                  </a:moveTo>
                  <a:cubicBezTo>
                    <a:pt x="105" y="0"/>
                    <a:pt x="135" y="30"/>
                    <a:pt x="135" y="68"/>
                  </a:cubicBezTo>
                  <a:cubicBezTo>
                    <a:pt x="135" y="105"/>
                    <a:pt x="105" y="136"/>
                    <a:pt x="67" y="136"/>
                  </a:cubicBezTo>
                  <a:cubicBezTo>
                    <a:pt x="30" y="136"/>
                    <a:pt x="0" y="105"/>
                    <a:pt x="0" y="68"/>
                  </a:cubicBezTo>
                  <a:cubicBezTo>
                    <a:pt x="0" y="30"/>
                    <a:pt x="30" y="0"/>
                    <a:pt x="67" y="0"/>
                  </a:cubicBezTo>
                  <a:close/>
                  <a:moveTo>
                    <a:pt x="67" y="133"/>
                  </a:moveTo>
                  <a:cubicBezTo>
                    <a:pt x="103" y="133"/>
                    <a:pt x="132" y="104"/>
                    <a:pt x="132" y="68"/>
                  </a:cubicBezTo>
                  <a:cubicBezTo>
                    <a:pt x="132" y="32"/>
                    <a:pt x="103" y="3"/>
                    <a:pt x="67" y="3"/>
                  </a:cubicBezTo>
                  <a:cubicBezTo>
                    <a:pt x="32" y="3"/>
                    <a:pt x="3" y="32"/>
                    <a:pt x="3" y="68"/>
                  </a:cubicBezTo>
                  <a:cubicBezTo>
                    <a:pt x="3" y="104"/>
                    <a:pt x="32" y="133"/>
                    <a:pt x="67"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7" name="Freeform 21"/>
            <p:cNvSpPr/>
            <p:nvPr/>
          </p:nvSpPr>
          <p:spPr bwMode="auto">
            <a:xfrm>
              <a:off x="4180842" y="2249964"/>
              <a:ext cx="452438" cy="396875"/>
            </a:xfrm>
            <a:custGeom>
              <a:avLst/>
              <a:gdLst>
                <a:gd name="T0" fmla="*/ 108 w 152"/>
                <a:gd name="T1" fmla="*/ 10 h 133"/>
                <a:gd name="T2" fmla="*/ 111 w 152"/>
                <a:gd name="T3" fmla="*/ 15 h 133"/>
                <a:gd name="T4" fmla="*/ 114 w 152"/>
                <a:gd name="T5" fmla="*/ 19 h 133"/>
                <a:gd name="T6" fmla="*/ 116 w 152"/>
                <a:gd name="T7" fmla="*/ 17 h 133"/>
                <a:gd name="T8" fmla="*/ 117 w 152"/>
                <a:gd name="T9" fmla="*/ 21 h 133"/>
                <a:gd name="T10" fmla="*/ 124 w 152"/>
                <a:gd name="T11" fmla="*/ 23 h 133"/>
                <a:gd name="T12" fmla="*/ 128 w 152"/>
                <a:gd name="T13" fmla="*/ 27 h 133"/>
                <a:gd name="T14" fmla="*/ 134 w 152"/>
                <a:gd name="T15" fmla="*/ 35 h 133"/>
                <a:gd name="T16" fmla="*/ 137 w 152"/>
                <a:gd name="T17" fmla="*/ 41 h 133"/>
                <a:gd name="T18" fmla="*/ 134 w 152"/>
                <a:gd name="T19" fmla="*/ 44 h 133"/>
                <a:gd name="T20" fmla="*/ 134 w 152"/>
                <a:gd name="T21" fmla="*/ 46 h 133"/>
                <a:gd name="T22" fmla="*/ 137 w 152"/>
                <a:gd name="T23" fmla="*/ 44 h 133"/>
                <a:gd name="T24" fmla="*/ 139 w 152"/>
                <a:gd name="T25" fmla="*/ 40 h 133"/>
                <a:gd name="T26" fmla="*/ 141 w 152"/>
                <a:gd name="T27" fmla="*/ 46 h 133"/>
                <a:gd name="T28" fmla="*/ 140 w 152"/>
                <a:gd name="T29" fmla="*/ 55 h 133"/>
                <a:gd name="T30" fmla="*/ 136 w 152"/>
                <a:gd name="T31" fmla="*/ 53 h 133"/>
                <a:gd name="T32" fmla="*/ 130 w 152"/>
                <a:gd name="T33" fmla="*/ 59 h 133"/>
                <a:gd name="T34" fmla="*/ 124 w 152"/>
                <a:gd name="T35" fmla="*/ 65 h 133"/>
                <a:gd name="T36" fmla="*/ 118 w 152"/>
                <a:gd name="T37" fmla="*/ 70 h 133"/>
                <a:gd name="T38" fmla="*/ 111 w 152"/>
                <a:gd name="T39" fmla="*/ 78 h 133"/>
                <a:gd name="T40" fmla="*/ 113 w 152"/>
                <a:gd name="T41" fmla="*/ 90 h 133"/>
                <a:gd name="T42" fmla="*/ 119 w 152"/>
                <a:gd name="T43" fmla="*/ 103 h 133"/>
                <a:gd name="T44" fmla="*/ 117 w 152"/>
                <a:gd name="T45" fmla="*/ 113 h 133"/>
                <a:gd name="T46" fmla="*/ 121 w 152"/>
                <a:gd name="T47" fmla="*/ 114 h 133"/>
                <a:gd name="T48" fmla="*/ 130 w 152"/>
                <a:gd name="T49" fmla="*/ 99 h 133"/>
                <a:gd name="T50" fmla="*/ 141 w 152"/>
                <a:gd name="T51" fmla="*/ 75 h 133"/>
                <a:gd name="T52" fmla="*/ 144 w 152"/>
                <a:gd name="T53" fmla="*/ 58 h 133"/>
                <a:gd name="T54" fmla="*/ 103 w 152"/>
                <a:gd name="T55" fmla="*/ 122 h 133"/>
                <a:gd name="T56" fmla="*/ 92 w 152"/>
                <a:gd name="T57" fmla="*/ 121 h 133"/>
                <a:gd name="T58" fmla="*/ 78 w 152"/>
                <a:gd name="T59" fmla="*/ 119 h 133"/>
                <a:gd name="T60" fmla="*/ 79 w 152"/>
                <a:gd name="T61" fmla="*/ 125 h 133"/>
                <a:gd name="T62" fmla="*/ 71 w 152"/>
                <a:gd name="T63" fmla="*/ 124 h 133"/>
                <a:gd name="T64" fmla="*/ 59 w 152"/>
                <a:gd name="T65" fmla="*/ 123 h 133"/>
                <a:gd name="T66" fmla="*/ 60 w 152"/>
                <a:gd name="T67" fmla="*/ 1 h 133"/>
                <a:gd name="T68" fmla="*/ 20 w 152"/>
                <a:gd name="T69" fmla="*/ 42 h 133"/>
                <a:gd name="T70" fmla="*/ 26 w 152"/>
                <a:gd name="T71" fmla="*/ 39 h 133"/>
                <a:gd name="T72" fmla="*/ 31 w 152"/>
                <a:gd name="T73" fmla="*/ 49 h 133"/>
                <a:gd name="T74" fmla="*/ 38 w 152"/>
                <a:gd name="T75" fmla="*/ 39 h 133"/>
                <a:gd name="T76" fmla="*/ 35 w 152"/>
                <a:gd name="T77" fmla="*/ 50 h 133"/>
                <a:gd name="T78" fmla="*/ 28 w 152"/>
                <a:gd name="T79" fmla="*/ 52 h 133"/>
                <a:gd name="T80" fmla="*/ 31 w 152"/>
                <a:gd name="T81" fmla="*/ 67 h 133"/>
                <a:gd name="T82" fmla="*/ 35 w 152"/>
                <a:gd name="T83" fmla="*/ 82 h 133"/>
                <a:gd name="T84" fmla="*/ 40 w 152"/>
                <a:gd name="T85" fmla="*/ 91 h 133"/>
                <a:gd name="T86" fmla="*/ 54 w 152"/>
                <a:gd name="T87" fmla="*/ 103 h 133"/>
                <a:gd name="T88" fmla="*/ 57 w 152"/>
                <a:gd name="T89" fmla="*/ 93 h 133"/>
                <a:gd name="T90" fmla="*/ 57 w 152"/>
                <a:gd name="T91" fmla="*/ 80 h 133"/>
                <a:gd name="T92" fmla="*/ 62 w 152"/>
                <a:gd name="T93" fmla="*/ 67 h 133"/>
                <a:gd name="T94" fmla="*/ 68 w 152"/>
                <a:gd name="T95" fmla="*/ 60 h 133"/>
                <a:gd name="T96" fmla="*/ 86 w 152"/>
                <a:gd name="T97" fmla="*/ 60 h 133"/>
                <a:gd name="T98" fmla="*/ 92 w 152"/>
                <a:gd name="T99" fmla="*/ 51 h 133"/>
                <a:gd name="T100" fmla="*/ 85 w 152"/>
                <a:gd name="T101" fmla="*/ 33 h 133"/>
                <a:gd name="T102" fmla="*/ 72 w 152"/>
                <a:gd name="T103" fmla="*/ 27 h 133"/>
                <a:gd name="T104" fmla="*/ 65 w 152"/>
                <a:gd name="T105" fmla="*/ 31 h 133"/>
                <a:gd name="T106" fmla="*/ 54 w 152"/>
                <a:gd name="T107" fmla="*/ 31 h 133"/>
                <a:gd name="T108" fmla="*/ 44 w 152"/>
                <a:gd name="T109" fmla="*/ 29 h 133"/>
                <a:gd name="T110" fmla="*/ 53 w 152"/>
                <a:gd name="T111" fmla="*/ 25 h 133"/>
                <a:gd name="T112" fmla="*/ 54 w 152"/>
                <a:gd name="T113" fmla="*/ 21 h 133"/>
                <a:gd name="T114" fmla="*/ 67 w 152"/>
                <a:gd name="T115" fmla="*/ 21 h 133"/>
                <a:gd name="T116" fmla="*/ 78 w 152"/>
                <a:gd name="T117" fmla="*/ 25 h 133"/>
                <a:gd name="T118" fmla="*/ 80 w 152"/>
                <a:gd name="T119" fmla="*/ 14 h 133"/>
                <a:gd name="T120" fmla="*/ 88 w 152"/>
                <a:gd name="T121" fmla="*/ 7 h 133"/>
                <a:gd name="T122" fmla="*/ 79 w 152"/>
                <a:gd name="T123" fmla="*/ 2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52" h="133">
                  <a:moveTo>
                    <a:pt x="90" y="0"/>
                  </a:moveTo>
                  <a:cubicBezTo>
                    <a:pt x="90" y="0"/>
                    <a:pt x="113" y="3"/>
                    <a:pt x="128" y="21"/>
                  </a:cubicBezTo>
                  <a:cubicBezTo>
                    <a:pt x="128" y="21"/>
                    <a:pt x="117" y="8"/>
                    <a:pt x="109" y="8"/>
                  </a:cubicBezTo>
                  <a:cubicBezTo>
                    <a:pt x="108" y="9"/>
                    <a:pt x="108" y="9"/>
                    <a:pt x="108" y="9"/>
                  </a:cubicBezTo>
                  <a:cubicBezTo>
                    <a:pt x="108" y="9"/>
                    <a:pt x="108" y="10"/>
                    <a:pt x="108" y="10"/>
                  </a:cubicBezTo>
                  <a:cubicBezTo>
                    <a:pt x="108" y="10"/>
                    <a:pt x="109" y="11"/>
                    <a:pt x="109" y="12"/>
                  </a:cubicBezTo>
                  <a:cubicBezTo>
                    <a:pt x="109" y="12"/>
                    <a:pt x="109" y="13"/>
                    <a:pt x="109" y="13"/>
                  </a:cubicBezTo>
                  <a:cubicBezTo>
                    <a:pt x="110" y="14"/>
                    <a:pt x="110" y="14"/>
                    <a:pt x="110" y="14"/>
                  </a:cubicBezTo>
                  <a:cubicBezTo>
                    <a:pt x="110" y="14"/>
                    <a:pt x="110" y="14"/>
                    <a:pt x="110" y="14"/>
                  </a:cubicBezTo>
                  <a:cubicBezTo>
                    <a:pt x="111" y="15"/>
                    <a:pt x="111" y="15"/>
                    <a:pt x="111" y="15"/>
                  </a:cubicBezTo>
                  <a:cubicBezTo>
                    <a:pt x="111" y="16"/>
                    <a:pt x="111" y="16"/>
                    <a:pt x="111" y="16"/>
                  </a:cubicBezTo>
                  <a:cubicBezTo>
                    <a:pt x="111" y="18"/>
                    <a:pt x="111" y="18"/>
                    <a:pt x="111" y="18"/>
                  </a:cubicBezTo>
                  <a:cubicBezTo>
                    <a:pt x="111" y="18"/>
                    <a:pt x="111" y="18"/>
                    <a:pt x="111" y="18"/>
                  </a:cubicBezTo>
                  <a:cubicBezTo>
                    <a:pt x="112" y="19"/>
                    <a:pt x="112" y="19"/>
                    <a:pt x="112" y="19"/>
                  </a:cubicBezTo>
                  <a:cubicBezTo>
                    <a:pt x="112" y="19"/>
                    <a:pt x="113" y="19"/>
                    <a:pt x="114" y="19"/>
                  </a:cubicBezTo>
                  <a:cubicBezTo>
                    <a:pt x="114" y="19"/>
                    <a:pt x="114" y="18"/>
                    <a:pt x="114" y="18"/>
                  </a:cubicBezTo>
                  <a:cubicBezTo>
                    <a:pt x="113" y="17"/>
                    <a:pt x="113" y="17"/>
                    <a:pt x="113" y="17"/>
                  </a:cubicBezTo>
                  <a:cubicBezTo>
                    <a:pt x="113" y="17"/>
                    <a:pt x="113" y="17"/>
                    <a:pt x="113" y="17"/>
                  </a:cubicBezTo>
                  <a:cubicBezTo>
                    <a:pt x="114" y="16"/>
                    <a:pt x="113" y="16"/>
                    <a:pt x="114" y="16"/>
                  </a:cubicBezTo>
                  <a:cubicBezTo>
                    <a:pt x="115" y="16"/>
                    <a:pt x="116" y="17"/>
                    <a:pt x="116" y="17"/>
                  </a:cubicBezTo>
                  <a:cubicBezTo>
                    <a:pt x="117" y="18"/>
                    <a:pt x="117" y="18"/>
                    <a:pt x="117" y="18"/>
                  </a:cubicBezTo>
                  <a:cubicBezTo>
                    <a:pt x="117" y="18"/>
                    <a:pt x="118" y="19"/>
                    <a:pt x="117" y="19"/>
                  </a:cubicBezTo>
                  <a:cubicBezTo>
                    <a:pt x="117" y="19"/>
                    <a:pt x="117" y="19"/>
                    <a:pt x="117" y="19"/>
                  </a:cubicBezTo>
                  <a:cubicBezTo>
                    <a:pt x="117" y="19"/>
                    <a:pt x="116" y="20"/>
                    <a:pt x="116" y="20"/>
                  </a:cubicBezTo>
                  <a:cubicBezTo>
                    <a:pt x="116" y="21"/>
                    <a:pt x="117" y="21"/>
                    <a:pt x="117" y="21"/>
                  </a:cubicBezTo>
                  <a:cubicBezTo>
                    <a:pt x="117" y="21"/>
                    <a:pt x="117" y="22"/>
                    <a:pt x="118" y="22"/>
                  </a:cubicBezTo>
                  <a:cubicBezTo>
                    <a:pt x="119" y="21"/>
                    <a:pt x="119" y="21"/>
                    <a:pt x="120" y="21"/>
                  </a:cubicBezTo>
                  <a:cubicBezTo>
                    <a:pt x="120" y="21"/>
                    <a:pt x="121" y="21"/>
                    <a:pt x="121" y="21"/>
                  </a:cubicBezTo>
                  <a:cubicBezTo>
                    <a:pt x="122" y="21"/>
                    <a:pt x="122" y="21"/>
                    <a:pt x="122" y="21"/>
                  </a:cubicBezTo>
                  <a:cubicBezTo>
                    <a:pt x="122" y="22"/>
                    <a:pt x="124" y="23"/>
                    <a:pt x="124" y="23"/>
                  </a:cubicBezTo>
                  <a:cubicBezTo>
                    <a:pt x="124" y="23"/>
                    <a:pt x="124" y="23"/>
                    <a:pt x="124" y="23"/>
                  </a:cubicBezTo>
                  <a:cubicBezTo>
                    <a:pt x="124" y="23"/>
                    <a:pt x="125" y="25"/>
                    <a:pt x="125" y="25"/>
                  </a:cubicBezTo>
                  <a:cubicBezTo>
                    <a:pt x="125" y="25"/>
                    <a:pt x="125" y="25"/>
                    <a:pt x="126" y="25"/>
                  </a:cubicBezTo>
                  <a:cubicBezTo>
                    <a:pt x="127" y="26"/>
                    <a:pt x="127" y="26"/>
                    <a:pt x="127" y="26"/>
                  </a:cubicBezTo>
                  <a:cubicBezTo>
                    <a:pt x="128" y="27"/>
                    <a:pt x="128" y="27"/>
                    <a:pt x="128" y="27"/>
                  </a:cubicBezTo>
                  <a:cubicBezTo>
                    <a:pt x="128" y="27"/>
                    <a:pt x="129" y="28"/>
                    <a:pt x="129" y="28"/>
                  </a:cubicBezTo>
                  <a:cubicBezTo>
                    <a:pt x="130" y="29"/>
                    <a:pt x="131" y="30"/>
                    <a:pt x="132" y="30"/>
                  </a:cubicBezTo>
                  <a:cubicBezTo>
                    <a:pt x="132" y="30"/>
                    <a:pt x="132" y="31"/>
                    <a:pt x="133" y="32"/>
                  </a:cubicBezTo>
                  <a:cubicBezTo>
                    <a:pt x="133" y="32"/>
                    <a:pt x="133" y="33"/>
                    <a:pt x="133" y="34"/>
                  </a:cubicBezTo>
                  <a:cubicBezTo>
                    <a:pt x="133" y="34"/>
                    <a:pt x="134" y="35"/>
                    <a:pt x="134" y="35"/>
                  </a:cubicBezTo>
                  <a:cubicBezTo>
                    <a:pt x="134" y="36"/>
                    <a:pt x="134" y="37"/>
                    <a:pt x="135" y="37"/>
                  </a:cubicBezTo>
                  <a:cubicBezTo>
                    <a:pt x="135" y="37"/>
                    <a:pt x="135" y="38"/>
                    <a:pt x="136" y="38"/>
                  </a:cubicBezTo>
                  <a:cubicBezTo>
                    <a:pt x="136" y="38"/>
                    <a:pt x="137" y="38"/>
                    <a:pt x="138" y="39"/>
                  </a:cubicBezTo>
                  <a:cubicBezTo>
                    <a:pt x="138" y="39"/>
                    <a:pt x="138" y="40"/>
                    <a:pt x="138" y="40"/>
                  </a:cubicBezTo>
                  <a:cubicBezTo>
                    <a:pt x="138" y="40"/>
                    <a:pt x="138" y="41"/>
                    <a:pt x="137" y="41"/>
                  </a:cubicBezTo>
                  <a:cubicBezTo>
                    <a:pt x="137" y="41"/>
                    <a:pt x="136" y="41"/>
                    <a:pt x="136" y="41"/>
                  </a:cubicBezTo>
                  <a:cubicBezTo>
                    <a:pt x="136" y="41"/>
                    <a:pt x="136" y="42"/>
                    <a:pt x="136" y="42"/>
                  </a:cubicBezTo>
                  <a:cubicBezTo>
                    <a:pt x="136" y="43"/>
                    <a:pt x="137" y="44"/>
                    <a:pt x="136" y="44"/>
                  </a:cubicBezTo>
                  <a:cubicBezTo>
                    <a:pt x="136" y="44"/>
                    <a:pt x="135" y="44"/>
                    <a:pt x="135" y="44"/>
                  </a:cubicBezTo>
                  <a:cubicBezTo>
                    <a:pt x="134" y="44"/>
                    <a:pt x="134" y="44"/>
                    <a:pt x="134" y="44"/>
                  </a:cubicBezTo>
                  <a:cubicBezTo>
                    <a:pt x="133" y="45"/>
                    <a:pt x="133" y="45"/>
                    <a:pt x="133" y="45"/>
                  </a:cubicBezTo>
                  <a:cubicBezTo>
                    <a:pt x="132" y="45"/>
                    <a:pt x="132" y="45"/>
                    <a:pt x="132" y="45"/>
                  </a:cubicBezTo>
                  <a:cubicBezTo>
                    <a:pt x="132" y="45"/>
                    <a:pt x="132" y="46"/>
                    <a:pt x="133" y="46"/>
                  </a:cubicBezTo>
                  <a:cubicBezTo>
                    <a:pt x="133" y="47"/>
                    <a:pt x="133" y="47"/>
                    <a:pt x="133" y="47"/>
                  </a:cubicBezTo>
                  <a:cubicBezTo>
                    <a:pt x="134" y="47"/>
                    <a:pt x="133" y="47"/>
                    <a:pt x="134" y="46"/>
                  </a:cubicBezTo>
                  <a:cubicBezTo>
                    <a:pt x="134" y="46"/>
                    <a:pt x="134" y="46"/>
                    <a:pt x="134" y="46"/>
                  </a:cubicBezTo>
                  <a:cubicBezTo>
                    <a:pt x="135" y="45"/>
                    <a:pt x="135" y="46"/>
                    <a:pt x="136" y="46"/>
                  </a:cubicBezTo>
                  <a:cubicBezTo>
                    <a:pt x="136" y="46"/>
                    <a:pt x="136" y="46"/>
                    <a:pt x="137" y="45"/>
                  </a:cubicBezTo>
                  <a:cubicBezTo>
                    <a:pt x="137" y="45"/>
                    <a:pt x="137" y="46"/>
                    <a:pt x="137" y="45"/>
                  </a:cubicBezTo>
                  <a:cubicBezTo>
                    <a:pt x="137" y="44"/>
                    <a:pt x="137" y="44"/>
                    <a:pt x="137" y="44"/>
                  </a:cubicBezTo>
                  <a:cubicBezTo>
                    <a:pt x="137" y="43"/>
                    <a:pt x="137" y="43"/>
                    <a:pt x="138" y="43"/>
                  </a:cubicBezTo>
                  <a:cubicBezTo>
                    <a:pt x="138" y="43"/>
                    <a:pt x="138" y="43"/>
                    <a:pt x="138" y="43"/>
                  </a:cubicBezTo>
                  <a:cubicBezTo>
                    <a:pt x="139" y="42"/>
                    <a:pt x="139" y="42"/>
                    <a:pt x="139" y="42"/>
                  </a:cubicBezTo>
                  <a:cubicBezTo>
                    <a:pt x="139" y="42"/>
                    <a:pt x="140" y="42"/>
                    <a:pt x="140" y="42"/>
                  </a:cubicBezTo>
                  <a:cubicBezTo>
                    <a:pt x="140" y="41"/>
                    <a:pt x="139" y="40"/>
                    <a:pt x="139" y="40"/>
                  </a:cubicBezTo>
                  <a:cubicBezTo>
                    <a:pt x="139" y="40"/>
                    <a:pt x="139" y="39"/>
                    <a:pt x="139" y="39"/>
                  </a:cubicBezTo>
                  <a:cubicBezTo>
                    <a:pt x="139" y="38"/>
                    <a:pt x="139" y="36"/>
                    <a:pt x="139" y="36"/>
                  </a:cubicBezTo>
                  <a:cubicBezTo>
                    <a:pt x="139" y="36"/>
                    <a:pt x="141" y="41"/>
                    <a:pt x="142" y="44"/>
                  </a:cubicBezTo>
                  <a:cubicBezTo>
                    <a:pt x="142" y="44"/>
                    <a:pt x="141" y="44"/>
                    <a:pt x="141" y="44"/>
                  </a:cubicBezTo>
                  <a:cubicBezTo>
                    <a:pt x="141" y="45"/>
                    <a:pt x="141" y="45"/>
                    <a:pt x="141" y="46"/>
                  </a:cubicBezTo>
                  <a:cubicBezTo>
                    <a:pt x="141" y="46"/>
                    <a:pt x="141" y="46"/>
                    <a:pt x="141" y="48"/>
                  </a:cubicBezTo>
                  <a:cubicBezTo>
                    <a:pt x="141" y="49"/>
                    <a:pt x="140" y="50"/>
                    <a:pt x="141" y="50"/>
                  </a:cubicBezTo>
                  <a:cubicBezTo>
                    <a:pt x="141" y="51"/>
                    <a:pt x="141" y="52"/>
                    <a:pt x="141" y="52"/>
                  </a:cubicBezTo>
                  <a:cubicBezTo>
                    <a:pt x="141" y="53"/>
                    <a:pt x="141" y="54"/>
                    <a:pt x="141" y="55"/>
                  </a:cubicBezTo>
                  <a:cubicBezTo>
                    <a:pt x="140" y="55"/>
                    <a:pt x="140" y="55"/>
                    <a:pt x="140" y="55"/>
                  </a:cubicBezTo>
                  <a:cubicBezTo>
                    <a:pt x="140" y="56"/>
                    <a:pt x="141" y="57"/>
                    <a:pt x="140" y="56"/>
                  </a:cubicBezTo>
                  <a:cubicBezTo>
                    <a:pt x="139" y="54"/>
                    <a:pt x="139" y="54"/>
                    <a:pt x="139" y="54"/>
                  </a:cubicBezTo>
                  <a:cubicBezTo>
                    <a:pt x="138" y="53"/>
                    <a:pt x="138" y="53"/>
                    <a:pt x="138" y="53"/>
                  </a:cubicBezTo>
                  <a:cubicBezTo>
                    <a:pt x="138" y="53"/>
                    <a:pt x="138" y="52"/>
                    <a:pt x="137" y="53"/>
                  </a:cubicBezTo>
                  <a:cubicBezTo>
                    <a:pt x="136" y="53"/>
                    <a:pt x="136" y="53"/>
                    <a:pt x="136" y="53"/>
                  </a:cubicBezTo>
                  <a:cubicBezTo>
                    <a:pt x="135" y="53"/>
                    <a:pt x="136" y="55"/>
                    <a:pt x="136" y="55"/>
                  </a:cubicBezTo>
                  <a:cubicBezTo>
                    <a:pt x="135" y="55"/>
                    <a:pt x="133" y="54"/>
                    <a:pt x="133" y="54"/>
                  </a:cubicBezTo>
                  <a:cubicBezTo>
                    <a:pt x="133" y="54"/>
                    <a:pt x="132" y="54"/>
                    <a:pt x="132" y="55"/>
                  </a:cubicBezTo>
                  <a:cubicBezTo>
                    <a:pt x="132" y="56"/>
                    <a:pt x="131" y="57"/>
                    <a:pt x="131" y="57"/>
                  </a:cubicBezTo>
                  <a:cubicBezTo>
                    <a:pt x="131" y="57"/>
                    <a:pt x="131" y="58"/>
                    <a:pt x="130" y="59"/>
                  </a:cubicBezTo>
                  <a:cubicBezTo>
                    <a:pt x="130" y="59"/>
                    <a:pt x="129" y="60"/>
                    <a:pt x="129" y="60"/>
                  </a:cubicBezTo>
                  <a:cubicBezTo>
                    <a:pt x="128" y="60"/>
                    <a:pt x="127" y="60"/>
                    <a:pt x="126" y="60"/>
                  </a:cubicBezTo>
                  <a:cubicBezTo>
                    <a:pt x="126" y="60"/>
                    <a:pt x="126" y="61"/>
                    <a:pt x="126" y="61"/>
                  </a:cubicBezTo>
                  <a:cubicBezTo>
                    <a:pt x="125" y="62"/>
                    <a:pt x="124" y="63"/>
                    <a:pt x="124" y="63"/>
                  </a:cubicBezTo>
                  <a:cubicBezTo>
                    <a:pt x="124" y="63"/>
                    <a:pt x="124" y="65"/>
                    <a:pt x="124" y="65"/>
                  </a:cubicBezTo>
                  <a:cubicBezTo>
                    <a:pt x="125" y="66"/>
                    <a:pt x="124" y="66"/>
                    <a:pt x="124" y="66"/>
                  </a:cubicBezTo>
                  <a:cubicBezTo>
                    <a:pt x="123" y="66"/>
                    <a:pt x="122" y="67"/>
                    <a:pt x="122" y="67"/>
                  </a:cubicBezTo>
                  <a:cubicBezTo>
                    <a:pt x="122" y="67"/>
                    <a:pt x="123" y="68"/>
                    <a:pt x="122" y="68"/>
                  </a:cubicBezTo>
                  <a:cubicBezTo>
                    <a:pt x="121" y="69"/>
                    <a:pt x="119" y="69"/>
                    <a:pt x="119" y="69"/>
                  </a:cubicBezTo>
                  <a:cubicBezTo>
                    <a:pt x="119" y="69"/>
                    <a:pt x="120" y="70"/>
                    <a:pt x="118" y="70"/>
                  </a:cubicBezTo>
                  <a:cubicBezTo>
                    <a:pt x="117" y="70"/>
                    <a:pt x="116" y="70"/>
                    <a:pt x="115" y="70"/>
                  </a:cubicBezTo>
                  <a:cubicBezTo>
                    <a:pt x="115" y="71"/>
                    <a:pt x="115" y="72"/>
                    <a:pt x="114" y="73"/>
                  </a:cubicBezTo>
                  <a:cubicBezTo>
                    <a:pt x="112" y="74"/>
                    <a:pt x="111" y="74"/>
                    <a:pt x="111" y="74"/>
                  </a:cubicBezTo>
                  <a:cubicBezTo>
                    <a:pt x="110" y="74"/>
                    <a:pt x="110" y="74"/>
                    <a:pt x="110" y="75"/>
                  </a:cubicBezTo>
                  <a:cubicBezTo>
                    <a:pt x="110" y="77"/>
                    <a:pt x="110" y="77"/>
                    <a:pt x="111" y="78"/>
                  </a:cubicBezTo>
                  <a:cubicBezTo>
                    <a:pt x="112" y="78"/>
                    <a:pt x="112" y="80"/>
                    <a:pt x="113" y="81"/>
                  </a:cubicBezTo>
                  <a:cubicBezTo>
                    <a:pt x="113" y="81"/>
                    <a:pt x="114" y="82"/>
                    <a:pt x="113" y="83"/>
                  </a:cubicBezTo>
                  <a:cubicBezTo>
                    <a:pt x="113" y="84"/>
                    <a:pt x="112" y="85"/>
                    <a:pt x="112" y="85"/>
                  </a:cubicBezTo>
                  <a:cubicBezTo>
                    <a:pt x="112" y="86"/>
                    <a:pt x="112" y="87"/>
                    <a:pt x="112" y="88"/>
                  </a:cubicBezTo>
                  <a:cubicBezTo>
                    <a:pt x="113" y="89"/>
                    <a:pt x="113" y="90"/>
                    <a:pt x="113" y="90"/>
                  </a:cubicBezTo>
                  <a:cubicBezTo>
                    <a:pt x="113" y="90"/>
                    <a:pt x="112" y="91"/>
                    <a:pt x="113" y="91"/>
                  </a:cubicBezTo>
                  <a:cubicBezTo>
                    <a:pt x="114" y="92"/>
                    <a:pt x="115" y="93"/>
                    <a:pt x="116" y="93"/>
                  </a:cubicBezTo>
                  <a:cubicBezTo>
                    <a:pt x="116" y="94"/>
                    <a:pt x="118" y="95"/>
                    <a:pt x="118" y="95"/>
                  </a:cubicBezTo>
                  <a:cubicBezTo>
                    <a:pt x="118" y="95"/>
                    <a:pt x="117" y="97"/>
                    <a:pt x="118" y="98"/>
                  </a:cubicBezTo>
                  <a:cubicBezTo>
                    <a:pt x="118" y="98"/>
                    <a:pt x="120" y="103"/>
                    <a:pt x="119" y="103"/>
                  </a:cubicBezTo>
                  <a:cubicBezTo>
                    <a:pt x="118" y="104"/>
                    <a:pt x="118" y="105"/>
                    <a:pt x="118" y="106"/>
                  </a:cubicBezTo>
                  <a:cubicBezTo>
                    <a:pt x="119" y="107"/>
                    <a:pt x="119" y="107"/>
                    <a:pt x="119" y="107"/>
                  </a:cubicBezTo>
                  <a:cubicBezTo>
                    <a:pt x="119" y="108"/>
                    <a:pt x="121" y="107"/>
                    <a:pt x="120" y="109"/>
                  </a:cubicBezTo>
                  <a:cubicBezTo>
                    <a:pt x="119" y="110"/>
                    <a:pt x="119" y="110"/>
                    <a:pt x="118" y="111"/>
                  </a:cubicBezTo>
                  <a:cubicBezTo>
                    <a:pt x="118" y="112"/>
                    <a:pt x="118" y="112"/>
                    <a:pt x="117" y="113"/>
                  </a:cubicBezTo>
                  <a:cubicBezTo>
                    <a:pt x="117" y="114"/>
                    <a:pt x="116" y="115"/>
                    <a:pt x="116" y="116"/>
                  </a:cubicBezTo>
                  <a:cubicBezTo>
                    <a:pt x="115" y="116"/>
                    <a:pt x="114" y="117"/>
                    <a:pt x="114" y="117"/>
                  </a:cubicBezTo>
                  <a:cubicBezTo>
                    <a:pt x="114" y="118"/>
                    <a:pt x="112" y="120"/>
                    <a:pt x="114" y="118"/>
                  </a:cubicBezTo>
                  <a:cubicBezTo>
                    <a:pt x="116" y="117"/>
                    <a:pt x="115" y="118"/>
                    <a:pt x="117" y="116"/>
                  </a:cubicBezTo>
                  <a:cubicBezTo>
                    <a:pt x="119" y="114"/>
                    <a:pt x="120" y="115"/>
                    <a:pt x="121" y="114"/>
                  </a:cubicBezTo>
                  <a:cubicBezTo>
                    <a:pt x="122" y="113"/>
                    <a:pt x="120" y="117"/>
                    <a:pt x="122" y="112"/>
                  </a:cubicBezTo>
                  <a:cubicBezTo>
                    <a:pt x="124" y="107"/>
                    <a:pt x="125" y="107"/>
                    <a:pt x="125" y="106"/>
                  </a:cubicBezTo>
                  <a:cubicBezTo>
                    <a:pt x="126" y="105"/>
                    <a:pt x="126" y="106"/>
                    <a:pt x="127" y="104"/>
                  </a:cubicBezTo>
                  <a:cubicBezTo>
                    <a:pt x="128" y="101"/>
                    <a:pt x="127" y="103"/>
                    <a:pt x="128" y="101"/>
                  </a:cubicBezTo>
                  <a:cubicBezTo>
                    <a:pt x="130" y="99"/>
                    <a:pt x="130" y="102"/>
                    <a:pt x="130" y="99"/>
                  </a:cubicBezTo>
                  <a:cubicBezTo>
                    <a:pt x="131" y="96"/>
                    <a:pt x="131" y="98"/>
                    <a:pt x="132" y="94"/>
                  </a:cubicBezTo>
                  <a:cubicBezTo>
                    <a:pt x="133" y="91"/>
                    <a:pt x="131" y="91"/>
                    <a:pt x="133" y="89"/>
                  </a:cubicBezTo>
                  <a:cubicBezTo>
                    <a:pt x="135" y="87"/>
                    <a:pt x="135" y="88"/>
                    <a:pt x="136" y="87"/>
                  </a:cubicBezTo>
                  <a:cubicBezTo>
                    <a:pt x="136" y="86"/>
                    <a:pt x="135" y="87"/>
                    <a:pt x="137" y="84"/>
                  </a:cubicBezTo>
                  <a:cubicBezTo>
                    <a:pt x="139" y="81"/>
                    <a:pt x="141" y="80"/>
                    <a:pt x="141" y="75"/>
                  </a:cubicBezTo>
                  <a:cubicBezTo>
                    <a:pt x="141" y="70"/>
                    <a:pt x="141" y="69"/>
                    <a:pt x="141" y="69"/>
                  </a:cubicBezTo>
                  <a:cubicBezTo>
                    <a:pt x="141" y="69"/>
                    <a:pt x="143" y="67"/>
                    <a:pt x="142" y="64"/>
                  </a:cubicBezTo>
                  <a:cubicBezTo>
                    <a:pt x="142" y="61"/>
                    <a:pt x="141" y="62"/>
                    <a:pt x="142" y="61"/>
                  </a:cubicBezTo>
                  <a:cubicBezTo>
                    <a:pt x="142" y="61"/>
                    <a:pt x="142" y="61"/>
                    <a:pt x="143" y="60"/>
                  </a:cubicBezTo>
                  <a:cubicBezTo>
                    <a:pt x="144" y="58"/>
                    <a:pt x="144" y="59"/>
                    <a:pt x="144" y="58"/>
                  </a:cubicBezTo>
                  <a:cubicBezTo>
                    <a:pt x="144" y="57"/>
                    <a:pt x="145" y="56"/>
                    <a:pt x="145" y="56"/>
                  </a:cubicBezTo>
                  <a:cubicBezTo>
                    <a:pt x="145" y="56"/>
                    <a:pt x="145" y="56"/>
                    <a:pt x="145" y="56"/>
                  </a:cubicBezTo>
                  <a:cubicBezTo>
                    <a:pt x="145" y="56"/>
                    <a:pt x="152" y="122"/>
                    <a:pt x="87" y="131"/>
                  </a:cubicBezTo>
                  <a:cubicBezTo>
                    <a:pt x="87" y="131"/>
                    <a:pt x="102" y="128"/>
                    <a:pt x="103" y="125"/>
                  </a:cubicBezTo>
                  <a:cubicBezTo>
                    <a:pt x="103" y="125"/>
                    <a:pt x="103" y="122"/>
                    <a:pt x="103" y="122"/>
                  </a:cubicBezTo>
                  <a:cubicBezTo>
                    <a:pt x="102" y="122"/>
                    <a:pt x="101" y="123"/>
                    <a:pt x="100" y="122"/>
                  </a:cubicBezTo>
                  <a:cubicBezTo>
                    <a:pt x="99" y="121"/>
                    <a:pt x="98" y="120"/>
                    <a:pt x="98" y="120"/>
                  </a:cubicBezTo>
                  <a:cubicBezTo>
                    <a:pt x="98" y="121"/>
                    <a:pt x="98" y="121"/>
                    <a:pt x="98" y="121"/>
                  </a:cubicBezTo>
                  <a:cubicBezTo>
                    <a:pt x="98" y="121"/>
                    <a:pt x="99" y="122"/>
                    <a:pt x="96" y="121"/>
                  </a:cubicBezTo>
                  <a:cubicBezTo>
                    <a:pt x="93" y="121"/>
                    <a:pt x="93" y="121"/>
                    <a:pt x="92" y="121"/>
                  </a:cubicBezTo>
                  <a:cubicBezTo>
                    <a:pt x="91" y="120"/>
                    <a:pt x="90" y="118"/>
                    <a:pt x="89" y="119"/>
                  </a:cubicBezTo>
                  <a:cubicBezTo>
                    <a:pt x="88" y="121"/>
                    <a:pt x="90" y="120"/>
                    <a:pt x="88" y="121"/>
                  </a:cubicBezTo>
                  <a:cubicBezTo>
                    <a:pt x="87" y="121"/>
                    <a:pt x="84" y="120"/>
                    <a:pt x="84" y="120"/>
                  </a:cubicBezTo>
                  <a:cubicBezTo>
                    <a:pt x="84" y="120"/>
                    <a:pt x="80" y="121"/>
                    <a:pt x="79" y="120"/>
                  </a:cubicBezTo>
                  <a:cubicBezTo>
                    <a:pt x="79" y="120"/>
                    <a:pt x="79" y="119"/>
                    <a:pt x="78" y="119"/>
                  </a:cubicBezTo>
                  <a:cubicBezTo>
                    <a:pt x="77" y="119"/>
                    <a:pt x="77" y="120"/>
                    <a:pt x="77" y="120"/>
                  </a:cubicBezTo>
                  <a:cubicBezTo>
                    <a:pt x="79" y="122"/>
                    <a:pt x="79" y="122"/>
                    <a:pt x="79" y="122"/>
                  </a:cubicBezTo>
                  <a:cubicBezTo>
                    <a:pt x="82" y="123"/>
                    <a:pt x="82" y="123"/>
                    <a:pt x="82" y="123"/>
                  </a:cubicBezTo>
                  <a:cubicBezTo>
                    <a:pt x="82" y="123"/>
                    <a:pt x="83" y="124"/>
                    <a:pt x="82" y="124"/>
                  </a:cubicBezTo>
                  <a:cubicBezTo>
                    <a:pt x="81" y="125"/>
                    <a:pt x="80" y="125"/>
                    <a:pt x="79" y="125"/>
                  </a:cubicBezTo>
                  <a:cubicBezTo>
                    <a:pt x="78" y="125"/>
                    <a:pt x="76" y="127"/>
                    <a:pt x="75" y="126"/>
                  </a:cubicBezTo>
                  <a:cubicBezTo>
                    <a:pt x="74" y="124"/>
                    <a:pt x="74" y="124"/>
                    <a:pt x="74" y="123"/>
                  </a:cubicBezTo>
                  <a:cubicBezTo>
                    <a:pt x="73" y="123"/>
                    <a:pt x="73" y="122"/>
                    <a:pt x="72" y="122"/>
                  </a:cubicBezTo>
                  <a:cubicBezTo>
                    <a:pt x="71" y="122"/>
                    <a:pt x="70" y="122"/>
                    <a:pt x="70" y="122"/>
                  </a:cubicBezTo>
                  <a:cubicBezTo>
                    <a:pt x="71" y="124"/>
                    <a:pt x="71" y="124"/>
                    <a:pt x="71" y="124"/>
                  </a:cubicBezTo>
                  <a:cubicBezTo>
                    <a:pt x="71" y="124"/>
                    <a:pt x="69" y="124"/>
                    <a:pt x="69" y="124"/>
                  </a:cubicBezTo>
                  <a:cubicBezTo>
                    <a:pt x="68" y="124"/>
                    <a:pt x="68" y="125"/>
                    <a:pt x="67" y="124"/>
                  </a:cubicBezTo>
                  <a:cubicBezTo>
                    <a:pt x="65" y="123"/>
                    <a:pt x="65" y="123"/>
                    <a:pt x="64" y="123"/>
                  </a:cubicBezTo>
                  <a:cubicBezTo>
                    <a:pt x="63" y="123"/>
                    <a:pt x="62" y="122"/>
                    <a:pt x="61" y="122"/>
                  </a:cubicBezTo>
                  <a:cubicBezTo>
                    <a:pt x="61" y="123"/>
                    <a:pt x="60" y="123"/>
                    <a:pt x="59" y="123"/>
                  </a:cubicBezTo>
                  <a:cubicBezTo>
                    <a:pt x="59" y="123"/>
                    <a:pt x="56" y="124"/>
                    <a:pt x="56" y="124"/>
                  </a:cubicBezTo>
                  <a:cubicBezTo>
                    <a:pt x="55" y="124"/>
                    <a:pt x="53" y="124"/>
                    <a:pt x="53" y="124"/>
                  </a:cubicBezTo>
                  <a:cubicBezTo>
                    <a:pt x="53" y="124"/>
                    <a:pt x="60" y="131"/>
                    <a:pt x="76" y="131"/>
                  </a:cubicBezTo>
                  <a:cubicBezTo>
                    <a:pt x="76" y="131"/>
                    <a:pt x="40" y="133"/>
                    <a:pt x="20" y="98"/>
                  </a:cubicBezTo>
                  <a:cubicBezTo>
                    <a:pt x="0" y="62"/>
                    <a:pt x="14" y="17"/>
                    <a:pt x="60" y="1"/>
                  </a:cubicBezTo>
                  <a:cubicBezTo>
                    <a:pt x="60" y="1"/>
                    <a:pt x="26" y="14"/>
                    <a:pt x="16" y="48"/>
                  </a:cubicBezTo>
                  <a:cubicBezTo>
                    <a:pt x="17" y="48"/>
                    <a:pt x="17" y="48"/>
                    <a:pt x="17" y="48"/>
                  </a:cubicBezTo>
                  <a:cubicBezTo>
                    <a:pt x="18" y="47"/>
                    <a:pt x="18" y="48"/>
                    <a:pt x="18" y="46"/>
                  </a:cubicBezTo>
                  <a:cubicBezTo>
                    <a:pt x="19" y="45"/>
                    <a:pt x="19" y="45"/>
                    <a:pt x="19" y="44"/>
                  </a:cubicBezTo>
                  <a:cubicBezTo>
                    <a:pt x="20" y="43"/>
                    <a:pt x="20" y="44"/>
                    <a:pt x="20" y="42"/>
                  </a:cubicBezTo>
                  <a:cubicBezTo>
                    <a:pt x="21" y="41"/>
                    <a:pt x="21" y="42"/>
                    <a:pt x="22" y="41"/>
                  </a:cubicBezTo>
                  <a:cubicBezTo>
                    <a:pt x="23" y="40"/>
                    <a:pt x="23" y="38"/>
                    <a:pt x="24" y="38"/>
                  </a:cubicBezTo>
                  <a:cubicBezTo>
                    <a:pt x="24" y="37"/>
                    <a:pt x="26" y="37"/>
                    <a:pt x="26" y="37"/>
                  </a:cubicBezTo>
                  <a:cubicBezTo>
                    <a:pt x="27" y="37"/>
                    <a:pt x="26" y="36"/>
                    <a:pt x="27" y="37"/>
                  </a:cubicBezTo>
                  <a:cubicBezTo>
                    <a:pt x="27" y="37"/>
                    <a:pt x="26" y="39"/>
                    <a:pt x="26" y="39"/>
                  </a:cubicBezTo>
                  <a:cubicBezTo>
                    <a:pt x="26" y="41"/>
                    <a:pt x="26" y="41"/>
                    <a:pt x="26" y="41"/>
                  </a:cubicBezTo>
                  <a:cubicBezTo>
                    <a:pt x="26" y="41"/>
                    <a:pt x="25" y="43"/>
                    <a:pt x="25" y="44"/>
                  </a:cubicBezTo>
                  <a:cubicBezTo>
                    <a:pt x="25" y="45"/>
                    <a:pt x="26" y="46"/>
                    <a:pt x="26" y="46"/>
                  </a:cubicBezTo>
                  <a:cubicBezTo>
                    <a:pt x="26" y="46"/>
                    <a:pt x="26" y="48"/>
                    <a:pt x="27" y="49"/>
                  </a:cubicBezTo>
                  <a:cubicBezTo>
                    <a:pt x="27" y="49"/>
                    <a:pt x="31" y="49"/>
                    <a:pt x="31" y="49"/>
                  </a:cubicBezTo>
                  <a:cubicBezTo>
                    <a:pt x="31" y="49"/>
                    <a:pt x="32" y="48"/>
                    <a:pt x="33" y="47"/>
                  </a:cubicBezTo>
                  <a:cubicBezTo>
                    <a:pt x="33" y="46"/>
                    <a:pt x="35" y="46"/>
                    <a:pt x="35" y="45"/>
                  </a:cubicBezTo>
                  <a:cubicBezTo>
                    <a:pt x="36" y="45"/>
                    <a:pt x="35" y="44"/>
                    <a:pt x="36" y="43"/>
                  </a:cubicBezTo>
                  <a:cubicBezTo>
                    <a:pt x="37" y="41"/>
                    <a:pt x="36" y="42"/>
                    <a:pt x="37" y="41"/>
                  </a:cubicBezTo>
                  <a:cubicBezTo>
                    <a:pt x="38" y="39"/>
                    <a:pt x="38" y="39"/>
                    <a:pt x="38" y="39"/>
                  </a:cubicBezTo>
                  <a:cubicBezTo>
                    <a:pt x="38" y="39"/>
                    <a:pt x="41" y="39"/>
                    <a:pt x="40" y="40"/>
                  </a:cubicBezTo>
                  <a:cubicBezTo>
                    <a:pt x="39" y="42"/>
                    <a:pt x="40" y="43"/>
                    <a:pt x="40" y="44"/>
                  </a:cubicBezTo>
                  <a:cubicBezTo>
                    <a:pt x="39" y="44"/>
                    <a:pt x="38" y="43"/>
                    <a:pt x="38" y="44"/>
                  </a:cubicBezTo>
                  <a:cubicBezTo>
                    <a:pt x="37" y="46"/>
                    <a:pt x="37" y="46"/>
                    <a:pt x="37" y="47"/>
                  </a:cubicBezTo>
                  <a:cubicBezTo>
                    <a:pt x="36" y="47"/>
                    <a:pt x="36" y="49"/>
                    <a:pt x="35" y="50"/>
                  </a:cubicBezTo>
                  <a:cubicBezTo>
                    <a:pt x="35" y="50"/>
                    <a:pt x="33" y="50"/>
                    <a:pt x="33" y="50"/>
                  </a:cubicBezTo>
                  <a:cubicBezTo>
                    <a:pt x="33" y="51"/>
                    <a:pt x="34" y="52"/>
                    <a:pt x="33" y="53"/>
                  </a:cubicBezTo>
                  <a:cubicBezTo>
                    <a:pt x="32" y="53"/>
                    <a:pt x="32" y="53"/>
                    <a:pt x="31" y="53"/>
                  </a:cubicBezTo>
                  <a:cubicBezTo>
                    <a:pt x="31" y="53"/>
                    <a:pt x="31" y="53"/>
                    <a:pt x="30" y="53"/>
                  </a:cubicBezTo>
                  <a:cubicBezTo>
                    <a:pt x="29" y="52"/>
                    <a:pt x="28" y="52"/>
                    <a:pt x="28" y="52"/>
                  </a:cubicBezTo>
                  <a:cubicBezTo>
                    <a:pt x="28" y="52"/>
                    <a:pt x="26" y="53"/>
                    <a:pt x="26" y="54"/>
                  </a:cubicBezTo>
                  <a:cubicBezTo>
                    <a:pt x="26" y="54"/>
                    <a:pt x="27" y="57"/>
                    <a:pt x="27" y="57"/>
                  </a:cubicBezTo>
                  <a:cubicBezTo>
                    <a:pt x="28" y="60"/>
                    <a:pt x="28" y="60"/>
                    <a:pt x="28" y="60"/>
                  </a:cubicBezTo>
                  <a:cubicBezTo>
                    <a:pt x="28" y="60"/>
                    <a:pt x="28" y="64"/>
                    <a:pt x="29" y="64"/>
                  </a:cubicBezTo>
                  <a:cubicBezTo>
                    <a:pt x="29" y="64"/>
                    <a:pt x="30" y="66"/>
                    <a:pt x="31" y="67"/>
                  </a:cubicBezTo>
                  <a:cubicBezTo>
                    <a:pt x="31" y="67"/>
                    <a:pt x="31" y="70"/>
                    <a:pt x="31" y="70"/>
                  </a:cubicBezTo>
                  <a:cubicBezTo>
                    <a:pt x="33" y="72"/>
                    <a:pt x="33" y="72"/>
                    <a:pt x="33" y="72"/>
                  </a:cubicBezTo>
                  <a:cubicBezTo>
                    <a:pt x="33" y="72"/>
                    <a:pt x="33" y="74"/>
                    <a:pt x="33" y="75"/>
                  </a:cubicBezTo>
                  <a:cubicBezTo>
                    <a:pt x="33" y="75"/>
                    <a:pt x="32" y="78"/>
                    <a:pt x="33" y="79"/>
                  </a:cubicBezTo>
                  <a:cubicBezTo>
                    <a:pt x="33" y="80"/>
                    <a:pt x="35" y="82"/>
                    <a:pt x="35" y="82"/>
                  </a:cubicBezTo>
                  <a:cubicBezTo>
                    <a:pt x="35" y="82"/>
                    <a:pt x="32" y="84"/>
                    <a:pt x="34" y="84"/>
                  </a:cubicBezTo>
                  <a:cubicBezTo>
                    <a:pt x="35" y="84"/>
                    <a:pt x="36" y="86"/>
                    <a:pt x="36" y="87"/>
                  </a:cubicBezTo>
                  <a:cubicBezTo>
                    <a:pt x="37" y="87"/>
                    <a:pt x="37" y="88"/>
                    <a:pt x="37" y="88"/>
                  </a:cubicBezTo>
                  <a:cubicBezTo>
                    <a:pt x="38" y="88"/>
                    <a:pt x="40" y="89"/>
                    <a:pt x="40" y="89"/>
                  </a:cubicBezTo>
                  <a:cubicBezTo>
                    <a:pt x="40" y="90"/>
                    <a:pt x="40" y="91"/>
                    <a:pt x="40" y="91"/>
                  </a:cubicBezTo>
                  <a:cubicBezTo>
                    <a:pt x="42" y="95"/>
                    <a:pt x="42" y="95"/>
                    <a:pt x="42" y="95"/>
                  </a:cubicBezTo>
                  <a:cubicBezTo>
                    <a:pt x="45" y="98"/>
                    <a:pt x="45" y="98"/>
                    <a:pt x="45" y="98"/>
                  </a:cubicBezTo>
                  <a:cubicBezTo>
                    <a:pt x="45" y="98"/>
                    <a:pt x="45" y="99"/>
                    <a:pt x="46" y="99"/>
                  </a:cubicBezTo>
                  <a:cubicBezTo>
                    <a:pt x="46" y="100"/>
                    <a:pt x="50" y="101"/>
                    <a:pt x="50" y="101"/>
                  </a:cubicBezTo>
                  <a:cubicBezTo>
                    <a:pt x="51" y="102"/>
                    <a:pt x="53" y="103"/>
                    <a:pt x="54" y="103"/>
                  </a:cubicBezTo>
                  <a:cubicBezTo>
                    <a:pt x="54" y="103"/>
                    <a:pt x="53" y="105"/>
                    <a:pt x="54" y="103"/>
                  </a:cubicBezTo>
                  <a:cubicBezTo>
                    <a:pt x="56" y="101"/>
                    <a:pt x="55" y="102"/>
                    <a:pt x="56" y="100"/>
                  </a:cubicBezTo>
                  <a:cubicBezTo>
                    <a:pt x="57" y="97"/>
                    <a:pt x="57" y="99"/>
                    <a:pt x="57" y="97"/>
                  </a:cubicBezTo>
                  <a:cubicBezTo>
                    <a:pt x="57" y="95"/>
                    <a:pt x="57" y="97"/>
                    <a:pt x="57" y="95"/>
                  </a:cubicBezTo>
                  <a:cubicBezTo>
                    <a:pt x="57" y="93"/>
                    <a:pt x="56" y="95"/>
                    <a:pt x="57" y="93"/>
                  </a:cubicBezTo>
                  <a:cubicBezTo>
                    <a:pt x="58" y="91"/>
                    <a:pt x="58" y="91"/>
                    <a:pt x="59" y="90"/>
                  </a:cubicBezTo>
                  <a:cubicBezTo>
                    <a:pt x="61" y="89"/>
                    <a:pt x="62" y="90"/>
                    <a:pt x="61" y="88"/>
                  </a:cubicBezTo>
                  <a:cubicBezTo>
                    <a:pt x="60" y="86"/>
                    <a:pt x="60" y="88"/>
                    <a:pt x="60" y="86"/>
                  </a:cubicBezTo>
                  <a:cubicBezTo>
                    <a:pt x="60" y="84"/>
                    <a:pt x="60" y="84"/>
                    <a:pt x="59" y="83"/>
                  </a:cubicBezTo>
                  <a:cubicBezTo>
                    <a:pt x="58" y="82"/>
                    <a:pt x="57" y="82"/>
                    <a:pt x="57" y="80"/>
                  </a:cubicBezTo>
                  <a:cubicBezTo>
                    <a:pt x="57" y="79"/>
                    <a:pt x="57" y="79"/>
                    <a:pt x="57" y="78"/>
                  </a:cubicBezTo>
                  <a:cubicBezTo>
                    <a:pt x="58" y="77"/>
                    <a:pt x="59" y="76"/>
                    <a:pt x="59" y="75"/>
                  </a:cubicBezTo>
                  <a:cubicBezTo>
                    <a:pt x="59" y="75"/>
                    <a:pt x="59" y="75"/>
                    <a:pt x="60" y="74"/>
                  </a:cubicBezTo>
                  <a:cubicBezTo>
                    <a:pt x="61" y="72"/>
                    <a:pt x="62" y="72"/>
                    <a:pt x="62" y="72"/>
                  </a:cubicBezTo>
                  <a:cubicBezTo>
                    <a:pt x="62" y="72"/>
                    <a:pt x="62" y="68"/>
                    <a:pt x="62" y="67"/>
                  </a:cubicBezTo>
                  <a:cubicBezTo>
                    <a:pt x="62" y="66"/>
                    <a:pt x="62" y="68"/>
                    <a:pt x="62" y="66"/>
                  </a:cubicBezTo>
                  <a:cubicBezTo>
                    <a:pt x="61" y="64"/>
                    <a:pt x="61" y="63"/>
                    <a:pt x="61" y="63"/>
                  </a:cubicBezTo>
                  <a:cubicBezTo>
                    <a:pt x="61" y="63"/>
                    <a:pt x="64" y="61"/>
                    <a:pt x="64" y="61"/>
                  </a:cubicBezTo>
                  <a:cubicBezTo>
                    <a:pt x="65" y="61"/>
                    <a:pt x="65" y="63"/>
                    <a:pt x="67" y="62"/>
                  </a:cubicBezTo>
                  <a:cubicBezTo>
                    <a:pt x="68" y="61"/>
                    <a:pt x="68" y="60"/>
                    <a:pt x="68" y="60"/>
                  </a:cubicBezTo>
                  <a:cubicBezTo>
                    <a:pt x="69" y="59"/>
                    <a:pt x="70" y="59"/>
                    <a:pt x="70" y="60"/>
                  </a:cubicBezTo>
                  <a:cubicBezTo>
                    <a:pt x="71" y="60"/>
                    <a:pt x="73" y="60"/>
                    <a:pt x="74" y="61"/>
                  </a:cubicBezTo>
                  <a:cubicBezTo>
                    <a:pt x="76" y="62"/>
                    <a:pt x="76" y="61"/>
                    <a:pt x="78" y="61"/>
                  </a:cubicBezTo>
                  <a:cubicBezTo>
                    <a:pt x="80" y="61"/>
                    <a:pt x="82" y="62"/>
                    <a:pt x="83" y="61"/>
                  </a:cubicBezTo>
                  <a:cubicBezTo>
                    <a:pt x="85" y="60"/>
                    <a:pt x="85" y="62"/>
                    <a:pt x="86" y="60"/>
                  </a:cubicBezTo>
                  <a:cubicBezTo>
                    <a:pt x="86" y="58"/>
                    <a:pt x="86" y="59"/>
                    <a:pt x="87" y="58"/>
                  </a:cubicBezTo>
                  <a:cubicBezTo>
                    <a:pt x="88" y="57"/>
                    <a:pt x="89" y="58"/>
                    <a:pt x="89" y="56"/>
                  </a:cubicBezTo>
                  <a:cubicBezTo>
                    <a:pt x="89" y="55"/>
                    <a:pt x="88" y="55"/>
                    <a:pt x="89" y="54"/>
                  </a:cubicBezTo>
                  <a:cubicBezTo>
                    <a:pt x="90" y="53"/>
                    <a:pt x="89" y="55"/>
                    <a:pt x="90" y="53"/>
                  </a:cubicBezTo>
                  <a:cubicBezTo>
                    <a:pt x="92" y="51"/>
                    <a:pt x="93" y="52"/>
                    <a:pt x="92" y="51"/>
                  </a:cubicBezTo>
                  <a:cubicBezTo>
                    <a:pt x="92" y="49"/>
                    <a:pt x="91" y="50"/>
                    <a:pt x="91" y="48"/>
                  </a:cubicBezTo>
                  <a:cubicBezTo>
                    <a:pt x="91" y="46"/>
                    <a:pt x="88" y="49"/>
                    <a:pt x="90" y="45"/>
                  </a:cubicBezTo>
                  <a:cubicBezTo>
                    <a:pt x="92" y="42"/>
                    <a:pt x="92" y="42"/>
                    <a:pt x="90" y="40"/>
                  </a:cubicBezTo>
                  <a:cubicBezTo>
                    <a:pt x="89" y="37"/>
                    <a:pt x="87" y="36"/>
                    <a:pt x="87" y="35"/>
                  </a:cubicBezTo>
                  <a:cubicBezTo>
                    <a:pt x="86" y="35"/>
                    <a:pt x="86" y="33"/>
                    <a:pt x="85" y="33"/>
                  </a:cubicBezTo>
                  <a:cubicBezTo>
                    <a:pt x="84" y="32"/>
                    <a:pt x="85" y="32"/>
                    <a:pt x="83" y="32"/>
                  </a:cubicBezTo>
                  <a:cubicBezTo>
                    <a:pt x="82" y="32"/>
                    <a:pt x="80" y="31"/>
                    <a:pt x="80" y="30"/>
                  </a:cubicBezTo>
                  <a:cubicBezTo>
                    <a:pt x="79" y="30"/>
                    <a:pt x="77" y="28"/>
                    <a:pt x="77" y="28"/>
                  </a:cubicBezTo>
                  <a:cubicBezTo>
                    <a:pt x="76" y="28"/>
                    <a:pt x="76" y="28"/>
                    <a:pt x="75" y="28"/>
                  </a:cubicBezTo>
                  <a:cubicBezTo>
                    <a:pt x="74" y="28"/>
                    <a:pt x="73" y="27"/>
                    <a:pt x="72" y="27"/>
                  </a:cubicBezTo>
                  <a:cubicBezTo>
                    <a:pt x="71" y="27"/>
                    <a:pt x="73" y="28"/>
                    <a:pt x="71" y="27"/>
                  </a:cubicBezTo>
                  <a:cubicBezTo>
                    <a:pt x="68" y="27"/>
                    <a:pt x="69" y="27"/>
                    <a:pt x="68" y="27"/>
                  </a:cubicBezTo>
                  <a:cubicBezTo>
                    <a:pt x="67" y="27"/>
                    <a:pt x="68" y="27"/>
                    <a:pt x="67" y="27"/>
                  </a:cubicBezTo>
                  <a:cubicBezTo>
                    <a:pt x="66" y="27"/>
                    <a:pt x="66" y="25"/>
                    <a:pt x="66" y="27"/>
                  </a:cubicBezTo>
                  <a:cubicBezTo>
                    <a:pt x="65" y="30"/>
                    <a:pt x="67" y="31"/>
                    <a:pt x="65" y="31"/>
                  </a:cubicBezTo>
                  <a:cubicBezTo>
                    <a:pt x="63" y="31"/>
                    <a:pt x="65" y="31"/>
                    <a:pt x="63" y="31"/>
                  </a:cubicBezTo>
                  <a:cubicBezTo>
                    <a:pt x="61" y="31"/>
                    <a:pt x="61" y="31"/>
                    <a:pt x="60" y="32"/>
                  </a:cubicBezTo>
                  <a:cubicBezTo>
                    <a:pt x="60" y="32"/>
                    <a:pt x="59" y="33"/>
                    <a:pt x="58" y="33"/>
                  </a:cubicBezTo>
                  <a:cubicBezTo>
                    <a:pt x="56" y="33"/>
                    <a:pt x="58" y="35"/>
                    <a:pt x="56" y="33"/>
                  </a:cubicBezTo>
                  <a:cubicBezTo>
                    <a:pt x="54" y="31"/>
                    <a:pt x="58" y="30"/>
                    <a:pt x="54" y="31"/>
                  </a:cubicBezTo>
                  <a:cubicBezTo>
                    <a:pt x="51" y="31"/>
                    <a:pt x="50" y="32"/>
                    <a:pt x="50" y="32"/>
                  </a:cubicBezTo>
                  <a:cubicBezTo>
                    <a:pt x="49" y="31"/>
                    <a:pt x="49" y="32"/>
                    <a:pt x="47" y="31"/>
                  </a:cubicBezTo>
                  <a:cubicBezTo>
                    <a:pt x="46" y="30"/>
                    <a:pt x="46" y="30"/>
                    <a:pt x="45" y="31"/>
                  </a:cubicBezTo>
                  <a:cubicBezTo>
                    <a:pt x="44" y="31"/>
                    <a:pt x="44" y="32"/>
                    <a:pt x="44" y="31"/>
                  </a:cubicBezTo>
                  <a:cubicBezTo>
                    <a:pt x="43" y="30"/>
                    <a:pt x="42" y="30"/>
                    <a:pt x="44" y="29"/>
                  </a:cubicBezTo>
                  <a:cubicBezTo>
                    <a:pt x="46" y="28"/>
                    <a:pt x="46" y="29"/>
                    <a:pt x="46" y="28"/>
                  </a:cubicBezTo>
                  <a:cubicBezTo>
                    <a:pt x="47" y="27"/>
                    <a:pt x="45" y="27"/>
                    <a:pt x="47" y="27"/>
                  </a:cubicBezTo>
                  <a:cubicBezTo>
                    <a:pt x="49" y="26"/>
                    <a:pt x="48" y="26"/>
                    <a:pt x="50" y="26"/>
                  </a:cubicBezTo>
                  <a:cubicBezTo>
                    <a:pt x="51" y="25"/>
                    <a:pt x="53" y="27"/>
                    <a:pt x="53" y="26"/>
                  </a:cubicBezTo>
                  <a:cubicBezTo>
                    <a:pt x="53" y="25"/>
                    <a:pt x="56" y="27"/>
                    <a:pt x="53" y="25"/>
                  </a:cubicBezTo>
                  <a:cubicBezTo>
                    <a:pt x="51" y="22"/>
                    <a:pt x="52" y="21"/>
                    <a:pt x="50" y="22"/>
                  </a:cubicBezTo>
                  <a:cubicBezTo>
                    <a:pt x="49" y="22"/>
                    <a:pt x="49" y="24"/>
                    <a:pt x="48" y="23"/>
                  </a:cubicBezTo>
                  <a:cubicBezTo>
                    <a:pt x="47" y="22"/>
                    <a:pt x="45" y="21"/>
                    <a:pt x="47" y="20"/>
                  </a:cubicBezTo>
                  <a:cubicBezTo>
                    <a:pt x="49" y="18"/>
                    <a:pt x="47" y="19"/>
                    <a:pt x="49" y="18"/>
                  </a:cubicBezTo>
                  <a:cubicBezTo>
                    <a:pt x="51" y="17"/>
                    <a:pt x="53" y="22"/>
                    <a:pt x="54" y="21"/>
                  </a:cubicBezTo>
                  <a:cubicBezTo>
                    <a:pt x="55" y="21"/>
                    <a:pt x="56" y="20"/>
                    <a:pt x="56" y="20"/>
                  </a:cubicBezTo>
                  <a:cubicBezTo>
                    <a:pt x="57" y="21"/>
                    <a:pt x="57" y="22"/>
                    <a:pt x="57" y="24"/>
                  </a:cubicBezTo>
                  <a:cubicBezTo>
                    <a:pt x="57" y="25"/>
                    <a:pt x="56" y="25"/>
                    <a:pt x="58" y="24"/>
                  </a:cubicBezTo>
                  <a:cubicBezTo>
                    <a:pt x="60" y="23"/>
                    <a:pt x="56" y="24"/>
                    <a:pt x="60" y="22"/>
                  </a:cubicBezTo>
                  <a:cubicBezTo>
                    <a:pt x="65" y="20"/>
                    <a:pt x="66" y="21"/>
                    <a:pt x="67" y="21"/>
                  </a:cubicBezTo>
                  <a:cubicBezTo>
                    <a:pt x="68" y="22"/>
                    <a:pt x="69" y="22"/>
                    <a:pt x="69" y="22"/>
                  </a:cubicBezTo>
                  <a:cubicBezTo>
                    <a:pt x="69" y="23"/>
                    <a:pt x="68" y="24"/>
                    <a:pt x="69" y="23"/>
                  </a:cubicBezTo>
                  <a:cubicBezTo>
                    <a:pt x="71" y="22"/>
                    <a:pt x="73" y="23"/>
                    <a:pt x="73" y="23"/>
                  </a:cubicBezTo>
                  <a:cubicBezTo>
                    <a:pt x="73" y="23"/>
                    <a:pt x="74" y="23"/>
                    <a:pt x="75" y="24"/>
                  </a:cubicBezTo>
                  <a:cubicBezTo>
                    <a:pt x="75" y="24"/>
                    <a:pt x="77" y="25"/>
                    <a:pt x="78" y="25"/>
                  </a:cubicBezTo>
                  <a:cubicBezTo>
                    <a:pt x="79" y="24"/>
                    <a:pt x="81" y="25"/>
                    <a:pt x="79" y="23"/>
                  </a:cubicBezTo>
                  <a:cubicBezTo>
                    <a:pt x="77" y="21"/>
                    <a:pt x="79" y="22"/>
                    <a:pt x="76" y="21"/>
                  </a:cubicBezTo>
                  <a:cubicBezTo>
                    <a:pt x="73" y="20"/>
                    <a:pt x="69" y="19"/>
                    <a:pt x="73" y="19"/>
                  </a:cubicBezTo>
                  <a:cubicBezTo>
                    <a:pt x="76" y="18"/>
                    <a:pt x="71" y="18"/>
                    <a:pt x="76" y="16"/>
                  </a:cubicBezTo>
                  <a:cubicBezTo>
                    <a:pt x="80" y="14"/>
                    <a:pt x="80" y="16"/>
                    <a:pt x="80" y="14"/>
                  </a:cubicBezTo>
                  <a:cubicBezTo>
                    <a:pt x="80" y="11"/>
                    <a:pt x="80" y="10"/>
                    <a:pt x="81" y="11"/>
                  </a:cubicBezTo>
                  <a:cubicBezTo>
                    <a:pt x="82" y="11"/>
                    <a:pt x="85" y="11"/>
                    <a:pt x="86" y="11"/>
                  </a:cubicBezTo>
                  <a:cubicBezTo>
                    <a:pt x="87" y="12"/>
                    <a:pt x="86" y="13"/>
                    <a:pt x="88" y="11"/>
                  </a:cubicBezTo>
                  <a:cubicBezTo>
                    <a:pt x="90" y="10"/>
                    <a:pt x="91" y="12"/>
                    <a:pt x="90" y="10"/>
                  </a:cubicBezTo>
                  <a:cubicBezTo>
                    <a:pt x="89" y="8"/>
                    <a:pt x="89" y="8"/>
                    <a:pt x="88" y="7"/>
                  </a:cubicBezTo>
                  <a:cubicBezTo>
                    <a:pt x="87" y="6"/>
                    <a:pt x="87" y="2"/>
                    <a:pt x="84" y="3"/>
                  </a:cubicBezTo>
                  <a:cubicBezTo>
                    <a:pt x="81" y="5"/>
                    <a:pt x="82" y="4"/>
                    <a:pt x="79" y="4"/>
                  </a:cubicBezTo>
                  <a:cubicBezTo>
                    <a:pt x="77" y="5"/>
                    <a:pt x="76" y="4"/>
                    <a:pt x="76" y="4"/>
                  </a:cubicBezTo>
                  <a:cubicBezTo>
                    <a:pt x="76" y="3"/>
                    <a:pt x="79" y="2"/>
                    <a:pt x="79" y="2"/>
                  </a:cubicBezTo>
                  <a:cubicBezTo>
                    <a:pt x="79" y="2"/>
                    <a:pt x="80" y="2"/>
                    <a:pt x="79" y="2"/>
                  </a:cubicBezTo>
                  <a:cubicBezTo>
                    <a:pt x="79" y="1"/>
                    <a:pt x="78" y="0"/>
                    <a:pt x="78" y="0"/>
                  </a:cubicBezTo>
                  <a:cubicBezTo>
                    <a:pt x="79" y="0"/>
                    <a:pt x="79" y="0"/>
                    <a:pt x="79" y="0"/>
                  </a:cubicBezTo>
                  <a:cubicBezTo>
                    <a:pt x="79" y="0"/>
                    <a:pt x="88" y="0"/>
                    <a:pt x="9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8" name="Freeform 22"/>
            <p:cNvSpPr>
              <a:spLocks noEditPoints="1"/>
            </p:cNvSpPr>
            <p:nvPr/>
          </p:nvSpPr>
          <p:spPr bwMode="auto">
            <a:xfrm>
              <a:off x="1105855" y="3437414"/>
              <a:ext cx="404813" cy="406400"/>
            </a:xfrm>
            <a:custGeom>
              <a:avLst/>
              <a:gdLst>
                <a:gd name="T0" fmla="*/ 68 w 136"/>
                <a:gd name="T1" fmla="*/ 0 h 136"/>
                <a:gd name="T2" fmla="*/ 136 w 136"/>
                <a:gd name="T3" fmla="*/ 68 h 136"/>
                <a:gd name="T4" fmla="*/ 68 w 136"/>
                <a:gd name="T5" fmla="*/ 136 h 136"/>
                <a:gd name="T6" fmla="*/ 0 w 136"/>
                <a:gd name="T7" fmla="*/ 68 h 136"/>
                <a:gd name="T8" fmla="*/ 68 w 136"/>
                <a:gd name="T9" fmla="*/ 0 h 136"/>
                <a:gd name="T10" fmla="*/ 68 w 136"/>
                <a:gd name="T11" fmla="*/ 133 h 136"/>
                <a:gd name="T12" fmla="*/ 133 w 136"/>
                <a:gd name="T13" fmla="*/ 68 h 136"/>
                <a:gd name="T14" fmla="*/ 68 w 136"/>
                <a:gd name="T15" fmla="*/ 3 h 136"/>
                <a:gd name="T16" fmla="*/ 3 w 136"/>
                <a:gd name="T17" fmla="*/ 68 h 136"/>
                <a:gd name="T18" fmla="*/ 68 w 136"/>
                <a:gd name="T19" fmla="*/ 133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6" h="136">
                  <a:moveTo>
                    <a:pt x="68" y="0"/>
                  </a:moveTo>
                  <a:cubicBezTo>
                    <a:pt x="105" y="0"/>
                    <a:pt x="136" y="31"/>
                    <a:pt x="136" y="68"/>
                  </a:cubicBezTo>
                  <a:cubicBezTo>
                    <a:pt x="136" y="106"/>
                    <a:pt x="105" y="136"/>
                    <a:pt x="68" y="136"/>
                  </a:cubicBezTo>
                  <a:cubicBezTo>
                    <a:pt x="31" y="136"/>
                    <a:pt x="0" y="106"/>
                    <a:pt x="0" y="68"/>
                  </a:cubicBezTo>
                  <a:cubicBezTo>
                    <a:pt x="0" y="31"/>
                    <a:pt x="31" y="0"/>
                    <a:pt x="68" y="0"/>
                  </a:cubicBezTo>
                  <a:close/>
                  <a:moveTo>
                    <a:pt x="68" y="133"/>
                  </a:moveTo>
                  <a:cubicBezTo>
                    <a:pt x="104" y="133"/>
                    <a:pt x="133" y="104"/>
                    <a:pt x="133" y="68"/>
                  </a:cubicBezTo>
                  <a:cubicBezTo>
                    <a:pt x="133" y="32"/>
                    <a:pt x="104" y="3"/>
                    <a:pt x="68" y="3"/>
                  </a:cubicBezTo>
                  <a:cubicBezTo>
                    <a:pt x="32" y="3"/>
                    <a:pt x="3" y="32"/>
                    <a:pt x="3" y="68"/>
                  </a:cubicBezTo>
                  <a:cubicBezTo>
                    <a:pt x="3" y="104"/>
                    <a:pt x="32" y="133"/>
                    <a:pt x="68"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9" name="Freeform 23"/>
            <p:cNvSpPr/>
            <p:nvPr/>
          </p:nvSpPr>
          <p:spPr bwMode="auto">
            <a:xfrm>
              <a:off x="1066167" y="3446939"/>
              <a:ext cx="454025" cy="396875"/>
            </a:xfrm>
            <a:custGeom>
              <a:avLst/>
              <a:gdLst>
                <a:gd name="T0" fmla="*/ 109 w 152"/>
                <a:gd name="T1" fmla="*/ 10 h 133"/>
                <a:gd name="T2" fmla="*/ 111 w 152"/>
                <a:gd name="T3" fmla="*/ 15 h 133"/>
                <a:gd name="T4" fmla="*/ 114 w 152"/>
                <a:gd name="T5" fmla="*/ 19 h 133"/>
                <a:gd name="T6" fmla="*/ 117 w 152"/>
                <a:gd name="T7" fmla="*/ 17 h 133"/>
                <a:gd name="T8" fmla="*/ 117 w 152"/>
                <a:gd name="T9" fmla="*/ 22 h 133"/>
                <a:gd name="T10" fmla="*/ 124 w 152"/>
                <a:gd name="T11" fmla="*/ 23 h 133"/>
                <a:gd name="T12" fmla="*/ 128 w 152"/>
                <a:gd name="T13" fmla="*/ 27 h 133"/>
                <a:gd name="T14" fmla="*/ 134 w 152"/>
                <a:gd name="T15" fmla="*/ 36 h 133"/>
                <a:gd name="T16" fmla="*/ 138 w 152"/>
                <a:gd name="T17" fmla="*/ 41 h 133"/>
                <a:gd name="T18" fmla="*/ 135 w 152"/>
                <a:gd name="T19" fmla="*/ 45 h 133"/>
                <a:gd name="T20" fmla="*/ 134 w 152"/>
                <a:gd name="T21" fmla="*/ 47 h 133"/>
                <a:gd name="T22" fmla="*/ 137 w 152"/>
                <a:gd name="T23" fmla="*/ 44 h 133"/>
                <a:gd name="T24" fmla="*/ 140 w 152"/>
                <a:gd name="T25" fmla="*/ 40 h 133"/>
                <a:gd name="T26" fmla="*/ 141 w 152"/>
                <a:gd name="T27" fmla="*/ 46 h 133"/>
                <a:gd name="T28" fmla="*/ 141 w 152"/>
                <a:gd name="T29" fmla="*/ 56 h 133"/>
                <a:gd name="T30" fmla="*/ 136 w 152"/>
                <a:gd name="T31" fmla="*/ 53 h 133"/>
                <a:gd name="T32" fmla="*/ 131 w 152"/>
                <a:gd name="T33" fmla="*/ 59 h 133"/>
                <a:gd name="T34" fmla="*/ 125 w 152"/>
                <a:gd name="T35" fmla="*/ 65 h 133"/>
                <a:gd name="T36" fmla="*/ 119 w 152"/>
                <a:gd name="T37" fmla="*/ 71 h 133"/>
                <a:gd name="T38" fmla="*/ 111 w 152"/>
                <a:gd name="T39" fmla="*/ 78 h 133"/>
                <a:gd name="T40" fmla="*/ 114 w 152"/>
                <a:gd name="T41" fmla="*/ 90 h 133"/>
                <a:gd name="T42" fmla="*/ 120 w 152"/>
                <a:gd name="T43" fmla="*/ 104 h 133"/>
                <a:gd name="T44" fmla="*/ 118 w 152"/>
                <a:gd name="T45" fmla="*/ 114 h 133"/>
                <a:gd name="T46" fmla="*/ 122 w 152"/>
                <a:gd name="T47" fmla="*/ 114 h 133"/>
                <a:gd name="T48" fmla="*/ 131 w 152"/>
                <a:gd name="T49" fmla="*/ 99 h 133"/>
                <a:gd name="T50" fmla="*/ 141 w 152"/>
                <a:gd name="T51" fmla="*/ 75 h 133"/>
                <a:gd name="T52" fmla="*/ 145 w 152"/>
                <a:gd name="T53" fmla="*/ 58 h 133"/>
                <a:gd name="T54" fmla="*/ 103 w 152"/>
                <a:gd name="T55" fmla="*/ 123 h 133"/>
                <a:gd name="T56" fmla="*/ 93 w 152"/>
                <a:gd name="T57" fmla="*/ 121 h 133"/>
                <a:gd name="T58" fmla="*/ 79 w 152"/>
                <a:gd name="T59" fmla="*/ 119 h 133"/>
                <a:gd name="T60" fmla="*/ 80 w 152"/>
                <a:gd name="T61" fmla="*/ 125 h 133"/>
                <a:gd name="T62" fmla="*/ 72 w 152"/>
                <a:gd name="T63" fmla="*/ 124 h 133"/>
                <a:gd name="T64" fmla="*/ 60 w 152"/>
                <a:gd name="T65" fmla="*/ 123 h 133"/>
                <a:gd name="T66" fmla="*/ 61 w 152"/>
                <a:gd name="T67" fmla="*/ 2 h 133"/>
                <a:gd name="T68" fmla="*/ 21 w 152"/>
                <a:gd name="T69" fmla="*/ 43 h 133"/>
                <a:gd name="T70" fmla="*/ 26 w 152"/>
                <a:gd name="T71" fmla="*/ 39 h 133"/>
                <a:gd name="T72" fmla="*/ 31 w 152"/>
                <a:gd name="T73" fmla="*/ 50 h 133"/>
                <a:gd name="T74" fmla="*/ 39 w 152"/>
                <a:gd name="T75" fmla="*/ 40 h 133"/>
                <a:gd name="T76" fmla="*/ 36 w 152"/>
                <a:gd name="T77" fmla="*/ 50 h 133"/>
                <a:gd name="T78" fmla="*/ 28 w 152"/>
                <a:gd name="T79" fmla="*/ 53 h 133"/>
                <a:gd name="T80" fmla="*/ 31 w 152"/>
                <a:gd name="T81" fmla="*/ 67 h 133"/>
                <a:gd name="T82" fmla="*/ 35 w 152"/>
                <a:gd name="T83" fmla="*/ 82 h 133"/>
                <a:gd name="T84" fmla="*/ 40 w 152"/>
                <a:gd name="T85" fmla="*/ 92 h 133"/>
                <a:gd name="T86" fmla="*/ 54 w 152"/>
                <a:gd name="T87" fmla="*/ 103 h 133"/>
                <a:gd name="T88" fmla="*/ 58 w 152"/>
                <a:gd name="T89" fmla="*/ 93 h 133"/>
                <a:gd name="T90" fmla="*/ 57 w 152"/>
                <a:gd name="T91" fmla="*/ 81 h 133"/>
                <a:gd name="T92" fmla="*/ 62 w 152"/>
                <a:gd name="T93" fmla="*/ 68 h 133"/>
                <a:gd name="T94" fmla="*/ 69 w 152"/>
                <a:gd name="T95" fmla="*/ 60 h 133"/>
                <a:gd name="T96" fmla="*/ 86 w 152"/>
                <a:gd name="T97" fmla="*/ 60 h 133"/>
                <a:gd name="T98" fmla="*/ 93 w 152"/>
                <a:gd name="T99" fmla="*/ 51 h 133"/>
                <a:gd name="T100" fmla="*/ 86 w 152"/>
                <a:gd name="T101" fmla="*/ 33 h 133"/>
                <a:gd name="T102" fmla="*/ 73 w 152"/>
                <a:gd name="T103" fmla="*/ 28 h 133"/>
                <a:gd name="T104" fmla="*/ 65 w 152"/>
                <a:gd name="T105" fmla="*/ 31 h 133"/>
                <a:gd name="T106" fmla="*/ 55 w 152"/>
                <a:gd name="T107" fmla="*/ 31 h 133"/>
                <a:gd name="T108" fmla="*/ 44 w 152"/>
                <a:gd name="T109" fmla="*/ 29 h 133"/>
                <a:gd name="T110" fmla="*/ 54 w 152"/>
                <a:gd name="T111" fmla="*/ 25 h 133"/>
                <a:gd name="T112" fmla="*/ 55 w 152"/>
                <a:gd name="T113" fmla="*/ 21 h 133"/>
                <a:gd name="T114" fmla="*/ 68 w 152"/>
                <a:gd name="T115" fmla="*/ 22 h 133"/>
                <a:gd name="T116" fmla="*/ 78 w 152"/>
                <a:gd name="T117" fmla="*/ 25 h 133"/>
                <a:gd name="T118" fmla="*/ 81 w 152"/>
                <a:gd name="T119" fmla="*/ 14 h 133"/>
                <a:gd name="T120" fmla="*/ 88 w 152"/>
                <a:gd name="T121" fmla="*/ 7 h 133"/>
                <a:gd name="T122" fmla="*/ 80 w 152"/>
                <a:gd name="T123" fmla="*/ 2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52" h="133">
                  <a:moveTo>
                    <a:pt x="91" y="0"/>
                  </a:moveTo>
                  <a:cubicBezTo>
                    <a:pt x="91" y="0"/>
                    <a:pt x="113" y="3"/>
                    <a:pt x="129" y="21"/>
                  </a:cubicBezTo>
                  <a:cubicBezTo>
                    <a:pt x="129" y="21"/>
                    <a:pt x="117" y="9"/>
                    <a:pt x="110" y="9"/>
                  </a:cubicBezTo>
                  <a:cubicBezTo>
                    <a:pt x="108" y="9"/>
                    <a:pt x="108" y="9"/>
                    <a:pt x="108" y="9"/>
                  </a:cubicBezTo>
                  <a:cubicBezTo>
                    <a:pt x="108" y="9"/>
                    <a:pt x="108" y="10"/>
                    <a:pt x="109" y="10"/>
                  </a:cubicBezTo>
                  <a:cubicBezTo>
                    <a:pt x="109" y="11"/>
                    <a:pt x="110" y="12"/>
                    <a:pt x="110" y="12"/>
                  </a:cubicBezTo>
                  <a:cubicBezTo>
                    <a:pt x="110" y="12"/>
                    <a:pt x="110" y="13"/>
                    <a:pt x="110" y="13"/>
                  </a:cubicBezTo>
                  <a:cubicBezTo>
                    <a:pt x="110" y="14"/>
                    <a:pt x="110" y="14"/>
                    <a:pt x="110" y="14"/>
                  </a:cubicBezTo>
                  <a:cubicBezTo>
                    <a:pt x="110" y="14"/>
                    <a:pt x="111" y="14"/>
                    <a:pt x="111" y="15"/>
                  </a:cubicBezTo>
                  <a:cubicBezTo>
                    <a:pt x="111" y="15"/>
                    <a:pt x="111" y="15"/>
                    <a:pt x="111" y="15"/>
                  </a:cubicBezTo>
                  <a:cubicBezTo>
                    <a:pt x="111" y="16"/>
                    <a:pt x="111" y="17"/>
                    <a:pt x="111" y="17"/>
                  </a:cubicBezTo>
                  <a:cubicBezTo>
                    <a:pt x="111" y="18"/>
                    <a:pt x="111" y="18"/>
                    <a:pt x="111" y="18"/>
                  </a:cubicBezTo>
                  <a:cubicBezTo>
                    <a:pt x="112" y="19"/>
                    <a:pt x="112" y="19"/>
                    <a:pt x="112" y="19"/>
                  </a:cubicBezTo>
                  <a:cubicBezTo>
                    <a:pt x="113" y="19"/>
                    <a:pt x="113" y="19"/>
                    <a:pt x="113" y="19"/>
                  </a:cubicBezTo>
                  <a:cubicBezTo>
                    <a:pt x="113" y="19"/>
                    <a:pt x="114" y="20"/>
                    <a:pt x="114" y="19"/>
                  </a:cubicBezTo>
                  <a:cubicBezTo>
                    <a:pt x="115" y="19"/>
                    <a:pt x="115" y="18"/>
                    <a:pt x="115" y="18"/>
                  </a:cubicBezTo>
                  <a:cubicBezTo>
                    <a:pt x="113" y="17"/>
                    <a:pt x="113" y="17"/>
                    <a:pt x="113" y="17"/>
                  </a:cubicBezTo>
                  <a:cubicBezTo>
                    <a:pt x="113" y="17"/>
                    <a:pt x="113" y="17"/>
                    <a:pt x="114" y="17"/>
                  </a:cubicBezTo>
                  <a:cubicBezTo>
                    <a:pt x="114" y="17"/>
                    <a:pt x="114" y="16"/>
                    <a:pt x="115" y="16"/>
                  </a:cubicBezTo>
                  <a:cubicBezTo>
                    <a:pt x="115" y="16"/>
                    <a:pt x="117" y="17"/>
                    <a:pt x="117" y="17"/>
                  </a:cubicBezTo>
                  <a:cubicBezTo>
                    <a:pt x="118" y="18"/>
                    <a:pt x="118" y="18"/>
                    <a:pt x="118" y="18"/>
                  </a:cubicBezTo>
                  <a:cubicBezTo>
                    <a:pt x="118" y="18"/>
                    <a:pt x="118" y="19"/>
                    <a:pt x="118" y="19"/>
                  </a:cubicBezTo>
                  <a:cubicBezTo>
                    <a:pt x="118" y="19"/>
                    <a:pt x="117" y="20"/>
                    <a:pt x="117" y="20"/>
                  </a:cubicBezTo>
                  <a:cubicBezTo>
                    <a:pt x="117" y="20"/>
                    <a:pt x="117" y="20"/>
                    <a:pt x="117" y="21"/>
                  </a:cubicBezTo>
                  <a:cubicBezTo>
                    <a:pt x="117" y="21"/>
                    <a:pt x="117" y="22"/>
                    <a:pt x="117" y="22"/>
                  </a:cubicBezTo>
                  <a:cubicBezTo>
                    <a:pt x="117" y="22"/>
                    <a:pt x="118" y="22"/>
                    <a:pt x="118" y="22"/>
                  </a:cubicBezTo>
                  <a:cubicBezTo>
                    <a:pt x="119" y="22"/>
                    <a:pt x="120" y="22"/>
                    <a:pt x="120" y="21"/>
                  </a:cubicBezTo>
                  <a:cubicBezTo>
                    <a:pt x="121" y="21"/>
                    <a:pt x="121" y="21"/>
                    <a:pt x="122" y="21"/>
                  </a:cubicBezTo>
                  <a:cubicBezTo>
                    <a:pt x="122" y="21"/>
                    <a:pt x="122" y="22"/>
                    <a:pt x="122" y="22"/>
                  </a:cubicBezTo>
                  <a:cubicBezTo>
                    <a:pt x="123" y="22"/>
                    <a:pt x="124" y="23"/>
                    <a:pt x="124" y="23"/>
                  </a:cubicBezTo>
                  <a:cubicBezTo>
                    <a:pt x="124" y="23"/>
                    <a:pt x="125" y="23"/>
                    <a:pt x="125" y="23"/>
                  </a:cubicBezTo>
                  <a:cubicBezTo>
                    <a:pt x="125" y="24"/>
                    <a:pt x="125" y="25"/>
                    <a:pt x="125" y="25"/>
                  </a:cubicBezTo>
                  <a:cubicBezTo>
                    <a:pt x="125" y="25"/>
                    <a:pt x="126" y="26"/>
                    <a:pt x="127" y="26"/>
                  </a:cubicBezTo>
                  <a:cubicBezTo>
                    <a:pt x="128" y="26"/>
                    <a:pt x="128" y="26"/>
                    <a:pt x="128" y="26"/>
                  </a:cubicBezTo>
                  <a:cubicBezTo>
                    <a:pt x="128" y="27"/>
                    <a:pt x="128" y="27"/>
                    <a:pt x="128" y="27"/>
                  </a:cubicBezTo>
                  <a:cubicBezTo>
                    <a:pt x="128" y="27"/>
                    <a:pt x="129" y="28"/>
                    <a:pt x="130" y="29"/>
                  </a:cubicBezTo>
                  <a:cubicBezTo>
                    <a:pt x="130" y="29"/>
                    <a:pt x="132" y="31"/>
                    <a:pt x="132" y="31"/>
                  </a:cubicBezTo>
                  <a:cubicBezTo>
                    <a:pt x="132" y="31"/>
                    <a:pt x="133" y="31"/>
                    <a:pt x="133" y="32"/>
                  </a:cubicBezTo>
                  <a:cubicBezTo>
                    <a:pt x="134" y="33"/>
                    <a:pt x="133" y="34"/>
                    <a:pt x="134" y="34"/>
                  </a:cubicBezTo>
                  <a:cubicBezTo>
                    <a:pt x="134" y="34"/>
                    <a:pt x="134" y="35"/>
                    <a:pt x="134" y="36"/>
                  </a:cubicBezTo>
                  <a:cubicBezTo>
                    <a:pt x="134" y="36"/>
                    <a:pt x="135" y="37"/>
                    <a:pt x="135" y="37"/>
                  </a:cubicBezTo>
                  <a:cubicBezTo>
                    <a:pt x="135" y="38"/>
                    <a:pt x="136" y="38"/>
                    <a:pt x="136" y="38"/>
                  </a:cubicBezTo>
                  <a:cubicBezTo>
                    <a:pt x="136" y="38"/>
                    <a:pt x="138" y="39"/>
                    <a:pt x="138" y="39"/>
                  </a:cubicBezTo>
                  <a:cubicBezTo>
                    <a:pt x="139" y="39"/>
                    <a:pt x="139" y="40"/>
                    <a:pt x="139" y="40"/>
                  </a:cubicBezTo>
                  <a:cubicBezTo>
                    <a:pt x="139" y="41"/>
                    <a:pt x="138" y="41"/>
                    <a:pt x="138" y="41"/>
                  </a:cubicBezTo>
                  <a:cubicBezTo>
                    <a:pt x="138" y="41"/>
                    <a:pt x="137" y="41"/>
                    <a:pt x="137" y="41"/>
                  </a:cubicBezTo>
                  <a:cubicBezTo>
                    <a:pt x="137" y="41"/>
                    <a:pt x="137" y="43"/>
                    <a:pt x="137" y="43"/>
                  </a:cubicBezTo>
                  <a:cubicBezTo>
                    <a:pt x="137" y="43"/>
                    <a:pt x="137" y="44"/>
                    <a:pt x="137" y="44"/>
                  </a:cubicBezTo>
                  <a:cubicBezTo>
                    <a:pt x="136" y="44"/>
                    <a:pt x="136" y="44"/>
                    <a:pt x="136" y="44"/>
                  </a:cubicBezTo>
                  <a:cubicBezTo>
                    <a:pt x="135" y="45"/>
                    <a:pt x="135" y="45"/>
                    <a:pt x="135" y="45"/>
                  </a:cubicBezTo>
                  <a:cubicBezTo>
                    <a:pt x="133" y="45"/>
                    <a:pt x="133" y="45"/>
                    <a:pt x="133" y="45"/>
                  </a:cubicBezTo>
                  <a:cubicBezTo>
                    <a:pt x="133" y="46"/>
                    <a:pt x="133" y="46"/>
                    <a:pt x="133" y="46"/>
                  </a:cubicBezTo>
                  <a:cubicBezTo>
                    <a:pt x="133" y="46"/>
                    <a:pt x="133" y="47"/>
                    <a:pt x="133" y="47"/>
                  </a:cubicBezTo>
                  <a:cubicBezTo>
                    <a:pt x="133" y="47"/>
                    <a:pt x="134" y="48"/>
                    <a:pt x="134" y="47"/>
                  </a:cubicBezTo>
                  <a:cubicBezTo>
                    <a:pt x="134" y="47"/>
                    <a:pt x="134" y="47"/>
                    <a:pt x="134" y="47"/>
                  </a:cubicBezTo>
                  <a:cubicBezTo>
                    <a:pt x="134" y="46"/>
                    <a:pt x="134" y="46"/>
                    <a:pt x="135" y="46"/>
                  </a:cubicBezTo>
                  <a:cubicBezTo>
                    <a:pt x="135" y="46"/>
                    <a:pt x="136" y="46"/>
                    <a:pt x="136" y="46"/>
                  </a:cubicBezTo>
                  <a:cubicBezTo>
                    <a:pt x="136" y="46"/>
                    <a:pt x="137" y="46"/>
                    <a:pt x="137" y="46"/>
                  </a:cubicBezTo>
                  <a:cubicBezTo>
                    <a:pt x="138" y="45"/>
                    <a:pt x="138" y="46"/>
                    <a:pt x="138" y="45"/>
                  </a:cubicBezTo>
                  <a:cubicBezTo>
                    <a:pt x="138" y="44"/>
                    <a:pt x="137" y="44"/>
                    <a:pt x="137" y="44"/>
                  </a:cubicBezTo>
                  <a:cubicBezTo>
                    <a:pt x="138" y="44"/>
                    <a:pt x="138" y="43"/>
                    <a:pt x="138" y="43"/>
                  </a:cubicBezTo>
                  <a:cubicBezTo>
                    <a:pt x="139" y="43"/>
                    <a:pt x="138" y="43"/>
                    <a:pt x="139" y="43"/>
                  </a:cubicBezTo>
                  <a:cubicBezTo>
                    <a:pt x="139" y="42"/>
                    <a:pt x="139" y="42"/>
                    <a:pt x="140" y="42"/>
                  </a:cubicBezTo>
                  <a:cubicBezTo>
                    <a:pt x="140" y="42"/>
                    <a:pt x="140" y="42"/>
                    <a:pt x="140" y="42"/>
                  </a:cubicBezTo>
                  <a:cubicBezTo>
                    <a:pt x="140" y="41"/>
                    <a:pt x="140" y="41"/>
                    <a:pt x="140" y="40"/>
                  </a:cubicBezTo>
                  <a:cubicBezTo>
                    <a:pt x="140" y="40"/>
                    <a:pt x="140" y="39"/>
                    <a:pt x="140" y="39"/>
                  </a:cubicBezTo>
                  <a:cubicBezTo>
                    <a:pt x="140" y="39"/>
                    <a:pt x="139" y="37"/>
                    <a:pt x="139" y="37"/>
                  </a:cubicBezTo>
                  <a:cubicBezTo>
                    <a:pt x="139" y="37"/>
                    <a:pt x="141" y="41"/>
                    <a:pt x="142" y="44"/>
                  </a:cubicBezTo>
                  <a:cubicBezTo>
                    <a:pt x="142" y="44"/>
                    <a:pt x="141" y="44"/>
                    <a:pt x="141" y="44"/>
                  </a:cubicBezTo>
                  <a:cubicBezTo>
                    <a:pt x="141" y="45"/>
                    <a:pt x="141" y="45"/>
                    <a:pt x="141" y="46"/>
                  </a:cubicBezTo>
                  <a:cubicBezTo>
                    <a:pt x="141" y="46"/>
                    <a:pt x="141" y="46"/>
                    <a:pt x="141" y="48"/>
                  </a:cubicBezTo>
                  <a:cubicBezTo>
                    <a:pt x="141" y="50"/>
                    <a:pt x="141" y="50"/>
                    <a:pt x="141" y="51"/>
                  </a:cubicBezTo>
                  <a:cubicBezTo>
                    <a:pt x="141" y="51"/>
                    <a:pt x="142" y="52"/>
                    <a:pt x="142" y="52"/>
                  </a:cubicBezTo>
                  <a:cubicBezTo>
                    <a:pt x="142" y="53"/>
                    <a:pt x="141" y="55"/>
                    <a:pt x="141" y="55"/>
                  </a:cubicBezTo>
                  <a:cubicBezTo>
                    <a:pt x="141" y="55"/>
                    <a:pt x="141" y="55"/>
                    <a:pt x="141" y="56"/>
                  </a:cubicBezTo>
                  <a:cubicBezTo>
                    <a:pt x="140" y="56"/>
                    <a:pt x="141" y="57"/>
                    <a:pt x="140" y="56"/>
                  </a:cubicBezTo>
                  <a:cubicBezTo>
                    <a:pt x="140" y="55"/>
                    <a:pt x="139" y="54"/>
                    <a:pt x="139" y="54"/>
                  </a:cubicBezTo>
                  <a:cubicBezTo>
                    <a:pt x="139" y="54"/>
                    <a:pt x="139" y="54"/>
                    <a:pt x="139" y="54"/>
                  </a:cubicBezTo>
                  <a:cubicBezTo>
                    <a:pt x="139" y="54"/>
                    <a:pt x="139" y="53"/>
                    <a:pt x="138" y="53"/>
                  </a:cubicBezTo>
                  <a:cubicBezTo>
                    <a:pt x="137" y="53"/>
                    <a:pt x="137" y="53"/>
                    <a:pt x="136" y="53"/>
                  </a:cubicBezTo>
                  <a:cubicBezTo>
                    <a:pt x="136" y="54"/>
                    <a:pt x="137" y="55"/>
                    <a:pt x="136" y="55"/>
                  </a:cubicBezTo>
                  <a:cubicBezTo>
                    <a:pt x="136" y="55"/>
                    <a:pt x="134" y="54"/>
                    <a:pt x="134" y="54"/>
                  </a:cubicBezTo>
                  <a:cubicBezTo>
                    <a:pt x="133" y="55"/>
                    <a:pt x="133" y="55"/>
                    <a:pt x="132" y="55"/>
                  </a:cubicBezTo>
                  <a:cubicBezTo>
                    <a:pt x="132" y="56"/>
                    <a:pt x="132" y="57"/>
                    <a:pt x="132" y="57"/>
                  </a:cubicBezTo>
                  <a:cubicBezTo>
                    <a:pt x="131" y="58"/>
                    <a:pt x="131" y="58"/>
                    <a:pt x="131" y="59"/>
                  </a:cubicBezTo>
                  <a:cubicBezTo>
                    <a:pt x="131" y="60"/>
                    <a:pt x="129" y="60"/>
                    <a:pt x="129" y="60"/>
                  </a:cubicBezTo>
                  <a:cubicBezTo>
                    <a:pt x="129" y="60"/>
                    <a:pt x="127" y="60"/>
                    <a:pt x="127" y="61"/>
                  </a:cubicBezTo>
                  <a:cubicBezTo>
                    <a:pt x="126" y="61"/>
                    <a:pt x="127" y="62"/>
                    <a:pt x="126" y="62"/>
                  </a:cubicBezTo>
                  <a:cubicBezTo>
                    <a:pt x="125" y="62"/>
                    <a:pt x="125" y="64"/>
                    <a:pt x="125" y="64"/>
                  </a:cubicBezTo>
                  <a:cubicBezTo>
                    <a:pt x="125" y="64"/>
                    <a:pt x="125" y="65"/>
                    <a:pt x="125" y="65"/>
                  </a:cubicBezTo>
                  <a:cubicBezTo>
                    <a:pt x="125" y="66"/>
                    <a:pt x="125" y="67"/>
                    <a:pt x="125" y="67"/>
                  </a:cubicBezTo>
                  <a:cubicBezTo>
                    <a:pt x="124" y="67"/>
                    <a:pt x="123" y="67"/>
                    <a:pt x="123" y="67"/>
                  </a:cubicBezTo>
                  <a:cubicBezTo>
                    <a:pt x="123" y="67"/>
                    <a:pt x="123" y="68"/>
                    <a:pt x="122" y="68"/>
                  </a:cubicBezTo>
                  <a:cubicBezTo>
                    <a:pt x="121" y="69"/>
                    <a:pt x="120" y="69"/>
                    <a:pt x="120" y="69"/>
                  </a:cubicBezTo>
                  <a:cubicBezTo>
                    <a:pt x="119" y="70"/>
                    <a:pt x="120" y="71"/>
                    <a:pt x="119" y="71"/>
                  </a:cubicBezTo>
                  <a:cubicBezTo>
                    <a:pt x="118" y="70"/>
                    <a:pt x="116" y="70"/>
                    <a:pt x="116" y="71"/>
                  </a:cubicBezTo>
                  <a:cubicBezTo>
                    <a:pt x="115" y="71"/>
                    <a:pt x="116" y="72"/>
                    <a:pt x="114" y="73"/>
                  </a:cubicBezTo>
                  <a:cubicBezTo>
                    <a:pt x="112" y="74"/>
                    <a:pt x="112" y="74"/>
                    <a:pt x="111" y="74"/>
                  </a:cubicBezTo>
                  <a:cubicBezTo>
                    <a:pt x="111" y="75"/>
                    <a:pt x="110" y="74"/>
                    <a:pt x="110" y="76"/>
                  </a:cubicBezTo>
                  <a:cubicBezTo>
                    <a:pt x="111" y="77"/>
                    <a:pt x="111" y="78"/>
                    <a:pt x="111" y="78"/>
                  </a:cubicBezTo>
                  <a:cubicBezTo>
                    <a:pt x="112" y="79"/>
                    <a:pt x="113" y="80"/>
                    <a:pt x="113" y="81"/>
                  </a:cubicBezTo>
                  <a:cubicBezTo>
                    <a:pt x="114" y="82"/>
                    <a:pt x="114" y="82"/>
                    <a:pt x="114" y="83"/>
                  </a:cubicBezTo>
                  <a:cubicBezTo>
                    <a:pt x="113" y="84"/>
                    <a:pt x="113" y="85"/>
                    <a:pt x="113" y="86"/>
                  </a:cubicBezTo>
                  <a:cubicBezTo>
                    <a:pt x="113" y="86"/>
                    <a:pt x="113" y="88"/>
                    <a:pt x="113" y="88"/>
                  </a:cubicBezTo>
                  <a:cubicBezTo>
                    <a:pt x="113" y="89"/>
                    <a:pt x="114" y="90"/>
                    <a:pt x="114" y="90"/>
                  </a:cubicBezTo>
                  <a:cubicBezTo>
                    <a:pt x="114" y="90"/>
                    <a:pt x="113" y="91"/>
                    <a:pt x="114" y="92"/>
                  </a:cubicBezTo>
                  <a:cubicBezTo>
                    <a:pt x="114" y="93"/>
                    <a:pt x="116" y="94"/>
                    <a:pt x="116" y="94"/>
                  </a:cubicBezTo>
                  <a:cubicBezTo>
                    <a:pt x="117" y="94"/>
                    <a:pt x="118" y="95"/>
                    <a:pt x="118" y="95"/>
                  </a:cubicBezTo>
                  <a:cubicBezTo>
                    <a:pt x="118" y="95"/>
                    <a:pt x="118" y="98"/>
                    <a:pt x="118" y="98"/>
                  </a:cubicBezTo>
                  <a:cubicBezTo>
                    <a:pt x="118" y="99"/>
                    <a:pt x="121" y="103"/>
                    <a:pt x="120" y="104"/>
                  </a:cubicBezTo>
                  <a:cubicBezTo>
                    <a:pt x="119" y="105"/>
                    <a:pt x="119" y="106"/>
                    <a:pt x="119" y="106"/>
                  </a:cubicBezTo>
                  <a:cubicBezTo>
                    <a:pt x="119" y="107"/>
                    <a:pt x="120" y="107"/>
                    <a:pt x="120" y="107"/>
                  </a:cubicBezTo>
                  <a:cubicBezTo>
                    <a:pt x="120" y="108"/>
                    <a:pt x="122" y="108"/>
                    <a:pt x="121" y="109"/>
                  </a:cubicBezTo>
                  <a:cubicBezTo>
                    <a:pt x="120" y="110"/>
                    <a:pt x="119" y="111"/>
                    <a:pt x="119" y="112"/>
                  </a:cubicBezTo>
                  <a:cubicBezTo>
                    <a:pt x="118" y="112"/>
                    <a:pt x="118" y="113"/>
                    <a:pt x="118" y="114"/>
                  </a:cubicBezTo>
                  <a:cubicBezTo>
                    <a:pt x="117" y="114"/>
                    <a:pt x="117" y="115"/>
                    <a:pt x="116" y="116"/>
                  </a:cubicBezTo>
                  <a:cubicBezTo>
                    <a:pt x="115" y="116"/>
                    <a:pt x="115" y="117"/>
                    <a:pt x="115" y="118"/>
                  </a:cubicBezTo>
                  <a:cubicBezTo>
                    <a:pt x="115" y="118"/>
                    <a:pt x="113" y="120"/>
                    <a:pt x="115" y="119"/>
                  </a:cubicBezTo>
                  <a:cubicBezTo>
                    <a:pt x="117" y="117"/>
                    <a:pt x="115" y="119"/>
                    <a:pt x="117" y="117"/>
                  </a:cubicBezTo>
                  <a:cubicBezTo>
                    <a:pt x="120" y="115"/>
                    <a:pt x="120" y="116"/>
                    <a:pt x="122" y="114"/>
                  </a:cubicBezTo>
                  <a:cubicBezTo>
                    <a:pt x="123" y="113"/>
                    <a:pt x="121" y="117"/>
                    <a:pt x="123" y="112"/>
                  </a:cubicBezTo>
                  <a:cubicBezTo>
                    <a:pt x="125" y="107"/>
                    <a:pt x="125" y="108"/>
                    <a:pt x="126" y="107"/>
                  </a:cubicBezTo>
                  <a:cubicBezTo>
                    <a:pt x="126" y="105"/>
                    <a:pt x="126" y="107"/>
                    <a:pt x="128" y="104"/>
                  </a:cubicBezTo>
                  <a:cubicBezTo>
                    <a:pt x="129" y="101"/>
                    <a:pt x="128" y="103"/>
                    <a:pt x="129" y="101"/>
                  </a:cubicBezTo>
                  <a:cubicBezTo>
                    <a:pt x="130" y="100"/>
                    <a:pt x="130" y="102"/>
                    <a:pt x="131" y="99"/>
                  </a:cubicBezTo>
                  <a:cubicBezTo>
                    <a:pt x="132" y="96"/>
                    <a:pt x="132" y="98"/>
                    <a:pt x="132" y="95"/>
                  </a:cubicBezTo>
                  <a:cubicBezTo>
                    <a:pt x="133" y="91"/>
                    <a:pt x="132" y="91"/>
                    <a:pt x="134" y="89"/>
                  </a:cubicBezTo>
                  <a:cubicBezTo>
                    <a:pt x="136" y="88"/>
                    <a:pt x="135" y="89"/>
                    <a:pt x="136" y="87"/>
                  </a:cubicBezTo>
                  <a:cubicBezTo>
                    <a:pt x="137" y="86"/>
                    <a:pt x="136" y="87"/>
                    <a:pt x="138" y="84"/>
                  </a:cubicBezTo>
                  <a:cubicBezTo>
                    <a:pt x="139" y="82"/>
                    <a:pt x="141" y="80"/>
                    <a:pt x="141" y="75"/>
                  </a:cubicBezTo>
                  <a:cubicBezTo>
                    <a:pt x="141" y="70"/>
                    <a:pt x="141" y="70"/>
                    <a:pt x="141" y="70"/>
                  </a:cubicBezTo>
                  <a:cubicBezTo>
                    <a:pt x="141" y="70"/>
                    <a:pt x="144" y="68"/>
                    <a:pt x="143" y="65"/>
                  </a:cubicBezTo>
                  <a:cubicBezTo>
                    <a:pt x="142" y="62"/>
                    <a:pt x="142" y="63"/>
                    <a:pt x="142" y="62"/>
                  </a:cubicBezTo>
                  <a:cubicBezTo>
                    <a:pt x="142" y="61"/>
                    <a:pt x="143" y="61"/>
                    <a:pt x="144" y="60"/>
                  </a:cubicBezTo>
                  <a:cubicBezTo>
                    <a:pt x="144" y="59"/>
                    <a:pt x="144" y="59"/>
                    <a:pt x="145" y="58"/>
                  </a:cubicBezTo>
                  <a:cubicBezTo>
                    <a:pt x="145" y="57"/>
                    <a:pt x="145" y="56"/>
                    <a:pt x="145" y="56"/>
                  </a:cubicBezTo>
                  <a:cubicBezTo>
                    <a:pt x="146" y="56"/>
                    <a:pt x="146" y="56"/>
                    <a:pt x="146" y="56"/>
                  </a:cubicBezTo>
                  <a:cubicBezTo>
                    <a:pt x="146" y="56"/>
                    <a:pt x="152" y="122"/>
                    <a:pt x="87" y="132"/>
                  </a:cubicBezTo>
                  <a:cubicBezTo>
                    <a:pt x="87" y="132"/>
                    <a:pt x="102" y="128"/>
                    <a:pt x="104" y="125"/>
                  </a:cubicBezTo>
                  <a:cubicBezTo>
                    <a:pt x="104" y="125"/>
                    <a:pt x="104" y="123"/>
                    <a:pt x="103" y="123"/>
                  </a:cubicBezTo>
                  <a:cubicBezTo>
                    <a:pt x="103" y="123"/>
                    <a:pt x="102" y="123"/>
                    <a:pt x="101" y="122"/>
                  </a:cubicBezTo>
                  <a:cubicBezTo>
                    <a:pt x="100" y="121"/>
                    <a:pt x="99" y="121"/>
                    <a:pt x="99" y="121"/>
                  </a:cubicBezTo>
                  <a:cubicBezTo>
                    <a:pt x="99" y="122"/>
                    <a:pt x="99" y="122"/>
                    <a:pt x="99" y="122"/>
                  </a:cubicBezTo>
                  <a:cubicBezTo>
                    <a:pt x="99" y="122"/>
                    <a:pt x="100" y="122"/>
                    <a:pt x="97" y="121"/>
                  </a:cubicBezTo>
                  <a:cubicBezTo>
                    <a:pt x="94" y="121"/>
                    <a:pt x="94" y="121"/>
                    <a:pt x="93" y="121"/>
                  </a:cubicBezTo>
                  <a:cubicBezTo>
                    <a:pt x="91" y="120"/>
                    <a:pt x="90" y="118"/>
                    <a:pt x="90" y="119"/>
                  </a:cubicBezTo>
                  <a:cubicBezTo>
                    <a:pt x="89" y="121"/>
                    <a:pt x="90" y="120"/>
                    <a:pt x="89" y="121"/>
                  </a:cubicBezTo>
                  <a:cubicBezTo>
                    <a:pt x="88" y="121"/>
                    <a:pt x="85" y="121"/>
                    <a:pt x="85" y="121"/>
                  </a:cubicBezTo>
                  <a:cubicBezTo>
                    <a:pt x="85" y="121"/>
                    <a:pt x="80" y="121"/>
                    <a:pt x="80" y="120"/>
                  </a:cubicBezTo>
                  <a:cubicBezTo>
                    <a:pt x="79" y="120"/>
                    <a:pt x="79" y="119"/>
                    <a:pt x="79" y="119"/>
                  </a:cubicBezTo>
                  <a:cubicBezTo>
                    <a:pt x="78" y="119"/>
                    <a:pt x="77" y="121"/>
                    <a:pt x="77" y="121"/>
                  </a:cubicBezTo>
                  <a:cubicBezTo>
                    <a:pt x="80" y="122"/>
                    <a:pt x="80" y="122"/>
                    <a:pt x="80" y="122"/>
                  </a:cubicBezTo>
                  <a:cubicBezTo>
                    <a:pt x="82" y="124"/>
                    <a:pt x="82" y="124"/>
                    <a:pt x="82" y="124"/>
                  </a:cubicBezTo>
                  <a:cubicBezTo>
                    <a:pt x="82" y="124"/>
                    <a:pt x="83" y="124"/>
                    <a:pt x="82" y="125"/>
                  </a:cubicBezTo>
                  <a:cubicBezTo>
                    <a:pt x="82" y="125"/>
                    <a:pt x="81" y="125"/>
                    <a:pt x="80" y="125"/>
                  </a:cubicBezTo>
                  <a:cubicBezTo>
                    <a:pt x="79" y="125"/>
                    <a:pt x="76" y="127"/>
                    <a:pt x="76" y="126"/>
                  </a:cubicBezTo>
                  <a:cubicBezTo>
                    <a:pt x="75" y="125"/>
                    <a:pt x="75" y="125"/>
                    <a:pt x="74" y="124"/>
                  </a:cubicBezTo>
                  <a:cubicBezTo>
                    <a:pt x="74" y="123"/>
                    <a:pt x="74" y="122"/>
                    <a:pt x="73" y="122"/>
                  </a:cubicBezTo>
                  <a:cubicBezTo>
                    <a:pt x="72" y="122"/>
                    <a:pt x="71" y="122"/>
                    <a:pt x="71" y="122"/>
                  </a:cubicBezTo>
                  <a:cubicBezTo>
                    <a:pt x="72" y="124"/>
                    <a:pt x="72" y="124"/>
                    <a:pt x="72" y="124"/>
                  </a:cubicBezTo>
                  <a:cubicBezTo>
                    <a:pt x="72" y="124"/>
                    <a:pt x="70" y="124"/>
                    <a:pt x="69" y="124"/>
                  </a:cubicBezTo>
                  <a:cubicBezTo>
                    <a:pt x="68" y="124"/>
                    <a:pt x="68" y="126"/>
                    <a:pt x="67" y="124"/>
                  </a:cubicBezTo>
                  <a:cubicBezTo>
                    <a:pt x="66" y="123"/>
                    <a:pt x="66" y="123"/>
                    <a:pt x="65" y="123"/>
                  </a:cubicBezTo>
                  <a:cubicBezTo>
                    <a:pt x="64" y="123"/>
                    <a:pt x="62" y="123"/>
                    <a:pt x="62" y="123"/>
                  </a:cubicBezTo>
                  <a:cubicBezTo>
                    <a:pt x="61" y="123"/>
                    <a:pt x="60" y="123"/>
                    <a:pt x="60" y="123"/>
                  </a:cubicBezTo>
                  <a:cubicBezTo>
                    <a:pt x="59" y="123"/>
                    <a:pt x="57" y="125"/>
                    <a:pt x="57" y="124"/>
                  </a:cubicBezTo>
                  <a:cubicBezTo>
                    <a:pt x="56" y="124"/>
                    <a:pt x="53" y="124"/>
                    <a:pt x="53" y="124"/>
                  </a:cubicBezTo>
                  <a:cubicBezTo>
                    <a:pt x="53" y="124"/>
                    <a:pt x="61" y="131"/>
                    <a:pt x="77" y="132"/>
                  </a:cubicBezTo>
                  <a:cubicBezTo>
                    <a:pt x="77" y="132"/>
                    <a:pt x="41" y="133"/>
                    <a:pt x="21" y="98"/>
                  </a:cubicBezTo>
                  <a:cubicBezTo>
                    <a:pt x="0" y="63"/>
                    <a:pt x="14" y="18"/>
                    <a:pt x="61" y="2"/>
                  </a:cubicBezTo>
                  <a:cubicBezTo>
                    <a:pt x="61" y="2"/>
                    <a:pt x="26" y="15"/>
                    <a:pt x="17" y="48"/>
                  </a:cubicBezTo>
                  <a:cubicBezTo>
                    <a:pt x="17" y="49"/>
                    <a:pt x="17" y="49"/>
                    <a:pt x="17" y="49"/>
                  </a:cubicBezTo>
                  <a:cubicBezTo>
                    <a:pt x="18" y="48"/>
                    <a:pt x="18" y="48"/>
                    <a:pt x="19" y="47"/>
                  </a:cubicBezTo>
                  <a:cubicBezTo>
                    <a:pt x="20" y="45"/>
                    <a:pt x="19" y="45"/>
                    <a:pt x="20" y="44"/>
                  </a:cubicBezTo>
                  <a:cubicBezTo>
                    <a:pt x="20" y="43"/>
                    <a:pt x="20" y="44"/>
                    <a:pt x="21" y="43"/>
                  </a:cubicBezTo>
                  <a:cubicBezTo>
                    <a:pt x="22" y="42"/>
                    <a:pt x="22" y="42"/>
                    <a:pt x="23" y="41"/>
                  </a:cubicBezTo>
                  <a:cubicBezTo>
                    <a:pt x="23" y="41"/>
                    <a:pt x="24" y="39"/>
                    <a:pt x="24" y="38"/>
                  </a:cubicBezTo>
                  <a:cubicBezTo>
                    <a:pt x="25" y="37"/>
                    <a:pt x="26" y="37"/>
                    <a:pt x="27" y="37"/>
                  </a:cubicBezTo>
                  <a:cubicBezTo>
                    <a:pt x="27" y="37"/>
                    <a:pt x="27" y="36"/>
                    <a:pt x="27" y="37"/>
                  </a:cubicBezTo>
                  <a:cubicBezTo>
                    <a:pt x="28" y="38"/>
                    <a:pt x="26" y="39"/>
                    <a:pt x="26" y="39"/>
                  </a:cubicBezTo>
                  <a:cubicBezTo>
                    <a:pt x="26" y="41"/>
                    <a:pt x="26" y="41"/>
                    <a:pt x="26" y="41"/>
                  </a:cubicBezTo>
                  <a:cubicBezTo>
                    <a:pt x="26" y="41"/>
                    <a:pt x="25" y="44"/>
                    <a:pt x="25" y="44"/>
                  </a:cubicBezTo>
                  <a:cubicBezTo>
                    <a:pt x="25" y="45"/>
                    <a:pt x="26" y="47"/>
                    <a:pt x="26" y="47"/>
                  </a:cubicBezTo>
                  <a:cubicBezTo>
                    <a:pt x="26" y="47"/>
                    <a:pt x="27" y="49"/>
                    <a:pt x="27" y="49"/>
                  </a:cubicBezTo>
                  <a:cubicBezTo>
                    <a:pt x="28" y="49"/>
                    <a:pt x="31" y="50"/>
                    <a:pt x="31" y="50"/>
                  </a:cubicBezTo>
                  <a:cubicBezTo>
                    <a:pt x="31" y="50"/>
                    <a:pt x="32" y="49"/>
                    <a:pt x="33" y="47"/>
                  </a:cubicBezTo>
                  <a:cubicBezTo>
                    <a:pt x="34" y="46"/>
                    <a:pt x="36" y="46"/>
                    <a:pt x="36" y="46"/>
                  </a:cubicBezTo>
                  <a:cubicBezTo>
                    <a:pt x="36" y="45"/>
                    <a:pt x="36" y="44"/>
                    <a:pt x="36" y="43"/>
                  </a:cubicBezTo>
                  <a:cubicBezTo>
                    <a:pt x="37" y="42"/>
                    <a:pt x="36" y="42"/>
                    <a:pt x="38" y="41"/>
                  </a:cubicBezTo>
                  <a:cubicBezTo>
                    <a:pt x="39" y="40"/>
                    <a:pt x="39" y="40"/>
                    <a:pt x="39" y="40"/>
                  </a:cubicBezTo>
                  <a:cubicBezTo>
                    <a:pt x="39" y="40"/>
                    <a:pt x="42" y="39"/>
                    <a:pt x="41" y="40"/>
                  </a:cubicBezTo>
                  <a:cubicBezTo>
                    <a:pt x="40" y="42"/>
                    <a:pt x="41" y="44"/>
                    <a:pt x="40" y="44"/>
                  </a:cubicBezTo>
                  <a:cubicBezTo>
                    <a:pt x="39" y="44"/>
                    <a:pt x="39" y="43"/>
                    <a:pt x="38" y="45"/>
                  </a:cubicBezTo>
                  <a:cubicBezTo>
                    <a:pt x="38" y="46"/>
                    <a:pt x="38" y="47"/>
                    <a:pt x="37" y="47"/>
                  </a:cubicBezTo>
                  <a:cubicBezTo>
                    <a:pt x="37" y="48"/>
                    <a:pt x="36" y="50"/>
                    <a:pt x="36" y="50"/>
                  </a:cubicBezTo>
                  <a:cubicBezTo>
                    <a:pt x="35" y="50"/>
                    <a:pt x="34" y="50"/>
                    <a:pt x="34" y="51"/>
                  </a:cubicBezTo>
                  <a:cubicBezTo>
                    <a:pt x="34" y="51"/>
                    <a:pt x="35" y="53"/>
                    <a:pt x="34" y="53"/>
                  </a:cubicBezTo>
                  <a:cubicBezTo>
                    <a:pt x="33" y="53"/>
                    <a:pt x="32" y="54"/>
                    <a:pt x="32" y="54"/>
                  </a:cubicBezTo>
                  <a:cubicBezTo>
                    <a:pt x="31" y="53"/>
                    <a:pt x="32" y="54"/>
                    <a:pt x="30" y="53"/>
                  </a:cubicBezTo>
                  <a:cubicBezTo>
                    <a:pt x="29" y="53"/>
                    <a:pt x="28" y="53"/>
                    <a:pt x="28" y="53"/>
                  </a:cubicBezTo>
                  <a:cubicBezTo>
                    <a:pt x="28" y="53"/>
                    <a:pt x="27" y="54"/>
                    <a:pt x="27" y="54"/>
                  </a:cubicBezTo>
                  <a:cubicBezTo>
                    <a:pt x="27" y="55"/>
                    <a:pt x="27" y="57"/>
                    <a:pt x="27" y="57"/>
                  </a:cubicBezTo>
                  <a:cubicBezTo>
                    <a:pt x="29" y="60"/>
                    <a:pt x="29" y="60"/>
                    <a:pt x="29" y="60"/>
                  </a:cubicBezTo>
                  <a:cubicBezTo>
                    <a:pt x="29" y="60"/>
                    <a:pt x="28" y="65"/>
                    <a:pt x="29" y="65"/>
                  </a:cubicBezTo>
                  <a:cubicBezTo>
                    <a:pt x="30" y="65"/>
                    <a:pt x="31" y="67"/>
                    <a:pt x="31" y="67"/>
                  </a:cubicBezTo>
                  <a:cubicBezTo>
                    <a:pt x="32" y="67"/>
                    <a:pt x="32" y="70"/>
                    <a:pt x="32" y="70"/>
                  </a:cubicBezTo>
                  <a:cubicBezTo>
                    <a:pt x="33" y="72"/>
                    <a:pt x="33" y="72"/>
                    <a:pt x="33" y="72"/>
                  </a:cubicBezTo>
                  <a:cubicBezTo>
                    <a:pt x="33" y="72"/>
                    <a:pt x="34" y="75"/>
                    <a:pt x="33" y="75"/>
                  </a:cubicBezTo>
                  <a:cubicBezTo>
                    <a:pt x="33" y="76"/>
                    <a:pt x="33" y="78"/>
                    <a:pt x="33" y="79"/>
                  </a:cubicBezTo>
                  <a:cubicBezTo>
                    <a:pt x="34" y="81"/>
                    <a:pt x="35" y="82"/>
                    <a:pt x="35" y="82"/>
                  </a:cubicBezTo>
                  <a:cubicBezTo>
                    <a:pt x="35" y="82"/>
                    <a:pt x="33" y="84"/>
                    <a:pt x="34" y="84"/>
                  </a:cubicBezTo>
                  <a:cubicBezTo>
                    <a:pt x="35" y="85"/>
                    <a:pt x="37" y="87"/>
                    <a:pt x="37" y="87"/>
                  </a:cubicBezTo>
                  <a:cubicBezTo>
                    <a:pt x="37" y="88"/>
                    <a:pt x="37" y="89"/>
                    <a:pt x="38" y="89"/>
                  </a:cubicBezTo>
                  <a:cubicBezTo>
                    <a:pt x="39" y="89"/>
                    <a:pt x="40" y="89"/>
                    <a:pt x="40" y="89"/>
                  </a:cubicBezTo>
                  <a:cubicBezTo>
                    <a:pt x="40" y="90"/>
                    <a:pt x="40" y="92"/>
                    <a:pt x="40" y="92"/>
                  </a:cubicBezTo>
                  <a:cubicBezTo>
                    <a:pt x="43" y="95"/>
                    <a:pt x="43" y="95"/>
                    <a:pt x="43" y="95"/>
                  </a:cubicBezTo>
                  <a:cubicBezTo>
                    <a:pt x="45" y="98"/>
                    <a:pt x="45" y="98"/>
                    <a:pt x="45" y="98"/>
                  </a:cubicBezTo>
                  <a:cubicBezTo>
                    <a:pt x="45" y="98"/>
                    <a:pt x="45" y="100"/>
                    <a:pt x="46" y="100"/>
                  </a:cubicBezTo>
                  <a:cubicBezTo>
                    <a:pt x="47" y="100"/>
                    <a:pt x="50" y="101"/>
                    <a:pt x="51" y="102"/>
                  </a:cubicBezTo>
                  <a:cubicBezTo>
                    <a:pt x="51" y="102"/>
                    <a:pt x="53" y="103"/>
                    <a:pt x="54" y="103"/>
                  </a:cubicBezTo>
                  <a:cubicBezTo>
                    <a:pt x="55" y="103"/>
                    <a:pt x="54" y="105"/>
                    <a:pt x="55" y="103"/>
                  </a:cubicBezTo>
                  <a:cubicBezTo>
                    <a:pt x="56" y="101"/>
                    <a:pt x="55" y="102"/>
                    <a:pt x="56" y="100"/>
                  </a:cubicBezTo>
                  <a:cubicBezTo>
                    <a:pt x="57" y="97"/>
                    <a:pt x="57" y="99"/>
                    <a:pt x="57" y="97"/>
                  </a:cubicBezTo>
                  <a:cubicBezTo>
                    <a:pt x="57" y="96"/>
                    <a:pt x="57" y="97"/>
                    <a:pt x="57" y="96"/>
                  </a:cubicBezTo>
                  <a:cubicBezTo>
                    <a:pt x="58" y="94"/>
                    <a:pt x="57" y="95"/>
                    <a:pt x="58" y="93"/>
                  </a:cubicBezTo>
                  <a:cubicBezTo>
                    <a:pt x="59" y="91"/>
                    <a:pt x="59" y="92"/>
                    <a:pt x="60" y="90"/>
                  </a:cubicBezTo>
                  <a:cubicBezTo>
                    <a:pt x="61" y="89"/>
                    <a:pt x="62" y="90"/>
                    <a:pt x="61" y="88"/>
                  </a:cubicBezTo>
                  <a:cubicBezTo>
                    <a:pt x="61" y="86"/>
                    <a:pt x="61" y="88"/>
                    <a:pt x="61" y="86"/>
                  </a:cubicBezTo>
                  <a:cubicBezTo>
                    <a:pt x="60" y="84"/>
                    <a:pt x="61" y="84"/>
                    <a:pt x="59" y="83"/>
                  </a:cubicBezTo>
                  <a:cubicBezTo>
                    <a:pt x="58" y="82"/>
                    <a:pt x="57" y="82"/>
                    <a:pt x="57" y="81"/>
                  </a:cubicBezTo>
                  <a:cubicBezTo>
                    <a:pt x="57" y="79"/>
                    <a:pt x="57" y="79"/>
                    <a:pt x="58" y="78"/>
                  </a:cubicBezTo>
                  <a:cubicBezTo>
                    <a:pt x="58" y="77"/>
                    <a:pt x="59" y="76"/>
                    <a:pt x="59" y="76"/>
                  </a:cubicBezTo>
                  <a:cubicBezTo>
                    <a:pt x="60" y="75"/>
                    <a:pt x="60" y="76"/>
                    <a:pt x="61" y="74"/>
                  </a:cubicBezTo>
                  <a:cubicBezTo>
                    <a:pt x="61" y="73"/>
                    <a:pt x="62" y="72"/>
                    <a:pt x="62" y="72"/>
                  </a:cubicBezTo>
                  <a:cubicBezTo>
                    <a:pt x="62" y="72"/>
                    <a:pt x="62" y="69"/>
                    <a:pt x="62" y="68"/>
                  </a:cubicBezTo>
                  <a:cubicBezTo>
                    <a:pt x="62" y="66"/>
                    <a:pt x="63" y="68"/>
                    <a:pt x="62" y="66"/>
                  </a:cubicBezTo>
                  <a:cubicBezTo>
                    <a:pt x="62" y="64"/>
                    <a:pt x="62" y="63"/>
                    <a:pt x="62" y="63"/>
                  </a:cubicBezTo>
                  <a:cubicBezTo>
                    <a:pt x="62" y="63"/>
                    <a:pt x="64" y="61"/>
                    <a:pt x="65" y="62"/>
                  </a:cubicBezTo>
                  <a:cubicBezTo>
                    <a:pt x="66" y="62"/>
                    <a:pt x="66" y="63"/>
                    <a:pt x="67" y="62"/>
                  </a:cubicBezTo>
                  <a:cubicBezTo>
                    <a:pt x="69" y="61"/>
                    <a:pt x="68" y="60"/>
                    <a:pt x="69" y="60"/>
                  </a:cubicBezTo>
                  <a:cubicBezTo>
                    <a:pt x="69" y="60"/>
                    <a:pt x="70" y="59"/>
                    <a:pt x="71" y="60"/>
                  </a:cubicBezTo>
                  <a:cubicBezTo>
                    <a:pt x="72" y="61"/>
                    <a:pt x="73" y="61"/>
                    <a:pt x="75" y="61"/>
                  </a:cubicBezTo>
                  <a:cubicBezTo>
                    <a:pt x="76" y="62"/>
                    <a:pt x="77" y="62"/>
                    <a:pt x="79" y="62"/>
                  </a:cubicBezTo>
                  <a:cubicBezTo>
                    <a:pt x="80" y="62"/>
                    <a:pt x="83" y="62"/>
                    <a:pt x="84" y="62"/>
                  </a:cubicBezTo>
                  <a:cubicBezTo>
                    <a:pt x="85" y="61"/>
                    <a:pt x="86" y="62"/>
                    <a:pt x="86" y="60"/>
                  </a:cubicBezTo>
                  <a:cubicBezTo>
                    <a:pt x="87" y="59"/>
                    <a:pt x="86" y="59"/>
                    <a:pt x="88" y="58"/>
                  </a:cubicBezTo>
                  <a:cubicBezTo>
                    <a:pt x="89" y="57"/>
                    <a:pt x="89" y="58"/>
                    <a:pt x="89" y="57"/>
                  </a:cubicBezTo>
                  <a:cubicBezTo>
                    <a:pt x="90" y="55"/>
                    <a:pt x="89" y="56"/>
                    <a:pt x="90" y="54"/>
                  </a:cubicBezTo>
                  <a:cubicBezTo>
                    <a:pt x="91" y="53"/>
                    <a:pt x="89" y="55"/>
                    <a:pt x="91" y="53"/>
                  </a:cubicBezTo>
                  <a:cubicBezTo>
                    <a:pt x="93" y="51"/>
                    <a:pt x="93" y="53"/>
                    <a:pt x="93" y="51"/>
                  </a:cubicBezTo>
                  <a:cubicBezTo>
                    <a:pt x="92" y="50"/>
                    <a:pt x="92" y="51"/>
                    <a:pt x="92" y="49"/>
                  </a:cubicBezTo>
                  <a:cubicBezTo>
                    <a:pt x="92" y="47"/>
                    <a:pt x="89" y="49"/>
                    <a:pt x="91" y="46"/>
                  </a:cubicBezTo>
                  <a:cubicBezTo>
                    <a:pt x="92" y="42"/>
                    <a:pt x="93" y="43"/>
                    <a:pt x="91" y="40"/>
                  </a:cubicBezTo>
                  <a:cubicBezTo>
                    <a:pt x="89" y="37"/>
                    <a:pt x="87" y="36"/>
                    <a:pt x="87" y="36"/>
                  </a:cubicBezTo>
                  <a:cubicBezTo>
                    <a:pt x="87" y="35"/>
                    <a:pt x="86" y="33"/>
                    <a:pt x="86" y="33"/>
                  </a:cubicBezTo>
                  <a:cubicBezTo>
                    <a:pt x="85" y="33"/>
                    <a:pt x="85" y="32"/>
                    <a:pt x="84" y="32"/>
                  </a:cubicBezTo>
                  <a:cubicBezTo>
                    <a:pt x="83" y="32"/>
                    <a:pt x="81" y="32"/>
                    <a:pt x="80" y="31"/>
                  </a:cubicBezTo>
                  <a:cubicBezTo>
                    <a:pt x="79" y="30"/>
                    <a:pt x="78" y="28"/>
                    <a:pt x="77" y="28"/>
                  </a:cubicBezTo>
                  <a:cubicBezTo>
                    <a:pt x="77" y="28"/>
                    <a:pt x="77" y="28"/>
                    <a:pt x="76" y="28"/>
                  </a:cubicBezTo>
                  <a:cubicBezTo>
                    <a:pt x="74" y="28"/>
                    <a:pt x="74" y="28"/>
                    <a:pt x="73" y="28"/>
                  </a:cubicBezTo>
                  <a:cubicBezTo>
                    <a:pt x="72" y="28"/>
                    <a:pt x="74" y="28"/>
                    <a:pt x="71" y="28"/>
                  </a:cubicBezTo>
                  <a:cubicBezTo>
                    <a:pt x="69" y="27"/>
                    <a:pt x="69" y="27"/>
                    <a:pt x="69" y="27"/>
                  </a:cubicBezTo>
                  <a:cubicBezTo>
                    <a:pt x="68" y="27"/>
                    <a:pt x="68" y="27"/>
                    <a:pt x="67" y="27"/>
                  </a:cubicBezTo>
                  <a:cubicBezTo>
                    <a:pt x="66" y="28"/>
                    <a:pt x="66" y="25"/>
                    <a:pt x="66" y="28"/>
                  </a:cubicBezTo>
                  <a:cubicBezTo>
                    <a:pt x="66" y="30"/>
                    <a:pt x="67" y="31"/>
                    <a:pt x="65" y="31"/>
                  </a:cubicBezTo>
                  <a:cubicBezTo>
                    <a:pt x="63" y="31"/>
                    <a:pt x="65" y="31"/>
                    <a:pt x="63" y="31"/>
                  </a:cubicBezTo>
                  <a:cubicBezTo>
                    <a:pt x="61" y="31"/>
                    <a:pt x="62" y="32"/>
                    <a:pt x="61" y="32"/>
                  </a:cubicBezTo>
                  <a:cubicBezTo>
                    <a:pt x="60" y="33"/>
                    <a:pt x="60" y="33"/>
                    <a:pt x="58" y="33"/>
                  </a:cubicBezTo>
                  <a:cubicBezTo>
                    <a:pt x="57" y="33"/>
                    <a:pt x="59" y="35"/>
                    <a:pt x="57" y="33"/>
                  </a:cubicBezTo>
                  <a:cubicBezTo>
                    <a:pt x="55" y="31"/>
                    <a:pt x="58" y="31"/>
                    <a:pt x="55" y="31"/>
                  </a:cubicBezTo>
                  <a:cubicBezTo>
                    <a:pt x="51" y="31"/>
                    <a:pt x="51" y="32"/>
                    <a:pt x="50" y="32"/>
                  </a:cubicBezTo>
                  <a:cubicBezTo>
                    <a:pt x="50" y="32"/>
                    <a:pt x="49" y="32"/>
                    <a:pt x="48" y="31"/>
                  </a:cubicBezTo>
                  <a:cubicBezTo>
                    <a:pt x="46" y="31"/>
                    <a:pt x="46" y="31"/>
                    <a:pt x="45" y="31"/>
                  </a:cubicBezTo>
                  <a:cubicBezTo>
                    <a:pt x="45" y="31"/>
                    <a:pt x="45" y="33"/>
                    <a:pt x="44" y="31"/>
                  </a:cubicBezTo>
                  <a:cubicBezTo>
                    <a:pt x="44" y="30"/>
                    <a:pt x="42" y="30"/>
                    <a:pt x="44" y="29"/>
                  </a:cubicBezTo>
                  <a:cubicBezTo>
                    <a:pt x="46" y="28"/>
                    <a:pt x="47" y="30"/>
                    <a:pt x="47" y="28"/>
                  </a:cubicBezTo>
                  <a:cubicBezTo>
                    <a:pt x="47" y="27"/>
                    <a:pt x="45" y="27"/>
                    <a:pt x="47" y="27"/>
                  </a:cubicBezTo>
                  <a:cubicBezTo>
                    <a:pt x="49" y="27"/>
                    <a:pt x="49" y="27"/>
                    <a:pt x="50" y="26"/>
                  </a:cubicBezTo>
                  <a:cubicBezTo>
                    <a:pt x="52" y="26"/>
                    <a:pt x="53" y="28"/>
                    <a:pt x="54" y="26"/>
                  </a:cubicBezTo>
                  <a:cubicBezTo>
                    <a:pt x="54" y="25"/>
                    <a:pt x="57" y="27"/>
                    <a:pt x="54" y="25"/>
                  </a:cubicBezTo>
                  <a:cubicBezTo>
                    <a:pt x="51" y="23"/>
                    <a:pt x="52" y="22"/>
                    <a:pt x="51" y="22"/>
                  </a:cubicBezTo>
                  <a:cubicBezTo>
                    <a:pt x="49" y="23"/>
                    <a:pt x="50" y="24"/>
                    <a:pt x="48" y="23"/>
                  </a:cubicBezTo>
                  <a:cubicBezTo>
                    <a:pt x="47" y="22"/>
                    <a:pt x="45" y="22"/>
                    <a:pt x="47" y="20"/>
                  </a:cubicBezTo>
                  <a:cubicBezTo>
                    <a:pt x="49" y="19"/>
                    <a:pt x="48" y="19"/>
                    <a:pt x="50" y="19"/>
                  </a:cubicBezTo>
                  <a:cubicBezTo>
                    <a:pt x="52" y="18"/>
                    <a:pt x="54" y="22"/>
                    <a:pt x="55" y="21"/>
                  </a:cubicBezTo>
                  <a:cubicBezTo>
                    <a:pt x="56" y="21"/>
                    <a:pt x="56" y="20"/>
                    <a:pt x="57" y="21"/>
                  </a:cubicBezTo>
                  <a:cubicBezTo>
                    <a:pt x="57" y="21"/>
                    <a:pt x="57" y="23"/>
                    <a:pt x="58" y="24"/>
                  </a:cubicBezTo>
                  <a:cubicBezTo>
                    <a:pt x="58" y="25"/>
                    <a:pt x="57" y="26"/>
                    <a:pt x="59" y="25"/>
                  </a:cubicBezTo>
                  <a:cubicBezTo>
                    <a:pt x="61" y="24"/>
                    <a:pt x="56" y="24"/>
                    <a:pt x="61" y="22"/>
                  </a:cubicBezTo>
                  <a:cubicBezTo>
                    <a:pt x="65" y="21"/>
                    <a:pt x="67" y="21"/>
                    <a:pt x="68" y="22"/>
                  </a:cubicBezTo>
                  <a:cubicBezTo>
                    <a:pt x="68" y="22"/>
                    <a:pt x="69" y="22"/>
                    <a:pt x="70" y="23"/>
                  </a:cubicBezTo>
                  <a:cubicBezTo>
                    <a:pt x="70" y="23"/>
                    <a:pt x="68" y="24"/>
                    <a:pt x="70" y="23"/>
                  </a:cubicBezTo>
                  <a:cubicBezTo>
                    <a:pt x="72" y="22"/>
                    <a:pt x="74" y="24"/>
                    <a:pt x="74" y="24"/>
                  </a:cubicBezTo>
                  <a:cubicBezTo>
                    <a:pt x="74" y="24"/>
                    <a:pt x="74" y="23"/>
                    <a:pt x="75" y="24"/>
                  </a:cubicBezTo>
                  <a:cubicBezTo>
                    <a:pt x="76" y="25"/>
                    <a:pt x="77" y="25"/>
                    <a:pt x="78" y="25"/>
                  </a:cubicBezTo>
                  <a:cubicBezTo>
                    <a:pt x="79" y="25"/>
                    <a:pt x="81" y="25"/>
                    <a:pt x="80" y="23"/>
                  </a:cubicBezTo>
                  <a:cubicBezTo>
                    <a:pt x="78" y="21"/>
                    <a:pt x="79" y="22"/>
                    <a:pt x="77" y="21"/>
                  </a:cubicBezTo>
                  <a:cubicBezTo>
                    <a:pt x="74" y="20"/>
                    <a:pt x="70" y="20"/>
                    <a:pt x="73" y="19"/>
                  </a:cubicBezTo>
                  <a:cubicBezTo>
                    <a:pt x="77" y="18"/>
                    <a:pt x="72" y="18"/>
                    <a:pt x="76" y="16"/>
                  </a:cubicBezTo>
                  <a:cubicBezTo>
                    <a:pt x="81" y="14"/>
                    <a:pt x="81" y="17"/>
                    <a:pt x="81" y="14"/>
                  </a:cubicBezTo>
                  <a:cubicBezTo>
                    <a:pt x="80" y="11"/>
                    <a:pt x="81" y="11"/>
                    <a:pt x="82" y="11"/>
                  </a:cubicBezTo>
                  <a:cubicBezTo>
                    <a:pt x="83" y="11"/>
                    <a:pt x="86" y="12"/>
                    <a:pt x="87" y="12"/>
                  </a:cubicBezTo>
                  <a:cubicBezTo>
                    <a:pt x="88" y="12"/>
                    <a:pt x="86" y="13"/>
                    <a:pt x="88" y="12"/>
                  </a:cubicBezTo>
                  <a:cubicBezTo>
                    <a:pt x="91" y="10"/>
                    <a:pt x="91" y="12"/>
                    <a:pt x="91" y="10"/>
                  </a:cubicBezTo>
                  <a:cubicBezTo>
                    <a:pt x="90" y="9"/>
                    <a:pt x="90" y="8"/>
                    <a:pt x="88" y="7"/>
                  </a:cubicBezTo>
                  <a:cubicBezTo>
                    <a:pt x="87" y="6"/>
                    <a:pt x="87" y="2"/>
                    <a:pt x="84" y="4"/>
                  </a:cubicBezTo>
                  <a:cubicBezTo>
                    <a:pt x="81" y="5"/>
                    <a:pt x="82" y="5"/>
                    <a:pt x="80" y="5"/>
                  </a:cubicBezTo>
                  <a:cubicBezTo>
                    <a:pt x="77" y="5"/>
                    <a:pt x="76" y="5"/>
                    <a:pt x="76" y="4"/>
                  </a:cubicBezTo>
                  <a:cubicBezTo>
                    <a:pt x="76" y="4"/>
                    <a:pt x="79" y="2"/>
                    <a:pt x="79" y="2"/>
                  </a:cubicBezTo>
                  <a:cubicBezTo>
                    <a:pt x="79" y="2"/>
                    <a:pt x="80" y="2"/>
                    <a:pt x="80" y="2"/>
                  </a:cubicBezTo>
                  <a:cubicBezTo>
                    <a:pt x="79" y="2"/>
                    <a:pt x="79" y="1"/>
                    <a:pt x="79" y="1"/>
                  </a:cubicBezTo>
                  <a:cubicBezTo>
                    <a:pt x="80" y="0"/>
                    <a:pt x="80" y="0"/>
                    <a:pt x="80" y="0"/>
                  </a:cubicBezTo>
                  <a:cubicBezTo>
                    <a:pt x="80" y="0"/>
                    <a:pt x="88" y="0"/>
                    <a:pt x="9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0" name="Freeform 24"/>
            <p:cNvSpPr>
              <a:spLocks noEditPoints="1"/>
            </p:cNvSpPr>
            <p:nvPr/>
          </p:nvSpPr>
          <p:spPr bwMode="auto">
            <a:xfrm>
              <a:off x="3323592" y="4204177"/>
              <a:ext cx="492125" cy="325438"/>
            </a:xfrm>
            <a:custGeom>
              <a:avLst/>
              <a:gdLst>
                <a:gd name="T0" fmla="*/ 7 w 165"/>
                <a:gd name="T1" fmla="*/ 24 h 109"/>
                <a:gd name="T2" fmla="*/ 42 w 165"/>
                <a:gd name="T3" fmla="*/ 0 h 109"/>
                <a:gd name="T4" fmla="*/ 84 w 165"/>
                <a:gd name="T5" fmla="*/ 107 h 109"/>
                <a:gd name="T6" fmla="*/ 37 w 165"/>
                <a:gd name="T7" fmla="*/ 63 h 109"/>
                <a:gd name="T8" fmla="*/ 7 w 165"/>
                <a:gd name="T9" fmla="*/ 24 h 109"/>
                <a:gd name="T10" fmla="*/ 99 w 165"/>
                <a:gd name="T11" fmla="*/ 20 h 109"/>
                <a:gd name="T12" fmla="*/ 92 w 165"/>
                <a:gd name="T13" fmla="*/ 27 h 109"/>
                <a:gd name="T14" fmla="*/ 99 w 165"/>
                <a:gd name="T15" fmla="*/ 34 h 109"/>
                <a:gd name="T16" fmla="*/ 106 w 165"/>
                <a:gd name="T17" fmla="*/ 27 h 109"/>
                <a:gd name="T18" fmla="*/ 99 w 165"/>
                <a:gd name="T19" fmla="*/ 20 h 109"/>
                <a:gd name="T20" fmla="*/ 115 w 165"/>
                <a:gd name="T21" fmla="*/ 48 h 109"/>
                <a:gd name="T22" fmla="*/ 106 w 165"/>
                <a:gd name="T23" fmla="*/ 39 h 109"/>
                <a:gd name="T24" fmla="*/ 96 w 165"/>
                <a:gd name="T25" fmla="*/ 48 h 109"/>
                <a:gd name="T26" fmla="*/ 106 w 165"/>
                <a:gd name="T27" fmla="*/ 58 h 109"/>
                <a:gd name="T28" fmla="*/ 115 w 165"/>
                <a:gd name="T29" fmla="*/ 48 h 109"/>
                <a:gd name="T30" fmla="*/ 99 w 165"/>
                <a:gd name="T31" fmla="*/ 83 h 109"/>
                <a:gd name="T32" fmla="*/ 110 w 165"/>
                <a:gd name="T33" fmla="*/ 72 h 109"/>
                <a:gd name="T34" fmla="*/ 99 w 165"/>
                <a:gd name="T35" fmla="*/ 61 h 109"/>
                <a:gd name="T36" fmla="*/ 88 w 165"/>
                <a:gd name="T37" fmla="*/ 72 h 109"/>
                <a:gd name="T38" fmla="*/ 99 w 165"/>
                <a:gd name="T39" fmla="*/ 83 h 109"/>
                <a:gd name="T40" fmla="*/ 80 w 165"/>
                <a:gd name="T41" fmla="*/ 101 h 109"/>
                <a:gd name="T42" fmla="*/ 91 w 165"/>
                <a:gd name="T43" fmla="*/ 90 h 109"/>
                <a:gd name="T44" fmla="*/ 80 w 165"/>
                <a:gd name="T45" fmla="*/ 78 h 109"/>
                <a:gd name="T46" fmla="*/ 68 w 165"/>
                <a:gd name="T47" fmla="*/ 90 h 109"/>
                <a:gd name="T48" fmla="*/ 80 w 165"/>
                <a:gd name="T49" fmla="*/ 101 h 109"/>
                <a:gd name="T50" fmla="*/ 32 w 165"/>
                <a:gd name="T51" fmla="*/ 47 h 109"/>
                <a:gd name="T52" fmla="*/ 46 w 165"/>
                <a:gd name="T53" fmla="*/ 32 h 109"/>
                <a:gd name="T54" fmla="*/ 32 w 165"/>
                <a:gd name="T55" fmla="*/ 18 h 109"/>
                <a:gd name="T56" fmla="*/ 17 w 165"/>
                <a:gd name="T57" fmla="*/ 32 h 109"/>
                <a:gd name="T58" fmla="*/ 32 w 165"/>
                <a:gd name="T59" fmla="*/ 47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65" h="109">
                  <a:moveTo>
                    <a:pt x="7" y="24"/>
                  </a:moveTo>
                  <a:cubicBezTo>
                    <a:pt x="15" y="3"/>
                    <a:pt x="42" y="0"/>
                    <a:pt x="42" y="0"/>
                  </a:cubicBezTo>
                  <a:cubicBezTo>
                    <a:pt x="165" y="2"/>
                    <a:pt x="116" y="104"/>
                    <a:pt x="84" y="107"/>
                  </a:cubicBezTo>
                  <a:cubicBezTo>
                    <a:pt x="53" y="109"/>
                    <a:pt x="58" y="71"/>
                    <a:pt x="37" y="63"/>
                  </a:cubicBezTo>
                  <a:cubicBezTo>
                    <a:pt x="17" y="55"/>
                    <a:pt x="0" y="46"/>
                    <a:pt x="7" y="24"/>
                  </a:cubicBezTo>
                  <a:close/>
                  <a:moveTo>
                    <a:pt x="99" y="20"/>
                  </a:moveTo>
                  <a:cubicBezTo>
                    <a:pt x="95" y="20"/>
                    <a:pt x="92" y="23"/>
                    <a:pt x="92" y="27"/>
                  </a:cubicBezTo>
                  <a:cubicBezTo>
                    <a:pt x="92" y="31"/>
                    <a:pt x="95" y="34"/>
                    <a:pt x="99" y="34"/>
                  </a:cubicBezTo>
                  <a:cubicBezTo>
                    <a:pt x="103" y="34"/>
                    <a:pt x="106" y="31"/>
                    <a:pt x="106" y="27"/>
                  </a:cubicBezTo>
                  <a:cubicBezTo>
                    <a:pt x="106" y="23"/>
                    <a:pt x="103" y="20"/>
                    <a:pt x="99" y="20"/>
                  </a:cubicBezTo>
                  <a:close/>
                  <a:moveTo>
                    <a:pt x="115" y="48"/>
                  </a:moveTo>
                  <a:cubicBezTo>
                    <a:pt x="115" y="43"/>
                    <a:pt x="111" y="39"/>
                    <a:pt x="106" y="39"/>
                  </a:cubicBezTo>
                  <a:cubicBezTo>
                    <a:pt x="100" y="39"/>
                    <a:pt x="96" y="43"/>
                    <a:pt x="96" y="48"/>
                  </a:cubicBezTo>
                  <a:cubicBezTo>
                    <a:pt x="96" y="54"/>
                    <a:pt x="100" y="58"/>
                    <a:pt x="106" y="58"/>
                  </a:cubicBezTo>
                  <a:cubicBezTo>
                    <a:pt x="111" y="58"/>
                    <a:pt x="115" y="54"/>
                    <a:pt x="115" y="48"/>
                  </a:cubicBezTo>
                  <a:close/>
                  <a:moveTo>
                    <a:pt x="99" y="83"/>
                  </a:moveTo>
                  <a:cubicBezTo>
                    <a:pt x="105" y="83"/>
                    <a:pt x="110" y="78"/>
                    <a:pt x="110" y="72"/>
                  </a:cubicBezTo>
                  <a:cubicBezTo>
                    <a:pt x="110" y="66"/>
                    <a:pt x="105" y="61"/>
                    <a:pt x="99" y="61"/>
                  </a:cubicBezTo>
                  <a:cubicBezTo>
                    <a:pt x="93" y="61"/>
                    <a:pt x="88" y="66"/>
                    <a:pt x="88" y="72"/>
                  </a:cubicBezTo>
                  <a:cubicBezTo>
                    <a:pt x="88" y="78"/>
                    <a:pt x="93" y="83"/>
                    <a:pt x="99" y="83"/>
                  </a:cubicBezTo>
                  <a:close/>
                  <a:moveTo>
                    <a:pt x="80" y="101"/>
                  </a:moveTo>
                  <a:cubicBezTo>
                    <a:pt x="86" y="101"/>
                    <a:pt x="91" y="96"/>
                    <a:pt x="91" y="90"/>
                  </a:cubicBezTo>
                  <a:cubicBezTo>
                    <a:pt x="91" y="83"/>
                    <a:pt x="86" y="78"/>
                    <a:pt x="80" y="78"/>
                  </a:cubicBezTo>
                  <a:cubicBezTo>
                    <a:pt x="73" y="78"/>
                    <a:pt x="68" y="83"/>
                    <a:pt x="68" y="90"/>
                  </a:cubicBezTo>
                  <a:cubicBezTo>
                    <a:pt x="68" y="96"/>
                    <a:pt x="73" y="101"/>
                    <a:pt x="80" y="101"/>
                  </a:cubicBezTo>
                  <a:close/>
                  <a:moveTo>
                    <a:pt x="32" y="47"/>
                  </a:moveTo>
                  <a:cubicBezTo>
                    <a:pt x="39" y="47"/>
                    <a:pt x="46" y="40"/>
                    <a:pt x="46" y="32"/>
                  </a:cubicBezTo>
                  <a:cubicBezTo>
                    <a:pt x="46" y="25"/>
                    <a:pt x="39" y="18"/>
                    <a:pt x="32" y="18"/>
                  </a:cubicBezTo>
                  <a:cubicBezTo>
                    <a:pt x="24" y="18"/>
                    <a:pt x="17" y="25"/>
                    <a:pt x="17" y="32"/>
                  </a:cubicBezTo>
                  <a:cubicBezTo>
                    <a:pt x="17" y="40"/>
                    <a:pt x="24" y="47"/>
                    <a:pt x="32" y="4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1" name="Freeform 25"/>
            <p:cNvSpPr>
              <a:spLocks noEditPoints="1"/>
            </p:cNvSpPr>
            <p:nvPr/>
          </p:nvSpPr>
          <p:spPr bwMode="auto">
            <a:xfrm>
              <a:off x="1239205" y="3966052"/>
              <a:ext cx="677863" cy="604838"/>
            </a:xfrm>
            <a:custGeom>
              <a:avLst/>
              <a:gdLst>
                <a:gd name="T0" fmla="*/ 200 w 227"/>
                <a:gd name="T1" fmla="*/ 185 h 203"/>
                <a:gd name="T2" fmla="*/ 140 w 227"/>
                <a:gd name="T3" fmla="*/ 183 h 203"/>
                <a:gd name="T4" fmla="*/ 181 w 227"/>
                <a:gd name="T5" fmla="*/ 25 h 203"/>
                <a:gd name="T6" fmla="*/ 198 w 227"/>
                <a:gd name="T7" fmla="*/ 115 h 203"/>
                <a:gd name="T8" fmla="*/ 200 w 227"/>
                <a:gd name="T9" fmla="*/ 185 h 203"/>
                <a:gd name="T10" fmla="*/ 91 w 227"/>
                <a:gd name="T11" fmla="*/ 113 h 203"/>
                <a:gd name="T12" fmla="*/ 105 w 227"/>
                <a:gd name="T13" fmla="*/ 110 h 203"/>
                <a:gd name="T14" fmla="*/ 103 w 227"/>
                <a:gd name="T15" fmla="*/ 96 h 203"/>
                <a:gd name="T16" fmla="*/ 89 w 227"/>
                <a:gd name="T17" fmla="*/ 98 h 203"/>
                <a:gd name="T18" fmla="*/ 91 w 227"/>
                <a:gd name="T19" fmla="*/ 113 h 203"/>
                <a:gd name="T20" fmla="*/ 96 w 227"/>
                <a:gd name="T21" fmla="*/ 66 h 203"/>
                <a:gd name="T22" fmla="*/ 99 w 227"/>
                <a:gd name="T23" fmla="*/ 85 h 203"/>
                <a:gd name="T24" fmla="*/ 118 w 227"/>
                <a:gd name="T25" fmla="*/ 82 h 203"/>
                <a:gd name="T26" fmla="*/ 115 w 227"/>
                <a:gd name="T27" fmla="*/ 63 h 203"/>
                <a:gd name="T28" fmla="*/ 96 w 227"/>
                <a:gd name="T29" fmla="*/ 66 h 203"/>
                <a:gd name="T30" fmla="*/ 144 w 227"/>
                <a:gd name="T31" fmla="*/ 40 h 203"/>
                <a:gd name="T32" fmla="*/ 122 w 227"/>
                <a:gd name="T33" fmla="*/ 43 h 203"/>
                <a:gd name="T34" fmla="*/ 125 w 227"/>
                <a:gd name="T35" fmla="*/ 65 h 203"/>
                <a:gd name="T36" fmla="*/ 147 w 227"/>
                <a:gd name="T37" fmla="*/ 62 h 203"/>
                <a:gd name="T38" fmla="*/ 144 w 227"/>
                <a:gd name="T39" fmla="*/ 40 h 203"/>
                <a:gd name="T40" fmla="*/ 182 w 227"/>
                <a:gd name="T41" fmla="*/ 35 h 203"/>
                <a:gd name="T42" fmla="*/ 159 w 227"/>
                <a:gd name="T43" fmla="*/ 39 h 203"/>
                <a:gd name="T44" fmla="*/ 162 w 227"/>
                <a:gd name="T45" fmla="*/ 62 h 203"/>
                <a:gd name="T46" fmla="*/ 186 w 227"/>
                <a:gd name="T47" fmla="*/ 58 h 203"/>
                <a:gd name="T48" fmla="*/ 182 w 227"/>
                <a:gd name="T49" fmla="*/ 35 h 203"/>
                <a:gd name="T50" fmla="*/ 191 w 227"/>
                <a:gd name="T51" fmla="*/ 139 h 203"/>
                <a:gd name="T52" fmla="*/ 163 w 227"/>
                <a:gd name="T53" fmla="*/ 143 h 203"/>
                <a:gd name="T54" fmla="*/ 167 w 227"/>
                <a:gd name="T55" fmla="*/ 172 h 203"/>
                <a:gd name="T56" fmla="*/ 195 w 227"/>
                <a:gd name="T57" fmla="*/ 167 h 203"/>
                <a:gd name="T58" fmla="*/ 191 w 227"/>
                <a:gd name="T59" fmla="*/ 139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27" h="203">
                  <a:moveTo>
                    <a:pt x="200" y="185"/>
                  </a:moveTo>
                  <a:cubicBezTo>
                    <a:pt x="173" y="203"/>
                    <a:pt x="140" y="183"/>
                    <a:pt x="140" y="183"/>
                  </a:cubicBezTo>
                  <a:cubicBezTo>
                    <a:pt x="0" y="76"/>
                    <a:pt x="143" y="0"/>
                    <a:pt x="181" y="25"/>
                  </a:cubicBezTo>
                  <a:cubicBezTo>
                    <a:pt x="220" y="49"/>
                    <a:pt x="182" y="88"/>
                    <a:pt x="198" y="115"/>
                  </a:cubicBezTo>
                  <a:cubicBezTo>
                    <a:pt x="215" y="141"/>
                    <a:pt x="227" y="167"/>
                    <a:pt x="200" y="185"/>
                  </a:cubicBezTo>
                  <a:close/>
                  <a:moveTo>
                    <a:pt x="91" y="113"/>
                  </a:moveTo>
                  <a:cubicBezTo>
                    <a:pt x="96" y="116"/>
                    <a:pt x="102" y="115"/>
                    <a:pt x="105" y="110"/>
                  </a:cubicBezTo>
                  <a:cubicBezTo>
                    <a:pt x="109" y="106"/>
                    <a:pt x="108" y="99"/>
                    <a:pt x="103" y="96"/>
                  </a:cubicBezTo>
                  <a:cubicBezTo>
                    <a:pt x="99" y="93"/>
                    <a:pt x="92" y="94"/>
                    <a:pt x="89" y="98"/>
                  </a:cubicBezTo>
                  <a:cubicBezTo>
                    <a:pt x="86" y="103"/>
                    <a:pt x="86" y="109"/>
                    <a:pt x="91" y="113"/>
                  </a:cubicBezTo>
                  <a:close/>
                  <a:moveTo>
                    <a:pt x="96" y="66"/>
                  </a:moveTo>
                  <a:cubicBezTo>
                    <a:pt x="92" y="72"/>
                    <a:pt x="93" y="80"/>
                    <a:pt x="99" y="85"/>
                  </a:cubicBezTo>
                  <a:cubicBezTo>
                    <a:pt x="105" y="89"/>
                    <a:pt x="114" y="88"/>
                    <a:pt x="118" y="82"/>
                  </a:cubicBezTo>
                  <a:cubicBezTo>
                    <a:pt x="123" y="76"/>
                    <a:pt x="121" y="67"/>
                    <a:pt x="115" y="63"/>
                  </a:cubicBezTo>
                  <a:cubicBezTo>
                    <a:pt x="109" y="58"/>
                    <a:pt x="101" y="60"/>
                    <a:pt x="96" y="66"/>
                  </a:cubicBezTo>
                  <a:close/>
                  <a:moveTo>
                    <a:pt x="144" y="40"/>
                  </a:moveTo>
                  <a:cubicBezTo>
                    <a:pt x="137" y="35"/>
                    <a:pt x="128" y="36"/>
                    <a:pt x="122" y="43"/>
                  </a:cubicBezTo>
                  <a:cubicBezTo>
                    <a:pt x="117" y="50"/>
                    <a:pt x="119" y="60"/>
                    <a:pt x="125" y="65"/>
                  </a:cubicBezTo>
                  <a:cubicBezTo>
                    <a:pt x="132" y="70"/>
                    <a:pt x="142" y="68"/>
                    <a:pt x="147" y="62"/>
                  </a:cubicBezTo>
                  <a:cubicBezTo>
                    <a:pt x="152" y="55"/>
                    <a:pt x="151" y="45"/>
                    <a:pt x="144" y="40"/>
                  </a:cubicBezTo>
                  <a:close/>
                  <a:moveTo>
                    <a:pt x="182" y="35"/>
                  </a:moveTo>
                  <a:cubicBezTo>
                    <a:pt x="175" y="29"/>
                    <a:pt x="165" y="31"/>
                    <a:pt x="159" y="39"/>
                  </a:cubicBezTo>
                  <a:cubicBezTo>
                    <a:pt x="153" y="46"/>
                    <a:pt x="155" y="57"/>
                    <a:pt x="162" y="62"/>
                  </a:cubicBezTo>
                  <a:cubicBezTo>
                    <a:pt x="170" y="68"/>
                    <a:pt x="180" y="66"/>
                    <a:pt x="186" y="58"/>
                  </a:cubicBezTo>
                  <a:cubicBezTo>
                    <a:pt x="191" y="51"/>
                    <a:pt x="190" y="40"/>
                    <a:pt x="182" y="35"/>
                  </a:cubicBezTo>
                  <a:close/>
                  <a:moveTo>
                    <a:pt x="191" y="139"/>
                  </a:moveTo>
                  <a:cubicBezTo>
                    <a:pt x="182" y="132"/>
                    <a:pt x="169" y="134"/>
                    <a:pt x="163" y="143"/>
                  </a:cubicBezTo>
                  <a:cubicBezTo>
                    <a:pt x="156" y="152"/>
                    <a:pt x="158" y="165"/>
                    <a:pt x="167" y="172"/>
                  </a:cubicBezTo>
                  <a:cubicBezTo>
                    <a:pt x="176" y="178"/>
                    <a:pt x="189" y="176"/>
                    <a:pt x="195" y="167"/>
                  </a:cubicBezTo>
                  <a:cubicBezTo>
                    <a:pt x="202" y="158"/>
                    <a:pt x="200" y="146"/>
                    <a:pt x="191" y="13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2" name="Freeform 26"/>
            <p:cNvSpPr/>
            <p:nvPr/>
          </p:nvSpPr>
          <p:spPr bwMode="auto">
            <a:xfrm>
              <a:off x="4082417" y="1713389"/>
              <a:ext cx="112713" cy="114300"/>
            </a:xfrm>
            <a:custGeom>
              <a:avLst/>
              <a:gdLst>
                <a:gd name="T0" fmla="*/ 34 w 38"/>
                <a:gd name="T1" fmla="*/ 26 h 38"/>
                <a:gd name="T2" fmla="*/ 27 w 38"/>
                <a:gd name="T3" fmla="*/ 4 h 38"/>
                <a:gd name="T4" fmla="*/ 4 w 38"/>
                <a:gd name="T5" fmla="*/ 11 h 38"/>
                <a:gd name="T6" fmla="*/ 12 w 38"/>
                <a:gd name="T7" fmla="*/ 34 h 38"/>
                <a:gd name="T8" fmla="*/ 34 w 38"/>
                <a:gd name="T9" fmla="*/ 26 h 38"/>
              </a:gdLst>
              <a:ahLst/>
              <a:cxnLst>
                <a:cxn ang="0">
                  <a:pos x="T0" y="T1"/>
                </a:cxn>
                <a:cxn ang="0">
                  <a:pos x="T2" y="T3"/>
                </a:cxn>
                <a:cxn ang="0">
                  <a:pos x="T4" y="T5"/>
                </a:cxn>
                <a:cxn ang="0">
                  <a:pos x="T6" y="T7"/>
                </a:cxn>
                <a:cxn ang="0">
                  <a:pos x="T8" y="T9"/>
                </a:cxn>
              </a:cxnLst>
              <a:rect l="0" t="0" r="r" b="b"/>
              <a:pathLst>
                <a:path w="38" h="38">
                  <a:moveTo>
                    <a:pt x="34" y="26"/>
                  </a:moveTo>
                  <a:cubicBezTo>
                    <a:pt x="38" y="18"/>
                    <a:pt x="35" y="8"/>
                    <a:pt x="27" y="4"/>
                  </a:cubicBezTo>
                  <a:cubicBezTo>
                    <a:pt x="19" y="0"/>
                    <a:pt x="9" y="3"/>
                    <a:pt x="4" y="11"/>
                  </a:cubicBezTo>
                  <a:cubicBezTo>
                    <a:pt x="0" y="20"/>
                    <a:pt x="4" y="30"/>
                    <a:pt x="12" y="34"/>
                  </a:cubicBezTo>
                  <a:cubicBezTo>
                    <a:pt x="20" y="38"/>
                    <a:pt x="30" y="35"/>
                    <a:pt x="34" y="2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3" name="Freeform 27"/>
            <p:cNvSpPr/>
            <p:nvPr/>
          </p:nvSpPr>
          <p:spPr bwMode="auto">
            <a:xfrm>
              <a:off x="3855405" y="1781652"/>
              <a:ext cx="282575" cy="239713"/>
            </a:xfrm>
            <a:custGeom>
              <a:avLst/>
              <a:gdLst>
                <a:gd name="T0" fmla="*/ 95 w 95"/>
                <a:gd name="T1" fmla="*/ 8 h 80"/>
                <a:gd name="T2" fmla="*/ 23 w 95"/>
                <a:gd name="T3" fmla="*/ 73 h 80"/>
                <a:gd name="T4" fmla="*/ 2 w 95"/>
                <a:gd name="T5" fmla="*/ 79 h 80"/>
                <a:gd name="T6" fmla="*/ 86 w 95"/>
                <a:gd name="T7" fmla="*/ 0 h 80"/>
                <a:gd name="T8" fmla="*/ 95 w 95"/>
                <a:gd name="T9" fmla="*/ 8 h 80"/>
              </a:gdLst>
              <a:ahLst/>
              <a:cxnLst>
                <a:cxn ang="0">
                  <a:pos x="T0" y="T1"/>
                </a:cxn>
                <a:cxn ang="0">
                  <a:pos x="T2" y="T3"/>
                </a:cxn>
                <a:cxn ang="0">
                  <a:pos x="T4" y="T5"/>
                </a:cxn>
                <a:cxn ang="0">
                  <a:pos x="T6" y="T7"/>
                </a:cxn>
                <a:cxn ang="0">
                  <a:pos x="T8" y="T9"/>
                </a:cxn>
              </a:cxnLst>
              <a:rect l="0" t="0" r="r" b="b"/>
              <a:pathLst>
                <a:path w="95" h="80">
                  <a:moveTo>
                    <a:pt x="95" y="8"/>
                  </a:moveTo>
                  <a:cubicBezTo>
                    <a:pt x="94" y="8"/>
                    <a:pt x="23" y="73"/>
                    <a:pt x="23" y="73"/>
                  </a:cubicBezTo>
                  <a:cubicBezTo>
                    <a:pt x="23" y="73"/>
                    <a:pt x="3" y="80"/>
                    <a:pt x="2" y="79"/>
                  </a:cubicBezTo>
                  <a:cubicBezTo>
                    <a:pt x="0" y="79"/>
                    <a:pt x="86" y="0"/>
                    <a:pt x="86" y="0"/>
                  </a:cubicBezTo>
                  <a:lnTo>
                    <a:pt x="95"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4" name="Freeform 28"/>
            <p:cNvSpPr/>
            <p:nvPr/>
          </p:nvSpPr>
          <p:spPr bwMode="auto">
            <a:xfrm>
              <a:off x="4099880" y="1794352"/>
              <a:ext cx="47625" cy="349250"/>
            </a:xfrm>
            <a:custGeom>
              <a:avLst/>
              <a:gdLst>
                <a:gd name="T0" fmla="*/ 6 w 30"/>
                <a:gd name="T1" fmla="*/ 2 h 220"/>
                <a:gd name="T2" fmla="*/ 0 w 30"/>
                <a:gd name="T3" fmla="*/ 182 h 220"/>
                <a:gd name="T4" fmla="*/ 11 w 30"/>
                <a:gd name="T5" fmla="*/ 220 h 220"/>
                <a:gd name="T6" fmla="*/ 22 w 30"/>
                <a:gd name="T7" fmla="*/ 182 h 220"/>
                <a:gd name="T8" fmla="*/ 30 w 30"/>
                <a:gd name="T9" fmla="*/ 4 h 220"/>
                <a:gd name="T10" fmla="*/ 6 w 30"/>
                <a:gd name="T11" fmla="*/ 0 h 220"/>
                <a:gd name="T12" fmla="*/ 6 w 30"/>
                <a:gd name="T13" fmla="*/ 2 h 220"/>
              </a:gdLst>
              <a:ahLst/>
              <a:cxnLst>
                <a:cxn ang="0">
                  <a:pos x="T0" y="T1"/>
                </a:cxn>
                <a:cxn ang="0">
                  <a:pos x="T2" y="T3"/>
                </a:cxn>
                <a:cxn ang="0">
                  <a:pos x="T4" y="T5"/>
                </a:cxn>
                <a:cxn ang="0">
                  <a:pos x="T6" y="T7"/>
                </a:cxn>
                <a:cxn ang="0">
                  <a:pos x="T8" y="T9"/>
                </a:cxn>
                <a:cxn ang="0">
                  <a:pos x="T10" y="T11"/>
                </a:cxn>
                <a:cxn ang="0">
                  <a:pos x="T12" y="T13"/>
                </a:cxn>
              </a:cxnLst>
              <a:rect l="0" t="0" r="r" b="b"/>
              <a:pathLst>
                <a:path w="30" h="220">
                  <a:moveTo>
                    <a:pt x="6" y="2"/>
                  </a:moveTo>
                  <a:lnTo>
                    <a:pt x="0" y="182"/>
                  </a:lnTo>
                  <a:lnTo>
                    <a:pt x="11" y="220"/>
                  </a:lnTo>
                  <a:lnTo>
                    <a:pt x="22" y="182"/>
                  </a:lnTo>
                  <a:lnTo>
                    <a:pt x="30" y="4"/>
                  </a:lnTo>
                  <a:lnTo>
                    <a:pt x="6" y="0"/>
                  </a:lnTo>
                  <a:lnTo>
                    <a:pt x="6"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5" name="Freeform 29"/>
            <p:cNvSpPr/>
            <p:nvPr/>
          </p:nvSpPr>
          <p:spPr bwMode="auto">
            <a:xfrm>
              <a:off x="4099880" y="1794352"/>
              <a:ext cx="47625" cy="349250"/>
            </a:xfrm>
            <a:custGeom>
              <a:avLst/>
              <a:gdLst>
                <a:gd name="T0" fmla="*/ 6 w 30"/>
                <a:gd name="T1" fmla="*/ 2 h 220"/>
                <a:gd name="T2" fmla="*/ 0 w 30"/>
                <a:gd name="T3" fmla="*/ 182 h 220"/>
                <a:gd name="T4" fmla="*/ 11 w 30"/>
                <a:gd name="T5" fmla="*/ 220 h 220"/>
                <a:gd name="T6" fmla="*/ 22 w 30"/>
                <a:gd name="T7" fmla="*/ 182 h 220"/>
                <a:gd name="T8" fmla="*/ 30 w 30"/>
                <a:gd name="T9" fmla="*/ 4 h 220"/>
                <a:gd name="T10" fmla="*/ 6 w 30"/>
                <a:gd name="T11" fmla="*/ 0 h 220"/>
              </a:gdLst>
              <a:ahLst/>
              <a:cxnLst>
                <a:cxn ang="0">
                  <a:pos x="T0" y="T1"/>
                </a:cxn>
                <a:cxn ang="0">
                  <a:pos x="T2" y="T3"/>
                </a:cxn>
                <a:cxn ang="0">
                  <a:pos x="T4" y="T5"/>
                </a:cxn>
                <a:cxn ang="0">
                  <a:pos x="T6" y="T7"/>
                </a:cxn>
                <a:cxn ang="0">
                  <a:pos x="T8" y="T9"/>
                </a:cxn>
                <a:cxn ang="0">
                  <a:pos x="T10" y="T11"/>
                </a:cxn>
              </a:cxnLst>
              <a:rect l="0" t="0" r="r" b="b"/>
              <a:pathLst>
                <a:path w="30" h="220">
                  <a:moveTo>
                    <a:pt x="6" y="2"/>
                  </a:moveTo>
                  <a:lnTo>
                    <a:pt x="0" y="182"/>
                  </a:lnTo>
                  <a:lnTo>
                    <a:pt x="11" y="220"/>
                  </a:lnTo>
                  <a:lnTo>
                    <a:pt x="22" y="182"/>
                  </a:lnTo>
                  <a:lnTo>
                    <a:pt x="30" y="4"/>
                  </a:lnTo>
                  <a:lnTo>
                    <a:pt x="6" y="0"/>
                  </a:ln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6" name="Freeform 30"/>
            <p:cNvSpPr/>
            <p:nvPr/>
          </p:nvSpPr>
          <p:spPr bwMode="auto">
            <a:xfrm>
              <a:off x="4144330" y="1689577"/>
              <a:ext cx="36513" cy="53975"/>
            </a:xfrm>
            <a:custGeom>
              <a:avLst/>
              <a:gdLst>
                <a:gd name="T0" fmla="*/ 0 w 12"/>
                <a:gd name="T1" fmla="*/ 13 h 18"/>
                <a:gd name="T2" fmla="*/ 2 w 12"/>
                <a:gd name="T3" fmla="*/ 17 h 18"/>
                <a:gd name="T4" fmla="*/ 2 w 12"/>
                <a:gd name="T5" fmla="*/ 17 h 18"/>
                <a:gd name="T6" fmla="*/ 6 w 12"/>
                <a:gd name="T7" fmla="*/ 16 h 18"/>
                <a:gd name="T8" fmla="*/ 11 w 12"/>
                <a:gd name="T9" fmla="*/ 5 h 18"/>
                <a:gd name="T10" fmla="*/ 10 w 12"/>
                <a:gd name="T11" fmla="*/ 1 h 18"/>
                <a:gd name="T12" fmla="*/ 10 w 12"/>
                <a:gd name="T13" fmla="*/ 1 h 18"/>
                <a:gd name="T14" fmla="*/ 6 w 12"/>
                <a:gd name="T15" fmla="*/ 2 h 18"/>
                <a:gd name="T16" fmla="*/ 0 w 12"/>
                <a:gd name="T17" fmla="*/ 13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 h="18">
                  <a:moveTo>
                    <a:pt x="0" y="13"/>
                  </a:moveTo>
                  <a:cubicBezTo>
                    <a:pt x="0" y="15"/>
                    <a:pt x="0" y="17"/>
                    <a:pt x="2" y="17"/>
                  </a:cubicBezTo>
                  <a:cubicBezTo>
                    <a:pt x="2" y="17"/>
                    <a:pt x="2" y="17"/>
                    <a:pt x="2" y="17"/>
                  </a:cubicBezTo>
                  <a:cubicBezTo>
                    <a:pt x="3" y="18"/>
                    <a:pt x="5" y="18"/>
                    <a:pt x="6" y="16"/>
                  </a:cubicBezTo>
                  <a:cubicBezTo>
                    <a:pt x="11" y="5"/>
                    <a:pt x="11" y="5"/>
                    <a:pt x="11" y="5"/>
                  </a:cubicBezTo>
                  <a:cubicBezTo>
                    <a:pt x="12" y="4"/>
                    <a:pt x="11" y="2"/>
                    <a:pt x="10" y="1"/>
                  </a:cubicBezTo>
                  <a:cubicBezTo>
                    <a:pt x="10" y="1"/>
                    <a:pt x="10" y="1"/>
                    <a:pt x="10" y="1"/>
                  </a:cubicBezTo>
                  <a:cubicBezTo>
                    <a:pt x="8" y="0"/>
                    <a:pt x="7" y="1"/>
                    <a:pt x="6" y="2"/>
                  </a:cubicBezTo>
                  <a:lnTo>
                    <a:pt x="0" y="1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7" name="Freeform 31"/>
            <p:cNvSpPr/>
            <p:nvPr/>
          </p:nvSpPr>
          <p:spPr bwMode="auto">
            <a:xfrm>
              <a:off x="4225292" y="3542189"/>
              <a:ext cx="109538" cy="111125"/>
            </a:xfrm>
            <a:custGeom>
              <a:avLst/>
              <a:gdLst>
                <a:gd name="T0" fmla="*/ 31 w 37"/>
                <a:gd name="T1" fmla="*/ 8 h 37"/>
                <a:gd name="T2" fmla="*/ 7 w 37"/>
                <a:gd name="T3" fmla="*/ 7 h 37"/>
                <a:gd name="T4" fmla="*/ 6 w 37"/>
                <a:gd name="T5" fmla="*/ 30 h 37"/>
                <a:gd name="T6" fmla="*/ 30 w 37"/>
                <a:gd name="T7" fmla="*/ 31 h 37"/>
                <a:gd name="T8" fmla="*/ 31 w 37"/>
                <a:gd name="T9" fmla="*/ 8 h 37"/>
              </a:gdLst>
              <a:ahLst/>
              <a:cxnLst>
                <a:cxn ang="0">
                  <a:pos x="T0" y="T1"/>
                </a:cxn>
                <a:cxn ang="0">
                  <a:pos x="T2" y="T3"/>
                </a:cxn>
                <a:cxn ang="0">
                  <a:pos x="T4" y="T5"/>
                </a:cxn>
                <a:cxn ang="0">
                  <a:pos x="T6" y="T7"/>
                </a:cxn>
                <a:cxn ang="0">
                  <a:pos x="T8" y="T9"/>
                </a:cxn>
              </a:cxnLst>
              <a:rect l="0" t="0" r="r" b="b"/>
              <a:pathLst>
                <a:path w="37" h="37">
                  <a:moveTo>
                    <a:pt x="31" y="8"/>
                  </a:moveTo>
                  <a:cubicBezTo>
                    <a:pt x="25" y="1"/>
                    <a:pt x="14" y="0"/>
                    <a:pt x="7" y="7"/>
                  </a:cubicBezTo>
                  <a:cubicBezTo>
                    <a:pt x="0" y="13"/>
                    <a:pt x="0" y="23"/>
                    <a:pt x="6" y="30"/>
                  </a:cubicBezTo>
                  <a:cubicBezTo>
                    <a:pt x="12" y="37"/>
                    <a:pt x="23" y="37"/>
                    <a:pt x="30" y="31"/>
                  </a:cubicBezTo>
                  <a:cubicBezTo>
                    <a:pt x="36" y="25"/>
                    <a:pt x="37" y="15"/>
                    <a:pt x="31"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8" name="Freeform 32"/>
            <p:cNvSpPr/>
            <p:nvPr/>
          </p:nvSpPr>
          <p:spPr bwMode="auto">
            <a:xfrm>
              <a:off x="4280855" y="3613627"/>
              <a:ext cx="134938" cy="338138"/>
            </a:xfrm>
            <a:custGeom>
              <a:avLst/>
              <a:gdLst>
                <a:gd name="T0" fmla="*/ 10 w 45"/>
                <a:gd name="T1" fmla="*/ 0 h 113"/>
                <a:gd name="T2" fmla="*/ 45 w 45"/>
                <a:gd name="T3" fmla="*/ 90 h 113"/>
                <a:gd name="T4" fmla="*/ 44 w 45"/>
                <a:gd name="T5" fmla="*/ 112 h 113"/>
                <a:gd name="T6" fmla="*/ 0 w 45"/>
                <a:gd name="T7" fmla="*/ 5 h 113"/>
                <a:gd name="T8" fmla="*/ 10 w 45"/>
                <a:gd name="T9" fmla="*/ 0 h 113"/>
              </a:gdLst>
              <a:ahLst/>
              <a:cxnLst>
                <a:cxn ang="0">
                  <a:pos x="T0" y="T1"/>
                </a:cxn>
                <a:cxn ang="0">
                  <a:pos x="T2" y="T3"/>
                </a:cxn>
                <a:cxn ang="0">
                  <a:pos x="T4" y="T5"/>
                </a:cxn>
                <a:cxn ang="0">
                  <a:pos x="T6" y="T7"/>
                </a:cxn>
                <a:cxn ang="0">
                  <a:pos x="T8" y="T9"/>
                </a:cxn>
              </a:cxnLst>
              <a:rect l="0" t="0" r="r" b="b"/>
              <a:pathLst>
                <a:path w="45" h="113">
                  <a:moveTo>
                    <a:pt x="10" y="0"/>
                  </a:moveTo>
                  <a:cubicBezTo>
                    <a:pt x="11" y="0"/>
                    <a:pt x="45" y="90"/>
                    <a:pt x="45" y="90"/>
                  </a:cubicBezTo>
                  <a:cubicBezTo>
                    <a:pt x="45" y="90"/>
                    <a:pt x="45" y="111"/>
                    <a:pt x="44" y="112"/>
                  </a:cubicBezTo>
                  <a:cubicBezTo>
                    <a:pt x="43" y="113"/>
                    <a:pt x="0" y="5"/>
                    <a:pt x="0" y="5"/>
                  </a:cubicBezTo>
                  <a:lnTo>
                    <a:pt x="1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9" name="Freeform 33"/>
            <p:cNvSpPr/>
            <p:nvPr/>
          </p:nvSpPr>
          <p:spPr bwMode="auto">
            <a:xfrm>
              <a:off x="4290380" y="3602514"/>
              <a:ext cx="331788" cy="149225"/>
            </a:xfrm>
            <a:custGeom>
              <a:avLst/>
              <a:gdLst>
                <a:gd name="T0" fmla="*/ 4 w 209"/>
                <a:gd name="T1" fmla="*/ 22 h 94"/>
                <a:gd name="T2" fmla="*/ 169 w 209"/>
                <a:gd name="T3" fmla="*/ 92 h 94"/>
                <a:gd name="T4" fmla="*/ 209 w 209"/>
                <a:gd name="T5" fmla="*/ 94 h 94"/>
                <a:gd name="T6" fmla="*/ 177 w 209"/>
                <a:gd name="T7" fmla="*/ 71 h 94"/>
                <a:gd name="T8" fmla="*/ 13 w 209"/>
                <a:gd name="T9" fmla="*/ 0 h 94"/>
                <a:gd name="T10" fmla="*/ 0 w 209"/>
                <a:gd name="T11" fmla="*/ 20 h 94"/>
                <a:gd name="T12" fmla="*/ 4 w 209"/>
                <a:gd name="T13" fmla="*/ 22 h 94"/>
              </a:gdLst>
              <a:ahLst/>
              <a:cxnLst>
                <a:cxn ang="0">
                  <a:pos x="T0" y="T1"/>
                </a:cxn>
                <a:cxn ang="0">
                  <a:pos x="T2" y="T3"/>
                </a:cxn>
                <a:cxn ang="0">
                  <a:pos x="T4" y="T5"/>
                </a:cxn>
                <a:cxn ang="0">
                  <a:pos x="T6" y="T7"/>
                </a:cxn>
                <a:cxn ang="0">
                  <a:pos x="T8" y="T9"/>
                </a:cxn>
                <a:cxn ang="0">
                  <a:pos x="T10" y="T11"/>
                </a:cxn>
                <a:cxn ang="0">
                  <a:pos x="T12" y="T13"/>
                </a:cxn>
              </a:cxnLst>
              <a:rect l="0" t="0" r="r" b="b"/>
              <a:pathLst>
                <a:path w="209" h="94">
                  <a:moveTo>
                    <a:pt x="4" y="22"/>
                  </a:moveTo>
                  <a:lnTo>
                    <a:pt x="169" y="92"/>
                  </a:lnTo>
                  <a:lnTo>
                    <a:pt x="209" y="94"/>
                  </a:lnTo>
                  <a:lnTo>
                    <a:pt x="177" y="71"/>
                  </a:lnTo>
                  <a:lnTo>
                    <a:pt x="13" y="0"/>
                  </a:lnTo>
                  <a:lnTo>
                    <a:pt x="0" y="20"/>
                  </a:lnTo>
                  <a:lnTo>
                    <a:pt x="4" y="2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0" name="Freeform 34"/>
            <p:cNvSpPr/>
            <p:nvPr/>
          </p:nvSpPr>
          <p:spPr bwMode="auto">
            <a:xfrm>
              <a:off x="4290380" y="3602514"/>
              <a:ext cx="331788" cy="149225"/>
            </a:xfrm>
            <a:custGeom>
              <a:avLst/>
              <a:gdLst>
                <a:gd name="T0" fmla="*/ 4 w 209"/>
                <a:gd name="T1" fmla="*/ 22 h 94"/>
                <a:gd name="T2" fmla="*/ 169 w 209"/>
                <a:gd name="T3" fmla="*/ 92 h 94"/>
                <a:gd name="T4" fmla="*/ 209 w 209"/>
                <a:gd name="T5" fmla="*/ 94 h 94"/>
                <a:gd name="T6" fmla="*/ 177 w 209"/>
                <a:gd name="T7" fmla="*/ 71 h 94"/>
                <a:gd name="T8" fmla="*/ 13 w 209"/>
                <a:gd name="T9" fmla="*/ 0 h 94"/>
                <a:gd name="T10" fmla="*/ 0 w 209"/>
                <a:gd name="T11" fmla="*/ 20 h 94"/>
              </a:gdLst>
              <a:ahLst/>
              <a:cxnLst>
                <a:cxn ang="0">
                  <a:pos x="T0" y="T1"/>
                </a:cxn>
                <a:cxn ang="0">
                  <a:pos x="T2" y="T3"/>
                </a:cxn>
                <a:cxn ang="0">
                  <a:pos x="T4" y="T5"/>
                </a:cxn>
                <a:cxn ang="0">
                  <a:pos x="T6" y="T7"/>
                </a:cxn>
                <a:cxn ang="0">
                  <a:pos x="T8" y="T9"/>
                </a:cxn>
                <a:cxn ang="0">
                  <a:pos x="T10" y="T11"/>
                </a:cxn>
              </a:cxnLst>
              <a:rect l="0" t="0" r="r" b="b"/>
              <a:pathLst>
                <a:path w="209" h="94">
                  <a:moveTo>
                    <a:pt x="4" y="22"/>
                  </a:moveTo>
                  <a:lnTo>
                    <a:pt x="169" y="92"/>
                  </a:lnTo>
                  <a:lnTo>
                    <a:pt x="209" y="94"/>
                  </a:lnTo>
                  <a:lnTo>
                    <a:pt x="177" y="71"/>
                  </a:lnTo>
                  <a:lnTo>
                    <a:pt x="13" y="0"/>
                  </a:lnTo>
                  <a:lnTo>
                    <a:pt x="0" y="20"/>
                  </a:ln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1" name="Freeform 35"/>
            <p:cNvSpPr/>
            <p:nvPr/>
          </p:nvSpPr>
          <p:spPr bwMode="auto">
            <a:xfrm>
              <a:off x="4215767" y="3535839"/>
              <a:ext cx="44450" cy="46038"/>
            </a:xfrm>
            <a:custGeom>
              <a:avLst/>
              <a:gdLst>
                <a:gd name="T0" fmla="*/ 9 w 15"/>
                <a:gd name="T1" fmla="*/ 14 h 15"/>
                <a:gd name="T2" fmla="*/ 14 w 15"/>
                <a:gd name="T3" fmla="*/ 14 h 15"/>
                <a:gd name="T4" fmla="*/ 14 w 15"/>
                <a:gd name="T5" fmla="*/ 14 h 15"/>
                <a:gd name="T6" fmla="*/ 14 w 15"/>
                <a:gd name="T7" fmla="*/ 10 h 15"/>
                <a:gd name="T8" fmla="*/ 6 w 15"/>
                <a:gd name="T9" fmla="*/ 1 h 15"/>
                <a:gd name="T10" fmla="*/ 1 w 15"/>
                <a:gd name="T11" fmla="*/ 1 h 15"/>
                <a:gd name="T12" fmla="*/ 1 w 15"/>
                <a:gd name="T13" fmla="*/ 1 h 15"/>
                <a:gd name="T14" fmla="*/ 1 w 15"/>
                <a:gd name="T15" fmla="*/ 5 h 15"/>
                <a:gd name="T16" fmla="*/ 9 w 15"/>
                <a:gd name="T17" fmla="*/ 14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 h="15">
                  <a:moveTo>
                    <a:pt x="9" y="14"/>
                  </a:moveTo>
                  <a:cubicBezTo>
                    <a:pt x="11" y="15"/>
                    <a:pt x="12" y="15"/>
                    <a:pt x="14" y="14"/>
                  </a:cubicBezTo>
                  <a:cubicBezTo>
                    <a:pt x="14" y="14"/>
                    <a:pt x="14" y="14"/>
                    <a:pt x="14" y="14"/>
                  </a:cubicBezTo>
                  <a:cubicBezTo>
                    <a:pt x="15" y="13"/>
                    <a:pt x="15" y="11"/>
                    <a:pt x="14" y="10"/>
                  </a:cubicBezTo>
                  <a:cubicBezTo>
                    <a:pt x="6" y="1"/>
                    <a:pt x="6" y="1"/>
                    <a:pt x="6" y="1"/>
                  </a:cubicBezTo>
                  <a:cubicBezTo>
                    <a:pt x="5" y="0"/>
                    <a:pt x="3" y="0"/>
                    <a:pt x="1" y="1"/>
                  </a:cubicBezTo>
                  <a:cubicBezTo>
                    <a:pt x="1" y="1"/>
                    <a:pt x="1" y="1"/>
                    <a:pt x="1" y="1"/>
                  </a:cubicBezTo>
                  <a:cubicBezTo>
                    <a:pt x="0" y="2"/>
                    <a:pt x="0" y="4"/>
                    <a:pt x="1" y="5"/>
                  </a:cubicBezTo>
                  <a:lnTo>
                    <a:pt x="9" y="1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2" name="Freeform 36"/>
            <p:cNvSpPr/>
            <p:nvPr/>
          </p:nvSpPr>
          <p:spPr bwMode="auto">
            <a:xfrm>
              <a:off x="983617" y="2889727"/>
              <a:ext cx="109538" cy="109538"/>
            </a:xfrm>
            <a:custGeom>
              <a:avLst/>
              <a:gdLst>
                <a:gd name="T0" fmla="*/ 31 w 37"/>
                <a:gd name="T1" fmla="*/ 7 h 37"/>
                <a:gd name="T2" fmla="*/ 7 w 37"/>
                <a:gd name="T3" fmla="*/ 6 h 37"/>
                <a:gd name="T4" fmla="*/ 6 w 37"/>
                <a:gd name="T5" fmla="*/ 30 h 37"/>
                <a:gd name="T6" fmla="*/ 30 w 37"/>
                <a:gd name="T7" fmla="*/ 31 h 37"/>
                <a:gd name="T8" fmla="*/ 31 w 37"/>
                <a:gd name="T9" fmla="*/ 7 h 37"/>
              </a:gdLst>
              <a:ahLst/>
              <a:cxnLst>
                <a:cxn ang="0">
                  <a:pos x="T0" y="T1"/>
                </a:cxn>
                <a:cxn ang="0">
                  <a:pos x="T2" y="T3"/>
                </a:cxn>
                <a:cxn ang="0">
                  <a:pos x="T4" y="T5"/>
                </a:cxn>
                <a:cxn ang="0">
                  <a:pos x="T6" y="T7"/>
                </a:cxn>
                <a:cxn ang="0">
                  <a:pos x="T8" y="T9"/>
                </a:cxn>
              </a:cxnLst>
              <a:rect l="0" t="0" r="r" b="b"/>
              <a:pathLst>
                <a:path w="37" h="37">
                  <a:moveTo>
                    <a:pt x="31" y="7"/>
                  </a:moveTo>
                  <a:cubicBezTo>
                    <a:pt x="25" y="0"/>
                    <a:pt x="14" y="0"/>
                    <a:pt x="7" y="6"/>
                  </a:cubicBezTo>
                  <a:cubicBezTo>
                    <a:pt x="1" y="12"/>
                    <a:pt x="0" y="23"/>
                    <a:pt x="6" y="30"/>
                  </a:cubicBezTo>
                  <a:cubicBezTo>
                    <a:pt x="12" y="36"/>
                    <a:pt x="23" y="37"/>
                    <a:pt x="30" y="31"/>
                  </a:cubicBezTo>
                  <a:cubicBezTo>
                    <a:pt x="36" y="25"/>
                    <a:pt x="37" y="14"/>
                    <a:pt x="31"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3" name="Freeform 37"/>
            <p:cNvSpPr/>
            <p:nvPr/>
          </p:nvSpPr>
          <p:spPr bwMode="auto">
            <a:xfrm>
              <a:off x="1039180" y="2957989"/>
              <a:ext cx="138113" cy="339725"/>
            </a:xfrm>
            <a:custGeom>
              <a:avLst/>
              <a:gdLst>
                <a:gd name="T0" fmla="*/ 10 w 46"/>
                <a:gd name="T1" fmla="*/ 0 h 114"/>
                <a:gd name="T2" fmla="*/ 46 w 46"/>
                <a:gd name="T3" fmla="*/ 91 h 114"/>
                <a:gd name="T4" fmla="*/ 44 w 46"/>
                <a:gd name="T5" fmla="*/ 113 h 114"/>
                <a:gd name="T6" fmla="*/ 0 w 46"/>
                <a:gd name="T7" fmla="*/ 6 h 114"/>
                <a:gd name="T8" fmla="*/ 10 w 46"/>
                <a:gd name="T9" fmla="*/ 0 h 114"/>
              </a:gdLst>
              <a:ahLst/>
              <a:cxnLst>
                <a:cxn ang="0">
                  <a:pos x="T0" y="T1"/>
                </a:cxn>
                <a:cxn ang="0">
                  <a:pos x="T2" y="T3"/>
                </a:cxn>
                <a:cxn ang="0">
                  <a:pos x="T4" y="T5"/>
                </a:cxn>
                <a:cxn ang="0">
                  <a:pos x="T6" y="T7"/>
                </a:cxn>
                <a:cxn ang="0">
                  <a:pos x="T8" y="T9"/>
                </a:cxn>
              </a:cxnLst>
              <a:rect l="0" t="0" r="r" b="b"/>
              <a:pathLst>
                <a:path w="46" h="114">
                  <a:moveTo>
                    <a:pt x="10" y="0"/>
                  </a:moveTo>
                  <a:cubicBezTo>
                    <a:pt x="11" y="1"/>
                    <a:pt x="46" y="91"/>
                    <a:pt x="46" y="91"/>
                  </a:cubicBezTo>
                  <a:cubicBezTo>
                    <a:pt x="46" y="91"/>
                    <a:pt x="45" y="111"/>
                    <a:pt x="44" y="113"/>
                  </a:cubicBezTo>
                  <a:cubicBezTo>
                    <a:pt x="43" y="114"/>
                    <a:pt x="0" y="6"/>
                    <a:pt x="0" y="6"/>
                  </a:cubicBezTo>
                  <a:lnTo>
                    <a:pt x="1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4" name="Freeform 38"/>
            <p:cNvSpPr/>
            <p:nvPr/>
          </p:nvSpPr>
          <p:spPr bwMode="auto">
            <a:xfrm>
              <a:off x="1051880" y="2945289"/>
              <a:ext cx="327025" cy="149225"/>
            </a:xfrm>
            <a:custGeom>
              <a:avLst/>
              <a:gdLst>
                <a:gd name="T0" fmla="*/ 2 w 206"/>
                <a:gd name="T1" fmla="*/ 23 h 94"/>
                <a:gd name="T2" fmla="*/ 167 w 206"/>
                <a:gd name="T3" fmla="*/ 92 h 94"/>
                <a:gd name="T4" fmla="*/ 206 w 206"/>
                <a:gd name="T5" fmla="*/ 94 h 94"/>
                <a:gd name="T6" fmla="*/ 175 w 206"/>
                <a:gd name="T7" fmla="*/ 72 h 94"/>
                <a:gd name="T8" fmla="*/ 11 w 206"/>
                <a:gd name="T9" fmla="*/ 0 h 94"/>
                <a:gd name="T10" fmla="*/ 0 w 206"/>
                <a:gd name="T11" fmla="*/ 23 h 94"/>
                <a:gd name="T12" fmla="*/ 2 w 206"/>
                <a:gd name="T13" fmla="*/ 23 h 94"/>
              </a:gdLst>
              <a:ahLst/>
              <a:cxnLst>
                <a:cxn ang="0">
                  <a:pos x="T0" y="T1"/>
                </a:cxn>
                <a:cxn ang="0">
                  <a:pos x="T2" y="T3"/>
                </a:cxn>
                <a:cxn ang="0">
                  <a:pos x="T4" y="T5"/>
                </a:cxn>
                <a:cxn ang="0">
                  <a:pos x="T6" y="T7"/>
                </a:cxn>
                <a:cxn ang="0">
                  <a:pos x="T8" y="T9"/>
                </a:cxn>
                <a:cxn ang="0">
                  <a:pos x="T10" y="T11"/>
                </a:cxn>
                <a:cxn ang="0">
                  <a:pos x="T12" y="T13"/>
                </a:cxn>
              </a:cxnLst>
              <a:rect l="0" t="0" r="r" b="b"/>
              <a:pathLst>
                <a:path w="206" h="94">
                  <a:moveTo>
                    <a:pt x="2" y="23"/>
                  </a:moveTo>
                  <a:lnTo>
                    <a:pt x="167" y="92"/>
                  </a:lnTo>
                  <a:lnTo>
                    <a:pt x="206" y="94"/>
                  </a:lnTo>
                  <a:lnTo>
                    <a:pt x="175" y="72"/>
                  </a:lnTo>
                  <a:lnTo>
                    <a:pt x="11" y="0"/>
                  </a:lnTo>
                  <a:lnTo>
                    <a:pt x="0" y="23"/>
                  </a:lnTo>
                  <a:lnTo>
                    <a:pt x="2" y="2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5" name="Freeform 39"/>
            <p:cNvSpPr/>
            <p:nvPr/>
          </p:nvSpPr>
          <p:spPr bwMode="auto">
            <a:xfrm>
              <a:off x="1051880" y="2945289"/>
              <a:ext cx="327025" cy="149225"/>
            </a:xfrm>
            <a:custGeom>
              <a:avLst/>
              <a:gdLst>
                <a:gd name="T0" fmla="*/ 2 w 206"/>
                <a:gd name="T1" fmla="*/ 23 h 94"/>
                <a:gd name="T2" fmla="*/ 167 w 206"/>
                <a:gd name="T3" fmla="*/ 92 h 94"/>
                <a:gd name="T4" fmla="*/ 206 w 206"/>
                <a:gd name="T5" fmla="*/ 94 h 94"/>
                <a:gd name="T6" fmla="*/ 175 w 206"/>
                <a:gd name="T7" fmla="*/ 72 h 94"/>
                <a:gd name="T8" fmla="*/ 11 w 206"/>
                <a:gd name="T9" fmla="*/ 0 h 94"/>
                <a:gd name="T10" fmla="*/ 0 w 206"/>
                <a:gd name="T11" fmla="*/ 23 h 94"/>
              </a:gdLst>
              <a:ahLst/>
              <a:cxnLst>
                <a:cxn ang="0">
                  <a:pos x="T0" y="T1"/>
                </a:cxn>
                <a:cxn ang="0">
                  <a:pos x="T2" y="T3"/>
                </a:cxn>
                <a:cxn ang="0">
                  <a:pos x="T4" y="T5"/>
                </a:cxn>
                <a:cxn ang="0">
                  <a:pos x="T6" y="T7"/>
                </a:cxn>
                <a:cxn ang="0">
                  <a:pos x="T8" y="T9"/>
                </a:cxn>
                <a:cxn ang="0">
                  <a:pos x="T10" y="T11"/>
                </a:cxn>
              </a:cxnLst>
              <a:rect l="0" t="0" r="r" b="b"/>
              <a:pathLst>
                <a:path w="206" h="94">
                  <a:moveTo>
                    <a:pt x="2" y="23"/>
                  </a:moveTo>
                  <a:lnTo>
                    <a:pt x="167" y="92"/>
                  </a:lnTo>
                  <a:lnTo>
                    <a:pt x="206" y="94"/>
                  </a:lnTo>
                  <a:lnTo>
                    <a:pt x="175" y="72"/>
                  </a:lnTo>
                  <a:lnTo>
                    <a:pt x="11" y="0"/>
                  </a:lnTo>
                  <a:lnTo>
                    <a:pt x="0" y="23"/>
                  </a:ln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6" name="Freeform 40"/>
            <p:cNvSpPr/>
            <p:nvPr/>
          </p:nvSpPr>
          <p:spPr bwMode="auto">
            <a:xfrm>
              <a:off x="974092" y="2880202"/>
              <a:ext cx="44450" cy="47625"/>
            </a:xfrm>
            <a:custGeom>
              <a:avLst/>
              <a:gdLst>
                <a:gd name="T0" fmla="*/ 10 w 15"/>
                <a:gd name="T1" fmla="*/ 15 h 16"/>
                <a:gd name="T2" fmla="*/ 14 w 15"/>
                <a:gd name="T3" fmla="*/ 15 h 16"/>
                <a:gd name="T4" fmla="*/ 14 w 15"/>
                <a:gd name="T5" fmla="*/ 15 h 16"/>
                <a:gd name="T6" fmla="*/ 14 w 15"/>
                <a:gd name="T7" fmla="*/ 10 h 16"/>
                <a:gd name="T8" fmla="*/ 6 w 15"/>
                <a:gd name="T9" fmla="*/ 1 h 16"/>
                <a:gd name="T10" fmla="*/ 2 w 15"/>
                <a:gd name="T11" fmla="*/ 1 h 16"/>
                <a:gd name="T12" fmla="*/ 2 w 15"/>
                <a:gd name="T13" fmla="*/ 1 h 16"/>
                <a:gd name="T14" fmla="*/ 1 w 15"/>
                <a:gd name="T15" fmla="*/ 6 h 16"/>
                <a:gd name="T16" fmla="*/ 10 w 15"/>
                <a:gd name="T17" fmla="*/ 15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 h="16">
                  <a:moveTo>
                    <a:pt x="10" y="15"/>
                  </a:moveTo>
                  <a:cubicBezTo>
                    <a:pt x="11" y="16"/>
                    <a:pt x="13" y="16"/>
                    <a:pt x="14" y="15"/>
                  </a:cubicBezTo>
                  <a:cubicBezTo>
                    <a:pt x="14" y="15"/>
                    <a:pt x="14" y="15"/>
                    <a:pt x="14" y="15"/>
                  </a:cubicBezTo>
                  <a:cubicBezTo>
                    <a:pt x="15" y="14"/>
                    <a:pt x="15" y="12"/>
                    <a:pt x="14" y="10"/>
                  </a:cubicBezTo>
                  <a:cubicBezTo>
                    <a:pt x="6" y="1"/>
                    <a:pt x="6" y="1"/>
                    <a:pt x="6" y="1"/>
                  </a:cubicBezTo>
                  <a:cubicBezTo>
                    <a:pt x="5" y="0"/>
                    <a:pt x="3" y="0"/>
                    <a:pt x="2" y="1"/>
                  </a:cubicBezTo>
                  <a:cubicBezTo>
                    <a:pt x="2" y="1"/>
                    <a:pt x="2" y="1"/>
                    <a:pt x="2" y="1"/>
                  </a:cubicBezTo>
                  <a:cubicBezTo>
                    <a:pt x="0" y="2"/>
                    <a:pt x="0" y="4"/>
                    <a:pt x="1" y="6"/>
                  </a:cubicBezTo>
                  <a:lnTo>
                    <a:pt x="10" y="1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7" name="Freeform 41"/>
            <p:cNvSpPr/>
            <p:nvPr/>
          </p:nvSpPr>
          <p:spPr bwMode="auto">
            <a:xfrm>
              <a:off x="3156905" y="3935889"/>
              <a:ext cx="114300" cy="114300"/>
            </a:xfrm>
            <a:custGeom>
              <a:avLst/>
              <a:gdLst>
                <a:gd name="T0" fmla="*/ 33 w 38"/>
                <a:gd name="T1" fmla="*/ 28 h 38"/>
                <a:gd name="T2" fmla="*/ 28 w 38"/>
                <a:gd name="T3" fmla="*/ 5 h 38"/>
                <a:gd name="T4" fmla="*/ 5 w 38"/>
                <a:gd name="T5" fmla="*/ 10 h 38"/>
                <a:gd name="T6" fmla="*/ 10 w 38"/>
                <a:gd name="T7" fmla="*/ 33 h 38"/>
                <a:gd name="T8" fmla="*/ 33 w 38"/>
                <a:gd name="T9" fmla="*/ 28 h 38"/>
              </a:gdLst>
              <a:ahLst/>
              <a:cxnLst>
                <a:cxn ang="0">
                  <a:pos x="T0" y="T1"/>
                </a:cxn>
                <a:cxn ang="0">
                  <a:pos x="T2" y="T3"/>
                </a:cxn>
                <a:cxn ang="0">
                  <a:pos x="T4" y="T5"/>
                </a:cxn>
                <a:cxn ang="0">
                  <a:pos x="T6" y="T7"/>
                </a:cxn>
                <a:cxn ang="0">
                  <a:pos x="T8" y="T9"/>
                </a:cxn>
              </a:cxnLst>
              <a:rect l="0" t="0" r="r" b="b"/>
              <a:pathLst>
                <a:path w="38" h="38">
                  <a:moveTo>
                    <a:pt x="33" y="28"/>
                  </a:moveTo>
                  <a:cubicBezTo>
                    <a:pt x="38" y="21"/>
                    <a:pt x="35" y="10"/>
                    <a:pt x="28" y="5"/>
                  </a:cubicBezTo>
                  <a:cubicBezTo>
                    <a:pt x="20" y="0"/>
                    <a:pt x="10" y="3"/>
                    <a:pt x="5" y="10"/>
                  </a:cubicBezTo>
                  <a:cubicBezTo>
                    <a:pt x="0" y="18"/>
                    <a:pt x="2" y="28"/>
                    <a:pt x="10" y="33"/>
                  </a:cubicBezTo>
                  <a:cubicBezTo>
                    <a:pt x="17" y="38"/>
                    <a:pt x="28" y="36"/>
                    <a:pt x="33" y="2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8" name="Freeform 42"/>
            <p:cNvSpPr/>
            <p:nvPr/>
          </p:nvSpPr>
          <p:spPr bwMode="auto">
            <a:xfrm>
              <a:off x="2904492" y="4002564"/>
              <a:ext cx="303213" cy="211138"/>
            </a:xfrm>
            <a:custGeom>
              <a:avLst/>
              <a:gdLst>
                <a:gd name="T0" fmla="*/ 102 w 102"/>
                <a:gd name="T1" fmla="*/ 9 h 71"/>
                <a:gd name="T2" fmla="*/ 23 w 102"/>
                <a:gd name="T3" fmla="*/ 66 h 71"/>
                <a:gd name="T4" fmla="*/ 2 w 102"/>
                <a:gd name="T5" fmla="*/ 70 h 71"/>
                <a:gd name="T6" fmla="*/ 94 w 102"/>
                <a:gd name="T7" fmla="*/ 0 h 71"/>
                <a:gd name="T8" fmla="*/ 102 w 102"/>
                <a:gd name="T9" fmla="*/ 9 h 71"/>
              </a:gdLst>
              <a:ahLst/>
              <a:cxnLst>
                <a:cxn ang="0">
                  <a:pos x="T0" y="T1"/>
                </a:cxn>
                <a:cxn ang="0">
                  <a:pos x="T2" y="T3"/>
                </a:cxn>
                <a:cxn ang="0">
                  <a:pos x="T4" y="T5"/>
                </a:cxn>
                <a:cxn ang="0">
                  <a:pos x="T6" y="T7"/>
                </a:cxn>
                <a:cxn ang="0">
                  <a:pos x="T8" y="T9"/>
                </a:cxn>
              </a:cxnLst>
              <a:rect l="0" t="0" r="r" b="b"/>
              <a:pathLst>
                <a:path w="102" h="71">
                  <a:moveTo>
                    <a:pt x="102" y="9"/>
                  </a:moveTo>
                  <a:cubicBezTo>
                    <a:pt x="102" y="10"/>
                    <a:pt x="23" y="66"/>
                    <a:pt x="23" y="66"/>
                  </a:cubicBezTo>
                  <a:cubicBezTo>
                    <a:pt x="23" y="66"/>
                    <a:pt x="3" y="71"/>
                    <a:pt x="2" y="70"/>
                  </a:cubicBezTo>
                  <a:cubicBezTo>
                    <a:pt x="0" y="69"/>
                    <a:pt x="94" y="0"/>
                    <a:pt x="94" y="0"/>
                  </a:cubicBezTo>
                  <a:lnTo>
                    <a:pt x="102" y="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9" name="Freeform 43"/>
            <p:cNvSpPr/>
            <p:nvPr/>
          </p:nvSpPr>
          <p:spPr bwMode="auto">
            <a:xfrm>
              <a:off x="3139442" y="4013677"/>
              <a:ext cx="77788" cy="349250"/>
            </a:xfrm>
            <a:custGeom>
              <a:avLst/>
              <a:gdLst>
                <a:gd name="T0" fmla="*/ 26 w 49"/>
                <a:gd name="T1" fmla="*/ 2 h 220"/>
                <a:gd name="T2" fmla="*/ 0 w 49"/>
                <a:gd name="T3" fmla="*/ 182 h 220"/>
                <a:gd name="T4" fmla="*/ 7 w 49"/>
                <a:gd name="T5" fmla="*/ 220 h 220"/>
                <a:gd name="T6" fmla="*/ 22 w 49"/>
                <a:gd name="T7" fmla="*/ 184 h 220"/>
                <a:gd name="T8" fmla="*/ 49 w 49"/>
                <a:gd name="T9" fmla="*/ 8 h 220"/>
                <a:gd name="T10" fmla="*/ 26 w 49"/>
                <a:gd name="T11" fmla="*/ 0 h 220"/>
                <a:gd name="T12" fmla="*/ 26 w 49"/>
                <a:gd name="T13" fmla="*/ 2 h 220"/>
              </a:gdLst>
              <a:ahLst/>
              <a:cxnLst>
                <a:cxn ang="0">
                  <a:pos x="T0" y="T1"/>
                </a:cxn>
                <a:cxn ang="0">
                  <a:pos x="T2" y="T3"/>
                </a:cxn>
                <a:cxn ang="0">
                  <a:pos x="T4" y="T5"/>
                </a:cxn>
                <a:cxn ang="0">
                  <a:pos x="T6" y="T7"/>
                </a:cxn>
                <a:cxn ang="0">
                  <a:pos x="T8" y="T9"/>
                </a:cxn>
                <a:cxn ang="0">
                  <a:pos x="T10" y="T11"/>
                </a:cxn>
                <a:cxn ang="0">
                  <a:pos x="T12" y="T13"/>
                </a:cxn>
              </a:cxnLst>
              <a:rect l="0" t="0" r="r" b="b"/>
              <a:pathLst>
                <a:path w="49" h="220">
                  <a:moveTo>
                    <a:pt x="26" y="2"/>
                  </a:moveTo>
                  <a:lnTo>
                    <a:pt x="0" y="182"/>
                  </a:lnTo>
                  <a:lnTo>
                    <a:pt x="7" y="220"/>
                  </a:lnTo>
                  <a:lnTo>
                    <a:pt x="22" y="184"/>
                  </a:lnTo>
                  <a:lnTo>
                    <a:pt x="49" y="8"/>
                  </a:lnTo>
                  <a:lnTo>
                    <a:pt x="26" y="0"/>
                  </a:lnTo>
                  <a:lnTo>
                    <a:pt x="26"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0" name="Freeform 44"/>
            <p:cNvSpPr/>
            <p:nvPr/>
          </p:nvSpPr>
          <p:spPr bwMode="auto">
            <a:xfrm>
              <a:off x="3139442" y="4013677"/>
              <a:ext cx="77788" cy="349250"/>
            </a:xfrm>
            <a:custGeom>
              <a:avLst/>
              <a:gdLst>
                <a:gd name="T0" fmla="*/ 26 w 49"/>
                <a:gd name="T1" fmla="*/ 2 h 220"/>
                <a:gd name="T2" fmla="*/ 0 w 49"/>
                <a:gd name="T3" fmla="*/ 182 h 220"/>
                <a:gd name="T4" fmla="*/ 7 w 49"/>
                <a:gd name="T5" fmla="*/ 220 h 220"/>
                <a:gd name="T6" fmla="*/ 22 w 49"/>
                <a:gd name="T7" fmla="*/ 184 h 220"/>
                <a:gd name="T8" fmla="*/ 49 w 49"/>
                <a:gd name="T9" fmla="*/ 8 h 220"/>
                <a:gd name="T10" fmla="*/ 26 w 49"/>
                <a:gd name="T11" fmla="*/ 0 h 220"/>
              </a:gdLst>
              <a:ahLst/>
              <a:cxnLst>
                <a:cxn ang="0">
                  <a:pos x="T0" y="T1"/>
                </a:cxn>
                <a:cxn ang="0">
                  <a:pos x="T2" y="T3"/>
                </a:cxn>
                <a:cxn ang="0">
                  <a:pos x="T4" y="T5"/>
                </a:cxn>
                <a:cxn ang="0">
                  <a:pos x="T6" y="T7"/>
                </a:cxn>
                <a:cxn ang="0">
                  <a:pos x="T8" y="T9"/>
                </a:cxn>
                <a:cxn ang="0">
                  <a:pos x="T10" y="T11"/>
                </a:cxn>
              </a:cxnLst>
              <a:rect l="0" t="0" r="r" b="b"/>
              <a:pathLst>
                <a:path w="49" h="220">
                  <a:moveTo>
                    <a:pt x="26" y="2"/>
                  </a:moveTo>
                  <a:lnTo>
                    <a:pt x="0" y="182"/>
                  </a:lnTo>
                  <a:lnTo>
                    <a:pt x="7" y="220"/>
                  </a:lnTo>
                  <a:lnTo>
                    <a:pt x="22" y="184"/>
                  </a:lnTo>
                  <a:lnTo>
                    <a:pt x="49" y="8"/>
                  </a:lnTo>
                  <a:lnTo>
                    <a:pt x="26" y="0"/>
                  </a:ln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1" name="Freeform 45"/>
            <p:cNvSpPr/>
            <p:nvPr/>
          </p:nvSpPr>
          <p:spPr bwMode="auto">
            <a:xfrm>
              <a:off x="3220405" y="3918427"/>
              <a:ext cx="41275" cy="50800"/>
            </a:xfrm>
            <a:custGeom>
              <a:avLst/>
              <a:gdLst>
                <a:gd name="T0" fmla="*/ 1 w 14"/>
                <a:gd name="T1" fmla="*/ 12 h 17"/>
                <a:gd name="T2" fmla="*/ 2 w 14"/>
                <a:gd name="T3" fmla="*/ 16 h 17"/>
                <a:gd name="T4" fmla="*/ 2 w 14"/>
                <a:gd name="T5" fmla="*/ 16 h 17"/>
                <a:gd name="T6" fmla="*/ 6 w 14"/>
                <a:gd name="T7" fmla="*/ 15 h 17"/>
                <a:gd name="T8" fmla="*/ 13 w 14"/>
                <a:gd name="T9" fmla="*/ 5 h 17"/>
                <a:gd name="T10" fmla="*/ 12 w 14"/>
                <a:gd name="T11" fmla="*/ 1 h 17"/>
                <a:gd name="T12" fmla="*/ 12 w 14"/>
                <a:gd name="T13" fmla="*/ 1 h 17"/>
                <a:gd name="T14" fmla="*/ 8 w 14"/>
                <a:gd name="T15" fmla="*/ 2 h 17"/>
                <a:gd name="T16" fmla="*/ 1 w 14"/>
                <a:gd name="T17" fmla="*/ 12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 h="17">
                  <a:moveTo>
                    <a:pt x="1" y="12"/>
                  </a:moveTo>
                  <a:cubicBezTo>
                    <a:pt x="0" y="13"/>
                    <a:pt x="1" y="15"/>
                    <a:pt x="2" y="16"/>
                  </a:cubicBezTo>
                  <a:cubicBezTo>
                    <a:pt x="2" y="16"/>
                    <a:pt x="2" y="16"/>
                    <a:pt x="2" y="16"/>
                  </a:cubicBezTo>
                  <a:cubicBezTo>
                    <a:pt x="4" y="17"/>
                    <a:pt x="5" y="17"/>
                    <a:pt x="6" y="15"/>
                  </a:cubicBezTo>
                  <a:cubicBezTo>
                    <a:pt x="13" y="5"/>
                    <a:pt x="13" y="5"/>
                    <a:pt x="13" y="5"/>
                  </a:cubicBezTo>
                  <a:cubicBezTo>
                    <a:pt x="14" y="4"/>
                    <a:pt x="14" y="2"/>
                    <a:pt x="12" y="1"/>
                  </a:cubicBezTo>
                  <a:cubicBezTo>
                    <a:pt x="12" y="1"/>
                    <a:pt x="12" y="1"/>
                    <a:pt x="12" y="1"/>
                  </a:cubicBezTo>
                  <a:cubicBezTo>
                    <a:pt x="11" y="0"/>
                    <a:pt x="9" y="0"/>
                    <a:pt x="8" y="2"/>
                  </a:cubicBezTo>
                  <a:lnTo>
                    <a:pt x="1" y="1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2" name="Freeform 46"/>
            <p:cNvSpPr>
              <a:spLocks noEditPoints="1"/>
            </p:cNvSpPr>
            <p:nvPr/>
          </p:nvSpPr>
          <p:spPr bwMode="auto">
            <a:xfrm>
              <a:off x="4379280" y="2873852"/>
              <a:ext cx="179388" cy="488950"/>
            </a:xfrm>
            <a:custGeom>
              <a:avLst/>
              <a:gdLst>
                <a:gd name="T0" fmla="*/ 30 w 60"/>
                <a:gd name="T1" fmla="*/ 0 h 164"/>
                <a:gd name="T2" fmla="*/ 60 w 60"/>
                <a:gd name="T3" fmla="*/ 82 h 164"/>
                <a:gd name="T4" fmla="*/ 30 w 60"/>
                <a:gd name="T5" fmla="*/ 164 h 164"/>
                <a:gd name="T6" fmla="*/ 0 w 60"/>
                <a:gd name="T7" fmla="*/ 82 h 164"/>
                <a:gd name="T8" fmla="*/ 30 w 60"/>
                <a:gd name="T9" fmla="*/ 0 h 164"/>
                <a:gd name="T10" fmla="*/ 30 w 60"/>
                <a:gd name="T11" fmla="*/ 151 h 164"/>
                <a:gd name="T12" fmla="*/ 55 w 60"/>
                <a:gd name="T13" fmla="*/ 82 h 164"/>
                <a:gd name="T14" fmla="*/ 30 w 60"/>
                <a:gd name="T15" fmla="*/ 14 h 164"/>
                <a:gd name="T16" fmla="*/ 4 w 60"/>
                <a:gd name="T17" fmla="*/ 82 h 164"/>
                <a:gd name="T18" fmla="*/ 30 w 60"/>
                <a:gd name="T19" fmla="*/ 151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164">
                  <a:moveTo>
                    <a:pt x="30" y="0"/>
                  </a:moveTo>
                  <a:cubicBezTo>
                    <a:pt x="46" y="0"/>
                    <a:pt x="60" y="37"/>
                    <a:pt x="60" y="82"/>
                  </a:cubicBezTo>
                  <a:cubicBezTo>
                    <a:pt x="60" y="128"/>
                    <a:pt x="46" y="164"/>
                    <a:pt x="30" y="164"/>
                  </a:cubicBezTo>
                  <a:cubicBezTo>
                    <a:pt x="13" y="164"/>
                    <a:pt x="0" y="128"/>
                    <a:pt x="0" y="82"/>
                  </a:cubicBezTo>
                  <a:cubicBezTo>
                    <a:pt x="0" y="37"/>
                    <a:pt x="13" y="0"/>
                    <a:pt x="30" y="0"/>
                  </a:cubicBezTo>
                  <a:close/>
                  <a:moveTo>
                    <a:pt x="30" y="151"/>
                  </a:moveTo>
                  <a:cubicBezTo>
                    <a:pt x="44" y="151"/>
                    <a:pt x="55" y="120"/>
                    <a:pt x="55" y="82"/>
                  </a:cubicBezTo>
                  <a:cubicBezTo>
                    <a:pt x="55" y="44"/>
                    <a:pt x="44" y="14"/>
                    <a:pt x="30" y="14"/>
                  </a:cubicBezTo>
                  <a:cubicBezTo>
                    <a:pt x="16" y="14"/>
                    <a:pt x="4" y="44"/>
                    <a:pt x="4" y="82"/>
                  </a:cubicBezTo>
                  <a:cubicBezTo>
                    <a:pt x="4" y="120"/>
                    <a:pt x="16" y="151"/>
                    <a:pt x="30" y="15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3" name="Freeform 47"/>
            <p:cNvSpPr>
              <a:spLocks noEditPoints="1"/>
            </p:cNvSpPr>
            <p:nvPr/>
          </p:nvSpPr>
          <p:spPr bwMode="auto">
            <a:xfrm>
              <a:off x="4225292" y="3029427"/>
              <a:ext cx="485775" cy="179388"/>
            </a:xfrm>
            <a:custGeom>
              <a:avLst/>
              <a:gdLst>
                <a:gd name="T0" fmla="*/ 0 w 163"/>
                <a:gd name="T1" fmla="*/ 30 h 60"/>
                <a:gd name="T2" fmla="*/ 82 w 163"/>
                <a:gd name="T3" fmla="*/ 0 h 60"/>
                <a:gd name="T4" fmla="*/ 163 w 163"/>
                <a:gd name="T5" fmla="*/ 30 h 60"/>
                <a:gd name="T6" fmla="*/ 82 w 163"/>
                <a:gd name="T7" fmla="*/ 60 h 60"/>
                <a:gd name="T8" fmla="*/ 0 w 163"/>
                <a:gd name="T9" fmla="*/ 30 h 60"/>
                <a:gd name="T10" fmla="*/ 150 w 163"/>
                <a:gd name="T11" fmla="*/ 30 h 60"/>
                <a:gd name="T12" fmla="*/ 82 w 163"/>
                <a:gd name="T13" fmla="*/ 5 h 60"/>
                <a:gd name="T14" fmla="*/ 13 w 163"/>
                <a:gd name="T15" fmla="*/ 30 h 60"/>
                <a:gd name="T16" fmla="*/ 82 w 163"/>
                <a:gd name="T17" fmla="*/ 56 h 60"/>
                <a:gd name="T18" fmla="*/ 150 w 163"/>
                <a:gd name="T19" fmla="*/ 3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3" h="60">
                  <a:moveTo>
                    <a:pt x="0" y="30"/>
                  </a:moveTo>
                  <a:cubicBezTo>
                    <a:pt x="0" y="14"/>
                    <a:pt x="36" y="0"/>
                    <a:pt x="82" y="0"/>
                  </a:cubicBezTo>
                  <a:cubicBezTo>
                    <a:pt x="127" y="0"/>
                    <a:pt x="163" y="14"/>
                    <a:pt x="163" y="30"/>
                  </a:cubicBezTo>
                  <a:cubicBezTo>
                    <a:pt x="163" y="47"/>
                    <a:pt x="127" y="60"/>
                    <a:pt x="82" y="60"/>
                  </a:cubicBezTo>
                  <a:cubicBezTo>
                    <a:pt x="36" y="60"/>
                    <a:pt x="0" y="47"/>
                    <a:pt x="0" y="30"/>
                  </a:cubicBezTo>
                  <a:close/>
                  <a:moveTo>
                    <a:pt x="150" y="30"/>
                  </a:moveTo>
                  <a:cubicBezTo>
                    <a:pt x="150" y="16"/>
                    <a:pt x="119" y="5"/>
                    <a:pt x="82" y="5"/>
                  </a:cubicBezTo>
                  <a:cubicBezTo>
                    <a:pt x="44" y="5"/>
                    <a:pt x="13" y="16"/>
                    <a:pt x="13" y="30"/>
                  </a:cubicBezTo>
                  <a:cubicBezTo>
                    <a:pt x="13" y="44"/>
                    <a:pt x="44" y="56"/>
                    <a:pt x="82" y="56"/>
                  </a:cubicBezTo>
                  <a:cubicBezTo>
                    <a:pt x="119" y="56"/>
                    <a:pt x="150" y="44"/>
                    <a:pt x="150" y="3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4" name="Freeform 48"/>
            <p:cNvSpPr>
              <a:spLocks noEditPoints="1"/>
            </p:cNvSpPr>
            <p:nvPr/>
          </p:nvSpPr>
          <p:spPr bwMode="auto">
            <a:xfrm>
              <a:off x="4260217" y="2913539"/>
              <a:ext cx="414338" cy="414338"/>
            </a:xfrm>
            <a:custGeom>
              <a:avLst/>
              <a:gdLst>
                <a:gd name="T0" fmla="*/ 12 w 139"/>
                <a:gd name="T1" fmla="*/ 11 h 139"/>
                <a:gd name="T2" fmla="*/ 91 w 139"/>
                <a:gd name="T3" fmla="*/ 48 h 139"/>
                <a:gd name="T4" fmla="*/ 127 w 139"/>
                <a:gd name="T5" fmla="*/ 127 h 139"/>
                <a:gd name="T6" fmla="*/ 48 w 139"/>
                <a:gd name="T7" fmla="*/ 91 h 139"/>
                <a:gd name="T8" fmla="*/ 12 w 139"/>
                <a:gd name="T9" fmla="*/ 11 h 139"/>
                <a:gd name="T10" fmla="*/ 118 w 139"/>
                <a:gd name="T11" fmla="*/ 118 h 139"/>
                <a:gd name="T12" fmla="*/ 87 w 139"/>
                <a:gd name="T13" fmla="*/ 51 h 139"/>
                <a:gd name="T14" fmla="*/ 21 w 139"/>
                <a:gd name="T15" fmla="*/ 21 h 139"/>
                <a:gd name="T16" fmla="*/ 52 w 139"/>
                <a:gd name="T17" fmla="*/ 87 h 139"/>
                <a:gd name="T18" fmla="*/ 118 w 139"/>
                <a:gd name="T19" fmla="*/ 118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9" h="139">
                  <a:moveTo>
                    <a:pt x="12" y="11"/>
                  </a:moveTo>
                  <a:cubicBezTo>
                    <a:pt x="24" y="0"/>
                    <a:pt x="59" y="16"/>
                    <a:pt x="91" y="48"/>
                  </a:cubicBezTo>
                  <a:cubicBezTo>
                    <a:pt x="123" y="80"/>
                    <a:pt x="139" y="115"/>
                    <a:pt x="127" y="127"/>
                  </a:cubicBezTo>
                  <a:cubicBezTo>
                    <a:pt x="116" y="139"/>
                    <a:pt x="80" y="123"/>
                    <a:pt x="48" y="91"/>
                  </a:cubicBezTo>
                  <a:cubicBezTo>
                    <a:pt x="16" y="59"/>
                    <a:pt x="0" y="23"/>
                    <a:pt x="12" y="11"/>
                  </a:cubicBezTo>
                  <a:close/>
                  <a:moveTo>
                    <a:pt x="118" y="118"/>
                  </a:moveTo>
                  <a:cubicBezTo>
                    <a:pt x="128" y="108"/>
                    <a:pt x="114" y="78"/>
                    <a:pt x="87" y="51"/>
                  </a:cubicBezTo>
                  <a:cubicBezTo>
                    <a:pt x="61" y="25"/>
                    <a:pt x="31" y="11"/>
                    <a:pt x="21" y="21"/>
                  </a:cubicBezTo>
                  <a:cubicBezTo>
                    <a:pt x="11" y="31"/>
                    <a:pt x="25" y="60"/>
                    <a:pt x="52" y="87"/>
                  </a:cubicBezTo>
                  <a:cubicBezTo>
                    <a:pt x="79" y="114"/>
                    <a:pt x="108" y="128"/>
                    <a:pt x="118"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5" name="Freeform 49"/>
            <p:cNvSpPr>
              <a:spLocks noEditPoints="1"/>
            </p:cNvSpPr>
            <p:nvPr/>
          </p:nvSpPr>
          <p:spPr bwMode="auto">
            <a:xfrm>
              <a:off x="4260217" y="2913539"/>
              <a:ext cx="414338" cy="414338"/>
            </a:xfrm>
            <a:custGeom>
              <a:avLst/>
              <a:gdLst>
                <a:gd name="T0" fmla="*/ 12 w 139"/>
                <a:gd name="T1" fmla="*/ 127 h 139"/>
                <a:gd name="T2" fmla="*/ 48 w 139"/>
                <a:gd name="T3" fmla="*/ 48 h 139"/>
                <a:gd name="T4" fmla="*/ 127 w 139"/>
                <a:gd name="T5" fmla="*/ 11 h 139"/>
                <a:gd name="T6" fmla="*/ 91 w 139"/>
                <a:gd name="T7" fmla="*/ 91 h 139"/>
                <a:gd name="T8" fmla="*/ 12 w 139"/>
                <a:gd name="T9" fmla="*/ 127 h 139"/>
                <a:gd name="T10" fmla="*/ 118 w 139"/>
                <a:gd name="T11" fmla="*/ 21 h 139"/>
                <a:gd name="T12" fmla="*/ 52 w 139"/>
                <a:gd name="T13" fmla="*/ 51 h 139"/>
                <a:gd name="T14" fmla="*/ 21 w 139"/>
                <a:gd name="T15" fmla="*/ 118 h 139"/>
                <a:gd name="T16" fmla="*/ 87 w 139"/>
                <a:gd name="T17" fmla="*/ 87 h 139"/>
                <a:gd name="T18" fmla="*/ 118 w 139"/>
                <a:gd name="T19" fmla="*/ 21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9" h="139">
                  <a:moveTo>
                    <a:pt x="12" y="127"/>
                  </a:moveTo>
                  <a:cubicBezTo>
                    <a:pt x="0" y="115"/>
                    <a:pt x="16" y="80"/>
                    <a:pt x="48" y="48"/>
                  </a:cubicBezTo>
                  <a:cubicBezTo>
                    <a:pt x="80" y="16"/>
                    <a:pt x="116" y="0"/>
                    <a:pt x="127" y="11"/>
                  </a:cubicBezTo>
                  <a:cubicBezTo>
                    <a:pt x="139" y="23"/>
                    <a:pt x="123" y="59"/>
                    <a:pt x="91" y="91"/>
                  </a:cubicBezTo>
                  <a:cubicBezTo>
                    <a:pt x="59" y="123"/>
                    <a:pt x="24" y="139"/>
                    <a:pt x="12" y="127"/>
                  </a:cubicBezTo>
                  <a:close/>
                  <a:moveTo>
                    <a:pt x="118" y="21"/>
                  </a:moveTo>
                  <a:cubicBezTo>
                    <a:pt x="108" y="11"/>
                    <a:pt x="79" y="25"/>
                    <a:pt x="52" y="51"/>
                  </a:cubicBezTo>
                  <a:cubicBezTo>
                    <a:pt x="25" y="78"/>
                    <a:pt x="11" y="108"/>
                    <a:pt x="21" y="118"/>
                  </a:cubicBezTo>
                  <a:cubicBezTo>
                    <a:pt x="31" y="128"/>
                    <a:pt x="61" y="114"/>
                    <a:pt x="87" y="87"/>
                  </a:cubicBezTo>
                  <a:cubicBezTo>
                    <a:pt x="114" y="60"/>
                    <a:pt x="128" y="31"/>
                    <a:pt x="118" y="2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6" name="Oval 50"/>
            <p:cNvSpPr>
              <a:spLocks noChangeArrowheads="1"/>
            </p:cNvSpPr>
            <p:nvPr/>
          </p:nvSpPr>
          <p:spPr bwMode="auto">
            <a:xfrm>
              <a:off x="4430080" y="3083402"/>
              <a:ext cx="74613" cy="74613"/>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7" name="Freeform 51"/>
            <p:cNvSpPr>
              <a:spLocks noEditPoints="1"/>
            </p:cNvSpPr>
            <p:nvPr/>
          </p:nvSpPr>
          <p:spPr bwMode="auto">
            <a:xfrm>
              <a:off x="2345692" y="4261327"/>
              <a:ext cx="182563" cy="488950"/>
            </a:xfrm>
            <a:custGeom>
              <a:avLst/>
              <a:gdLst>
                <a:gd name="T0" fmla="*/ 30 w 61"/>
                <a:gd name="T1" fmla="*/ 0 h 164"/>
                <a:gd name="T2" fmla="*/ 61 w 61"/>
                <a:gd name="T3" fmla="*/ 82 h 164"/>
                <a:gd name="T4" fmla="*/ 30 w 61"/>
                <a:gd name="T5" fmla="*/ 164 h 164"/>
                <a:gd name="T6" fmla="*/ 0 w 61"/>
                <a:gd name="T7" fmla="*/ 82 h 164"/>
                <a:gd name="T8" fmla="*/ 30 w 61"/>
                <a:gd name="T9" fmla="*/ 0 h 164"/>
                <a:gd name="T10" fmla="*/ 30 w 61"/>
                <a:gd name="T11" fmla="*/ 151 h 164"/>
                <a:gd name="T12" fmla="*/ 56 w 61"/>
                <a:gd name="T13" fmla="*/ 82 h 164"/>
                <a:gd name="T14" fmla="*/ 30 w 61"/>
                <a:gd name="T15" fmla="*/ 13 h 164"/>
                <a:gd name="T16" fmla="*/ 5 w 61"/>
                <a:gd name="T17" fmla="*/ 82 h 164"/>
                <a:gd name="T18" fmla="*/ 30 w 61"/>
                <a:gd name="T19" fmla="*/ 151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1" h="164">
                  <a:moveTo>
                    <a:pt x="30" y="0"/>
                  </a:moveTo>
                  <a:cubicBezTo>
                    <a:pt x="47" y="0"/>
                    <a:pt x="61" y="37"/>
                    <a:pt x="61" y="82"/>
                  </a:cubicBezTo>
                  <a:cubicBezTo>
                    <a:pt x="61" y="127"/>
                    <a:pt x="47" y="164"/>
                    <a:pt x="30" y="164"/>
                  </a:cubicBezTo>
                  <a:cubicBezTo>
                    <a:pt x="14" y="164"/>
                    <a:pt x="0" y="127"/>
                    <a:pt x="0" y="82"/>
                  </a:cubicBezTo>
                  <a:cubicBezTo>
                    <a:pt x="0" y="37"/>
                    <a:pt x="14" y="0"/>
                    <a:pt x="30" y="0"/>
                  </a:cubicBezTo>
                  <a:close/>
                  <a:moveTo>
                    <a:pt x="30" y="151"/>
                  </a:moveTo>
                  <a:cubicBezTo>
                    <a:pt x="44" y="151"/>
                    <a:pt x="56" y="120"/>
                    <a:pt x="56" y="82"/>
                  </a:cubicBezTo>
                  <a:cubicBezTo>
                    <a:pt x="56" y="44"/>
                    <a:pt x="44" y="13"/>
                    <a:pt x="30" y="13"/>
                  </a:cubicBezTo>
                  <a:cubicBezTo>
                    <a:pt x="16" y="13"/>
                    <a:pt x="5" y="44"/>
                    <a:pt x="5" y="82"/>
                  </a:cubicBezTo>
                  <a:cubicBezTo>
                    <a:pt x="5" y="120"/>
                    <a:pt x="16" y="151"/>
                    <a:pt x="30" y="15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8" name="Freeform 52"/>
            <p:cNvSpPr>
              <a:spLocks noEditPoints="1"/>
            </p:cNvSpPr>
            <p:nvPr/>
          </p:nvSpPr>
          <p:spPr bwMode="auto">
            <a:xfrm>
              <a:off x="2193292" y="4416902"/>
              <a:ext cx="487363" cy="179388"/>
            </a:xfrm>
            <a:custGeom>
              <a:avLst/>
              <a:gdLst>
                <a:gd name="T0" fmla="*/ 0 w 163"/>
                <a:gd name="T1" fmla="*/ 30 h 60"/>
                <a:gd name="T2" fmla="*/ 81 w 163"/>
                <a:gd name="T3" fmla="*/ 0 h 60"/>
                <a:gd name="T4" fmla="*/ 163 w 163"/>
                <a:gd name="T5" fmla="*/ 30 h 60"/>
                <a:gd name="T6" fmla="*/ 81 w 163"/>
                <a:gd name="T7" fmla="*/ 60 h 60"/>
                <a:gd name="T8" fmla="*/ 0 w 163"/>
                <a:gd name="T9" fmla="*/ 30 h 60"/>
                <a:gd name="T10" fmla="*/ 150 w 163"/>
                <a:gd name="T11" fmla="*/ 30 h 60"/>
                <a:gd name="T12" fmla="*/ 81 w 163"/>
                <a:gd name="T13" fmla="*/ 5 h 60"/>
                <a:gd name="T14" fmla="*/ 13 w 163"/>
                <a:gd name="T15" fmla="*/ 30 h 60"/>
                <a:gd name="T16" fmla="*/ 81 w 163"/>
                <a:gd name="T17" fmla="*/ 55 h 60"/>
                <a:gd name="T18" fmla="*/ 150 w 163"/>
                <a:gd name="T19" fmla="*/ 3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3" h="60">
                  <a:moveTo>
                    <a:pt x="0" y="30"/>
                  </a:moveTo>
                  <a:cubicBezTo>
                    <a:pt x="0" y="13"/>
                    <a:pt x="36" y="0"/>
                    <a:pt x="81" y="0"/>
                  </a:cubicBezTo>
                  <a:cubicBezTo>
                    <a:pt x="127" y="0"/>
                    <a:pt x="163" y="13"/>
                    <a:pt x="163" y="30"/>
                  </a:cubicBezTo>
                  <a:cubicBezTo>
                    <a:pt x="163" y="47"/>
                    <a:pt x="127" y="60"/>
                    <a:pt x="81" y="60"/>
                  </a:cubicBezTo>
                  <a:cubicBezTo>
                    <a:pt x="36" y="60"/>
                    <a:pt x="0" y="47"/>
                    <a:pt x="0" y="30"/>
                  </a:cubicBezTo>
                  <a:close/>
                  <a:moveTo>
                    <a:pt x="150" y="30"/>
                  </a:moveTo>
                  <a:cubicBezTo>
                    <a:pt x="150" y="16"/>
                    <a:pt x="119" y="5"/>
                    <a:pt x="81" y="5"/>
                  </a:cubicBezTo>
                  <a:cubicBezTo>
                    <a:pt x="44" y="5"/>
                    <a:pt x="13" y="16"/>
                    <a:pt x="13" y="30"/>
                  </a:cubicBezTo>
                  <a:cubicBezTo>
                    <a:pt x="13" y="44"/>
                    <a:pt x="44" y="55"/>
                    <a:pt x="81" y="55"/>
                  </a:cubicBezTo>
                  <a:cubicBezTo>
                    <a:pt x="119" y="55"/>
                    <a:pt x="150" y="44"/>
                    <a:pt x="150" y="3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9" name="Freeform 53"/>
            <p:cNvSpPr>
              <a:spLocks noEditPoints="1"/>
            </p:cNvSpPr>
            <p:nvPr/>
          </p:nvSpPr>
          <p:spPr bwMode="auto">
            <a:xfrm>
              <a:off x="2229805" y="4297839"/>
              <a:ext cx="414338" cy="417513"/>
            </a:xfrm>
            <a:custGeom>
              <a:avLst/>
              <a:gdLst>
                <a:gd name="T0" fmla="*/ 12 w 139"/>
                <a:gd name="T1" fmla="*/ 12 h 140"/>
                <a:gd name="T2" fmla="*/ 91 w 139"/>
                <a:gd name="T3" fmla="*/ 49 h 140"/>
                <a:gd name="T4" fmla="*/ 127 w 139"/>
                <a:gd name="T5" fmla="*/ 128 h 140"/>
                <a:gd name="T6" fmla="*/ 48 w 139"/>
                <a:gd name="T7" fmla="*/ 91 h 140"/>
                <a:gd name="T8" fmla="*/ 12 w 139"/>
                <a:gd name="T9" fmla="*/ 12 h 140"/>
                <a:gd name="T10" fmla="*/ 118 w 139"/>
                <a:gd name="T11" fmla="*/ 119 h 140"/>
                <a:gd name="T12" fmla="*/ 87 w 139"/>
                <a:gd name="T13" fmla="*/ 52 h 140"/>
                <a:gd name="T14" fmla="*/ 21 w 139"/>
                <a:gd name="T15" fmla="*/ 22 h 140"/>
                <a:gd name="T16" fmla="*/ 52 w 139"/>
                <a:gd name="T17" fmla="*/ 88 h 140"/>
                <a:gd name="T18" fmla="*/ 118 w 139"/>
                <a:gd name="T19" fmla="*/ 119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9" h="140">
                  <a:moveTo>
                    <a:pt x="12" y="12"/>
                  </a:moveTo>
                  <a:cubicBezTo>
                    <a:pt x="23" y="0"/>
                    <a:pt x="59" y="17"/>
                    <a:pt x="91" y="49"/>
                  </a:cubicBezTo>
                  <a:cubicBezTo>
                    <a:pt x="123" y="81"/>
                    <a:pt x="139" y="116"/>
                    <a:pt x="127" y="128"/>
                  </a:cubicBezTo>
                  <a:cubicBezTo>
                    <a:pt x="115" y="140"/>
                    <a:pt x="80" y="123"/>
                    <a:pt x="48" y="91"/>
                  </a:cubicBezTo>
                  <a:cubicBezTo>
                    <a:pt x="16" y="59"/>
                    <a:pt x="0" y="24"/>
                    <a:pt x="12" y="12"/>
                  </a:cubicBezTo>
                  <a:close/>
                  <a:moveTo>
                    <a:pt x="118" y="119"/>
                  </a:moveTo>
                  <a:cubicBezTo>
                    <a:pt x="128" y="109"/>
                    <a:pt x="114" y="79"/>
                    <a:pt x="87" y="52"/>
                  </a:cubicBezTo>
                  <a:cubicBezTo>
                    <a:pt x="60" y="25"/>
                    <a:pt x="31" y="12"/>
                    <a:pt x="21" y="22"/>
                  </a:cubicBezTo>
                  <a:cubicBezTo>
                    <a:pt x="11" y="31"/>
                    <a:pt x="25" y="61"/>
                    <a:pt x="52" y="88"/>
                  </a:cubicBezTo>
                  <a:cubicBezTo>
                    <a:pt x="78" y="115"/>
                    <a:pt x="108" y="128"/>
                    <a:pt x="118" y="11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0" name="Freeform 54"/>
            <p:cNvSpPr>
              <a:spLocks noEditPoints="1"/>
            </p:cNvSpPr>
            <p:nvPr/>
          </p:nvSpPr>
          <p:spPr bwMode="auto">
            <a:xfrm>
              <a:off x="2229805" y="4297839"/>
              <a:ext cx="414338" cy="417513"/>
            </a:xfrm>
            <a:custGeom>
              <a:avLst/>
              <a:gdLst>
                <a:gd name="T0" fmla="*/ 12 w 139"/>
                <a:gd name="T1" fmla="*/ 128 h 140"/>
                <a:gd name="T2" fmla="*/ 48 w 139"/>
                <a:gd name="T3" fmla="*/ 49 h 140"/>
                <a:gd name="T4" fmla="*/ 127 w 139"/>
                <a:gd name="T5" fmla="*/ 12 h 140"/>
                <a:gd name="T6" fmla="*/ 91 w 139"/>
                <a:gd name="T7" fmla="*/ 91 h 140"/>
                <a:gd name="T8" fmla="*/ 12 w 139"/>
                <a:gd name="T9" fmla="*/ 128 h 140"/>
                <a:gd name="T10" fmla="*/ 118 w 139"/>
                <a:gd name="T11" fmla="*/ 22 h 140"/>
                <a:gd name="T12" fmla="*/ 52 w 139"/>
                <a:gd name="T13" fmla="*/ 52 h 140"/>
                <a:gd name="T14" fmla="*/ 21 w 139"/>
                <a:gd name="T15" fmla="*/ 119 h 140"/>
                <a:gd name="T16" fmla="*/ 87 w 139"/>
                <a:gd name="T17" fmla="*/ 88 h 140"/>
                <a:gd name="T18" fmla="*/ 118 w 139"/>
                <a:gd name="T19" fmla="*/ 22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9" h="140">
                  <a:moveTo>
                    <a:pt x="12" y="128"/>
                  </a:moveTo>
                  <a:cubicBezTo>
                    <a:pt x="0" y="116"/>
                    <a:pt x="16" y="81"/>
                    <a:pt x="48" y="49"/>
                  </a:cubicBezTo>
                  <a:cubicBezTo>
                    <a:pt x="80" y="17"/>
                    <a:pt x="115" y="0"/>
                    <a:pt x="127" y="12"/>
                  </a:cubicBezTo>
                  <a:cubicBezTo>
                    <a:pt x="139" y="24"/>
                    <a:pt x="123" y="59"/>
                    <a:pt x="91" y="91"/>
                  </a:cubicBezTo>
                  <a:cubicBezTo>
                    <a:pt x="59" y="123"/>
                    <a:pt x="23" y="140"/>
                    <a:pt x="12" y="128"/>
                  </a:cubicBezTo>
                  <a:close/>
                  <a:moveTo>
                    <a:pt x="118" y="22"/>
                  </a:moveTo>
                  <a:cubicBezTo>
                    <a:pt x="108" y="12"/>
                    <a:pt x="78" y="25"/>
                    <a:pt x="52" y="52"/>
                  </a:cubicBezTo>
                  <a:cubicBezTo>
                    <a:pt x="25" y="79"/>
                    <a:pt x="11" y="109"/>
                    <a:pt x="21" y="119"/>
                  </a:cubicBezTo>
                  <a:cubicBezTo>
                    <a:pt x="31" y="128"/>
                    <a:pt x="60" y="115"/>
                    <a:pt x="87" y="88"/>
                  </a:cubicBezTo>
                  <a:cubicBezTo>
                    <a:pt x="114" y="61"/>
                    <a:pt x="128" y="31"/>
                    <a:pt x="118"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1" name="Oval 55"/>
            <p:cNvSpPr>
              <a:spLocks noChangeArrowheads="1"/>
            </p:cNvSpPr>
            <p:nvPr/>
          </p:nvSpPr>
          <p:spPr bwMode="auto">
            <a:xfrm>
              <a:off x="2399667" y="4467702"/>
              <a:ext cx="74613" cy="77788"/>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2" name="Freeform 56"/>
            <p:cNvSpPr>
              <a:spLocks noEditPoints="1"/>
            </p:cNvSpPr>
            <p:nvPr/>
          </p:nvSpPr>
          <p:spPr bwMode="auto">
            <a:xfrm>
              <a:off x="1167767" y="2226152"/>
              <a:ext cx="179388" cy="490538"/>
            </a:xfrm>
            <a:custGeom>
              <a:avLst/>
              <a:gdLst>
                <a:gd name="T0" fmla="*/ 30 w 60"/>
                <a:gd name="T1" fmla="*/ 0 h 164"/>
                <a:gd name="T2" fmla="*/ 60 w 60"/>
                <a:gd name="T3" fmla="*/ 82 h 164"/>
                <a:gd name="T4" fmla="*/ 30 w 60"/>
                <a:gd name="T5" fmla="*/ 164 h 164"/>
                <a:gd name="T6" fmla="*/ 0 w 60"/>
                <a:gd name="T7" fmla="*/ 82 h 164"/>
                <a:gd name="T8" fmla="*/ 30 w 60"/>
                <a:gd name="T9" fmla="*/ 0 h 164"/>
                <a:gd name="T10" fmla="*/ 30 w 60"/>
                <a:gd name="T11" fmla="*/ 151 h 164"/>
                <a:gd name="T12" fmla="*/ 55 w 60"/>
                <a:gd name="T13" fmla="*/ 82 h 164"/>
                <a:gd name="T14" fmla="*/ 30 w 60"/>
                <a:gd name="T15" fmla="*/ 13 h 164"/>
                <a:gd name="T16" fmla="*/ 5 w 60"/>
                <a:gd name="T17" fmla="*/ 82 h 164"/>
                <a:gd name="T18" fmla="*/ 30 w 60"/>
                <a:gd name="T19" fmla="*/ 151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164">
                  <a:moveTo>
                    <a:pt x="30" y="0"/>
                  </a:moveTo>
                  <a:cubicBezTo>
                    <a:pt x="46" y="0"/>
                    <a:pt x="60" y="37"/>
                    <a:pt x="60" y="82"/>
                  </a:cubicBezTo>
                  <a:cubicBezTo>
                    <a:pt x="60" y="127"/>
                    <a:pt x="46" y="164"/>
                    <a:pt x="30" y="164"/>
                  </a:cubicBezTo>
                  <a:cubicBezTo>
                    <a:pt x="13" y="164"/>
                    <a:pt x="0" y="127"/>
                    <a:pt x="0" y="82"/>
                  </a:cubicBezTo>
                  <a:cubicBezTo>
                    <a:pt x="0" y="37"/>
                    <a:pt x="13" y="0"/>
                    <a:pt x="30" y="0"/>
                  </a:cubicBezTo>
                  <a:close/>
                  <a:moveTo>
                    <a:pt x="30" y="151"/>
                  </a:moveTo>
                  <a:cubicBezTo>
                    <a:pt x="44" y="151"/>
                    <a:pt x="55" y="120"/>
                    <a:pt x="55" y="82"/>
                  </a:cubicBezTo>
                  <a:cubicBezTo>
                    <a:pt x="55" y="44"/>
                    <a:pt x="44" y="13"/>
                    <a:pt x="30" y="13"/>
                  </a:cubicBezTo>
                  <a:cubicBezTo>
                    <a:pt x="16" y="13"/>
                    <a:pt x="5" y="44"/>
                    <a:pt x="5" y="82"/>
                  </a:cubicBezTo>
                  <a:cubicBezTo>
                    <a:pt x="5" y="120"/>
                    <a:pt x="16" y="151"/>
                    <a:pt x="30" y="15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3" name="Freeform 57"/>
            <p:cNvSpPr>
              <a:spLocks noEditPoints="1"/>
            </p:cNvSpPr>
            <p:nvPr/>
          </p:nvSpPr>
          <p:spPr bwMode="auto">
            <a:xfrm>
              <a:off x="1012192" y="2381727"/>
              <a:ext cx="490538" cy="179388"/>
            </a:xfrm>
            <a:custGeom>
              <a:avLst/>
              <a:gdLst>
                <a:gd name="T0" fmla="*/ 0 w 164"/>
                <a:gd name="T1" fmla="*/ 30 h 60"/>
                <a:gd name="T2" fmla="*/ 82 w 164"/>
                <a:gd name="T3" fmla="*/ 0 h 60"/>
                <a:gd name="T4" fmla="*/ 164 w 164"/>
                <a:gd name="T5" fmla="*/ 30 h 60"/>
                <a:gd name="T6" fmla="*/ 82 w 164"/>
                <a:gd name="T7" fmla="*/ 60 h 60"/>
                <a:gd name="T8" fmla="*/ 0 w 164"/>
                <a:gd name="T9" fmla="*/ 30 h 60"/>
                <a:gd name="T10" fmla="*/ 150 w 164"/>
                <a:gd name="T11" fmla="*/ 30 h 60"/>
                <a:gd name="T12" fmla="*/ 82 w 164"/>
                <a:gd name="T13" fmla="*/ 5 h 60"/>
                <a:gd name="T14" fmla="*/ 13 w 164"/>
                <a:gd name="T15" fmla="*/ 30 h 60"/>
                <a:gd name="T16" fmla="*/ 82 w 164"/>
                <a:gd name="T17" fmla="*/ 55 h 60"/>
                <a:gd name="T18" fmla="*/ 150 w 164"/>
                <a:gd name="T19" fmla="*/ 3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4" h="60">
                  <a:moveTo>
                    <a:pt x="0" y="30"/>
                  </a:moveTo>
                  <a:cubicBezTo>
                    <a:pt x="0" y="13"/>
                    <a:pt x="37" y="0"/>
                    <a:pt x="82" y="0"/>
                  </a:cubicBezTo>
                  <a:cubicBezTo>
                    <a:pt x="127" y="0"/>
                    <a:pt x="164" y="13"/>
                    <a:pt x="164" y="30"/>
                  </a:cubicBezTo>
                  <a:cubicBezTo>
                    <a:pt x="164" y="47"/>
                    <a:pt x="127" y="60"/>
                    <a:pt x="82" y="60"/>
                  </a:cubicBezTo>
                  <a:cubicBezTo>
                    <a:pt x="37" y="60"/>
                    <a:pt x="0" y="47"/>
                    <a:pt x="0" y="30"/>
                  </a:cubicBezTo>
                  <a:close/>
                  <a:moveTo>
                    <a:pt x="150" y="30"/>
                  </a:moveTo>
                  <a:cubicBezTo>
                    <a:pt x="150" y="16"/>
                    <a:pt x="120" y="5"/>
                    <a:pt x="82" y="5"/>
                  </a:cubicBezTo>
                  <a:cubicBezTo>
                    <a:pt x="44" y="5"/>
                    <a:pt x="13" y="16"/>
                    <a:pt x="13" y="30"/>
                  </a:cubicBezTo>
                  <a:cubicBezTo>
                    <a:pt x="13" y="44"/>
                    <a:pt x="44" y="55"/>
                    <a:pt x="82" y="55"/>
                  </a:cubicBezTo>
                  <a:cubicBezTo>
                    <a:pt x="120" y="55"/>
                    <a:pt x="150" y="44"/>
                    <a:pt x="150" y="3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4" name="Freeform 58"/>
            <p:cNvSpPr>
              <a:spLocks noEditPoints="1"/>
            </p:cNvSpPr>
            <p:nvPr/>
          </p:nvSpPr>
          <p:spPr bwMode="auto">
            <a:xfrm>
              <a:off x="1048705" y="2262664"/>
              <a:ext cx="414338" cy="417513"/>
            </a:xfrm>
            <a:custGeom>
              <a:avLst/>
              <a:gdLst>
                <a:gd name="T0" fmla="*/ 12 w 139"/>
                <a:gd name="T1" fmla="*/ 12 h 140"/>
                <a:gd name="T2" fmla="*/ 91 w 139"/>
                <a:gd name="T3" fmla="*/ 49 h 140"/>
                <a:gd name="T4" fmla="*/ 128 w 139"/>
                <a:gd name="T5" fmla="*/ 128 h 140"/>
                <a:gd name="T6" fmla="*/ 48 w 139"/>
                <a:gd name="T7" fmla="*/ 91 h 140"/>
                <a:gd name="T8" fmla="*/ 12 w 139"/>
                <a:gd name="T9" fmla="*/ 12 h 140"/>
                <a:gd name="T10" fmla="*/ 118 w 139"/>
                <a:gd name="T11" fmla="*/ 119 h 140"/>
                <a:gd name="T12" fmla="*/ 88 w 139"/>
                <a:gd name="T13" fmla="*/ 52 h 140"/>
                <a:gd name="T14" fmla="*/ 21 w 139"/>
                <a:gd name="T15" fmla="*/ 22 h 140"/>
                <a:gd name="T16" fmla="*/ 52 w 139"/>
                <a:gd name="T17" fmla="*/ 88 h 140"/>
                <a:gd name="T18" fmla="*/ 118 w 139"/>
                <a:gd name="T19" fmla="*/ 119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9" h="140">
                  <a:moveTo>
                    <a:pt x="12" y="12"/>
                  </a:moveTo>
                  <a:cubicBezTo>
                    <a:pt x="24" y="0"/>
                    <a:pt x="59" y="17"/>
                    <a:pt x="91" y="49"/>
                  </a:cubicBezTo>
                  <a:cubicBezTo>
                    <a:pt x="123" y="81"/>
                    <a:pt x="139" y="116"/>
                    <a:pt x="128" y="128"/>
                  </a:cubicBezTo>
                  <a:cubicBezTo>
                    <a:pt x="116" y="140"/>
                    <a:pt x="80" y="123"/>
                    <a:pt x="48" y="91"/>
                  </a:cubicBezTo>
                  <a:cubicBezTo>
                    <a:pt x="17" y="59"/>
                    <a:pt x="0" y="24"/>
                    <a:pt x="12" y="12"/>
                  </a:cubicBezTo>
                  <a:close/>
                  <a:moveTo>
                    <a:pt x="118" y="119"/>
                  </a:moveTo>
                  <a:cubicBezTo>
                    <a:pt x="128" y="109"/>
                    <a:pt x="114" y="79"/>
                    <a:pt x="88" y="52"/>
                  </a:cubicBezTo>
                  <a:cubicBezTo>
                    <a:pt x="61" y="25"/>
                    <a:pt x="31" y="12"/>
                    <a:pt x="21" y="22"/>
                  </a:cubicBezTo>
                  <a:cubicBezTo>
                    <a:pt x="12" y="31"/>
                    <a:pt x="25" y="61"/>
                    <a:pt x="52" y="88"/>
                  </a:cubicBezTo>
                  <a:cubicBezTo>
                    <a:pt x="79" y="115"/>
                    <a:pt x="108" y="128"/>
                    <a:pt x="118" y="11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5" name="Freeform 59"/>
            <p:cNvSpPr>
              <a:spLocks noEditPoints="1"/>
            </p:cNvSpPr>
            <p:nvPr/>
          </p:nvSpPr>
          <p:spPr bwMode="auto">
            <a:xfrm>
              <a:off x="1048705" y="2262664"/>
              <a:ext cx="414338" cy="417513"/>
            </a:xfrm>
            <a:custGeom>
              <a:avLst/>
              <a:gdLst>
                <a:gd name="T0" fmla="*/ 12 w 139"/>
                <a:gd name="T1" fmla="*/ 128 h 140"/>
                <a:gd name="T2" fmla="*/ 48 w 139"/>
                <a:gd name="T3" fmla="*/ 49 h 140"/>
                <a:gd name="T4" fmla="*/ 128 w 139"/>
                <a:gd name="T5" fmla="*/ 12 h 140"/>
                <a:gd name="T6" fmla="*/ 91 w 139"/>
                <a:gd name="T7" fmla="*/ 91 h 140"/>
                <a:gd name="T8" fmla="*/ 12 w 139"/>
                <a:gd name="T9" fmla="*/ 128 h 140"/>
                <a:gd name="T10" fmla="*/ 118 w 139"/>
                <a:gd name="T11" fmla="*/ 22 h 140"/>
                <a:gd name="T12" fmla="*/ 52 w 139"/>
                <a:gd name="T13" fmla="*/ 52 h 140"/>
                <a:gd name="T14" fmla="*/ 21 w 139"/>
                <a:gd name="T15" fmla="*/ 119 h 140"/>
                <a:gd name="T16" fmla="*/ 88 w 139"/>
                <a:gd name="T17" fmla="*/ 88 h 140"/>
                <a:gd name="T18" fmla="*/ 118 w 139"/>
                <a:gd name="T19" fmla="*/ 22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9" h="140">
                  <a:moveTo>
                    <a:pt x="12" y="128"/>
                  </a:moveTo>
                  <a:cubicBezTo>
                    <a:pt x="0" y="116"/>
                    <a:pt x="17" y="81"/>
                    <a:pt x="48" y="49"/>
                  </a:cubicBezTo>
                  <a:cubicBezTo>
                    <a:pt x="80" y="17"/>
                    <a:pt x="116" y="0"/>
                    <a:pt x="128" y="12"/>
                  </a:cubicBezTo>
                  <a:cubicBezTo>
                    <a:pt x="139" y="24"/>
                    <a:pt x="123" y="59"/>
                    <a:pt x="91" y="91"/>
                  </a:cubicBezTo>
                  <a:cubicBezTo>
                    <a:pt x="59" y="123"/>
                    <a:pt x="24" y="140"/>
                    <a:pt x="12" y="128"/>
                  </a:cubicBezTo>
                  <a:close/>
                  <a:moveTo>
                    <a:pt x="118" y="22"/>
                  </a:moveTo>
                  <a:cubicBezTo>
                    <a:pt x="108" y="12"/>
                    <a:pt x="79" y="25"/>
                    <a:pt x="52" y="52"/>
                  </a:cubicBezTo>
                  <a:cubicBezTo>
                    <a:pt x="25" y="79"/>
                    <a:pt x="12" y="109"/>
                    <a:pt x="21" y="119"/>
                  </a:cubicBezTo>
                  <a:cubicBezTo>
                    <a:pt x="31" y="128"/>
                    <a:pt x="61" y="115"/>
                    <a:pt x="88" y="88"/>
                  </a:cubicBezTo>
                  <a:cubicBezTo>
                    <a:pt x="114" y="61"/>
                    <a:pt x="128" y="31"/>
                    <a:pt x="118"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6" name="Oval 60"/>
            <p:cNvSpPr>
              <a:spLocks noChangeArrowheads="1"/>
            </p:cNvSpPr>
            <p:nvPr/>
          </p:nvSpPr>
          <p:spPr bwMode="auto">
            <a:xfrm>
              <a:off x="1218567" y="2432527"/>
              <a:ext cx="74613" cy="77788"/>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7" name="Freeform 61"/>
            <p:cNvSpPr>
              <a:spLocks noEditPoints="1"/>
            </p:cNvSpPr>
            <p:nvPr/>
          </p:nvSpPr>
          <p:spPr bwMode="auto">
            <a:xfrm>
              <a:off x="1605917" y="3358039"/>
              <a:ext cx="409575" cy="411163"/>
            </a:xfrm>
            <a:custGeom>
              <a:avLst/>
              <a:gdLst>
                <a:gd name="T0" fmla="*/ 44 w 137"/>
                <a:gd name="T1" fmla="*/ 14 h 138"/>
                <a:gd name="T2" fmla="*/ 124 w 137"/>
                <a:gd name="T3" fmla="*/ 44 h 138"/>
                <a:gd name="T4" fmla="*/ 94 w 137"/>
                <a:gd name="T5" fmla="*/ 124 h 138"/>
                <a:gd name="T6" fmla="*/ 14 w 137"/>
                <a:gd name="T7" fmla="*/ 94 h 138"/>
                <a:gd name="T8" fmla="*/ 44 w 137"/>
                <a:gd name="T9" fmla="*/ 14 h 138"/>
                <a:gd name="T10" fmla="*/ 89 w 137"/>
                <a:gd name="T11" fmla="*/ 114 h 138"/>
                <a:gd name="T12" fmla="*/ 113 w 137"/>
                <a:gd name="T13" fmla="*/ 49 h 138"/>
                <a:gd name="T14" fmla="*/ 48 w 137"/>
                <a:gd name="T15" fmla="*/ 24 h 138"/>
                <a:gd name="T16" fmla="*/ 24 w 137"/>
                <a:gd name="T17" fmla="*/ 89 h 138"/>
                <a:gd name="T18" fmla="*/ 89 w 137"/>
                <a:gd name="T19" fmla="*/ 114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7" h="138">
                  <a:moveTo>
                    <a:pt x="44" y="14"/>
                  </a:moveTo>
                  <a:cubicBezTo>
                    <a:pt x="74" y="0"/>
                    <a:pt x="110" y="14"/>
                    <a:pt x="124" y="44"/>
                  </a:cubicBezTo>
                  <a:cubicBezTo>
                    <a:pt x="137" y="74"/>
                    <a:pt x="124" y="110"/>
                    <a:pt x="94" y="124"/>
                  </a:cubicBezTo>
                  <a:cubicBezTo>
                    <a:pt x="63" y="138"/>
                    <a:pt x="27" y="124"/>
                    <a:pt x="14" y="94"/>
                  </a:cubicBezTo>
                  <a:cubicBezTo>
                    <a:pt x="0" y="64"/>
                    <a:pt x="13" y="28"/>
                    <a:pt x="44" y="14"/>
                  </a:cubicBezTo>
                  <a:close/>
                  <a:moveTo>
                    <a:pt x="89" y="114"/>
                  </a:moveTo>
                  <a:cubicBezTo>
                    <a:pt x="114" y="103"/>
                    <a:pt x="124" y="73"/>
                    <a:pt x="113" y="49"/>
                  </a:cubicBezTo>
                  <a:cubicBezTo>
                    <a:pt x="102" y="24"/>
                    <a:pt x="73" y="13"/>
                    <a:pt x="48" y="24"/>
                  </a:cubicBezTo>
                  <a:cubicBezTo>
                    <a:pt x="24" y="35"/>
                    <a:pt x="13" y="65"/>
                    <a:pt x="24" y="89"/>
                  </a:cubicBezTo>
                  <a:cubicBezTo>
                    <a:pt x="35" y="114"/>
                    <a:pt x="64" y="125"/>
                    <a:pt x="89" y="1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8" name="Freeform 62"/>
            <p:cNvSpPr/>
            <p:nvPr/>
          </p:nvSpPr>
          <p:spPr bwMode="auto">
            <a:xfrm>
              <a:off x="1853567" y="3700939"/>
              <a:ext cx="119063" cy="179388"/>
            </a:xfrm>
            <a:custGeom>
              <a:avLst/>
              <a:gdLst>
                <a:gd name="T0" fmla="*/ 47 w 75"/>
                <a:gd name="T1" fmla="*/ 113 h 113"/>
                <a:gd name="T2" fmla="*/ 75 w 75"/>
                <a:gd name="T3" fmla="*/ 99 h 113"/>
                <a:gd name="T4" fmla="*/ 28 w 75"/>
                <a:gd name="T5" fmla="*/ 0 h 113"/>
                <a:gd name="T6" fmla="*/ 0 w 75"/>
                <a:gd name="T7" fmla="*/ 11 h 113"/>
                <a:gd name="T8" fmla="*/ 47 w 75"/>
                <a:gd name="T9" fmla="*/ 113 h 113"/>
              </a:gdLst>
              <a:ahLst/>
              <a:cxnLst>
                <a:cxn ang="0">
                  <a:pos x="T0" y="T1"/>
                </a:cxn>
                <a:cxn ang="0">
                  <a:pos x="T2" y="T3"/>
                </a:cxn>
                <a:cxn ang="0">
                  <a:pos x="T4" y="T5"/>
                </a:cxn>
                <a:cxn ang="0">
                  <a:pos x="T6" y="T7"/>
                </a:cxn>
                <a:cxn ang="0">
                  <a:pos x="T8" y="T9"/>
                </a:cxn>
              </a:cxnLst>
              <a:rect l="0" t="0" r="r" b="b"/>
              <a:pathLst>
                <a:path w="75" h="113">
                  <a:moveTo>
                    <a:pt x="47" y="113"/>
                  </a:moveTo>
                  <a:lnTo>
                    <a:pt x="75" y="99"/>
                  </a:lnTo>
                  <a:lnTo>
                    <a:pt x="28" y="0"/>
                  </a:lnTo>
                  <a:lnTo>
                    <a:pt x="0" y="11"/>
                  </a:lnTo>
                  <a:lnTo>
                    <a:pt x="47" y="11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9" name="Freeform 63"/>
            <p:cNvSpPr/>
            <p:nvPr/>
          </p:nvSpPr>
          <p:spPr bwMode="auto">
            <a:xfrm>
              <a:off x="1871030" y="3751739"/>
              <a:ext cx="158750" cy="238125"/>
            </a:xfrm>
            <a:custGeom>
              <a:avLst/>
              <a:gdLst>
                <a:gd name="T0" fmla="*/ 26 w 53"/>
                <a:gd name="T1" fmla="*/ 71 h 80"/>
                <a:gd name="T2" fmla="*/ 43 w 53"/>
                <a:gd name="T3" fmla="*/ 77 h 80"/>
                <a:gd name="T4" fmla="*/ 43 w 53"/>
                <a:gd name="T5" fmla="*/ 77 h 80"/>
                <a:gd name="T6" fmla="*/ 50 w 53"/>
                <a:gd name="T7" fmla="*/ 60 h 80"/>
                <a:gd name="T8" fmla="*/ 27 w 53"/>
                <a:gd name="T9" fmla="*/ 9 h 80"/>
                <a:gd name="T10" fmla="*/ 10 w 53"/>
                <a:gd name="T11" fmla="*/ 3 h 80"/>
                <a:gd name="T12" fmla="*/ 10 w 53"/>
                <a:gd name="T13" fmla="*/ 3 h 80"/>
                <a:gd name="T14" fmla="*/ 3 w 53"/>
                <a:gd name="T15" fmla="*/ 20 h 80"/>
                <a:gd name="T16" fmla="*/ 26 w 53"/>
                <a:gd name="T17" fmla="*/ 71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3" h="80">
                  <a:moveTo>
                    <a:pt x="26" y="71"/>
                  </a:moveTo>
                  <a:cubicBezTo>
                    <a:pt x="29" y="77"/>
                    <a:pt x="37" y="80"/>
                    <a:pt x="43" y="77"/>
                  </a:cubicBezTo>
                  <a:cubicBezTo>
                    <a:pt x="43" y="77"/>
                    <a:pt x="43" y="77"/>
                    <a:pt x="43" y="77"/>
                  </a:cubicBezTo>
                  <a:cubicBezTo>
                    <a:pt x="50" y="74"/>
                    <a:pt x="53" y="67"/>
                    <a:pt x="50" y="60"/>
                  </a:cubicBezTo>
                  <a:cubicBezTo>
                    <a:pt x="27" y="9"/>
                    <a:pt x="27" y="9"/>
                    <a:pt x="27" y="9"/>
                  </a:cubicBezTo>
                  <a:cubicBezTo>
                    <a:pt x="24" y="3"/>
                    <a:pt x="16" y="0"/>
                    <a:pt x="10" y="3"/>
                  </a:cubicBezTo>
                  <a:cubicBezTo>
                    <a:pt x="10" y="3"/>
                    <a:pt x="10" y="3"/>
                    <a:pt x="10" y="3"/>
                  </a:cubicBezTo>
                  <a:cubicBezTo>
                    <a:pt x="3" y="6"/>
                    <a:pt x="0" y="14"/>
                    <a:pt x="3" y="20"/>
                  </a:cubicBezTo>
                  <a:lnTo>
                    <a:pt x="26" y="7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0" name="Freeform 64"/>
            <p:cNvSpPr>
              <a:spLocks noEditPoints="1"/>
            </p:cNvSpPr>
            <p:nvPr/>
          </p:nvSpPr>
          <p:spPr bwMode="auto">
            <a:xfrm>
              <a:off x="3488692" y="3554889"/>
              <a:ext cx="401638" cy="404813"/>
            </a:xfrm>
            <a:custGeom>
              <a:avLst/>
              <a:gdLst>
                <a:gd name="T0" fmla="*/ 105 w 135"/>
                <a:gd name="T1" fmla="*/ 21 h 136"/>
                <a:gd name="T2" fmla="*/ 114 w 135"/>
                <a:gd name="T3" fmla="*/ 106 h 136"/>
                <a:gd name="T4" fmla="*/ 29 w 135"/>
                <a:gd name="T5" fmla="*/ 115 h 136"/>
                <a:gd name="T6" fmla="*/ 21 w 135"/>
                <a:gd name="T7" fmla="*/ 30 h 136"/>
                <a:gd name="T8" fmla="*/ 105 w 135"/>
                <a:gd name="T9" fmla="*/ 21 h 136"/>
                <a:gd name="T10" fmla="*/ 36 w 135"/>
                <a:gd name="T11" fmla="*/ 106 h 136"/>
                <a:gd name="T12" fmla="*/ 106 w 135"/>
                <a:gd name="T13" fmla="*/ 99 h 136"/>
                <a:gd name="T14" fmla="*/ 98 w 135"/>
                <a:gd name="T15" fmla="*/ 30 h 136"/>
                <a:gd name="T16" fmla="*/ 29 w 135"/>
                <a:gd name="T17" fmla="*/ 37 h 136"/>
                <a:gd name="T18" fmla="*/ 36 w 135"/>
                <a:gd name="T19" fmla="*/ 106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5" h="136">
                  <a:moveTo>
                    <a:pt x="105" y="21"/>
                  </a:moveTo>
                  <a:cubicBezTo>
                    <a:pt x="131" y="42"/>
                    <a:pt x="135" y="80"/>
                    <a:pt x="114" y="106"/>
                  </a:cubicBezTo>
                  <a:cubicBezTo>
                    <a:pt x="93" y="132"/>
                    <a:pt x="55" y="136"/>
                    <a:pt x="29" y="115"/>
                  </a:cubicBezTo>
                  <a:cubicBezTo>
                    <a:pt x="4" y="94"/>
                    <a:pt x="0" y="56"/>
                    <a:pt x="21" y="30"/>
                  </a:cubicBezTo>
                  <a:cubicBezTo>
                    <a:pt x="42" y="4"/>
                    <a:pt x="80" y="0"/>
                    <a:pt x="105" y="21"/>
                  </a:cubicBezTo>
                  <a:close/>
                  <a:moveTo>
                    <a:pt x="36" y="106"/>
                  </a:moveTo>
                  <a:cubicBezTo>
                    <a:pt x="58" y="123"/>
                    <a:pt x="88" y="120"/>
                    <a:pt x="106" y="99"/>
                  </a:cubicBezTo>
                  <a:cubicBezTo>
                    <a:pt x="123" y="78"/>
                    <a:pt x="119" y="47"/>
                    <a:pt x="98" y="30"/>
                  </a:cubicBezTo>
                  <a:cubicBezTo>
                    <a:pt x="77" y="13"/>
                    <a:pt x="46" y="16"/>
                    <a:pt x="29" y="37"/>
                  </a:cubicBezTo>
                  <a:cubicBezTo>
                    <a:pt x="12" y="58"/>
                    <a:pt x="15" y="89"/>
                    <a:pt x="36" y="10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1" name="Freeform 65"/>
            <p:cNvSpPr/>
            <p:nvPr/>
          </p:nvSpPr>
          <p:spPr bwMode="auto">
            <a:xfrm>
              <a:off x="3458530" y="3867627"/>
              <a:ext cx="149225" cy="166688"/>
            </a:xfrm>
            <a:custGeom>
              <a:avLst/>
              <a:gdLst>
                <a:gd name="T0" fmla="*/ 0 w 94"/>
                <a:gd name="T1" fmla="*/ 85 h 105"/>
                <a:gd name="T2" fmla="*/ 24 w 94"/>
                <a:gd name="T3" fmla="*/ 105 h 105"/>
                <a:gd name="T4" fmla="*/ 94 w 94"/>
                <a:gd name="T5" fmla="*/ 19 h 105"/>
                <a:gd name="T6" fmla="*/ 69 w 94"/>
                <a:gd name="T7" fmla="*/ 0 h 105"/>
                <a:gd name="T8" fmla="*/ 0 w 94"/>
                <a:gd name="T9" fmla="*/ 85 h 105"/>
              </a:gdLst>
              <a:ahLst/>
              <a:cxnLst>
                <a:cxn ang="0">
                  <a:pos x="T0" y="T1"/>
                </a:cxn>
                <a:cxn ang="0">
                  <a:pos x="T2" y="T3"/>
                </a:cxn>
                <a:cxn ang="0">
                  <a:pos x="T4" y="T5"/>
                </a:cxn>
                <a:cxn ang="0">
                  <a:pos x="T6" y="T7"/>
                </a:cxn>
                <a:cxn ang="0">
                  <a:pos x="T8" y="T9"/>
                </a:cxn>
              </a:cxnLst>
              <a:rect l="0" t="0" r="r" b="b"/>
              <a:pathLst>
                <a:path w="94" h="105">
                  <a:moveTo>
                    <a:pt x="0" y="85"/>
                  </a:moveTo>
                  <a:lnTo>
                    <a:pt x="24" y="105"/>
                  </a:lnTo>
                  <a:lnTo>
                    <a:pt x="94" y="19"/>
                  </a:lnTo>
                  <a:lnTo>
                    <a:pt x="69" y="0"/>
                  </a:lnTo>
                  <a:lnTo>
                    <a:pt x="0" y="8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2" name="Freeform 66"/>
            <p:cNvSpPr/>
            <p:nvPr/>
          </p:nvSpPr>
          <p:spPr bwMode="auto">
            <a:xfrm>
              <a:off x="3380742" y="3912077"/>
              <a:ext cx="190500" cy="214313"/>
            </a:xfrm>
            <a:custGeom>
              <a:avLst/>
              <a:gdLst>
                <a:gd name="T0" fmla="*/ 5 w 64"/>
                <a:gd name="T1" fmla="*/ 49 h 72"/>
                <a:gd name="T2" fmla="*/ 6 w 64"/>
                <a:gd name="T3" fmla="*/ 68 h 72"/>
                <a:gd name="T4" fmla="*/ 6 w 64"/>
                <a:gd name="T5" fmla="*/ 68 h 72"/>
                <a:gd name="T6" fmla="*/ 25 w 64"/>
                <a:gd name="T7" fmla="*/ 66 h 72"/>
                <a:gd name="T8" fmla="*/ 60 w 64"/>
                <a:gd name="T9" fmla="*/ 23 h 72"/>
                <a:gd name="T10" fmla="*/ 58 w 64"/>
                <a:gd name="T11" fmla="*/ 4 h 72"/>
                <a:gd name="T12" fmla="*/ 58 w 64"/>
                <a:gd name="T13" fmla="*/ 4 h 72"/>
                <a:gd name="T14" fmla="*/ 40 w 64"/>
                <a:gd name="T15" fmla="*/ 6 h 72"/>
                <a:gd name="T16" fmla="*/ 5 w 64"/>
                <a:gd name="T17" fmla="*/ 49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72">
                  <a:moveTo>
                    <a:pt x="5" y="49"/>
                  </a:moveTo>
                  <a:cubicBezTo>
                    <a:pt x="0" y="55"/>
                    <a:pt x="1" y="63"/>
                    <a:pt x="6" y="68"/>
                  </a:cubicBezTo>
                  <a:cubicBezTo>
                    <a:pt x="6" y="68"/>
                    <a:pt x="6" y="68"/>
                    <a:pt x="6" y="68"/>
                  </a:cubicBezTo>
                  <a:cubicBezTo>
                    <a:pt x="12" y="72"/>
                    <a:pt x="20" y="71"/>
                    <a:pt x="25" y="66"/>
                  </a:cubicBezTo>
                  <a:cubicBezTo>
                    <a:pt x="60" y="23"/>
                    <a:pt x="60" y="23"/>
                    <a:pt x="60" y="23"/>
                  </a:cubicBezTo>
                  <a:cubicBezTo>
                    <a:pt x="64" y="17"/>
                    <a:pt x="63" y="9"/>
                    <a:pt x="58" y="4"/>
                  </a:cubicBezTo>
                  <a:cubicBezTo>
                    <a:pt x="58" y="4"/>
                    <a:pt x="58" y="4"/>
                    <a:pt x="58" y="4"/>
                  </a:cubicBezTo>
                  <a:cubicBezTo>
                    <a:pt x="52" y="0"/>
                    <a:pt x="44" y="1"/>
                    <a:pt x="40" y="6"/>
                  </a:cubicBezTo>
                  <a:lnTo>
                    <a:pt x="5" y="4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3" name="Freeform 67"/>
            <p:cNvSpPr>
              <a:spLocks noEditPoints="1"/>
            </p:cNvSpPr>
            <p:nvPr/>
          </p:nvSpPr>
          <p:spPr bwMode="auto">
            <a:xfrm>
              <a:off x="1439230" y="2632552"/>
              <a:ext cx="325438" cy="623888"/>
            </a:xfrm>
            <a:custGeom>
              <a:avLst/>
              <a:gdLst>
                <a:gd name="T0" fmla="*/ 205 w 205"/>
                <a:gd name="T1" fmla="*/ 0 h 393"/>
                <a:gd name="T2" fmla="*/ 205 w 205"/>
                <a:gd name="T3" fmla="*/ 393 h 393"/>
                <a:gd name="T4" fmla="*/ 0 w 205"/>
                <a:gd name="T5" fmla="*/ 393 h 393"/>
                <a:gd name="T6" fmla="*/ 205 w 205"/>
                <a:gd name="T7" fmla="*/ 0 h 393"/>
                <a:gd name="T8" fmla="*/ 175 w 205"/>
                <a:gd name="T9" fmla="*/ 152 h 393"/>
                <a:gd name="T10" fmla="*/ 68 w 205"/>
                <a:gd name="T11" fmla="*/ 340 h 393"/>
                <a:gd name="T12" fmla="*/ 175 w 205"/>
                <a:gd name="T13" fmla="*/ 340 h 393"/>
                <a:gd name="T14" fmla="*/ 175 w 205"/>
                <a:gd name="T15" fmla="*/ 152 h 39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05" h="393">
                  <a:moveTo>
                    <a:pt x="205" y="0"/>
                  </a:moveTo>
                  <a:lnTo>
                    <a:pt x="205" y="393"/>
                  </a:lnTo>
                  <a:lnTo>
                    <a:pt x="0" y="393"/>
                  </a:lnTo>
                  <a:lnTo>
                    <a:pt x="205" y="0"/>
                  </a:lnTo>
                  <a:close/>
                  <a:moveTo>
                    <a:pt x="175" y="152"/>
                  </a:moveTo>
                  <a:lnTo>
                    <a:pt x="68" y="340"/>
                  </a:lnTo>
                  <a:lnTo>
                    <a:pt x="175" y="340"/>
                  </a:lnTo>
                  <a:lnTo>
                    <a:pt x="175" y="15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4" name="Rectangle 68"/>
            <p:cNvSpPr>
              <a:spLocks noChangeArrowheads="1"/>
            </p:cNvSpPr>
            <p:nvPr/>
          </p:nvSpPr>
          <p:spPr bwMode="auto">
            <a:xfrm>
              <a:off x="1847217" y="2645252"/>
              <a:ext cx="84138" cy="6111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05" name="Freeform 69"/>
            <p:cNvSpPr>
              <a:spLocks noEditPoints="1"/>
            </p:cNvSpPr>
            <p:nvPr/>
          </p:nvSpPr>
          <p:spPr bwMode="auto">
            <a:xfrm>
              <a:off x="2858455" y="4478814"/>
              <a:ext cx="388938" cy="173038"/>
            </a:xfrm>
            <a:custGeom>
              <a:avLst/>
              <a:gdLst>
                <a:gd name="T0" fmla="*/ 245 w 245"/>
                <a:gd name="T1" fmla="*/ 0 h 109"/>
                <a:gd name="T2" fmla="*/ 57 w 245"/>
                <a:gd name="T3" fmla="*/ 109 h 109"/>
                <a:gd name="T4" fmla="*/ 0 w 245"/>
                <a:gd name="T5" fmla="*/ 10 h 109"/>
                <a:gd name="T6" fmla="*/ 245 w 245"/>
                <a:gd name="T7" fmla="*/ 0 h 109"/>
                <a:gd name="T8" fmla="*/ 164 w 245"/>
                <a:gd name="T9" fmla="*/ 28 h 109"/>
                <a:gd name="T10" fmla="*/ 44 w 245"/>
                <a:gd name="T11" fmla="*/ 28 h 109"/>
                <a:gd name="T12" fmla="*/ 74 w 245"/>
                <a:gd name="T13" fmla="*/ 79 h 109"/>
                <a:gd name="T14" fmla="*/ 164 w 245"/>
                <a:gd name="T15" fmla="*/ 28 h 10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5" h="109">
                  <a:moveTo>
                    <a:pt x="245" y="0"/>
                  </a:moveTo>
                  <a:lnTo>
                    <a:pt x="57" y="109"/>
                  </a:lnTo>
                  <a:lnTo>
                    <a:pt x="0" y="10"/>
                  </a:lnTo>
                  <a:lnTo>
                    <a:pt x="245" y="0"/>
                  </a:lnTo>
                  <a:close/>
                  <a:moveTo>
                    <a:pt x="164" y="28"/>
                  </a:moveTo>
                  <a:lnTo>
                    <a:pt x="44" y="28"/>
                  </a:lnTo>
                  <a:lnTo>
                    <a:pt x="74" y="79"/>
                  </a:lnTo>
                  <a:lnTo>
                    <a:pt x="164" y="2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6" name="Freeform 70"/>
            <p:cNvSpPr/>
            <p:nvPr/>
          </p:nvSpPr>
          <p:spPr bwMode="auto">
            <a:xfrm>
              <a:off x="2972755" y="4523264"/>
              <a:ext cx="315913" cy="209550"/>
            </a:xfrm>
            <a:custGeom>
              <a:avLst/>
              <a:gdLst>
                <a:gd name="T0" fmla="*/ 0 w 199"/>
                <a:gd name="T1" fmla="*/ 106 h 132"/>
                <a:gd name="T2" fmla="*/ 15 w 199"/>
                <a:gd name="T3" fmla="*/ 132 h 132"/>
                <a:gd name="T4" fmla="*/ 199 w 199"/>
                <a:gd name="T5" fmla="*/ 25 h 132"/>
                <a:gd name="T6" fmla="*/ 184 w 199"/>
                <a:gd name="T7" fmla="*/ 0 h 132"/>
                <a:gd name="T8" fmla="*/ 0 w 199"/>
                <a:gd name="T9" fmla="*/ 106 h 132"/>
              </a:gdLst>
              <a:ahLst/>
              <a:cxnLst>
                <a:cxn ang="0">
                  <a:pos x="T0" y="T1"/>
                </a:cxn>
                <a:cxn ang="0">
                  <a:pos x="T2" y="T3"/>
                </a:cxn>
                <a:cxn ang="0">
                  <a:pos x="T4" y="T5"/>
                </a:cxn>
                <a:cxn ang="0">
                  <a:pos x="T6" y="T7"/>
                </a:cxn>
                <a:cxn ang="0">
                  <a:pos x="T8" y="T9"/>
                </a:cxn>
              </a:cxnLst>
              <a:rect l="0" t="0" r="r" b="b"/>
              <a:pathLst>
                <a:path w="199" h="132">
                  <a:moveTo>
                    <a:pt x="0" y="106"/>
                  </a:moveTo>
                  <a:lnTo>
                    <a:pt x="15" y="132"/>
                  </a:lnTo>
                  <a:lnTo>
                    <a:pt x="199" y="25"/>
                  </a:lnTo>
                  <a:lnTo>
                    <a:pt x="184" y="0"/>
                  </a:lnTo>
                  <a:lnTo>
                    <a:pt x="0" y="10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7" name="Freeform 71"/>
            <p:cNvSpPr/>
            <p:nvPr/>
          </p:nvSpPr>
          <p:spPr bwMode="auto">
            <a:xfrm>
              <a:off x="2101217" y="1316514"/>
              <a:ext cx="277813" cy="254000"/>
            </a:xfrm>
            <a:custGeom>
              <a:avLst/>
              <a:gdLst>
                <a:gd name="T0" fmla="*/ 48 w 93"/>
                <a:gd name="T1" fmla="*/ 85 h 85"/>
                <a:gd name="T2" fmla="*/ 93 w 93"/>
                <a:gd name="T3" fmla="*/ 85 h 85"/>
                <a:gd name="T4" fmla="*/ 93 w 93"/>
                <a:gd name="T5" fmla="*/ 17 h 85"/>
                <a:gd name="T6" fmla="*/ 47 w 93"/>
                <a:gd name="T7" fmla="*/ 17 h 85"/>
                <a:gd name="T8" fmla="*/ 0 w 93"/>
                <a:gd name="T9" fmla="*/ 17 h 85"/>
                <a:gd name="T10" fmla="*/ 0 w 93"/>
                <a:gd name="T11" fmla="*/ 85 h 85"/>
                <a:gd name="T12" fmla="*/ 48 w 93"/>
                <a:gd name="T13" fmla="*/ 85 h 85"/>
              </a:gdLst>
              <a:ahLst/>
              <a:cxnLst>
                <a:cxn ang="0">
                  <a:pos x="T0" y="T1"/>
                </a:cxn>
                <a:cxn ang="0">
                  <a:pos x="T2" y="T3"/>
                </a:cxn>
                <a:cxn ang="0">
                  <a:pos x="T4" y="T5"/>
                </a:cxn>
                <a:cxn ang="0">
                  <a:pos x="T6" y="T7"/>
                </a:cxn>
                <a:cxn ang="0">
                  <a:pos x="T8" y="T9"/>
                </a:cxn>
                <a:cxn ang="0">
                  <a:pos x="T10" y="T11"/>
                </a:cxn>
                <a:cxn ang="0">
                  <a:pos x="T12" y="T13"/>
                </a:cxn>
              </a:cxnLst>
              <a:rect l="0" t="0" r="r" b="b"/>
              <a:pathLst>
                <a:path w="93" h="85">
                  <a:moveTo>
                    <a:pt x="48" y="85"/>
                  </a:moveTo>
                  <a:cubicBezTo>
                    <a:pt x="48" y="85"/>
                    <a:pt x="64" y="69"/>
                    <a:pt x="93" y="85"/>
                  </a:cubicBezTo>
                  <a:cubicBezTo>
                    <a:pt x="93" y="17"/>
                    <a:pt x="93" y="17"/>
                    <a:pt x="93" y="17"/>
                  </a:cubicBezTo>
                  <a:cubicBezTo>
                    <a:pt x="93" y="17"/>
                    <a:pt x="63" y="0"/>
                    <a:pt x="47" y="17"/>
                  </a:cubicBezTo>
                  <a:cubicBezTo>
                    <a:pt x="0" y="17"/>
                    <a:pt x="0" y="17"/>
                    <a:pt x="0" y="17"/>
                  </a:cubicBezTo>
                  <a:cubicBezTo>
                    <a:pt x="0" y="85"/>
                    <a:pt x="0" y="85"/>
                    <a:pt x="0" y="85"/>
                  </a:cubicBezTo>
                  <a:lnTo>
                    <a:pt x="48" y="8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8" name="Freeform 72"/>
            <p:cNvSpPr/>
            <p:nvPr/>
          </p:nvSpPr>
          <p:spPr bwMode="auto">
            <a:xfrm>
              <a:off x="1898017" y="2259489"/>
              <a:ext cx="274638" cy="257175"/>
            </a:xfrm>
            <a:custGeom>
              <a:avLst/>
              <a:gdLst>
                <a:gd name="T0" fmla="*/ 47 w 92"/>
                <a:gd name="T1" fmla="*/ 86 h 86"/>
                <a:gd name="T2" fmla="*/ 92 w 92"/>
                <a:gd name="T3" fmla="*/ 85 h 86"/>
                <a:gd name="T4" fmla="*/ 92 w 92"/>
                <a:gd name="T5" fmla="*/ 17 h 86"/>
                <a:gd name="T6" fmla="*/ 46 w 92"/>
                <a:gd name="T7" fmla="*/ 17 h 86"/>
                <a:gd name="T8" fmla="*/ 0 w 92"/>
                <a:gd name="T9" fmla="*/ 17 h 86"/>
                <a:gd name="T10" fmla="*/ 0 w 92"/>
                <a:gd name="T11" fmla="*/ 85 h 86"/>
                <a:gd name="T12" fmla="*/ 47 w 92"/>
                <a:gd name="T13" fmla="*/ 86 h 86"/>
              </a:gdLst>
              <a:ahLst/>
              <a:cxnLst>
                <a:cxn ang="0">
                  <a:pos x="T0" y="T1"/>
                </a:cxn>
                <a:cxn ang="0">
                  <a:pos x="T2" y="T3"/>
                </a:cxn>
                <a:cxn ang="0">
                  <a:pos x="T4" y="T5"/>
                </a:cxn>
                <a:cxn ang="0">
                  <a:pos x="T6" y="T7"/>
                </a:cxn>
                <a:cxn ang="0">
                  <a:pos x="T8" y="T9"/>
                </a:cxn>
                <a:cxn ang="0">
                  <a:pos x="T10" y="T11"/>
                </a:cxn>
                <a:cxn ang="0">
                  <a:pos x="T12" y="T13"/>
                </a:cxn>
              </a:cxnLst>
              <a:rect l="0" t="0" r="r" b="b"/>
              <a:pathLst>
                <a:path w="92" h="86">
                  <a:moveTo>
                    <a:pt x="47" y="86"/>
                  </a:moveTo>
                  <a:cubicBezTo>
                    <a:pt x="47" y="86"/>
                    <a:pt x="63" y="70"/>
                    <a:pt x="92" y="85"/>
                  </a:cubicBezTo>
                  <a:cubicBezTo>
                    <a:pt x="92" y="17"/>
                    <a:pt x="92" y="17"/>
                    <a:pt x="92" y="17"/>
                  </a:cubicBezTo>
                  <a:cubicBezTo>
                    <a:pt x="92" y="17"/>
                    <a:pt x="62" y="0"/>
                    <a:pt x="46" y="17"/>
                  </a:cubicBezTo>
                  <a:cubicBezTo>
                    <a:pt x="0" y="17"/>
                    <a:pt x="0" y="17"/>
                    <a:pt x="0" y="17"/>
                  </a:cubicBezTo>
                  <a:cubicBezTo>
                    <a:pt x="0" y="85"/>
                    <a:pt x="0" y="85"/>
                    <a:pt x="0" y="85"/>
                  </a:cubicBezTo>
                  <a:lnTo>
                    <a:pt x="47" y="8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9" name="Freeform 73"/>
            <p:cNvSpPr/>
            <p:nvPr/>
          </p:nvSpPr>
          <p:spPr bwMode="auto">
            <a:xfrm>
              <a:off x="3715705" y="2686527"/>
              <a:ext cx="342900" cy="330200"/>
            </a:xfrm>
            <a:custGeom>
              <a:avLst/>
              <a:gdLst>
                <a:gd name="T0" fmla="*/ 37 w 115"/>
                <a:gd name="T1" fmla="*/ 83 h 111"/>
                <a:gd name="T2" fmla="*/ 73 w 115"/>
                <a:gd name="T3" fmla="*/ 111 h 111"/>
                <a:gd name="T4" fmla="*/ 115 w 115"/>
                <a:gd name="T5" fmla="*/ 58 h 111"/>
                <a:gd name="T6" fmla="*/ 79 w 115"/>
                <a:gd name="T7" fmla="*/ 29 h 111"/>
                <a:gd name="T8" fmla="*/ 43 w 115"/>
                <a:gd name="T9" fmla="*/ 0 h 111"/>
                <a:gd name="T10" fmla="*/ 0 w 115"/>
                <a:gd name="T11" fmla="*/ 53 h 111"/>
                <a:gd name="T12" fmla="*/ 37 w 115"/>
                <a:gd name="T13" fmla="*/ 83 h 111"/>
              </a:gdLst>
              <a:ahLst/>
              <a:cxnLst>
                <a:cxn ang="0">
                  <a:pos x="T0" y="T1"/>
                </a:cxn>
                <a:cxn ang="0">
                  <a:pos x="T2" y="T3"/>
                </a:cxn>
                <a:cxn ang="0">
                  <a:pos x="T4" y="T5"/>
                </a:cxn>
                <a:cxn ang="0">
                  <a:pos x="T6" y="T7"/>
                </a:cxn>
                <a:cxn ang="0">
                  <a:pos x="T8" y="T9"/>
                </a:cxn>
                <a:cxn ang="0">
                  <a:pos x="T10" y="T11"/>
                </a:cxn>
                <a:cxn ang="0">
                  <a:pos x="T12" y="T13"/>
                </a:cxn>
              </a:cxnLst>
              <a:rect l="0" t="0" r="r" b="b"/>
              <a:pathLst>
                <a:path w="115" h="111">
                  <a:moveTo>
                    <a:pt x="37" y="83"/>
                  </a:moveTo>
                  <a:cubicBezTo>
                    <a:pt x="37" y="83"/>
                    <a:pt x="59" y="81"/>
                    <a:pt x="73" y="111"/>
                  </a:cubicBezTo>
                  <a:cubicBezTo>
                    <a:pt x="115" y="58"/>
                    <a:pt x="115" y="58"/>
                    <a:pt x="115" y="58"/>
                  </a:cubicBezTo>
                  <a:cubicBezTo>
                    <a:pt x="115" y="58"/>
                    <a:pt x="102" y="26"/>
                    <a:pt x="79" y="29"/>
                  </a:cubicBezTo>
                  <a:cubicBezTo>
                    <a:pt x="43" y="0"/>
                    <a:pt x="43" y="0"/>
                    <a:pt x="43" y="0"/>
                  </a:cubicBezTo>
                  <a:cubicBezTo>
                    <a:pt x="0" y="53"/>
                    <a:pt x="0" y="53"/>
                    <a:pt x="0" y="53"/>
                  </a:cubicBezTo>
                  <a:lnTo>
                    <a:pt x="37" y="8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0" name="Freeform 74"/>
            <p:cNvSpPr/>
            <p:nvPr/>
          </p:nvSpPr>
          <p:spPr bwMode="auto">
            <a:xfrm>
              <a:off x="2528255" y="3959702"/>
              <a:ext cx="277813" cy="257175"/>
            </a:xfrm>
            <a:custGeom>
              <a:avLst/>
              <a:gdLst>
                <a:gd name="T0" fmla="*/ 48 w 93"/>
                <a:gd name="T1" fmla="*/ 86 h 86"/>
                <a:gd name="T2" fmla="*/ 93 w 93"/>
                <a:gd name="T3" fmla="*/ 86 h 86"/>
                <a:gd name="T4" fmla="*/ 93 w 93"/>
                <a:gd name="T5" fmla="*/ 18 h 86"/>
                <a:gd name="T6" fmla="*/ 46 w 93"/>
                <a:gd name="T7" fmla="*/ 18 h 86"/>
                <a:gd name="T8" fmla="*/ 0 w 93"/>
                <a:gd name="T9" fmla="*/ 18 h 86"/>
                <a:gd name="T10" fmla="*/ 0 w 93"/>
                <a:gd name="T11" fmla="*/ 86 h 86"/>
                <a:gd name="T12" fmla="*/ 48 w 93"/>
                <a:gd name="T13" fmla="*/ 86 h 86"/>
              </a:gdLst>
              <a:ahLst/>
              <a:cxnLst>
                <a:cxn ang="0">
                  <a:pos x="T0" y="T1"/>
                </a:cxn>
                <a:cxn ang="0">
                  <a:pos x="T2" y="T3"/>
                </a:cxn>
                <a:cxn ang="0">
                  <a:pos x="T4" y="T5"/>
                </a:cxn>
                <a:cxn ang="0">
                  <a:pos x="T6" y="T7"/>
                </a:cxn>
                <a:cxn ang="0">
                  <a:pos x="T8" y="T9"/>
                </a:cxn>
                <a:cxn ang="0">
                  <a:pos x="T10" y="T11"/>
                </a:cxn>
                <a:cxn ang="0">
                  <a:pos x="T12" y="T13"/>
                </a:cxn>
              </a:cxnLst>
              <a:rect l="0" t="0" r="r" b="b"/>
              <a:pathLst>
                <a:path w="93" h="86">
                  <a:moveTo>
                    <a:pt x="48" y="86"/>
                  </a:moveTo>
                  <a:cubicBezTo>
                    <a:pt x="48" y="86"/>
                    <a:pt x="64" y="70"/>
                    <a:pt x="93" y="86"/>
                  </a:cubicBezTo>
                  <a:cubicBezTo>
                    <a:pt x="93" y="18"/>
                    <a:pt x="93" y="18"/>
                    <a:pt x="93" y="18"/>
                  </a:cubicBezTo>
                  <a:cubicBezTo>
                    <a:pt x="93" y="18"/>
                    <a:pt x="63" y="0"/>
                    <a:pt x="46" y="18"/>
                  </a:cubicBezTo>
                  <a:cubicBezTo>
                    <a:pt x="0" y="18"/>
                    <a:pt x="0" y="18"/>
                    <a:pt x="0" y="18"/>
                  </a:cubicBezTo>
                  <a:cubicBezTo>
                    <a:pt x="0" y="86"/>
                    <a:pt x="0" y="86"/>
                    <a:pt x="0" y="86"/>
                  </a:cubicBezTo>
                  <a:lnTo>
                    <a:pt x="48" y="8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1" name="Freeform 75"/>
            <p:cNvSpPr/>
            <p:nvPr/>
          </p:nvSpPr>
          <p:spPr bwMode="auto">
            <a:xfrm>
              <a:off x="3472817" y="1797527"/>
              <a:ext cx="93663" cy="20638"/>
            </a:xfrm>
            <a:custGeom>
              <a:avLst/>
              <a:gdLst>
                <a:gd name="T0" fmla="*/ 0 w 31"/>
                <a:gd name="T1" fmla="*/ 4 h 7"/>
                <a:gd name="T2" fmla="*/ 5 w 31"/>
                <a:gd name="T3" fmla="*/ 7 h 7"/>
                <a:gd name="T4" fmla="*/ 26 w 31"/>
                <a:gd name="T5" fmla="*/ 7 h 7"/>
                <a:gd name="T6" fmla="*/ 31 w 31"/>
                <a:gd name="T7" fmla="*/ 4 h 7"/>
                <a:gd name="T8" fmla="*/ 31 w 31"/>
                <a:gd name="T9" fmla="*/ 4 h 7"/>
                <a:gd name="T10" fmla="*/ 26 w 31"/>
                <a:gd name="T11" fmla="*/ 0 h 7"/>
                <a:gd name="T12" fmla="*/ 5 w 31"/>
                <a:gd name="T13" fmla="*/ 0 h 7"/>
                <a:gd name="T14" fmla="*/ 0 w 31"/>
                <a:gd name="T15" fmla="*/ 4 h 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1" h="7">
                  <a:moveTo>
                    <a:pt x="0" y="4"/>
                  </a:moveTo>
                  <a:cubicBezTo>
                    <a:pt x="0" y="6"/>
                    <a:pt x="2" y="7"/>
                    <a:pt x="5" y="7"/>
                  </a:cubicBezTo>
                  <a:cubicBezTo>
                    <a:pt x="26" y="7"/>
                    <a:pt x="26" y="7"/>
                    <a:pt x="26" y="7"/>
                  </a:cubicBezTo>
                  <a:cubicBezTo>
                    <a:pt x="29" y="7"/>
                    <a:pt x="31" y="6"/>
                    <a:pt x="31" y="4"/>
                  </a:cubicBezTo>
                  <a:cubicBezTo>
                    <a:pt x="31" y="4"/>
                    <a:pt x="31" y="4"/>
                    <a:pt x="31" y="4"/>
                  </a:cubicBezTo>
                  <a:cubicBezTo>
                    <a:pt x="31" y="1"/>
                    <a:pt x="29" y="0"/>
                    <a:pt x="26" y="0"/>
                  </a:cubicBezTo>
                  <a:cubicBezTo>
                    <a:pt x="5" y="0"/>
                    <a:pt x="5" y="0"/>
                    <a:pt x="5" y="0"/>
                  </a:cubicBezTo>
                  <a:cubicBezTo>
                    <a:pt x="2" y="0"/>
                    <a:pt x="0" y="1"/>
                    <a:pt x="0"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2" name="Freeform 76"/>
            <p:cNvSpPr/>
            <p:nvPr/>
          </p:nvSpPr>
          <p:spPr bwMode="auto">
            <a:xfrm>
              <a:off x="3472817" y="1821339"/>
              <a:ext cx="93663" cy="20638"/>
            </a:xfrm>
            <a:custGeom>
              <a:avLst/>
              <a:gdLst>
                <a:gd name="T0" fmla="*/ 0 w 31"/>
                <a:gd name="T1" fmla="*/ 4 h 7"/>
                <a:gd name="T2" fmla="*/ 5 w 31"/>
                <a:gd name="T3" fmla="*/ 7 h 7"/>
                <a:gd name="T4" fmla="*/ 26 w 31"/>
                <a:gd name="T5" fmla="*/ 7 h 7"/>
                <a:gd name="T6" fmla="*/ 31 w 31"/>
                <a:gd name="T7" fmla="*/ 4 h 7"/>
                <a:gd name="T8" fmla="*/ 31 w 31"/>
                <a:gd name="T9" fmla="*/ 4 h 7"/>
                <a:gd name="T10" fmla="*/ 26 w 31"/>
                <a:gd name="T11" fmla="*/ 0 h 7"/>
                <a:gd name="T12" fmla="*/ 5 w 31"/>
                <a:gd name="T13" fmla="*/ 0 h 7"/>
                <a:gd name="T14" fmla="*/ 0 w 31"/>
                <a:gd name="T15" fmla="*/ 4 h 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1" h="7">
                  <a:moveTo>
                    <a:pt x="0" y="4"/>
                  </a:moveTo>
                  <a:cubicBezTo>
                    <a:pt x="0" y="6"/>
                    <a:pt x="2" y="7"/>
                    <a:pt x="5" y="7"/>
                  </a:cubicBezTo>
                  <a:cubicBezTo>
                    <a:pt x="26" y="7"/>
                    <a:pt x="26" y="7"/>
                    <a:pt x="26" y="7"/>
                  </a:cubicBezTo>
                  <a:cubicBezTo>
                    <a:pt x="29" y="7"/>
                    <a:pt x="31" y="6"/>
                    <a:pt x="31" y="4"/>
                  </a:cubicBezTo>
                  <a:cubicBezTo>
                    <a:pt x="31" y="4"/>
                    <a:pt x="31" y="4"/>
                    <a:pt x="31" y="4"/>
                  </a:cubicBezTo>
                  <a:cubicBezTo>
                    <a:pt x="31" y="1"/>
                    <a:pt x="29" y="0"/>
                    <a:pt x="26" y="0"/>
                  </a:cubicBezTo>
                  <a:cubicBezTo>
                    <a:pt x="5" y="0"/>
                    <a:pt x="5" y="0"/>
                    <a:pt x="5" y="0"/>
                  </a:cubicBezTo>
                  <a:cubicBezTo>
                    <a:pt x="2" y="0"/>
                    <a:pt x="0" y="1"/>
                    <a:pt x="0"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3" name="Freeform 77"/>
            <p:cNvSpPr/>
            <p:nvPr/>
          </p:nvSpPr>
          <p:spPr bwMode="auto">
            <a:xfrm>
              <a:off x="3491867" y="1845152"/>
              <a:ext cx="55563" cy="20638"/>
            </a:xfrm>
            <a:custGeom>
              <a:avLst/>
              <a:gdLst>
                <a:gd name="T0" fmla="*/ 0 w 19"/>
                <a:gd name="T1" fmla="*/ 4 h 7"/>
                <a:gd name="T2" fmla="*/ 3 w 19"/>
                <a:gd name="T3" fmla="*/ 7 h 7"/>
                <a:gd name="T4" fmla="*/ 16 w 19"/>
                <a:gd name="T5" fmla="*/ 7 h 7"/>
                <a:gd name="T6" fmla="*/ 19 w 19"/>
                <a:gd name="T7" fmla="*/ 4 h 7"/>
                <a:gd name="T8" fmla="*/ 19 w 19"/>
                <a:gd name="T9" fmla="*/ 4 h 7"/>
                <a:gd name="T10" fmla="*/ 16 w 19"/>
                <a:gd name="T11" fmla="*/ 0 h 7"/>
                <a:gd name="T12" fmla="*/ 3 w 19"/>
                <a:gd name="T13" fmla="*/ 0 h 7"/>
                <a:gd name="T14" fmla="*/ 0 w 19"/>
                <a:gd name="T15" fmla="*/ 4 h 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 h="7">
                  <a:moveTo>
                    <a:pt x="0" y="4"/>
                  </a:moveTo>
                  <a:cubicBezTo>
                    <a:pt x="0" y="6"/>
                    <a:pt x="2" y="7"/>
                    <a:pt x="3" y="7"/>
                  </a:cubicBezTo>
                  <a:cubicBezTo>
                    <a:pt x="16" y="7"/>
                    <a:pt x="16" y="7"/>
                    <a:pt x="16" y="7"/>
                  </a:cubicBezTo>
                  <a:cubicBezTo>
                    <a:pt x="18" y="7"/>
                    <a:pt x="19" y="6"/>
                    <a:pt x="19" y="4"/>
                  </a:cubicBezTo>
                  <a:cubicBezTo>
                    <a:pt x="19" y="4"/>
                    <a:pt x="19" y="4"/>
                    <a:pt x="19" y="4"/>
                  </a:cubicBezTo>
                  <a:cubicBezTo>
                    <a:pt x="19" y="1"/>
                    <a:pt x="18" y="0"/>
                    <a:pt x="16" y="0"/>
                  </a:cubicBezTo>
                  <a:cubicBezTo>
                    <a:pt x="3" y="0"/>
                    <a:pt x="3" y="0"/>
                    <a:pt x="3" y="0"/>
                  </a:cubicBezTo>
                  <a:cubicBezTo>
                    <a:pt x="2" y="0"/>
                    <a:pt x="0" y="1"/>
                    <a:pt x="0"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4" name="Freeform 78"/>
            <p:cNvSpPr>
              <a:spLocks noEditPoints="1"/>
            </p:cNvSpPr>
            <p:nvPr/>
          </p:nvSpPr>
          <p:spPr bwMode="auto">
            <a:xfrm>
              <a:off x="3323592" y="1438752"/>
              <a:ext cx="396875" cy="352425"/>
            </a:xfrm>
            <a:custGeom>
              <a:avLst/>
              <a:gdLst>
                <a:gd name="T0" fmla="*/ 65 w 133"/>
                <a:gd name="T1" fmla="*/ 0 h 118"/>
                <a:gd name="T2" fmla="*/ 65 w 133"/>
                <a:gd name="T3" fmla="*/ 0 h 118"/>
                <a:gd name="T4" fmla="*/ 66 w 133"/>
                <a:gd name="T5" fmla="*/ 0 h 118"/>
                <a:gd name="T6" fmla="*/ 68 w 133"/>
                <a:gd name="T7" fmla="*/ 0 h 118"/>
                <a:gd name="T8" fmla="*/ 68 w 133"/>
                <a:gd name="T9" fmla="*/ 0 h 118"/>
                <a:gd name="T10" fmla="*/ 99 w 133"/>
                <a:gd name="T11" fmla="*/ 82 h 118"/>
                <a:gd name="T12" fmla="*/ 82 w 133"/>
                <a:gd name="T13" fmla="*/ 118 h 118"/>
                <a:gd name="T14" fmla="*/ 66 w 133"/>
                <a:gd name="T15" fmla="*/ 118 h 118"/>
                <a:gd name="T16" fmla="*/ 64 w 133"/>
                <a:gd name="T17" fmla="*/ 118 h 118"/>
                <a:gd name="T18" fmla="*/ 49 w 133"/>
                <a:gd name="T19" fmla="*/ 118 h 118"/>
                <a:gd name="T20" fmla="*/ 33 w 133"/>
                <a:gd name="T21" fmla="*/ 82 h 118"/>
                <a:gd name="T22" fmla="*/ 65 w 133"/>
                <a:gd name="T23" fmla="*/ 0 h 118"/>
                <a:gd name="T24" fmla="*/ 33 w 133"/>
                <a:gd name="T25" fmla="*/ 60 h 118"/>
                <a:gd name="T26" fmla="*/ 52 w 133"/>
                <a:gd name="T27" fmla="*/ 13 h 118"/>
                <a:gd name="T28" fmla="*/ 33 w 133"/>
                <a:gd name="T29" fmla="*/ 60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33" h="118">
                  <a:moveTo>
                    <a:pt x="65" y="0"/>
                  </a:moveTo>
                  <a:cubicBezTo>
                    <a:pt x="65" y="0"/>
                    <a:pt x="65" y="0"/>
                    <a:pt x="65" y="0"/>
                  </a:cubicBezTo>
                  <a:cubicBezTo>
                    <a:pt x="65" y="0"/>
                    <a:pt x="66" y="0"/>
                    <a:pt x="66" y="0"/>
                  </a:cubicBezTo>
                  <a:cubicBezTo>
                    <a:pt x="67" y="0"/>
                    <a:pt x="65" y="0"/>
                    <a:pt x="68" y="0"/>
                  </a:cubicBezTo>
                  <a:cubicBezTo>
                    <a:pt x="68" y="0"/>
                    <a:pt x="68" y="0"/>
                    <a:pt x="68" y="0"/>
                  </a:cubicBezTo>
                  <a:cubicBezTo>
                    <a:pt x="133" y="1"/>
                    <a:pt x="117" y="66"/>
                    <a:pt x="99" y="82"/>
                  </a:cubicBezTo>
                  <a:cubicBezTo>
                    <a:pt x="81" y="98"/>
                    <a:pt x="82" y="118"/>
                    <a:pt x="82" y="118"/>
                  </a:cubicBezTo>
                  <a:cubicBezTo>
                    <a:pt x="66" y="118"/>
                    <a:pt x="66" y="118"/>
                    <a:pt x="66" y="118"/>
                  </a:cubicBezTo>
                  <a:cubicBezTo>
                    <a:pt x="64" y="118"/>
                    <a:pt x="64" y="118"/>
                    <a:pt x="64" y="118"/>
                  </a:cubicBezTo>
                  <a:cubicBezTo>
                    <a:pt x="49" y="118"/>
                    <a:pt x="49" y="118"/>
                    <a:pt x="49" y="118"/>
                  </a:cubicBezTo>
                  <a:cubicBezTo>
                    <a:pt x="49" y="118"/>
                    <a:pt x="51" y="98"/>
                    <a:pt x="33" y="82"/>
                  </a:cubicBezTo>
                  <a:cubicBezTo>
                    <a:pt x="15" y="66"/>
                    <a:pt x="0" y="1"/>
                    <a:pt x="65" y="0"/>
                  </a:cubicBezTo>
                  <a:close/>
                  <a:moveTo>
                    <a:pt x="33" y="60"/>
                  </a:moveTo>
                  <a:cubicBezTo>
                    <a:pt x="22" y="29"/>
                    <a:pt x="52" y="13"/>
                    <a:pt x="52" y="13"/>
                  </a:cubicBezTo>
                  <a:cubicBezTo>
                    <a:pt x="8" y="20"/>
                    <a:pt x="33" y="60"/>
                    <a:pt x="33" y="6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5" name="Freeform 79"/>
            <p:cNvSpPr/>
            <p:nvPr/>
          </p:nvSpPr>
          <p:spPr bwMode="auto">
            <a:xfrm>
              <a:off x="1609092" y="2086452"/>
              <a:ext cx="95250" cy="20638"/>
            </a:xfrm>
            <a:custGeom>
              <a:avLst/>
              <a:gdLst>
                <a:gd name="T0" fmla="*/ 0 w 32"/>
                <a:gd name="T1" fmla="*/ 3 h 7"/>
                <a:gd name="T2" fmla="*/ 6 w 32"/>
                <a:gd name="T3" fmla="*/ 7 h 7"/>
                <a:gd name="T4" fmla="*/ 27 w 32"/>
                <a:gd name="T5" fmla="*/ 7 h 7"/>
                <a:gd name="T6" fmla="*/ 32 w 32"/>
                <a:gd name="T7" fmla="*/ 3 h 7"/>
                <a:gd name="T8" fmla="*/ 32 w 32"/>
                <a:gd name="T9" fmla="*/ 3 h 7"/>
                <a:gd name="T10" fmla="*/ 27 w 32"/>
                <a:gd name="T11" fmla="*/ 0 h 7"/>
                <a:gd name="T12" fmla="*/ 6 w 32"/>
                <a:gd name="T13" fmla="*/ 0 h 7"/>
                <a:gd name="T14" fmla="*/ 0 w 32"/>
                <a:gd name="T15" fmla="*/ 3 h 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2" h="7">
                  <a:moveTo>
                    <a:pt x="0" y="3"/>
                  </a:moveTo>
                  <a:cubicBezTo>
                    <a:pt x="0" y="5"/>
                    <a:pt x="3" y="7"/>
                    <a:pt x="6" y="7"/>
                  </a:cubicBezTo>
                  <a:cubicBezTo>
                    <a:pt x="27" y="7"/>
                    <a:pt x="27" y="7"/>
                    <a:pt x="27" y="7"/>
                  </a:cubicBezTo>
                  <a:cubicBezTo>
                    <a:pt x="29" y="7"/>
                    <a:pt x="32" y="5"/>
                    <a:pt x="32" y="3"/>
                  </a:cubicBezTo>
                  <a:cubicBezTo>
                    <a:pt x="32" y="3"/>
                    <a:pt x="32" y="3"/>
                    <a:pt x="32" y="3"/>
                  </a:cubicBezTo>
                  <a:cubicBezTo>
                    <a:pt x="32" y="1"/>
                    <a:pt x="29" y="0"/>
                    <a:pt x="27" y="0"/>
                  </a:cubicBezTo>
                  <a:cubicBezTo>
                    <a:pt x="6" y="0"/>
                    <a:pt x="6" y="0"/>
                    <a:pt x="6" y="0"/>
                  </a:cubicBezTo>
                  <a:cubicBezTo>
                    <a:pt x="3" y="0"/>
                    <a:pt x="0" y="1"/>
                    <a:pt x="0"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6" name="Freeform 80"/>
            <p:cNvSpPr/>
            <p:nvPr/>
          </p:nvSpPr>
          <p:spPr bwMode="auto">
            <a:xfrm>
              <a:off x="1609092" y="2110264"/>
              <a:ext cx="95250" cy="20638"/>
            </a:xfrm>
            <a:custGeom>
              <a:avLst/>
              <a:gdLst>
                <a:gd name="T0" fmla="*/ 0 w 32"/>
                <a:gd name="T1" fmla="*/ 3 h 7"/>
                <a:gd name="T2" fmla="*/ 6 w 32"/>
                <a:gd name="T3" fmla="*/ 7 h 7"/>
                <a:gd name="T4" fmla="*/ 27 w 32"/>
                <a:gd name="T5" fmla="*/ 7 h 7"/>
                <a:gd name="T6" fmla="*/ 32 w 32"/>
                <a:gd name="T7" fmla="*/ 3 h 7"/>
                <a:gd name="T8" fmla="*/ 32 w 32"/>
                <a:gd name="T9" fmla="*/ 3 h 7"/>
                <a:gd name="T10" fmla="*/ 27 w 32"/>
                <a:gd name="T11" fmla="*/ 0 h 7"/>
                <a:gd name="T12" fmla="*/ 6 w 32"/>
                <a:gd name="T13" fmla="*/ 0 h 7"/>
                <a:gd name="T14" fmla="*/ 0 w 32"/>
                <a:gd name="T15" fmla="*/ 3 h 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2" h="7">
                  <a:moveTo>
                    <a:pt x="0" y="3"/>
                  </a:moveTo>
                  <a:cubicBezTo>
                    <a:pt x="0" y="5"/>
                    <a:pt x="3" y="7"/>
                    <a:pt x="6" y="7"/>
                  </a:cubicBezTo>
                  <a:cubicBezTo>
                    <a:pt x="27" y="7"/>
                    <a:pt x="27" y="7"/>
                    <a:pt x="27" y="7"/>
                  </a:cubicBezTo>
                  <a:cubicBezTo>
                    <a:pt x="29" y="7"/>
                    <a:pt x="32" y="5"/>
                    <a:pt x="32" y="3"/>
                  </a:cubicBezTo>
                  <a:cubicBezTo>
                    <a:pt x="32" y="3"/>
                    <a:pt x="32" y="3"/>
                    <a:pt x="32" y="3"/>
                  </a:cubicBezTo>
                  <a:cubicBezTo>
                    <a:pt x="32" y="1"/>
                    <a:pt x="29" y="0"/>
                    <a:pt x="27" y="0"/>
                  </a:cubicBezTo>
                  <a:cubicBezTo>
                    <a:pt x="6" y="0"/>
                    <a:pt x="6" y="0"/>
                    <a:pt x="6" y="0"/>
                  </a:cubicBezTo>
                  <a:cubicBezTo>
                    <a:pt x="3" y="0"/>
                    <a:pt x="0" y="1"/>
                    <a:pt x="0"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7" name="Freeform 81"/>
            <p:cNvSpPr/>
            <p:nvPr/>
          </p:nvSpPr>
          <p:spPr bwMode="auto">
            <a:xfrm>
              <a:off x="1629730" y="2134077"/>
              <a:ext cx="57150" cy="20638"/>
            </a:xfrm>
            <a:custGeom>
              <a:avLst/>
              <a:gdLst>
                <a:gd name="T0" fmla="*/ 0 w 19"/>
                <a:gd name="T1" fmla="*/ 3 h 7"/>
                <a:gd name="T2" fmla="*/ 3 w 19"/>
                <a:gd name="T3" fmla="*/ 7 h 7"/>
                <a:gd name="T4" fmla="*/ 15 w 19"/>
                <a:gd name="T5" fmla="*/ 7 h 7"/>
                <a:gd name="T6" fmla="*/ 19 w 19"/>
                <a:gd name="T7" fmla="*/ 3 h 7"/>
                <a:gd name="T8" fmla="*/ 19 w 19"/>
                <a:gd name="T9" fmla="*/ 3 h 7"/>
                <a:gd name="T10" fmla="*/ 15 w 19"/>
                <a:gd name="T11" fmla="*/ 0 h 7"/>
                <a:gd name="T12" fmla="*/ 3 w 19"/>
                <a:gd name="T13" fmla="*/ 0 h 7"/>
                <a:gd name="T14" fmla="*/ 0 w 19"/>
                <a:gd name="T15" fmla="*/ 3 h 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 h="7">
                  <a:moveTo>
                    <a:pt x="0" y="3"/>
                  </a:moveTo>
                  <a:cubicBezTo>
                    <a:pt x="0" y="5"/>
                    <a:pt x="1" y="7"/>
                    <a:pt x="3" y="7"/>
                  </a:cubicBezTo>
                  <a:cubicBezTo>
                    <a:pt x="15" y="7"/>
                    <a:pt x="15" y="7"/>
                    <a:pt x="15" y="7"/>
                  </a:cubicBezTo>
                  <a:cubicBezTo>
                    <a:pt x="17" y="7"/>
                    <a:pt x="19" y="5"/>
                    <a:pt x="19" y="3"/>
                  </a:cubicBezTo>
                  <a:cubicBezTo>
                    <a:pt x="19" y="3"/>
                    <a:pt x="19" y="3"/>
                    <a:pt x="19" y="3"/>
                  </a:cubicBezTo>
                  <a:cubicBezTo>
                    <a:pt x="19" y="1"/>
                    <a:pt x="17" y="0"/>
                    <a:pt x="15" y="0"/>
                  </a:cubicBezTo>
                  <a:cubicBezTo>
                    <a:pt x="3" y="0"/>
                    <a:pt x="3" y="0"/>
                    <a:pt x="3" y="0"/>
                  </a:cubicBezTo>
                  <a:cubicBezTo>
                    <a:pt x="1" y="0"/>
                    <a:pt x="0" y="1"/>
                    <a:pt x="0"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8" name="Freeform 82"/>
            <p:cNvSpPr>
              <a:spLocks noEditPoints="1"/>
            </p:cNvSpPr>
            <p:nvPr/>
          </p:nvSpPr>
          <p:spPr bwMode="auto">
            <a:xfrm>
              <a:off x="1459867" y="1726089"/>
              <a:ext cx="396875" cy="354013"/>
            </a:xfrm>
            <a:custGeom>
              <a:avLst/>
              <a:gdLst>
                <a:gd name="T0" fmla="*/ 66 w 133"/>
                <a:gd name="T1" fmla="*/ 0 h 119"/>
                <a:gd name="T2" fmla="*/ 66 w 133"/>
                <a:gd name="T3" fmla="*/ 0 h 119"/>
                <a:gd name="T4" fmla="*/ 67 w 133"/>
                <a:gd name="T5" fmla="*/ 0 h 119"/>
                <a:gd name="T6" fmla="*/ 68 w 133"/>
                <a:gd name="T7" fmla="*/ 0 h 119"/>
                <a:gd name="T8" fmla="*/ 68 w 133"/>
                <a:gd name="T9" fmla="*/ 0 h 119"/>
                <a:gd name="T10" fmla="*/ 100 w 133"/>
                <a:gd name="T11" fmla="*/ 83 h 119"/>
                <a:gd name="T12" fmla="*/ 82 w 133"/>
                <a:gd name="T13" fmla="*/ 119 h 119"/>
                <a:gd name="T14" fmla="*/ 67 w 133"/>
                <a:gd name="T15" fmla="*/ 119 h 119"/>
                <a:gd name="T16" fmla="*/ 64 w 133"/>
                <a:gd name="T17" fmla="*/ 119 h 119"/>
                <a:gd name="T18" fmla="*/ 50 w 133"/>
                <a:gd name="T19" fmla="*/ 119 h 119"/>
                <a:gd name="T20" fmla="*/ 33 w 133"/>
                <a:gd name="T21" fmla="*/ 83 h 119"/>
                <a:gd name="T22" fmla="*/ 66 w 133"/>
                <a:gd name="T23" fmla="*/ 0 h 119"/>
                <a:gd name="T24" fmla="*/ 34 w 133"/>
                <a:gd name="T25" fmla="*/ 61 h 119"/>
                <a:gd name="T26" fmla="*/ 53 w 133"/>
                <a:gd name="T27" fmla="*/ 13 h 119"/>
                <a:gd name="T28" fmla="*/ 34 w 133"/>
                <a:gd name="T29" fmla="*/ 61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33" h="119">
                  <a:moveTo>
                    <a:pt x="66" y="0"/>
                  </a:moveTo>
                  <a:cubicBezTo>
                    <a:pt x="66" y="0"/>
                    <a:pt x="66" y="0"/>
                    <a:pt x="66" y="0"/>
                  </a:cubicBezTo>
                  <a:cubicBezTo>
                    <a:pt x="66" y="0"/>
                    <a:pt x="66" y="0"/>
                    <a:pt x="67" y="0"/>
                  </a:cubicBezTo>
                  <a:cubicBezTo>
                    <a:pt x="67" y="0"/>
                    <a:pt x="66" y="0"/>
                    <a:pt x="68" y="0"/>
                  </a:cubicBezTo>
                  <a:cubicBezTo>
                    <a:pt x="68" y="0"/>
                    <a:pt x="68" y="0"/>
                    <a:pt x="68" y="0"/>
                  </a:cubicBezTo>
                  <a:cubicBezTo>
                    <a:pt x="133" y="2"/>
                    <a:pt x="117" y="67"/>
                    <a:pt x="100" y="83"/>
                  </a:cubicBezTo>
                  <a:cubicBezTo>
                    <a:pt x="82" y="99"/>
                    <a:pt x="82" y="119"/>
                    <a:pt x="82" y="119"/>
                  </a:cubicBezTo>
                  <a:cubicBezTo>
                    <a:pt x="67" y="119"/>
                    <a:pt x="67" y="119"/>
                    <a:pt x="67" y="119"/>
                  </a:cubicBezTo>
                  <a:cubicBezTo>
                    <a:pt x="64" y="119"/>
                    <a:pt x="64" y="119"/>
                    <a:pt x="64" y="119"/>
                  </a:cubicBezTo>
                  <a:cubicBezTo>
                    <a:pt x="50" y="119"/>
                    <a:pt x="50" y="119"/>
                    <a:pt x="50" y="119"/>
                  </a:cubicBezTo>
                  <a:cubicBezTo>
                    <a:pt x="50" y="119"/>
                    <a:pt x="51" y="99"/>
                    <a:pt x="33" y="83"/>
                  </a:cubicBezTo>
                  <a:cubicBezTo>
                    <a:pt x="16" y="67"/>
                    <a:pt x="0" y="2"/>
                    <a:pt x="66" y="0"/>
                  </a:cubicBezTo>
                  <a:close/>
                  <a:moveTo>
                    <a:pt x="34" y="61"/>
                  </a:moveTo>
                  <a:cubicBezTo>
                    <a:pt x="23" y="30"/>
                    <a:pt x="53" y="13"/>
                    <a:pt x="53" y="13"/>
                  </a:cubicBezTo>
                  <a:cubicBezTo>
                    <a:pt x="8" y="21"/>
                    <a:pt x="34" y="61"/>
                    <a:pt x="34" y="6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9" name="Freeform 83"/>
            <p:cNvSpPr/>
            <p:nvPr/>
          </p:nvSpPr>
          <p:spPr bwMode="auto">
            <a:xfrm>
              <a:off x="4001455" y="4210527"/>
              <a:ext cx="92075" cy="23813"/>
            </a:xfrm>
            <a:custGeom>
              <a:avLst/>
              <a:gdLst>
                <a:gd name="T0" fmla="*/ 0 w 31"/>
                <a:gd name="T1" fmla="*/ 4 h 8"/>
                <a:gd name="T2" fmla="*/ 5 w 31"/>
                <a:gd name="T3" fmla="*/ 8 h 8"/>
                <a:gd name="T4" fmla="*/ 26 w 31"/>
                <a:gd name="T5" fmla="*/ 8 h 8"/>
                <a:gd name="T6" fmla="*/ 31 w 31"/>
                <a:gd name="T7" fmla="*/ 4 h 8"/>
                <a:gd name="T8" fmla="*/ 31 w 31"/>
                <a:gd name="T9" fmla="*/ 4 h 8"/>
                <a:gd name="T10" fmla="*/ 26 w 31"/>
                <a:gd name="T11" fmla="*/ 0 h 8"/>
                <a:gd name="T12" fmla="*/ 5 w 31"/>
                <a:gd name="T13" fmla="*/ 0 h 8"/>
                <a:gd name="T14" fmla="*/ 0 w 31"/>
                <a:gd name="T15" fmla="*/ 4 h 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1" h="8">
                  <a:moveTo>
                    <a:pt x="0" y="4"/>
                  </a:moveTo>
                  <a:cubicBezTo>
                    <a:pt x="0" y="6"/>
                    <a:pt x="2" y="8"/>
                    <a:pt x="5" y="8"/>
                  </a:cubicBezTo>
                  <a:cubicBezTo>
                    <a:pt x="26" y="8"/>
                    <a:pt x="26" y="8"/>
                    <a:pt x="26" y="8"/>
                  </a:cubicBezTo>
                  <a:cubicBezTo>
                    <a:pt x="29" y="8"/>
                    <a:pt x="31" y="6"/>
                    <a:pt x="31" y="4"/>
                  </a:cubicBezTo>
                  <a:cubicBezTo>
                    <a:pt x="31" y="4"/>
                    <a:pt x="31" y="4"/>
                    <a:pt x="31" y="4"/>
                  </a:cubicBezTo>
                  <a:cubicBezTo>
                    <a:pt x="31" y="2"/>
                    <a:pt x="29" y="0"/>
                    <a:pt x="26" y="0"/>
                  </a:cubicBezTo>
                  <a:cubicBezTo>
                    <a:pt x="5" y="0"/>
                    <a:pt x="5" y="0"/>
                    <a:pt x="5" y="0"/>
                  </a:cubicBezTo>
                  <a:cubicBezTo>
                    <a:pt x="2" y="0"/>
                    <a:pt x="0" y="2"/>
                    <a:pt x="0"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0" name="Freeform 84"/>
            <p:cNvSpPr/>
            <p:nvPr/>
          </p:nvSpPr>
          <p:spPr bwMode="auto">
            <a:xfrm>
              <a:off x="4001455" y="4234339"/>
              <a:ext cx="92075" cy="23813"/>
            </a:xfrm>
            <a:custGeom>
              <a:avLst/>
              <a:gdLst>
                <a:gd name="T0" fmla="*/ 0 w 31"/>
                <a:gd name="T1" fmla="*/ 4 h 8"/>
                <a:gd name="T2" fmla="*/ 5 w 31"/>
                <a:gd name="T3" fmla="*/ 8 h 8"/>
                <a:gd name="T4" fmla="*/ 26 w 31"/>
                <a:gd name="T5" fmla="*/ 8 h 8"/>
                <a:gd name="T6" fmla="*/ 31 w 31"/>
                <a:gd name="T7" fmla="*/ 4 h 8"/>
                <a:gd name="T8" fmla="*/ 31 w 31"/>
                <a:gd name="T9" fmla="*/ 4 h 8"/>
                <a:gd name="T10" fmla="*/ 26 w 31"/>
                <a:gd name="T11" fmla="*/ 0 h 8"/>
                <a:gd name="T12" fmla="*/ 5 w 31"/>
                <a:gd name="T13" fmla="*/ 0 h 8"/>
                <a:gd name="T14" fmla="*/ 0 w 31"/>
                <a:gd name="T15" fmla="*/ 4 h 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1" h="8">
                  <a:moveTo>
                    <a:pt x="0" y="4"/>
                  </a:moveTo>
                  <a:cubicBezTo>
                    <a:pt x="0" y="6"/>
                    <a:pt x="2" y="8"/>
                    <a:pt x="5" y="8"/>
                  </a:cubicBezTo>
                  <a:cubicBezTo>
                    <a:pt x="26" y="8"/>
                    <a:pt x="26" y="8"/>
                    <a:pt x="26" y="8"/>
                  </a:cubicBezTo>
                  <a:cubicBezTo>
                    <a:pt x="29" y="8"/>
                    <a:pt x="31" y="6"/>
                    <a:pt x="31" y="4"/>
                  </a:cubicBezTo>
                  <a:cubicBezTo>
                    <a:pt x="31" y="4"/>
                    <a:pt x="31" y="4"/>
                    <a:pt x="31" y="4"/>
                  </a:cubicBezTo>
                  <a:cubicBezTo>
                    <a:pt x="31" y="2"/>
                    <a:pt x="29" y="0"/>
                    <a:pt x="26" y="0"/>
                  </a:cubicBezTo>
                  <a:cubicBezTo>
                    <a:pt x="5" y="0"/>
                    <a:pt x="5" y="0"/>
                    <a:pt x="5" y="0"/>
                  </a:cubicBezTo>
                  <a:cubicBezTo>
                    <a:pt x="2" y="0"/>
                    <a:pt x="0" y="2"/>
                    <a:pt x="0"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1" name="Freeform 85"/>
            <p:cNvSpPr/>
            <p:nvPr/>
          </p:nvSpPr>
          <p:spPr bwMode="auto">
            <a:xfrm>
              <a:off x="4018917" y="4258152"/>
              <a:ext cx="57150" cy="23813"/>
            </a:xfrm>
            <a:custGeom>
              <a:avLst/>
              <a:gdLst>
                <a:gd name="T0" fmla="*/ 0 w 19"/>
                <a:gd name="T1" fmla="*/ 4 h 8"/>
                <a:gd name="T2" fmla="*/ 3 w 19"/>
                <a:gd name="T3" fmla="*/ 8 h 8"/>
                <a:gd name="T4" fmla="*/ 16 w 19"/>
                <a:gd name="T5" fmla="*/ 8 h 8"/>
                <a:gd name="T6" fmla="*/ 19 w 19"/>
                <a:gd name="T7" fmla="*/ 4 h 8"/>
                <a:gd name="T8" fmla="*/ 19 w 19"/>
                <a:gd name="T9" fmla="*/ 4 h 8"/>
                <a:gd name="T10" fmla="*/ 16 w 19"/>
                <a:gd name="T11" fmla="*/ 0 h 8"/>
                <a:gd name="T12" fmla="*/ 3 w 19"/>
                <a:gd name="T13" fmla="*/ 0 h 8"/>
                <a:gd name="T14" fmla="*/ 0 w 19"/>
                <a:gd name="T15" fmla="*/ 4 h 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 h="8">
                  <a:moveTo>
                    <a:pt x="0" y="4"/>
                  </a:moveTo>
                  <a:cubicBezTo>
                    <a:pt x="0" y="6"/>
                    <a:pt x="2" y="8"/>
                    <a:pt x="3" y="8"/>
                  </a:cubicBezTo>
                  <a:cubicBezTo>
                    <a:pt x="16" y="8"/>
                    <a:pt x="16" y="8"/>
                    <a:pt x="16" y="8"/>
                  </a:cubicBezTo>
                  <a:cubicBezTo>
                    <a:pt x="18" y="8"/>
                    <a:pt x="19" y="6"/>
                    <a:pt x="19" y="4"/>
                  </a:cubicBezTo>
                  <a:cubicBezTo>
                    <a:pt x="19" y="4"/>
                    <a:pt x="19" y="4"/>
                    <a:pt x="19" y="4"/>
                  </a:cubicBezTo>
                  <a:cubicBezTo>
                    <a:pt x="19" y="2"/>
                    <a:pt x="18" y="0"/>
                    <a:pt x="16" y="0"/>
                  </a:cubicBezTo>
                  <a:cubicBezTo>
                    <a:pt x="3" y="0"/>
                    <a:pt x="3" y="0"/>
                    <a:pt x="3" y="0"/>
                  </a:cubicBezTo>
                  <a:cubicBezTo>
                    <a:pt x="2" y="0"/>
                    <a:pt x="0" y="2"/>
                    <a:pt x="0"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2" name="Freeform 86"/>
            <p:cNvSpPr>
              <a:spLocks noEditPoints="1"/>
            </p:cNvSpPr>
            <p:nvPr/>
          </p:nvSpPr>
          <p:spPr bwMode="auto">
            <a:xfrm>
              <a:off x="3852230" y="3853339"/>
              <a:ext cx="396875" cy="354013"/>
            </a:xfrm>
            <a:custGeom>
              <a:avLst/>
              <a:gdLst>
                <a:gd name="T0" fmla="*/ 65 w 133"/>
                <a:gd name="T1" fmla="*/ 0 h 119"/>
                <a:gd name="T2" fmla="*/ 65 w 133"/>
                <a:gd name="T3" fmla="*/ 0 h 119"/>
                <a:gd name="T4" fmla="*/ 66 w 133"/>
                <a:gd name="T5" fmla="*/ 0 h 119"/>
                <a:gd name="T6" fmla="*/ 68 w 133"/>
                <a:gd name="T7" fmla="*/ 0 h 119"/>
                <a:gd name="T8" fmla="*/ 68 w 133"/>
                <a:gd name="T9" fmla="*/ 0 h 119"/>
                <a:gd name="T10" fmla="*/ 99 w 133"/>
                <a:gd name="T11" fmla="*/ 82 h 119"/>
                <a:gd name="T12" fmla="*/ 82 w 133"/>
                <a:gd name="T13" fmla="*/ 119 h 119"/>
                <a:gd name="T14" fmla="*/ 66 w 133"/>
                <a:gd name="T15" fmla="*/ 119 h 119"/>
                <a:gd name="T16" fmla="*/ 64 w 133"/>
                <a:gd name="T17" fmla="*/ 119 h 119"/>
                <a:gd name="T18" fmla="*/ 49 w 133"/>
                <a:gd name="T19" fmla="*/ 119 h 119"/>
                <a:gd name="T20" fmla="*/ 33 w 133"/>
                <a:gd name="T21" fmla="*/ 82 h 119"/>
                <a:gd name="T22" fmla="*/ 65 w 133"/>
                <a:gd name="T23" fmla="*/ 0 h 119"/>
                <a:gd name="T24" fmla="*/ 34 w 133"/>
                <a:gd name="T25" fmla="*/ 60 h 119"/>
                <a:gd name="T26" fmla="*/ 52 w 133"/>
                <a:gd name="T27" fmla="*/ 13 h 119"/>
                <a:gd name="T28" fmla="*/ 34 w 133"/>
                <a:gd name="T29" fmla="*/ 60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33" h="119">
                  <a:moveTo>
                    <a:pt x="65" y="0"/>
                  </a:moveTo>
                  <a:cubicBezTo>
                    <a:pt x="65" y="0"/>
                    <a:pt x="65" y="0"/>
                    <a:pt x="65" y="0"/>
                  </a:cubicBezTo>
                  <a:cubicBezTo>
                    <a:pt x="65" y="0"/>
                    <a:pt x="66" y="0"/>
                    <a:pt x="66" y="0"/>
                  </a:cubicBezTo>
                  <a:cubicBezTo>
                    <a:pt x="67" y="0"/>
                    <a:pt x="65" y="0"/>
                    <a:pt x="68" y="0"/>
                  </a:cubicBezTo>
                  <a:cubicBezTo>
                    <a:pt x="68" y="0"/>
                    <a:pt x="68" y="0"/>
                    <a:pt x="68" y="0"/>
                  </a:cubicBezTo>
                  <a:cubicBezTo>
                    <a:pt x="133" y="2"/>
                    <a:pt x="117" y="67"/>
                    <a:pt x="99" y="82"/>
                  </a:cubicBezTo>
                  <a:cubicBezTo>
                    <a:pt x="81" y="99"/>
                    <a:pt x="82" y="119"/>
                    <a:pt x="82" y="119"/>
                  </a:cubicBezTo>
                  <a:cubicBezTo>
                    <a:pt x="66" y="119"/>
                    <a:pt x="66" y="119"/>
                    <a:pt x="66" y="119"/>
                  </a:cubicBezTo>
                  <a:cubicBezTo>
                    <a:pt x="64" y="119"/>
                    <a:pt x="64" y="119"/>
                    <a:pt x="64" y="119"/>
                  </a:cubicBezTo>
                  <a:cubicBezTo>
                    <a:pt x="49" y="119"/>
                    <a:pt x="49" y="119"/>
                    <a:pt x="49" y="119"/>
                  </a:cubicBezTo>
                  <a:cubicBezTo>
                    <a:pt x="49" y="119"/>
                    <a:pt x="51" y="99"/>
                    <a:pt x="33" y="82"/>
                  </a:cubicBezTo>
                  <a:cubicBezTo>
                    <a:pt x="15" y="67"/>
                    <a:pt x="0" y="2"/>
                    <a:pt x="65" y="0"/>
                  </a:cubicBezTo>
                  <a:close/>
                  <a:moveTo>
                    <a:pt x="34" y="60"/>
                  </a:moveTo>
                  <a:cubicBezTo>
                    <a:pt x="22" y="30"/>
                    <a:pt x="52" y="13"/>
                    <a:pt x="52" y="13"/>
                  </a:cubicBezTo>
                  <a:cubicBezTo>
                    <a:pt x="8" y="20"/>
                    <a:pt x="34" y="60"/>
                    <a:pt x="34" y="6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3" name="Freeform 87"/>
            <p:cNvSpPr>
              <a:spLocks noEditPoints="1"/>
            </p:cNvSpPr>
            <p:nvPr/>
          </p:nvSpPr>
          <p:spPr bwMode="auto">
            <a:xfrm>
              <a:off x="2972755" y="1868964"/>
              <a:ext cx="434975" cy="438150"/>
            </a:xfrm>
            <a:custGeom>
              <a:avLst/>
              <a:gdLst>
                <a:gd name="T0" fmla="*/ 53 w 146"/>
                <a:gd name="T1" fmla="*/ 71 h 147"/>
                <a:gd name="T2" fmla="*/ 56 w 146"/>
                <a:gd name="T3" fmla="*/ 63 h 147"/>
                <a:gd name="T4" fmla="*/ 56 w 146"/>
                <a:gd name="T5" fmla="*/ 28 h 147"/>
                <a:gd name="T6" fmla="*/ 52 w 146"/>
                <a:gd name="T7" fmla="*/ 24 h 147"/>
                <a:gd name="T8" fmla="*/ 52 w 146"/>
                <a:gd name="T9" fmla="*/ 24 h 147"/>
                <a:gd name="T10" fmla="*/ 52 w 146"/>
                <a:gd name="T11" fmla="*/ 9 h 147"/>
                <a:gd name="T12" fmla="*/ 52 w 146"/>
                <a:gd name="T13" fmla="*/ 9 h 147"/>
                <a:gd name="T14" fmla="*/ 52 w 146"/>
                <a:gd name="T15" fmla="*/ 8 h 147"/>
                <a:gd name="T16" fmla="*/ 73 w 146"/>
                <a:gd name="T17" fmla="*/ 0 h 147"/>
                <a:gd name="T18" fmla="*/ 94 w 146"/>
                <a:gd name="T19" fmla="*/ 8 h 147"/>
                <a:gd name="T20" fmla="*/ 94 w 146"/>
                <a:gd name="T21" fmla="*/ 9 h 147"/>
                <a:gd name="T22" fmla="*/ 95 w 146"/>
                <a:gd name="T23" fmla="*/ 9 h 147"/>
                <a:gd name="T24" fmla="*/ 95 w 146"/>
                <a:gd name="T25" fmla="*/ 24 h 147"/>
                <a:gd name="T26" fmla="*/ 94 w 146"/>
                <a:gd name="T27" fmla="*/ 24 h 147"/>
                <a:gd name="T28" fmla="*/ 88 w 146"/>
                <a:gd name="T29" fmla="*/ 28 h 147"/>
                <a:gd name="T30" fmla="*/ 88 w 146"/>
                <a:gd name="T31" fmla="*/ 63 h 147"/>
                <a:gd name="T32" fmla="*/ 93 w 146"/>
                <a:gd name="T33" fmla="*/ 71 h 147"/>
                <a:gd name="T34" fmla="*/ 126 w 146"/>
                <a:gd name="T35" fmla="*/ 135 h 147"/>
                <a:gd name="T36" fmla="*/ 73 w 146"/>
                <a:gd name="T37" fmla="*/ 147 h 147"/>
                <a:gd name="T38" fmla="*/ 20 w 146"/>
                <a:gd name="T39" fmla="*/ 135 h 147"/>
                <a:gd name="T40" fmla="*/ 53 w 146"/>
                <a:gd name="T41" fmla="*/ 71 h 147"/>
                <a:gd name="T42" fmla="*/ 54 w 146"/>
                <a:gd name="T43" fmla="*/ 136 h 147"/>
                <a:gd name="T44" fmla="*/ 30 w 146"/>
                <a:gd name="T45" fmla="*/ 119 h 147"/>
                <a:gd name="T46" fmla="*/ 50 w 146"/>
                <a:gd name="T47" fmla="*/ 85 h 147"/>
                <a:gd name="T48" fmla="*/ 23 w 146"/>
                <a:gd name="T49" fmla="*/ 121 h 147"/>
                <a:gd name="T50" fmla="*/ 54 w 146"/>
                <a:gd name="T51" fmla="*/ 136 h 1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6" h="147">
                  <a:moveTo>
                    <a:pt x="53" y="71"/>
                  </a:moveTo>
                  <a:cubicBezTo>
                    <a:pt x="53" y="71"/>
                    <a:pt x="56" y="69"/>
                    <a:pt x="56" y="63"/>
                  </a:cubicBezTo>
                  <a:cubicBezTo>
                    <a:pt x="56" y="57"/>
                    <a:pt x="56" y="35"/>
                    <a:pt x="56" y="28"/>
                  </a:cubicBezTo>
                  <a:cubicBezTo>
                    <a:pt x="54" y="27"/>
                    <a:pt x="53" y="25"/>
                    <a:pt x="52" y="24"/>
                  </a:cubicBezTo>
                  <a:cubicBezTo>
                    <a:pt x="52" y="24"/>
                    <a:pt x="52" y="24"/>
                    <a:pt x="52" y="24"/>
                  </a:cubicBezTo>
                  <a:cubicBezTo>
                    <a:pt x="52" y="9"/>
                    <a:pt x="52" y="9"/>
                    <a:pt x="52" y="9"/>
                  </a:cubicBezTo>
                  <a:cubicBezTo>
                    <a:pt x="52" y="9"/>
                    <a:pt x="52" y="9"/>
                    <a:pt x="52" y="9"/>
                  </a:cubicBezTo>
                  <a:cubicBezTo>
                    <a:pt x="52" y="8"/>
                    <a:pt x="52" y="8"/>
                    <a:pt x="52" y="8"/>
                  </a:cubicBezTo>
                  <a:cubicBezTo>
                    <a:pt x="52" y="4"/>
                    <a:pt x="62" y="0"/>
                    <a:pt x="73" y="0"/>
                  </a:cubicBezTo>
                  <a:cubicBezTo>
                    <a:pt x="85" y="0"/>
                    <a:pt x="94" y="4"/>
                    <a:pt x="94" y="8"/>
                  </a:cubicBezTo>
                  <a:cubicBezTo>
                    <a:pt x="94" y="8"/>
                    <a:pt x="94" y="8"/>
                    <a:pt x="94" y="9"/>
                  </a:cubicBezTo>
                  <a:cubicBezTo>
                    <a:pt x="95" y="9"/>
                    <a:pt x="95" y="9"/>
                    <a:pt x="95" y="9"/>
                  </a:cubicBezTo>
                  <a:cubicBezTo>
                    <a:pt x="95" y="24"/>
                    <a:pt x="95" y="24"/>
                    <a:pt x="95" y="24"/>
                  </a:cubicBezTo>
                  <a:cubicBezTo>
                    <a:pt x="94" y="24"/>
                    <a:pt x="94" y="24"/>
                    <a:pt x="94" y="24"/>
                  </a:cubicBezTo>
                  <a:cubicBezTo>
                    <a:pt x="94" y="26"/>
                    <a:pt x="92" y="27"/>
                    <a:pt x="88" y="28"/>
                  </a:cubicBezTo>
                  <a:cubicBezTo>
                    <a:pt x="88" y="36"/>
                    <a:pt x="88" y="57"/>
                    <a:pt x="88" y="63"/>
                  </a:cubicBezTo>
                  <a:cubicBezTo>
                    <a:pt x="88" y="69"/>
                    <a:pt x="93" y="71"/>
                    <a:pt x="93" y="71"/>
                  </a:cubicBezTo>
                  <a:cubicBezTo>
                    <a:pt x="100" y="76"/>
                    <a:pt x="146" y="121"/>
                    <a:pt x="126" y="135"/>
                  </a:cubicBezTo>
                  <a:cubicBezTo>
                    <a:pt x="108" y="147"/>
                    <a:pt x="79" y="147"/>
                    <a:pt x="73" y="147"/>
                  </a:cubicBezTo>
                  <a:cubicBezTo>
                    <a:pt x="67" y="147"/>
                    <a:pt x="37" y="147"/>
                    <a:pt x="20" y="135"/>
                  </a:cubicBezTo>
                  <a:cubicBezTo>
                    <a:pt x="0" y="121"/>
                    <a:pt x="45" y="76"/>
                    <a:pt x="53" y="71"/>
                  </a:cubicBezTo>
                  <a:close/>
                  <a:moveTo>
                    <a:pt x="54" y="136"/>
                  </a:moveTo>
                  <a:cubicBezTo>
                    <a:pt x="54" y="136"/>
                    <a:pt x="31" y="131"/>
                    <a:pt x="30" y="119"/>
                  </a:cubicBezTo>
                  <a:cubicBezTo>
                    <a:pt x="29" y="108"/>
                    <a:pt x="50" y="85"/>
                    <a:pt x="50" y="85"/>
                  </a:cubicBezTo>
                  <a:cubicBezTo>
                    <a:pt x="50" y="85"/>
                    <a:pt x="23" y="106"/>
                    <a:pt x="23" y="121"/>
                  </a:cubicBezTo>
                  <a:cubicBezTo>
                    <a:pt x="23" y="136"/>
                    <a:pt x="54" y="136"/>
                    <a:pt x="54" y="13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4" name="Freeform 88"/>
            <p:cNvSpPr>
              <a:spLocks noEditPoints="1"/>
            </p:cNvSpPr>
            <p:nvPr/>
          </p:nvSpPr>
          <p:spPr bwMode="auto">
            <a:xfrm>
              <a:off x="2009142" y="3762852"/>
              <a:ext cx="431800" cy="441325"/>
            </a:xfrm>
            <a:custGeom>
              <a:avLst/>
              <a:gdLst>
                <a:gd name="T0" fmla="*/ 52 w 145"/>
                <a:gd name="T1" fmla="*/ 71 h 148"/>
                <a:gd name="T2" fmla="*/ 55 w 145"/>
                <a:gd name="T3" fmla="*/ 63 h 148"/>
                <a:gd name="T4" fmla="*/ 55 w 145"/>
                <a:gd name="T5" fmla="*/ 28 h 148"/>
                <a:gd name="T6" fmla="*/ 52 w 145"/>
                <a:gd name="T7" fmla="*/ 24 h 148"/>
                <a:gd name="T8" fmla="*/ 51 w 145"/>
                <a:gd name="T9" fmla="*/ 24 h 148"/>
                <a:gd name="T10" fmla="*/ 51 w 145"/>
                <a:gd name="T11" fmla="*/ 9 h 148"/>
                <a:gd name="T12" fmla="*/ 52 w 145"/>
                <a:gd name="T13" fmla="*/ 9 h 148"/>
                <a:gd name="T14" fmla="*/ 52 w 145"/>
                <a:gd name="T15" fmla="*/ 8 h 148"/>
                <a:gd name="T16" fmla="*/ 73 w 145"/>
                <a:gd name="T17" fmla="*/ 0 h 148"/>
                <a:gd name="T18" fmla="*/ 94 w 145"/>
                <a:gd name="T19" fmla="*/ 8 h 148"/>
                <a:gd name="T20" fmla="*/ 94 w 145"/>
                <a:gd name="T21" fmla="*/ 9 h 148"/>
                <a:gd name="T22" fmla="*/ 94 w 145"/>
                <a:gd name="T23" fmla="*/ 9 h 148"/>
                <a:gd name="T24" fmla="*/ 94 w 145"/>
                <a:gd name="T25" fmla="*/ 24 h 148"/>
                <a:gd name="T26" fmla="*/ 94 w 145"/>
                <a:gd name="T27" fmla="*/ 24 h 148"/>
                <a:gd name="T28" fmla="*/ 88 w 145"/>
                <a:gd name="T29" fmla="*/ 29 h 148"/>
                <a:gd name="T30" fmla="*/ 88 w 145"/>
                <a:gd name="T31" fmla="*/ 63 h 148"/>
                <a:gd name="T32" fmla="*/ 92 w 145"/>
                <a:gd name="T33" fmla="*/ 71 h 148"/>
                <a:gd name="T34" fmla="*/ 126 w 145"/>
                <a:gd name="T35" fmla="*/ 135 h 148"/>
                <a:gd name="T36" fmla="*/ 72 w 145"/>
                <a:gd name="T37" fmla="*/ 147 h 148"/>
                <a:gd name="T38" fmla="*/ 19 w 145"/>
                <a:gd name="T39" fmla="*/ 135 h 148"/>
                <a:gd name="T40" fmla="*/ 52 w 145"/>
                <a:gd name="T41" fmla="*/ 71 h 148"/>
                <a:gd name="T42" fmla="*/ 53 w 145"/>
                <a:gd name="T43" fmla="*/ 136 h 148"/>
                <a:gd name="T44" fmla="*/ 30 w 145"/>
                <a:gd name="T45" fmla="*/ 120 h 148"/>
                <a:gd name="T46" fmla="*/ 50 w 145"/>
                <a:gd name="T47" fmla="*/ 85 h 148"/>
                <a:gd name="T48" fmla="*/ 23 w 145"/>
                <a:gd name="T49" fmla="*/ 121 h 148"/>
                <a:gd name="T50" fmla="*/ 53 w 145"/>
                <a:gd name="T51" fmla="*/ 136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5" h="148">
                  <a:moveTo>
                    <a:pt x="52" y="71"/>
                  </a:moveTo>
                  <a:cubicBezTo>
                    <a:pt x="52" y="71"/>
                    <a:pt x="55" y="70"/>
                    <a:pt x="55" y="63"/>
                  </a:cubicBezTo>
                  <a:cubicBezTo>
                    <a:pt x="55" y="57"/>
                    <a:pt x="55" y="36"/>
                    <a:pt x="55" y="28"/>
                  </a:cubicBezTo>
                  <a:cubicBezTo>
                    <a:pt x="53" y="27"/>
                    <a:pt x="52" y="26"/>
                    <a:pt x="52" y="24"/>
                  </a:cubicBezTo>
                  <a:cubicBezTo>
                    <a:pt x="51" y="24"/>
                    <a:pt x="51" y="24"/>
                    <a:pt x="51" y="24"/>
                  </a:cubicBezTo>
                  <a:cubicBezTo>
                    <a:pt x="51" y="9"/>
                    <a:pt x="51" y="9"/>
                    <a:pt x="51" y="9"/>
                  </a:cubicBezTo>
                  <a:cubicBezTo>
                    <a:pt x="52" y="9"/>
                    <a:pt x="52" y="9"/>
                    <a:pt x="52" y="9"/>
                  </a:cubicBezTo>
                  <a:cubicBezTo>
                    <a:pt x="52" y="9"/>
                    <a:pt x="52" y="8"/>
                    <a:pt x="52" y="8"/>
                  </a:cubicBezTo>
                  <a:cubicBezTo>
                    <a:pt x="52" y="4"/>
                    <a:pt x="61" y="0"/>
                    <a:pt x="73" y="0"/>
                  </a:cubicBezTo>
                  <a:cubicBezTo>
                    <a:pt x="84" y="0"/>
                    <a:pt x="94" y="4"/>
                    <a:pt x="94" y="8"/>
                  </a:cubicBezTo>
                  <a:cubicBezTo>
                    <a:pt x="94" y="8"/>
                    <a:pt x="94" y="9"/>
                    <a:pt x="94" y="9"/>
                  </a:cubicBezTo>
                  <a:cubicBezTo>
                    <a:pt x="94" y="9"/>
                    <a:pt x="94" y="9"/>
                    <a:pt x="94" y="9"/>
                  </a:cubicBezTo>
                  <a:cubicBezTo>
                    <a:pt x="94" y="24"/>
                    <a:pt x="94" y="24"/>
                    <a:pt x="94" y="24"/>
                  </a:cubicBezTo>
                  <a:cubicBezTo>
                    <a:pt x="94" y="24"/>
                    <a:pt x="94" y="24"/>
                    <a:pt x="94" y="24"/>
                  </a:cubicBezTo>
                  <a:cubicBezTo>
                    <a:pt x="93" y="26"/>
                    <a:pt x="92" y="27"/>
                    <a:pt x="88" y="29"/>
                  </a:cubicBezTo>
                  <a:cubicBezTo>
                    <a:pt x="88" y="36"/>
                    <a:pt x="88" y="57"/>
                    <a:pt x="88" y="63"/>
                  </a:cubicBezTo>
                  <a:cubicBezTo>
                    <a:pt x="88" y="70"/>
                    <a:pt x="92" y="71"/>
                    <a:pt x="92" y="71"/>
                  </a:cubicBezTo>
                  <a:cubicBezTo>
                    <a:pt x="100" y="76"/>
                    <a:pt x="145" y="121"/>
                    <a:pt x="126" y="135"/>
                  </a:cubicBezTo>
                  <a:cubicBezTo>
                    <a:pt x="108" y="148"/>
                    <a:pt x="78" y="147"/>
                    <a:pt x="72" y="147"/>
                  </a:cubicBezTo>
                  <a:cubicBezTo>
                    <a:pt x="66" y="147"/>
                    <a:pt x="37" y="148"/>
                    <a:pt x="19" y="135"/>
                  </a:cubicBezTo>
                  <a:cubicBezTo>
                    <a:pt x="0" y="121"/>
                    <a:pt x="44" y="76"/>
                    <a:pt x="52" y="71"/>
                  </a:cubicBezTo>
                  <a:close/>
                  <a:moveTo>
                    <a:pt x="53" y="136"/>
                  </a:moveTo>
                  <a:cubicBezTo>
                    <a:pt x="53" y="136"/>
                    <a:pt x="31" y="131"/>
                    <a:pt x="30" y="120"/>
                  </a:cubicBezTo>
                  <a:cubicBezTo>
                    <a:pt x="29" y="108"/>
                    <a:pt x="50" y="85"/>
                    <a:pt x="50" y="85"/>
                  </a:cubicBezTo>
                  <a:cubicBezTo>
                    <a:pt x="50" y="85"/>
                    <a:pt x="22" y="107"/>
                    <a:pt x="23" y="121"/>
                  </a:cubicBezTo>
                  <a:cubicBezTo>
                    <a:pt x="23" y="136"/>
                    <a:pt x="53" y="136"/>
                    <a:pt x="53" y="13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125" name="组合 124"/>
          <p:cNvGrpSpPr/>
          <p:nvPr/>
        </p:nvGrpSpPr>
        <p:grpSpPr>
          <a:xfrm>
            <a:off x="4340131" y="1886568"/>
            <a:ext cx="1706563" cy="1704975"/>
            <a:chOff x="3805238" y="2005013"/>
            <a:chExt cx="1706563" cy="1704975"/>
          </a:xfrm>
        </p:grpSpPr>
        <p:sp>
          <p:nvSpPr>
            <p:cNvPr id="126" name="Oval 7"/>
            <p:cNvSpPr>
              <a:spLocks noChangeArrowheads="1"/>
            </p:cNvSpPr>
            <p:nvPr/>
          </p:nvSpPr>
          <p:spPr bwMode="auto">
            <a:xfrm>
              <a:off x="3805238" y="2005013"/>
              <a:ext cx="1706563" cy="1704975"/>
            </a:xfrm>
            <a:prstGeom prst="ellipse">
              <a:avLst/>
            </a:prstGeom>
            <a:solidFill>
              <a:srgbClr val="586B7F"/>
            </a:solidFill>
            <a:ln>
              <a:noFill/>
            </a:ln>
          </p:spPr>
          <p:txBody>
            <a:bodyPr vert="horz" wrap="square" lIns="91440" tIns="45720" rIns="91440" bIns="45720" numCol="1" anchor="t" anchorCtr="0" compatLnSpc="1"/>
            <a:lstStyle/>
            <a:p>
              <a:endParaRPr lang="zh-CN" altLang="en-US"/>
            </a:p>
          </p:txBody>
        </p:sp>
        <p:sp>
          <p:nvSpPr>
            <p:cNvPr id="127" name="Oval 8"/>
            <p:cNvSpPr>
              <a:spLocks noChangeArrowheads="1"/>
            </p:cNvSpPr>
            <p:nvPr/>
          </p:nvSpPr>
          <p:spPr bwMode="auto">
            <a:xfrm>
              <a:off x="3973513" y="2173288"/>
              <a:ext cx="1368425" cy="1368425"/>
            </a:xfrm>
            <a:prstGeom prst="ellipse">
              <a:avLst/>
            </a:prstGeom>
            <a:solidFill>
              <a:schemeClr val="bg1"/>
            </a:solidFill>
            <a:ln>
              <a:noFill/>
            </a:ln>
          </p:spPr>
          <p:txBody>
            <a:bodyPr vert="horz" wrap="square" lIns="91440" tIns="45720" rIns="91440" bIns="45720" numCol="1" anchor="t" anchorCtr="0" compatLnSpc="1"/>
            <a:lstStyle/>
            <a:p>
              <a:endParaRPr lang="zh-CN" altLang="en-US"/>
            </a:p>
          </p:txBody>
        </p:sp>
        <p:sp>
          <p:nvSpPr>
            <p:cNvPr id="128" name="Oval 9"/>
            <p:cNvSpPr>
              <a:spLocks noChangeArrowheads="1"/>
            </p:cNvSpPr>
            <p:nvPr/>
          </p:nvSpPr>
          <p:spPr bwMode="auto">
            <a:xfrm>
              <a:off x="4102100" y="2305050"/>
              <a:ext cx="1109663" cy="1104900"/>
            </a:xfrm>
            <a:prstGeom prst="ellipse">
              <a:avLst/>
            </a:prstGeom>
            <a:solidFill>
              <a:srgbClr val="586B7F"/>
            </a:solidFill>
            <a:ln>
              <a:noFill/>
            </a:ln>
          </p:spPr>
          <p:txBody>
            <a:bodyPr vert="horz" wrap="square" lIns="91440" tIns="45720" rIns="91440" bIns="45720" numCol="1" anchor="t" anchorCtr="0" compatLnSpc="1"/>
            <a:lstStyle/>
            <a:p>
              <a:endParaRPr lang="zh-CN" altLang="en-US"/>
            </a:p>
          </p:txBody>
        </p:sp>
        <p:sp>
          <p:nvSpPr>
            <p:cNvPr id="129" name="Oval 10"/>
            <p:cNvSpPr>
              <a:spLocks noChangeArrowheads="1"/>
            </p:cNvSpPr>
            <p:nvPr/>
          </p:nvSpPr>
          <p:spPr bwMode="auto">
            <a:xfrm>
              <a:off x="4210050" y="2409825"/>
              <a:ext cx="895350" cy="895350"/>
            </a:xfrm>
            <a:prstGeom prst="ellipse">
              <a:avLst/>
            </a:prstGeom>
            <a:solidFill>
              <a:schemeClr val="bg1"/>
            </a:solidFill>
            <a:ln>
              <a:noFill/>
            </a:ln>
          </p:spPr>
          <p:txBody>
            <a:bodyPr vert="horz" wrap="square" lIns="91440" tIns="45720" rIns="91440" bIns="45720" numCol="1" anchor="t" anchorCtr="0" compatLnSpc="1"/>
            <a:lstStyle/>
            <a:p>
              <a:endParaRPr lang="zh-CN" altLang="en-US"/>
            </a:p>
          </p:txBody>
        </p:sp>
        <p:sp>
          <p:nvSpPr>
            <p:cNvPr id="130" name="Oval 11"/>
            <p:cNvSpPr>
              <a:spLocks noChangeArrowheads="1"/>
            </p:cNvSpPr>
            <p:nvPr/>
          </p:nvSpPr>
          <p:spPr bwMode="auto">
            <a:xfrm>
              <a:off x="4416425" y="2616200"/>
              <a:ext cx="479425" cy="482600"/>
            </a:xfrm>
            <a:prstGeom prst="ellipse">
              <a:avLst/>
            </a:prstGeom>
            <a:solidFill>
              <a:srgbClr val="586B7F"/>
            </a:solidFill>
            <a:ln>
              <a:noFill/>
            </a:ln>
          </p:spPr>
          <p:txBody>
            <a:bodyPr vert="horz" wrap="square" lIns="91440" tIns="45720" rIns="91440" bIns="45720" numCol="1" anchor="t" anchorCtr="0" compatLnSpc="1"/>
            <a:lstStyle/>
            <a:p>
              <a:endParaRPr lang="zh-CN" altLang="en-US"/>
            </a:p>
          </p:txBody>
        </p:sp>
      </p:grpSp>
      <p:grpSp>
        <p:nvGrpSpPr>
          <p:cNvPr id="131" name="组合 130"/>
          <p:cNvGrpSpPr/>
          <p:nvPr/>
        </p:nvGrpSpPr>
        <p:grpSpPr>
          <a:xfrm>
            <a:off x="4095656" y="1451593"/>
            <a:ext cx="1095375" cy="1285875"/>
            <a:chOff x="3560763" y="1570038"/>
            <a:chExt cx="1095375" cy="1285875"/>
          </a:xfrm>
        </p:grpSpPr>
        <p:sp>
          <p:nvSpPr>
            <p:cNvPr id="132" name="Freeform 12"/>
            <p:cNvSpPr/>
            <p:nvPr/>
          </p:nvSpPr>
          <p:spPr bwMode="auto">
            <a:xfrm>
              <a:off x="4446588" y="2611438"/>
              <a:ext cx="209550" cy="244475"/>
            </a:xfrm>
            <a:custGeom>
              <a:avLst/>
              <a:gdLst>
                <a:gd name="T0" fmla="*/ 21 w 56"/>
                <a:gd name="T1" fmla="*/ 8 h 65"/>
                <a:gd name="T2" fmla="*/ 56 w 56"/>
                <a:gd name="T3" fmla="*/ 65 h 65"/>
                <a:gd name="T4" fmla="*/ 6 w 56"/>
                <a:gd name="T5" fmla="*/ 21 h 65"/>
                <a:gd name="T6" fmla="*/ 21 w 56"/>
                <a:gd name="T7" fmla="*/ 8 h 65"/>
              </a:gdLst>
              <a:ahLst/>
              <a:cxnLst>
                <a:cxn ang="0">
                  <a:pos x="T0" y="T1"/>
                </a:cxn>
                <a:cxn ang="0">
                  <a:pos x="T2" y="T3"/>
                </a:cxn>
                <a:cxn ang="0">
                  <a:pos x="T4" y="T5"/>
                </a:cxn>
                <a:cxn ang="0">
                  <a:pos x="T6" y="T7"/>
                </a:cxn>
              </a:cxnLst>
              <a:rect l="0" t="0" r="r" b="b"/>
              <a:pathLst>
                <a:path w="56" h="65">
                  <a:moveTo>
                    <a:pt x="21" y="8"/>
                  </a:moveTo>
                  <a:cubicBezTo>
                    <a:pt x="56" y="65"/>
                    <a:pt x="56" y="65"/>
                    <a:pt x="56" y="65"/>
                  </a:cubicBezTo>
                  <a:cubicBezTo>
                    <a:pt x="6" y="21"/>
                    <a:pt x="6" y="21"/>
                    <a:pt x="6" y="21"/>
                  </a:cubicBezTo>
                  <a:cubicBezTo>
                    <a:pt x="0" y="15"/>
                    <a:pt x="17" y="0"/>
                    <a:pt x="21" y="8"/>
                  </a:cubicBezTo>
                  <a:close/>
                </a:path>
              </a:pathLst>
            </a:custGeom>
            <a:solidFill>
              <a:schemeClr val="bg1">
                <a:lumMod val="9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3" name="Freeform 13"/>
            <p:cNvSpPr/>
            <p:nvPr/>
          </p:nvSpPr>
          <p:spPr bwMode="auto">
            <a:xfrm>
              <a:off x="3714750" y="1724025"/>
              <a:ext cx="908050" cy="1057275"/>
            </a:xfrm>
            <a:custGeom>
              <a:avLst/>
              <a:gdLst>
                <a:gd name="T0" fmla="*/ 212 w 242"/>
                <a:gd name="T1" fmla="*/ 219 h 282"/>
                <a:gd name="T2" fmla="*/ 0 w 242"/>
                <a:gd name="T3" fmla="*/ 0 h 282"/>
                <a:gd name="T4" fmla="*/ 177 w 242"/>
                <a:gd name="T5" fmla="*/ 248 h 282"/>
                <a:gd name="T6" fmla="*/ 212 w 242"/>
                <a:gd name="T7" fmla="*/ 219 h 282"/>
              </a:gdLst>
              <a:ahLst/>
              <a:cxnLst>
                <a:cxn ang="0">
                  <a:pos x="T0" y="T1"/>
                </a:cxn>
                <a:cxn ang="0">
                  <a:pos x="T2" y="T3"/>
                </a:cxn>
                <a:cxn ang="0">
                  <a:pos x="T4" y="T5"/>
                </a:cxn>
                <a:cxn ang="0">
                  <a:pos x="T6" y="T7"/>
                </a:cxn>
              </a:cxnLst>
              <a:rect l="0" t="0" r="r" b="b"/>
              <a:pathLst>
                <a:path w="242" h="282">
                  <a:moveTo>
                    <a:pt x="212" y="219"/>
                  </a:moveTo>
                  <a:cubicBezTo>
                    <a:pt x="0" y="0"/>
                    <a:pt x="0" y="0"/>
                    <a:pt x="0" y="0"/>
                  </a:cubicBezTo>
                  <a:cubicBezTo>
                    <a:pt x="177" y="248"/>
                    <a:pt x="177" y="248"/>
                    <a:pt x="177" y="248"/>
                  </a:cubicBezTo>
                  <a:cubicBezTo>
                    <a:pt x="201" y="282"/>
                    <a:pt x="242" y="250"/>
                    <a:pt x="212" y="219"/>
                  </a:cubicBezTo>
                  <a:close/>
                </a:path>
              </a:pathLst>
            </a:custGeom>
            <a:solidFill>
              <a:srgbClr val="1672AA"/>
            </a:solidFill>
            <a:ln>
              <a:noFill/>
            </a:ln>
          </p:spPr>
          <p:txBody>
            <a:bodyPr vert="horz" wrap="square" lIns="91440" tIns="45720" rIns="91440" bIns="45720" numCol="1" anchor="t" anchorCtr="0" compatLnSpc="1"/>
            <a:lstStyle/>
            <a:p>
              <a:endParaRPr lang="zh-CN" altLang="en-US"/>
            </a:p>
          </p:txBody>
        </p:sp>
        <p:sp>
          <p:nvSpPr>
            <p:cNvPr id="134" name="Freeform 14"/>
            <p:cNvSpPr/>
            <p:nvPr/>
          </p:nvSpPr>
          <p:spPr bwMode="auto">
            <a:xfrm>
              <a:off x="3714750" y="1724025"/>
              <a:ext cx="850900" cy="966788"/>
            </a:xfrm>
            <a:custGeom>
              <a:avLst/>
              <a:gdLst>
                <a:gd name="T0" fmla="*/ 0 w 227"/>
                <a:gd name="T1" fmla="*/ 0 h 258"/>
                <a:gd name="T2" fmla="*/ 214 w 227"/>
                <a:gd name="T3" fmla="*/ 258 h 258"/>
                <a:gd name="T4" fmla="*/ 212 w 227"/>
                <a:gd name="T5" fmla="*/ 219 h 258"/>
                <a:gd name="T6" fmla="*/ 0 w 227"/>
                <a:gd name="T7" fmla="*/ 0 h 258"/>
              </a:gdLst>
              <a:ahLst/>
              <a:cxnLst>
                <a:cxn ang="0">
                  <a:pos x="T0" y="T1"/>
                </a:cxn>
                <a:cxn ang="0">
                  <a:pos x="T2" y="T3"/>
                </a:cxn>
                <a:cxn ang="0">
                  <a:pos x="T4" y="T5"/>
                </a:cxn>
                <a:cxn ang="0">
                  <a:pos x="T6" y="T7"/>
                </a:cxn>
              </a:cxnLst>
              <a:rect l="0" t="0" r="r" b="b"/>
              <a:pathLst>
                <a:path w="227" h="258">
                  <a:moveTo>
                    <a:pt x="0" y="0"/>
                  </a:moveTo>
                  <a:cubicBezTo>
                    <a:pt x="214" y="258"/>
                    <a:pt x="214" y="258"/>
                    <a:pt x="214" y="258"/>
                  </a:cubicBezTo>
                  <a:cubicBezTo>
                    <a:pt x="224" y="250"/>
                    <a:pt x="227" y="235"/>
                    <a:pt x="212" y="219"/>
                  </a:cubicBezTo>
                  <a:lnTo>
                    <a:pt x="0" y="0"/>
                  </a:lnTo>
                  <a:close/>
                </a:path>
              </a:pathLst>
            </a:custGeom>
            <a:solidFill>
              <a:srgbClr val="37B0E8"/>
            </a:solidFill>
            <a:ln w="6350">
              <a:noFill/>
            </a:ln>
          </p:spPr>
          <p:txBody>
            <a:bodyPr vert="horz" wrap="square" lIns="91440" tIns="45720" rIns="91440" bIns="45720" numCol="1" anchor="t" anchorCtr="0" compatLnSpc="1"/>
            <a:lstStyle/>
            <a:p>
              <a:endParaRPr lang="zh-CN" altLang="en-US"/>
            </a:p>
          </p:txBody>
        </p:sp>
        <p:sp>
          <p:nvSpPr>
            <p:cNvPr id="135" name="Freeform 15"/>
            <p:cNvSpPr/>
            <p:nvPr/>
          </p:nvSpPr>
          <p:spPr bwMode="auto">
            <a:xfrm>
              <a:off x="3714750" y="1570038"/>
              <a:ext cx="244475" cy="382588"/>
            </a:xfrm>
            <a:custGeom>
              <a:avLst/>
              <a:gdLst>
                <a:gd name="T0" fmla="*/ 50 w 65"/>
                <a:gd name="T1" fmla="*/ 102 h 102"/>
                <a:gd name="T2" fmla="*/ 50 w 65"/>
                <a:gd name="T3" fmla="*/ 20 h 102"/>
                <a:gd name="T4" fmla="*/ 0 w 65"/>
                <a:gd name="T5" fmla="*/ 41 h 102"/>
                <a:gd name="T6" fmla="*/ 50 w 65"/>
                <a:gd name="T7" fmla="*/ 102 h 102"/>
              </a:gdLst>
              <a:ahLst/>
              <a:cxnLst>
                <a:cxn ang="0">
                  <a:pos x="T0" y="T1"/>
                </a:cxn>
                <a:cxn ang="0">
                  <a:pos x="T2" y="T3"/>
                </a:cxn>
                <a:cxn ang="0">
                  <a:pos x="T4" y="T5"/>
                </a:cxn>
                <a:cxn ang="0">
                  <a:pos x="T6" y="T7"/>
                </a:cxn>
              </a:cxnLst>
              <a:rect l="0" t="0" r="r" b="b"/>
              <a:pathLst>
                <a:path w="65" h="102">
                  <a:moveTo>
                    <a:pt x="50" y="102"/>
                  </a:moveTo>
                  <a:cubicBezTo>
                    <a:pt x="56" y="86"/>
                    <a:pt x="65" y="40"/>
                    <a:pt x="50" y="20"/>
                  </a:cubicBezTo>
                  <a:cubicBezTo>
                    <a:pt x="35" y="0"/>
                    <a:pt x="6" y="4"/>
                    <a:pt x="0" y="41"/>
                  </a:cubicBezTo>
                  <a:lnTo>
                    <a:pt x="50" y="102"/>
                  </a:lnTo>
                  <a:close/>
                </a:path>
              </a:pathLst>
            </a:custGeom>
            <a:solidFill>
              <a:srgbClr val="54667A"/>
            </a:solidFill>
            <a:ln>
              <a:noFill/>
            </a:ln>
          </p:spPr>
          <p:txBody>
            <a:bodyPr vert="horz" wrap="square" lIns="91440" tIns="45720" rIns="91440" bIns="45720" numCol="1" anchor="t" anchorCtr="0" compatLnSpc="1"/>
            <a:lstStyle/>
            <a:p>
              <a:endParaRPr lang="zh-CN" altLang="en-US"/>
            </a:p>
          </p:txBody>
        </p:sp>
        <p:sp>
          <p:nvSpPr>
            <p:cNvPr id="136" name="Freeform 16"/>
            <p:cNvSpPr/>
            <p:nvPr/>
          </p:nvSpPr>
          <p:spPr bwMode="auto">
            <a:xfrm>
              <a:off x="3560763" y="1724025"/>
              <a:ext cx="341313" cy="234950"/>
            </a:xfrm>
            <a:custGeom>
              <a:avLst/>
              <a:gdLst>
                <a:gd name="T0" fmla="*/ 91 w 91"/>
                <a:gd name="T1" fmla="*/ 61 h 63"/>
                <a:gd name="T2" fmla="*/ 16 w 91"/>
                <a:gd name="T3" fmla="*/ 40 h 63"/>
                <a:gd name="T4" fmla="*/ 41 w 91"/>
                <a:gd name="T5" fmla="*/ 0 h 63"/>
                <a:gd name="T6" fmla="*/ 91 w 91"/>
                <a:gd name="T7" fmla="*/ 61 h 63"/>
              </a:gdLst>
              <a:ahLst/>
              <a:cxnLst>
                <a:cxn ang="0">
                  <a:pos x="T0" y="T1"/>
                </a:cxn>
                <a:cxn ang="0">
                  <a:pos x="T2" y="T3"/>
                </a:cxn>
                <a:cxn ang="0">
                  <a:pos x="T4" y="T5"/>
                </a:cxn>
                <a:cxn ang="0">
                  <a:pos x="T6" y="T7"/>
                </a:cxn>
              </a:cxnLst>
              <a:rect l="0" t="0" r="r" b="b"/>
              <a:pathLst>
                <a:path w="91" h="63">
                  <a:moveTo>
                    <a:pt x="91" y="61"/>
                  </a:moveTo>
                  <a:cubicBezTo>
                    <a:pt x="75" y="63"/>
                    <a:pt x="33" y="59"/>
                    <a:pt x="16" y="40"/>
                  </a:cubicBezTo>
                  <a:cubicBezTo>
                    <a:pt x="0" y="22"/>
                    <a:pt x="8" y="0"/>
                    <a:pt x="41" y="0"/>
                  </a:cubicBezTo>
                  <a:lnTo>
                    <a:pt x="91" y="61"/>
                  </a:lnTo>
                  <a:close/>
                </a:path>
              </a:pathLst>
            </a:custGeom>
            <a:solidFill>
              <a:srgbClr val="354454"/>
            </a:solidFill>
            <a:ln>
              <a:noFill/>
            </a:ln>
          </p:spPr>
          <p:txBody>
            <a:bodyPr vert="horz" wrap="square" lIns="91440" tIns="45720" rIns="91440" bIns="45720" numCol="1" anchor="t" anchorCtr="0" compatLnSpc="1"/>
            <a:lstStyle/>
            <a:p>
              <a:endParaRPr lang="zh-CN" altLang="en-US"/>
            </a:p>
          </p:txBody>
        </p:sp>
      </p:grpSp>
      <p:sp>
        <p:nvSpPr>
          <p:cNvPr id="137" name="任意多边形 136"/>
          <p:cNvSpPr/>
          <p:nvPr/>
        </p:nvSpPr>
        <p:spPr>
          <a:xfrm>
            <a:off x="3635896" y="2173905"/>
            <a:ext cx="979948" cy="342900"/>
          </a:xfrm>
          <a:custGeom>
            <a:avLst/>
            <a:gdLst>
              <a:gd name="connsiteX0" fmla="*/ 1257300 w 1257300"/>
              <a:gd name="connsiteY0" fmla="*/ 342900 h 342900"/>
              <a:gd name="connsiteX1" fmla="*/ 914400 w 1257300"/>
              <a:gd name="connsiteY1" fmla="*/ 0 h 342900"/>
              <a:gd name="connsiteX2" fmla="*/ 0 w 1257300"/>
              <a:gd name="connsiteY2" fmla="*/ 0 h 342900"/>
            </a:gdLst>
            <a:ahLst/>
            <a:cxnLst>
              <a:cxn ang="0">
                <a:pos x="connsiteX0" y="connsiteY0"/>
              </a:cxn>
              <a:cxn ang="0">
                <a:pos x="connsiteX1" y="connsiteY1"/>
              </a:cxn>
              <a:cxn ang="0">
                <a:pos x="connsiteX2" y="connsiteY2"/>
              </a:cxn>
            </a:cxnLst>
            <a:rect l="l" t="t" r="r" b="b"/>
            <a:pathLst>
              <a:path w="1257300" h="342900">
                <a:moveTo>
                  <a:pt x="1257300" y="342900"/>
                </a:moveTo>
                <a:lnTo>
                  <a:pt x="914400" y="0"/>
                </a:lnTo>
                <a:lnTo>
                  <a:pt x="0" y="0"/>
                </a:lnTo>
              </a:path>
            </a:pathLst>
          </a:custGeom>
          <a:ln w="6350">
            <a:solidFill>
              <a:srgbClr val="122F4A"/>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solidFill>
                <a:schemeClr val="tx1"/>
              </a:solidFill>
            </a:endParaRPr>
          </a:p>
        </p:txBody>
      </p:sp>
      <p:sp>
        <p:nvSpPr>
          <p:cNvPr id="138" name="Rectangle 66"/>
          <p:cNvSpPr>
            <a:spLocks noChangeArrowheads="1"/>
          </p:cNvSpPr>
          <p:nvPr/>
        </p:nvSpPr>
        <p:spPr bwMode="auto">
          <a:xfrm>
            <a:off x="1788175" y="2384739"/>
            <a:ext cx="166585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lvl="0" algn="just" fontAlgn="base">
              <a:spcBef>
                <a:spcPct val="0"/>
              </a:spcBef>
              <a:spcAft>
                <a:spcPct val="0"/>
              </a:spcAft>
            </a:pPr>
            <a:r>
              <a:rPr lang="zh-CN" altLang="en-US" sz="1000" dirty="0">
                <a:solidFill>
                  <a:schemeClr val="bg1">
                    <a:lumMod val="50000"/>
                  </a:schemeClr>
                </a:solidFill>
                <a:latin typeface="Arial" pitchFamily="34" charset="0"/>
                <a:ea typeface="微软雅黑" pitchFamily="34" charset="-122"/>
              </a:rPr>
              <a:t>此处可输入相关说明文本内容，或者复制文本内容后粘贴，并选择只保留文字。文本内容建议简洁明了、提纲挈领，尽量保持整体风格统一</a:t>
            </a:r>
            <a:r>
              <a:rPr lang="zh-CN" altLang="en-US" sz="1000" dirty="0">
                <a:solidFill>
                  <a:prstClr val="black">
                    <a:lumMod val="50000"/>
                    <a:lumOff val="50000"/>
                  </a:prstClr>
                </a:solidFill>
                <a:latin typeface="Arial" pitchFamily="34" charset="0"/>
                <a:ea typeface="微软雅黑" pitchFamily="34" charset="-122"/>
              </a:rPr>
              <a:t>。</a:t>
            </a:r>
            <a:endParaRPr lang="zh-CN" altLang="zh-CN" sz="1000" dirty="0">
              <a:solidFill>
                <a:prstClr val="black">
                  <a:lumMod val="50000"/>
                  <a:lumOff val="50000"/>
                </a:prstClr>
              </a:solidFill>
              <a:latin typeface="Arial" pitchFamily="34" charset="0"/>
              <a:ea typeface="微软雅黑" pitchFamily="34" charset="-122"/>
            </a:endParaRPr>
          </a:p>
        </p:txBody>
      </p:sp>
      <p:sp>
        <p:nvSpPr>
          <p:cNvPr id="139" name="圆角矩形 138"/>
          <p:cNvSpPr/>
          <p:nvPr/>
        </p:nvSpPr>
        <p:spPr>
          <a:xfrm>
            <a:off x="2498979" y="2054316"/>
            <a:ext cx="955046" cy="246226"/>
          </a:xfrm>
          <a:prstGeom prst="roundRect">
            <a:avLst>
              <a:gd name="adj" fmla="val 0"/>
            </a:avLst>
          </a:prstGeom>
          <a:solidFill>
            <a:srgbClr val="37B0E8"/>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ln w="6350">
                  <a:noFill/>
                </a:ln>
                <a:solidFill>
                  <a:schemeClr val="bg1"/>
                </a:solidFill>
                <a:latin typeface="Impact" pitchFamily="34" charset="0"/>
                <a:ea typeface="微软雅黑" pitchFamily="34" charset="-122"/>
              </a:rPr>
              <a:t>目标一</a:t>
            </a:r>
          </a:p>
        </p:txBody>
      </p:sp>
      <p:sp>
        <p:nvSpPr>
          <p:cNvPr id="140" name="任意多边形 139"/>
          <p:cNvSpPr/>
          <p:nvPr/>
        </p:nvSpPr>
        <p:spPr>
          <a:xfrm flipV="1">
            <a:off x="4468589" y="3353520"/>
            <a:ext cx="722202" cy="406461"/>
          </a:xfrm>
          <a:custGeom>
            <a:avLst/>
            <a:gdLst>
              <a:gd name="connsiteX0" fmla="*/ 1257300 w 1257300"/>
              <a:gd name="connsiteY0" fmla="*/ 342900 h 342900"/>
              <a:gd name="connsiteX1" fmla="*/ 914400 w 1257300"/>
              <a:gd name="connsiteY1" fmla="*/ 0 h 342900"/>
              <a:gd name="connsiteX2" fmla="*/ 0 w 1257300"/>
              <a:gd name="connsiteY2" fmla="*/ 0 h 342900"/>
              <a:gd name="connsiteX0-1" fmla="*/ 1381053 w 1381053"/>
              <a:gd name="connsiteY0-2" fmla="*/ 454236 h 454236"/>
              <a:gd name="connsiteX1-3" fmla="*/ 914400 w 1381053"/>
              <a:gd name="connsiteY1-4" fmla="*/ 0 h 454236"/>
              <a:gd name="connsiteX2-5" fmla="*/ 0 w 1381053"/>
              <a:gd name="connsiteY2-6" fmla="*/ 0 h 454236"/>
            </a:gdLst>
            <a:ahLst/>
            <a:cxnLst>
              <a:cxn ang="0">
                <a:pos x="connsiteX0-1" y="connsiteY0-2"/>
              </a:cxn>
              <a:cxn ang="0">
                <a:pos x="connsiteX1-3" y="connsiteY1-4"/>
              </a:cxn>
              <a:cxn ang="0">
                <a:pos x="connsiteX2-5" y="connsiteY2-6"/>
              </a:cxn>
            </a:cxnLst>
            <a:rect l="l" t="t" r="r" b="b"/>
            <a:pathLst>
              <a:path w="1381053" h="454236">
                <a:moveTo>
                  <a:pt x="1381053" y="454236"/>
                </a:moveTo>
                <a:lnTo>
                  <a:pt x="914400" y="0"/>
                </a:lnTo>
                <a:lnTo>
                  <a:pt x="0" y="0"/>
                </a:lnTo>
              </a:path>
            </a:pathLst>
          </a:custGeom>
          <a:ln w="6350">
            <a:solidFill>
              <a:srgbClr val="122F4A"/>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solidFill>
                <a:schemeClr val="tx1"/>
              </a:solidFill>
            </a:endParaRPr>
          </a:p>
        </p:txBody>
      </p:sp>
      <p:sp>
        <p:nvSpPr>
          <p:cNvPr id="141" name="Rectangle 66"/>
          <p:cNvSpPr>
            <a:spLocks noChangeArrowheads="1"/>
          </p:cNvSpPr>
          <p:nvPr/>
        </p:nvSpPr>
        <p:spPr bwMode="auto">
          <a:xfrm>
            <a:off x="2651761" y="3967293"/>
            <a:ext cx="166585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lvl="0" algn="just" fontAlgn="base">
              <a:spcBef>
                <a:spcPct val="0"/>
              </a:spcBef>
              <a:spcAft>
                <a:spcPct val="0"/>
              </a:spcAft>
            </a:pPr>
            <a:r>
              <a:rPr lang="zh-CN" altLang="en-US" sz="1000" dirty="0">
                <a:solidFill>
                  <a:schemeClr val="bg1">
                    <a:lumMod val="50000"/>
                  </a:schemeClr>
                </a:solidFill>
                <a:latin typeface="Arial" pitchFamily="34" charset="0"/>
                <a:ea typeface="微软雅黑" pitchFamily="34" charset="-122"/>
              </a:rPr>
              <a:t>此处可输入相关说明文本内容，或者复制文本内容后粘贴，并选择只保留文字。文本内容建议简洁明了、提纲挈领，尽量保持整体风格统一</a:t>
            </a:r>
            <a:r>
              <a:rPr lang="zh-CN" altLang="en-US" sz="1000" dirty="0">
                <a:solidFill>
                  <a:prstClr val="black">
                    <a:lumMod val="50000"/>
                    <a:lumOff val="50000"/>
                  </a:prstClr>
                </a:solidFill>
                <a:latin typeface="Arial" pitchFamily="34" charset="0"/>
                <a:ea typeface="微软雅黑" pitchFamily="34" charset="-122"/>
              </a:rPr>
              <a:t>。</a:t>
            </a:r>
            <a:endParaRPr lang="zh-CN" altLang="zh-CN" sz="1000" dirty="0">
              <a:solidFill>
                <a:prstClr val="black">
                  <a:lumMod val="50000"/>
                  <a:lumOff val="50000"/>
                </a:prstClr>
              </a:solidFill>
              <a:latin typeface="Arial" pitchFamily="34" charset="0"/>
              <a:ea typeface="微软雅黑" pitchFamily="34" charset="-122"/>
            </a:endParaRPr>
          </a:p>
        </p:txBody>
      </p:sp>
      <p:sp>
        <p:nvSpPr>
          <p:cNvPr id="142" name="圆角矩形 141"/>
          <p:cNvSpPr/>
          <p:nvPr/>
        </p:nvSpPr>
        <p:spPr>
          <a:xfrm>
            <a:off x="3362565" y="3636870"/>
            <a:ext cx="955046" cy="246226"/>
          </a:xfrm>
          <a:prstGeom prst="roundRect">
            <a:avLst>
              <a:gd name="adj" fmla="val 0"/>
            </a:avLst>
          </a:prstGeom>
          <a:solidFill>
            <a:srgbClr val="37B0E8"/>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ln w="6350">
                  <a:noFill/>
                </a:ln>
                <a:solidFill>
                  <a:schemeClr val="bg1"/>
                </a:solidFill>
                <a:latin typeface="Impact" pitchFamily="34" charset="0"/>
                <a:ea typeface="微软雅黑" pitchFamily="34" charset="-122"/>
              </a:rPr>
              <a:t>目标三</a:t>
            </a:r>
          </a:p>
        </p:txBody>
      </p:sp>
      <p:sp>
        <p:nvSpPr>
          <p:cNvPr id="143" name="任意多边形 142"/>
          <p:cNvSpPr/>
          <p:nvPr/>
        </p:nvSpPr>
        <p:spPr>
          <a:xfrm flipH="1">
            <a:off x="5504149" y="1861431"/>
            <a:ext cx="1250950" cy="342900"/>
          </a:xfrm>
          <a:custGeom>
            <a:avLst/>
            <a:gdLst>
              <a:gd name="connsiteX0" fmla="*/ 1257300 w 1257300"/>
              <a:gd name="connsiteY0" fmla="*/ 342900 h 342900"/>
              <a:gd name="connsiteX1" fmla="*/ 914400 w 1257300"/>
              <a:gd name="connsiteY1" fmla="*/ 0 h 342900"/>
              <a:gd name="connsiteX2" fmla="*/ 0 w 1257300"/>
              <a:gd name="connsiteY2" fmla="*/ 0 h 342900"/>
            </a:gdLst>
            <a:ahLst/>
            <a:cxnLst>
              <a:cxn ang="0">
                <a:pos x="connsiteX0" y="connsiteY0"/>
              </a:cxn>
              <a:cxn ang="0">
                <a:pos x="connsiteX1" y="connsiteY1"/>
              </a:cxn>
              <a:cxn ang="0">
                <a:pos x="connsiteX2" y="connsiteY2"/>
              </a:cxn>
            </a:cxnLst>
            <a:rect l="l" t="t" r="r" b="b"/>
            <a:pathLst>
              <a:path w="1257300" h="342900">
                <a:moveTo>
                  <a:pt x="1257300" y="342900"/>
                </a:moveTo>
                <a:lnTo>
                  <a:pt x="914400" y="0"/>
                </a:lnTo>
                <a:lnTo>
                  <a:pt x="0" y="0"/>
                </a:lnTo>
              </a:path>
            </a:pathLst>
          </a:custGeom>
          <a:ln w="6350">
            <a:solidFill>
              <a:srgbClr val="122F4A"/>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solidFill>
                <a:schemeClr val="tx1"/>
              </a:solidFill>
            </a:endParaRPr>
          </a:p>
        </p:txBody>
      </p:sp>
      <p:sp>
        <p:nvSpPr>
          <p:cNvPr id="144" name="Rectangle 66"/>
          <p:cNvSpPr>
            <a:spLocks noChangeArrowheads="1"/>
          </p:cNvSpPr>
          <p:nvPr/>
        </p:nvSpPr>
        <p:spPr bwMode="auto">
          <a:xfrm>
            <a:off x="6936957" y="2061209"/>
            <a:ext cx="166585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lvl="0" algn="just" fontAlgn="base">
              <a:spcBef>
                <a:spcPct val="0"/>
              </a:spcBef>
              <a:spcAft>
                <a:spcPct val="0"/>
              </a:spcAft>
            </a:pPr>
            <a:r>
              <a:rPr lang="zh-CN" altLang="en-US" sz="1000" dirty="0">
                <a:solidFill>
                  <a:schemeClr val="bg1">
                    <a:lumMod val="50000"/>
                  </a:schemeClr>
                </a:solidFill>
                <a:latin typeface="Arial" pitchFamily="34" charset="0"/>
                <a:ea typeface="微软雅黑" pitchFamily="34" charset="-122"/>
              </a:rPr>
              <a:t>此处可输入相关说明文本内容，或者复制文本内容后粘贴，并选择只保留文字。文本内容建议简洁明了、提纲挈领，尽量保持整体风格统一</a:t>
            </a:r>
            <a:r>
              <a:rPr lang="zh-CN" altLang="en-US" sz="1000" dirty="0">
                <a:solidFill>
                  <a:prstClr val="black">
                    <a:lumMod val="50000"/>
                    <a:lumOff val="50000"/>
                  </a:prstClr>
                </a:solidFill>
                <a:latin typeface="Arial" pitchFamily="34" charset="0"/>
                <a:ea typeface="微软雅黑" pitchFamily="34" charset="-122"/>
              </a:rPr>
              <a:t>。</a:t>
            </a:r>
            <a:endParaRPr lang="zh-CN" altLang="zh-CN" sz="1000" dirty="0">
              <a:solidFill>
                <a:prstClr val="black">
                  <a:lumMod val="50000"/>
                  <a:lumOff val="50000"/>
                </a:prstClr>
              </a:solidFill>
              <a:latin typeface="Arial" pitchFamily="34" charset="0"/>
              <a:ea typeface="微软雅黑" pitchFamily="34" charset="-122"/>
            </a:endParaRPr>
          </a:p>
        </p:txBody>
      </p:sp>
      <p:sp>
        <p:nvSpPr>
          <p:cNvPr id="145" name="圆角矩形 144"/>
          <p:cNvSpPr/>
          <p:nvPr/>
        </p:nvSpPr>
        <p:spPr>
          <a:xfrm>
            <a:off x="6933063" y="1730786"/>
            <a:ext cx="955046" cy="246226"/>
          </a:xfrm>
          <a:prstGeom prst="roundRect">
            <a:avLst>
              <a:gd name="adj" fmla="val 0"/>
            </a:avLst>
          </a:prstGeom>
          <a:solidFill>
            <a:srgbClr val="37B0E8"/>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ln w="6350">
                  <a:noFill/>
                </a:ln>
                <a:solidFill>
                  <a:schemeClr val="bg1"/>
                </a:solidFill>
                <a:latin typeface="Impact" pitchFamily="34" charset="0"/>
                <a:ea typeface="微软雅黑" pitchFamily="34" charset="-122"/>
              </a:rPr>
              <a:t>目标二</a:t>
            </a:r>
          </a:p>
        </p:txBody>
      </p:sp>
      <p:pic>
        <p:nvPicPr>
          <p:cNvPr id="146" name="图片 14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643649" y="714563"/>
            <a:ext cx="1568698" cy="699598"/>
          </a:xfrm>
          <a:prstGeom prst="rect">
            <a:avLst/>
          </a:prstGeom>
        </p:spPr>
      </p:pic>
    </p:spTree>
  </p:cSld>
  <p:clrMapOvr>
    <a:masterClrMapping/>
  </p:clrMapOvr>
  <p:transition spd="slow">
    <p:push/>
  </p:transition>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125"/>
                                            </p:tgtEl>
                                            <p:attrNameLst>
                                              <p:attrName>style.visibility</p:attrName>
                                            </p:attrNameLst>
                                          </p:cBhvr>
                                          <p:to>
                                            <p:strVal val="visible"/>
                                          </p:to>
                                        </p:set>
                                        <p:anim calcmode="lin" valueType="num">
                                          <p:cBhvr>
                                            <p:cTn id="7" dur="300" fill="hold"/>
                                            <p:tgtEl>
                                              <p:spTgt spid="125"/>
                                            </p:tgtEl>
                                            <p:attrNameLst>
                                              <p:attrName>ppt_w</p:attrName>
                                            </p:attrNameLst>
                                          </p:cBhvr>
                                          <p:tavLst>
                                            <p:tav tm="0">
                                              <p:val>
                                                <p:fltVal val="0"/>
                                              </p:val>
                                            </p:tav>
                                            <p:tav tm="100000">
                                              <p:val>
                                                <p:strVal val="#ppt_w"/>
                                              </p:val>
                                            </p:tav>
                                          </p:tavLst>
                                        </p:anim>
                                        <p:anim calcmode="lin" valueType="num">
                                          <p:cBhvr>
                                            <p:cTn id="8" dur="300" fill="hold"/>
                                            <p:tgtEl>
                                              <p:spTgt spid="125"/>
                                            </p:tgtEl>
                                            <p:attrNameLst>
                                              <p:attrName>ppt_h</p:attrName>
                                            </p:attrNameLst>
                                          </p:cBhvr>
                                          <p:tavLst>
                                            <p:tav tm="0">
                                              <p:val>
                                                <p:fltVal val="0"/>
                                              </p:val>
                                            </p:tav>
                                            <p:tav tm="100000">
                                              <p:val>
                                                <p:strVal val="#ppt_h"/>
                                              </p:val>
                                            </p:tav>
                                          </p:tavLst>
                                        </p:anim>
                                        <p:animEffect transition="in" filter="fade">
                                          <p:cBhvr>
                                            <p:cTn id="9" dur="300"/>
                                            <p:tgtEl>
                                              <p:spTgt spid="125"/>
                                            </p:tgtEl>
                                          </p:cBhvr>
                                        </p:animEffect>
                                      </p:childTnLst>
                                    </p:cTn>
                                  </p:par>
                                  <p:par>
                                    <p:cTn id="10" presetID="6" presetClass="emph" presetSubtype="0" autoRev="1" fill="hold" nodeType="withEffect">
                                      <p:stCondLst>
                                        <p:cond delay="300"/>
                                      </p:stCondLst>
                                      <p:childTnLst>
                                        <p:animScale>
                                          <p:cBhvr>
                                            <p:cTn id="11" dur="150" fill="hold"/>
                                            <p:tgtEl>
                                              <p:spTgt spid="125"/>
                                            </p:tgtEl>
                                          </p:cBhvr>
                                          <p:by x="110000" y="110000"/>
                                        </p:animScale>
                                      </p:childTnLst>
                                    </p:cTn>
                                  </p:par>
                                  <p:par>
                                    <p:cTn id="12" presetID="10" presetClass="entr" presetSubtype="0" fill="hold" nodeType="withEffect">
                                      <p:stCondLst>
                                        <p:cond delay="300"/>
                                      </p:stCondLst>
                                      <p:childTnLst>
                                        <p:set>
                                          <p:cBhvr>
                                            <p:cTn id="13" dur="1" fill="hold">
                                              <p:stCondLst>
                                                <p:cond delay="0"/>
                                              </p:stCondLst>
                                            </p:cTn>
                                            <p:tgtEl>
                                              <p:spTgt spid="33"/>
                                            </p:tgtEl>
                                            <p:attrNameLst>
                                              <p:attrName>style.visibility</p:attrName>
                                            </p:attrNameLst>
                                          </p:cBhvr>
                                          <p:to>
                                            <p:strVal val="visible"/>
                                          </p:to>
                                        </p:set>
                                        <p:animEffect transition="in" filter="fade">
                                          <p:cBhvr>
                                            <p:cTn id="14" dur="750"/>
                                            <p:tgtEl>
                                              <p:spTgt spid="33"/>
                                            </p:tgtEl>
                                          </p:cBhvr>
                                        </p:animEffect>
                                      </p:childTnLst>
                                    </p:cTn>
                                  </p:par>
                                  <p:par>
                                    <p:cTn id="15" presetID="10" presetClass="entr" presetSubtype="0" fill="hold" nodeType="withEffect">
                                      <p:stCondLst>
                                        <p:cond delay="600"/>
                                      </p:stCondLst>
                                      <p:childTnLst>
                                        <p:set>
                                          <p:cBhvr>
                                            <p:cTn id="16" dur="1" fill="hold">
                                              <p:stCondLst>
                                                <p:cond delay="0"/>
                                              </p:stCondLst>
                                            </p:cTn>
                                            <p:tgtEl>
                                              <p:spTgt spid="131"/>
                                            </p:tgtEl>
                                            <p:attrNameLst>
                                              <p:attrName>style.visibility</p:attrName>
                                            </p:attrNameLst>
                                          </p:cBhvr>
                                          <p:to>
                                            <p:strVal val="visible"/>
                                          </p:to>
                                        </p:set>
                                        <p:animEffect transition="in" filter="fade">
                                          <p:cBhvr>
                                            <p:cTn id="17" dur="100"/>
                                            <p:tgtEl>
                                              <p:spTgt spid="131"/>
                                            </p:tgtEl>
                                          </p:cBhvr>
                                        </p:animEffect>
                                      </p:childTnLst>
                                    </p:cTn>
                                  </p:par>
                                  <p:par>
                                    <p:cTn id="18" presetID="0" presetClass="path" presetSubtype="0" accel="50000" decel="50000" fill="hold" nodeType="withEffect">
                                      <p:stCondLst>
                                        <p:cond delay="600"/>
                                      </p:stCondLst>
                                      <p:childTnLst>
                                        <p:animMotion origin="layout" path="M 3.05556E-6 -4.45199E-6 L 0.0033 0.00741 L -0.28542 -0.63723 " pathEditMode="relative" rAng="0" ptsTypes="AAA">
                                          <p:cBhvr>
                                            <p:cTn id="19" dur="500" spd="-100000" fill="hold"/>
                                            <p:tgtEl>
                                              <p:spTgt spid="131"/>
                                            </p:tgtEl>
                                            <p:attrNameLst>
                                              <p:attrName>ppt_x</p:attrName>
                                              <p:attrName>ppt_y</p:attrName>
                                            </p:attrNameLst>
                                          </p:cBhvr>
                                          <p:rCtr x="-14115" y="-31491"/>
                                        </p:animMotion>
                                      </p:childTnLst>
                                    </p:cTn>
                                  </p:par>
                                  <p:par>
                                    <p:cTn id="20" presetID="22" presetClass="entr" presetSubtype="8" fill="hold" grpId="0" nodeType="withEffect">
                                      <p:stCondLst>
                                        <p:cond delay="1100"/>
                                      </p:stCondLst>
                                      <p:childTnLst>
                                        <p:set>
                                          <p:cBhvr>
                                            <p:cTn id="21" dur="1" fill="hold">
                                              <p:stCondLst>
                                                <p:cond delay="0"/>
                                              </p:stCondLst>
                                            </p:cTn>
                                            <p:tgtEl>
                                              <p:spTgt spid="143"/>
                                            </p:tgtEl>
                                            <p:attrNameLst>
                                              <p:attrName>style.visibility</p:attrName>
                                            </p:attrNameLst>
                                          </p:cBhvr>
                                          <p:to>
                                            <p:strVal val="visible"/>
                                          </p:to>
                                        </p:set>
                                        <p:animEffect transition="in" filter="wipe(left)">
                                          <p:cBhvr>
                                            <p:cTn id="22" dur="500"/>
                                            <p:tgtEl>
                                              <p:spTgt spid="143"/>
                                            </p:tgtEl>
                                          </p:cBhvr>
                                        </p:animEffect>
                                      </p:childTnLst>
                                    </p:cTn>
                                  </p:par>
                                  <p:par>
                                    <p:cTn id="23" presetID="2" presetClass="entr" presetSubtype="2" fill="hold" grpId="0" nodeType="withEffect" p14:presetBounceEnd="60000">
                                      <p:stCondLst>
                                        <p:cond delay="1600"/>
                                      </p:stCondLst>
                                      <p:childTnLst>
                                        <p:set>
                                          <p:cBhvr>
                                            <p:cTn id="24" dur="1" fill="hold">
                                              <p:stCondLst>
                                                <p:cond delay="0"/>
                                              </p:stCondLst>
                                            </p:cTn>
                                            <p:tgtEl>
                                              <p:spTgt spid="145"/>
                                            </p:tgtEl>
                                            <p:attrNameLst>
                                              <p:attrName>style.visibility</p:attrName>
                                            </p:attrNameLst>
                                          </p:cBhvr>
                                          <p:to>
                                            <p:strVal val="visible"/>
                                          </p:to>
                                        </p:set>
                                        <p:anim calcmode="lin" valueType="num" p14:bounceEnd="60000">
                                          <p:cBhvr additive="base">
                                            <p:cTn id="25" dur="500" fill="hold"/>
                                            <p:tgtEl>
                                              <p:spTgt spid="145"/>
                                            </p:tgtEl>
                                            <p:attrNameLst>
                                              <p:attrName>ppt_x</p:attrName>
                                            </p:attrNameLst>
                                          </p:cBhvr>
                                          <p:tavLst>
                                            <p:tav tm="0">
                                              <p:val>
                                                <p:strVal val="1+#ppt_w/2"/>
                                              </p:val>
                                            </p:tav>
                                            <p:tav tm="100000">
                                              <p:val>
                                                <p:strVal val="#ppt_x"/>
                                              </p:val>
                                            </p:tav>
                                          </p:tavLst>
                                        </p:anim>
                                        <p:anim calcmode="lin" valueType="num" p14:bounceEnd="60000">
                                          <p:cBhvr additive="base">
                                            <p:cTn id="26" dur="500" fill="hold"/>
                                            <p:tgtEl>
                                              <p:spTgt spid="145"/>
                                            </p:tgtEl>
                                            <p:attrNameLst>
                                              <p:attrName>ppt_y</p:attrName>
                                            </p:attrNameLst>
                                          </p:cBhvr>
                                          <p:tavLst>
                                            <p:tav tm="0">
                                              <p:val>
                                                <p:strVal val="#ppt_y"/>
                                              </p:val>
                                            </p:tav>
                                            <p:tav tm="100000">
                                              <p:val>
                                                <p:strVal val="#ppt_y"/>
                                              </p:val>
                                            </p:tav>
                                          </p:tavLst>
                                        </p:anim>
                                      </p:childTnLst>
                                    </p:cTn>
                                  </p:par>
                                  <p:par>
                                    <p:cTn id="27" presetID="55" presetClass="entr" presetSubtype="0" fill="hold" grpId="0" nodeType="withEffect">
                                      <p:stCondLst>
                                        <p:cond delay="2000"/>
                                      </p:stCondLst>
                                      <p:childTnLst>
                                        <p:set>
                                          <p:cBhvr>
                                            <p:cTn id="28" dur="1" fill="hold">
                                              <p:stCondLst>
                                                <p:cond delay="0"/>
                                              </p:stCondLst>
                                            </p:cTn>
                                            <p:tgtEl>
                                              <p:spTgt spid="144"/>
                                            </p:tgtEl>
                                            <p:attrNameLst>
                                              <p:attrName>style.visibility</p:attrName>
                                            </p:attrNameLst>
                                          </p:cBhvr>
                                          <p:to>
                                            <p:strVal val="visible"/>
                                          </p:to>
                                        </p:set>
                                        <p:anim calcmode="lin" valueType="num">
                                          <p:cBhvr>
                                            <p:cTn id="29" dur="500" fill="hold"/>
                                            <p:tgtEl>
                                              <p:spTgt spid="144"/>
                                            </p:tgtEl>
                                            <p:attrNameLst>
                                              <p:attrName>ppt_w</p:attrName>
                                            </p:attrNameLst>
                                          </p:cBhvr>
                                          <p:tavLst>
                                            <p:tav tm="0">
                                              <p:val>
                                                <p:strVal val="#ppt_w*0.70"/>
                                              </p:val>
                                            </p:tav>
                                            <p:tav tm="100000">
                                              <p:val>
                                                <p:strVal val="#ppt_w"/>
                                              </p:val>
                                            </p:tav>
                                          </p:tavLst>
                                        </p:anim>
                                        <p:anim calcmode="lin" valueType="num">
                                          <p:cBhvr>
                                            <p:cTn id="30" dur="500" fill="hold"/>
                                            <p:tgtEl>
                                              <p:spTgt spid="144"/>
                                            </p:tgtEl>
                                            <p:attrNameLst>
                                              <p:attrName>ppt_h</p:attrName>
                                            </p:attrNameLst>
                                          </p:cBhvr>
                                          <p:tavLst>
                                            <p:tav tm="0">
                                              <p:val>
                                                <p:strVal val="#ppt_h"/>
                                              </p:val>
                                            </p:tav>
                                            <p:tav tm="100000">
                                              <p:val>
                                                <p:strVal val="#ppt_h"/>
                                              </p:val>
                                            </p:tav>
                                          </p:tavLst>
                                        </p:anim>
                                        <p:animEffect transition="in" filter="fade">
                                          <p:cBhvr>
                                            <p:cTn id="31" dur="500"/>
                                            <p:tgtEl>
                                              <p:spTgt spid="144"/>
                                            </p:tgtEl>
                                          </p:cBhvr>
                                        </p:animEffect>
                                      </p:childTnLst>
                                    </p:cTn>
                                  </p:par>
                                  <p:par>
                                    <p:cTn id="32" presetID="22" presetClass="entr" presetSubtype="2" fill="hold" grpId="0" nodeType="withEffect">
                                      <p:stCondLst>
                                        <p:cond delay="1100"/>
                                      </p:stCondLst>
                                      <p:childTnLst>
                                        <p:set>
                                          <p:cBhvr>
                                            <p:cTn id="33" dur="1" fill="hold">
                                              <p:stCondLst>
                                                <p:cond delay="0"/>
                                              </p:stCondLst>
                                            </p:cTn>
                                            <p:tgtEl>
                                              <p:spTgt spid="137"/>
                                            </p:tgtEl>
                                            <p:attrNameLst>
                                              <p:attrName>style.visibility</p:attrName>
                                            </p:attrNameLst>
                                          </p:cBhvr>
                                          <p:to>
                                            <p:strVal val="visible"/>
                                          </p:to>
                                        </p:set>
                                        <p:animEffect transition="in" filter="wipe(right)">
                                          <p:cBhvr>
                                            <p:cTn id="34" dur="500"/>
                                            <p:tgtEl>
                                              <p:spTgt spid="137"/>
                                            </p:tgtEl>
                                          </p:cBhvr>
                                        </p:animEffect>
                                      </p:childTnLst>
                                    </p:cTn>
                                  </p:par>
                                  <p:par>
                                    <p:cTn id="35" presetID="2" presetClass="entr" presetSubtype="8" fill="hold" grpId="0" nodeType="withEffect" p14:presetBounceEnd="60000">
                                      <p:stCondLst>
                                        <p:cond delay="1600"/>
                                      </p:stCondLst>
                                      <p:childTnLst>
                                        <p:set>
                                          <p:cBhvr>
                                            <p:cTn id="36" dur="1" fill="hold">
                                              <p:stCondLst>
                                                <p:cond delay="0"/>
                                              </p:stCondLst>
                                            </p:cTn>
                                            <p:tgtEl>
                                              <p:spTgt spid="139"/>
                                            </p:tgtEl>
                                            <p:attrNameLst>
                                              <p:attrName>style.visibility</p:attrName>
                                            </p:attrNameLst>
                                          </p:cBhvr>
                                          <p:to>
                                            <p:strVal val="visible"/>
                                          </p:to>
                                        </p:set>
                                        <p:anim calcmode="lin" valueType="num" p14:bounceEnd="60000">
                                          <p:cBhvr additive="base">
                                            <p:cTn id="37" dur="500" fill="hold"/>
                                            <p:tgtEl>
                                              <p:spTgt spid="139"/>
                                            </p:tgtEl>
                                            <p:attrNameLst>
                                              <p:attrName>ppt_x</p:attrName>
                                            </p:attrNameLst>
                                          </p:cBhvr>
                                          <p:tavLst>
                                            <p:tav tm="0">
                                              <p:val>
                                                <p:strVal val="0-#ppt_w/2"/>
                                              </p:val>
                                            </p:tav>
                                            <p:tav tm="100000">
                                              <p:val>
                                                <p:strVal val="#ppt_x"/>
                                              </p:val>
                                            </p:tav>
                                          </p:tavLst>
                                        </p:anim>
                                        <p:anim calcmode="lin" valueType="num" p14:bounceEnd="60000">
                                          <p:cBhvr additive="base">
                                            <p:cTn id="38" dur="500" fill="hold"/>
                                            <p:tgtEl>
                                              <p:spTgt spid="139"/>
                                            </p:tgtEl>
                                            <p:attrNameLst>
                                              <p:attrName>ppt_y</p:attrName>
                                            </p:attrNameLst>
                                          </p:cBhvr>
                                          <p:tavLst>
                                            <p:tav tm="0">
                                              <p:val>
                                                <p:strVal val="#ppt_y"/>
                                              </p:val>
                                            </p:tav>
                                            <p:tav tm="100000">
                                              <p:val>
                                                <p:strVal val="#ppt_y"/>
                                              </p:val>
                                            </p:tav>
                                          </p:tavLst>
                                        </p:anim>
                                      </p:childTnLst>
                                    </p:cTn>
                                  </p:par>
                                  <p:par>
                                    <p:cTn id="39" presetID="55" presetClass="entr" presetSubtype="0" fill="hold" grpId="0" nodeType="withEffect">
                                      <p:stCondLst>
                                        <p:cond delay="2000"/>
                                      </p:stCondLst>
                                      <p:childTnLst>
                                        <p:set>
                                          <p:cBhvr>
                                            <p:cTn id="40" dur="1" fill="hold">
                                              <p:stCondLst>
                                                <p:cond delay="0"/>
                                              </p:stCondLst>
                                            </p:cTn>
                                            <p:tgtEl>
                                              <p:spTgt spid="138"/>
                                            </p:tgtEl>
                                            <p:attrNameLst>
                                              <p:attrName>style.visibility</p:attrName>
                                            </p:attrNameLst>
                                          </p:cBhvr>
                                          <p:to>
                                            <p:strVal val="visible"/>
                                          </p:to>
                                        </p:set>
                                        <p:anim calcmode="lin" valueType="num">
                                          <p:cBhvr>
                                            <p:cTn id="41" dur="500" fill="hold"/>
                                            <p:tgtEl>
                                              <p:spTgt spid="138"/>
                                            </p:tgtEl>
                                            <p:attrNameLst>
                                              <p:attrName>ppt_w</p:attrName>
                                            </p:attrNameLst>
                                          </p:cBhvr>
                                          <p:tavLst>
                                            <p:tav tm="0">
                                              <p:val>
                                                <p:strVal val="#ppt_w*0.70"/>
                                              </p:val>
                                            </p:tav>
                                            <p:tav tm="100000">
                                              <p:val>
                                                <p:strVal val="#ppt_w"/>
                                              </p:val>
                                            </p:tav>
                                          </p:tavLst>
                                        </p:anim>
                                        <p:anim calcmode="lin" valueType="num">
                                          <p:cBhvr>
                                            <p:cTn id="42" dur="500" fill="hold"/>
                                            <p:tgtEl>
                                              <p:spTgt spid="138"/>
                                            </p:tgtEl>
                                            <p:attrNameLst>
                                              <p:attrName>ppt_h</p:attrName>
                                            </p:attrNameLst>
                                          </p:cBhvr>
                                          <p:tavLst>
                                            <p:tav tm="0">
                                              <p:val>
                                                <p:strVal val="#ppt_h"/>
                                              </p:val>
                                            </p:tav>
                                            <p:tav tm="100000">
                                              <p:val>
                                                <p:strVal val="#ppt_h"/>
                                              </p:val>
                                            </p:tav>
                                          </p:tavLst>
                                        </p:anim>
                                        <p:animEffect transition="in" filter="fade">
                                          <p:cBhvr>
                                            <p:cTn id="43" dur="500"/>
                                            <p:tgtEl>
                                              <p:spTgt spid="138"/>
                                            </p:tgtEl>
                                          </p:cBhvr>
                                        </p:animEffect>
                                      </p:childTnLst>
                                    </p:cTn>
                                  </p:par>
                                  <p:par>
                                    <p:cTn id="44" presetID="22" presetClass="entr" presetSubtype="2" fill="hold" grpId="0" nodeType="withEffect">
                                      <p:stCondLst>
                                        <p:cond delay="1100"/>
                                      </p:stCondLst>
                                      <p:childTnLst>
                                        <p:set>
                                          <p:cBhvr>
                                            <p:cTn id="45" dur="1" fill="hold">
                                              <p:stCondLst>
                                                <p:cond delay="0"/>
                                              </p:stCondLst>
                                            </p:cTn>
                                            <p:tgtEl>
                                              <p:spTgt spid="140"/>
                                            </p:tgtEl>
                                            <p:attrNameLst>
                                              <p:attrName>style.visibility</p:attrName>
                                            </p:attrNameLst>
                                          </p:cBhvr>
                                          <p:to>
                                            <p:strVal val="visible"/>
                                          </p:to>
                                        </p:set>
                                        <p:animEffect transition="in" filter="wipe(right)">
                                          <p:cBhvr>
                                            <p:cTn id="46" dur="500"/>
                                            <p:tgtEl>
                                              <p:spTgt spid="140"/>
                                            </p:tgtEl>
                                          </p:cBhvr>
                                        </p:animEffect>
                                      </p:childTnLst>
                                    </p:cTn>
                                  </p:par>
                                  <p:par>
                                    <p:cTn id="47" presetID="2" presetClass="entr" presetSubtype="8" fill="hold" grpId="0" nodeType="withEffect" p14:presetBounceEnd="60000">
                                      <p:stCondLst>
                                        <p:cond delay="1600"/>
                                      </p:stCondLst>
                                      <p:childTnLst>
                                        <p:set>
                                          <p:cBhvr>
                                            <p:cTn id="48" dur="1" fill="hold">
                                              <p:stCondLst>
                                                <p:cond delay="0"/>
                                              </p:stCondLst>
                                            </p:cTn>
                                            <p:tgtEl>
                                              <p:spTgt spid="142"/>
                                            </p:tgtEl>
                                            <p:attrNameLst>
                                              <p:attrName>style.visibility</p:attrName>
                                            </p:attrNameLst>
                                          </p:cBhvr>
                                          <p:to>
                                            <p:strVal val="visible"/>
                                          </p:to>
                                        </p:set>
                                        <p:anim calcmode="lin" valueType="num" p14:bounceEnd="60000">
                                          <p:cBhvr additive="base">
                                            <p:cTn id="49" dur="500" fill="hold"/>
                                            <p:tgtEl>
                                              <p:spTgt spid="142"/>
                                            </p:tgtEl>
                                            <p:attrNameLst>
                                              <p:attrName>ppt_x</p:attrName>
                                            </p:attrNameLst>
                                          </p:cBhvr>
                                          <p:tavLst>
                                            <p:tav tm="0">
                                              <p:val>
                                                <p:strVal val="0-#ppt_w/2"/>
                                              </p:val>
                                            </p:tav>
                                            <p:tav tm="100000">
                                              <p:val>
                                                <p:strVal val="#ppt_x"/>
                                              </p:val>
                                            </p:tav>
                                          </p:tavLst>
                                        </p:anim>
                                        <p:anim calcmode="lin" valueType="num" p14:bounceEnd="60000">
                                          <p:cBhvr additive="base">
                                            <p:cTn id="50" dur="500" fill="hold"/>
                                            <p:tgtEl>
                                              <p:spTgt spid="142"/>
                                            </p:tgtEl>
                                            <p:attrNameLst>
                                              <p:attrName>ppt_y</p:attrName>
                                            </p:attrNameLst>
                                          </p:cBhvr>
                                          <p:tavLst>
                                            <p:tav tm="0">
                                              <p:val>
                                                <p:strVal val="#ppt_y"/>
                                              </p:val>
                                            </p:tav>
                                            <p:tav tm="100000">
                                              <p:val>
                                                <p:strVal val="#ppt_y"/>
                                              </p:val>
                                            </p:tav>
                                          </p:tavLst>
                                        </p:anim>
                                      </p:childTnLst>
                                    </p:cTn>
                                  </p:par>
                                  <p:par>
                                    <p:cTn id="51" presetID="55" presetClass="entr" presetSubtype="0" fill="hold" grpId="0" nodeType="withEffect">
                                      <p:stCondLst>
                                        <p:cond delay="2000"/>
                                      </p:stCondLst>
                                      <p:childTnLst>
                                        <p:set>
                                          <p:cBhvr>
                                            <p:cTn id="52" dur="1" fill="hold">
                                              <p:stCondLst>
                                                <p:cond delay="0"/>
                                              </p:stCondLst>
                                            </p:cTn>
                                            <p:tgtEl>
                                              <p:spTgt spid="141"/>
                                            </p:tgtEl>
                                            <p:attrNameLst>
                                              <p:attrName>style.visibility</p:attrName>
                                            </p:attrNameLst>
                                          </p:cBhvr>
                                          <p:to>
                                            <p:strVal val="visible"/>
                                          </p:to>
                                        </p:set>
                                        <p:anim calcmode="lin" valueType="num">
                                          <p:cBhvr>
                                            <p:cTn id="53" dur="500" fill="hold"/>
                                            <p:tgtEl>
                                              <p:spTgt spid="141"/>
                                            </p:tgtEl>
                                            <p:attrNameLst>
                                              <p:attrName>ppt_w</p:attrName>
                                            </p:attrNameLst>
                                          </p:cBhvr>
                                          <p:tavLst>
                                            <p:tav tm="0">
                                              <p:val>
                                                <p:strVal val="#ppt_w*0.70"/>
                                              </p:val>
                                            </p:tav>
                                            <p:tav tm="100000">
                                              <p:val>
                                                <p:strVal val="#ppt_w"/>
                                              </p:val>
                                            </p:tav>
                                          </p:tavLst>
                                        </p:anim>
                                        <p:anim calcmode="lin" valueType="num">
                                          <p:cBhvr>
                                            <p:cTn id="54" dur="500" fill="hold"/>
                                            <p:tgtEl>
                                              <p:spTgt spid="141"/>
                                            </p:tgtEl>
                                            <p:attrNameLst>
                                              <p:attrName>ppt_h</p:attrName>
                                            </p:attrNameLst>
                                          </p:cBhvr>
                                          <p:tavLst>
                                            <p:tav tm="0">
                                              <p:val>
                                                <p:strVal val="#ppt_h"/>
                                              </p:val>
                                            </p:tav>
                                            <p:tav tm="100000">
                                              <p:val>
                                                <p:strVal val="#ppt_h"/>
                                              </p:val>
                                            </p:tav>
                                          </p:tavLst>
                                        </p:anim>
                                        <p:animEffect transition="in" filter="fade">
                                          <p:cBhvr>
                                            <p:cTn id="55" dur="500"/>
                                            <p:tgtEl>
                                              <p:spTgt spid="1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7" grpId="0" animBg="1"/>
          <p:bldP spid="138" grpId="0"/>
          <p:bldP spid="139" grpId="0" animBg="1"/>
          <p:bldP spid="140" grpId="0" animBg="1"/>
          <p:bldP spid="141" grpId="0"/>
          <p:bldP spid="142" grpId="0" animBg="1"/>
          <p:bldP spid="143" grpId="0" animBg="1"/>
          <p:bldP spid="144" grpId="0"/>
          <p:bldP spid="145" grpId="0"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125"/>
                                            </p:tgtEl>
                                            <p:attrNameLst>
                                              <p:attrName>style.visibility</p:attrName>
                                            </p:attrNameLst>
                                          </p:cBhvr>
                                          <p:to>
                                            <p:strVal val="visible"/>
                                          </p:to>
                                        </p:set>
                                        <p:anim calcmode="lin" valueType="num">
                                          <p:cBhvr>
                                            <p:cTn id="7" dur="300" fill="hold"/>
                                            <p:tgtEl>
                                              <p:spTgt spid="125"/>
                                            </p:tgtEl>
                                            <p:attrNameLst>
                                              <p:attrName>ppt_w</p:attrName>
                                            </p:attrNameLst>
                                          </p:cBhvr>
                                          <p:tavLst>
                                            <p:tav tm="0">
                                              <p:val>
                                                <p:fltVal val="0"/>
                                              </p:val>
                                            </p:tav>
                                            <p:tav tm="100000">
                                              <p:val>
                                                <p:strVal val="#ppt_w"/>
                                              </p:val>
                                            </p:tav>
                                          </p:tavLst>
                                        </p:anim>
                                        <p:anim calcmode="lin" valueType="num">
                                          <p:cBhvr>
                                            <p:cTn id="8" dur="300" fill="hold"/>
                                            <p:tgtEl>
                                              <p:spTgt spid="125"/>
                                            </p:tgtEl>
                                            <p:attrNameLst>
                                              <p:attrName>ppt_h</p:attrName>
                                            </p:attrNameLst>
                                          </p:cBhvr>
                                          <p:tavLst>
                                            <p:tav tm="0">
                                              <p:val>
                                                <p:fltVal val="0"/>
                                              </p:val>
                                            </p:tav>
                                            <p:tav tm="100000">
                                              <p:val>
                                                <p:strVal val="#ppt_h"/>
                                              </p:val>
                                            </p:tav>
                                          </p:tavLst>
                                        </p:anim>
                                        <p:animEffect transition="in" filter="fade">
                                          <p:cBhvr>
                                            <p:cTn id="9" dur="300"/>
                                            <p:tgtEl>
                                              <p:spTgt spid="125"/>
                                            </p:tgtEl>
                                          </p:cBhvr>
                                        </p:animEffect>
                                      </p:childTnLst>
                                    </p:cTn>
                                  </p:par>
                                  <p:par>
                                    <p:cTn id="10" presetID="6" presetClass="emph" presetSubtype="0" autoRev="1" fill="hold" nodeType="withEffect">
                                      <p:stCondLst>
                                        <p:cond delay="300"/>
                                      </p:stCondLst>
                                      <p:childTnLst>
                                        <p:animScale>
                                          <p:cBhvr>
                                            <p:cTn id="11" dur="150" fill="hold"/>
                                            <p:tgtEl>
                                              <p:spTgt spid="125"/>
                                            </p:tgtEl>
                                          </p:cBhvr>
                                          <p:by x="110000" y="110000"/>
                                        </p:animScale>
                                      </p:childTnLst>
                                    </p:cTn>
                                  </p:par>
                                  <p:par>
                                    <p:cTn id="12" presetID="10" presetClass="entr" presetSubtype="0" fill="hold" nodeType="withEffect">
                                      <p:stCondLst>
                                        <p:cond delay="300"/>
                                      </p:stCondLst>
                                      <p:childTnLst>
                                        <p:set>
                                          <p:cBhvr>
                                            <p:cTn id="13" dur="1" fill="hold">
                                              <p:stCondLst>
                                                <p:cond delay="0"/>
                                              </p:stCondLst>
                                            </p:cTn>
                                            <p:tgtEl>
                                              <p:spTgt spid="33"/>
                                            </p:tgtEl>
                                            <p:attrNameLst>
                                              <p:attrName>style.visibility</p:attrName>
                                            </p:attrNameLst>
                                          </p:cBhvr>
                                          <p:to>
                                            <p:strVal val="visible"/>
                                          </p:to>
                                        </p:set>
                                        <p:animEffect transition="in" filter="fade">
                                          <p:cBhvr>
                                            <p:cTn id="14" dur="750"/>
                                            <p:tgtEl>
                                              <p:spTgt spid="33"/>
                                            </p:tgtEl>
                                          </p:cBhvr>
                                        </p:animEffect>
                                      </p:childTnLst>
                                    </p:cTn>
                                  </p:par>
                                  <p:par>
                                    <p:cTn id="15" presetID="10" presetClass="entr" presetSubtype="0" fill="hold" nodeType="withEffect">
                                      <p:stCondLst>
                                        <p:cond delay="600"/>
                                      </p:stCondLst>
                                      <p:childTnLst>
                                        <p:set>
                                          <p:cBhvr>
                                            <p:cTn id="16" dur="1" fill="hold">
                                              <p:stCondLst>
                                                <p:cond delay="0"/>
                                              </p:stCondLst>
                                            </p:cTn>
                                            <p:tgtEl>
                                              <p:spTgt spid="131"/>
                                            </p:tgtEl>
                                            <p:attrNameLst>
                                              <p:attrName>style.visibility</p:attrName>
                                            </p:attrNameLst>
                                          </p:cBhvr>
                                          <p:to>
                                            <p:strVal val="visible"/>
                                          </p:to>
                                        </p:set>
                                        <p:animEffect transition="in" filter="fade">
                                          <p:cBhvr>
                                            <p:cTn id="17" dur="100"/>
                                            <p:tgtEl>
                                              <p:spTgt spid="131"/>
                                            </p:tgtEl>
                                          </p:cBhvr>
                                        </p:animEffect>
                                      </p:childTnLst>
                                    </p:cTn>
                                  </p:par>
                                  <p:par>
                                    <p:cTn id="18" presetID="0" presetClass="path" presetSubtype="0" accel="50000" decel="50000" fill="hold" nodeType="withEffect">
                                      <p:stCondLst>
                                        <p:cond delay="600"/>
                                      </p:stCondLst>
                                      <p:childTnLst>
                                        <p:animMotion origin="layout" path="M 3.05556E-6 -4.45199E-6 L 0.0033 0.00741 L -0.28542 -0.63723 " pathEditMode="relative" rAng="0" ptsTypes="AAA">
                                          <p:cBhvr>
                                            <p:cTn id="19" dur="500" spd="-100000" fill="hold"/>
                                            <p:tgtEl>
                                              <p:spTgt spid="131"/>
                                            </p:tgtEl>
                                            <p:attrNameLst>
                                              <p:attrName>ppt_x</p:attrName>
                                              <p:attrName>ppt_y</p:attrName>
                                            </p:attrNameLst>
                                          </p:cBhvr>
                                          <p:rCtr x="-14115" y="-31491"/>
                                        </p:animMotion>
                                      </p:childTnLst>
                                    </p:cTn>
                                  </p:par>
                                  <p:par>
                                    <p:cTn id="20" presetID="22" presetClass="entr" presetSubtype="8" fill="hold" grpId="0" nodeType="withEffect">
                                      <p:stCondLst>
                                        <p:cond delay="1100"/>
                                      </p:stCondLst>
                                      <p:childTnLst>
                                        <p:set>
                                          <p:cBhvr>
                                            <p:cTn id="21" dur="1" fill="hold">
                                              <p:stCondLst>
                                                <p:cond delay="0"/>
                                              </p:stCondLst>
                                            </p:cTn>
                                            <p:tgtEl>
                                              <p:spTgt spid="143"/>
                                            </p:tgtEl>
                                            <p:attrNameLst>
                                              <p:attrName>style.visibility</p:attrName>
                                            </p:attrNameLst>
                                          </p:cBhvr>
                                          <p:to>
                                            <p:strVal val="visible"/>
                                          </p:to>
                                        </p:set>
                                        <p:animEffect transition="in" filter="wipe(left)">
                                          <p:cBhvr>
                                            <p:cTn id="22" dur="500"/>
                                            <p:tgtEl>
                                              <p:spTgt spid="143"/>
                                            </p:tgtEl>
                                          </p:cBhvr>
                                        </p:animEffect>
                                      </p:childTnLst>
                                    </p:cTn>
                                  </p:par>
                                  <p:par>
                                    <p:cTn id="23" presetID="2" presetClass="entr" presetSubtype="2" fill="hold" grpId="0" nodeType="withEffect">
                                      <p:stCondLst>
                                        <p:cond delay="1600"/>
                                      </p:stCondLst>
                                      <p:childTnLst>
                                        <p:set>
                                          <p:cBhvr>
                                            <p:cTn id="24" dur="1" fill="hold">
                                              <p:stCondLst>
                                                <p:cond delay="0"/>
                                              </p:stCondLst>
                                            </p:cTn>
                                            <p:tgtEl>
                                              <p:spTgt spid="145"/>
                                            </p:tgtEl>
                                            <p:attrNameLst>
                                              <p:attrName>style.visibility</p:attrName>
                                            </p:attrNameLst>
                                          </p:cBhvr>
                                          <p:to>
                                            <p:strVal val="visible"/>
                                          </p:to>
                                        </p:set>
                                        <p:anim calcmode="lin" valueType="num">
                                          <p:cBhvr additive="base">
                                            <p:cTn id="25" dur="500" fill="hold"/>
                                            <p:tgtEl>
                                              <p:spTgt spid="145"/>
                                            </p:tgtEl>
                                            <p:attrNameLst>
                                              <p:attrName>ppt_x</p:attrName>
                                            </p:attrNameLst>
                                          </p:cBhvr>
                                          <p:tavLst>
                                            <p:tav tm="0">
                                              <p:val>
                                                <p:strVal val="1+#ppt_w/2"/>
                                              </p:val>
                                            </p:tav>
                                            <p:tav tm="100000">
                                              <p:val>
                                                <p:strVal val="#ppt_x"/>
                                              </p:val>
                                            </p:tav>
                                          </p:tavLst>
                                        </p:anim>
                                        <p:anim calcmode="lin" valueType="num">
                                          <p:cBhvr additive="base">
                                            <p:cTn id="26" dur="500" fill="hold"/>
                                            <p:tgtEl>
                                              <p:spTgt spid="145"/>
                                            </p:tgtEl>
                                            <p:attrNameLst>
                                              <p:attrName>ppt_y</p:attrName>
                                            </p:attrNameLst>
                                          </p:cBhvr>
                                          <p:tavLst>
                                            <p:tav tm="0">
                                              <p:val>
                                                <p:strVal val="#ppt_y"/>
                                              </p:val>
                                            </p:tav>
                                            <p:tav tm="100000">
                                              <p:val>
                                                <p:strVal val="#ppt_y"/>
                                              </p:val>
                                            </p:tav>
                                          </p:tavLst>
                                        </p:anim>
                                      </p:childTnLst>
                                    </p:cTn>
                                  </p:par>
                                  <p:par>
                                    <p:cTn id="27" presetID="55" presetClass="entr" presetSubtype="0" fill="hold" grpId="0" nodeType="withEffect">
                                      <p:stCondLst>
                                        <p:cond delay="2000"/>
                                      </p:stCondLst>
                                      <p:childTnLst>
                                        <p:set>
                                          <p:cBhvr>
                                            <p:cTn id="28" dur="1" fill="hold">
                                              <p:stCondLst>
                                                <p:cond delay="0"/>
                                              </p:stCondLst>
                                            </p:cTn>
                                            <p:tgtEl>
                                              <p:spTgt spid="144"/>
                                            </p:tgtEl>
                                            <p:attrNameLst>
                                              <p:attrName>style.visibility</p:attrName>
                                            </p:attrNameLst>
                                          </p:cBhvr>
                                          <p:to>
                                            <p:strVal val="visible"/>
                                          </p:to>
                                        </p:set>
                                        <p:anim calcmode="lin" valueType="num">
                                          <p:cBhvr>
                                            <p:cTn id="29" dur="500" fill="hold"/>
                                            <p:tgtEl>
                                              <p:spTgt spid="144"/>
                                            </p:tgtEl>
                                            <p:attrNameLst>
                                              <p:attrName>ppt_w</p:attrName>
                                            </p:attrNameLst>
                                          </p:cBhvr>
                                          <p:tavLst>
                                            <p:tav tm="0">
                                              <p:val>
                                                <p:strVal val="#ppt_w*0.70"/>
                                              </p:val>
                                            </p:tav>
                                            <p:tav tm="100000">
                                              <p:val>
                                                <p:strVal val="#ppt_w"/>
                                              </p:val>
                                            </p:tav>
                                          </p:tavLst>
                                        </p:anim>
                                        <p:anim calcmode="lin" valueType="num">
                                          <p:cBhvr>
                                            <p:cTn id="30" dur="500" fill="hold"/>
                                            <p:tgtEl>
                                              <p:spTgt spid="144"/>
                                            </p:tgtEl>
                                            <p:attrNameLst>
                                              <p:attrName>ppt_h</p:attrName>
                                            </p:attrNameLst>
                                          </p:cBhvr>
                                          <p:tavLst>
                                            <p:tav tm="0">
                                              <p:val>
                                                <p:strVal val="#ppt_h"/>
                                              </p:val>
                                            </p:tav>
                                            <p:tav tm="100000">
                                              <p:val>
                                                <p:strVal val="#ppt_h"/>
                                              </p:val>
                                            </p:tav>
                                          </p:tavLst>
                                        </p:anim>
                                        <p:animEffect transition="in" filter="fade">
                                          <p:cBhvr>
                                            <p:cTn id="31" dur="500"/>
                                            <p:tgtEl>
                                              <p:spTgt spid="144"/>
                                            </p:tgtEl>
                                          </p:cBhvr>
                                        </p:animEffect>
                                      </p:childTnLst>
                                    </p:cTn>
                                  </p:par>
                                  <p:par>
                                    <p:cTn id="32" presetID="22" presetClass="entr" presetSubtype="2" fill="hold" grpId="0" nodeType="withEffect">
                                      <p:stCondLst>
                                        <p:cond delay="1100"/>
                                      </p:stCondLst>
                                      <p:childTnLst>
                                        <p:set>
                                          <p:cBhvr>
                                            <p:cTn id="33" dur="1" fill="hold">
                                              <p:stCondLst>
                                                <p:cond delay="0"/>
                                              </p:stCondLst>
                                            </p:cTn>
                                            <p:tgtEl>
                                              <p:spTgt spid="137"/>
                                            </p:tgtEl>
                                            <p:attrNameLst>
                                              <p:attrName>style.visibility</p:attrName>
                                            </p:attrNameLst>
                                          </p:cBhvr>
                                          <p:to>
                                            <p:strVal val="visible"/>
                                          </p:to>
                                        </p:set>
                                        <p:animEffect transition="in" filter="wipe(right)">
                                          <p:cBhvr>
                                            <p:cTn id="34" dur="500"/>
                                            <p:tgtEl>
                                              <p:spTgt spid="137"/>
                                            </p:tgtEl>
                                          </p:cBhvr>
                                        </p:animEffect>
                                      </p:childTnLst>
                                    </p:cTn>
                                  </p:par>
                                  <p:par>
                                    <p:cTn id="35" presetID="2" presetClass="entr" presetSubtype="8" fill="hold" grpId="0" nodeType="withEffect">
                                      <p:stCondLst>
                                        <p:cond delay="1600"/>
                                      </p:stCondLst>
                                      <p:childTnLst>
                                        <p:set>
                                          <p:cBhvr>
                                            <p:cTn id="36" dur="1" fill="hold">
                                              <p:stCondLst>
                                                <p:cond delay="0"/>
                                              </p:stCondLst>
                                            </p:cTn>
                                            <p:tgtEl>
                                              <p:spTgt spid="139"/>
                                            </p:tgtEl>
                                            <p:attrNameLst>
                                              <p:attrName>style.visibility</p:attrName>
                                            </p:attrNameLst>
                                          </p:cBhvr>
                                          <p:to>
                                            <p:strVal val="visible"/>
                                          </p:to>
                                        </p:set>
                                        <p:anim calcmode="lin" valueType="num">
                                          <p:cBhvr additive="base">
                                            <p:cTn id="37" dur="500" fill="hold"/>
                                            <p:tgtEl>
                                              <p:spTgt spid="139"/>
                                            </p:tgtEl>
                                            <p:attrNameLst>
                                              <p:attrName>ppt_x</p:attrName>
                                            </p:attrNameLst>
                                          </p:cBhvr>
                                          <p:tavLst>
                                            <p:tav tm="0">
                                              <p:val>
                                                <p:strVal val="0-#ppt_w/2"/>
                                              </p:val>
                                            </p:tav>
                                            <p:tav tm="100000">
                                              <p:val>
                                                <p:strVal val="#ppt_x"/>
                                              </p:val>
                                            </p:tav>
                                          </p:tavLst>
                                        </p:anim>
                                        <p:anim calcmode="lin" valueType="num">
                                          <p:cBhvr additive="base">
                                            <p:cTn id="38" dur="500" fill="hold"/>
                                            <p:tgtEl>
                                              <p:spTgt spid="139"/>
                                            </p:tgtEl>
                                            <p:attrNameLst>
                                              <p:attrName>ppt_y</p:attrName>
                                            </p:attrNameLst>
                                          </p:cBhvr>
                                          <p:tavLst>
                                            <p:tav tm="0">
                                              <p:val>
                                                <p:strVal val="#ppt_y"/>
                                              </p:val>
                                            </p:tav>
                                            <p:tav tm="100000">
                                              <p:val>
                                                <p:strVal val="#ppt_y"/>
                                              </p:val>
                                            </p:tav>
                                          </p:tavLst>
                                        </p:anim>
                                      </p:childTnLst>
                                    </p:cTn>
                                  </p:par>
                                  <p:par>
                                    <p:cTn id="39" presetID="55" presetClass="entr" presetSubtype="0" fill="hold" grpId="0" nodeType="withEffect">
                                      <p:stCondLst>
                                        <p:cond delay="2000"/>
                                      </p:stCondLst>
                                      <p:childTnLst>
                                        <p:set>
                                          <p:cBhvr>
                                            <p:cTn id="40" dur="1" fill="hold">
                                              <p:stCondLst>
                                                <p:cond delay="0"/>
                                              </p:stCondLst>
                                            </p:cTn>
                                            <p:tgtEl>
                                              <p:spTgt spid="138"/>
                                            </p:tgtEl>
                                            <p:attrNameLst>
                                              <p:attrName>style.visibility</p:attrName>
                                            </p:attrNameLst>
                                          </p:cBhvr>
                                          <p:to>
                                            <p:strVal val="visible"/>
                                          </p:to>
                                        </p:set>
                                        <p:anim calcmode="lin" valueType="num">
                                          <p:cBhvr>
                                            <p:cTn id="41" dur="500" fill="hold"/>
                                            <p:tgtEl>
                                              <p:spTgt spid="138"/>
                                            </p:tgtEl>
                                            <p:attrNameLst>
                                              <p:attrName>ppt_w</p:attrName>
                                            </p:attrNameLst>
                                          </p:cBhvr>
                                          <p:tavLst>
                                            <p:tav tm="0">
                                              <p:val>
                                                <p:strVal val="#ppt_w*0.70"/>
                                              </p:val>
                                            </p:tav>
                                            <p:tav tm="100000">
                                              <p:val>
                                                <p:strVal val="#ppt_w"/>
                                              </p:val>
                                            </p:tav>
                                          </p:tavLst>
                                        </p:anim>
                                        <p:anim calcmode="lin" valueType="num">
                                          <p:cBhvr>
                                            <p:cTn id="42" dur="500" fill="hold"/>
                                            <p:tgtEl>
                                              <p:spTgt spid="138"/>
                                            </p:tgtEl>
                                            <p:attrNameLst>
                                              <p:attrName>ppt_h</p:attrName>
                                            </p:attrNameLst>
                                          </p:cBhvr>
                                          <p:tavLst>
                                            <p:tav tm="0">
                                              <p:val>
                                                <p:strVal val="#ppt_h"/>
                                              </p:val>
                                            </p:tav>
                                            <p:tav tm="100000">
                                              <p:val>
                                                <p:strVal val="#ppt_h"/>
                                              </p:val>
                                            </p:tav>
                                          </p:tavLst>
                                        </p:anim>
                                        <p:animEffect transition="in" filter="fade">
                                          <p:cBhvr>
                                            <p:cTn id="43" dur="500"/>
                                            <p:tgtEl>
                                              <p:spTgt spid="138"/>
                                            </p:tgtEl>
                                          </p:cBhvr>
                                        </p:animEffect>
                                      </p:childTnLst>
                                    </p:cTn>
                                  </p:par>
                                  <p:par>
                                    <p:cTn id="44" presetID="22" presetClass="entr" presetSubtype="2" fill="hold" grpId="0" nodeType="withEffect">
                                      <p:stCondLst>
                                        <p:cond delay="1100"/>
                                      </p:stCondLst>
                                      <p:childTnLst>
                                        <p:set>
                                          <p:cBhvr>
                                            <p:cTn id="45" dur="1" fill="hold">
                                              <p:stCondLst>
                                                <p:cond delay="0"/>
                                              </p:stCondLst>
                                            </p:cTn>
                                            <p:tgtEl>
                                              <p:spTgt spid="140"/>
                                            </p:tgtEl>
                                            <p:attrNameLst>
                                              <p:attrName>style.visibility</p:attrName>
                                            </p:attrNameLst>
                                          </p:cBhvr>
                                          <p:to>
                                            <p:strVal val="visible"/>
                                          </p:to>
                                        </p:set>
                                        <p:animEffect transition="in" filter="wipe(right)">
                                          <p:cBhvr>
                                            <p:cTn id="46" dur="500"/>
                                            <p:tgtEl>
                                              <p:spTgt spid="140"/>
                                            </p:tgtEl>
                                          </p:cBhvr>
                                        </p:animEffect>
                                      </p:childTnLst>
                                    </p:cTn>
                                  </p:par>
                                  <p:par>
                                    <p:cTn id="47" presetID="2" presetClass="entr" presetSubtype="8" fill="hold" grpId="0" nodeType="withEffect">
                                      <p:stCondLst>
                                        <p:cond delay="1600"/>
                                      </p:stCondLst>
                                      <p:childTnLst>
                                        <p:set>
                                          <p:cBhvr>
                                            <p:cTn id="48" dur="1" fill="hold">
                                              <p:stCondLst>
                                                <p:cond delay="0"/>
                                              </p:stCondLst>
                                            </p:cTn>
                                            <p:tgtEl>
                                              <p:spTgt spid="142"/>
                                            </p:tgtEl>
                                            <p:attrNameLst>
                                              <p:attrName>style.visibility</p:attrName>
                                            </p:attrNameLst>
                                          </p:cBhvr>
                                          <p:to>
                                            <p:strVal val="visible"/>
                                          </p:to>
                                        </p:set>
                                        <p:anim calcmode="lin" valueType="num">
                                          <p:cBhvr additive="base">
                                            <p:cTn id="49" dur="500" fill="hold"/>
                                            <p:tgtEl>
                                              <p:spTgt spid="142"/>
                                            </p:tgtEl>
                                            <p:attrNameLst>
                                              <p:attrName>ppt_x</p:attrName>
                                            </p:attrNameLst>
                                          </p:cBhvr>
                                          <p:tavLst>
                                            <p:tav tm="0">
                                              <p:val>
                                                <p:strVal val="0-#ppt_w/2"/>
                                              </p:val>
                                            </p:tav>
                                            <p:tav tm="100000">
                                              <p:val>
                                                <p:strVal val="#ppt_x"/>
                                              </p:val>
                                            </p:tav>
                                          </p:tavLst>
                                        </p:anim>
                                        <p:anim calcmode="lin" valueType="num">
                                          <p:cBhvr additive="base">
                                            <p:cTn id="50" dur="500" fill="hold"/>
                                            <p:tgtEl>
                                              <p:spTgt spid="142"/>
                                            </p:tgtEl>
                                            <p:attrNameLst>
                                              <p:attrName>ppt_y</p:attrName>
                                            </p:attrNameLst>
                                          </p:cBhvr>
                                          <p:tavLst>
                                            <p:tav tm="0">
                                              <p:val>
                                                <p:strVal val="#ppt_y"/>
                                              </p:val>
                                            </p:tav>
                                            <p:tav tm="100000">
                                              <p:val>
                                                <p:strVal val="#ppt_y"/>
                                              </p:val>
                                            </p:tav>
                                          </p:tavLst>
                                        </p:anim>
                                      </p:childTnLst>
                                    </p:cTn>
                                  </p:par>
                                  <p:par>
                                    <p:cTn id="51" presetID="55" presetClass="entr" presetSubtype="0" fill="hold" grpId="0" nodeType="withEffect">
                                      <p:stCondLst>
                                        <p:cond delay="2000"/>
                                      </p:stCondLst>
                                      <p:childTnLst>
                                        <p:set>
                                          <p:cBhvr>
                                            <p:cTn id="52" dur="1" fill="hold">
                                              <p:stCondLst>
                                                <p:cond delay="0"/>
                                              </p:stCondLst>
                                            </p:cTn>
                                            <p:tgtEl>
                                              <p:spTgt spid="141"/>
                                            </p:tgtEl>
                                            <p:attrNameLst>
                                              <p:attrName>style.visibility</p:attrName>
                                            </p:attrNameLst>
                                          </p:cBhvr>
                                          <p:to>
                                            <p:strVal val="visible"/>
                                          </p:to>
                                        </p:set>
                                        <p:anim calcmode="lin" valueType="num">
                                          <p:cBhvr>
                                            <p:cTn id="53" dur="500" fill="hold"/>
                                            <p:tgtEl>
                                              <p:spTgt spid="141"/>
                                            </p:tgtEl>
                                            <p:attrNameLst>
                                              <p:attrName>ppt_w</p:attrName>
                                            </p:attrNameLst>
                                          </p:cBhvr>
                                          <p:tavLst>
                                            <p:tav tm="0">
                                              <p:val>
                                                <p:strVal val="#ppt_w*0.70"/>
                                              </p:val>
                                            </p:tav>
                                            <p:tav tm="100000">
                                              <p:val>
                                                <p:strVal val="#ppt_w"/>
                                              </p:val>
                                            </p:tav>
                                          </p:tavLst>
                                        </p:anim>
                                        <p:anim calcmode="lin" valueType="num">
                                          <p:cBhvr>
                                            <p:cTn id="54" dur="500" fill="hold"/>
                                            <p:tgtEl>
                                              <p:spTgt spid="141"/>
                                            </p:tgtEl>
                                            <p:attrNameLst>
                                              <p:attrName>ppt_h</p:attrName>
                                            </p:attrNameLst>
                                          </p:cBhvr>
                                          <p:tavLst>
                                            <p:tav tm="0">
                                              <p:val>
                                                <p:strVal val="#ppt_h"/>
                                              </p:val>
                                            </p:tav>
                                            <p:tav tm="100000">
                                              <p:val>
                                                <p:strVal val="#ppt_h"/>
                                              </p:val>
                                            </p:tav>
                                          </p:tavLst>
                                        </p:anim>
                                        <p:animEffect transition="in" filter="fade">
                                          <p:cBhvr>
                                            <p:cTn id="55" dur="500"/>
                                            <p:tgtEl>
                                              <p:spTgt spid="1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7" grpId="0" animBg="1"/>
          <p:bldP spid="138" grpId="0"/>
          <p:bldP spid="139" grpId="0" animBg="1"/>
          <p:bldP spid="140" grpId="0" animBg="1"/>
          <p:bldP spid="141" grpId="0"/>
          <p:bldP spid="142" grpId="0" animBg="1"/>
          <p:bldP spid="143" grpId="0" animBg="1"/>
          <p:bldP spid="144" grpId="0"/>
          <p:bldP spid="145" grpId="0" animBg="1"/>
        </p:bldLst>
      </p:timing>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nvCxnSpPr>
        <p:spPr>
          <a:xfrm flipH="1">
            <a:off x="0" y="2368389"/>
            <a:ext cx="390525" cy="0"/>
          </a:xfrm>
          <a:prstGeom prst="line">
            <a:avLst/>
          </a:prstGeom>
          <a:ln w="6350">
            <a:solidFill>
              <a:srgbClr val="62768C"/>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flipH="1">
            <a:off x="0" y="1977864"/>
            <a:ext cx="390525" cy="0"/>
          </a:xfrm>
          <a:prstGeom prst="line">
            <a:avLst/>
          </a:prstGeom>
          <a:ln w="6350">
            <a:solidFill>
              <a:srgbClr val="62768C"/>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H="1">
            <a:off x="0" y="2762089"/>
            <a:ext cx="390525" cy="0"/>
          </a:xfrm>
          <a:prstGeom prst="line">
            <a:avLst/>
          </a:prstGeom>
          <a:ln w="6350">
            <a:solidFill>
              <a:srgbClr val="62768C"/>
            </a:solidFill>
          </a:ln>
        </p:spPr>
        <p:style>
          <a:lnRef idx="1">
            <a:schemeClr val="accent1"/>
          </a:lnRef>
          <a:fillRef idx="0">
            <a:schemeClr val="accent1"/>
          </a:fillRef>
          <a:effectRef idx="0">
            <a:schemeClr val="accent1"/>
          </a:effectRef>
          <a:fontRef idx="minor">
            <a:schemeClr val="tx1"/>
          </a:fontRef>
        </p:style>
      </p:cxnSp>
      <p:sp>
        <p:nvSpPr>
          <p:cNvPr id="37" name="矩形 36"/>
          <p:cNvSpPr/>
          <p:nvPr/>
        </p:nvSpPr>
        <p:spPr>
          <a:xfrm>
            <a:off x="-1" y="2764422"/>
            <a:ext cx="1280513" cy="390525"/>
          </a:xfrm>
          <a:prstGeom prst="rect">
            <a:avLst/>
          </a:prstGeom>
          <a:solidFill>
            <a:srgbClr val="37B0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Freeform 11"/>
          <p:cNvSpPr>
            <a:spLocks noEditPoints="1"/>
          </p:cNvSpPr>
          <p:nvPr/>
        </p:nvSpPr>
        <p:spPr bwMode="auto">
          <a:xfrm>
            <a:off x="124293" y="2864285"/>
            <a:ext cx="150176" cy="190798"/>
          </a:xfrm>
          <a:custGeom>
            <a:avLst/>
            <a:gdLst>
              <a:gd name="T0" fmla="*/ 104 w 139"/>
              <a:gd name="T1" fmla="*/ 99 h 177"/>
              <a:gd name="T2" fmla="*/ 91 w 139"/>
              <a:gd name="T3" fmla="*/ 160 h 177"/>
              <a:gd name="T4" fmla="*/ 133 w 139"/>
              <a:gd name="T5" fmla="*/ 164 h 177"/>
              <a:gd name="T6" fmla="*/ 133 w 139"/>
              <a:gd name="T7" fmla="*/ 177 h 177"/>
              <a:gd name="T8" fmla="*/ 0 w 139"/>
              <a:gd name="T9" fmla="*/ 170 h 177"/>
              <a:gd name="T10" fmla="*/ 51 w 139"/>
              <a:gd name="T11" fmla="*/ 164 h 177"/>
              <a:gd name="T12" fmla="*/ 81 w 139"/>
              <a:gd name="T13" fmla="*/ 151 h 177"/>
              <a:gd name="T14" fmla="*/ 10 w 139"/>
              <a:gd name="T15" fmla="*/ 147 h 177"/>
              <a:gd name="T16" fmla="*/ 10 w 139"/>
              <a:gd name="T17" fmla="*/ 139 h 177"/>
              <a:gd name="T18" fmla="*/ 94 w 139"/>
              <a:gd name="T19" fmla="*/ 120 h 177"/>
              <a:gd name="T20" fmla="*/ 84 w 139"/>
              <a:gd name="T21" fmla="*/ 92 h 177"/>
              <a:gd name="T22" fmla="*/ 69 w 139"/>
              <a:gd name="T23" fmla="*/ 94 h 177"/>
              <a:gd name="T24" fmla="*/ 53 w 139"/>
              <a:gd name="T25" fmla="*/ 113 h 177"/>
              <a:gd name="T26" fmla="*/ 46 w 139"/>
              <a:gd name="T27" fmla="*/ 117 h 177"/>
              <a:gd name="T28" fmla="*/ 24 w 139"/>
              <a:gd name="T29" fmla="*/ 109 h 177"/>
              <a:gd name="T30" fmla="*/ 26 w 139"/>
              <a:gd name="T31" fmla="*/ 97 h 177"/>
              <a:gd name="T32" fmla="*/ 21 w 139"/>
              <a:gd name="T33" fmla="*/ 89 h 177"/>
              <a:gd name="T34" fmla="*/ 63 w 139"/>
              <a:gd name="T35" fmla="*/ 24 h 177"/>
              <a:gd name="T36" fmla="*/ 67 w 139"/>
              <a:gd name="T37" fmla="*/ 26 h 177"/>
              <a:gd name="T38" fmla="*/ 69 w 139"/>
              <a:gd name="T39" fmla="*/ 14 h 177"/>
              <a:gd name="T40" fmla="*/ 76 w 139"/>
              <a:gd name="T41" fmla="*/ 2 h 177"/>
              <a:gd name="T42" fmla="*/ 109 w 139"/>
              <a:gd name="T43" fmla="*/ 29 h 177"/>
              <a:gd name="T44" fmla="*/ 96 w 139"/>
              <a:gd name="T45" fmla="*/ 30 h 177"/>
              <a:gd name="T46" fmla="*/ 94 w 139"/>
              <a:gd name="T47" fmla="*/ 42 h 177"/>
              <a:gd name="T48" fmla="*/ 87 w 139"/>
              <a:gd name="T49" fmla="*/ 63 h 177"/>
              <a:gd name="T50" fmla="*/ 92 w 139"/>
              <a:gd name="T51" fmla="*/ 81 h 177"/>
              <a:gd name="T52" fmla="*/ 89 w 139"/>
              <a:gd name="T53" fmla="*/ 26 h 177"/>
              <a:gd name="T54" fmla="*/ 74 w 139"/>
              <a:gd name="T55" fmla="*/ 30 h 177"/>
              <a:gd name="T56" fmla="*/ 89 w 139"/>
              <a:gd name="T57" fmla="*/ 26 h 177"/>
              <a:gd name="T58" fmla="*/ 80 w 139"/>
              <a:gd name="T59" fmla="*/ 59 h 177"/>
              <a:gd name="T60" fmla="*/ 62 w 139"/>
              <a:gd name="T61" fmla="*/ 33 h 177"/>
              <a:gd name="T62" fmla="*/ 54 w 139"/>
              <a:gd name="T63" fmla="*/ 104 h 177"/>
              <a:gd name="T64" fmla="*/ 56 w 139"/>
              <a:gd name="T65" fmla="*/ 76 h 177"/>
              <a:gd name="T66" fmla="*/ 62 w 139"/>
              <a:gd name="T67" fmla="*/ 63 h 177"/>
              <a:gd name="T68" fmla="*/ 82 w 139"/>
              <a:gd name="T69" fmla="*/ 69 h 177"/>
              <a:gd name="T70" fmla="*/ 67 w 139"/>
              <a:gd name="T71" fmla="*/ 69 h 177"/>
              <a:gd name="T72" fmla="*/ 67 w 139"/>
              <a:gd name="T73" fmla="*/ 69 h 177"/>
              <a:gd name="T74" fmla="*/ 75 w 139"/>
              <a:gd name="T75" fmla="*/ 86 h 177"/>
              <a:gd name="T76" fmla="*/ 82 w 139"/>
              <a:gd name="T77" fmla="*/ 83 h 177"/>
              <a:gd name="T78" fmla="*/ 82 w 139"/>
              <a:gd name="T79" fmla="*/ 69 h 177"/>
              <a:gd name="T80" fmla="*/ 33 w 139"/>
              <a:gd name="T81" fmla="*/ 101 h 177"/>
              <a:gd name="T82" fmla="*/ 31 w 139"/>
              <a:gd name="T83" fmla="*/ 104 h 177"/>
              <a:gd name="T84" fmla="*/ 42 w 139"/>
              <a:gd name="T85" fmla="*/ 106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 h="177">
                <a:moveTo>
                  <a:pt x="92" y="81"/>
                </a:moveTo>
                <a:cubicBezTo>
                  <a:pt x="97" y="87"/>
                  <a:pt x="101" y="92"/>
                  <a:pt x="104" y="99"/>
                </a:cubicBezTo>
                <a:cubicBezTo>
                  <a:pt x="106" y="106"/>
                  <a:pt x="108" y="113"/>
                  <a:pt x="108" y="120"/>
                </a:cubicBezTo>
                <a:cubicBezTo>
                  <a:pt x="108" y="136"/>
                  <a:pt x="101" y="150"/>
                  <a:pt x="91" y="160"/>
                </a:cubicBezTo>
                <a:cubicBezTo>
                  <a:pt x="90" y="162"/>
                  <a:pt x="89" y="163"/>
                  <a:pt x="88" y="164"/>
                </a:cubicBezTo>
                <a:cubicBezTo>
                  <a:pt x="133" y="164"/>
                  <a:pt x="133" y="164"/>
                  <a:pt x="133" y="164"/>
                </a:cubicBezTo>
                <a:cubicBezTo>
                  <a:pt x="136" y="164"/>
                  <a:pt x="139" y="167"/>
                  <a:pt x="139" y="170"/>
                </a:cubicBezTo>
                <a:cubicBezTo>
                  <a:pt x="139" y="174"/>
                  <a:pt x="136" y="177"/>
                  <a:pt x="133" y="177"/>
                </a:cubicBezTo>
                <a:cubicBezTo>
                  <a:pt x="91" y="177"/>
                  <a:pt x="49" y="177"/>
                  <a:pt x="7" y="177"/>
                </a:cubicBezTo>
                <a:cubicBezTo>
                  <a:pt x="3" y="177"/>
                  <a:pt x="0" y="174"/>
                  <a:pt x="0" y="170"/>
                </a:cubicBezTo>
                <a:cubicBezTo>
                  <a:pt x="0" y="167"/>
                  <a:pt x="3" y="164"/>
                  <a:pt x="7" y="164"/>
                </a:cubicBezTo>
                <a:cubicBezTo>
                  <a:pt x="51" y="164"/>
                  <a:pt x="51" y="164"/>
                  <a:pt x="51" y="164"/>
                </a:cubicBezTo>
                <a:cubicBezTo>
                  <a:pt x="51" y="164"/>
                  <a:pt x="51" y="164"/>
                  <a:pt x="51" y="164"/>
                </a:cubicBezTo>
                <a:cubicBezTo>
                  <a:pt x="63" y="164"/>
                  <a:pt x="74" y="159"/>
                  <a:pt x="81" y="151"/>
                </a:cubicBezTo>
                <a:cubicBezTo>
                  <a:pt x="83" y="150"/>
                  <a:pt x="84" y="148"/>
                  <a:pt x="85" y="147"/>
                </a:cubicBezTo>
                <a:cubicBezTo>
                  <a:pt x="10" y="147"/>
                  <a:pt x="10" y="147"/>
                  <a:pt x="10" y="147"/>
                </a:cubicBezTo>
                <a:cubicBezTo>
                  <a:pt x="8" y="147"/>
                  <a:pt x="6" y="145"/>
                  <a:pt x="6" y="143"/>
                </a:cubicBezTo>
                <a:cubicBezTo>
                  <a:pt x="6" y="141"/>
                  <a:pt x="8" y="139"/>
                  <a:pt x="10" y="139"/>
                </a:cubicBezTo>
                <a:cubicBezTo>
                  <a:pt x="90" y="139"/>
                  <a:pt x="90" y="139"/>
                  <a:pt x="90" y="139"/>
                </a:cubicBezTo>
                <a:cubicBezTo>
                  <a:pt x="93" y="133"/>
                  <a:pt x="94" y="127"/>
                  <a:pt x="94" y="120"/>
                </a:cubicBezTo>
                <a:cubicBezTo>
                  <a:pt x="94" y="114"/>
                  <a:pt x="93" y="109"/>
                  <a:pt x="91" y="104"/>
                </a:cubicBezTo>
                <a:cubicBezTo>
                  <a:pt x="89" y="100"/>
                  <a:pt x="87" y="96"/>
                  <a:pt x="84" y="92"/>
                </a:cubicBezTo>
                <a:cubicBezTo>
                  <a:pt x="81" y="94"/>
                  <a:pt x="78" y="94"/>
                  <a:pt x="75" y="94"/>
                </a:cubicBezTo>
                <a:cubicBezTo>
                  <a:pt x="73" y="94"/>
                  <a:pt x="71" y="94"/>
                  <a:pt x="69" y="94"/>
                </a:cubicBezTo>
                <a:cubicBezTo>
                  <a:pt x="59" y="111"/>
                  <a:pt x="59" y="111"/>
                  <a:pt x="59" y="111"/>
                </a:cubicBezTo>
                <a:cubicBezTo>
                  <a:pt x="58" y="113"/>
                  <a:pt x="55" y="114"/>
                  <a:pt x="53" y="113"/>
                </a:cubicBezTo>
                <a:cubicBezTo>
                  <a:pt x="50" y="111"/>
                  <a:pt x="50" y="111"/>
                  <a:pt x="50" y="111"/>
                </a:cubicBezTo>
                <a:cubicBezTo>
                  <a:pt x="46" y="117"/>
                  <a:pt x="46" y="117"/>
                  <a:pt x="46" y="117"/>
                </a:cubicBezTo>
                <a:cubicBezTo>
                  <a:pt x="45" y="119"/>
                  <a:pt x="42" y="119"/>
                  <a:pt x="40" y="118"/>
                </a:cubicBezTo>
                <a:cubicBezTo>
                  <a:pt x="24" y="109"/>
                  <a:pt x="24" y="109"/>
                  <a:pt x="24" y="109"/>
                </a:cubicBezTo>
                <a:cubicBezTo>
                  <a:pt x="22" y="108"/>
                  <a:pt x="21" y="105"/>
                  <a:pt x="22" y="103"/>
                </a:cubicBezTo>
                <a:cubicBezTo>
                  <a:pt x="26" y="97"/>
                  <a:pt x="26" y="97"/>
                  <a:pt x="26" y="97"/>
                </a:cubicBezTo>
                <a:cubicBezTo>
                  <a:pt x="22" y="95"/>
                  <a:pt x="22" y="95"/>
                  <a:pt x="22" y="95"/>
                </a:cubicBezTo>
                <a:cubicBezTo>
                  <a:pt x="20" y="94"/>
                  <a:pt x="20" y="91"/>
                  <a:pt x="21" y="89"/>
                </a:cubicBezTo>
                <a:cubicBezTo>
                  <a:pt x="57" y="26"/>
                  <a:pt x="57" y="26"/>
                  <a:pt x="57" y="26"/>
                </a:cubicBezTo>
                <a:cubicBezTo>
                  <a:pt x="58" y="24"/>
                  <a:pt x="61" y="23"/>
                  <a:pt x="63" y="24"/>
                </a:cubicBezTo>
                <a:cubicBezTo>
                  <a:pt x="63" y="24"/>
                  <a:pt x="63" y="24"/>
                  <a:pt x="63" y="24"/>
                </a:cubicBezTo>
                <a:cubicBezTo>
                  <a:pt x="67" y="26"/>
                  <a:pt x="67" y="26"/>
                  <a:pt x="67" y="26"/>
                </a:cubicBezTo>
                <a:cubicBezTo>
                  <a:pt x="73" y="16"/>
                  <a:pt x="73" y="16"/>
                  <a:pt x="73" y="16"/>
                </a:cubicBezTo>
                <a:cubicBezTo>
                  <a:pt x="69" y="14"/>
                  <a:pt x="69" y="14"/>
                  <a:pt x="69" y="14"/>
                </a:cubicBezTo>
                <a:cubicBezTo>
                  <a:pt x="66" y="12"/>
                  <a:pt x="65" y="8"/>
                  <a:pt x="66" y="5"/>
                </a:cubicBezTo>
                <a:cubicBezTo>
                  <a:pt x="68" y="1"/>
                  <a:pt x="72" y="0"/>
                  <a:pt x="76" y="2"/>
                </a:cubicBezTo>
                <a:cubicBezTo>
                  <a:pt x="86" y="8"/>
                  <a:pt x="96" y="14"/>
                  <a:pt x="107" y="20"/>
                </a:cubicBezTo>
                <a:cubicBezTo>
                  <a:pt x="110" y="22"/>
                  <a:pt x="111" y="26"/>
                  <a:pt x="109" y="29"/>
                </a:cubicBezTo>
                <a:cubicBezTo>
                  <a:pt x="107" y="33"/>
                  <a:pt x="103" y="34"/>
                  <a:pt x="100" y="32"/>
                </a:cubicBezTo>
                <a:cubicBezTo>
                  <a:pt x="96" y="30"/>
                  <a:pt x="96" y="30"/>
                  <a:pt x="96" y="30"/>
                </a:cubicBezTo>
                <a:cubicBezTo>
                  <a:pt x="90" y="40"/>
                  <a:pt x="90" y="40"/>
                  <a:pt x="90" y="40"/>
                </a:cubicBezTo>
                <a:cubicBezTo>
                  <a:pt x="94" y="42"/>
                  <a:pt x="94" y="42"/>
                  <a:pt x="94" y="42"/>
                </a:cubicBezTo>
                <a:cubicBezTo>
                  <a:pt x="96" y="43"/>
                  <a:pt x="97" y="46"/>
                  <a:pt x="96" y="48"/>
                </a:cubicBezTo>
                <a:cubicBezTo>
                  <a:pt x="87" y="63"/>
                  <a:pt x="87" y="63"/>
                  <a:pt x="87" y="63"/>
                </a:cubicBezTo>
                <a:cubicBezTo>
                  <a:pt x="91" y="66"/>
                  <a:pt x="93" y="71"/>
                  <a:pt x="93" y="76"/>
                </a:cubicBezTo>
                <a:cubicBezTo>
                  <a:pt x="93" y="78"/>
                  <a:pt x="93" y="80"/>
                  <a:pt x="92" y="81"/>
                </a:cubicBezTo>
                <a:close/>
                <a:moveTo>
                  <a:pt x="89" y="26"/>
                </a:moveTo>
                <a:cubicBezTo>
                  <a:pt x="89" y="26"/>
                  <a:pt x="89" y="26"/>
                  <a:pt x="89" y="26"/>
                </a:cubicBezTo>
                <a:cubicBezTo>
                  <a:pt x="86" y="24"/>
                  <a:pt x="83" y="22"/>
                  <a:pt x="80" y="20"/>
                </a:cubicBezTo>
                <a:cubicBezTo>
                  <a:pt x="74" y="30"/>
                  <a:pt x="74" y="30"/>
                  <a:pt x="74" y="30"/>
                </a:cubicBezTo>
                <a:cubicBezTo>
                  <a:pt x="83" y="36"/>
                  <a:pt x="83" y="36"/>
                  <a:pt x="83" y="36"/>
                </a:cubicBezTo>
                <a:cubicBezTo>
                  <a:pt x="89" y="26"/>
                  <a:pt x="89" y="26"/>
                  <a:pt x="89" y="26"/>
                </a:cubicBezTo>
                <a:close/>
                <a:moveTo>
                  <a:pt x="80" y="59"/>
                </a:moveTo>
                <a:cubicBezTo>
                  <a:pt x="80" y="59"/>
                  <a:pt x="80" y="59"/>
                  <a:pt x="80" y="59"/>
                </a:cubicBezTo>
                <a:cubicBezTo>
                  <a:pt x="87" y="47"/>
                  <a:pt x="87" y="47"/>
                  <a:pt x="87" y="47"/>
                </a:cubicBezTo>
                <a:cubicBezTo>
                  <a:pt x="78" y="43"/>
                  <a:pt x="70" y="38"/>
                  <a:pt x="62" y="33"/>
                </a:cubicBezTo>
                <a:cubicBezTo>
                  <a:pt x="30" y="90"/>
                  <a:pt x="30" y="90"/>
                  <a:pt x="30" y="90"/>
                </a:cubicBezTo>
                <a:cubicBezTo>
                  <a:pt x="38" y="94"/>
                  <a:pt x="46" y="99"/>
                  <a:pt x="54" y="104"/>
                </a:cubicBezTo>
                <a:cubicBezTo>
                  <a:pt x="62" y="90"/>
                  <a:pt x="62" y="90"/>
                  <a:pt x="62" y="90"/>
                </a:cubicBezTo>
                <a:cubicBezTo>
                  <a:pt x="58" y="86"/>
                  <a:pt x="56" y="81"/>
                  <a:pt x="56" y="76"/>
                </a:cubicBezTo>
                <a:cubicBezTo>
                  <a:pt x="56" y="71"/>
                  <a:pt x="58" y="66"/>
                  <a:pt x="62" y="63"/>
                </a:cubicBezTo>
                <a:cubicBezTo>
                  <a:pt x="62" y="63"/>
                  <a:pt x="62" y="63"/>
                  <a:pt x="62" y="63"/>
                </a:cubicBezTo>
                <a:cubicBezTo>
                  <a:pt x="67" y="58"/>
                  <a:pt x="73" y="57"/>
                  <a:pt x="80" y="59"/>
                </a:cubicBezTo>
                <a:close/>
                <a:moveTo>
                  <a:pt x="82" y="69"/>
                </a:moveTo>
                <a:cubicBezTo>
                  <a:pt x="82" y="69"/>
                  <a:pt x="82" y="69"/>
                  <a:pt x="82" y="69"/>
                </a:cubicBezTo>
                <a:cubicBezTo>
                  <a:pt x="78" y="65"/>
                  <a:pt x="71" y="65"/>
                  <a:pt x="67" y="69"/>
                </a:cubicBezTo>
                <a:cubicBezTo>
                  <a:pt x="67" y="69"/>
                  <a:pt x="67" y="69"/>
                  <a:pt x="67" y="69"/>
                </a:cubicBezTo>
                <a:cubicBezTo>
                  <a:pt x="67" y="69"/>
                  <a:pt x="67" y="69"/>
                  <a:pt x="67" y="69"/>
                </a:cubicBezTo>
                <a:cubicBezTo>
                  <a:pt x="65" y="71"/>
                  <a:pt x="64" y="73"/>
                  <a:pt x="64" y="76"/>
                </a:cubicBezTo>
                <a:cubicBezTo>
                  <a:pt x="64" y="82"/>
                  <a:pt x="69" y="86"/>
                  <a:pt x="75" y="86"/>
                </a:cubicBezTo>
                <a:cubicBezTo>
                  <a:pt x="77" y="86"/>
                  <a:pt x="80" y="85"/>
                  <a:pt x="82" y="83"/>
                </a:cubicBezTo>
                <a:cubicBezTo>
                  <a:pt x="82" y="83"/>
                  <a:pt x="82" y="83"/>
                  <a:pt x="82" y="83"/>
                </a:cubicBezTo>
                <a:cubicBezTo>
                  <a:pt x="84" y="81"/>
                  <a:pt x="85" y="79"/>
                  <a:pt x="85" y="76"/>
                </a:cubicBezTo>
                <a:cubicBezTo>
                  <a:pt x="85" y="73"/>
                  <a:pt x="84" y="71"/>
                  <a:pt x="82" y="69"/>
                </a:cubicBezTo>
                <a:cubicBezTo>
                  <a:pt x="82" y="69"/>
                  <a:pt x="82" y="69"/>
                  <a:pt x="82" y="69"/>
                </a:cubicBezTo>
                <a:close/>
                <a:moveTo>
                  <a:pt x="33" y="101"/>
                </a:moveTo>
                <a:cubicBezTo>
                  <a:pt x="33" y="101"/>
                  <a:pt x="33" y="101"/>
                  <a:pt x="33" y="101"/>
                </a:cubicBezTo>
                <a:cubicBezTo>
                  <a:pt x="31" y="104"/>
                  <a:pt x="31" y="104"/>
                  <a:pt x="31" y="104"/>
                </a:cubicBezTo>
                <a:cubicBezTo>
                  <a:pt x="41" y="109"/>
                  <a:pt x="41" y="109"/>
                  <a:pt x="41" y="109"/>
                </a:cubicBezTo>
                <a:cubicBezTo>
                  <a:pt x="42" y="106"/>
                  <a:pt x="42" y="106"/>
                  <a:pt x="42" y="106"/>
                </a:cubicBezTo>
                <a:cubicBezTo>
                  <a:pt x="33" y="101"/>
                  <a:pt x="33" y="101"/>
                  <a:pt x="33" y="101"/>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0" name="Freeform 12"/>
          <p:cNvSpPr>
            <a:spLocks noEditPoints="1"/>
          </p:cNvSpPr>
          <p:nvPr/>
        </p:nvSpPr>
        <p:spPr bwMode="auto">
          <a:xfrm>
            <a:off x="134107" y="2472073"/>
            <a:ext cx="130548" cy="187604"/>
          </a:xfrm>
          <a:custGeom>
            <a:avLst/>
            <a:gdLst>
              <a:gd name="T0" fmla="*/ 3 w 121"/>
              <a:gd name="T1" fmla="*/ 119 h 174"/>
              <a:gd name="T2" fmla="*/ 23 w 121"/>
              <a:gd name="T3" fmla="*/ 115 h 174"/>
              <a:gd name="T4" fmla="*/ 38 w 121"/>
              <a:gd name="T5" fmla="*/ 74 h 174"/>
              <a:gd name="T6" fmla="*/ 38 w 121"/>
              <a:gd name="T7" fmla="*/ 74 h 174"/>
              <a:gd name="T8" fmla="*/ 38 w 121"/>
              <a:gd name="T9" fmla="*/ 29 h 174"/>
              <a:gd name="T10" fmla="*/ 54 w 121"/>
              <a:gd name="T11" fmla="*/ 21 h 174"/>
              <a:gd name="T12" fmla="*/ 60 w 121"/>
              <a:gd name="T13" fmla="*/ 0 h 174"/>
              <a:gd name="T14" fmla="*/ 67 w 121"/>
              <a:gd name="T15" fmla="*/ 21 h 174"/>
              <a:gd name="T16" fmla="*/ 92 w 121"/>
              <a:gd name="T17" fmla="*/ 51 h 174"/>
              <a:gd name="T18" fmla="*/ 82 w 121"/>
              <a:gd name="T19" fmla="*/ 74 h 174"/>
              <a:gd name="T20" fmla="*/ 98 w 121"/>
              <a:gd name="T21" fmla="*/ 115 h 174"/>
              <a:gd name="T22" fmla="*/ 117 w 121"/>
              <a:gd name="T23" fmla="*/ 119 h 174"/>
              <a:gd name="T24" fmla="*/ 102 w 121"/>
              <a:gd name="T25" fmla="*/ 124 h 174"/>
              <a:gd name="T26" fmla="*/ 116 w 121"/>
              <a:gd name="T27" fmla="*/ 159 h 174"/>
              <a:gd name="T28" fmla="*/ 120 w 121"/>
              <a:gd name="T29" fmla="*/ 168 h 174"/>
              <a:gd name="T30" fmla="*/ 113 w 121"/>
              <a:gd name="T31" fmla="*/ 171 h 174"/>
              <a:gd name="T32" fmla="*/ 108 w 121"/>
              <a:gd name="T33" fmla="*/ 162 h 174"/>
              <a:gd name="T34" fmla="*/ 87 w 121"/>
              <a:gd name="T35" fmla="*/ 124 h 174"/>
              <a:gd name="T36" fmla="*/ 67 w 121"/>
              <a:gd name="T37" fmla="*/ 129 h 174"/>
              <a:gd name="T38" fmla="*/ 54 w 121"/>
              <a:gd name="T39" fmla="*/ 129 h 174"/>
              <a:gd name="T40" fmla="*/ 34 w 121"/>
              <a:gd name="T41" fmla="*/ 124 h 174"/>
              <a:gd name="T42" fmla="*/ 13 w 121"/>
              <a:gd name="T43" fmla="*/ 162 h 174"/>
              <a:gd name="T44" fmla="*/ 8 w 121"/>
              <a:gd name="T45" fmla="*/ 171 h 174"/>
              <a:gd name="T46" fmla="*/ 1 w 121"/>
              <a:gd name="T47" fmla="*/ 168 h 174"/>
              <a:gd name="T48" fmla="*/ 5 w 121"/>
              <a:gd name="T49" fmla="*/ 159 h 174"/>
              <a:gd name="T50" fmla="*/ 19 w 121"/>
              <a:gd name="T51" fmla="*/ 124 h 174"/>
              <a:gd name="T52" fmla="*/ 54 w 121"/>
              <a:gd name="T53" fmla="*/ 115 h 174"/>
              <a:gd name="T54" fmla="*/ 54 w 121"/>
              <a:gd name="T55" fmla="*/ 110 h 174"/>
              <a:gd name="T56" fmla="*/ 67 w 121"/>
              <a:gd name="T57" fmla="*/ 110 h 174"/>
              <a:gd name="T58" fmla="*/ 83 w 121"/>
              <a:gd name="T59" fmla="*/ 115 h 174"/>
              <a:gd name="T60" fmla="*/ 54 w 121"/>
              <a:gd name="T61" fmla="*/ 82 h 174"/>
              <a:gd name="T62" fmla="*/ 54 w 121"/>
              <a:gd name="T63" fmla="*/ 115 h 174"/>
              <a:gd name="T64" fmla="*/ 73 w 121"/>
              <a:gd name="T65" fmla="*/ 39 h 174"/>
              <a:gd name="T66" fmla="*/ 48 w 121"/>
              <a:gd name="T67" fmla="*/ 39 h 174"/>
              <a:gd name="T68" fmla="*/ 48 w 121"/>
              <a:gd name="T69" fmla="*/ 64 h 174"/>
              <a:gd name="T70" fmla="*/ 68 w 121"/>
              <a:gd name="T71" fmla="*/ 68 h 174"/>
              <a:gd name="T72" fmla="*/ 73 w 121"/>
              <a:gd name="T73" fmla="*/ 64 h 174"/>
              <a:gd name="T74" fmla="*/ 73 w 121"/>
              <a:gd name="T75" fmla="*/ 39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1" h="174">
                <a:moveTo>
                  <a:pt x="8" y="124"/>
                </a:moveTo>
                <a:cubicBezTo>
                  <a:pt x="5" y="124"/>
                  <a:pt x="3" y="122"/>
                  <a:pt x="3" y="119"/>
                </a:cubicBezTo>
                <a:cubicBezTo>
                  <a:pt x="3" y="117"/>
                  <a:pt x="5" y="115"/>
                  <a:pt x="8" y="115"/>
                </a:cubicBezTo>
                <a:cubicBezTo>
                  <a:pt x="23" y="115"/>
                  <a:pt x="23" y="115"/>
                  <a:pt x="23" y="115"/>
                </a:cubicBezTo>
                <a:cubicBezTo>
                  <a:pt x="42" y="77"/>
                  <a:pt x="42" y="77"/>
                  <a:pt x="42" y="77"/>
                </a:cubicBezTo>
                <a:cubicBezTo>
                  <a:pt x="41" y="76"/>
                  <a:pt x="40" y="75"/>
                  <a:pt x="38" y="74"/>
                </a:cubicBezTo>
                <a:cubicBezTo>
                  <a:pt x="38" y="74"/>
                  <a:pt x="38" y="74"/>
                  <a:pt x="38" y="74"/>
                </a:cubicBezTo>
                <a:cubicBezTo>
                  <a:pt x="38" y="74"/>
                  <a:pt x="38" y="74"/>
                  <a:pt x="38" y="74"/>
                </a:cubicBezTo>
                <a:cubicBezTo>
                  <a:pt x="33" y="68"/>
                  <a:pt x="29" y="60"/>
                  <a:pt x="29" y="51"/>
                </a:cubicBezTo>
                <a:cubicBezTo>
                  <a:pt x="29" y="43"/>
                  <a:pt x="33" y="35"/>
                  <a:pt x="38" y="29"/>
                </a:cubicBezTo>
                <a:cubicBezTo>
                  <a:pt x="39" y="29"/>
                  <a:pt x="39" y="29"/>
                  <a:pt x="39" y="29"/>
                </a:cubicBezTo>
                <a:cubicBezTo>
                  <a:pt x="43" y="25"/>
                  <a:pt x="48" y="22"/>
                  <a:pt x="54" y="21"/>
                </a:cubicBezTo>
                <a:cubicBezTo>
                  <a:pt x="54" y="7"/>
                  <a:pt x="54" y="7"/>
                  <a:pt x="54" y="7"/>
                </a:cubicBezTo>
                <a:cubicBezTo>
                  <a:pt x="54" y="3"/>
                  <a:pt x="57" y="0"/>
                  <a:pt x="60" y="0"/>
                </a:cubicBezTo>
                <a:cubicBezTo>
                  <a:pt x="64" y="0"/>
                  <a:pt x="67" y="3"/>
                  <a:pt x="67" y="7"/>
                </a:cubicBezTo>
                <a:cubicBezTo>
                  <a:pt x="67" y="21"/>
                  <a:pt x="67" y="21"/>
                  <a:pt x="67" y="21"/>
                </a:cubicBezTo>
                <a:cubicBezTo>
                  <a:pt x="73" y="22"/>
                  <a:pt x="78" y="25"/>
                  <a:pt x="82" y="29"/>
                </a:cubicBezTo>
                <a:cubicBezTo>
                  <a:pt x="88" y="35"/>
                  <a:pt x="92" y="43"/>
                  <a:pt x="92" y="51"/>
                </a:cubicBezTo>
                <a:cubicBezTo>
                  <a:pt x="92" y="60"/>
                  <a:pt x="88" y="68"/>
                  <a:pt x="82" y="74"/>
                </a:cubicBezTo>
                <a:cubicBezTo>
                  <a:pt x="82" y="74"/>
                  <a:pt x="82" y="74"/>
                  <a:pt x="82" y="74"/>
                </a:cubicBezTo>
                <a:cubicBezTo>
                  <a:pt x="81" y="75"/>
                  <a:pt x="80" y="76"/>
                  <a:pt x="79" y="77"/>
                </a:cubicBezTo>
                <a:cubicBezTo>
                  <a:pt x="98" y="115"/>
                  <a:pt x="98" y="115"/>
                  <a:pt x="98" y="115"/>
                </a:cubicBezTo>
                <a:cubicBezTo>
                  <a:pt x="113" y="115"/>
                  <a:pt x="113" y="115"/>
                  <a:pt x="113" y="115"/>
                </a:cubicBezTo>
                <a:cubicBezTo>
                  <a:pt x="116" y="115"/>
                  <a:pt x="117" y="117"/>
                  <a:pt x="117" y="119"/>
                </a:cubicBezTo>
                <a:cubicBezTo>
                  <a:pt x="117" y="122"/>
                  <a:pt x="116" y="124"/>
                  <a:pt x="113" y="124"/>
                </a:cubicBezTo>
                <a:cubicBezTo>
                  <a:pt x="102" y="124"/>
                  <a:pt x="102" y="124"/>
                  <a:pt x="102" y="124"/>
                </a:cubicBezTo>
                <a:cubicBezTo>
                  <a:pt x="116" y="153"/>
                  <a:pt x="116" y="153"/>
                  <a:pt x="116" y="153"/>
                </a:cubicBezTo>
                <a:cubicBezTo>
                  <a:pt x="117" y="155"/>
                  <a:pt x="117" y="157"/>
                  <a:pt x="116" y="159"/>
                </a:cubicBezTo>
                <a:cubicBezTo>
                  <a:pt x="117" y="162"/>
                  <a:pt x="117" y="162"/>
                  <a:pt x="117" y="162"/>
                </a:cubicBezTo>
                <a:cubicBezTo>
                  <a:pt x="120" y="168"/>
                  <a:pt x="120" y="168"/>
                  <a:pt x="120" y="168"/>
                </a:cubicBezTo>
                <a:cubicBezTo>
                  <a:pt x="121" y="170"/>
                  <a:pt x="120" y="172"/>
                  <a:pt x="118" y="173"/>
                </a:cubicBezTo>
                <a:cubicBezTo>
                  <a:pt x="116" y="174"/>
                  <a:pt x="114" y="173"/>
                  <a:pt x="113" y="171"/>
                </a:cubicBezTo>
                <a:cubicBezTo>
                  <a:pt x="110" y="165"/>
                  <a:pt x="110" y="165"/>
                  <a:pt x="110" y="165"/>
                </a:cubicBezTo>
                <a:cubicBezTo>
                  <a:pt x="108" y="162"/>
                  <a:pt x="108" y="162"/>
                  <a:pt x="108" y="162"/>
                </a:cubicBezTo>
                <a:cubicBezTo>
                  <a:pt x="106" y="162"/>
                  <a:pt x="104" y="160"/>
                  <a:pt x="103" y="158"/>
                </a:cubicBezTo>
                <a:cubicBezTo>
                  <a:pt x="87" y="124"/>
                  <a:pt x="87" y="124"/>
                  <a:pt x="87" y="124"/>
                </a:cubicBezTo>
                <a:cubicBezTo>
                  <a:pt x="67" y="124"/>
                  <a:pt x="67" y="124"/>
                  <a:pt x="67" y="124"/>
                </a:cubicBezTo>
                <a:cubicBezTo>
                  <a:pt x="67" y="129"/>
                  <a:pt x="67" y="129"/>
                  <a:pt x="67" y="129"/>
                </a:cubicBezTo>
                <a:cubicBezTo>
                  <a:pt x="67" y="132"/>
                  <a:pt x="64" y="136"/>
                  <a:pt x="60" y="136"/>
                </a:cubicBezTo>
                <a:cubicBezTo>
                  <a:pt x="57" y="136"/>
                  <a:pt x="54" y="132"/>
                  <a:pt x="54" y="129"/>
                </a:cubicBezTo>
                <a:cubicBezTo>
                  <a:pt x="54" y="124"/>
                  <a:pt x="54" y="124"/>
                  <a:pt x="54" y="124"/>
                </a:cubicBezTo>
                <a:cubicBezTo>
                  <a:pt x="34" y="124"/>
                  <a:pt x="34" y="124"/>
                  <a:pt x="34" y="124"/>
                </a:cubicBezTo>
                <a:cubicBezTo>
                  <a:pt x="17" y="158"/>
                  <a:pt x="17" y="158"/>
                  <a:pt x="17" y="158"/>
                </a:cubicBezTo>
                <a:cubicBezTo>
                  <a:pt x="16" y="160"/>
                  <a:pt x="15" y="162"/>
                  <a:pt x="13" y="162"/>
                </a:cubicBezTo>
                <a:cubicBezTo>
                  <a:pt x="11" y="165"/>
                  <a:pt x="11" y="165"/>
                  <a:pt x="11" y="165"/>
                </a:cubicBezTo>
                <a:cubicBezTo>
                  <a:pt x="8" y="171"/>
                  <a:pt x="8" y="171"/>
                  <a:pt x="8" y="171"/>
                </a:cubicBezTo>
                <a:cubicBezTo>
                  <a:pt x="7" y="173"/>
                  <a:pt x="5" y="174"/>
                  <a:pt x="3" y="173"/>
                </a:cubicBezTo>
                <a:cubicBezTo>
                  <a:pt x="1" y="172"/>
                  <a:pt x="0" y="170"/>
                  <a:pt x="1" y="168"/>
                </a:cubicBezTo>
                <a:cubicBezTo>
                  <a:pt x="4" y="162"/>
                  <a:pt x="4" y="162"/>
                  <a:pt x="4" y="162"/>
                </a:cubicBezTo>
                <a:cubicBezTo>
                  <a:pt x="5" y="159"/>
                  <a:pt x="5" y="159"/>
                  <a:pt x="5" y="159"/>
                </a:cubicBezTo>
                <a:cubicBezTo>
                  <a:pt x="4" y="157"/>
                  <a:pt x="4" y="155"/>
                  <a:pt x="5" y="153"/>
                </a:cubicBezTo>
                <a:cubicBezTo>
                  <a:pt x="19" y="124"/>
                  <a:pt x="19" y="124"/>
                  <a:pt x="19" y="124"/>
                </a:cubicBezTo>
                <a:cubicBezTo>
                  <a:pt x="8" y="124"/>
                  <a:pt x="8" y="124"/>
                  <a:pt x="8" y="124"/>
                </a:cubicBezTo>
                <a:close/>
                <a:moveTo>
                  <a:pt x="54" y="115"/>
                </a:moveTo>
                <a:cubicBezTo>
                  <a:pt x="54" y="115"/>
                  <a:pt x="54" y="115"/>
                  <a:pt x="54" y="115"/>
                </a:cubicBezTo>
                <a:cubicBezTo>
                  <a:pt x="54" y="110"/>
                  <a:pt x="54" y="110"/>
                  <a:pt x="54" y="110"/>
                </a:cubicBezTo>
                <a:cubicBezTo>
                  <a:pt x="54" y="107"/>
                  <a:pt x="57" y="103"/>
                  <a:pt x="60" y="103"/>
                </a:cubicBezTo>
                <a:cubicBezTo>
                  <a:pt x="64" y="103"/>
                  <a:pt x="67" y="107"/>
                  <a:pt x="67" y="110"/>
                </a:cubicBezTo>
                <a:cubicBezTo>
                  <a:pt x="67" y="115"/>
                  <a:pt x="67" y="115"/>
                  <a:pt x="67" y="115"/>
                </a:cubicBezTo>
                <a:cubicBezTo>
                  <a:pt x="83" y="115"/>
                  <a:pt x="83" y="115"/>
                  <a:pt x="83" y="115"/>
                </a:cubicBezTo>
                <a:cubicBezTo>
                  <a:pt x="67" y="82"/>
                  <a:pt x="67" y="82"/>
                  <a:pt x="67" y="82"/>
                </a:cubicBezTo>
                <a:cubicBezTo>
                  <a:pt x="63" y="83"/>
                  <a:pt x="58" y="83"/>
                  <a:pt x="54" y="82"/>
                </a:cubicBezTo>
                <a:cubicBezTo>
                  <a:pt x="38" y="115"/>
                  <a:pt x="38" y="115"/>
                  <a:pt x="38" y="115"/>
                </a:cubicBezTo>
                <a:cubicBezTo>
                  <a:pt x="54" y="115"/>
                  <a:pt x="54" y="115"/>
                  <a:pt x="54" y="115"/>
                </a:cubicBezTo>
                <a:close/>
                <a:moveTo>
                  <a:pt x="73" y="39"/>
                </a:moveTo>
                <a:cubicBezTo>
                  <a:pt x="73" y="39"/>
                  <a:pt x="73" y="39"/>
                  <a:pt x="73" y="39"/>
                </a:cubicBezTo>
                <a:cubicBezTo>
                  <a:pt x="66" y="32"/>
                  <a:pt x="55" y="32"/>
                  <a:pt x="48" y="39"/>
                </a:cubicBezTo>
                <a:cubicBezTo>
                  <a:pt x="48" y="39"/>
                  <a:pt x="48" y="39"/>
                  <a:pt x="48" y="39"/>
                </a:cubicBezTo>
                <a:cubicBezTo>
                  <a:pt x="45" y="42"/>
                  <a:pt x="43" y="47"/>
                  <a:pt x="43" y="51"/>
                </a:cubicBezTo>
                <a:cubicBezTo>
                  <a:pt x="43" y="56"/>
                  <a:pt x="45" y="61"/>
                  <a:pt x="48" y="64"/>
                </a:cubicBezTo>
                <a:cubicBezTo>
                  <a:pt x="53" y="69"/>
                  <a:pt x="61" y="71"/>
                  <a:pt x="67" y="68"/>
                </a:cubicBezTo>
                <a:cubicBezTo>
                  <a:pt x="68" y="68"/>
                  <a:pt x="68" y="68"/>
                  <a:pt x="68" y="68"/>
                </a:cubicBezTo>
                <a:cubicBezTo>
                  <a:pt x="69" y="67"/>
                  <a:pt x="71" y="66"/>
                  <a:pt x="73" y="64"/>
                </a:cubicBezTo>
                <a:cubicBezTo>
                  <a:pt x="73" y="64"/>
                  <a:pt x="73" y="64"/>
                  <a:pt x="73" y="64"/>
                </a:cubicBezTo>
                <a:cubicBezTo>
                  <a:pt x="76" y="61"/>
                  <a:pt x="78" y="56"/>
                  <a:pt x="78" y="51"/>
                </a:cubicBezTo>
                <a:cubicBezTo>
                  <a:pt x="78" y="47"/>
                  <a:pt x="76" y="42"/>
                  <a:pt x="73" y="39"/>
                </a:cubicBezTo>
                <a:cubicBezTo>
                  <a:pt x="73" y="39"/>
                  <a:pt x="73" y="39"/>
                  <a:pt x="73" y="39"/>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1" name="Freeform 13"/>
          <p:cNvSpPr>
            <a:spLocks noEditPoints="1"/>
          </p:cNvSpPr>
          <p:nvPr/>
        </p:nvSpPr>
        <p:spPr bwMode="auto">
          <a:xfrm>
            <a:off x="93026" y="1695727"/>
            <a:ext cx="212710" cy="176648"/>
          </a:xfrm>
          <a:custGeom>
            <a:avLst/>
            <a:gdLst>
              <a:gd name="T0" fmla="*/ 111 w 197"/>
              <a:gd name="T1" fmla="*/ 11 h 164"/>
              <a:gd name="T2" fmla="*/ 0 w 197"/>
              <a:gd name="T3" fmla="*/ 15 h 164"/>
              <a:gd name="T4" fmla="*/ 105 w 197"/>
              <a:gd name="T5" fmla="*/ 164 h 164"/>
              <a:gd name="T6" fmla="*/ 136 w 197"/>
              <a:gd name="T7" fmla="*/ 159 h 164"/>
              <a:gd name="T8" fmla="*/ 196 w 197"/>
              <a:gd name="T9" fmla="*/ 142 h 164"/>
              <a:gd name="T10" fmla="*/ 52 w 197"/>
              <a:gd name="T11" fmla="*/ 150 h 164"/>
              <a:gd name="T12" fmla="*/ 52 w 197"/>
              <a:gd name="T13" fmla="*/ 22 h 164"/>
              <a:gd name="T14" fmla="*/ 99 w 197"/>
              <a:gd name="T15" fmla="*/ 150 h 164"/>
              <a:gd name="T16" fmla="*/ 99 w 197"/>
              <a:gd name="T17" fmla="*/ 22 h 164"/>
              <a:gd name="T18" fmla="*/ 147 w 197"/>
              <a:gd name="T19" fmla="*/ 149 h 164"/>
              <a:gd name="T20" fmla="*/ 181 w 197"/>
              <a:gd name="T21" fmla="*/ 139 h 164"/>
              <a:gd name="T22" fmla="*/ 23 w 197"/>
              <a:gd name="T23" fmla="*/ 133 h 164"/>
              <a:gd name="T24" fmla="*/ 42 w 197"/>
              <a:gd name="T25" fmla="*/ 134 h 164"/>
              <a:gd name="T26" fmla="*/ 43 w 197"/>
              <a:gd name="T27" fmla="*/ 114 h 164"/>
              <a:gd name="T28" fmla="*/ 23 w 197"/>
              <a:gd name="T29" fmla="*/ 114 h 164"/>
              <a:gd name="T30" fmla="*/ 29 w 197"/>
              <a:gd name="T31" fmla="*/ 120 h 164"/>
              <a:gd name="T32" fmla="*/ 37 w 197"/>
              <a:gd name="T33" fmla="*/ 120 h 164"/>
              <a:gd name="T34" fmla="*/ 37 w 197"/>
              <a:gd name="T35" fmla="*/ 128 h 164"/>
              <a:gd name="T36" fmla="*/ 29 w 197"/>
              <a:gd name="T37" fmla="*/ 127 h 164"/>
              <a:gd name="T38" fmla="*/ 32 w 197"/>
              <a:gd name="T39" fmla="*/ 91 h 164"/>
              <a:gd name="T40" fmla="*/ 36 w 197"/>
              <a:gd name="T41" fmla="*/ 38 h 164"/>
              <a:gd name="T42" fmla="*/ 28 w 197"/>
              <a:gd name="T43" fmla="*/ 87 h 164"/>
              <a:gd name="T44" fmla="*/ 134 w 197"/>
              <a:gd name="T45" fmla="*/ 31 h 164"/>
              <a:gd name="T46" fmla="*/ 149 w 197"/>
              <a:gd name="T47" fmla="*/ 86 h 164"/>
              <a:gd name="T48" fmla="*/ 134 w 197"/>
              <a:gd name="T49" fmla="*/ 31 h 164"/>
              <a:gd name="T50" fmla="*/ 69 w 197"/>
              <a:gd name="T51" fmla="*/ 133 h 164"/>
              <a:gd name="T52" fmla="*/ 88 w 197"/>
              <a:gd name="T53" fmla="*/ 133 h 164"/>
              <a:gd name="T54" fmla="*/ 79 w 197"/>
              <a:gd name="T55" fmla="*/ 110 h 164"/>
              <a:gd name="T56" fmla="*/ 65 w 197"/>
              <a:gd name="T57" fmla="*/ 124 h 164"/>
              <a:gd name="T58" fmla="*/ 75 w 197"/>
              <a:gd name="T59" fmla="*/ 120 h 164"/>
              <a:gd name="T60" fmla="*/ 82 w 197"/>
              <a:gd name="T61" fmla="*/ 120 h 164"/>
              <a:gd name="T62" fmla="*/ 82 w 197"/>
              <a:gd name="T63" fmla="*/ 128 h 164"/>
              <a:gd name="T64" fmla="*/ 74 w 197"/>
              <a:gd name="T65" fmla="*/ 127 h 164"/>
              <a:gd name="T66" fmla="*/ 81 w 197"/>
              <a:gd name="T67" fmla="*/ 91 h 164"/>
              <a:gd name="T68" fmla="*/ 85 w 197"/>
              <a:gd name="T69" fmla="*/ 38 h 164"/>
              <a:gd name="T70" fmla="*/ 77 w 197"/>
              <a:gd name="T71" fmla="*/ 87 h 164"/>
              <a:gd name="T72" fmla="*/ 148 w 197"/>
              <a:gd name="T73" fmla="*/ 109 h 164"/>
              <a:gd name="T74" fmla="*/ 148 w 197"/>
              <a:gd name="T75" fmla="*/ 128 h 164"/>
              <a:gd name="T76" fmla="*/ 167 w 197"/>
              <a:gd name="T77" fmla="*/ 128 h 164"/>
              <a:gd name="T78" fmla="*/ 168 w 197"/>
              <a:gd name="T79" fmla="*/ 109 h 164"/>
              <a:gd name="T80" fmla="*/ 158 w 197"/>
              <a:gd name="T81" fmla="*/ 105 h 164"/>
              <a:gd name="T82" fmla="*/ 154 w 197"/>
              <a:gd name="T83" fmla="*/ 114 h 164"/>
              <a:gd name="T84" fmla="*/ 163 w 197"/>
              <a:gd name="T85" fmla="*/ 118 h 164"/>
              <a:gd name="T86" fmla="*/ 154 w 197"/>
              <a:gd name="T87" fmla="*/ 122 h 164"/>
              <a:gd name="T88" fmla="*/ 154 w 197"/>
              <a:gd name="T89" fmla="*/ 114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97" h="164">
                <a:moveTo>
                  <a:pt x="159" y="6"/>
                </a:moveTo>
                <a:cubicBezTo>
                  <a:pt x="158" y="2"/>
                  <a:pt x="155" y="0"/>
                  <a:pt x="151" y="1"/>
                </a:cubicBezTo>
                <a:cubicBezTo>
                  <a:pt x="111" y="11"/>
                  <a:pt x="111" y="11"/>
                  <a:pt x="111" y="11"/>
                </a:cubicBezTo>
                <a:cubicBezTo>
                  <a:pt x="110" y="10"/>
                  <a:pt x="108" y="8"/>
                  <a:pt x="105" y="8"/>
                </a:cubicBezTo>
                <a:cubicBezTo>
                  <a:pt x="7" y="8"/>
                  <a:pt x="7" y="8"/>
                  <a:pt x="7" y="8"/>
                </a:cubicBezTo>
                <a:cubicBezTo>
                  <a:pt x="3" y="8"/>
                  <a:pt x="0" y="11"/>
                  <a:pt x="0" y="15"/>
                </a:cubicBezTo>
                <a:cubicBezTo>
                  <a:pt x="0" y="157"/>
                  <a:pt x="0" y="157"/>
                  <a:pt x="0" y="157"/>
                </a:cubicBezTo>
                <a:cubicBezTo>
                  <a:pt x="0" y="161"/>
                  <a:pt x="3" y="164"/>
                  <a:pt x="7" y="164"/>
                </a:cubicBezTo>
                <a:cubicBezTo>
                  <a:pt x="105" y="164"/>
                  <a:pt x="105" y="164"/>
                  <a:pt x="105" y="164"/>
                </a:cubicBezTo>
                <a:cubicBezTo>
                  <a:pt x="109" y="164"/>
                  <a:pt x="112" y="161"/>
                  <a:pt x="112" y="157"/>
                </a:cubicBezTo>
                <a:cubicBezTo>
                  <a:pt x="112" y="71"/>
                  <a:pt x="112" y="71"/>
                  <a:pt x="112" y="71"/>
                </a:cubicBezTo>
                <a:cubicBezTo>
                  <a:pt x="136" y="159"/>
                  <a:pt x="136" y="159"/>
                  <a:pt x="136" y="159"/>
                </a:cubicBezTo>
                <a:cubicBezTo>
                  <a:pt x="136" y="162"/>
                  <a:pt x="140" y="164"/>
                  <a:pt x="144" y="163"/>
                </a:cubicBezTo>
                <a:cubicBezTo>
                  <a:pt x="191" y="151"/>
                  <a:pt x="191" y="151"/>
                  <a:pt x="191" y="151"/>
                </a:cubicBezTo>
                <a:cubicBezTo>
                  <a:pt x="195" y="150"/>
                  <a:pt x="197" y="146"/>
                  <a:pt x="196" y="142"/>
                </a:cubicBezTo>
                <a:cubicBezTo>
                  <a:pt x="159" y="6"/>
                  <a:pt x="159" y="6"/>
                  <a:pt x="159" y="6"/>
                </a:cubicBezTo>
                <a:close/>
                <a:moveTo>
                  <a:pt x="52" y="150"/>
                </a:moveTo>
                <a:cubicBezTo>
                  <a:pt x="52" y="150"/>
                  <a:pt x="52" y="150"/>
                  <a:pt x="52" y="150"/>
                </a:cubicBezTo>
                <a:cubicBezTo>
                  <a:pt x="14" y="150"/>
                  <a:pt x="14" y="150"/>
                  <a:pt x="14" y="150"/>
                </a:cubicBezTo>
                <a:cubicBezTo>
                  <a:pt x="14" y="22"/>
                  <a:pt x="14" y="22"/>
                  <a:pt x="14" y="22"/>
                </a:cubicBezTo>
                <a:cubicBezTo>
                  <a:pt x="52" y="22"/>
                  <a:pt x="52" y="22"/>
                  <a:pt x="52" y="22"/>
                </a:cubicBezTo>
                <a:cubicBezTo>
                  <a:pt x="52" y="150"/>
                  <a:pt x="52" y="150"/>
                  <a:pt x="52" y="150"/>
                </a:cubicBezTo>
                <a:close/>
                <a:moveTo>
                  <a:pt x="99" y="150"/>
                </a:moveTo>
                <a:cubicBezTo>
                  <a:pt x="99" y="150"/>
                  <a:pt x="99" y="150"/>
                  <a:pt x="99" y="150"/>
                </a:cubicBezTo>
                <a:cubicBezTo>
                  <a:pt x="60" y="150"/>
                  <a:pt x="60" y="150"/>
                  <a:pt x="60" y="150"/>
                </a:cubicBezTo>
                <a:cubicBezTo>
                  <a:pt x="60" y="22"/>
                  <a:pt x="60" y="22"/>
                  <a:pt x="60" y="22"/>
                </a:cubicBezTo>
                <a:cubicBezTo>
                  <a:pt x="99" y="22"/>
                  <a:pt x="99" y="22"/>
                  <a:pt x="99" y="22"/>
                </a:cubicBezTo>
                <a:cubicBezTo>
                  <a:pt x="99" y="150"/>
                  <a:pt x="99" y="150"/>
                  <a:pt x="99" y="150"/>
                </a:cubicBezTo>
                <a:close/>
                <a:moveTo>
                  <a:pt x="147" y="149"/>
                </a:moveTo>
                <a:cubicBezTo>
                  <a:pt x="147" y="149"/>
                  <a:pt x="147" y="149"/>
                  <a:pt x="147" y="149"/>
                </a:cubicBezTo>
                <a:cubicBezTo>
                  <a:pt x="114" y="25"/>
                  <a:pt x="114" y="25"/>
                  <a:pt x="114" y="25"/>
                </a:cubicBezTo>
                <a:cubicBezTo>
                  <a:pt x="148" y="16"/>
                  <a:pt x="148" y="16"/>
                  <a:pt x="148" y="16"/>
                </a:cubicBezTo>
                <a:cubicBezTo>
                  <a:pt x="181" y="139"/>
                  <a:pt x="181" y="139"/>
                  <a:pt x="181" y="139"/>
                </a:cubicBezTo>
                <a:cubicBezTo>
                  <a:pt x="147" y="149"/>
                  <a:pt x="147" y="149"/>
                  <a:pt x="147" y="149"/>
                </a:cubicBezTo>
                <a:close/>
                <a:moveTo>
                  <a:pt x="23" y="133"/>
                </a:moveTo>
                <a:cubicBezTo>
                  <a:pt x="23" y="133"/>
                  <a:pt x="23" y="133"/>
                  <a:pt x="23" y="133"/>
                </a:cubicBezTo>
                <a:cubicBezTo>
                  <a:pt x="23" y="133"/>
                  <a:pt x="23" y="133"/>
                  <a:pt x="23" y="133"/>
                </a:cubicBezTo>
                <a:cubicBezTo>
                  <a:pt x="26" y="136"/>
                  <a:pt x="29" y="137"/>
                  <a:pt x="33" y="137"/>
                </a:cubicBezTo>
                <a:cubicBezTo>
                  <a:pt x="37" y="137"/>
                  <a:pt x="40" y="136"/>
                  <a:pt x="42" y="134"/>
                </a:cubicBezTo>
                <a:cubicBezTo>
                  <a:pt x="43" y="133"/>
                  <a:pt x="43" y="133"/>
                  <a:pt x="43" y="133"/>
                </a:cubicBezTo>
                <a:cubicBezTo>
                  <a:pt x="45" y="131"/>
                  <a:pt x="47" y="127"/>
                  <a:pt x="47" y="124"/>
                </a:cubicBezTo>
                <a:cubicBezTo>
                  <a:pt x="47" y="120"/>
                  <a:pt x="45" y="116"/>
                  <a:pt x="43" y="114"/>
                </a:cubicBezTo>
                <a:cubicBezTo>
                  <a:pt x="42" y="114"/>
                  <a:pt x="42" y="114"/>
                  <a:pt x="42" y="114"/>
                </a:cubicBezTo>
                <a:cubicBezTo>
                  <a:pt x="40" y="112"/>
                  <a:pt x="37" y="110"/>
                  <a:pt x="33" y="110"/>
                </a:cubicBezTo>
                <a:cubicBezTo>
                  <a:pt x="29" y="110"/>
                  <a:pt x="26" y="112"/>
                  <a:pt x="23" y="114"/>
                </a:cubicBezTo>
                <a:cubicBezTo>
                  <a:pt x="21" y="116"/>
                  <a:pt x="19" y="120"/>
                  <a:pt x="19" y="124"/>
                </a:cubicBezTo>
                <a:cubicBezTo>
                  <a:pt x="19" y="127"/>
                  <a:pt x="21" y="131"/>
                  <a:pt x="23" y="133"/>
                </a:cubicBezTo>
                <a:close/>
                <a:moveTo>
                  <a:pt x="29" y="120"/>
                </a:moveTo>
                <a:cubicBezTo>
                  <a:pt x="29" y="120"/>
                  <a:pt x="29" y="120"/>
                  <a:pt x="29" y="120"/>
                </a:cubicBezTo>
                <a:cubicBezTo>
                  <a:pt x="30" y="119"/>
                  <a:pt x="31" y="118"/>
                  <a:pt x="33" y="118"/>
                </a:cubicBezTo>
                <a:cubicBezTo>
                  <a:pt x="34" y="118"/>
                  <a:pt x="36" y="119"/>
                  <a:pt x="37" y="120"/>
                </a:cubicBezTo>
                <a:cubicBezTo>
                  <a:pt x="37" y="120"/>
                  <a:pt x="37" y="120"/>
                  <a:pt x="37" y="120"/>
                </a:cubicBezTo>
                <a:cubicBezTo>
                  <a:pt x="38" y="121"/>
                  <a:pt x="38" y="122"/>
                  <a:pt x="38" y="124"/>
                </a:cubicBezTo>
                <a:cubicBezTo>
                  <a:pt x="38" y="125"/>
                  <a:pt x="38" y="127"/>
                  <a:pt x="37" y="128"/>
                </a:cubicBezTo>
                <a:cubicBezTo>
                  <a:pt x="36" y="129"/>
                  <a:pt x="34" y="129"/>
                  <a:pt x="33" y="129"/>
                </a:cubicBezTo>
                <a:cubicBezTo>
                  <a:pt x="31" y="129"/>
                  <a:pt x="30" y="129"/>
                  <a:pt x="29" y="128"/>
                </a:cubicBezTo>
                <a:cubicBezTo>
                  <a:pt x="29" y="127"/>
                  <a:pt x="29" y="127"/>
                  <a:pt x="29" y="127"/>
                </a:cubicBezTo>
                <a:cubicBezTo>
                  <a:pt x="28" y="126"/>
                  <a:pt x="27" y="125"/>
                  <a:pt x="27" y="124"/>
                </a:cubicBezTo>
                <a:cubicBezTo>
                  <a:pt x="27" y="122"/>
                  <a:pt x="28" y="121"/>
                  <a:pt x="29" y="120"/>
                </a:cubicBezTo>
                <a:close/>
                <a:moveTo>
                  <a:pt x="32" y="91"/>
                </a:moveTo>
                <a:cubicBezTo>
                  <a:pt x="32" y="91"/>
                  <a:pt x="32" y="91"/>
                  <a:pt x="32" y="91"/>
                </a:cubicBezTo>
                <a:cubicBezTo>
                  <a:pt x="34" y="91"/>
                  <a:pt x="36" y="89"/>
                  <a:pt x="36" y="87"/>
                </a:cubicBezTo>
                <a:cubicBezTo>
                  <a:pt x="36" y="38"/>
                  <a:pt x="36" y="38"/>
                  <a:pt x="36" y="38"/>
                </a:cubicBezTo>
                <a:cubicBezTo>
                  <a:pt x="36" y="35"/>
                  <a:pt x="34" y="34"/>
                  <a:pt x="32" y="34"/>
                </a:cubicBezTo>
                <a:cubicBezTo>
                  <a:pt x="29" y="34"/>
                  <a:pt x="28" y="35"/>
                  <a:pt x="28" y="38"/>
                </a:cubicBezTo>
                <a:cubicBezTo>
                  <a:pt x="28" y="87"/>
                  <a:pt x="28" y="87"/>
                  <a:pt x="28" y="87"/>
                </a:cubicBezTo>
                <a:cubicBezTo>
                  <a:pt x="28" y="89"/>
                  <a:pt x="29" y="91"/>
                  <a:pt x="32" y="91"/>
                </a:cubicBezTo>
                <a:close/>
                <a:moveTo>
                  <a:pt x="134" y="31"/>
                </a:moveTo>
                <a:cubicBezTo>
                  <a:pt x="134" y="31"/>
                  <a:pt x="134" y="31"/>
                  <a:pt x="134" y="31"/>
                </a:cubicBezTo>
                <a:cubicBezTo>
                  <a:pt x="132" y="32"/>
                  <a:pt x="131" y="34"/>
                  <a:pt x="131" y="36"/>
                </a:cubicBezTo>
                <a:cubicBezTo>
                  <a:pt x="144" y="84"/>
                  <a:pt x="144" y="84"/>
                  <a:pt x="144" y="84"/>
                </a:cubicBezTo>
                <a:cubicBezTo>
                  <a:pt x="144" y="86"/>
                  <a:pt x="146" y="87"/>
                  <a:pt x="149" y="86"/>
                </a:cubicBezTo>
                <a:cubicBezTo>
                  <a:pt x="151" y="86"/>
                  <a:pt x="152" y="84"/>
                  <a:pt x="152" y="82"/>
                </a:cubicBezTo>
                <a:cubicBezTo>
                  <a:pt x="139" y="34"/>
                  <a:pt x="139" y="34"/>
                  <a:pt x="139" y="34"/>
                </a:cubicBezTo>
                <a:cubicBezTo>
                  <a:pt x="138" y="32"/>
                  <a:pt x="136" y="31"/>
                  <a:pt x="134" y="31"/>
                </a:cubicBezTo>
                <a:close/>
                <a:moveTo>
                  <a:pt x="69" y="133"/>
                </a:moveTo>
                <a:cubicBezTo>
                  <a:pt x="69" y="133"/>
                  <a:pt x="69" y="133"/>
                  <a:pt x="69" y="133"/>
                </a:cubicBezTo>
                <a:cubicBezTo>
                  <a:pt x="69" y="133"/>
                  <a:pt x="69" y="133"/>
                  <a:pt x="69" y="133"/>
                </a:cubicBezTo>
                <a:cubicBezTo>
                  <a:pt x="71" y="136"/>
                  <a:pt x="75" y="137"/>
                  <a:pt x="79" y="137"/>
                </a:cubicBezTo>
                <a:cubicBezTo>
                  <a:pt x="82" y="137"/>
                  <a:pt x="86" y="136"/>
                  <a:pt x="88" y="134"/>
                </a:cubicBezTo>
                <a:cubicBezTo>
                  <a:pt x="88" y="133"/>
                  <a:pt x="88" y="133"/>
                  <a:pt x="88" y="133"/>
                </a:cubicBezTo>
                <a:cubicBezTo>
                  <a:pt x="91" y="131"/>
                  <a:pt x="92" y="127"/>
                  <a:pt x="92" y="124"/>
                </a:cubicBezTo>
                <a:cubicBezTo>
                  <a:pt x="92" y="120"/>
                  <a:pt x="91" y="116"/>
                  <a:pt x="88" y="114"/>
                </a:cubicBezTo>
                <a:cubicBezTo>
                  <a:pt x="86" y="112"/>
                  <a:pt x="82" y="110"/>
                  <a:pt x="79" y="110"/>
                </a:cubicBezTo>
                <a:cubicBezTo>
                  <a:pt x="75" y="110"/>
                  <a:pt x="71" y="112"/>
                  <a:pt x="69" y="114"/>
                </a:cubicBezTo>
                <a:cubicBezTo>
                  <a:pt x="69" y="114"/>
                  <a:pt x="69" y="114"/>
                  <a:pt x="69" y="114"/>
                </a:cubicBezTo>
                <a:cubicBezTo>
                  <a:pt x="66" y="116"/>
                  <a:pt x="65" y="120"/>
                  <a:pt x="65" y="124"/>
                </a:cubicBezTo>
                <a:cubicBezTo>
                  <a:pt x="65" y="127"/>
                  <a:pt x="66" y="131"/>
                  <a:pt x="69" y="133"/>
                </a:cubicBezTo>
                <a:close/>
                <a:moveTo>
                  <a:pt x="75" y="120"/>
                </a:moveTo>
                <a:cubicBezTo>
                  <a:pt x="75" y="120"/>
                  <a:pt x="75" y="120"/>
                  <a:pt x="75" y="120"/>
                </a:cubicBezTo>
                <a:cubicBezTo>
                  <a:pt x="76" y="119"/>
                  <a:pt x="77" y="118"/>
                  <a:pt x="79" y="118"/>
                </a:cubicBezTo>
                <a:cubicBezTo>
                  <a:pt x="80" y="118"/>
                  <a:pt x="81" y="119"/>
                  <a:pt x="82" y="120"/>
                </a:cubicBezTo>
                <a:cubicBezTo>
                  <a:pt x="82" y="120"/>
                  <a:pt x="82" y="120"/>
                  <a:pt x="82" y="120"/>
                </a:cubicBezTo>
                <a:cubicBezTo>
                  <a:pt x="84" y="121"/>
                  <a:pt x="84" y="122"/>
                  <a:pt x="84" y="124"/>
                </a:cubicBezTo>
                <a:cubicBezTo>
                  <a:pt x="84" y="125"/>
                  <a:pt x="84" y="127"/>
                  <a:pt x="83" y="128"/>
                </a:cubicBezTo>
                <a:cubicBezTo>
                  <a:pt x="82" y="128"/>
                  <a:pt x="82" y="128"/>
                  <a:pt x="82" y="128"/>
                </a:cubicBezTo>
                <a:cubicBezTo>
                  <a:pt x="81" y="129"/>
                  <a:pt x="80" y="129"/>
                  <a:pt x="79" y="129"/>
                </a:cubicBezTo>
                <a:cubicBezTo>
                  <a:pt x="77" y="129"/>
                  <a:pt x="76" y="129"/>
                  <a:pt x="75" y="128"/>
                </a:cubicBezTo>
                <a:cubicBezTo>
                  <a:pt x="74" y="127"/>
                  <a:pt x="74" y="127"/>
                  <a:pt x="74" y="127"/>
                </a:cubicBezTo>
                <a:cubicBezTo>
                  <a:pt x="74" y="126"/>
                  <a:pt x="73" y="125"/>
                  <a:pt x="73" y="124"/>
                </a:cubicBezTo>
                <a:cubicBezTo>
                  <a:pt x="73" y="122"/>
                  <a:pt x="74" y="121"/>
                  <a:pt x="75" y="120"/>
                </a:cubicBezTo>
                <a:close/>
                <a:moveTo>
                  <a:pt x="81" y="91"/>
                </a:moveTo>
                <a:cubicBezTo>
                  <a:pt x="81" y="91"/>
                  <a:pt x="81" y="91"/>
                  <a:pt x="81" y="91"/>
                </a:cubicBezTo>
                <a:cubicBezTo>
                  <a:pt x="83" y="91"/>
                  <a:pt x="85" y="89"/>
                  <a:pt x="85" y="87"/>
                </a:cubicBezTo>
                <a:cubicBezTo>
                  <a:pt x="85" y="38"/>
                  <a:pt x="85" y="38"/>
                  <a:pt x="85" y="38"/>
                </a:cubicBezTo>
                <a:cubicBezTo>
                  <a:pt x="85" y="35"/>
                  <a:pt x="83" y="34"/>
                  <a:pt x="81" y="34"/>
                </a:cubicBezTo>
                <a:cubicBezTo>
                  <a:pt x="79" y="34"/>
                  <a:pt x="77" y="35"/>
                  <a:pt x="77" y="38"/>
                </a:cubicBezTo>
                <a:cubicBezTo>
                  <a:pt x="77" y="87"/>
                  <a:pt x="77" y="87"/>
                  <a:pt x="77" y="87"/>
                </a:cubicBezTo>
                <a:cubicBezTo>
                  <a:pt x="77" y="89"/>
                  <a:pt x="79" y="91"/>
                  <a:pt x="81" y="91"/>
                </a:cubicBezTo>
                <a:close/>
                <a:moveTo>
                  <a:pt x="148" y="109"/>
                </a:moveTo>
                <a:cubicBezTo>
                  <a:pt x="148" y="109"/>
                  <a:pt x="148" y="109"/>
                  <a:pt x="148" y="109"/>
                </a:cubicBezTo>
                <a:cubicBezTo>
                  <a:pt x="146" y="111"/>
                  <a:pt x="144" y="114"/>
                  <a:pt x="144" y="118"/>
                </a:cubicBezTo>
                <a:cubicBezTo>
                  <a:pt x="144" y="122"/>
                  <a:pt x="146" y="125"/>
                  <a:pt x="148" y="128"/>
                </a:cubicBezTo>
                <a:cubicBezTo>
                  <a:pt x="148" y="128"/>
                  <a:pt x="148" y="128"/>
                  <a:pt x="148" y="128"/>
                </a:cubicBezTo>
                <a:cubicBezTo>
                  <a:pt x="151" y="130"/>
                  <a:pt x="154" y="132"/>
                  <a:pt x="158" y="132"/>
                </a:cubicBezTo>
                <a:cubicBezTo>
                  <a:pt x="161" y="132"/>
                  <a:pt x="165" y="131"/>
                  <a:pt x="167" y="128"/>
                </a:cubicBezTo>
                <a:cubicBezTo>
                  <a:pt x="167" y="128"/>
                  <a:pt x="167" y="128"/>
                  <a:pt x="167" y="128"/>
                </a:cubicBezTo>
                <a:cubicBezTo>
                  <a:pt x="168" y="128"/>
                  <a:pt x="168" y="128"/>
                  <a:pt x="168" y="128"/>
                </a:cubicBezTo>
                <a:cubicBezTo>
                  <a:pt x="170" y="126"/>
                  <a:pt x="171" y="122"/>
                  <a:pt x="171" y="118"/>
                </a:cubicBezTo>
                <a:cubicBezTo>
                  <a:pt x="171" y="114"/>
                  <a:pt x="170" y="111"/>
                  <a:pt x="168" y="109"/>
                </a:cubicBezTo>
                <a:cubicBezTo>
                  <a:pt x="168" y="109"/>
                  <a:pt x="168" y="109"/>
                  <a:pt x="168" y="109"/>
                </a:cubicBezTo>
                <a:cubicBezTo>
                  <a:pt x="168" y="109"/>
                  <a:pt x="168" y="109"/>
                  <a:pt x="168" y="109"/>
                </a:cubicBezTo>
                <a:cubicBezTo>
                  <a:pt x="165" y="106"/>
                  <a:pt x="162" y="105"/>
                  <a:pt x="158" y="105"/>
                </a:cubicBezTo>
                <a:cubicBezTo>
                  <a:pt x="154" y="105"/>
                  <a:pt x="151" y="106"/>
                  <a:pt x="148" y="109"/>
                </a:cubicBezTo>
                <a:close/>
                <a:moveTo>
                  <a:pt x="154" y="114"/>
                </a:moveTo>
                <a:cubicBezTo>
                  <a:pt x="154" y="114"/>
                  <a:pt x="154" y="114"/>
                  <a:pt x="154" y="114"/>
                </a:cubicBezTo>
                <a:cubicBezTo>
                  <a:pt x="155" y="113"/>
                  <a:pt x="156" y="113"/>
                  <a:pt x="158" y="113"/>
                </a:cubicBezTo>
                <a:cubicBezTo>
                  <a:pt x="159" y="113"/>
                  <a:pt x="161" y="113"/>
                  <a:pt x="162" y="114"/>
                </a:cubicBezTo>
                <a:cubicBezTo>
                  <a:pt x="163" y="115"/>
                  <a:pt x="163" y="117"/>
                  <a:pt x="163" y="118"/>
                </a:cubicBezTo>
                <a:cubicBezTo>
                  <a:pt x="163" y="120"/>
                  <a:pt x="163" y="121"/>
                  <a:pt x="162" y="122"/>
                </a:cubicBezTo>
                <a:cubicBezTo>
                  <a:pt x="161" y="123"/>
                  <a:pt x="159" y="124"/>
                  <a:pt x="158" y="124"/>
                </a:cubicBezTo>
                <a:cubicBezTo>
                  <a:pt x="156" y="124"/>
                  <a:pt x="155" y="123"/>
                  <a:pt x="154" y="122"/>
                </a:cubicBezTo>
                <a:cubicBezTo>
                  <a:pt x="154" y="122"/>
                  <a:pt x="154" y="122"/>
                  <a:pt x="154" y="122"/>
                </a:cubicBezTo>
                <a:cubicBezTo>
                  <a:pt x="153" y="121"/>
                  <a:pt x="152" y="120"/>
                  <a:pt x="152" y="118"/>
                </a:cubicBezTo>
                <a:cubicBezTo>
                  <a:pt x="152" y="117"/>
                  <a:pt x="153" y="115"/>
                  <a:pt x="154" y="114"/>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8" name="Freeform 10"/>
          <p:cNvSpPr>
            <a:spLocks noEditPoints="1"/>
          </p:cNvSpPr>
          <p:nvPr/>
        </p:nvSpPr>
        <p:spPr bwMode="auto">
          <a:xfrm>
            <a:off x="107850" y="2091788"/>
            <a:ext cx="174824" cy="175280"/>
          </a:xfrm>
          <a:custGeom>
            <a:avLst/>
            <a:gdLst>
              <a:gd name="T0" fmla="*/ 47 w 162"/>
              <a:gd name="T1" fmla="*/ 34 h 163"/>
              <a:gd name="T2" fmla="*/ 34 w 162"/>
              <a:gd name="T3" fmla="*/ 47 h 163"/>
              <a:gd name="T4" fmla="*/ 32 w 162"/>
              <a:gd name="T5" fmla="*/ 61 h 163"/>
              <a:gd name="T6" fmla="*/ 41 w 162"/>
              <a:gd name="T7" fmla="*/ 52 h 163"/>
              <a:gd name="T8" fmla="*/ 52 w 162"/>
              <a:gd name="T9" fmla="*/ 41 h 163"/>
              <a:gd name="T10" fmla="*/ 60 w 162"/>
              <a:gd name="T11" fmla="*/ 32 h 163"/>
              <a:gd name="T12" fmla="*/ 160 w 162"/>
              <a:gd name="T13" fmla="*/ 150 h 163"/>
              <a:gd name="T14" fmla="*/ 130 w 162"/>
              <a:gd name="T15" fmla="*/ 121 h 163"/>
              <a:gd name="T16" fmla="*/ 147 w 162"/>
              <a:gd name="T17" fmla="*/ 74 h 163"/>
              <a:gd name="T18" fmla="*/ 142 w 162"/>
              <a:gd name="T19" fmla="*/ 46 h 163"/>
              <a:gd name="T20" fmla="*/ 126 w 162"/>
              <a:gd name="T21" fmla="*/ 22 h 163"/>
              <a:gd name="T22" fmla="*/ 74 w 162"/>
              <a:gd name="T23" fmla="*/ 0 h 163"/>
              <a:gd name="T24" fmla="*/ 6 w 162"/>
              <a:gd name="T25" fmla="*/ 46 h 163"/>
              <a:gd name="T26" fmla="*/ 5 w 162"/>
              <a:gd name="T27" fmla="*/ 102 h 163"/>
              <a:gd name="T28" fmla="*/ 21 w 162"/>
              <a:gd name="T29" fmla="*/ 126 h 163"/>
              <a:gd name="T30" fmla="*/ 45 w 162"/>
              <a:gd name="T31" fmla="*/ 142 h 163"/>
              <a:gd name="T32" fmla="*/ 45 w 162"/>
              <a:gd name="T33" fmla="*/ 142 h 163"/>
              <a:gd name="T34" fmla="*/ 102 w 162"/>
              <a:gd name="T35" fmla="*/ 142 h 163"/>
              <a:gd name="T36" fmla="*/ 150 w 162"/>
              <a:gd name="T37" fmla="*/ 160 h 163"/>
              <a:gd name="T38" fmla="*/ 160 w 162"/>
              <a:gd name="T39" fmla="*/ 150 h 163"/>
              <a:gd name="T40" fmla="*/ 116 w 162"/>
              <a:gd name="T41" fmla="*/ 117 h 163"/>
              <a:gd name="T42" fmla="*/ 97 w 162"/>
              <a:gd name="T43" fmla="*/ 130 h 163"/>
              <a:gd name="T44" fmla="*/ 51 w 162"/>
              <a:gd name="T45" fmla="*/ 130 h 163"/>
              <a:gd name="T46" fmla="*/ 31 w 162"/>
              <a:gd name="T47" fmla="*/ 117 h 163"/>
              <a:gd name="T48" fmla="*/ 31 w 162"/>
              <a:gd name="T49" fmla="*/ 117 h 163"/>
              <a:gd name="T50" fmla="*/ 18 w 162"/>
              <a:gd name="T51" fmla="*/ 97 h 163"/>
              <a:gd name="T52" fmla="*/ 18 w 162"/>
              <a:gd name="T53" fmla="*/ 51 h 163"/>
              <a:gd name="T54" fmla="*/ 74 w 162"/>
              <a:gd name="T55" fmla="*/ 14 h 163"/>
              <a:gd name="T56" fmla="*/ 116 w 162"/>
              <a:gd name="T57" fmla="*/ 31 h 163"/>
              <a:gd name="T58" fmla="*/ 129 w 162"/>
              <a:gd name="T59" fmla="*/ 51 h 163"/>
              <a:gd name="T60" fmla="*/ 134 w 162"/>
              <a:gd name="T61" fmla="*/ 74 h 163"/>
              <a:gd name="T62" fmla="*/ 116 w 162"/>
              <a:gd name="T63" fmla="*/ 117 h 163"/>
              <a:gd name="T64" fmla="*/ 117 w 162"/>
              <a:gd name="T65" fmla="*/ 70 h 163"/>
              <a:gd name="T66" fmla="*/ 110 w 162"/>
              <a:gd name="T67" fmla="*/ 89 h 163"/>
              <a:gd name="T68" fmla="*/ 102 w 162"/>
              <a:gd name="T69" fmla="*/ 102 h 163"/>
              <a:gd name="T70" fmla="*/ 74 w 162"/>
              <a:gd name="T71" fmla="*/ 114 h 163"/>
              <a:gd name="T72" fmla="*/ 74 w 162"/>
              <a:gd name="T73" fmla="*/ 122 h 163"/>
              <a:gd name="T74" fmla="*/ 107 w 162"/>
              <a:gd name="T75" fmla="*/ 108 h 163"/>
              <a:gd name="T76" fmla="*/ 118 w 162"/>
              <a:gd name="T77" fmla="*/ 92 h 163"/>
              <a:gd name="T78" fmla="*/ 117 w 162"/>
              <a:gd name="T79" fmla="*/ 70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62" h="163">
                <a:moveTo>
                  <a:pt x="55" y="30"/>
                </a:moveTo>
                <a:cubicBezTo>
                  <a:pt x="52" y="31"/>
                  <a:pt x="50" y="33"/>
                  <a:pt x="47" y="34"/>
                </a:cubicBezTo>
                <a:cubicBezTo>
                  <a:pt x="44" y="36"/>
                  <a:pt x="42" y="38"/>
                  <a:pt x="40" y="40"/>
                </a:cubicBezTo>
                <a:cubicBezTo>
                  <a:pt x="38" y="42"/>
                  <a:pt x="36" y="45"/>
                  <a:pt x="34" y="47"/>
                </a:cubicBezTo>
                <a:cubicBezTo>
                  <a:pt x="32" y="50"/>
                  <a:pt x="31" y="53"/>
                  <a:pt x="30" y="55"/>
                </a:cubicBezTo>
                <a:cubicBezTo>
                  <a:pt x="29" y="57"/>
                  <a:pt x="30" y="60"/>
                  <a:pt x="32" y="61"/>
                </a:cubicBezTo>
                <a:cubicBezTo>
                  <a:pt x="34" y="62"/>
                  <a:pt x="36" y="61"/>
                  <a:pt x="37" y="59"/>
                </a:cubicBezTo>
                <a:cubicBezTo>
                  <a:pt x="38" y="56"/>
                  <a:pt x="39" y="54"/>
                  <a:pt x="41" y="52"/>
                </a:cubicBezTo>
                <a:cubicBezTo>
                  <a:pt x="42" y="50"/>
                  <a:pt x="44" y="48"/>
                  <a:pt x="46" y="46"/>
                </a:cubicBezTo>
                <a:cubicBezTo>
                  <a:pt x="48" y="44"/>
                  <a:pt x="49" y="43"/>
                  <a:pt x="52" y="41"/>
                </a:cubicBezTo>
                <a:cubicBezTo>
                  <a:pt x="54" y="40"/>
                  <a:pt x="56" y="38"/>
                  <a:pt x="58" y="37"/>
                </a:cubicBezTo>
                <a:cubicBezTo>
                  <a:pt x="60" y="37"/>
                  <a:pt x="61" y="34"/>
                  <a:pt x="60" y="32"/>
                </a:cubicBezTo>
                <a:cubicBezTo>
                  <a:pt x="59" y="30"/>
                  <a:pt x="57" y="29"/>
                  <a:pt x="55" y="30"/>
                </a:cubicBezTo>
                <a:close/>
                <a:moveTo>
                  <a:pt x="160" y="150"/>
                </a:moveTo>
                <a:cubicBezTo>
                  <a:pt x="160" y="150"/>
                  <a:pt x="160" y="150"/>
                  <a:pt x="160" y="150"/>
                </a:cubicBezTo>
                <a:cubicBezTo>
                  <a:pt x="130" y="121"/>
                  <a:pt x="130" y="121"/>
                  <a:pt x="130" y="121"/>
                </a:cubicBezTo>
                <a:cubicBezTo>
                  <a:pt x="135" y="115"/>
                  <a:pt x="139" y="109"/>
                  <a:pt x="142" y="102"/>
                </a:cubicBezTo>
                <a:cubicBezTo>
                  <a:pt x="145" y="93"/>
                  <a:pt x="147" y="84"/>
                  <a:pt x="147" y="74"/>
                </a:cubicBezTo>
                <a:cubicBezTo>
                  <a:pt x="147" y="64"/>
                  <a:pt x="145" y="55"/>
                  <a:pt x="142" y="46"/>
                </a:cubicBezTo>
                <a:cubicBezTo>
                  <a:pt x="142" y="46"/>
                  <a:pt x="142" y="46"/>
                  <a:pt x="142" y="46"/>
                </a:cubicBezTo>
                <a:cubicBezTo>
                  <a:pt x="138" y="37"/>
                  <a:pt x="133" y="29"/>
                  <a:pt x="126" y="22"/>
                </a:cubicBezTo>
                <a:cubicBezTo>
                  <a:pt x="126" y="22"/>
                  <a:pt x="126" y="22"/>
                  <a:pt x="126" y="22"/>
                </a:cubicBezTo>
                <a:cubicBezTo>
                  <a:pt x="119" y="15"/>
                  <a:pt x="111" y="10"/>
                  <a:pt x="102" y="6"/>
                </a:cubicBezTo>
                <a:cubicBezTo>
                  <a:pt x="93" y="2"/>
                  <a:pt x="84" y="0"/>
                  <a:pt x="74" y="0"/>
                </a:cubicBezTo>
                <a:cubicBezTo>
                  <a:pt x="53" y="0"/>
                  <a:pt x="35" y="8"/>
                  <a:pt x="21" y="22"/>
                </a:cubicBezTo>
                <a:cubicBezTo>
                  <a:pt x="15" y="29"/>
                  <a:pt x="9" y="37"/>
                  <a:pt x="6" y="46"/>
                </a:cubicBezTo>
                <a:cubicBezTo>
                  <a:pt x="2" y="55"/>
                  <a:pt x="0" y="64"/>
                  <a:pt x="0" y="74"/>
                </a:cubicBezTo>
                <a:cubicBezTo>
                  <a:pt x="0" y="84"/>
                  <a:pt x="2" y="93"/>
                  <a:pt x="5" y="102"/>
                </a:cubicBezTo>
                <a:cubicBezTo>
                  <a:pt x="6" y="102"/>
                  <a:pt x="6" y="102"/>
                  <a:pt x="6" y="102"/>
                </a:cubicBezTo>
                <a:cubicBezTo>
                  <a:pt x="9" y="111"/>
                  <a:pt x="15" y="119"/>
                  <a:pt x="21" y="126"/>
                </a:cubicBezTo>
                <a:cubicBezTo>
                  <a:pt x="22" y="126"/>
                  <a:pt x="22" y="126"/>
                  <a:pt x="22" y="126"/>
                </a:cubicBezTo>
                <a:cubicBezTo>
                  <a:pt x="28" y="133"/>
                  <a:pt x="36" y="138"/>
                  <a:pt x="45" y="142"/>
                </a:cubicBezTo>
                <a:cubicBezTo>
                  <a:pt x="45" y="142"/>
                  <a:pt x="45" y="142"/>
                  <a:pt x="45" y="142"/>
                </a:cubicBezTo>
                <a:cubicBezTo>
                  <a:pt x="45" y="142"/>
                  <a:pt x="45" y="142"/>
                  <a:pt x="45" y="142"/>
                </a:cubicBezTo>
                <a:cubicBezTo>
                  <a:pt x="54" y="146"/>
                  <a:pt x="64" y="148"/>
                  <a:pt x="74" y="148"/>
                </a:cubicBezTo>
                <a:cubicBezTo>
                  <a:pt x="84" y="148"/>
                  <a:pt x="93" y="146"/>
                  <a:pt x="102" y="142"/>
                </a:cubicBezTo>
                <a:cubicBezTo>
                  <a:pt x="109" y="139"/>
                  <a:pt x="115" y="135"/>
                  <a:pt x="121" y="131"/>
                </a:cubicBezTo>
                <a:cubicBezTo>
                  <a:pt x="150" y="160"/>
                  <a:pt x="150" y="160"/>
                  <a:pt x="150" y="160"/>
                </a:cubicBezTo>
                <a:cubicBezTo>
                  <a:pt x="153" y="163"/>
                  <a:pt x="157" y="163"/>
                  <a:pt x="160" y="160"/>
                </a:cubicBezTo>
                <a:cubicBezTo>
                  <a:pt x="162" y="157"/>
                  <a:pt x="162" y="153"/>
                  <a:pt x="160" y="150"/>
                </a:cubicBezTo>
                <a:close/>
                <a:moveTo>
                  <a:pt x="116" y="117"/>
                </a:moveTo>
                <a:cubicBezTo>
                  <a:pt x="116" y="117"/>
                  <a:pt x="116" y="117"/>
                  <a:pt x="116" y="117"/>
                </a:cubicBezTo>
                <a:cubicBezTo>
                  <a:pt x="116" y="117"/>
                  <a:pt x="116" y="117"/>
                  <a:pt x="116" y="117"/>
                </a:cubicBezTo>
                <a:cubicBezTo>
                  <a:pt x="111" y="122"/>
                  <a:pt x="104" y="127"/>
                  <a:pt x="97" y="130"/>
                </a:cubicBezTo>
                <a:cubicBezTo>
                  <a:pt x="90" y="133"/>
                  <a:pt x="82" y="134"/>
                  <a:pt x="74" y="134"/>
                </a:cubicBezTo>
                <a:cubicBezTo>
                  <a:pt x="65" y="134"/>
                  <a:pt x="58" y="133"/>
                  <a:pt x="51" y="130"/>
                </a:cubicBezTo>
                <a:cubicBezTo>
                  <a:pt x="51" y="130"/>
                  <a:pt x="51" y="130"/>
                  <a:pt x="51" y="130"/>
                </a:cubicBezTo>
                <a:cubicBezTo>
                  <a:pt x="43" y="127"/>
                  <a:pt x="37" y="122"/>
                  <a:pt x="31" y="117"/>
                </a:cubicBezTo>
                <a:cubicBezTo>
                  <a:pt x="31" y="117"/>
                  <a:pt x="31" y="117"/>
                  <a:pt x="31" y="117"/>
                </a:cubicBezTo>
                <a:cubicBezTo>
                  <a:pt x="31" y="117"/>
                  <a:pt x="31" y="117"/>
                  <a:pt x="31" y="117"/>
                </a:cubicBezTo>
                <a:cubicBezTo>
                  <a:pt x="26" y="111"/>
                  <a:pt x="21" y="104"/>
                  <a:pt x="18" y="97"/>
                </a:cubicBezTo>
                <a:cubicBezTo>
                  <a:pt x="18" y="97"/>
                  <a:pt x="18" y="97"/>
                  <a:pt x="18" y="97"/>
                </a:cubicBezTo>
                <a:cubicBezTo>
                  <a:pt x="15" y="90"/>
                  <a:pt x="13" y="82"/>
                  <a:pt x="13" y="74"/>
                </a:cubicBezTo>
                <a:cubicBezTo>
                  <a:pt x="13" y="66"/>
                  <a:pt x="15" y="58"/>
                  <a:pt x="18" y="51"/>
                </a:cubicBezTo>
                <a:cubicBezTo>
                  <a:pt x="21" y="44"/>
                  <a:pt x="26" y="37"/>
                  <a:pt x="31" y="31"/>
                </a:cubicBezTo>
                <a:cubicBezTo>
                  <a:pt x="42" y="21"/>
                  <a:pt x="57" y="14"/>
                  <a:pt x="74" y="14"/>
                </a:cubicBezTo>
                <a:cubicBezTo>
                  <a:pt x="82" y="14"/>
                  <a:pt x="90" y="15"/>
                  <a:pt x="97" y="18"/>
                </a:cubicBezTo>
                <a:cubicBezTo>
                  <a:pt x="104" y="21"/>
                  <a:pt x="111" y="26"/>
                  <a:pt x="116" y="31"/>
                </a:cubicBezTo>
                <a:cubicBezTo>
                  <a:pt x="117" y="32"/>
                  <a:pt x="117" y="32"/>
                  <a:pt x="117" y="32"/>
                </a:cubicBezTo>
                <a:cubicBezTo>
                  <a:pt x="122" y="37"/>
                  <a:pt x="126" y="44"/>
                  <a:pt x="129" y="51"/>
                </a:cubicBezTo>
                <a:cubicBezTo>
                  <a:pt x="129" y="51"/>
                  <a:pt x="129" y="51"/>
                  <a:pt x="129" y="51"/>
                </a:cubicBezTo>
                <a:cubicBezTo>
                  <a:pt x="132" y="58"/>
                  <a:pt x="134" y="66"/>
                  <a:pt x="134" y="74"/>
                </a:cubicBezTo>
                <a:cubicBezTo>
                  <a:pt x="134" y="82"/>
                  <a:pt x="132" y="90"/>
                  <a:pt x="129" y="97"/>
                </a:cubicBezTo>
                <a:cubicBezTo>
                  <a:pt x="126" y="104"/>
                  <a:pt x="122" y="111"/>
                  <a:pt x="116" y="117"/>
                </a:cubicBezTo>
                <a:close/>
                <a:moveTo>
                  <a:pt x="117" y="70"/>
                </a:moveTo>
                <a:cubicBezTo>
                  <a:pt x="117" y="70"/>
                  <a:pt x="117" y="70"/>
                  <a:pt x="117" y="70"/>
                </a:cubicBezTo>
                <a:cubicBezTo>
                  <a:pt x="115" y="70"/>
                  <a:pt x="113" y="72"/>
                  <a:pt x="113" y="74"/>
                </a:cubicBezTo>
                <a:cubicBezTo>
                  <a:pt x="113" y="79"/>
                  <a:pt x="112" y="84"/>
                  <a:pt x="110" y="89"/>
                </a:cubicBezTo>
                <a:cubicBezTo>
                  <a:pt x="110" y="89"/>
                  <a:pt x="110" y="89"/>
                  <a:pt x="110" y="89"/>
                </a:cubicBezTo>
                <a:cubicBezTo>
                  <a:pt x="108" y="94"/>
                  <a:pt x="105" y="98"/>
                  <a:pt x="102" y="102"/>
                </a:cubicBezTo>
                <a:cubicBezTo>
                  <a:pt x="98" y="106"/>
                  <a:pt x="94" y="109"/>
                  <a:pt x="89" y="111"/>
                </a:cubicBezTo>
                <a:cubicBezTo>
                  <a:pt x="84" y="113"/>
                  <a:pt x="79" y="114"/>
                  <a:pt x="74" y="114"/>
                </a:cubicBezTo>
                <a:cubicBezTo>
                  <a:pt x="71" y="114"/>
                  <a:pt x="70" y="115"/>
                  <a:pt x="70" y="118"/>
                </a:cubicBezTo>
                <a:cubicBezTo>
                  <a:pt x="70" y="120"/>
                  <a:pt x="71" y="122"/>
                  <a:pt x="74" y="122"/>
                </a:cubicBezTo>
                <a:cubicBezTo>
                  <a:pt x="80" y="122"/>
                  <a:pt x="86" y="120"/>
                  <a:pt x="92" y="118"/>
                </a:cubicBezTo>
                <a:cubicBezTo>
                  <a:pt x="98" y="116"/>
                  <a:pt x="103" y="112"/>
                  <a:pt x="107" y="108"/>
                </a:cubicBezTo>
                <a:cubicBezTo>
                  <a:pt x="112" y="103"/>
                  <a:pt x="115" y="98"/>
                  <a:pt x="118" y="92"/>
                </a:cubicBezTo>
                <a:cubicBezTo>
                  <a:pt x="118" y="92"/>
                  <a:pt x="118" y="92"/>
                  <a:pt x="118" y="92"/>
                </a:cubicBezTo>
                <a:cubicBezTo>
                  <a:pt x="120" y="86"/>
                  <a:pt x="121" y="80"/>
                  <a:pt x="121" y="74"/>
                </a:cubicBezTo>
                <a:cubicBezTo>
                  <a:pt x="121" y="72"/>
                  <a:pt x="120" y="70"/>
                  <a:pt x="117" y="70"/>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grpSp>
        <p:nvGrpSpPr>
          <p:cNvPr id="25" name="组合 24"/>
          <p:cNvGrpSpPr/>
          <p:nvPr/>
        </p:nvGrpSpPr>
        <p:grpSpPr>
          <a:xfrm>
            <a:off x="8632482" y="346839"/>
            <a:ext cx="156623" cy="156623"/>
            <a:chOff x="8689063" y="2493438"/>
            <a:chExt cx="156623" cy="156623"/>
          </a:xfrm>
        </p:grpSpPr>
        <p:sp>
          <p:nvSpPr>
            <p:cNvPr id="27" name="矩形 26"/>
            <p:cNvSpPr/>
            <p:nvPr/>
          </p:nvSpPr>
          <p:spPr>
            <a:xfrm>
              <a:off x="8689063" y="2493438"/>
              <a:ext cx="156623" cy="156623"/>
            </a:xfrm>
            <a:prstGeom prst="rect">
              <a:avLst/>
            </a:prstGeom>
            <a:solidFill>
              <a:srgbClr val="586B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任意多边形 27"/>
            <p:cNvSpPr/>
            <p:nvPr/>
          </p:nvSpPr>
          <p:spPr>
            <a:xfrm rot="10800000">
              <a:off x="8737889" y="2531868"/>
              <a:ext cx="58967" cy="79764"/>
            </a:xfrm>
            <a:custGeom>
              <a:avLst/>
              <a:gdLst>
                <a:gd name="connsiteX0" fmla="*/ 0 w 78581"/>
                <a:gd name="connsiteY0" fmla="*/ 0 h 152400"/>
                <a:gd name="connsiteX1" fmla="*/ 78581 w 78581"/>
                <a:gd name="connsiteY1" fmla="*/ 78581 h 152400"/>
                <a:gd name="connsiteX2" fmla="*/ 4762 w 78581"/>
                <a:gd name="connsiteY2" fmla="*/ 152400 h 152400"/>
              </a:gdLst>
              <a:ahLst/>
              <a:cxnLst>
                <a:cxn ang="0">
                  <a:pos x="connsiteX0" y="connsiteY0"/>
                </a:cxn>
                <a:cxn ang="0">
                  <a:pos x="connsiteX1" y="connsiteY1"/>
                </a:cxn>
                <a:cxn ang="0">
                  <a:pos x="connsiteX2" y="connsiteY2"/>
                </a:cxn>
              </a:cxnLst>
              <a:rect l="l" t="t" r="r" b="b"/>
              <a:pathLst>
                <a:path w="78581" h="152400">
                  <a:moveTo>
                    <a:pt x="0" y="0"/>
                  </a:moveTo>
                  <a:lnTo>
                    <a:pt x="78581" y="78581"/>
                  </a:lnTo>
                  <a:lnTo>
                    <a:pt x="4762" y="152400"/>
                  </a:lnTo>
                </a:path>
              </a:pathLst>
            </a:cu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9" name="组合 28"/>
          <p:cNvGrpSpPr/>
          <p:nvPr/>
        </p:nvGrpSpPr>
        <p:grpSpPr>
          <a:xfrm>
            <a:off x="8789105" y="346839"/>
            <a:ext cx="156623" cy="156623"/>
            <a:chOff x="8845686" y="2493438"/>
            <a:chExt cx="156623" cy="156623"/>
          </a:xfrm>
        </p:grpSpPr>
        <p:sp>
          <p:nvSpPr>
            <p:cNvPr id="39" name="矩形 38"/>
            <p:cNvSpPr/>
            <p:nvPr/>
          </p:nvSpPr>
          <p:spPr>
            <a:xfrm>
              <a:off x="8845686" y="2493438"/>
              <a:ext cx="156623" cy="156623"/>
            </a:xfrm>
            <a:prstGeom prst="rect">
              <a:avLst/>
            </a:prstGeom>
            <a:solidFill>
              <a:srgbClr val="37B0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任意多边形 39"/>
            <p:cNvSpPr/>
            <p:nvPr/>
          </p:nvSpPr>
          <p:spPr>
            <a:xfrm>
              <a:off x="8894513" y="2531868"/>
              <a:ext cx="58967" cy="79764"/>
            </a:xfrm>
            <a:custGeom>
              <a:avLst/>
              <a:gdLst>
                <a:gd name="connsiteX0" fmla="*/ 0 w 78581"/>
                <a:gd name="connsiteY0" fmla="*/ 0 h 152400"/>
                <a:gd name="connsiteX1" fmla="*/ 78581 w 78581"/>
                <a:gd name="connsiteY1" fmla="*/ 78581 h 152400"/>
                <a:gd name="connsiteX2" fmla="*/ 4762 w 78581"/>
                <a:gd name="connsiteY2" fmla="*/ 152400 h 152400"/>
              </a:gdLst>
              <a:ahLst/>
              <a:cxnLst>
                <a:cxn ang="0">
                  <a:pos x="connsiteX0" y="connsiteY0"/>
                </a:cxn>
                <a:cxn ang="0">
                  <a:pos x="connsiteX1" y="connsiteY1"/>
                </a:cxn>
                <a:cxn ang="0">
                  <a:pos x="connsiteX2" y="connsiteY2"/>
                </a:cxn>
              </a:cxnLst>
              <a:rect l="l" t="t" r="r" b="b"/>
              <a:pathLst>
                <a:path w="78581" h="152400">
                  <a:moveTo>
                    <a:pt x="0" y="0"/>
                  </a:moveTo>
                  <a:lnTo>
                    <a:pt x="78581" y="78581"/>
                  </a:lnTo>
                  <a:lnTo>
                    <a:pt x="4762" y="152400"/>
                  </a:lnTo>
                </a:path>
              </a:pathLst>
            </a:cu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1" name="矩形 40">
            <a:hlinkClick r:id="" action="ppaction://hlinkshowjump?jump=previousslide"/>
          </p:cNvPr>
          <p:cNvSpPr/>
          <p:nvPr/>
        </p:nvSpPr>
        <p:spPr>
          <a:xfrm>
            <a:off x="8632479" y="340203"/>
            <a:ext cx="156623" cy="166239"/>
          </a:xfrm>
          <a:prstGeom prst="rect">
            <a:avLst/>
          </a:prstGeom>
          <a:solidFill>
            <a:srgbClr val="37B0E8">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矩形 41">
            <a:hlinkClick r:id="" action="ppaction://hlinkshowjump?jump=nextslide"/>
          </p:cNvPr>
          <p:cNvSpPr/>
          <p:nvPr/>
        </p:nvSpPr>
        <p:spPr>
          <a:xfrm>
            <a:off x="8789102" y="340203"/>
            <a:ext cx="156623" cy="166239"/>
          </a:xfrm>
          <a:prstGeom prst="rect">
            <a:avLst/>
          </a:prstGeom>
          <a:solidFill>
            <a:srgbClr val="37B0E8">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矩形 42"/>
          <p:cNvSpPr/>
          <p:nvPr/>
        </p:nvSpPr>
        <p:spPr>
          <a:xfrm>
            <a:off x="5867400" y="262034"/>
            <a:ext cx="2665040" cy="285078"/>
          </a:xfrm>
          <a:prstGeom prst="rect">
            <a:avLst/>
          </a:prstGeom>
        </p:spPr>
        <p:txBody>
          <a:bodyPr wrap="square" lIns="0" tIns="0" rIns="0" bIns="0" anchor="ctr" anchorCtr="0">
            <a:spAutoFit/>
          </a:bodyPr>
          <a:lstStyle/>
          <a:p>
            <a:pPr algn="r">
              <a:lnSpc>
                <a:spcPct val="150000"/>
              </a:lnSpc>
            </a:pPr>
            <a:r>
              <a:rPr lang="zh-CN" altLang="en-US" sz="1400" b="1" dirty="0">
                <a:solidFill>
                  <a:srgbClr val="354454"/>
                </a:solidFill>
                <a:latin typeface="微软雅黑" pitchFamily="34" charset="-122"/>
                <a:ea typeface="微软雅黑" pitchFamily="34" charset="-122"/>
              </a:rPr>
              <a:t>成果形式</a:t>
            </a:r>
          </a:p>
        </p:txBody>
      </p:sp>
      <p:sp>
        <p:nvSpPr>
          <p:cNvPr id="26" name="矩形 25"/>
          <p:cNvSpPr/>
          <p:nvPr/>
        </p:nvSpPr>
        <p:spPr>
          <a:xfrm>
            <a:off x="614945" y="1653245"/>
            <a:ext cx="441146" cy="246221"/>
          </a:xfrm>
          <a:prstGeom prst="rect">
            <a:avLst/>
          </a:prstGeom>
        </p:spPr>
        <p:txBody>
          <a:bodyPr wrap="none">
            <a:spAutoFit/>
          </a:bodyPr>
          <a:lstStyle/>
          <a:p>
            <a:pPr algn="ctr"/>
            <a:r>
              <a:rPr lang="zh-CN" altLang="en-US" sz="1000" dirty="0">
                <a:ln w="6350">
                  <a:noFill/>
                </a:ln>
                <a:solidFill>
                  <a:srgbClr val="586B7F"/>
                </a:solidFill>
                <a:latin typeface="Impact" pitchFamily="34" charset="0"/>
                <a:ea typeface="微软雅黑" pitchFamily="34" charset="-122"/>
              </a:rPr>
              <a:t>绪论</a:t>
            </a:r>
          </a:p>
        </p:txBody>
      </p:sp>
      <p:sp>
        <p:nvSpPr>
          <p:cNvPr id="30" name="矩形 29"/>
          <p:cNvSpPr/>
          <p:nvPr/>
        </p:nvSpPr>
        <p:spPr>
          <a:xfrm>
            <a:off x="422584" y="2036065"/>
            <a:ext cx="825867" cy="246221"/>
          </a:xfrm>
          <a:prstGeom prst="rect">
            <a:avLst/>
          </a:prstGeom>
        </p:spPr>
        <p:txBody>
          <a:bodyPr wrap="none">
            <a:spAutoFit/>
          </a:bodyPr>
          <a:lstStyle/>
          <a:p>
            <a:pPr algn="ctr"/>
            <a:r>
              <a:rPr lang="zh-CN" altLang="en-US" sz="1000" dirty="0">
                <a:ln w="6350">
                  <a:noFill/>
                </a:ln>
                <a:solidFill>
                  <a:srgbClr val="586B7F"/>
                </a:solidFill>
                <a:latin typeface="Impact" pitchFamily="34" charset="0"/>
                <a:ea typeface="微软雅黑" pitchFamily="34" charset="-122"/>
              </a:rPr>
              <a:t>思路与方法</a:t>
            </a:r>
          </a:p>
        </p:txBody>
      </p:sp>
      <p:sp>
        <p:nvSpPr>
          <p:cNvPr id="31" name="矩形 30"/>
          <p:cNvSpPr/>
          <p:nvPr/>
        </p:nvSpPr>
        <p:spPr>
          <a:xfrm>
            <a:off x="422585" y="2823369"/>
            <a:ext cx="825867" cy="246221"/>
          </a:xfrm>
          <a:prstGeom prst="rect">
            <a:avLst/>
          </a:prstGeom>
        </p:spPr>
        <p:txBody>
          <a:bodyPr wrap="none">
            <a:spAutoFit/>
          </a:bodyPr>
          <a:lstStyle/>
          <a:p>
            <a:pPr algn="ctr"/>
            <a:r>
              <a:rPr lang="zh-CN" altLang="en-US" sz="1000" dirty="0">
                <a:ln w="6350">
                  <a:noFill/>
                </a:ln>
                <a:solidFill>
                  <a:schemeClr val="bg1"/>
                </a:solidFill>
                <a:latin typeface="Impact" pitchFamily="34" charset="0"/>
                <a:ea typeface="微软雅黑" pitchFamily="34" charset="-122"/>
              </a:rPr>
              <a:t>成果与应用</a:t>
            </a:r>
          </a:p>
        </p:txBody>
      </p:sp>
      <p:sp>
        <p:nvSpPr>
          <p:cNvPr id="32" name="矩形 31"/>
          <p:cNvSpPr/>
          <p:nvPr/>
        </p:nvSpPr>
        <p:spPr>
          <a:xfrm>
            <a:off x="422585" y="2432846"/>
            <a:ext cx="825867" cy="246221"/>
          </a:xfrm>
          <a:prstGeom prst="rect">
            <a:avLst/>
          </a:prstGeom>
        </p:spPr>
        <p:txBody>
          <a:bodyPr wrap="none">
            <a:spAutoFit/>
          </a:bodyPr>
          <a:lstStyle/>
          <a:p>
            <a:pPr algn="ctr"/>
            <a:r>
              <a:rPr lang="zh-CN" altLang="en-US" sz="1000" dirty="0">
                <a:ln w="6350">
                  <a:noFill/>
                </a:ln>
                <a:solidFill>
                  <a:srgbClr val="586B7F"/>
                </a:solidFill>
                <a:latin typeface="Impact" pitchFamily="34" charset="0"/>
                <a:ea typeface="微软雅黑" pitchFamily="34" charset="-122"/>
              </a:rPr>
              <a:t>技术与难点</a:t>
            </a:r>
          </a:p>
        </p:txBody>
      </p:sp>
      <p:sp>
        <p:nvSpPr>
          <p:cNvPr id="34" name="Freeform 9"/>
          <p:cNvSpPr>
            <a:spLocks noEditPoints="1"/>
          </p:cNvSpPr>
          <p:nvPr/>
        </p:nvSpPr>
        <p:spPr bwMode="auto">
          <a:xfrm>
            <a:off x="83442" y="3272333"/>
            <a:ext cx="231878" cy="151086"/>
          </a:xfrm>
          <a:custGeom>
            <a:avLst/>
            <a:gdLst>
              <a:gd name="T0" fmla="*/ 58 w 215"/>
              <a:gd name="T1" fmla="*/ 83 h 140"/>
              <a:gd name="T2" fmla="*/ 58 w 215"/>
              <a:gd name="T3" fmla="*/ 91 h 140"/>
              <a:gd name="T4" fmla="*/ 161 w 215"/>
              <a:gd name="T5" fmla="*/ 87 h 140"/>
              <a:gd name="T6" fmla="*/ 58 w 215"/>
              <a:gd name="T7" fmla="*/ 73 h 140"/>
              <a:gd name="T8" fmla="*/ 98 w 215"/>
              <a:gd name="T9" fmla="*/ 73 h 140"/>
              <a:gd name="T10" fmla="*/ 102 w 215"/>
              <a:gd name="T11" fmla="*/ 34 h 140"/>
              <a:gd name="T12" fmla="*/ 58 w 215"/>
              <a:gd name="T13" fmla="*/ 30 h 140"/>
              <a:gd name="T14" fmla="*/ 54 w 215"/>
              <a:gd name="T15" fmla="*/ 69 h 140"/>
              <a:gd name="T16" fmla="*/ 63 w 215"/>
              <a:gd name="T17" fmla="*/ 38 h 140"/>
              <a:gd name="T18" fmla="*/ 94 w 215"/>
              <a:gd name="T19" fmla="*/ 38 h 140"/>
              <a:gd name="T20" fmla="*/ 63 w 215"/>
              <a:gd name="T21" fmla="*/ 65 h 140"/>
              <a:gd name="T22" fmla="*/ 27 w 215"/>
              <a:gd name="T23" fmla="*/ 121 h 140"/>
              <a:gd name="T24" fmla="*/ 189 w 215"/>
              <a:gd name="T25" fmla="*/ 121 h 140"/>
              <a:gd name="T26" fmla="*/ 196 w 215"/>
              <a:gd name="T27" fmla="*/ 7 h 140"/>
              <a:gd name="T28" fmla="*/ 27 w 215"/>
              <a:gd name="T29" fmla="*/ 0 h 140"/>
              <a:gd name="T30" fmla="*/ 20 w 215"/>
              <a:gd name="T31" fmla="*/ 114 h 140"/>
              <a:gd name="T32" fmla="*/ 33 w 215"/>
              <a:gd name="T33" fmla="*/ 13 h 140"/>
              <a:gd name="T34" fmla="*/ 182 w 215"/>
              <a:gd name="T35" fmla="*/ 13 h 140"/>
              <a:gd name="T36" fmla="*/ 33 w 215"/>
              <a:gd name="T37" fmla="*/ 107 h 140"/>
              <a:gd name="T38" fmla="*/ 157 w 215"/>
              <a:gd name="T39" fmla="*/ 48 h 140"/>
              <a:gd name="T40" fmla="*/ 111 w 215"/>
              <a:gd name="T41" fmla="*/ 48 h 140"/>
              <a:gd name="T42" fmla="*/ 111 w 215"/>
              <a:gd name="T43" fmla="*/ 56 h 140"/>
              <a:gd name="T44" fmla="*/ 161 w 215"/>
              <a:gd name="T45" fmla="*/ 52 h 140"/>
              <a:gd name="T46" fmla="*/ 157 w 215"/>
              <a:gd name="T47" fmla="*/ 65 h 140"/>
              <a:gd name="T48" fmla="*/ 111 w 215"/>
              <a:gd name="T49" fmla="*/ 65 h 140"/>
              <a:gd name="T50" fmla="*/ 111 w 215"/>
              <a:gd name="T51" fmla="*/ 73 h 140"/>
              <a:gd name="T52" fmla="*/ 161 w 215"/>
              <a:gd name="T53" fmla="*/ 69 h 140"/>
              <a:gd name="T54" fmla="*/ 157 w 215"/>
              <a:gd name="T55" fmla="*/ 30 h 140"/>
              <a:gd name="T56" fmla="*/ 111 w 215"/>
              <a:gd name="T57" fmla="*/ 30 h 140"/>
              <a:gd name="T58" fmla="*/ 111 w 215"/>
              <a:gd name="T59" fmla="*/ 38 h 140"/>
              <a:gd name="T60" fmla="*/ 161 w 215"/>
              <a:gd name="T61" fmla="*/ 34 h 140"/>
              <a:gd name="T62" fmla="*/ 209 w 215"/>
              <a:gd name="T63" fmla="*/ 127 h 140"/>
              <a:gd name="T64" fmla="*/ 7 w 215"/>
              <a:gd name="T65" fmla="*/ 127 h 140"/>
              <a:gd name="T66" fmla="*/ 7 w 215"/>
              <a:gd name="T67" fmla="*/ 140 h 140"/>
              <a:gd name="T68" fmla="*/ 215 w 215"/>
              <a:gd name="T69" fmla="*/ 13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15" h="140">
                <a:moveTo>
                  <a:pt x="157" y="83"/>
                </a:moveTo>
                <a:cubicBezTo>
                  <a:pt x="58" y="83"/>
                  <a:pt x="58" y="83"/>
                  <a:pt x="58" y="83"/>
                </a:cubicBezTo>
                <a:cubicBezTo>
                  <a:pt x="56" y="83"/>
                  <a:pt x="54" y="84"/>
                  <a:pt x="54" y="87"/>
                </a:cubicBezTo>
                <a:cubicBezTo>
                  <a:pt x="54" y="89"/>
                  <a:pt x="56" y="91"/>
                  <a:pt x="58" y="91"/>
                </a:cubicBezTo>
                <a:cubicBezTo>
                  <a:pt x="157" y="91"/>
                  <a:pt x="157" y="91"/>
                  <a:pt x="157" y="91"/>
                </a:cubicBezTo>
                <a:cubicBezTo>
                  <a:pt x="159" y="91"/>
                  <a:pt x="161" y="89"/>
                  <a:pt x="161" y="87"/>
                </a:cubicBezTo>
                <a:cubicBezTo>
                  <a:pt x="161" y="84"/>
                  <a:pt x="159" y="83"/>
                  <a:pt x="157" y="83"/>
                </a:cubicBezTo>
                <a:close/>
                <a:moveTo>
                  <a:pt x="58" y="73"/>
                </a:moveTo>
                <a:cubicBezTo>
                  <a:pt x="58" y="73"/>
                  <a:pt x="58" y="73"/>
                  <a:pt x="58" y="73"/>
                </a:cubicBezTo>
                <a:cubicBezTo>
                  <a:pt x="98" y="73"/>
                  <a:pt x="98" y="73"/>
                  <a:pt x="98" y="73"/>
                </a:cubicBezTo>
                <a:cubicBezTo>
                  <a:pt x="100" y="73"/>
                  <a:pt x="102" y="71"/>
                  <a:pt x="102" y="69"/>
                </a:cubicBezTo>
                <a:cubicBezTo>
                  <a:pt x="102" y="34"/>
                  <a:pt x="102" y="34"/>
                  <a:pt x="102" y="34"/>
                </a:cubicBezTo>
                <a:cubicBezTo>
                  <a:pt x="102" y="32"/>
                  <a:pt x="100" y="30"/>
                  <a:pt x="98" y="30"/>
                </a:cubicBezTo>
                <a:cubicBezTo>
                  <a:pt x="58" y="30"/>
                  <a:pt x="58" y="30"/>
                  <a:pt x="58" y="30"/>
                </a:cubicBezTo>
                <a:cubicBezTo>
                  <a:pt x="56" y="30"/>
                  <a:pt x="54" y="32"/>
                  <a:pt x="54" y="34"/>
                </a:cubicBezTo>
                <a:cubicBezTo>
                  <a:pt x="54" y="69"/>
                  <a:pt x="54" y="69"/>
                  <a:pt x="54" y="69"/>
                </a:cubicBezTo>
                <a:cubicBezTo>
                  <a:pt x="54" y="71"/>
                  <a:pt x="56" y="73"/>
                  <a:pt x="58" y="73"/>
                </a:cubicBezTo>
                <a:close/>
                <a:moveTo>
                  <a:pt x="63" y="38"/>
                </a:moveTo>
                <a:cubicBezTo>
                  <a:pt x="63" y="38"/>
                  <a:pt x="63" y="38"/>
                  <a:pt x="63" y="38"/>
                </a:cubicBezTo>
                <a:cubicBezTo>
                  <a:pt x="94" y="38"/>
                  <a:pt x="94" y="38"/>
                  <a:pt x="94" y="38"/>
                </a:cubicBezTo>
                <a:cubicBezTo>
                  <a:pt x="94" y="65"/>
                  <a:pt x="94" y="65"/>
                  <a:pt x="94" y="65"/>
                </a:cubicBezTo>
                <a:cubicBezTo>
                  <a:pt x="63" y="65"/>
                  <a:pt x="63" y="65"/>
                  <a:pt x="63" y="65"/>
                </a:cubicBezTo>
                <a:cubicBezTo>
                  <a:pt x="63" y="38"/>
                  <a:pt x="63" y="38"/>
                  <a:pt x="63" y="38"/>
                </a:cubicBezTo>
                <a:close/>
                <a:moveTo>
                  <a:pt x="27" y="121"/>
                </a:moveTo>
                <a:cubicBezTo>
                  <a:pt x="27" y="121"/>
                  <a:pt x="27" y="121"/>
                  <a:pt x="27" y="121"/>
                </a:cubicBezTo>
                <a:cubicBezTo>
                  <a:pt x="189" y="121"/>
                  <a:pt x="189" y="121"/>
                  <a:pt x="189" y="121"/>
                </a:cubicBezTo>
                <a:cubicBezTo>
                  <a:pt x="193" y="121"/>
                  <a:pt x="196" y="118"/>
                  <a:pt x="196" y="114"/>
                </a:cubicBezTo>
                <a:cubicBezTo>
                  <a:pt x="196" y="7"/>
                  <a:pt x="196" y="7"/>
                  <a:pt x="196" y="7"/>
                </a:cubicBezTo>
                <a:cubicBezTo>
                  <a:pt x="196" y="3"/>
                  <a:pt x="193" y="0"/>
                  <a:pt x="189" y="0"/>
                </a:cubicBezTo>
                <a:cubicBezTo>
                  <a:pt x="27" y="0"/>
                  <a:pt x="27" y="0"/>
                  <a:pt x="27" y="0"/>
                </a:cubicBezTo>
                <a:cubicBezTo>
                  <a:pt x="23" y="0"/>
                  <a:pt x="20" y="3"/>
                  <a:pt x="20" y="7"/>
                </a:cubicBezTo>
                <a:cubicBezTo>
                  <a:pt x="20" y="114"/>
                  <a:pt x="20" y="114"/>
                  <a:pt x="20" y="114"/>
                </a:cubicBezTo>
                <a:cubicBezTo>
                  <a:pt x="20" y="118"/>
                  <a:pt x="23" y="121"/>
                  <a:pt x="27" y="121"/>
                </a:cubicBezTo>
                <a:close/>
                <a:moveTo>
                  <a:pt x="33" y="13"/>
                </a:moveTo>
                <a:cubicBezTo>
                  <a:pt x="33" y="13"/>
                  <a:pt x="33" y="13"/>
                  <a:pt x="33" y="13"/>
                </a:cubicBezTo>
                <a:cubicBezTo>
                  <a:pt x="182" y="13"/>
                  <a:pt x="182" y="13"/>
                  <a:pt x="182" y="13"/>
                </a:cubicBezTo>
                <a:cubicBezTo>
                  <a:pt x="182" y="107"/>
                  <a:pt x="182" y="107"/>
                  <a:pt x="182" y="107"/>
                </a:cubicBezTo>
                <a:cubicBezTo>
                  <a:pt x="33" y="107"/>
                  <a:pt x="33" y="107"/>
                  <a:pt x="33" y="107"/>
                </a:cubicBezTo>
                <a:cubicBezTo>
                  <a:pt x="33" y="13"/>
                  <a:pt x="33" y="13"/>
                  <a:pt x="33" y="13"/>
                </a:cubicBezTo>
                <a:close/>
                <a:moveTo>
                  <a:pt x="157" y="48"/>
                </a:moveTo>
                <a:cubicBezTo>
                  <a:pt x="157" y="48"/>
                  <a:pt x="157" y="48"/>
                  <a:pt x="157" y="48"/>
                </a:cubicBezTo>
                <a:cubicBezTo>
                  <a:pt x="111" y="48"/>
                  <a:pt x="111" y="48"/>
                  <a:pt x="111" y="48"/>
                </a:cubicBezTo>
                <a:cubicBezTo>
                  <a:pt x="108" y="48"/>
                  <a:pt x="107" y="49"/>
                  <a:pt x="107" y="52"/>
                </a:cubicBezTo>
                <a:cubicBezTo>
                  <a:pt x="107" y="54"/>
                  <a:pt x="108" y="56"/>
                  <a:pt x="111" y="56"/>
                </a:cubicBezTo>
                <a:cubicBezTo>
                  <a:pt x="157" y="56"/>
                  <a:pt x="157" y="56"/>
                  <a:pt x="157" y="56"/>
                </a:cubicBezTo>
                <a:cubicBezTo>
                  <a:pt x="159" y="56"/>
                  <a:pt x="161" y="54"/>
                  <a:pt x="161" y="52"/>
                </a:cubicBezTo>
                <a:cubicBezTo>
                  <a:pt x="161" y="49"/>
                  <a:pt x="159" y="48"/>
                  <a:pt x="157" y="48"/>
                </a:cubicBezTo>
                <a:close/>
                <a:moveTo>
                  <a:pt x="157" y="65"/>
                </a:moveTo>
                <a:cubicBezTo>
                  <a:pt x="157" y="65"/>
                  <a:pt x="157" y="65"/>
                  <a:pt x="157" y="65"/>
                </a:cubicBezTo>
                <a:cubicBezTo>
                  <a:pt x="111" y="65"/>
                  <a:pt x="111" y="65"/>
                  <a:pt x="111" y="65"/>
                </a:cubicBezTo>
                <a:cubicBezTo>
                  <a:pt x="108" y="65"/>
                  <a:pt x="107" y="67"/>
                  <a:pt x="107" y="69"/>
                </a:cubicBezTo>
                <a:cubicBezTo>
                  <a:pt x="107" y="71"/>
                  <a:pt x="108" y="73"/>
                  <a:pt x="111" y="73"/>
                </a:cubicBezTo>
                <a:cubicBezTo>
                  <a:pt x="157" y="73"/>
                  <a:pt x="157" y="73"/>
                  <a:pt x="157" y="73"/>
                </a:cubicBezTo>
                <a:cubicBezTo>
                  <a:pt x="159" y="73"/>
                  <a:pt x="161" y="71"/>
                  <a:pt x="161" y="69"/>
                </a:cubicBezTo>
                <a:cubicBezTo>
                  <a:pt x="161" y="67"/>
                  <a:pt x="159" y="65"/>
                  <a:pt x="157" y="65"/>
                </a:cubicBezTo>
                <a:close/>
                <a:moveTo>
                  <a:pt x="157" y="30"/>
                </a:moveTo>
                <a:cubicBezTo>
                  <a:pt x="157" y="30"/>
                  <a:pt x="157" y="30"/>
                  <a:pt x="157" y="30"/>
                </a:cubicBezTo>
                <a:cubicBezTo>
                  <a:pt x="111" y="30"/>
                  <a:pt x="111" y="30"/>
                  <a:pt x="111" y="30"/>
                </a:cubicBezTo>
                <a:cubicBezTo>
                  <a:pt x="108" y="30"/>
                  <a:pt x="107" y="32"/>
                  <a:pt x="107" y="34"/>
                </a:cubicBezTo>
                <a:cubicBezTo>
                  <a:pt x="107" y="37"/>
                  <a:pt x="108" y="38"/>
                  <a:pt x="111" y="38"/>
                </a:cubicBezTo>
                <a:cubicBezTo>
                  <a:pt x="157" y="38"/>
                  <a:pt x="157" y="38"/>
                  <a:pt x="157" y="38"/>
                </a:cubicBezTo>
                <a:cubicBezTo>
                  <a:pt x="159" y="38"/>
                  <a:pt x="161" y="37"/>
                  <a:pt x="161" y="34"/>
                </a:cubicBezTo>
                <a:cubicBezTo>
                  <a:pt x="161" y="32"/>
                  <a:pt x="159" y="30"/>
                  <a:pt x="157" y="30"/>
                </a:cubicBezTo>
                <a:close/>
                <a:moveTo>
                  <a:pt x="209" y="127"/>
                </a:moveTo>
                <a:cubicBezTo>
                  <a:pt x="209" y="127"/>
                  <a:pt x="209" y="127"/>
                  <a:pt x="209" y="127"/>
                </a:cubicBezTo>
                <a:cubicBezTo>
                  <a:pt x="7" y="127"/>
                  <a:pt x="7" y="127"/>
                  <a:pt x="7" y="127"/>
                </a:cubicBezTo>
                <a:cubicBezTo>
                  <a:pt x="3" y="127"/>
                  <a:pt x="0" y="130"/>
                  <a:pt x="0" y="134"/>
                </a:cubicBezTo>
                <a:cubicBezTo>
                  <a:pt x="0" y="137"/>
                  <a:pt x="3" y="140"/>
                  <a:pt x="7" y="140"/>
                </a:cubicBezTo>
                <a:cubicBezTo>
                  <a:pt x="209" y="140"/>
                  <a:pt x="209" y="140"/>
                  <a:pt x="209" y="140"/>
                </a:cubicBezTo>
                <a:cubicBezTo>
                  <a:pt x="212" y="140"/>
                  <a:pt x="215" y="137"/>
                  <a:pt x="215" y="134"/>
                </a:cubicBezTo>
                <a:cubicBezTo>
                  <a:pt x="215" y="130"/>
                  <a:pt x="212" y="127"/>
                  <a:pt x="209" y="127"/>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35" name="矩形 34"/>
          <p:cNvSpPr/>
          <p:nvPr/>
        </p:nvSpPr>
        <p:spPr>
          <a:xfrm>
            <a:off x="422585" y="3224765"/>
            <a:ext cx="825867" cy="246221"/>
          </a:xfrm>
          <a:prstGeom prst="rect">
            <a:avLst/>
          </a:prstGeom>
        </p:spPr>
        <p:txBody>
          <a:bodyPr wrap="none">
            <a:spAutoFit/>
          </a:bodyPr>
          <a:lstStyle/>
          <a:p>
            <a:pPr algn="ctr"/>
            <a:r>
              <a:rPr lang="zh-CN" altLang="en-US" sz="1000" dirty="0">
                <a:ln w="6350">
                  <a:noFill/>
                </a:ln>
                <a:solidFill>
                  <a:srgbClr val="586B7F"/>
                </a:solidFill>
                <a:latin typeface="Impact" pitchFamily="34" charset="0"/>
                <a:ea typeface="微软雅黑" pitchFamily="34" charset="-122"/>
              </a:rPr>
              <a:t>建议与总结</a:t>
            </a:r>
          </a:p>
        </p:txBody>
      </p:sp>
      <p:sp>
        <p:nvSpPr>
          <p:cNvPr id="33" name="Freeform 43"/>
          <p:cNvSpPr/>
          <p:nvPr/>
        </p:nvSpPr>
        <p:spPr bwMode="auto">
          <a:xfrm>
            <a:off x="1923673" y="2905894"/>
            <a:ext cx="3246437" cy="1465262"/>
          </a:xfrm>
          <a:custGeom>
            <a:avLst/>
            <a:gdLst>
              <a:gd name="T0" fmla="*/ 1050 w 1301"/>
              <a:gd name="T1" fmla="*/ 0 h 585"/>
              <a:gd name="T2" fmla="*/ 0 w 1301"/>
              <a:gd name="T3" fmla="*/ 0 h 585"/>
              <a:gd name="T4" fmla="*/ 0 w 1301"/>
              <a:gd name="T5" fmla="*/ 585 h 585"/>
              <a:gd name="T6" fmla="*/ 1301 w 1301"/>
              <a:gd name="T7" fmla="*/ 585 h 585"/>
              <a:gd name="T8" fmla="*/ 1301 w 1301"/>
              <a:gd name="T9" fmla="*/ 252 h 585"/>
              <a:gd name="T10" fmla="*/ 1050 w 1301"/>
              <a:gd name="T11" fmla="*/ 0 h 585"/>
            </a:gdLst>
            <a:ahLst/>
            <a:cxnLst>
              <a:cxn ang="0">
                <a:pos x="T0" y="T1"/>
              </a:cxn>
              <a:cxn ang="0">
                <a:pos x="T2" y="T3"/>
              </a:cxn>
              <a:cxn ang="0">
                <a:pos x="T4" y="T5"/>
              </a:cxn>
              <a:cxn ang="0">
                <a:pos x="T6" y="T7"/>
              </a:cxn>
              <a:cxn ang="0">
                <a:pos x="T8" y="T9"/>
              </a:cxn>
              <a:cxn ang="0">
                <a:pos x="T10" y="T11"/>
              </a:cxn>
            </a:cxnLst>
            <a:rect l="0" t="0" r="r" b="b"/>
            <a:pathLst>
              <a:path w="1301" h="585">
                <a:moveTo>
                  <a:pt x="1050" y="0"/>
                </a:moveTo>
                <a:cubicBezTo>
                  <a:pt x="0" y="0"/>
                  <a:pt x="0" y="0"/>
                  <a:pt x="0" y="0"/>
                </a:cubicBezTo>
                <a:cubicBezTo>
                  <a:pt x="0" y="585"/>
                  <a:pt x="0" y="585"/>
                  <a:pt x="0" y="585"/>
                </a:cubicBezTo>
                <a:cubicBezTo>
                  <a:pt x="1301" y="585"/>
                  <a:pt x="1301" y="585"/>
                  <a:pt x="1301" y="585"/>
                </a:cubicBezTo>
                <a:cubicBezTo>
                  <a:pt x="1301" y="252"/>
                  <a:pt x="1301" y="252"/>
                  <a:pt x="1301" y="252"/>
                </a:cubicBezTo>
                <a:cubicBezTo>
                  <a:pt x="1166" y="243"/>
                  <a:pt x="1058" y="135"/>
                  <a:pt x="1050" y="0"/>
                </a:cubicBezTo>
                <a:close/>
              </a:path>
            </a:pathLst>
          </a:custGeom>
          <a:solidFill>
            <a:schemeClr val="bg1"/>
          </a:solidFill>
          <a:ln w="6350" cap="flat">
            <a:solidFill>
              <a:schemeClr val="bg1">
                <a:lumMod val="85000"/>
              </a:schemeClr>
            </a:solidFill>
            <a:prstDash val="solid"/>
            <a:miter lim="800000"/>
          </a:ln>
        </p:spPr>
        <p:txBody>
          <a:bodyPr vert="horz" wrap="square" lIns="91440" tIns="45720" rIns="91440" bIns="45720" numCol="1" anchor="t" anchorCtr="0" compatLnSpc="1"/>
          <a:lstStyle/>
          <a:p>
            <a:endParaRPr lang="zh-CN" altLang="en-US">
              <a:solidFill>
                <a:schemeClr val="tx1"/>
              </a:solidFill>
            </a:endParaRPr>
          </a:p>
        </p:txBody>
      </p:sp>
      <p:sp>
        <p:nvSpPr>
          <p:cNvPr id="36" name="Freeform 44"/>
          <p:cNvSpPr/>
          <p:nvPr/>
        </p:nvSpPr>
        <p:spPr bwMode="auto">
          <a:xfrm>
            <a:off x="5257423" y="2905894"/>
            <a:ext cx="3246437" cy="1465262"/>
          </a:xfrm>
          <a:custGeom>
            <a:avLst/>
            <a:gdLst>
              <a:gd name="T0" fmla="*/ 251 w 1301"/>
              <a:gd name="T1" fmla="*/ 0 h 585"/>
              <a:gd name="T2" fmla="*/ 0 w 1301"/>
              <a:gd name="T3" fmla="*/ 252 h 585"/>
              <a:gd name="T4" fmla="*/ 0 w 1301"/>
              <a:gd name="T5" fmla="*/ 585 h 585"/>
              <a:gd name="T6" fmla="*/ 1301 w 1301"/>
              <a:gd name="T7" fmla="*/ 585 h 585"/>
              <a:gd name="T8" fmla="*/ 1301 w 1301"/>
              <a:gd name="T9" fmla="*/ 0 h 585"/>
              <a:gd name="T10" fmla="*/ 251 w 1301"/>
              <a:gd name="T11" fmla="*/ 0 h 585"/>
            </a:gdLst>
            <a:ahLst/>
            <a:cxnLst>
              <a:cxn ang="0">
                <a:pos x="T0" y="T1"/>
              </a:cxn>
              <a:cxn ang="0">
                <a:pos x="T2" y="T3"/>
              </a:cxn>
              <a:cxn ang="0">
                <a:pos x="T4" y="T5"/>
              </a:cxn>
              <a:cxn ang="0">
                <a:pos x="T6" y="T7"/>
              </a:cxn>
              <a:cxn ang="0">
                <a:pos x="T8" y="T9"/>
              </a:cxn>
              <a:cxn ang="0">
                <a:pos x="T10" y="T11"/>
              </a:cxn>
            </a:cxnLst>
            <a:rect l="0" t="0" r="r" b="b"/>
            <a:pathLst>
              <a:path w="1301" h="585">
                <a:moveTo>
                  <a:pt x="251" y="0"/>
                </a:moveTo>
                <a:cubicBezTo>
                  <a:pt x="243" y="135"/>
                  <a:pt x="135" y="243"/>
                  <a:pt x="0" y="252"/>
                </a:cubicBezTo>
                <a:cubicBezTo>
                  <a:pt x="0" y="585"/>
                  <a:pt x="0" y="585"/>
                  <a:pt x="0" y="585"/>
                </a:cubicBezTo>
                <a:cubicBezTo>
                  <a:pt x="1301" y="585"/>
                  <a:pt x="1301" y="585"/>
                  <a:pt x="1301" y="585"/>
                </a:cubicBezTo>
                <a:cubicBezTo>
                  <a:pt x="1301" y="0"/>
                  <a:pt x="1301" y="0"/>
                  <a:pt x="1301" y="0"/>
                </a:cubicBezTo>
                <a:lnTo>
                  <a:pt x="251" y="0"/>
                </a:lnTo>
                <a:close/>
              </a:path>
            </a:pathLst>
          </a:custGeom>
          <a:solidFill>
            <a:schemeClr val="bg1"/>
          </a:solidFill>
          <a:ln w="6350" cap="flat">
            <a:solidFill>
              <a:schemeClr val="bg1">
                <a:lumMod val="85000"/>
              </a:schemeClr>
            </a:solidFill>
            <a:prstDash val="solid"/>
            <a:miter lim="800000"/>
          </a:ln>
        </p:spPr>
        <p:txBody>
          <a:bodyPr vert="horz" wrap="square" lIns="91440" tIns="45720" rIns="91440" bIns="45720" numCol="1" anchor="t" anchorCtr="0" compatLnSpc="1"/>
          <a:lstStyle/>
          <a:p>
            <a:endParaRPr lang="zh-CN" altLang="en-US">
              <a:solidFill>
                <a:schemeClr val="tx1"/>
              </a:solidFill>
            </a:endParaRPr>
          </a:p>
        </p:txBody>
      </p:sp>
      <p:sp>
        <p:nvSpPr>
          <p:cNvPr id="38" name="Freeform 45"/>
          <p:cNvSpPr/>
          <p:nvPr/>
        </p:nvSpPr>
        <p:spPr bwMode="auto">
          <a:xfrm>
            <a:off x="1923673" y="1358081"/>
            <a:ext cx="3246437" cy="1465263"/>
          </a:xfrm>
          <a:custGeom>
            <a:avLst/>
            <a:gdLst>
              <a:gd name="T0" fmla="*/ 1301 w 1301"/>
              <a:gd name="T1" fmla="*/ 333 h 585"/>
              <a:gd name="T2" fmla="*/ 1301 w 1301"/>
              <a:gd name="T3" fmla="*/ 0 h 585"/>
              <a:gd name="T4" fmla="*/ 0 w 1301"/>
              <a:gd name="T5" fmla="*/ 0 h 585"/>
              <a:gd name="T6" fmla="*/ 0 w 1301"/>
              <a:gd name="T7" fmla="*/ 585 h 585"/>
              <a:gd name="T8" fmla="*/ 1050 w 1301"/>
              <a:gd name="T9" fmla="*/ 585 h 585"/>
              <a:gd name="T10" fmla="*/ 1301 w 1301"/>
              <a:gd name="T11" fmla="*/ 333 h 585"/>
            </a:gdLst>
            <a:ahLst/>
            <a:cxnLst>
              <a:cxn ang="0">
                <a:pos x="T0" y="T1"/>
              </a:cxn>
              <a:cxn ang="0">
                <a:pos x="T2" y="T3"/>
              </a:cxn>
              <a:cxn ang="0">
                <a:pos x="T4" y="T5"/>
              </a:cxn>
              <a:cxn ang="0">
                <a:pos x="T6" y="T7"/>
              </a:cxn>
              <a:cxn ang="0">
                <a:pos x="T8" y="T9"/>
              </a:cxn>
              <a:cxn ang="0">
                <a:pos x="T10" y="T11"/>
              </a:cxn>
            </a:cxnLst>
            <a:rect l="0" t="0" r="r" b="b"/>
            <a:pathLst>
              <a:path w="1301" h="585">
                <a:moveTo>
                  <a:pt x="1301" y="333"/>
                </a:moveTo>
                <a:cubicBezTo>
                  <a:pt x="1301" y="0"/>
                  <a:pt x="1301" y="0"/>
                  <a:pt x="1301" y="0"/>
                </a:cubicBezTo>
                <a:cubicBezTo>
                  <a:pt x="0" y="0"/>
                  <a:pt x="0" y="0"/>
                  <a:pt x="0" y="0"/>
                </a:cubicBezTo>
                <a:cubicBezTo>
                  <a:pt x="0" y="585"/>
                  <a:pt x="0" y="585"/>
                  <a:pt x="0" y="585"/>
                </a:cubicBezTo>
                <a:cubicBezTo>
                  <a:pt x="1050" y="585"/>
                  <a:pt x="1050" y="585"/>
                  <a:pt x="1050" y="585"/>
                </a:cubicBezTo>
                <a:cubicBezTo>
                  <a:pt x="1058" y="450"/>
                  <a:pt x="1166" y="341"/>
                  <a:pt x="1301" y="333"/>
                </a:cubicBezTo>
                <a:close/>
              </a:path>
            </a:pathLst>
          </a:custGeom>
          <a:solidFill>
            <a:schemeClr val="bg1"/>
          </a:solidFill>
          <a:ln w="6350" cap="flat">
            <a:solidFill>
              <a:schemeClr val="bg1">
                <a:lumMod val="85000"/>
              </a:schemeClr>
            </a:solidFill>
            <a:prstDash val="solid"/>
            <a:miter lim="800000"/>
          </a:ln>
        </p:spPr>
        <p:txBody>
          <a:bodyPr vert="horz" wrap="square" lIns="91440" tIns="45720" rIns="91440" bIns="45720" numCol="1" anchor="t" anchorCtr="0" compatLnSpc="1"/>
          <a:lstStyle/>
          <a:p>
            <a:endParaRPr lang="zh-CN" altLang="en-US">
              <a:solidFill>
                <a:schemeClr val="tx1"/>
              </a:solidFill>
            </a:endParaRPr>
          </a:p>
        </p:txBody>
      </p:sp>
      <p:sp>
        <p:nvSpPr>
          <p:cNvPr id="44" name="Freeform 46"/>
          <p:cNvSpPr/>
          <p:nvPr/>
        </p:nvSpPr>
        <p:spPr bwMode="auto">
          <a:xfrm>
            <a:off x="5257423" y="1358081"/>
            <a:ext cx="3246437" cy="1465263"/>
          </a:xfrm>
          <a:custGeom>
            <a:avLst/>
            <a:gdLst>
              <a:gd name="T0" fmla="*/ 0 w 1301"/>
              <a:gd name="T1" fmla="*/ 0 h 585"/>
              <a:gd name="T2" fmla="*/ 0 w 1301"/>
              <a:gd name="T3" fmla="*/ 333 h 585"/>
              <a:gd name="T4" fmla="*/ 251 w 1301"/>
              <a:gd name="T5" fmla="*/ 585 h 585"/>
              <a:gd name="T6" fmla="*/ 1301 w 1301"/>
              <a:gd name="T7" fmla="*/ 585 h 585"/>
              <a:gd name="T8" fmla="*/ 1301 w 1301"/>
              <a:gd name="T9" fmla="*/ 0 h 585"/>
              <a:gd name="T10" fmla="*/ 0 w 1301"/>
              <a:gd name="T11" fmla="*/ 0 h 585"/>
            </a:gdLst>
            <a:ahLst/>
            <a:cxnLst>
              <a:cxn ang="0">
                <a:pos x="T0" y="T1"/>
              </a:cxn>
              <a:cxn ang="0">
                <a:pos x="T2" y="T3"/>
              </a:cxn>
              <a:cxn ang="0">
                <a:pos x="T4" y="T5"/>
              </a:cxn>
              <a:cxn ang="0">
                <a:pos x="T6" y="T7"/>
              </a:cxn>
              <a:cxn ang="0">
                <a:pos x="T8" y="T9"/>
              </a:cxn>
              <a:cxn ang="0">
                <a:pos x="T10" y="T11"/>
              </a:cxn>
            </a:cxnLst>
            <a:rect l="0" t="0" r="r" b="b"/>
            <a:pathLst>
              <a:path w="1301" h="585">
                <a:moveTo>
                  <a:pt x="0" y="0"/>
                </a:moveTo>
                <a:cubicBezTo>
                  <a:pt x="0" y="333"/>
                  <a:pt x="0" y="333"/>
                  <a:pt x="0" y="333"/>
                </a:cubicBezTo>
                <a:cubicBezTo>
                  <a:pt x="135" y="341"/>
                  <a:pt x="243" y="450"/>
                  <a:pt x="251" y="585"/>
                </a:cubicBezTo>
                <a:cubicBezTo>
                  <a:pt x="1301" y="585"/>
                  <a:pt x="1301" y="585"/>
                  <a:pt x="1301" y="585"/>
                </a:cubicBezTo>
                <a:cubicBezTo>
                  <a:pt x="1301" y="0"/>
                  <a:pt x="1301" y="0"/>
                  <a:pt x="1301" y="0"/>
                </a:cubicBezTo>
                <a:lnTo>
                  <a:pt x="0" y="0"/>
                </a:lnTo>
                <a:close/>
              </a:path>
            </a:pathLst>
          </a:custGeom>
          <a:solidFill>
            <a:schemeClr val="bg1"/>
          </a:solidFill>
          <a:ln w="6350" cap="flat">
            <a:solidFill>
              <a:schemeClr val="bg1">
                <a:lumMod val="85000"/>
              </a:schemeClr>
            </a:solidFill>
            <a:prstDash val="solid"/>
            <a:miter lim="800000"/>
          </a:ln>
        </p:spPr>
        <p:txBody>
          <a:bodyPr vert="horz" wrap="square" lIns="91440" tIns="45720" rIns="91440" bIns="45720" numCol="1" anchor="t" anchorCtr="0" compatLnSpc="1"/>
          <a:lstStyle/>
          <a:p>
            <a:endParaRPr lang="zh-CN" altLang="en-US">
              <a:solidFill>
                <a:schemeClr val="tx1"/>
              </a:solidFill>
            </a:endParaRPr>
          </a:p>
        </p:txBody>
      </p:sp>
      <p:sp>
        <p:nvSpPr>
          <p:cNvPr id="45" name="Rectangle 34"/>
          <p:cNvSpPr>
            <a:spLocks noChangeArrowheads="1"/>
          </p:cNvSpPr>
          <p:nvPr/>
        </p:nvSpPr>
        <p:spPr bwMode="auto">
          <a:xfrm>
            <a:off x="1923673" y="1358081"/>
            <a:ext cx="3246437" cy="260350"/>
          </a:xfrm>
          <a:prstGeom prst="rect">
            <a:avLst/>
          </a:prstGeom>
          <a:solidFill>
            <a:srgbClr val="37B0E8"/>
          </a:solidFill>
          <a:ln w="6350" cap="flat">
            <a:solidFill>
              <a:schemeClr val="bg1"/>
            </a:solidFill>
            <a:prstDash val="solid"/>
            <a:miter lim="800000"/>
          </a:ln>
        </p:spPr>
        <p:txBody>
          <a:bodyPr vert="horz" wrap="square" lIns="91440" tIns="45720" rIns="91440" bIns="45720" numCol="1" anchor="t" anchorCtr="0" compatLnSpc="1"/>
          <a:lstStyle/>
          <a:p>
            <a:endParaRPr lang="zh-CN" altLang="en-US">
              <a:solidFill>
                <a:schemeClr val="tx1"/>
              </a:solidFill>
            </a:endParaRPr>
          </a:p>
        </p:txBody>
      </p:sp>
      <p:sp>
        <p:nvSpPr>
          <p:cNvPr id="46" name="Rectangle 35"/>
          <p:cNvSpPr>
            <a:spLocks noChangeArrowheads="1"/>
          </p:cNvSpPr>
          <p:nvPr/>
        </p:nvSpPr>
        <p:spPr bwMode="auto">
          <a:xfrm>
            <a:off x="3066673" y="1415231"/>
            <a:ext cx="897682"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zh-CN" altLang="en-US" sz="1000" dirty="0">
                <a:solidFill>
                  <a:schemeClr val="bg1"/>
                </a:solidFill>
                <a:latin typeface="微软雅黑" pitchFamily="34" charset="-122"/>
                <a:ea typeface="微软雅黑" pitchFamily="34" charset="-122"/>
              </a:rPr>
              <a:t>此处添加关键词</a:t>
            </a:r>
            <a:endParaRPr lang="zh-CN" altLang="en-US" dirty="0">
              <a:solidFill>
                <a:schemeClr val="bg1"/>
              </a:solidFill>
            </a:endParaRPr>
          </a:p>
        </p:txBody>
      </p:sp>
      <p:sp>
        <p:nvSpPr>
          <p:cNvPr id="47" name="Rectangle 36"/>
          <p:cNvSpPr>
            <a:spLocks noChangeArrowheads="1"/>
          </p:cNvSpPr>
          <p:nvPr/>
        </p:nvSpPr>
        <p:spPr bwMode="auto">
          <a:xfrm>
            <a:off x="5257423" y="1358081"/>
            <a:ext cx="3246437" cy="260350"/>
          </a:xfrm>
          <a:prstGeom prst="rect">
            <a:avLst/>
          </a:prstGeom>
          <a:solidFill>
            <a:srgbClr val="37B0E8"/>
          </a:solidFill>
          <a:ln w="6350" cap="flat">
            <a:solidFill>
              <a:schemeClr val="bg1"/>
            </a:solidFill>
            <a:prstDash val="solid"/>
            <a:miter lim="800000"/>
          </a:ln>
        </p:spPr>
        <p:txBody>
          <a:bodyPr vert="horz" wrap="square" lIns="91440" tIns="45720" rIns="91440" bIns="45720" numCol="1" anchor="t" anchorCtr="0" compatLnSpc="1"/>
          <a:lstStyle/>
          <a:p>
            <a:endParaRPr lang="zh-CN" altLang="en-US">
              <a:solidFill>
                <a:schemeClr val="tx1"/>
              </a:solidFill>
            </a:endParaRPr>
          </a:p>
        </p:txBody>
      </p:sp>
      <p:sp>
        <p:nvSpPr>
          <p:cNvPr id="48" name="Rectangle 37"/>
          <p:cNvSpPr>
            <a:spLocks noChangeArrowheads="1"/>
          </p:cNvSpPr>
          <p:nvPr/>
        </p:nvSpPr>
        <p:spPr bwMode="auto">
          <a:xfrm>
            <a:off x="6459582" y="1415231"/>
            <a:ext cx="897682"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zh-CN" altLang="en-US" sz="1000" dirty="0">
                <a:solidFill>
                  <a:schemeClr val="bg1"/>
                </a:solidFill>
                <a:latin typeface="微软雅黑" pitchFamily="34" charset="-122"/>
                <a:ea typeface="微软雅黑" pitchFamily="34" charset="-122"/>
              </a:rPr>
              <a:t>此处添加关键词</a:t>
            </a:r>
            <a:endParaRPr lang="zh-CN" altLang="en-US" sz="1000" dirty="0">
              <a:solidFill>
                <a:schemeClr val="bg1"/>
              </a:solidFill>
            </a:endParaRPr>
          </a:p>
        </p:txBody>
      </p:sp>
      <p:sp>
        <p:nvSpPr>
          <p:cNvPr id="49" name="Rectangle 38"/>
          <p:cNvSpPr>
            <a:spLocks noChangeArrowheads="1"/>
          </p:cNvSpPr>
          <p:nvPr/>
        </p:nvSpPr>
        <p:spPr bwMode="auto">
          <a:xfrm>
            <a:off x="1923673" y="4110806"/>
            <a:ext cx="3246437" cy="260350"/>
          </a:xfrm>
          <a:prstGeom prst="rect">
            <a:avLst/>
          </a:prstGeom>
          <a:solidFill>
            <a:srgbClr val="37B0E8"/>
          </a:solidFill>
          <a:ln w="6350" cap="flat">
            <a:solidFill>
              <a:schemeClr val="bg1"/>
            </a:solidFill>
            <a:prstDash val="solid"/>
            <a:miter lim="800000"/>
          </a:ln>
        </p:spPr>
        <p:txBody>
          <a:bodyPr vert="horz" wrap="square" lIns="91440" tIns="45720" rIns="91440" bIns="45720" numCol="1" anchor="t" anchorCtr="0" compatLnSpc="1"/>
          <a:lstStyle/>
          <a:p>
            <a:endParaRPr lang="zh-CN" altLang="en-US">
              <a:solidFill>
                <a:schemeClr val="tx1"/>
              </a:solidFill>
            </a:endParaRPr>
          </a:p>
        </p:txBody>
      </p:sp>
      <p:sp>
        <p:nvSpPr>
          <p:cNvPr id="50" name="Rectangle 39"/>
          <p:cNvSpPr>
            <a:spLocks noChangeArrowheads="1"/>
          </p:cNvSpPr>
          <p:nvPr/>
        </p:nvSpPr>
        <p:spPr bwMode="auto">
          <a:xfrm>
            <a:off x="3125832" y="4167956"/>
            <a:ext cx="897682"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zh-CN" altLang="en-US" sz="1000" dirty="0">
                <a:solidFill>
                  <a:schemeClr val="bg1"/>
                </a:solidFill>
                <a:latin typeface="微软雅黑" pitchFamily="34" charset="-122"/>
                <a:ea typeface="微软雅黑" pitchFamily="34" charset="-122"/>
              </a:rPr>
              <a:t>此处添加关键词</a:t>
            </a:r>
            <a:endParaRPr lang="zh-CN" altLang="en-US" sz="1000" dirty="0">
              <a:solidFill>
                <a:schemeClr val="bg1"/>
              </a:solidFill>
            </a:endParaRPr>
          </a:p>
        </p:txBody>
      </p:sp>
      <p:sp>
        <p:nvSpPr>
          <p:cNvPr id="51" name="Rectangle 40"/>
          <p:cNvSpPr>
            <a:spLocks noChangeArrowheads="1"/>
          </p:cNvSpPr>
          <p:nvPr/>
        </p:nvSpPr>
        <p:spPr bwMode="auto">
          <a:xfrm>
            <a:off x="5257423" y="4110806"/>
            <a:ext cx="3246437" cy="260350"/>
          </a:xfrm>
          <a:prstGeom prst="rect">
            <a:avLst/>
          </a:prstGeom>
          <a:solidFill>
            <a:srgbClr val="37B0E8"/>
          </a:solidFill>
          <a:ln w="6350" cap="flat">
            <a:solidFill>
              <a:schemeClr val="bg1"/>
            </a:solidFill>
            <a:prstDash val="solid"/>
            <a:miter lim="800000"/>
          </a:ln>
        </p:spPr>
        <p:txBody>
          <a:bodyPr vert="horz" wrap="square" lIns="91440" tIns="45720" rIns="91440" bIns="45720" numCol="1" anchor="t" anchorCtr="0" compatLnSpc="1"/>
          <a:lstStyle/>
          <a:p>
            <a:endParaRPr lang="zh-CN" altLang="en-US">
              <a:solidFill>
                <a:schemeClr val="tx1"/>
              </a:solidFill>
            </a:endParaRPr>
          </a:p>
        </p:txBody>
      </p:sp>
      <p:sp>
        <p:nvSpPr>
          <p:cNvPr id="52" name="Rectangle 41"/>
          <p:cNvSpPr>
            <a:spLocks noChangeArrowheads="1"/>
          </p:cNvSpPr>
          <p:nvPr/>
        </p:nvSpPr>
        <p:spPr bwMode="auto">
          <a:xfrm>
            <a:off x="6459582" y="4167956"/>
            <a:ext cx="897682"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zh-CN" altLang="en-US" sz="1000" dirty="0">
                <a:solidFill>
                  <a:schemeClr val="bg1"/>
                </a:solidFill>
                <a:latin typeface="微软雅黑" pitchFamily="34" charset="-122"/>
                <a:ea typeface="微软雅黑" pitchFamily="34" charset="-122"/>
              </a:rPr>
              <a:t>此处添加关键词</a:t>
            </a:r>
            <a:endParaRPr lang="zh-CN" altLang="en-US" sz="1000" dirty="0">
              <a:solidFill>
                <a:schemeClr val="bg1"/>
              </a:solidFill>
            </a:endParaRPr>
          </a:p>
        </p:txBody>
      </p:sp>
      <p:sp>
        <p:nvSpPr>
          <p:cNvPr id="53" name="Oval 42"/>
          <p:cNvSpPr>
            <a:spLocks noChangeArrowheads="1"/>
          </p:cNvSpPr>
          <p:nvPr/>
        </p:nvSpPr>
        <p:spPr bwMode="auto">
          <a:xfrm>
            <a:off x="4611310" y="2259781"/>
            <a:ext cx="1204913" cy="1209675"/>
          </a:xfrm>
          <a:prstGeom prst="ellipse">
            <a:avLst/>
          </a:prstGeom>
          <a:solidFill>
            <a:srgbClr val="54667A"/>
          </a:solidFill>
          <a:ln w="6350" cap="flat">
            <a:solidFill>
              <a:schemeClr val="bg1"/>
            </a:solidFill>
            <a:prstDash val="solid"/>
            <a:miter lim="800000"/>
          </a:ln>
        </p:spPr>
        <p:txBody>
          <a:bodyPr vert="horz" wrap="square" lIns="91440" tIns="45720" rIns="91440" bIns="45720" numCol="1" anchor="t" anchorCtr="0" compatLnSpc="1"/>
          <a:lstStyle/>
          <a:p>
            <a:endParaRPr lang="zh-CN" altLang="en-US">
              <a:solidFill>
                <a:schemeClr val="tx1"/>
              </a:solidFill>
            </a:endParaRPr>
          </a:p>
        </p:txBody>
      </p:sp>
      <p:sp>
        <p:nvSpPr>
          <p:cNvPr id="54" name="Text Box 47"/>
          <p:cNvSpPr txBox="1">
            <a:spLocks noChangeArrowheads="1"/>
          </p:cNvSpPr>
          <p:nvPr/>
        </p:nvSpPr>
        <p:spPr bwMode="auto">
          <a:xfrm>
            <a:off x="4759062" y="2932335"/>
            <a:ext cx="90281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400" b="1" dirty="0">
                <a:solidFill>
                  <a:schemeClr val="bg1"/>
                </a:solidFill>
                <a:ea typeface="微软雅黑" pitchFamily="34" charset="-122"/>
              </a:rPr>
              <a:t>成果形式</a:t>
            </a:r>
          </a:p>
        </p:txBody>
      </p:sp>
      <p:sp>
        <p:nvSpPr>
          <p:cNvPr id="55" name="Rectangle 48"/>
          <p:cNvSpPr>
            <a:spLocks noChangeArrowheads="1"/>
          </p:cNvSpPr>
          <p:nvPr/>
        </p:nvSpPr>
        <p:spPr bwMode="auto">
          <a:xfrm>
            <a:off x="2045910" y="1712094"/>
            <a:ext cx="2565400"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r>
              <a:rPr lang="zh-CN" altLang="en-US" sz="1000" dirty="0">
                <a:solidFill>
                  <a:schemeClr val="bg1">
                    <a:lumMod val="50000"/>
                  </a:schemeClr>
                </a:solidFill>
                <a:latin typeface="Arial" pitchFamily="34" charset="0"/>
                <a:ea typeface="微软雅黑" pitchFamily="34" charset="-122"/>
              </a:rPr>
              <a:t>此处可输入相关说明文本内容，或者复制文本内容后粘贴，并选择只保留文字。文本内容建议简洁明了、提纲挈领，尽量保持整体风格统一。此处可输入相关说明文本内容，或者复制文本内容后粘贴，并选择只保留文字。</a:t>
            </a:r>
          </a:p>
        </p:txBody>
      </p:sp>
      <p:sp>
        <p:nvSpPr>
          <p:cNvPr id="56" name="Rectangle 49"/>
          <p:cNvSpPr>
            <a:spLocks noChangeArrowheads="1"/>
          </p:cNvSpPr>
          <p:nvPr/>
        </p:nvSpPr>
        <p:spPr bwMode="auto">
          <a:xfrm>
            <a:off x="2045910" y="3036069"/>
            <a:ext cx="2592388"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zh-CN" altLang="en-US" sz="1000" dirty="0">
                <a:solidFill>
                  <a:schemeClr val="bg1">
                    <a:lumMod val="50000"/>
                  </a:schemeClr>
                </a:solidFill>
                <a:latin typeface="Arial" pitchFamily="34" charset="0"/>
                <a:ea typeface="微软雅黑" pitchFamily="34" charset="-122"/>
              </a:rPr>
              <a:t>此处可输入相关说明文本内容，或者复制文本内容后粘贴，并选择只保留文字。文本内容建议简洁明了、提纲挈领，尽量保持整体风格统一。此处可输入相关说明文本内容，或者复制文本内容后粘贴，并选择只保留文字。</a:t>
            </a:r>
          </a:p>
        </p:txBody>
      </p:sp>
      <p:sp>
        <p:nvSpPr>
          <p:cNvPr id="57" name="Rectangle 50"/>
          <p:cNvSpPr>
            <a:spLocks noChangeArrowheads="1"/>
          </p:cNvSpPr>
          <p:nvPr/>
        </p:nvSpPr>
        <p:spPr bwMode="auto">
          <a:xfrm>
            <a:off x="5855910" y="1712094"/>
            <a:ext cx="2592388"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zh-CN" altLang="en-US" sz="1000" dirty="0">
                <a:solidFill>
                  <a:schemeClr val="bg1">
                    <a:lumMod val="50000"/>
                  </a:schemeClr>
                </a:solidFill>
                <a:latin typeface="Arial" pitchFamily="34" charset="0"/>
                <a:ea typeface="微软雅黑" pitchFamily="34" charset="-122"/>
              </a:rPr>
              <a:t>此处可输入相关说明文本内容，或者复制文本内容后粘贴，并选择只保留文字。文本内容建议简洁明了、提纲挈领，尽量保持整体风格统一。此处可输入相关说明文本内容，或者复制文本内容后粘贴，并选择只保留文字。</a:t>
            </a:r>
          </a:p>
        </p:txBody>
      </p:sp>
      <p:sp>
        <p:nvSpPr>
          <p:cNvPr id="58" name="Rectangle 51"/>
          <p:cNvSpPr>
            <a:spLocks noChangeArrowheads="1"/>
          </p:cNvSpPr>
          <p:nvPr/>
        </p:nvSpPr>
        <p:spPr bwMode="auto">
          <a:xfrm>
            <a:off x="5855910" y="3036069"/>
            <a:ext cx="2592388"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zh-CN" altLang="en-US" sz="1000" dirty="0">
                <a:solidFill>
                  <a:schemeClr val="bg1">
                    <a:lumMod val="50000"/>
                  </a:schemeClr>
                </a:solidFill>
                <a:latin typeface="Arial" pitchFamily="34" charset="0"/>
                <a:ea typeface="微软雅黑" pitchFamily="34" charset="-122"/>
              </a:rPr>
              <a:t>此处可输入相关说明文本内容，或者复制文本内容后粘贴，并选择只保留文字。文本内容建议简洁明了、提纲挈领，尽量保持整体风格统一。此处可输入相关说明文本内容，或者复制文本内容后粘贴，并选择只保留文字。</a:t>
            </a:r>
          </a:p>
        </p:txBody>
      </p:sp>
      <p:grpSp>
        <p:nvGrpSpPr>
          <p:cNvPr id="59" name="组合 58"/>
          <p:cNvGrpSpPr/>
          <p:nvPr/>
        </p:nvGrpSpPr>
        <p:grpSpPr>
          <a:xfrm>
            <a:off x="5059983" y="2450240"/>
            <a:ext cx="307566" cy="455654"/>
            <a:chOff x="4062413" y="2374900"/>
            <a:chExt cx="814388" cy="1206501"/>
          </a:xfrm>
          <a:solidFill>
            <a:schemeClr val="bg1"/>
          </a:solidFill>
        </p:grpSpPr>
        <p:sp>
          <p:nvSpPr>
            <p:cNvPr id="60" name="Freeform 11"/>
            <p:cNvSpPr/>
            <p:nvPr/>
          </p:nvSpPr>
          <p:spPr bwMode="auto">
            <a:xfrm>
              <a:off x="4479926" y="2925763"/>
              <a:ext cx="265113" cy="123825"/>
            </a:xfrm>
            <a:custGeom>
              <a:avLst/>
              <a:gdLst>
                <a:gd name="T0" fmla="*/ 167 w 167"/>
                <a:gd name="T1" fmla="*/ 28 h 78"/>
                <a:gd name="T2" fmla="*/ 9 w 167"/>
                <a:gd name="T3" fmla="*/ 78 h 78"/>
                <a:gd name="T4" fmla="*/ 0 w 167"/>
                <a:gd name="T5" fmla="*/ 50 h 78"/>
                <a:gd name="T6" fmla="*/ 158 w 167"/>
                <a:gd name="T7" fmla="*/ 0 h 78"/>
                <a:gd name="T8" fmla="*/ 167 w 167"/>
                <a:gd name="T9" fmla="*/ 28 h 78"/>
              </a:gdLst>
              <a:ahLst/>
              <a:cxnLst>
                <a:cxn ang="0">
                  <a:pos x="T0" y="T1"/>
                </a:cxn>
                <a:cxn ang="0">
                  <a:pos x="T2" y="T3"/>
                </a:cxn>
                <a:cxn ang="0">
                  <a:pos x="T4" y="T5"/>
                </a:cxn>
                <a:cxn ang="0">
                  <a:pos x="T6" y="T7"/>
                </a:cxn>
                <a:cxn ang="0">
                  <a:pos x="T8" y="T9"/>
                </a:cxn>
              </a:cxnLst>
              <a:rect l="0" t="0" r="r" b="b"/>
              <a:pathLst>
                <a:path w="167" h="78">
                  <a:moveTo>
                    <a:pt x="167" y="28"/>
                  </a:moveTo>
                  <a:lnTo>
                    <a:pt x="9" y="78"/>
                  </a:lnTo>
                  <a:lnTo>
                    <a:pt x="0" y="50"/>
                  </a:lnTo>
                  <a:lnTo>
                    <a:pt x="158" y="0"/>
                  </a:lnTo>
                  <a:lnTo>
                    <a:pt x="167" y="28"/>
                  </a:lnTo>
                  <a:close/>
                </a:path>
              </a:pathLst>
            </a:custGeom>
            <a:grp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0">
                <a:ln w="6350">
                  <a:noFill/>
                </a:ln>
                <a:solidFill>
                  <a:schemeClr val="bg1"/>
                </a:solidFill>
                <a:latin typeface="Impact" pitchFamily="34" charset="0"/>
                <a:ea typeface="微软雅黑" pitchFamily="34" charset="-122"/>
              </a:endParaRPr>
            </a:p>
          </p:txBody>
        </p:sp>
        <p:sp>
          <p:nvSpPr>
            <p:cNvPr id="61" name="Rectangle 12"/>
            <p:cNvSpPr>
              <a:spLocks noChangeArrowheads="1"/>
            </p:cNvSpPr>
            <p:nvPr/>
          </p:nvSpPr>
          <p:spPr bwMode="auto">
            <a:xfrm>
              <a:off x="4471988" y="3206750"/>
              <a:ext cx="311150" cy="33338"/>
            </a:xfrm>
            <a:prstGeom prst="rect">
              <a:avLst/>
            </a:prstGeom>
            <a:grp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0">
                <a:ln w="6350">
                  <a:noFill/>
                </a:ln>
                <a:solidFill>
                  <a:schemeClr val="bg1"/>
                </a:solidFill>
                <a:latin typeface="Impact" pitchFamily="34" charset="0"/>
                <a:ea typeface="微软雅黑" pitchFamily="34" charset="-122"/>
              </a:endParaRPr>
            </a:p>
          </p:txBody>
        </p:sp>
        <p:sp>
          <p:nvSpPr>
            <p:cNvPr id="62" name="Freeform 13"/>
            <p:cNvSpPr/>
            <p:nvPr/>
          </p:nvSpPr>
          <p:spPr bwMode="auto">
            <a:xfrm>
              <a:off x="4568826" y="3005138"/>
              <a:ext cx="123825" cy="93663"/>
            </a:xfrm>
            <a:custGeom>
              <a:avLst/>
              <a:gdLst>
                <a:gd name="T0" fmla="*/ 0 w 78"/>
                <a:gd name="T1" fmla="*/ 19 h 59"/>
                <a:gd name="T2" fmla="*/ 12 w 78"/>
                <a:gd name="T3" fmla="*/ 59 h 59"/>
                <a:gd name="T4" fmla="*/ 78 w 78"/>
                <a:gd name="T5" fmla="*/ 37 h 59"/>
                <a:gd name="T6" fmla="*/ 66 w 78"/>
                <a:gd name="T7" fmla="*/ 0 h 59"/>
                <a:gd name="T8" fmla="*/ 0 w 78"/>
                <a:gd name="T9" fmla="*/ 19 h 59"/>
              </a:gdLst>
              <a:ahLst/>
              <a:cxnLst>
                <a:cxn ang="0">
                  <a:pos x="T0" y="T1"/>
                </a:cxn>
                <a:cxn ang="0">
                  <a:pos x="T2" y="T3"/>
                </a:cxn>
                <a:cxn ang="0">
                  <a:pos x="T4" y="T5"/>
                </a:cxn>
                <a:cxn ang="0">
                  <a:pos x="T6" y="T7"/>
                </a:cxn>
                <a:cxn ang="0">
                  <a:pos x="T8" y="T9"/>
                </a:cxn>
              </a:cxnLst>
              <a:rect l="0" t="0" r="r" b="b"/>
              <a:pathLst>
                <a:path w="78" h="59">
                  <a:moveTo>
                    <a:pt x="0" y="19"/>
                  </a:moveTo>
                  <a:lnTo>
                    <a:pt x="12" y="59"/>
                  </a:lnTo>
                  <a:lnTo>
                    <a:pt x="78" y="37"/>
                  </a:lnTo>
                  <a:lnTo>
                    <a:pt x="66" y="0"/>
                  </a:lnTo>
                  <a:lnTo>
                    <a:pt x="0" y="19"/>
                  </a:lnTo>
                  <a:close/>
                </a:path>
              </a:pathLst>
            </a:custGeom>
            <a:grp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0">
                <a:ln w="6350">
                  <a:noFill/>
                </a:ln>
                <a:solidFill>
                  <a:schemeClr val="bg1"/>
                </a:solidFill>
                <a:latin typeface="Impact" pitchFamily="34" charset="0"/>
                <a:ea typeface="微软雅黑" pitchFamily="34" charset="-122"/>
              </a:endParaRPr>
            </a:p>
          </p:txBody>
        </p:sp>
        <p:sp>
          <p:nvSpPr>
            <p:cNvPr id="63" name="Freeform 14"/>
            <p:cNvSpPr/>
            <p:nvPr/>
          </p:nvSpPr>
          <p:spPr bwMode="auto">
            <a:xfrm>
              <a:off x="4362451" y="2374900"/>
              <a:ext cx="123825" cy="90488"/>
            </a:xfrm>
            <a:custGeom>
              <a:avLst/>
              <a:gdLst>
                <a:gd name="T0" fmla="*/ 0 w 78"/>
                <a:gd name="T1" fmla="*/ 19 h 57"/>
                <a:gd name="T2" fmla="*/ 12 w 78"/>
                <a:gd name="T3" fmla="*/ 57 h 57"/>
                <a:gd name="T4" fmla="*/ 78 w 78"/>
                <a:gd name="T5" fmla="*/ 38 h 57"/>
                <a:gd name="T6" fmla="*/ 67 w 78"/>
                <a:gd name="T7" fmla="*/ 0 h 57"/>
                <a:gd name="T8" fmla="*/ 0 w 78"/>
                <a:gd name="T9" fmla="*/ 19 h 57"/>
              </a:gdLst>
              <a:ahLst/>
              <a:cxnLst>
                <a:cxn ang="0">
                  <a:pos x="T0" y="T1"/>
                </a:cxn>
                <a:cxn ang="0">
                  <a:pos x="T2" y="T3"/>
                </a:cxn>
                <a:cxn ang="0">
                  <a:pos x="T4" y="T5"/>
                </a:cxn>
                <a:cxn ang="0">
                  <a:pos x="T6" y="T7"/>
                </a:cxn>
                <a:cxn ang="0">
                  <a:pos x="T8" y="T9"/>
                </a:cxn>
              </a:cxnLst>
              <a:rect l="0" t="0" r="r" b="b"/>
              <a:pathLst>
                <a:path w="78" h="57">
                  <a:moveTo>
                    <a:pt x="0" y="19"/>
                  </a:moveTo>
                  <a:lnTo>
                    <a:pt x="12" y="57"/>
                  </a:lnTo>
                  <a:lnTo>
                    <a:pt x="78" y="38"/>
                  </a:lnTo>
                  <a:lnTo>
                    <a:pt x="67" y="0"/>
                  </a:lnTo>
                  <a:lnTo>
                    <a:pt x="0" y="19"/>
                  </a:lnTo>
                  <a:close/>
                </a:path>
              </a:pathLst>
            </a:custGeom>
            <a:grp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0">
                <a:ln w="6350">
                  <a:noFill/>
                </a:ln>
                <a:solidFill>
                  <a:schemeClr val="bg1"/>
                </a:solidFill>
                <a:latin typeface="Impact" pitchFamily="34" charset="0"/>
                <a:ea typeface="微软雅黑" pitchFamily="34" charset="-122"/>
              </a:endParaRPr>
            </a:p>
          </p:txBody>
        </p:sp>
        <p:sp>
          <p:nvSpPr>
            <p:cNvPr id="64" name="Freeform 15"/>
            <p:cNvSpPr/>
            <p:nvPr/>
          </p:nvSpPr>
          <p:spPr bwMode="auto">
            <a:xfrm>
              <a:off x="4356101" y="2427288"/>
              <a:ext cx="330200" cy="561975"/>
            </a:xfrm>
            <a:custGeom>
              <a:avLst/>
              <a:gdLst>
                <a:gd name="T0" fmla="*/ 46 w 88"/>
                <a:gd name="T1" fmla="*/ 0 h 150"/>
                <a:gd name="T2" fmla="*/ 0 w 88"/>
                <a:gd name="T3" fmla="*/ 14 h 150"/>
                <a:gd name="T4" fmla="*/ 5 w 88"/>
                <a:gd name="T5" fmla="*/ 29 h 150"/>
                <a:gd name="T6" fmla="*/ 30 w 88"/>
                <a:gd name="T7" fmla="*/ 57 h 150"/>
                <a:gd name="T8" fmla="*/ 20 w 88"/>
                <a:gd name="T9" fmla="*/ 79 h 150"/>
                <a:gd name="T10" fmla="*/ 42 w 88"/>
                <a:gd name="T11" fmla="*/ 150 h 150"/>
                <a:gd name="T12" fmla="*/ 88 w 88"/>
                <a:gd name="T13" fmla="*/ 135 h 150"/>
                <a:gd name="T14" fmla="*/ 46 w 88"/>
                <a:gd name="T15" fmla="*/ 0 h 15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8" h="150">
                  <a:moveTo>
                    <a:pt x="46" y="0"/>
                  </a:moveTo>
                  <a:cubicBezTo>
                    <a:pt x="0" y="14"/>
                    <a:pt x="0" y="14"/>
                    <a:pt x="0" y="14"/>
                  </a:cubicBezTo>
                  <a:cubicBezTo>
                    <a:pt x="5" y="29"/>
                    <a:pt x="5" y="29"/>
                    <a:pt x="5" y="29"/>
                  </a:cubicBezTo>
                  <a:cubicBezTo>
                    <a:pt x="19" y="31"/>
                    <a:pt x="30" y="43"/>
                    <a:pt x="30" y="57"/>
                  </a:cubicBezTo>
                  <a:cubicBezTo>
                    <a:pt x="30" y="66"/>
                    <a:pt x="26" y="74"/>
                    <a:pt x="20" y="79"/>
                  </a:cubicBezTo>
                  <a:cubicBezTo>
                    <a:pt x="42" y="150"/>
                    <a:pt x="42" y="150"/>
                    <a:pt x="42" y="150"/>
                  </a:cubicBezTo>
                  <a:cubicBezTo>
                    <a:pt x="88" y="135"/>
                    <a:pt x="88" y="135"/>
                    <a:pt x="88" y="135"/>
                  </a:cubicBezTo>
                  <a:lnTo>
                    <a:pt x="46" y="0"/>
                  </a:lnTo>
                  <a:close/>
                </a:path>
              </a:pathLst>
            </a:custGeom>
            <a:grp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0">
                <a:ln w="6350">
                  <a:noFill/>
                </a:ln>
                <a:solidFill>
                  <a:schemeClr val="bg1"/>
                </a:solidFill>
                <a:latin typeface="Impact" pitchFamily="34" charset="0"/>
                <a:ea typeface="微软雅黑" pitchFamily="34" charset="-122"/>
              </a:endParaRPr>
            </a:p>
          </p:txBody>
        </p:sp>
        <p:sp>
          <p:nvSpPr>
            <p:cNvPr id="65" name="Oval 16"/>
            <p:cNvSpPr>
              <a:spLocks noChangeArrowheads="1"/>
            </p:cNvSpPr>
            <p:nvPr/>
          </p:nvSpPr>
          <p:spPr bwMode="auto">
            <a:xfrm>
              <a:off x="4268788" y="2551113"/>
              <a:ext cx="184150" cy="184150"/>
            </a:xfrm>
            <a:prstGeom prst="ellipse">
              <a:avLst/>
            </a:prstGeom>
            <a:grp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0">
                <a:ln w="6350">
                  <a:noFill/>
                </a:ln>
                <a:solidFill>
                  <a:schemeClr val="bg1"/>
                </a:solidFill>
                <a:latin typeface="Impact" pitchFamily="34" charset="0"/>
                <a:ea typeface="微软雅黑" pitchFamily="34" charset="-122"/>
              </a:endParaRPr>
            </a:p>
          </p:txBody>
        </p:sp>
        <p:sp>
          <p:nvSpPr>
            <p:cNvPr id="66" name="Oval 17"/>
            <p:cNvSpPr>
              <a:spLocks noChangeArrowheads="1"/>
            </p:cNvSpPr>
            <p:nvPr/>
          </p:nvSpPr>
          <p:spPr bwMode="auto">
            <a:xfrm>
              <a:off x="4262438" y="3198813"/>
              <a:ext cx="198438" cy="200025"/>
            </a:xfrm>
            <a:prstGeom prst="ellipse">
              <a:avLst/>
            </a:prstGeom>
            <a:grp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0">
                <a:ln w="6350">
                  <a:noFill/>
                </a:ln>
                <a:solidFill>
                  <a:schemeClr val="bg1"/>
                </a:solidFill>
                <a:latin typeface="Impact" pitchFamily="34" charset="0"/>
                <a:ea typeface="微软雅黑" pitchFamily="34" charset="-122"/>
              </a:endParaRPr>
            </a:p>
          </p:txBody>
        </p:sp>
        <p:sp>
          <p:nvSpPr>
            <p:cNvPr id="67" name="Freeform 18"/>
            <p:cNvSpPr/>
            <p:nvPr/>
          </p:nvSpPr>
          <p:spPr bwMode="auto">
            <a:xfrm>
              <a:off x="4062413" y="2647950"/>
              <a:ext cx="255588" cy="679450"/>
            </a:xfrm>
            <a:custGeom>
              <a:avLst/>
              <a:gdLst>
                <a:gd name="T0" fmla="*/ 50 w 68"/>
                <a:gd name="T1" fmla="*/ 181 h 181"/>
                <a:gd name="T2" fmla="*/ 50 w 68"/>
                <a:gd name="T3" fmla="*/ 174 h 181"/>
                <a:gd name="T4" fmla="*/ 68 w 68"/>
                <a:gd name="T5" fmla="*/ 146 h 181"/>
                <a:gd name="T6" fmla="*/ 39 w 68"/>
                <a:gd name="T7" fmla="*/ 91 h 181"/>
                <a:gd name="T8" fmla="*/ 68 w 68"/>
                <a:gd name="T9" fmla="*/ 24 h 181"/>
                <a:gd name="T10" fmla="*/ 51 w 68"/>
                <a:gd name="T11" fmla="*/ 0 h 181"/>
                <a:gd name="T12" fmla="*/ 1 w 68"/>
                <a:gd name="T13" fmla="*/ 91 h 181"/>
                <a:gd name="T14" fmla="*/ 50 w 68"/>
                <a:gd name="T15" fmla="*/ 181 h 18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8" h="181">
                  <a:moveTo>
                    <a:pt x="50" y="181"/>
                  </a:moveTo>
                  <a:cubicBezTo>
                    <a:pt x="50" y="178"/>
                    <a:pt x="50" y="176"/>
                    <a:pt x="50" y="174"/>
                  </a:cubicBezTo>
                  <a:cubicBezTo>
                    <a:pt x="50" y="161"/>
                    <a:pt x="57" y="151"/>
                    <a:pt x="68" y="146"/>
                  </a:cubicBezTo>
                  <a:cubicBezTo>
                    <a:pt x="52" y="133"/>
                    <a:pt x="41" y="114"/>
                    <a:pt x="39" y="91"/>
                  </a:cubicBezTo>
                  <a:cubicBezTo>
                    <a:pt x="39" y="84"/>
                    <a:pt x="44" y="45"/>
                    <a:pt x="68" y="24"/>
                  </a:cubicBezTo>
                  <a:cubicBezTo>
                    <a:pt x="59" y="20"/>
                    <a:pt x="52" y="11"/>
                    <a:pt x="51" y="0"/>
                  </a:cubicBezTo>
                  <a:cubicBezTo>
                    <a:pt x="23" y="20"/>
                    <a:pt x="3" y="56"/>
                    <a:pt x="1" y="91"/>
                  </a:cubicBezTo>
                  <a:cubicBezTo>
                    <a:pt x="0" y="129"/>
                    <a:pt x="21" y="162"/>
                    <a:pt x="50" y="181"/>
                  </a:cubicBezTo>
                  <a:close/>
                </a:path>
              </a:pathLst>
            </a:custGeom>
            <a:grp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0">
                <a:ln w="6350">
                  <a:noFill/>
                </a:ln>
                <a:solidFill>
                  <a:schemeClr val="bg1"/>
                </a:solidFill>
                <a:latin typeface="Impact" pitchFamily="34" charset="0"/>
                <a:ea typeface="微软雅黑" pitchFamily="34" charset="-122"/>
              </a:endParaRPr>
            </a:p>
          </p:txBody>
        </p:sp>
        <p:sp>
          <p:nvSpPr>
            <p:cNvPr id="68" name="Freeform 19"/>
            <p:cNvSpPr/>
            <p:nvPr/>
          </p:nvSpPr>
          <p:spPr bwMode="auto">
            <a:xfrm>
              <a:off x="4114801" y="3255963"/>
              <a:ext cx="762000" cy="325438"/>
            </a:xfrm>
            <a:custGeom>
              <a:avLst/>
              <a:gdLst>
                <a:gd name="T0" fmla="*/ 126 w 203"/>
                <a:gd name="T1" fmla="*/ 60 h 87"/>
                <a:gd name="T2" fmla="*/ 146 w 203"/>
                <a:gd name="T3" fmla="*/ 38 h 87"/>
                <a:gd name="T4" fmla="*/ 183 w 203"/>
                <a:gd name="T5" fmla="*/ 38 h 87"/>
                <a:gd name="T6" fmla="*/ 183 w 203"/>
                <a:gd name="T7" fmla="*/ 0 h 87"/>
                <a:gd name="T8" fmla="*/ 93 w 203"/>
                <a:gd name="T9" fmla="*/ 0 h 87"/>
                <a:gd name="T10" fmla="*/ 96 w 203"/>
                <a:gd name="T11" fmla="*/ 12 h 87"/>
                <a:gd name="T12" fmla="*/ 66 w 203"/>
                <a:gd name="T13" fmla="*/ 42 h 87"/>
                <a:gd name="T14" fmla="*/ 61 w 203"/>
                <a:gd name="T15" fmla="*/ 41 h 87"/>
                <a:gd name="T16" fmla="*/ 23 w 203"/>
                <a:gd name="T17" fmla="*/ 65 h 87"/>
                <a:gd name="T18" fmla="*/ 0 w 203"/>
                <a:gd name="T19" fmla="*/ 66 h 87"/>
                <a:gd name="T20" fmla="*/ 0 w 203"/>
                <a:gd name="T21" fmla="*/ 87 h 87"/>
                <a:gd name="T22" fmla="*/ 23 w 203"/>
                <a:gd name="T23" fmla="*/ 87 h 87"/>
                <a:gd name="T24" fmla="*/ 203 w 203"/>
                <a:gd name="T25" fmla="*/ 87 h 87"/>
                <a:gd name="T26" fmla="*/ 203 w 203"/>
                <a:gd name="T27" fmla="*/ 60 h 87"/>
                <a:gd name="T28" fmla="*/ 126 w 203"/>
                <a:gd name="T29" fmla="*/ 6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03" h="87">
                  <a:moveTo>
                    <a:pt x="126" y="60"/>
                  </a:moveTo>
                  <a:cubicBezTo>
                    <a:pt x="126" y="60"/>
                    <a:pt x="137" y="50"/>
                    <a:pt x="146" y="38"/>
                  </a:cubicBezTo>
                  <a:cubicBezTo>
                    <a:pt x="183" y="38"/>
                    <a:pt x="183" y="38"/>
                    <a:pt x="183" y="38"/>
                  </a:cubicBezTo>
                  <a:cubicBezTo>
                    <a:pt x="183" y="0"/>
                    <a:pt x="183" y="0"/>
                    <a:pt x="183" y="0"/>
                  </a:cubicBezTo>
                  <a:cubicBezTo>
                    <a:pt x="93" y="0"/>
                    <a:pt x="93" y="0"/>
                    <a:pt x="93" y="0"/>
                  </a:cubicBezTo>
                  <a:cubicBezTo>
                    <a:pt x="95" y="4"/>
                    <a:pt x="96" y="8"/>
                    <a:pt x="96" y="12"/>
                  </a:cubicBezTo>
                  <a:cubicBezTo>
                    <a:pt x="96" y="28"/>
                    <a:pt x="82" y="42"/>
                    <a:pt x="66" y="42"/>
                  </a:cubicBezTo>
                  <a:cubicBezTo>
                    <a:pt x="64" y="42"/>
                    <a:pt x="62" y="42"/>
                    <a:pt x="61" y="41"/>
                  </a:cubicBezTo>
                  <a:cubicBezTo>
                    <a:pt x="49" y="52"/>
                    <a:pt x="34" y="63"/>
                    <a:pt x="23" y="65"/>
                  </a:cubicBezTo>
                  <a:cubicBezTo>
                    <a:pt x="0" y="66"/>
                    <a:pt x="0" y="66"/>
                    <a:pt x="0" y="66"/>
                  </a:cubicBezTo>
                  <a:cubicBezTo>
                    <a:pt x="0" y="87"/>
                    <a:pt x="0" y="87"/>
                    <a:pt x="0" y="87"/>
                  </a:cubicBezTo>
                  <a:cubicBezTo>
                    <a:pt x="23" y="87"/>
                    <a:pt x="23" y="87"/>
                    <a:pt x="23" y="87"/>
                  </a:cubicBezTo>
                  <a:cubicBezTo>
                    <a:pt x="203" y="87"/>
                    <a:pt x="203" y="87"/>
                    <a:pt x="203" y="87"/>
                  </a:cubicBezTo>
                  <a:cubicBezTo>
                    <a:pt x="203" y="60"/>
                    <a:pt x="203" y="60"/>
                    <a:pt x="203" y="60"/>
                  </a:cubicBezTo>
                  <a:lnTo>
                    <a:pt x="126" y="60"/>
                  </a:lnTo>
                  <a:close/>
                </a:path>
              </a:pathLst>
            </a:custGeom>
            <a:grp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0">
                <a:ln w="6350">
                  <a:noFill/>
                </a:ln>
                <a:solidFill>
                  <a:schemeClr val="bg1"/>
                </a:solidFill>
                <a:latin typeface="Impact" pitchFamily="34" charset="0"/>
                <a:ea typeface="微软雅黑" pitchFamily="34" charset="-122"/>
              </a:endParaRPr>
            </a:p>
          </p:txBody>
        </p:sp>
      </p:grpSp>
      <p:pic>
        <p:nvPicPr>
          <p:cNvPr id="69" name="图片 6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643649" y="714563"/>
            <a:ext cx="1568698" cy="699598"/>
          </a:xfrm>
          <a:prstGeom prst="rect">
            <a:avLst/>
          </a:prstGeom>
        </p:spPr>
      </p:pic>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withEffect">
                                  <p:stCondLst>
                                    <p:cond delay="0"/>
                                  </p:stCondLst>
                                  <p:childTnLst>
                                    <p:set>
                                      <p:cBhvr>
                                        <p:cTn id="6" dur="1" fill="hold">
                                          <p:stCondLst>
                                            <p:cond delay="0"/>
                                          </p:stCondLst>
                                        </p:cTn>
                                        <p:tgtEl>
                                          <p:spTgt spid="53"/>
                                        </p:tgtEl>
                                        <p:attrNameLst>
                                          <p:attrName>style.visibility</p:attrName>
                                        </p:attrNameLst>
                                      </p:cBhvr>
                                      <p:to>
                                        <p:strVal val="visible"/>
                                      </p:to>
                                    </p:set>
                                    <p:anim calcmode="lin" valueType="num">
                                      <p:cBhvr>
                                        <p:cTn id="7" dur="500" fill="hold"/>
                                        <p:tgtEl>
                                          <p:spTgt spid="53"/>
                                        </p:tgtEl>
                                        <p:attrNameLst>
                                          <p:attrName>ppt_w</p:attrName>
                                        </p:attrNameLst>
                                      </p:cBhvr>
                                      <p:tavLst>
                                        <p:tav tm="0">
                                          <p:val>
                                            <p:fltVal val="0"/>
                                          </p:val>
                                        </p:tav>
                                        <p:tav tm="100000">
                                          <p:val>
                                            <p:strVal val="#ppt_w"/>
                                          </p:val>
                                        </p:tav>
                                      </p:tavLst>
                                    </p:anim>
                                    <p:anim calcmode="lin" valueType="num">
                                      <p:cBhvr>
                                        <p:cTn id="8" dur="500" fill="hold"/>
                                        <p:tgtEl>
                                          <p:spTgt spid="53"/>
                                        </p:tgtEl>
                                        <p:attrNameLst>
                                          <p:attrName>ppt_h</p:attrName>
                                        </p:attrNameLst>
                                      </p:cBhvr>
                                      <p:tavLst>
                                        <p:tav tm="0">
                                          <p:val>
                                            <p:fltVal val="0"/>
                                          </p:val>
                                        </p:tav>
                                        <p:tav tm="100000">
                                          <p:val>
                                            <p:strVal val="#ppt_h"/>
                                          </p:val>
                                        </p:tav>
                                      </p:tavLst>
                                    </p:anim>
                                  </p:childTnLst>
                                </p:cTn>
                              </p:par>
                              <p:par>
                                <p:cTn id="9" presetID="23" presetClass="entr" presetSubtype="16" fill="hold" grpId="0" nodeType="withEffect">
                                  <p:stCondLst>
                                    <p:cond delay="100"/>
                                  </p:stCondLst>
                                  <p:childTnLst>
                                    <p:set>
                                      <p:cBhvr>
                                        <p:cTn id="10" dur="1" fill="hold">
                                          <p:stCondLst>
                                            <p:cond delay="0"/>
                                          </p:stCondLst>
                                        </p:cTn>
                                        <p:tgtEl>
                                          <p:spTgt spid="54"/>
                                        </p:tgtEl>
                                        <p:attrNameLst>
                                          <p:attrName>style.visibility</p:attrName>
                                        </p:attrNameLst>
                                      </p:cBhvr>
                                      <p:to>
                                        <p:strVal val="visible"/>
                                      </p:to>
                                    </p:set>
                                    <p:anim calcmode="lin" valueType="num">
                                      <p:cBhvr>
                                        <p:cTn id="11" dur="500" fill="hold"/>
                                        <p:tgtEl>
                                          <p:spTgt spid="54"/>
                                        </p:tgtEl>
                                        <p:attrNameLst>
                                          <p:attrName>ppt_w</p:attrName>
                                        </p:attrNameLst>
                                      </p:cBhvr>
                                      <p:tavLst>
                                        <p:tav tm="0">
                                          <p:val>
                                            <p:fltVal val="0"/>
                                          </p:val>
                                        </p:tav>
                                        <p:tav tm="100000">
                                          <p:val>
                                            <p:strVal val="#ppt_w"/>
                                          </p:val>
                                        </p:tav>
                                      </p:tavLst>
                                    </p:anim>
                                    <p:anim calcmode="lin" valueType="num">
                                      <p:cBhvr>
                                        <p:cTn id="12" dur="500" fill="hold"/>
                                        <p:tgtEl>
                                          <p:spTgt spid="54"/>
                                        </p:tgtEl>
                                        <p:attrNameLst>
                                          <p:attrName>ppt_h</p:attrName>
                                        </p:attrNameLst>
                                      </p:cBhvr>
                                      <p:tavLst>
                                        <p:tav tm="0">
                                          <p:val>
                                            <p:fltVal val="0"/>
                                          </p:val>
                                        </p:tav>
                                        <p:tav tm="100000">
                                          <p:val>
                                            <p:strVal val="#ppt_h"/>
                                          </p:val>
                                        </p:tav>
                                      </p:tavLst>
                                    </p:anim>
                                  </p:childTnLst>
                                </p:cTn>
                              </p:par>
                              <p:par>
                                <p:cTn id="13" presetID="53" presetClass="entr" presetSubtype="16" fill="hold" nodeType="withEffect">
                                  <p:stCondLst>
                                    <p:cond delay="100"/>
                                  </p:stCondLst>
                                  <p:childTnLst>
                                    <p:set>
                                      <p:cBhvr>
                                        <p:cTn id="14" dur="1" fill="hold">
                                          <p:stCondLst>
                                            <p:cond delay="0"/>
                                          </p:stCondLst>
                                        </p:cTn>
                                        <p:tgtEl>
                                          <p:spTgt spid="59"/>
                                        </p:tgtEl>
                                        <p:attrNameLst>
                                          <p:attrName>style.visibility</p:attrName>
                                        </p:attrNameLst>
                                      </p:cBhvr>
                                      <p:to>
                                        <p:strVal val="visible"/>
                                      </p:to>
                                    </p:set>
                                    <p:anim calcmode="lin" valueType="num">
                                      <p:cBhvr>
                                        <p:cTn id="15" dur="300" fill="hold"/>
                                        <p:tgtEl>
                                          <p:spTgt spid="59"/>
                                        </p:tgtEl>
                                        <p:attrNameLst>
                                          <p:attrName>ppt_w</p:attrName>
                                        </p:attrNameLst>
                                      </p:cBhvr>
                                      <p:tavLst>
                                        <p:tav tm="0">
                                          <p:val>
                                            <p:fltVal val="0"/>
                                          </p:val>
                                        </p:tav>
                                        <p:tav tm="100000">
                                          <p:val>
                                            <p:strVal val="#ppt_w"/>
                                          </p:val>
                                        </p:tav>
                                      </p:tavLst>
                                    </p:anim>
                                    <p:anim calcmode="lin" valueType="num">
                                      <p:cBhvr>
                                        <p:cTn id="16" dur="300" fill="hold"/>
                                        <p:tgtEl>
                                          <p:spTgt spid="59"/>
                                        </p:tgtEl>
                                        <p:attrNameLst>
                                          <p:attrName>ppt_h</p:attrName>
                                        </p:attrNameLst>
                                      </p:cBhvr>
                                      <p:tavLst>
                                        <p:tav tm="0">
                                          <p:val>
                                            <p:fltVal val="0"/>
                                          </p:val>
                                        </p:tav>
                                        <p:tav tm="100000">
                                          <p:val>
                                            <p:strVal val="#ppt_h"/>
                                          </p:val>
                                        </p:tav>
                                      </p:tavLst>
                                    </p:anim>
                                    <p:animEffect transition="in" filter="fade">
                                      <p:cBhvr>
                                        <p:cTn id="17" dur="300"/>
                                        <p:tgtEl>
                                          <p:spTgt spid="59"/>
                                        </p:tgtEl>
                                      </p:cBhvr>
                                    </p:animEffect>
                                  </p:childTnLst>
                                </p:cTn>
                              </p:par>
                              <p:par>
                                <p:cTn id="18" presetID="6" presetClass="emph" presetSubtype="0" autoRev="1" fill="hold" nodeType="withEffect">
                                  <p:stCondLst>
                                    <p:cond delay="400"/>
                                  </p:stCondLst>
                                  <p:childTnLst>
                                    <p:animScale>
                                      <p:cBhvr>
                                        <p:cTn id="19" dur="150" fill="hold"/>
                                        <p:tgtEl>
                                          <p:spTgt spid="59"/>
                                        </p:tgtEl>
                                      </p:cBhvr>
                                      <p:by x="110000" y="110000"/>
                                    </p:animScale>
                                  </p:childTnLst>
                                </p:cTn>
                              </p:par>
                              <p:par>
                                <p:cTn id="20" presetID="12" presetClass="entr" presetSubtype="8" fill="hold" grpId="0" nodeType="withEffect">
                                  <p:stCondLst>
                                    <p:cond delay="600"/>
                                  </p:stCondLst>
                                  <p:childTnLst>
                                    <p:set>
                                      <p:cBhvr>
                                        <p:cTn id="21" dur="1" fill="hold">
                                          <p:stCondLst>
                                            <p:cond delay="0"/>
                                          </p:stCondLst>
                                        </p:cTn>
                                        <p:tgtEl>
                                          <p:spTgt spid="47"/>
                                        </p:tgtEl>
                                        <p:attrNameLst>
                                          <p:attrName>style.visibility</p:attrName>
                                        </p:attrNameLst>
                                      </p:cBhvr>
                                      <p:to>
                                        <p:strVal val="visible"/>
                                      </p:to>
                                    </p:set>
                                    <p:animEffect transition="in" filter="slide(fromLeft)">
                                      <p:cBhvr>
                                        <p:cTn id="22" dur="500"/>
                                        <p:tgtEl>
                                          <p:spTgt spid="47"/>
                                        </p:tgtEl>
                                      </p:cBhvr>
                                    </p:animEffect>
                                  </p:childTnLst>
                                </p:cTn>
                              </p:par>
                              <p:par>
                                <p:cTn id="23" presetID="12" presetClass="entr" presetSubtype="8" fill="hold" grpId="0" nodeType="withEffect">
                                  <p:stCondLst>
                                    <p:cond delay="600"/>
                                  </p:stCondLst>
                                  <p:childTnLst>
                                    <p:set>
                                      <p:cBhvr>
                                        <p:cTn id="24" dur="1" fill="hold">
                                          <p:stCondLst>
                                            <p:cond delay="0"/>
                                          </p:stCondLst>
                                        </p:cTn>
                                        <p:tgtEl>
                                          <p:spTgt spid="48"/>
                                        </p:tgtEl>
                                        <p:attrNameLst>
                                          <p:attrName>style.visibility</p:attrName>
                                        </p:attrNameLst>
                                      </p:cBhvr>
                                      <p:to>
                                        <p:strVal val="visible"/>
                                      </p:to>
                                    </p:set>
                                    <p:animEffect transition="in" filter="slide(fromLeft)">
                                      <p:cBhvr>
                                        <p:cTn id="25" dur="500"/>
                                        <p:tgtEl>
                                          <p:spTgt spid="48"/>
                                        </p:tgtEl>
                                      </p:cBhvr>
                                    </p:animEffect>
                                  </p:childTnLst>
                                </p:cTn>
                              </p:par>
                              <p:par>
                                <p:cTn id="26" presetID="12" presetClass="entr" presetSubtype="8" fill="hold" grpId="0" nodeType="withEffect">
                                  <p:stCondLst>
                                    <p:cond delay="600"/>
                                  </p:stCondLst>
                                  <p:childTnLst>
                                    <p:set>
                                      <p:cBhvr>
                                        <p:cTn id="27" dur="1" fill="hold">
                                          <p:stCondLst>
                                            <p:cond delay="0"/>
                                          </p:stCondLst>
                                        </p:cTn>
                                        <p:tgtEl>
                                          <p:spTgt spid="44"/>
                                        </p:tgtEl>
                                        <p:attrNameLst>
                                          <p:attrName>style.visibility</p:attrName>
                                        </p:attrNameLst>
                                      </p:cBhvr>
                                      <p:to>
                                        <p:strVal val="visible"/>
                                      </p:to>
                                    </p:set>
                                    <p:animEffect transition="in" filter="slide(fromLeft)">
                                      <p:cBhvr>
                                        <p:cTn id="28" dur="500"/>
                                        <p:tgtEl>
                                          <p:spTgt spid="44"/>
                                        </p:tgtEl>
                                      </p:cBhvr>
                                    </p:animEffect>
                                  </p:childTnLst>
                                </p:cTn>
                              </p:par>
                              <p:par>
                                <p:cTn id="29" presetID="12" presetClass="entr" presetSubtype="8" fill="hold" grpId="0" nodeType="withEffect">
                                  <p:stCondLst>
                                    <p:cond delay="600"/>
                                  </p:stCondLst>
                                  <p:childTnLst>
                                    <p:set>
                                      <p:cBhvr>
                                        <p:cTn id="30" dur="1" fill="hold">
                                          <p:stCondLst>
                                            <p:cond delay="0"/>
                                          </p:stCondLst>
                                        </p:cTn>
                                        <p:tgtEl>
                                          <p:spTgt spid="57"/>
                                        </p:tgtEl>
                                        <p:attrNameLst>
                                          <p:attrName>style.visibility</p:attrName>
                                        </p:attrNameLst>
                                      </p:cBhvr>
                                      <p:to>
                                        <p:strVal val="visible"/>
                                      </p:to>
                                    </p:set>
                                    <p:animEffect transition="in" filter="slide(fromLeft)">
                                      <p:cBhvr>
                                        <p:cTn id="31" dur="500"/>
                                        <p:tgtEl>
                                          <p:spTgt spid="57"/>
                                        </p:tgtEl>
                                      </p:cBhvr>
                                    </p:animEffect>
                                  </p:childTnLst>
                                </p:cTn>
                              </p:par>
                              <p:par>
                                <p:cTn id="32" presetID="12" presetClass="entr" presetSubtype="2" fill="hold" grpId="0" nodeType="withEffect">
                                  <p:stCondLst>
                                    <p:cond delay="600"/>
                                  </p:stCondLst>
                                  <p:childTnLst>
                                    <p:set>
                                      <p:cBhvr>
                                        <p:cTn id="33" dur="1" fill="hold">
                                          <p:stCondLst>
                                            <p:cond delay="0"/>
                                          </p:stCondLst>
                                        </p:cTn>
                                        <p:tgtEl>
                                          <p:spTgt spid="45"/>
                                        </p:tgtEl>
                                        <p:attrNameLst>
                                          <p:attrName>style.visibility</p:attrName>
                                        </p:attrNameLst>
                                      </p:cBhvr>
                                      <p:to>
                                        <p:strVal val="visible"/>
                                      </p:to>
                                    </p:set>
                                    <p:animEffect transition="in" filter="slide(fromRight)">
                                      <p:cBhvr>
                                        <p:cTn id="34" dur="500"/>
                                        <p:tgtEl>
                                          <p:spTgt spid="45"/>
                                        </p:tgtEl>
                                      </p:cBhvr>
                                    </p:animEffect>
                                  </p:childTnLst>
                                </p:cTn>
                              </p:par>
                              <p:par>
                                <p:cTn id="35" presetID="12" presetClass="entr" presetSubtype="2" fill="hold" grpId="0" nodeType="withEffect">
                                  <p:stCondLst>
                                    <p:cond delay="600"/>
                                  </p:stCondLst>
                                  <p:childTnLst>
                                    <p:set>
                                      <p:cBhvr>
                                        <p:cTn id="36" dur="1" fill="hold">
                                          <p:stCondLst>
                                            <p:cond delay="0"/>
                                          </p:stCondLst>
                                        </p:cTn>
                                        <p:tgtEl>
                                          <p:spTgt spid="46"/>
                                        </p:tgtEl>
                                        <p:attrNameLst>
                                          <p:attrName>style.visibility</p:attrName>
                                        </p:attrNameLst>
                                      </p:cBhvr>
                                      <p:to>
                                        <p:strVal val="visible"/>
                                      </p:to>
                                    </p:set>
                                    <p:animEffect transition="in" filter="slide(fromRight)">
                                      <p:cBhvr>
                                        <p:cTn id="37" dur="500"/>
                                        <p:tgtEl>
                                          <p:spTgt spid="46"/>
                                        </p:tgtEl>
                                      </p:cBhvr>
                                    </p:animEffect>
                                  </p:childTnLst>
                                </p:cTn>
                              </p:par>
                              <p:par>
                                <p:cTn id="38" presetID="12" presetClass="entr" presetSubtype="2" fill="hold" grpId="0" nodeType="withEffect">
                                  <p:stCondLst>
                                    <p:cond delay="600"/>
                                  </p:stCondLst>
                                  <p:childTnLst>
                                    <p:set>
                                      <p:cBhvr>
                                        <p:cTn id="39" dur="1" fill="hold">
                                          <p:stCondLst>
                                            <p:cond delay="0"/>
                                          </p:stCondLst>
                                        </p:cTn>
                                        <p:tgtEl>
                                          <p:spTgt spid="38"/>
                                        </p:tgtEl>
                                        <p:attrNameLst>
                                          <p:attrName>style.visibility</p:attrName>
                                        </p:attrNameLst>
                                      </p:cBhvr>
                                      <p:to>
                                        <p:strVal val="visible"/>
                                      </p:to>
                                    </p:set>
                                    <p:animEffect transition="in" filter="slide(fromRight)">
                                      <p:cBhvr>
                                        <p:cTn id="40" dur="500"/>
                                        <p:tgtEl>
                                          <p:spTgt spid="38"/>
                                        </p:tgtEl>
                                      </p:cBhvr>
                                    </p:animEffect>
                                  </p:childTnLst>
                                </p:cTn>
                              </p:par>
                              <p:par>
                                <p:cTn id="41" presetID="12" presetClass="entr" presetSubtype="2" fill="hold" grpId="0" nodeType="withEffect">
                                  <p:stCondLst>
                                    <p:cond delay="600"/>
                                  </p:stCondLst>
                                  <p:childTnLst>
                                    <p:set>
                                      <p:cBhvr>
                                        <p:cTn id="42" dur="1" fill="hold">
                                          <p:stCondLst>
                                            <p:cond delay="0"/>
                                          </p:stCondLst>
                                        </p:cTn>
                                        <p:tgtEl>
                                          <p:spTgt spid="55"/>
                                        </p:tgtEl>
                                        <p:attrNameLst>
                                          <p:attrName>style.visibility</p:attrName>
                                        </p:attrNameLst>
                                      </p:cBhvr>
                                      <p:to>
                                        <p:strVal val="visible"/>
                                      </p:to>
                                    </p:set>
                                    <p:animEffect transition="in" filter="slide(fromRight)">
                                      <p:cBhvr>
                                        <p:cTn id="43" dur="500"/>
                                        <p:tgtEl>
                                          <p:spTgt spid="55"/>
                                        </p:tgtEl>
                                      </p:cBhvr>
                                    </p:animEffect>
                                  </p:childTnLst>
                                </p:cTn>
                              </p:par>
                              <p:par>
                                <p:cTn id="44" presetID="12" presetClass="entr" presetSubtype="8" fill="hold" grpId="0" nodeType="withEffect">
                                  <p:stCondLst>
                                    <p:cond delay="600"/>
                                  </p:stCondLst>
                                  <p:childTnLst>
                                    <p:set>
                                      <p:cBhvr>
                                        <p:cTn id="45" dur="1" fill="hold">
                                          <p:stCondLst>
                                            <p:cond delay="0"/>
                                          </p:stCondLst>
                                        </p:cTn>
                                        <p:tgtEl>
                                          <p:spTgt spid="51"/>
                                        </p:tgtEl>
                                        <p:attrNameLst>
                                          <p:attrName>style.visibility</p:attrName>
                                        </p:attrNameLst>
                                      </p:cBhvr>
                                      <p:to>
                                        <p:strVal val="visible"/>
                                      </p:to>
                                    </p:set>
                                    <p:animEffect transition="in" filter="slide(fromLeft)">
                                      <p:cBhvr>
                                        <p:cTn id="46" dur="500"/>
                                        <p:tgtEl>
                                          <p:spTgt spid="51"/>
                                        </p:tgtEl>
                                      </p:cBhvr>
                                    </p:animEffect>
                                  </p:childTnLst>
                                </p:cTn>
                              </p:par>
                              <p:par>
                                <p:cTn id="47" presetID="12" presetClass="entr" presetSubtype="8" fill="hold" grpId="0" nodeType="withEffect">
                                  <p:stCondLst>
                                    <p:cond delay="600"/>
                                  </p:stCondLst>
                                  <p:childTnLst>
                                    <p:set>
                                      <p:cBhvr>
                                        <p:cTn id="48" dur="1" fill="hold">
                                          <p:stCondLst>
                                            <p:cond delay="0"/>
                                          </p:stCondLst>
                                        </p:cTn>
                                        <p:tgtEl>
                                          <p:spTgt spid="52"/>
                                        </p:tgtEl>
                                        <p:attrNameLst>
                                          <p:attrName>style.visibility</p:attrName>
                                        </p:attrNameLst>
                                      </p:cBhvr>
                                      <p:to>
                                        <p:strVal val="visible"/>
                                      </p:to>
                                    </p:set>
                                    <p:animEffect transition="in" filter="slide(fromLeft)">
                                      <p:cBhvr>
                                        <p:cTn id="49" dur="500"/>
                                        <p:tgtEl>
                                          <p:spTgt spid="52"/>
                                        </p:tgtEl>
                                      </p:cBhvr>
                                    </p:animEffect>
                                  </p:childTnLst>
                                </p:cTn>
                              </p:par>
                              <p:par>
                                <p:cTn id="50" presetID="12" presetClass="entr" presetSubtype="8" fill="hold" grpId="0" nodeType="withEffect">
                                  <p:stCondLst>
                                    <p:cond delay="600"/>
                                  </p:stCondLst>
                                  <p:childTnLst>
                                    <p:set>
                                      <p:cBhvr>
                                        <p:cTn id="51" dur="1" fill="hold">
                                          <p:stCondLst>
                                            <p:cond delay="0"/>
                                          </p:stCondLst>
                                        </p:cTn>
                                        <p:tgtEl>
                                          <p:spTgt spid="36"/>
                                        </p:tgtEl>
                                        <p:attrNameLst>
                                          <p:attrName>style.visibility</p:attrName>
                                        </p:attrNameLst>
                                      </p:cBhvr>
                                      <p:to>
                                        <p:strVal val="visible"/>
                                      </p:to>
                                    </p:set>
                                    <p:animEffect transition="in" filter="slide(fromLeft)">
                                      <p:cBhvr>
                                        <p:cTn id="52" dur="500"/>
                                        <p:tgtEl>
                                          <p:spTgt spid="36"/>
                                        </p:tgtEl>
                                      </p:cBhvr>
                                    </p:animEffect>
                                  </p:childTnLst>
                                </p:cTn>
                              </p:par>
                              <p:par>
                                <p:cTn id="53" presetID="12" presetClass="entr" presetSubtype="8" fill="hold" grpId="0" nodeType="withEffect">
                                  <p:stCondLst>
                                    <p:cond delay="600"/>
                                  </p:stCondLst>
                                  <p:childTnLst>
                                    <p:set>
                                      <p:cBhvr>
                                        <p:cTn id="54" dur="1" fill="hold">
                                          <p:stCondLst>
                                            <p:cond delay="0"/>
                                          </p:stCondLst>
                                        </p:cTn>
                                        <p:tgtEl>
                                          <p:spTgt spid="58"/>
                                        </p:tgtEl>
                                        <p:attrNameLst>
                                          <p:attrName>style.visibility</p:attrName>
                                        </p:attrNameLst>
                                      </p:cBhvr>
                                      <p:to>
                                        <p:strVal val="visible"/>
                                      </p:to>
                                    </p:set>
                                    <p:animEffect transition="in" filter="slide(fromLeft)">
                                      <p:cBhvr>
                                        <p:cTn id="55" dur="500"/>
                                        <p:tgtEl>
                                          <p:spTgt spid="58"/>
                                        </p:tgtEl>
                                      </p:cBhvr>
                                    </p:animEffect>
                                  </p:childTnLst>
                                </p:cTn>
                              </p:par>
                              <p:par>
                                <p:cTn id="56" presetID="12" presetClass="entr" presetSubtype="2" fill="hold" grpId="0" nodeType="withEffect">
                                  <p:stCondLst>
                                    <p:cond delay="600"/>
                                  </p:stCondLst>
                                  <p:childTnLst>
                                    <p:set>
                                      <p:cBhvr>
                                        <p:cTn id="57" dur="1" fill="hold">
                                          <p:stCondLst>
                                            <p:cond delay="0"/>
                                          </p:stCondLst>
                                        </p:cTn>
                                        <p:tgtEl>
                                          <p:spTgt spid="49"/>
                                        </p:tgtEl>
                                        <p:attrNameLst>
                                          <p:attrName>style.visibility</p:attrName>
                                        </p:attrNameLst>
                                      </p:cBhvr>
                                      <p:to>
                                        <p:strVal val="visible"/>
                                      </p:to>
                                    </p:set>
                                    <p:animEffect transition="in" filter="slide(fromRight)">
                                      <p:cBhvr>
                                        <p:cTn id="58" dur="500"/>
                                        <p:tgtEl>
                                          <p:spTgt spid="49"/>
                                        </p:tgtEl>
                                      </p:cBhvr>
                                    </p:animEffect>
                                  </p:childTnLst>
                                </p:cTn>
                              </p:par>
                              <p:par>
                                <p:cTn id="59" presetID="12" presetClass="entr" presetSubtype="2" fill="hold" grpId="0" nodeType="withEffect">
                                  <p:stCondLst>
                                    <p:cond delay="600"/>
                                  </p:stCondLst>
                                  <p:childTnLst>
                                    <p:set>
                                      <p:cBhvr>
                                        <p:cTn id="60" dur="1" fill="hold">
                                          <p:stCondLst>
                                            <p:cond delay="0"/>
                                          </p:stCondLst>
                                        </p:cTn>
                                        <p:tgtEl>
                                          <p:spTgt spid="50"/>
                                        </p:tgtEl>
                                        <p:attrNameLst>
                                          <p:attrName>style.visibility</p:attrName>
                                        </p:attrNameLst>
                                      </p:cBhvr>
                                      <p:to>
                                        <p:strVal val="visible"/>
                                      </p:to>
                                    </p:set>
                                    <p:animEffect transition="in" filter="slide(fromRight)">
                                      <p:cBhvr>
                                        <p:cTn id="61" dur="500"/>
                                        <p:tgtEl>
                                          <p:spTgt spid="50"/>
                                        </p:tgtEl>
                                      </p:cBhvr>
                                    </p:animEffect>
                                  </p:childTnLst>
                                </p:cTn>
                              </p:par>
                              <p:par>
                                <p:cTn id="62" presetID="12" presetClass="entr" presetSubtype="2" fill="hold" grpId="0" nodeType="withEffect">
                                  <p:stCondLst>
                                    <p:cond delay="600"/>
                                  </p:stCondLst>
                                  <p:childTnLst>
                                    <p:set>
                                      <p:cBhvr>
                                        <p:cTn id="63" dur="1" fill="hold">
                                          <p:stCondLst>
                                            <p:cond delay="0"/>
                                          </p:stCondLst>
                                        </p:cTn>
                                        <p:tgtEl>
                                          <p:spTgt spid="33"/>
                                        </p:tgtEl>
                                        <p:attrNameLst>
                                          <p:attrName>style.visibility</p:attrName>
                                        </p:attrNameLst>
                                      </p:cBhvr>
                                      <p:to>
                                        <p:strVal val="visible"/>
                                      </p:to>
                                    </p:set>
                                    <p:animEffect transition="in" filter="slide(fromRight)">
                                      <p:cBhvr>
                                        <p:cTn id="64" dur="500"/>
                                        <p:tgtEl>
                                          <p:spTgt spid="33"/>
                                        </p:tgtEl>
                                      </p:cBhvr>
                                    </p:animEffect>
                                  </p:childTnLst>
                                </p:cTn>
                              </p:par>
                              <p:par>
                                <p:cTn id="65" presetID="12" presetClass="entr" presetSubtype="2" fill="hold" grpId="0" nodeType="withEffect">
                                  <p:stCondLst>
                                    <p:cond delay="600"/>
                                  </p:stCondLst>
                                  <p:childTnLst>
                                    <p:set>
                                      <p:cBhvr>
                                        <p:cTn id="66" dur="1" fill="hold">
                                          <p:stCondLst>
                                            <p:cond delay="0"/>
                                          </p:stCondLst>
                                        </p:cTn>
                                        <p:tgtEl>
                                          <p:spTgt spid="56"/>
                                        </p:tgtEl>
                                        <p:attrNameLst>
                                          <p:attrName>style.visibility</p:attrName>
                                        </p:attrNameLst>
                                      </p:cBhvr>
                                      <p:to>
                                        <p:strVal val="visible"/>
                                      </p:to>
                                    </p:set>
                                    <p:animEffect transition="in" filter="slide(fromRight)">
                                      <p:cBhvr>
                                        <p:cTn id="67" dur="5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36" grpId="0" animBg="1"/>
      <p:bldP spid="38" grpId="0" animBg="1"/>
      <p:bldP spid="44" grpId="0" animBg="1"/>
      <p:bldP spid="45" grpId="0" animBg="1"/>
      <p:bldP spid="46" grpId="0"/>
      <p:bldP spid="47" grpId="0" animBg="1"/>
      <p:bldP spid="48" grpId="0"/>
      <p:bldP spid="49" grpId="0" animBg="1"/>
      <p:bldP spid="50" grpId="0"/>
      <p:bldP spid="51" grpId="0" animBg="1"/>
      <p:bldP spid="52" grpId="0"/>
      <p:bldP spid="53" grpId="0" animBg="1"/>
      <p:bldP spid="54" grpId="0"/>
      <p:bldP spid="55" grpId="0"/>
      <p:bldP spid="56" grpId="0"/>
      <p:bldP spid="57" grpId="0"/>
      <p:bldP spid="58"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nvCxnSpPr>
        <p:spPr>
          <a:xfrm flipH="1">
            <a:off x="0" y="2368389"/>
            <a:ext cx="390525" cy="0"/>
          </a:xfrm>
          <a:prstGeom prst="line">
            <a:avLst/>
          </a:prstGeom>
          <a:ln w="6350">
            <a:solidFill>
              <a:srgbClr val="62768C"/>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flipH="1">
            <a:off x="0" y="1977864"/>
            <a:ext cx="390525" cy="0"/>
          </a:xfrm>
          <a:prstGeom prst="line">
            <a:avLst/>
          </a:prstGeom>
          <a:ln w="6350">
            <a:solidFill>
              <a:srgbClr val="62768C"/>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H="1">
            <a:off x="0" y="2762089"/>
            <a:ext cx="390525" cy="0"/>
          </a:xfrm>
          <a:prstGeom prst="line">
            <a:avLst/>
          </a:prstGeom>
          <a:ln w="6350">
            <a:solidFill>
              <a:srgbClr val="62768C"/>
            </a:solidFill>
          </a:ln>
        </p:spPr>
        <p:style>
          <a:lnRef idx="1">
            <a:schemeClr val="accent1"/>
          </a:lnRef>
          <a:fillRef idx="0">
            <a:schemeClr val="accent1"/>
          </a:fillRef>
          <a:effectRef idx="0">
            <a:schemeClr val="accent1"/>
          </a:effectRef>
          <a:fontRef idx="minor">
            <a:schemeClr val="tx1"/>
          </a:fontRef>
        </p:style>
      </p:cxnSp>
      <p:sp>
        <p:nvSpPr>
          <p:cNvPr id="37" name="矩形 36"/>
          <p:cNvSpPr/>
          <p:nvPr/>
        </p:nvSpPr>
        <p:spPr>
          <a:xfrm>
            <a:off x="-1" y="2764422"/>
            <a:ext cx="1280513" cy="390525"/>
          </a:xfrm>
          <a:prstGeom prst="rect">
            <a:avLst/>
          </a:prstGeom>
          <a:solidFill>
            <a:srgbClr val="37B0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Freeform 11"/>
          <p:cNvSpPr>
            <a:spLocks noEditPoints="1"/>
          </p:cNvSpPr>
          <p:nvPr/>
        </p:nvSpPr>
        <p:spPr bwMode="auto">
          <a:xfrm>
            <a:off x="124293" y="2864285"/>
            <a:ext cx="150176" cy="190798"/>
          </a:xfrm>
          <a:custGeom>
            <a:avLst/>
            <a:gdLst>
              <a:gd name="T0" fmla="*/ 104 w 139"/>
              <a:gd name="T1" fmla="*/ 99 h 177"/>
              <a:gd name="T2" fmla="*/ 91 w 139"/>
              <a:gd name="T3" fmla="*/ 160 h 177"/>
              <a:gd name="T4" fmla="*/ 133 w 139"/>
              <a:gd name="T5" fmla="*/ 164 h 177"/>
              <a:gd name="T6" fmla="*/ 133 w 139"/>
              <a:gd name="T7" fmla="*/ 177 h 177"/>
              <a:gd name="T8" fmla="*/ 0 w 139"/>
              <a:gd name="T9" fmla="*/ 170 h 177"/>
              <a:gd name="T10" fmla="*/ 51 w 139"/>
              <a:gd name="T11" fmla="*/ 164 h 177"/>
              <a:gd name="T12" fmla="*/ 81 w 139"/>
              <a:gd name="T13" fmla="*/ 151 h 177"/>
              <a:gd name="T14" fmla="*/ 10 w 139"/>
              <a:gd name="T15" fmla="*/ 147 h 177"/>
              <a:gd name="T16" fmla="*/ 10 w 139"/>
              <a:gd name="T17" fmla="*/ 139 h 177"/>
              <a:gd name="T18" fmla="*/ 94 w 139"/>
              <a:gd name="T19" fmla="*/ 120 h 177"/>
              <a:gd name="T20" fmla="*/ 84 w 139"/>
              <a:gd name="T21" fmla="*/ 92 h 177"/>
              <a:gd name="T22" fmla="*/ 69 w 139"/>
              <a:gd name="T23" fmla="*/ 94 h 177"/>
              <a:gd name="T24" fmla="*/ 53 w 139"/>
              <a:gd name="T25" fmla="*/ 113 h 177"/>
              <a:gd name="T26" fmla="*/ 46 w 139"/>
              <a:gd name="T27" fmla="*/ 117 h 177"/>
              <a:gd name="T28" fmla="*/ 24 w 139"/>
              <a:gd name="T29" fmla="*/ 109 h 177"/>
              <a:gd name="T30" fmla="*/ 26 w 139"/>
              <a:gd name="T31" fmla="*/ 97 h 177"/>
              <a:gd name="T32" fmla="*/ 21 w 139"/>
              <a:gd name="T33" fmla="*/ 89 h 177"/>
              <a:gd name="T34" fmla="*/ 63 w 139"/>
              <a:gd name="T35" fmla="*/ 24 h 177"/>
              <a:gd name="T36" fmla="*/ 67 w 139"/>
              <a:gd name="T37" fmla="*/ 26 h 177"/>
              <a:gd name="T38" fmla="*/ 69 w 139"/>
              <a:gd name="T39" fmla="*/ 14 h 177"/>
              <a:gd name="T40" fmla="*/ 76 w 139"/>
              <a:gd name="T41" fmla="*/ 2 h 177"/>
              <a:gd name="T42" fmla="*/ 109 w 139"/>
              <a:gd name="T43" fmla="*/ 29 h 177"/>
              <a:gd name="T44" fmla="*/ 96 w 139"/>
              <a:gd name="T45" fmla="*/ 30 h 177"/>
              <a:gd name="T46" fmla="*/ 94 w 139"/>
              <a:gd name="T47" fmla="*/ 42 h 177"/>
              <a:gd name="T48" fmla="*/ 87 w 139"/>
              <a:gd name="T49" fmla="*/ 63 h 177"/>
              <a:gd name="T50" fmla="*/ 92 w 139"/>
              <a:gd name="T51" fmla="*/ 81 h 177"/>
              <a:gd name="T52" fmla="*/ 89 w 139"/>
              <a:gd name="T53" fmla="*/ 26 h 177"/>
              <a:gd name="T54" fmla="*/ 74 w 139"/>
              <a:gd name="T55" fmla="*/ 30 h 177"/>
              <a:gd name="T56" fmla="*/ 89 w 139"/>
              <a:gd name="T57" fmla="*/ 26 h 177"/>
              <a:gd name="T58" fmla="*/ 80 w 139"/>
              <a:gd name="T59" fmla="*/ 59 h 177"/>
              <a:gd name="T60" fmla="*/ 62 w 139"/>
              <a:gd name="T61" fmla="*/ 33 h 177"/>
              <a:gd name="T62" fmla="*/ 54 w 139"/>
              <a:gd name="T63" fmla="*/ 104 h 177"/>
              <a:gd name="T64" fmla="*/ 56 w 139"/>
              <a:gd name="T65" fmla="*/ 76 h 177"/>
              <a:gd name="T66" fmla="*/ 62 w 139"/>
              <a:gd name="T67" fmla="*/ 63 h 177"/>
              <a:gd name="T68" fmla="*/ 82 w 139"/>
              <a:gd name="T69" fmla="*/ 69 h 177"/>
              <a:gd name="T70" fmla="*/ 67 w 139"/>
              <a:gd name="T71" fmla="*/ 69 h 177"/>
              <a:gd name="T72" fmla="*/ 67 w 139"/>
              <a:gd name="T73" fmla="*/ 69 h 177"/>
              <a:gd name="T74" fmla="*/ 75 w 139"/>
              <a:gd name="T75" fmla="*/ 86 h 177"/>
              <a:gd name="T76" fmla="*/ 82 w 139"/>
              <a:gd name="T77" fmla="*/ 83 h 177"/>
              <a:gd name="T78" fmla="*/ 82 w 139"/>
              <a:gd name="T79" fmla="*/ 69 h 177"/>
              <a:gd name="T80" fmla="*/ 33 w 139"/>
              <a:gd name="T81" fmla="*/ 101 h 177"/>
              <a:gd name="T82" fmla="*/ 31 w 139"/>
              <a:gd name="T83" fmla="*/ 104 h 177"/>
              <a:gd name="T84" fmla="*/ 42 w 139"/>
              <a:gd name="T85" fmla="*/ 106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 h="177">
                <a:moveTo>
                  <a:pt x="92" y="81"/>
                </a:moveTo>
                <a:cubicBezTo>
                  <a:pt x="97" y="87"/>
                  <a:pt x="101" y="92"/>
                  <a:pt x="104" y="99"/>
                </a:cubicBezTo>
                <a:cubicBezTo>
                  <a:pt x="106" y="106"/>
                  <a:pt x="108" y="113"/>
                  <a:pt x="108" y="120"/>
                </a:cubicBezTo>
                <a:cubicBezTo>
                  <a:pt x="108" y="136"/>
                  <a:pt x="101" y="150"/>
                  <a:pt x="91" y="160"/>
                </a:cubicBezTo>
                <a:cubicBezTo>
                  <a:pt x="90" y="162"/>
                  <a:pt x="89" y="163"/>
                  <a:pt x="88" y="164"/>
                </a:cubicBezTo>
                <a:cubicBezTo>
                  <a:pt x="133" y="164"/>
                  <a:pt x="133" y="164"/>
                  <a:pt x="133" y="164"/>
                </a:cubicBezTo>
                <a:cubicBezTo>
                  <a:pt x="136" y="164"/>
                  <a:pt x="139" y="167"/>
                  <a:pt x="139" y="170"/>
                </a:cubicBezTo>
                <a:cubicBezTo>
                  <a:pt x="139" y="174"/>
                  <a:pt x="136" y="177"/>
                  <a:pt x="133" y="177"/>
                </a:cubicBezTo>
                <a:cubicBezTo>
                  <a:pt x="91" y="177"/>
                  <a:pt x="49" y="177"/>
                  <a:pt x="7" y="177"/>
                </a:cubicBezTo>
                <a:cubicBezTo>
                  <a:pt x="3" y="177"/>
                  <a:pt x="0" y="174"/>
                  <a:pt x="0" y="170"/>
                </a:cubicBezTo>
                <a:cubicBezTo>
                  <a:pt x="0" y="167"/>
                  <a:pt x="3" y="164"/>
                  <a:pt x="7" y="164"/>
                </a:cubicBezTo>
                <a:cubicBezTo>
                  <a:pt x="51" y="164"/>
                  <a:pt x="51" y="164"/>
                  <a:pt x="51" y="164"/>
                </a:cubicBezTo>
                <a:cubicBezTo>
                  <a:pt x="51" y="164"/>
                  <a:pt x="51" y="164"/>
                  <a:pt x="51" y="164"/>
                </a:cubicBezTo>
                <a:cubicBezTo>
                  <a:pt x="63" y="164"/>
                  <a:pt x="74" y="159"/>
                  <a:pt x="81" y="151"/>
                </a:cubicBezTo>
                <a:cubicBezTo>
                  <a:pt x="83" y="150"/>
                  <a:pt x="84" y="148"/>
                  <a:pt x="85" y="147"/>
                </a:cubicBezTo>
                <a:cubicBezTo>
                  <a:pt x="10" y="147"/>
                  <a:pt x="10" y="147"/>
                  <a:pt x="10" y="147"/>
                </a:cubicBezTo>
                <a:cubicBezTo>
                  <a:pt x="8" y="147"/>
                  <a:pt x="6" y="145"/>
                  <a:pt x="6" y="143"/>
                </a:cubicBezTo>
                <a:cubicBezTo>
                  <a:pt x="6" y="141"/>
                  <a:pt x="8" y="139"/>
                  <a:pt x="10" y="139"/>
                </a:cubicBezTo>
                <a:cubicBezTo>
                  <a:pt x="90" y="139"/>
                  <a:pt x="90" y="139"/>
                  <a:pt x="90" y="139"/>
                </a:cubicBezTo>
                <a:cubicBezTo>
                  <a:pt x="93" y="133"/>
                  <a:pt x="94" y="127"/>
                  <a:pt x="94" y="120"/>
                </a:cubicBezTo>
                <a:cubicBezTo>
                  <a:pt x="94" y="114"/>
                  <a:pt x="93" y="109"/>
                  <a:pt x="91" y="104"/>
                </a:cubicBezTo>
                <a:cubicBezTo>
                  <a:pt x="89" y="100"/>
                  <a:pt x="87" y="96"/>
                  <a:pt x="84" y="92"/>
                </a:cubicBezTo>
                <a:cubicBezTo>
                  <a:pt x="81" y="94"/>
                  <a:pt x="78" y="94"/>
                  <a:pt x="75" y="94"/>
                </a:cubicBezTo>
                <a:cubicBezTo>
                  <a:pt x="73" y="94"/>
                  <a:pt x="71" y="94"/>
                  <a:pt x="69" y="94"/>
                </a:cubicBezTo>
                <a:cubicBezTo>
                  <a:pt x="59" y="111"/>
                  <a:pt x="59" y="111"/>
                  <a:pt x="59" y="111"/>
                </a:cubicBezTo>
                <a:cubicBezTo>
                  <a:pt x="58" y="113"/>
                  <a:pt x="55" y="114"/>
                  <a:pt x="53" y="113"/>
                </a:cubicBezTo>
                <a:cubicBezTo>
                  <a:pt x="50" y="111"/>
                  <a:pt x="50" y="111"/>
                  <a:pt x="50" y="111"/>
                </a:cubicBezTo>
                <a:cubicBezTo>
                  <a:pt x="46" y="117"/>
                  <a:pt x="46" y="117"/>
                  <a:pt x="46" y="117"/>
                </a:cubicBezTo>
                <a:cubicBezTo>
                  <a:pt x="45" y="119"/>
                  <a:pt x="42" y="119"/>
                  <a:pt x="40" y="118"/>
                </a:cubicBezTo>
                <a:cubicBezTo>
                  <a:pt x="24" y="109"/>
                  <a:pt x="24" y="109"/>
                  <a:pt x="24" y="109"/>
                </a:cubicBezTo>
                <a:cubicBezTo>
                  <a:pt x="22" y="108"/>
                  <a:pt x="21" y="105"/>
                  <a:pt x="22" y="103"/>
                </a:cubicBezTo>
                <a:cubicBezTo>
                  <a:pt x="26" y="97"/>
                  <a:pt x="26" y="97"/>
                  <a:pt x="26" y="97"/>
                </a:cubicBezTo>
                <a:cubicBezTo>
                  <a:pt x="22" y="95"/>
                  <a:pt x="22" y="95"/>
                  <a:pt x="22" y="95"/>
                </a:cubicBezTo>
                <a:cubicBezTo>
                  <a:pt x="20" y="94"/>
                  <a:pt x="20" y="91"/>
                  <a:pt x="21" y="89"/>
                </a:cubicBezTo>
                <a:cubicBezTo>
                  <a:pt x="57" y="26"/>
                  <a:pt x="57" y="26"/>
                  <a:pt x="57" y="26"/>
                </a:cubicBezTo>
                <a:cubicBezTo>
                  <a:pt x="58" y="24"/>
                  <a:pt x="61" y="23"/>
                  <a:pt x="63" y="24"/>
                </a:cubicBezTo>
                <a:cubicBezTo>
                  <a:pt x="63" y="24"/>
                  <a:pt x="63" y="24"/>
                  <a:pt x="63" y="24"/>
                </a:cubicBezTo>
                <a:cubicBezTo>
                  <a:pt x="67" y="26"/>
                  <a:pt x="67" y="26"/>
                  <a:pt x="67" y="26"/>
                </a:cubicBezTo>
                <a:cubicBezTo>
                  <a:pt x="73" y="16"/>
                  <a:pt x="73" y="16"/>
                  <a:pt x="73" y="16"/>
                </a:cubicBezTo>
                <a:cubicBezTo>
                  <a:pt x="69" y="14"/>
                  <a:pt x="69" y="14"/>
                  <a:pt x="69" y="14"/>
                </a:cubicBezTo>
                <a:cubicBezTo>
                  <a:pt x="66" y="12"/>
                  <a:pt x="65" y="8"/>
                  <a:pt x="66" y="5"/>
                </a:cubicBezTo>
                <a:cubicBezTo>
                  <a:pt x="68" y="1"/>
                  <a:pt x="72" y="0"/>
                  <a:pt x="76" y="2"/>
                </a:cubicBezTo>
                <a:cubicBezTo>
                  <a:pt x="86" y="8"/>
                  <a:pt x="96" y="14"/>
                  <a:pt x="107" y="20"/>
                </a:cubicBezTo>
                <a:cubicBezTo>
                  <a:pt x="110" y="22"/>
                  <a:pt x="111" y="26"/>
                  <a:pt x="109" y="29"/>
                </a:cubicBezTo>
                <a:cubicBezTo>
                  <a:pt x="107" y="33"/>
                  <a:pt x="103" y="34"/>
                  <a:pt x="100" y="32"/>
                </a:cubicBezTo>
                <a:cubicBezTo>
                  <a:pt x="96" y="30"/>
                  <a:pt x="96" y="30"/>
                  <a:pt x="96" y="30"/>
                </a:cubicBezTo>
                <a:cubicBezTo>
                  <a:pt x="90" y="40"/>
                  <a:pt x="90" y="40"/>
                  <a:pt x="90" y="40"/>
                </a:cubicBezTo>
                <a:cubicBezTo>
                  <a:pt x="94" y="42"/>
                  <a:pt x="94" y="42"/>
                  <a:pt x="94" y="42"/>
                </a:cubicBezTo>
                <a:cubicBezTo>
                  <a:pt x="96" y="43"/>
                  <a:pt x="97" y="46"/>
                  <a:pt x="96" y="48"/>
                </a:cubicBezTo>
                <a:cubicBezTo>
                  <a:pt x="87" y="63"/>
                  <a:pt x="87" y="63"/>
                  <a:pt x="87" y="63"/>
                </a:cubicBezTo>
                <a:cubicBezTo>
                  <a:pt x="91" y="66"/>
                  <a:pt x="93" y="71"/>
                  <a:pt x="93" y="76"/>
                </a:cubicBezTo>
                <a:cubicBezTo>
                  <a:pt x="93" y="78"/>
                  <a:pt x="93" y="80"/>
                  <a:pt x="92" y="81"/>
                </a:cubicBezTo>
                <a:close/>
                <a:moveTo>
                  <a:pt x="89" y="26"/>
                </a:moveTo>
                <a:cubicBezTo>
                  <a:pt x="89" y="26"/>
                  <a:pt x="89" y="26"/>
                  <a:pt x="89" y="26"/>
                </a:cubicBezTo>
                <a:cubicBezTo>
                  <a:pt x="86" y="24"/>
                  <a:pt x="83" y="22"/>
                  <a:pt x="80" y="20"/>
                </a:cubicBezTo>
                <a:cubicBezTo>
                  <a:pt x="74" y="30"/>
                  <a:pt x="74" y="30"/>
                  <a:pt x="74" y="30"/>
                </a:cubicBezTo>
                <a:cubicBezTo>
                  <a:pt x="83" y="36"/>
                  <a:pt x="83" y="36"/>
                  <a:pt x="83" y="36"/>
                </a:cubicBezTo>
                <a:cubicBezTo>
                  <a:pt x="89" y="26"/>
                  <a:pt x="89" y="26"/>
                  <a:pt x="89" y="26"/>
                </a:cubicBezTo>
                <a:close/>
                <a:moveTo>
                  <a:pt x="80" y="59"/>
                </a:moveTo>
                <a:cubicBezTo>
                  <a:pt x="80" y="59"/>
                  <a:pt x="80" y="59"/>
                  <a:pt x="80" y="59"/>
                </a:cubicBezTo>
                <a:cubicBezTo>
                  <a:pt x="87" y="47"/>
                  <a:pt x="87" y="47"/>
                  <a:pt x="87" y="47"/>
                </a:cubicBezTo>
                <a:cubicBezTo>
                  <a:pt x="78" y="43"/>
                  <a:pt x="70" y="38"/>
                  <a:pt x="62" y="33"/>
                </a:cubicBezTo>
                <a:cubicBezTo>
                  <a:pt x="30" y="90"/>
                  <a:pt x="30" y="90"/>
                  <a:pt x="30" y="90"/>
                </a:cubicBezTo>
                <a:cubicBezTo>
                  <a:pt x="38" y="94"/>
                  <a:pt x="46" y="99"/>
                  <a:pt x="54" y="104"/>
                </a:cubicBezTo>
                <a:cubicBezTo>
                  <a:pt x="62" y="90"/>
                  <a:pt x="62" y="90"/>
                  <a:pt x="62" y="90"/>
                </a:cubicBezTo>
                <a:cubicBezTo>
                  <a:pt x="58" y="86"/>
                  <a:pt x="56" y="81"/>
                  <a:pt x="56" y="76"/>
                </a:cubicBezTo>
                <a:cubicBezTo>
                  <a:pt x="56" y="71"/>
                  <a:pt x="58" y="66"/>
                  <a:pt x="62" y="63"/>
                </a:cubicBezTo>
                <a:cubicBezTo>
                  <a:pt x="62" y="63"/>
                  <a:pt x="62" y="63"/>
                  <a:pt x="62" y="63"/>
                </a:cubicBezTo>
                <a:cubicBezTo>
                  <a:pt x="67" y="58"/>
                  <a:pt x="73" y="57"/>
                  <a:pt x="80" y="59"/>
                </a:cubicBezTo>
                <a:close/>
                <a:moveTo>
                  <a:pt x="82" y="69"/>
                </a:moveTo>
                <a:cubicBezTo>
                  <a:pt x="82" y="69"/>
                  <a:pt x="82" y="69"/>
                  <a:pt x="82" y="69"/>
                </a:cubicBezTo>
                <a:cubicBezTo>
                  <a:pt x="78" y="65"/>
                  <a:pt x="71" y="65"/>
                  <a:pt x="67" y="69"/>
                </a:cubicBezTo>
                <a:cubicBezTo>
                  <a:pt x="67" y="69"/>
                  <a:pt x="67" y="69"/>
                  <a:pt x="67" y="69"/>
                </a:cubicBezTo>
                <a:cubicBezTo>
                  <a:pt x="67" y="69"/>
                  <a:pt x="67" y="69"/>
                  <a:pt x="67" y="69"/>
                </a:cubicBezTo>
                <a:cubicBezTo>
                  <a:pt x="65" y="71"/>
                  <a:pt x="64" y="73"/>
                  <a:pt x="64" y="76"/>
                </a:cubicBezTo>
                <a:cubicBezTo>
                  <a:pt x="64" y="82"/>
                  <a:pt x="69" y="86"/>
                  <a:pt x="75" y="86"/>
                </a:cubicBezTo>
                <a:cubicBezTo>
                  <a:pt x="77" y="86"/>
                  <a:pt x="80" y="85"/>
                  <a:pt x="82" y="83"/>
                </a:cubicBezTo>
                <a:cubicBezTo>
                  <a:pt x="82" y="83"/>
                  <a:pt x="82" y="83"/>
                  <a:pt x="82" y="83"/>
                </a:cubicBezTo>
                <a:cubicBezTo>
                  <a:pt x="84" y="81"/>
                  <a:pt x="85" y="79"/>
                  <a:pt x="85" y="76"/>
                </a:cubicBezTo>
                <a:cubicBezTo>
                  <a:pt x="85" y="73"/>
                  <a:pt x="84" y="71"/>
                  <a:pt x="82" y="69"/>
                </a:cubicBezTo>
                <a:cubicBezTo>
                  <a:pt x="82" y="69"/>
                  <a:pt x="82" y="69"/>
                  <a:pt x="82" y="69"/>
                </a:cubicBezTo>
                <a:close/>
                <a:moveTo>
                  <a:pt x="33" y="101"/>
                </a:moveTo>
                <a:cubicBezTo>
                  <a:pt x="33" y="101"/>
                  <a:pt x="33" y="101"/>
                  <a:pt x="33" y="101"/>
                </a:cubicBezTo>
                <a:cubicBezTo>
                  <a:pt x="31" y="104"/>
                  <a:pt x="31" y="104"/>
                  <a:pt x="31" y="104"/>
                </a:cubicBezTo>
                <a:cubicBezTo>
                  <a:pt x="41" y="109"/>
                  <a:pt x="41" y="109"/>
                  <a:pt x="41" y="109"/>
                </a:cubicBezTo>
                <a:cubicBezTo>
                  <a:pt x="42" y="106"/>
                  <a:pt x="42" y="106"/>
                  <a:pt x="42" y="106"/>
                </a:cubicBezTo>
                <a:cubicBezTo>
                  <a:pt x="33" y="101"/>
                  <a:pt x="33" y="101"/>
                  <a:pt x="33" y="101"/>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0" name="Freeform 12"/>
          <p:cNvSpPr>
            <a:spLocks noEditPoints="1"/>
          </p:cNvSpPr>
          <p:nvPr/>
        </p:nvSpPr>
        <p:spPr bwMode="auto">
          <a:xfrm>
            <a:off x="134107" y="2472073"/>
            <a:ext cx="130548" cy="187604"/>
          </a:xfrm>
          <a:custGeom>
            <a:avLst/>
            <a:gdLst>
              <a:gd name="T0" fmla="*/ 3 w 121"/>
              <a:gd name="T1" fmla="*/ 119 h 174"/>
              <a:gd name="T2" fmla="*/ 23 w 121"/>
              <a:gd name="T3" fmla="*/ 115 h 174"/>
              <a:gd name="T4" fmla="*/ 38 w 121"/>
              <a:gd name="T5" fmla="*/ 74 h 174"/>
              <a:gd name="T6" fmla="*/ 38 w 121"/>
              <a:gd name="T7" fmla="*/ 74 h 174"/>
              <a:gd name="T8" fmla="*/ 38 w 121"/>
              <a:gd name="T9" fmla="*/ 29 h 174"/>
              <a:gd name="T10" fmla="*/ 54 w 121"/>
              <a:gd name="T11" fmla="*/ 21 h 174"/>
              <a:gd name="T12" fmla="*/ 60 w 121"/>
              <a:gd name="T13" fmla="*/ 0 h 174"/>
              <a:gd name="T14" fmla="*/ 67 w 121"/>
              <a:gd name="T15" fmla="*/ 21 h 174"/>
              <a:gd name="T16" fmla="*/ 92 w 121"/>
              <a:gd name="T17" fmla="*/ 51 h 174"/>
              <a:gd name="T18" fmla="*/ 82 w 121"/>
              <a:gd name="T19" fmla="*/ 74 h 174"/>
              <a:gd name="T20" fmla="*/ 98 w 121"/>
              <a:gd name="T21" fmla="*/ 115 h 174"/>
              <a:gd name="T22" fmla="*/ 117 w 121"/>
              <a:gd name="T23" fmla="*/ 119 h 174"/>
              <a:gd name="T24" fmla="*/ 102 w 121"/>
              <a:gd name="T25" fmla="*/ 124 h 174"/>
              <a:gd name="T26" fmla="*/ 116 w 121"/>
              <a:gd name="T27" fmla="*/ 159 h 174"/>
              <a:gd name="T28" fmla="*/ 120 w 121"/>
              <a:gd name="T29" fmla="*/ 168 h 174"/>
              <a:gd name="T30" fmla="*/ 113 w 121"/>
              <a:gd name="T31" fmla="*/ 171 h 174"/>
              <a:gd name="T32" fmla="*/ 108 w 121"/>
              <a:gd name="T33" fmla="*/ 162 h 174"/>
              <a:gd name="T34" fmla="*/ 87 w 121"/>
              <a:gd name="T35" fmla="*/ 124 h 174"/>
              <a:gd name="T36" fmla="*/ 67 w 121"/>
              <a:gd name="T37" fmla="*/ 129 h 174"/>
              <a:gd name="T38" fmla="*/ 54 w 121"/>
              <a:gd name="T39" fmla="*/ 129 h 174"/>
              <a:gd name="T40" fmla="*/ 34 w 121"/>
              <a:gd name="T41" fmla="*/ 124 h 174"/>
              <a:gd name="T42" fmla="*/ 13 w 121"/>
              <a:gd name="T43" fmla="*/ 162 h 174"/>
              <a:gd name="T44" fmla="*/ 8 w 121"/>
              <a:gd name="T45" fmla="*/ 171 h 174"/>
              <a:gd name="T46" fmla="*/ 1 w 121"/>
              <a:gd name="T47" fmla="*/ 168 h 174"/>
              <a:gd name="T48" fmla="*/ 5 w 121"/>
              <a:gd name="T49" fmla="*/ 159 h 174"/>
              <a:gd name="T50" fmla="*/ 19 w 121"/>
              <a:gd name="T51" fmla="*/ 124 h 174"/>
              <a:gd name="T52" fmla="*/ 54 w 121"/>
              <a:gd name="T53" fmla="*/ 115 h 174"/>
              <a:gd name="T54" fmla="*/ 54 w 121"/>
              <a:gd name="T55" fmla="*/ 110 h 174"/>
              <a:gd name="T56" fmla="*/ 67 w 121"/>
              <a:gd name="T57" fmla="*/ 110 h 174"/>
              <a:gd name="T58" fmla="*/ 83 w 121"/>
              <a:gd name="T59" fmla="*/ 115 h 174"/>
              <a:gd name="T60" fmla="*/ 54 w 121"/>
              <a:gd name="T61" fmla="*/ 82 h 174"/>
              <a:gd name="T62" fmla="*/ 54 w 121"/>
              <a:gd name="T63" fmla="*/ 115 h 174"/>
              <a:gd name="T64" fmla="*/ 73 w 121"/>
              <a:gd name="T65" fmla="*/ 39 h 174"/>
              <a:gd name="T66" fmla="*/ 48 w 121"/>
              <a:gd name="T67" fmla="*/ 39 h 174"/>
              <a:gd name="T68" fmla="*/ 48 w 121"/>
              <a:gd name="T69" fmla="*/ 64 h 174"/>
              <a:gd name="T70" fmla="*/ 68 w 121"/>
              <a:gd name="T71" fmla="*/ 68 h 174"/>
              <a:gd name="T72" fmla="*/ 73 w 121"/>
              <a:gd name="T73" fmla="*/ 64 h 174"/>
              <a:gd name="T74" fmla="*/ 73 w 121"/>
              <a:gd name="T75" fmla="*/ 39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1" h="174">
                <a:moveTo>
                  <a:pt x="8" y="124"/>
                </a:moveTo>
                <a:cubicBezTo>
                  <a:pt x="5" y="124"/>
                  <a:pt x="3" y="122"/>
                  <a:pt x="3" y="119"/>
                </a:cubicBezTo>
                <a:cubicBezTo>
                  <a:pt x="3" y="117"/>
                  <a:pt x="5" y="115"/>
                  <a:pt x="8" y="115"/>
                </a:cubicBezTo>
                <a:cubicBezTo>
                  <a:pt x="23" y="115"/>
                  <a:pt x="23" y="115"/>
                  <a:pt x="23" y="115"/>
                </a:cubicBezTo>
                <a:cubicBezTo>
                  <a:pt x="42" y="77"/>
                  <a:pt x="42" y="77"/>
                  <a:pt x="42" y="77"/>
                </a:cubicBezTo>
                <a:cubicBezTo>
                  <a:pt x="41" y="76"/>
                  <a:pt x="40" y="75"/>
                  <a:pt x="38" y="74"/>
                </a:cubicBezTo>
                <a:cubicBezTo>
                  <a:pt x="38" y="74"/>
                  <a:pt x="38" y="74"/>
                  <a:pt x="38" y="74"/>
                </a:cubicBezTo>
                <a:cubicBezTo>
                  <a:pt x="38" y="74"/>
                  <a:pt x="38" y="74"/>
                  <a:pt x="38" y="74"/>
                </a:cubicBezTo>
                <a:cubicBezTo>
                  <a:pt x="33" y="68"/>
                  <a:pt x="29" y="60"/>
                  <a:pt x="29" y="51"/>
                </a:cubicBezTo>
                <a:cubicBezTo>
                  <a:pt x="29" y="43"/>
                  <a:pt x="33" y="35"/>
                  <a:pt x="38" y="29"/>
                </a:cubicBezTo>
                <a:cubicBezTo>
                  <a:pt x="39" y="29"/>
                  <a:pt x="39" y="29"/>
                  <a:pt x="39" y="29"/>
                </a:cubicBezTo>
                <a:cubicBezTo>
                  <a:pt x="43" y="25"/>
                  <a:pt x="48" y="22"/>
                  <a:pt x="54" y="21"/>
                </a:cubicBezTo>
                <a:cubicBezTo>
                  <a:pt x="54" y="7"/>
                  <a:pt x="54" y="7"/>
                  <a:pt x="54" y="7"/>
                </a:cubicBezTo>
                <a:cubicBezTo>
                  <a:pt x="54" y="3"/>
                  <a:pt x="57" y="0"/>
                  <a:pt x="60" y="0"/>
                </a:cubicBezTo>
                <a:cubicBezTo>
                  <a:pt x="64" y="0"/>
                  <a:pt x="67" y="3"/>
                  <a:pt x="67" y="7"/>
                </a:cubicBezTo>
                <a:cubicBezTo>
                  <a:pt x="67" y="21"/>
                  <a:pt x="67" y="21"/>
                  <a:pt x="67" y="21"/>
                </a:cubicBezTo>
                <a:cubicBezTo>
                  <a:pt x="73" y="22"/>
                  <a:pt x="78" y="25"/>
                  <a:pt x="82" y="29"/>
                </a:cubicBezTo>
                <a:cubicBezTo>
                  <a:pt x="88" y="35"/>
                  <a:pt x="92" y="43"/>
                  <a:pt x="92" y="51"/>
                </a:cubicBezTo>
                <a:cubicBezTo>
                  <a:pt x="92" y="60"/>
                  <a:pt x="88" y="68"/>
                  <a:pt x="82" y="74"/>
                </a:cubicBezTo>
                <a:cubicBezTo>
                  <a:pt x="82" y="74"/>
                  <a:pt x="82" y="74"/>
                  <a:pt x="82" y="74"/>
                </a:cubicBezTo>
                <a:cubicBezTo>
                  <a:pt x="81" y="75"/>
                  <a:pt x="80" y="76"/>
                  <a:pt x="79" y="77"/>
                </a:cubicBezTo>
                <a:cubicBezTo>
                  <a:pt x="98" y="115"/>
                  <a:pt x="98" y="115"/>
                  <a:pt x="98" y="115"/>
                </a:cubicBezTo>
                <a:cubicBezTo>
                  <a:pt x="113" y="115"/>
                  <a:pt x="113" y="115"/>
                  <a:pt x="113" y="115"/>
                </a:cubicBezTo>
                <a:cubicBezTo>
                  <a:pt x="116" y="115"/>
                  <a:pt x="117" y="117"/>
                  <a:pt x="117" y="119"/>
                </a:cubicBezTo>
                <a:cubicBezTo>
                  <a:pt x="117" y="122"/>
                  <a:pt x="116" y="124"/>
                  <a:pt x="113" y="124"/>
                </a:cubicBezTo>
                <a:cubicBezTo>
                  <a:pt x="102" y="124"/>
                  <a:pt x="102" y="124"/>
                  <a:pt x="102" y="124"/>
                </a:cubicBezTo>
                <a:cubicBezTo>
                  <a:pt x="116" y="153"/>
                  <a:pt x="116" y="153"/>
                  <a:pt x="116" y="153"/>
                </a:cubicBezTo>
                <a:cubicBezTo>
                  <a:pt x="117" y="155"/>
                  <a:pt x="117" y="157"/>
                  <a:pt x="116" y="159"/>
                </a:cubicBezTo>
                <a:cubicBezTo>
                  <a:pt x="117" y="162"/>
                  <a:pt x="117" y="162"/>
                  <a:pt x="117" y="162"/>
                </a:cubicBezTo>
                <a:cubicBezTo>
                  <a:pt x="120" y="168"/>
                  <a:pt x="120" y="168"/>
                  <a:pt x="120" y="168"/>
                </a:cubicBezTo>
                <a:cubicBezTo>
                  <a:pt x="121" y="170"/>
                  <a:pt x="120" y="172"/>
                  <a:pt x="118" y="173"/>
                </a:cubicBezTo>
                <a:cubicBezTo>
                  <a:pt x="116" y="174"/>
                  <a:pt x="114" y="173"/>
                  <a:pt x="113" y="171"/>
                </a:cubicBezTo>
                <a:cubicBezTo>
                  <a:pt x="110" y="165"/>
                  <a:pt x="110" y="165"/>
                  <a:pt x="110" y="165"/>
                </a:cubicBezTo>
                <a:cubicBezTo>
                  <a:pt x="108" y="162"/>
                  <a:pt x="108" y="162"/>
                  <a:pt x="108" y="162"/>
                </a:cubicBezTo>
                <a:cubicBezTo>
                  <a:pt x="106" y="162"/>
                  <a:pt x="104" y="160"/>
                  <a:pt x="103" y="158"/>
                </a:cubicBezTo>
                <a:cubicBezTo>
                  <a:pt x="87" y="124"/>
                  <a:pt x="87" y="124"/>
                  <a:pt x="87" y="124"/>
                </a:cubicBezTo>
                <a:cubicBezTo>
                  <a:pt x="67" y="124"/>
                  <a:pt x="67" y="124"/>
                  <a:pt x="67" y="124"/>
                </a:cubicBezTo>
                <a:cubicBezTo>
                  <a:pt x="67" y="129"/>
                  <a:pt x="67" y="129"/>
                  <a:pt x="67" y="129"/>
                </a:cubicBezTo>
                <a:cubicBezTo>
                  <a:pt x="67" y="132"/>
                  <a:pt x="64" y="136"/>
                  <a:pt x="60" y="136"/>
                </a:cubicBezTo>
                <a:cubicBezTo>
                  <a:pt x="57" y="136"/>
                  <a:pt x="54" y="132"/>
                  <a:pt x="54" y="129"/>
                </a:cubicBezTo>
                <a:cubicBezTo>
                  <a:pt x="54" y="124"/>
                  <a:pt x="54" y="124"/>
                  <a:pt x="54" y="124"/>
                </a:cubicBezTo>
                <a:cubicBezTo>
                  <a:pt x="34" y="124"/>
                  <a:pt x="34" y="124"/>
                  <a:pt x="34" y="124"/>
                </a:cubicBezTo>
                <a:cubicBezTo>
                  <a:pt x="17" y="158"/>
                  <a:pt x="17" y="158"/>
                  <a:pt x="17" y="158"/>
                </a:cubicBezTo>
                <a:cubicBezTo>
                  <a:pt x="16" y="160"/>
                  <a:pt x="15" y="162"/>
                  <a:pt x="13" y="162"/>
                </a:cubicBezTo>
                <a:cubicBezTo>
                  <a:pt x="11" y="165"/>
                  <a:pt x="11" y="165"/>
                  <a:pt x="11" y="165"/>
                </a:cubicBezTo>
                <a:cubicBezTo>
                  <a:pt x="8" y="171"/>
                  <a:pt x="8" y="171"/>
                  <a:pt x="8" y="171"/>
                </a:cubicBezTo>
                <a:cubicBezTo>
                  <a:pt x="7" y="173"/>
                  <a:pt x="5" y="174"/>
                  <a:pt x="3" y="173"/>
                </a:cubicBezTo>
                <a:cubicBezTo>
                  <a:pt x="1" y="172"/>
                  <a:pt x="0" y="170"/>
                  <a:pt x="1" y="168"/>
                </a:cubicBezTo>
                <a:cubicBezTo>
                  <a:pt x="4" y="162"/>
                  <a:pt x="4" y="162"/>
                  <a:pt x="4" y="162"/>
                </a:cubicBezTo>
                <a:cubicBezTo>
                  <a:pt x="5" y="159"/>
                  <a:pt x="5" y="159"/>
                  <a:pt x="5" y="159"/>
                </a:cubicBezTo>
                <a:cubicBezTo>
                  <a:pt x="4" y="157"/>
                  <a:pt x="4" y="155"/>
                  <a:pt x="5" y="153"/>
                </a:cubicBezTo>
                <a:cubicBezTo>
                  <a:pt x="19" y="124"/>
                  <a:pt x="19" y="124"/>
                  <a:pt x="19" y="124"/>
                </a:cubicBezTo>
                <a:cubicBezTo>
                  <a:pt x="8" y="124"/>
                  <a:pt x="8" y="124"/>
                  <a:pt x="8" y="124"/>
                </a:cubicBezTo>
                <a:close/>
                <a:moveTo>
                  <a:pt x="54" y="115"/>
                </a:moveTo>
                <a:cubicBezTo>
                  <a:pt x="54" y="115"/>
                  <a:pt x="54" y="115"/>
                  <a:pt x="54" y="115"/>
                </a:cubicBezTo>
                <a:cubicBezTo>
                  <a:pt x="54" y="110"/>
                  <a:pt x="54" y="110"/>
                  <a:pt x="54" y="110"/>
                </a:cubicBezTo>
                <a:cubicBezTo>
                  <a:pt x="54" y="107"/>
                  <a:pt x="57" y="103"/>
                  <a:pt x="60" y="103"/>
                </a:cubicBezTo>
                <a:cubicBezTo>
                  <a:pt x="64" y="103"/>
                  <a:pt x="67" y="107"/>
                  <a:pt x="67" y="110"/>
                </a:cubicBezTo>
                <a:cubicBezTo>
                  <a:pt x="67" y="115"/>
                  <a:pt x="67" y="115"/>
                  <a:pt x="67" y="115"/>
                </a:cubicBezTo>
                <a:cubicBezTo>
                  <a:pt x="83" y="115"/>
                  <a:pt x="83" y="115"/>
                  <a:pt x="83" y="115"/>
                </a:cubicBezTo>
                <a:cubicBezTo>
                  <a:pt x="67" y="82"/>
                  <a:pt x="67" y="82"/>
                  <a:pt x="67" y="82"/>
                </a:cubicBezTo>
                <a:cubicBezTo>
                  <a:pt x="63" y="83"/>
                  <a:pt x="58" y="83"/>
                  <a:pt x="54" y="82"/>
                </a:cubicBezTo>
                <a:cubicBezTo>
                  <a:pt x="38" y="115"/>
                  <a:pt x="38" y="115"/>
                  <a:pt x="38" y="115"/>
                </a:cubicBezTo>
                <a:cubicBezTo>
                  <a:pt x="54" y="115"/>
                  <a:pt x="54" y="115"/>
                  <a:pt x="54" y="115"/>
                </a:cubicBezTo>
                <a:close/>
                <a:moveTo>
                  <a:pt x="73" y="39"/>
                </a:moveTo>
                <a:cubicBezTo>
                  <a:pt x="73" y="39"/>
                  <a:pt x="73" y="39"/>
                  <a:pt x="73" y="39"/>
                </a:cubicBezTo>
                <a:cubicBezTo>
                  <a:pt x="66" y="32"/>
                  <a:pt x="55" y="32"/>
                  <a:pt x="48" y="39"/>
                </a:cubicBezTo>
                <a:cubicBezTo>
                  <a:pt x="48" y="39"/>
                  <a:pt x="48" y="39"/>
                  <a:pt x="48" y="39"/>
                </a:cubicBezTo>
                <a:cubicBezTo>
                  <a:pt x="45" y="42"/>
                  <a:pt x="43" y="47"/>
                  <a:pt x="43" y="51"/>
                </a:cubicBezTo>
                <a:cubicBezTo>
                  <a:pt x="43" y="56"/>
                  <a:pt x="45" y="61"/>
                  <a:pt x="48" y="64"/>
                </a:cubicBezTo>
                <a:cubicBezTo>
                  <a:pt x="53" y="69"/>
                  <a:pt x="61" y="71"/>
                  <a:pt x="67" y="68"/>
                </a:cubicBezTo>
                <a:cubicBezTo>
                  <a:pt x="68" y="68"/>
                  <a:pt x="68" y="68"/>
                  <a:pt x="68" y="68"/>
                </a:cubicBezTo>
                <a:cubicBezTo>
                  <a:pt x="69" y="67"/>
                  <a:pt x="71" y="66"/>
                  <a:pt x="73" y="64"/>
                </a:cubicBezTo>
                <a:cubicBezTo>
                  <a:pt x="73" y="64"/>
                  <a:pt x="73" y="64"/>
                  <a:pt x="73" y="64"/>
                </a:cubicBezTo>
                <a:cubicBezTo>
                  <a:pt x="76" y="61"/>
                  <a:pt x="78" y="56"/>
                  <a:pt x="78" y="51"/>
                </a:cubicBezTo>
                <a:cubicBezTo>
                  <a:pt x="78" y="47"/>
                  <a:pt x="76" y="42"/>
                  <a:pt x="73" y="39"/>
                </a:cubicBezTo>
                <a:cubicBezTo>
                  <a:pt x="73" y="39"/>
                  <a:pt x="73" y="39"/>
                  <a:pt x="73" y="39"/>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1" name="Freeform 13"/>
          <p:cNvSpPr>
            <a:spLocks noEditPoints="1"/>
          </p:cNvSpPr>
          <p:nvPr/>
        </p:nvSpPr>
        <p:spPr bwMode="auto">
          <a:xfrm>
            <a:off x="93026" y="1695727"/>
            <a:ext cx="212710" cy="176648"/>
          </a:xfrm>
          <a:custGeom>
            <a:avLst/>
            <a:gdLst>
              <a:gd name="T0" fmla="*/ 111 w 197"/>
              <a:gd name="T1" fmla="*/ 11 h 164"/>
              <a:gd name="T2" fmla="*/ 0 w 197"/>
              <a:gd name="T3" fmla="*/ 15 h 164"/>
              <a:gd name="T4" fmla="*/ 105 w 197"/>
              <a:gd name="T5" fmla="*/ 164 h 164"/>
              <a:gd name="T6" fmla="*/ 136 w 197"/>
              <a:gd name="T7" fmla="*/ 159 h 164"/>
              <a:gd name="T8" fmla="*/ 196 w 197"/>
              <a:gd name="T9" fmla="*/ 142 h 164"/>
              <a:gd name="T10" fmla="*/ 52 w 197"/>
              <a:gd name="T11" fmla="*/ 150 h 164"/>
              <a:gd name="T12" fmla="*/ 52 w 197"/>
              <a:gd name="T13" fmla="*/ 22 h 164"/>
              <a:gd name="T14" fmla="*/ 99 w 197"/>
              <a:gd name="T15" fmla="*/ 150 h 164"/>
              <a:gd name="T16" fmla="*/ 99 w 197"/>
              <a:gd name="T17" fmla="*/ 22 h 164"/>
              <a:gd name="T18" fmla="*/ 147 w 197"/>
              <a:gd name="T19" fmla="*/ 149 h 164"/>
              <a:gd name="T20" fmla="*/ 181 w 197"/>
              <a:gd name="T21" fmla="*/ 139 h 164"/>
              <a:gd name="T22" fmla="*/ 23 w 197"/>
              <a:gd name="T23" fmla="*/ 133 h 164"/>
              <a:gd name="T24" fmla="*/ 42 w 197"/>
              <a:gd name="T25" fmla="*/ 134 h 164"/>
              <a:gd name="T26" fmla="*/ 43 w 197"/>
              <a:gd name="T27" fmla="*/ 114 h 164"/>
              <a:gd name="T28" fmla="*/ 23 w 197"/>
              <a:gd name="T29" fmla="*/ 114 h 164"/>
              <a:gd name="T30" fmla="*/ 29 w 197"/>
              <a:gd name="T31" fmla="*/ 120 h 164"/>
              <a:gd name="T32" fmla="*/ 37 w 197"/>
              <a:gd name="T33" fmla="*/ 120 h 164"/>
              <a:gd name="T34" fmla="*/ 37 w 197"/>
              <a:gd name="T35" fmla="*/ 128 h 164"/>
              <a:gd name="T36" fmla="*/ 29 w 197"/>
              <a:gd name="T37" fmla="*/ 127 h 164"/>
              <a:gd name="T38" fmla="*/ 32 w 197"/>
              <a:gd name="T39" fmla="*/ 91 h 164"/>
              <a:gd name="T40" fmla="*/ 36 w 197"/>
              <a:gd name="T41" fmla="*/ 38 h 164"/>
              <a:gd name="T42" fmla="*/ 28 w 197"/>
              <a:gd name="T43" fmla="*/ 87 h 164"/>
              <a:gd name="T44" fmla="*/ 134 w 197"/>
              <a:gd name="T45" fmla="*/ 31 h 164"/>
              <a:gd name="T46" fmla="*/ 149 w 197"/>
              <a:gd name="T47" fmla="*/ 86 h 164"/>
              <a:gd name="T48" fmla="*/ 134 w 197"/>
              <a:gd name="T49" fmla="*/ 31 h 164"/>
              <a:gd name="T50" fmla="*/ 69 w 197"/>
              <a:gd name="T51" fmla="*/ 133 h 164"/>
              <a:gd name="T52" fmla="*/ 88 w 197"/>
              <a:gd name="T53" fmla="*/ 133 h 164"/>
              <a:gd name="T54" fmla="*/ 79 w 197"/>
              <a:gd name="T55" fmla="*/ 110 h 164"/>
              <a:gd name="T56" fmla="*/ 65 w 197"/>
              <a:gd name="T57" fmla="*/ 124 h 164"/>
              <a:gd name="T58" fmla="*/ 75 w 197"/>
              <a:gd name="T59" fmla="*/ 120 h 164"/>
              <a:gd name="T60" fmla="*/ 82 w 197"/>
              <a:gd name="T61" fmla="*/ 120 h 164"/>
              <a:gd name="T62" fmla="*/ 82 w 197"/>
              <a:gd name="T63" fmla="*/ 128 h 164"/>
              <a:gd name="T64" fmla="*/ 74 w 197"/>
              <a:gd name="T65" fmla="*/ 127 h 164"/>
              <a:gd name="T66" fmla="*/ 81 w 197"/>
              <a:gd name="T67" fmla="*/ 91 h 164"/>
              <a:gd name="T68" fmla="*/ 85 w 197"/>
              <a:gd name="T69" fmla="*/ 38 h 164"/>
              <a:gd name="T70" fmla="*/ 77 w 197"/>
              <a:gd name="T71" fmla="*/ 87 h 164"/>
              <a:gd name="T72" fmla="*/ 148 w 197"/>
              <a:gd name="T73" fmla="*/ 109 h 164"/>
              <a:gd name="T74" fmla="*/ 148 w 197"/>
              <a:gd name="T75" fmla="*/ 128 h 164"/>
              <a:gd name="T76" fmla="*/ 167 w 197"/>
              <a:gd name="T77" fmla="*/ 128 h 164"/>
              <a:gd name="T78" fmla="*/ 168 w 197"/>
              <a:gd name="T79" fmla="*/ 109 h 164"/>
              <a:gd name="T80" fmla="*/ 158 w 197"/>
              <a:gd name="T81" fmla="*/ 105 h 164"/>
              <a:gd name="T82" fmla="*/ 154 w 197"/>
              <a:gd name="T83" fmla="*/ 114 h 164"/>
              <a:gd name="T84" fmla="*/ 163 w 197"/>
              <a:gd name="T85" fmla="*/ 118 h 164"/>
              <a:gd name="T86" fmla="*/ 154 w 197"/>
              <a:gd name="T87" fmla="*/ 122 h 164"/>
              <a:gd name="T88" fmla="*/ 154 w 197"/>
              <a:gd name="T89" fmla="*/ 114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97" h="164">
                <a:moveTo>
                  <a:pt x="159" y="6"/>
                </a:moveTo>
                <a:cubicBezTo>
                  <a:pt x="158" y="2"/>
                  <a:pt x="155" y="0"/>
                  <a:pt x="151" y="1"/>
                </a:cubicBezTo>
                <a:cubicBezTo>
                  <a:pt x="111" y="11"/>
                  <a:pt x="111" y="11"/>
                  <a:pt x="111" y="11"/>
                </a:cubicBezTo>
                <a:cubicBezTo>
                  <a:pt x="110" y="10"/>
                  <a:pt x="108" y="8"/>
                  <a:pt x="105" y="8"/>
                </a:cubicBezTo>
                <a:cubicBezTo>
                  <a:pt x="7" y="8"/>
                  <a:pt x="7" y="8"/>
                  <a:pt x="7" y="8"/>
                </a:cubicBezTo>
                <a:cubicBezTo>
                  <a:pt x="3" y="8"/>
                  <a:pt x="0" y="11"/>
                  <a:pt x="0" y="15"/>
                </a:cubicBezTo>
                <a:cubicBezTo>
                  <a:pt x="0" y="157"/>
                  <a:pt x="0" y="157"/>
                  <a:pt x="0" y="157"/>
                </a:cubicBezTo>
                <a:cubicBezTo>
                  <a:pt x="0" y="161"/>
                  <a:pt x="3" y="164"/>
                  <a:pt x="7" y="164"/>
                </a:cubicBezTo>
                <a:cubicBezTo>
                  <a:pt x="105" y="164"/>
                  <a:pt x="105" y="164"/>
                  <a:pt x="105" y="164"/>
                </a:cubicBezTo>
                <a:cubicBezTo>
                  <a:pt x="109" y="164"/>
                  <a:pt x="112" y="161"/>
                  <a:pt x="112" y="157"/>
                </a:cubicBezTo>
                <a:cubicBezTo>
                  <a:pt x="112" y="71"/>
                  <a:pt x="112" y="71"/>
                  <a:pt x="112" y="71"/>
                </a:cubicBezTo>
                <a:cubicBezTo>
                  <a:pt x="136" y="159"/>
                  <a:pt x="136" y="159"/>
                  <a:pt x="136" y="159"/>
                </a:cubicBezTo>
                <a:cubicBezTo>
                  <a:pt x="136" y="162"/>
                  <a:pt x="140" y="164"/>
                  <a:pt x="144" y="163"/>
                </a:cubicBezTo>
                <a:cubicBezTo>
                  <a:pt x="191" y="151"/>
                  <a:pt x="191" y="151"/>
                  <a:pt x="191" y="151"/>
                </a:cubicBezTo>
                <a:cubicBezTo>
                  <a:pt x="195" y="150"/>
                  <a:pt x="197" y="146"/>
                  <a:pt x="196" y="142"/>
                </a:cubicBezTo>
                <a:cubicBezTo>
                  <a:pt x="159" y="6"/>
                  <a:pt x="159" y="6"/>
                  <a:pt x="159" y="6"/>
                </a:cubicBezTo>
                <a:close/>
                <a:moveTo>
                  <a:pt x="52" y="150"/>
                </a:moveTo>
                <a:cubicBezTo>
                  <a:pt x="52" y="150"/>
                  <a:pt x="52" y="150"/>
                  <a:pt x="52" y="150"/>
                </a:cubicBezTo>
                <a:cubicBezTo>
                  <a:pt x="14" y="150"/>
                  <a:pt x="14" y="150"/>
                  <a:pt x="14" y="150"/>
                </a:cubicBezTo>
                <a:cubicBezTo>
                  <a:pt x="14" y="22"/>
                  <a:pt x="14" y="22"/>
                  <a:pt x="14" y="22"/>
                </a:cubicBezTo>
                <a:cubicBezTo>
                  <a:pt x="52" y="22"/>
                  <a:pt x="52" y="22"/>
                  <a:pt x="52" y="22"/>
                </a:cubicBezTo>
                <a:cubicBezTo>
                  <a:pt x="52" y="150"/>
                  <a:pt x="52" y="150"/>
                  <a:pt x="52" y="150"/>
                </a:cubicBezTo>
                <a:close/>
                <a:moveTo>
                  <a:pt x="99" y="150"/>
                </a:moveTo>
                <a:cubicBezTo>
                  <a:pt x="99" y="150"/>
                  <a:pt x="99" y="150"/>
                  <a:pt x="99" y="150"/>
                </a:cubicBezTo>
                <a:cubicBezTo>
                  <a:pt x="60" y="150"/>
                  <a:pt x="60" y="150"/>
                  <a:pt x="60" y="150"/>
                </a:cubicBezTo>
                <a:cubicBezTo>
                  <a:pt x="60" y="22"/>
                  <a:pt x="60" y="22"/>
                  <a:pt x="60" y="22"/>
                </a:cubicBezTo>
                <a:cubicBezTo>
                  <a:pt x="99" y="22"/>
                  <a:pt x="99" y="22"/>
                  <a:pt x="99" y="22"/>
                </a:cubicBezTo>
                <a:cubicBezTo>
                  <a:pt x="99" y="150"/>
                  <a:pt x="99" y="150"/>
                  <a:pt x="99" y="150"/>
                </a:cubicBezTo>
                <a:close/>
                <a:moveTo>
                  <a:pt x="147" y="149"/>
                </a:moveTo>
                <a:cubicBezTo>
                  <a:pt x="147" y="149"/>
                  <a:pt x="147" y="149"/>
                  <a:pt x="147" y="149"/>
                </a:cubicBezTo>
                <a:cubicBezTo>
                  <a:pt x="114" y="25"/>
                  <a:pt x="114" y="25"/>
                  <a:pt x="114" y="25"/>
                </a:cubicBezTo>
                <a:cubicBezTo>
                  <a:pt x="148" y="16"/>
                  <a:pt x="148" y="16"/>
                  <a:pt x="148" y="16"/>
                </a:cubicBezTo>
                <a:cubicBezTo>
                  <a:pt x="181" y="139"/>
                  <a:pt x="181" y="139"/>
                  <a:pt x="181" y="139"/>
                </a:cubicBezTo>
                <a:cubicBezTo>
                  <a:pt x="147" y="149"/>
                  <a:pt x="147" y="149"/>
                  <a:pt x="147" y="149"/>
                </a:cubicBezTo>
                <a:close/>
                <a:moveTo>
                  <a:pt x="23" y="133"/>
                </a:moveTo>
                <a:cubicBezTo>
                  <a:pt x="23" y="133"/>
                  <a:pt x="23" y="133"/>
                  <a:pt x="23" y="133"/>
                </a:cubicBezTo>
                <a:cubicBezTo>
                  <a:pt x="23" y="133"/>
                  <a:pt x="23" y="133"/>
                  <a:pt x="23" y="133"/>
                </a:cubicBezTo>
                <a:cubicBezTo>
                  <a:pt x="26" y="136"/>
                  <a:pt x="29" y="137"/>
                  <a:pt x="33" y="137"/>
                </a:cubicBezTo>
                <a:cubicBezTo>
                  <a:pt x="37" y="137"/>
                  <a:pt x="40" y="136"/>
                  <a:pt x="42" y="134"/>
                </a:cubicBezTo>
                <a:cubicBezTo>
                  <a:pt x="43" y="133"/>
                  <a:pt x="43" y="133"/>
                  <a:pt x="43" y="133"/>
                </a:cubicBezTo>
                <a:cubicBezTo>
                  <a:pt x="45" y="131"/>
                  <a:pt x="47" y="127"/>
                  <a:pt x="47" y="124"/>
                </a:cubicBezTo>
                <a:cubicBezTo>
                  <a:pt x="47" y="120"/>
                  <a:pt x="45" y="116"/>
                  <a:pt x="43" y="114"/>
                </a:cubicBezTo>
                <a:cubicBezTo>
                  <a:pt x="42" y="114"/>
                  <a:pt x="42" y="114"/>
                  <a:pt x="42" y="114"/>
                </a:cubicBezTo>
                <a:cubicBezTo>
                  <a:pt x="40" y="112"/>
                  <a:pt x="37" y="110"/>
                  <a:pt x="33" y="110"/>
                </a:cubicBezTo>
                <a:cubicBezTo>
                  <a:pt x="29" y="110"/>
                  <a:pt x="26" y="112"/>
                  <a:pt x="23" y="114"/>
                </a:cubicBezTo>
                <a:cubicBezTo>
                  <a:pt x="21" y="116"/>
                  <a:pt x="19" y="120"/>
                  <a:pt x="19" y="124"/>
                </a:cubicBezTo>
                <a:cubicBezTo>
                  <a:pt x="19" y="127"/>
                  <a:pt x="21" y="131"/>
                  <a:pt x="23" y="133"/>
                </a:cubicBezTo>
                <a:close/>
                <a:moveTo>
                  <a:pt x="29" y="120"/>
                </a:moveTo>
                <a:cubicBezTo>
                  <a:pt x="29" y="120"/>
                  <a:pt x="29" y="120"/>
                  <a:pt x="29" y="120"/>
                </a:cubicBezTo>
                <a:cubicBezTo>
                  <a:pt x="30" y="119"/>
                  <a:pt x="31" y="118"/>
                  <a:pt x="33" y="118"/>
                </a:cubicBezTo>
                <a:cubicBezTo>
                  <a:pt x="34" y="118"/>
                  <a:pt x="36" y="119"/>
                  <a:pt x="37" y="120"/>
                </a:cubicBezTo>
                <a:cubicBezTo>
                  <a:pt x="37" y="120"/>
                  <a:pt x="37" y="120"/>
                  <a:pt x="37" y="120"/>
                </a:cubicBezTo>
                <a:cubicBezTo>
                  <a:pt x="38" y="121"/>
                  <a:pt x="38" y="122"/>
                  <a:pt x="38" y="124"/>
                </a:cubicBezTo>
                <a:cubicBezTo>
                  <a:pt x="38" y="125"/>
                  <a:pt x="38" y="127"/>
                  <a:pt x="37" y="128"/>
                </a:cubicBezTo>
                <a:cubicBezTo>
                  <a:pt x="36" y="129"/>
                  <a:pt x="34" y="129"/>
                  <a:pt x="33" y="129"/>
                </a:cubicBezTo>
                <a:cubicBezTo>
                  <a:pt x="31" y="129"/>
                  <a:pt x="30" y="129"/>
                  <a:pt x="29" y="128"/>
                </a:cubicBezTo>
                <a:cubicBezTo>
                  <a:pt x="29" y="127"/>
                  <a:pt x="29" y="127"/>
                  <a:pt x="29" y="127"/>
                </a:cubicBezTo>
                <a:cubicBezTo>
                  <a:pt x="28" y="126"/>
                  <a:pt x="27" y="125"/>
                  <a:pt x="27" y="124"/>
                </a:cubicBezTo>
                <a:cubicBezTo>
                  <a:pt x="27" y="122"/>
                  <a:pt x="28" y="121"/>
                  <a:pt x="29" y="120"/>
                </a:cubicBezTo>
                <a:close/>
                <a:moveTo>
                  <a:pt x="32" y="91"/>
                </a:moveTo>
                <a:cubicBezTo>
                  <a:pt x="32" y="91"/>
                  <a:pt x="32" y="91"/>
                  <a:pt x="32" y="91"/>
                </a:cubicBezTo>
                <a:cubicBezTo>
                  <a:pt x="34" y="91"/>
                  <a:pt x="36" y="89"/>
                  <a:pt x="36" y="87"/>
                </a:cubicBezTo>
                <a:cubicBezTo>
                  <a:pt x="36" y="38"/>
                  <a:pt x="36" y="38"/>
                  <a:pt x="36" y="38"/>
                </a:cubicBezTo>
                <a:cubicBezTo>
                  <a:pt x="36" y="35"/>
                  <a:pt x="34" y="34"/>
                  <a:pt x="32" y="34"/>
                </a:cubicBezTo>
                <a:cubicBezTo>
                  <a:pt x="29" y="34"/>
                  <a:pt x="28" y="35"/>
                  <a:pt x="28" y="38"/>
                </a:cubicBezTo>
                <a:cubicBezTo>
                  <a:pt x="28" y="87"/>
                  <a:pt x="28" y="87"/>
                  <a:pt x="28" y="87"/>
                </a:cubicBezTo>
                <a:cubicBezTo>
                  <a:pt x="28" y="89"/>
                  <a:pt x="29" y="91"/>
                  <a:pt x="32" y="91"/>
                </a:cubicBezTo>
                <a:close/>
                <a:moveTo>
                  <a:pt x="134" y="31"/>
                </a:moveTo>
                <a:cubicBezTo>
                  <a:pt x="134" y="31"/>
                  <a:pt x="134" y="31"/>
                  <a:pt x="134" y="31"/>
                </a:cubicBezTo>
                <a:cubicBezTo>
                  <a:pt x="132" y="32"/>
                  <a:pt x="131" y="34"/>
                  <a:pt x="131" y="36"/>
                </a:cubicBezTo>
                <a:cubicBezTo>
                  <a:pt x="144" y="84"/>
                  <a:pt x="144" y="84"/>
                  <a:pt x="144" y="84"/>
                </a:cubicBezTo>
                <a:cubicBezTo>
                  <a:pt x="144" y="86"/>
                  <a:pt x="146" y="87"/>
                  <a:pt x="149" y="86"/>
                </a:cubicBezTo>
                <a:cubicBezTo>
                  <a:pt x="151" y="86"/>
                  <a:pt x="152" y="84"/>
                  <a:pt x="152" y="82"/>
                </a:cubicBezTo>
                <a:cubicBezTo>
                  <a:pt x="139" y="34"/>
                  <a:pt x="139" y="34"/>
                  <a:pt x="139" y="34"/>
                </a:cubicBezTo>
                <a:cubicBezTo>
                  <a:pt x="138" y="32"/>
                  <a:pt x="136" y="31"/>
                  <a:pt x="134" y="31"/>
                </a:cubicBezTo>
                <a:close/>
                <a:moveTo>
                  <a:pt x="69" y="133"/>
                </a:moveTo>
                <a:cubicBezTo>
                  <a:pt x="69" y="133"/>
                  <a:pt x="69" y="133"/>
                  <a:pt x="69" y="133"/>
                </a:cubicBezTo>
                <a:cubicBezTo>
                  <a:pt x="69" y="133"/>
                  <a:pt x="69" y="133"/>
                  <a:pt x="69" y="133"/>
                </a:cubicBezTo>
                <a:cubicBezTo>
                  <a:pt x="71" y="136"/>
                  <a:pt x="75" y="137"/>
                  <a:pt x="79" y="137"/>
                </a:cubicBezTo>
                <a:cubicBezTo>
                  <a:pt x="82" y="137"/>
                  <a:pt x="86" y="136"/>
                  <a:pt x="88" y="134"/>
                </a:cubicBezTo>
                <a:cubicBezTo>
                  <a:pt x="88" y="133"/>
                  <a:pt x="88" y="133"/>
                  <a:pt x="88" y="133"/>
                </a:cubicBezTo>
                <a:cubicBezTo>
                  <a:pt x="91" y="131"/>
                  <a:pt x="92" y="127"/>
                  <a:pt x="92" y="124"/>
                </a:cubicBezTo>
                <a:cubicBezTo>
                  <a:pt x="92" y="120"/>
                  <a:pt x="91" y="116"/>
                  <a:pt x="88" y="114"/>
                </a:cubicBezTo>
                <a:cubicBezTo>
                  <a:pt x="86" y="112"/>
                  <a:pt x="82" y="110"/>
                  <a:pt x="79" y="110"/>
                </a:cubicBezTo>
                <a:cubicBezTo>
                  <a:pt x="75" y="110"/>
                  <a:pt x="71" y="112"/>
                  <a:pt x="69" y="114"/>
                </a:cubicBezTo>
                <a:cubicBezTo>
                  <a:pt x="69" y="114"/>
                  <a:pt x="69" y="114"/>
                  <a:pt x="69" y="114"/>
                </a:cubicBezTo>
                <a:cubicBezTo>
                  <a:pt x="66" y="116"/>
                  <a:pt x="65" y="120"/>
                  <a:pt x="65" y="124"/>
                </a:cubicBezTo>
                <a:cubicBezTo>
                  <a:pt x="65" y="127"/>
                  <a:pt x="66" y="131"/>
                  <a:pt x="69" y="133"/>
                </a:cubicBezTo>
                <a:close/>
                <a:moveTo>
                  <a:pt x="75" y="120"/>
                </a:moveTo>
                <a:cubicBezTo>
                  <a:pt x="75" y="120"/>
                  <a:pt x="75" y="120"/>
                  <a:pt x="75" y="120"/>
                </a:cubicBezTo>
                <a:cubicBezTo>
                  <a:pt x="76" y="119"/>
                  <a:pt x="77" y="118"/>
                  <a:pt x="79" y="118"/>
                </a:cubicBezTo>
                <a:cubicBezTo>
                  <a:pt x="80" y="118"/>
                  <a:pt x="81" y="119"/>
                  <a:pt x="82" y="120"/>
                </a:cubicBezTo>
                <a:cubicBezTo>
                  <a:pt x="82" y="120"/>
                  <a:pt x="82" y="120"/>
                  <a:pt x="82" y="120"/>
                </a:cubicBezTo>
                <a:cubicBezTo>
                  <a:pt x="84" y="121"/>
                  <a:pt x="84" y="122"/>
                  <a:pt x="84" y="124"/>
                </a:cubicBezTo>
                <a:cubicBezTo>
                  <a:pt x="84" y="125"/>
                  <a:pt x="84" y="127"/>
                  <a:pt x="83" y="128"/>
                </a:cubicBezTo>
                <a:cubicBezTo>
                  <a:pt x="82" y="128"/>
                  <a:pt x="82" y="128"/>
                  <a:pt x="82" y="128"/>
                </a:cubicBezTo>
                <a:cubicBezTo>
                  <a:pt x="81" y="129"/>
                  <a:pt x="80" y="129"/>
                  <a:pt x="79" y="129"/>
                </a:cubicBezTo>
                <a:cubicBezTo>
                  <a:pt x="77" y="129"/>
                  <a:pt x="76" y="129"/>
                  <a:pt x="75" y="128"/>
                </a:cubicBezTo>
                <a:cubicBezTo>
                  <a:pt x="74" y="127"/>
                  <a:pt x="74" y="127"/>
                  <a:pt x="74" y="127"/>
                </a:cubicBezTo>
                <a:cubicBezTo>
                  <a:pt x="74" y="126"/>
                  <a:pt x="73" y="125"/>
                  <a:pt x="73" y="124"/>
                </a:cubicBezTo>
                <a:cubicBezTo>
                  <a:pt x="73" y="122"/>
                  <a:pt x="74" y="121"/>
                  <a:pt x="75" y="120"/>
                </a:cubicBezTo>
                <a:close/>
                <a:moveTo>
                  <a:pt x="81" y="91"/>
                </a:moveTo>
                <a:cubicBezTo>
                  <a:pt x="81" y="91"/>
                  <a:pt x="81" y="91"/>
                  <a:pt x="81" y="91"/>
                </a:cubicBezTo>
                <a:cubicBezTo>
                  <a:pt x="83" y="91"/>
                  <a:pt x="85" y="89"/>
                  <a:pt x="85" y="87"/>
                </a:cubicBezTo>
                <a:cubicBezTo>
                  <a:pt x="85" y="38"/>
                  <a:pt x="85" y="38"/>
                  <a:pt x="85" y="38"/>
                </a:cubicBezTo>
                <a:cubicBezTo>
                  <a:pt x="85" y="35"/>
                  <a:pt x="83" y="34"/>
                  <a:pt x="81" y="34"/>
                </a:cubicBezTo>
                <a:cubicBezTo>
                  <a:pt x="79" y="34"/>
                  <a:pt x="77" y="35"/>
                  <a:pt x="77" y="38"/>
                </a:cubicBezTo>
                <a:cubicBezTo>
                  <a:pt x="77" y="87"/>
                  <a:pt x="77" y="87"/>
                  <a:pt x="77" y="87"/>
                </a:cubicBezTo>
                <a:cubicBezTo>
                  <a:pt x="77" y="89"/>
                  <a:pt x="79" y="91"/>
                  <a:pt x="81" y="91"/>
                </a:cubicBezTo>
                <a:close/>
                <a:moveTo>
                  <a:pt x="148" y="109"/>
                </a:moveTo>
                <a:cubicBezTo>
                  <a:pt x="148" y="109"/>
                  <a:pt x="148" y="109"/>
                  <a:pt x="148" y="109"/>
                </a:cubicBezTo>
                <a:cubicBezTo>
                  <a:pt x="146" y="111"/>
                  <a:pt x="144" y="114"/>
                  <a:pt x="144" y="118"/>
                </a:cubicBezTo>
                <a:cubicBezTo>
                  <a:pt x="144" y="122"/>
                  <a:pt x="146" y="125"/>
                  <a:pt x="148" y="128"/>
                </a:cubicBezTo>
                <a:cubicBezTo>
                  <a:pt x="148" y="128"/>
                  <a:pt x="148" y="128"/>
                  <a:pt x="148" y="128"/>
                </a:cubicBezTo>
                <a:cubicBezTo>
                  <a:pt x="151" y="130"/>
                  <a:pt x="154" y="132"/>
                  <a:pt x="158" y="132"/>
                </a:cubicBezTo>
                <a:cubicBezTo>
                  <a:pt x="161" y="132"/>
                  <a:pt x="165" y="131"/>
                  <a:pt x="167" y="128"/>
                </a:cubicBezTo>
                <a:cubicBezTo>
                  <a:pt x="167" y="128"/>
                  <a:pt x="167" y="128"/>
                  <a:pt x="167" y="128"/>
                </a:cubicBezTo>
                <a:cubicBezTo>
                  <a:pt x="168" y="128"/>
                  <a:pt x="168" y="128"/>
                  <a:pt x="168" y="128"/>
                </a:cubicBezTo>
                <a:cubicBezTo>
                  <a:pt x="170" y="126"/>
                  <a:pt x="171" y="122"/>
                  <a:pt x="171" y="118"/>
                </a:cubicBezTo>
                <a:cubicBezTo>
                  <a:pt x="171" y="114"/>
                  <a:pt x="170" y="111"/>
                  <a:pt x="168" y="109"/>
                </a:cubicBezTo>
                <a:cubicBezTo>
                  <a:pt x="168" y="109"/>
                  <a:pt x="168" y="109"/>
                  <a:pt x="168" y="109"/>
                </a:cubicBezTo>
                <a:cubicBezTo>
                  <a:pt x="168" y="109"/>
                  <a:pt x="168" y="109"/>
                  <a:pt x="168" y="109"/>
                </a:cubicBezTo>
                <a:cubicBezTo>
                  <a:pt x="165" y="106"/>
                  <a:pt x="162" y="105"/>
                  <a:pt x="158" y="105"/>
                </a:cubicBezTo>
                <a:cubicBezTo>
                  <a:pt x="154" y="105"/>
                  <a:pt x="151" y="106"/>
                  <a:pt x="148" y="109"/>
                </a:cubicBezTo>
                <a:close/>
                <a:moveTo>
                  <a:pt x="154" y="114"/>
                </a:moveTo>
                <a:cubicBezTo>
                  <a:pt x="154" y="114"/>
                  <a:pt x="154" y="114"/>
                  <a:pt x="154" y="114"/>
                </a:cubicBezTo>
                <a:cubicBezTo>
                  <a:pt x="155" y="113"/>
                  <a:pt x="156" y="113"/>
                  <a:pt x="158" y="113"/>
                </a:cubicBezTo>
                <a:cubicBezTo>
                  <a:pt x="159" y="113"/>
                  <a:pt x="161" y="113"/>
                  <a:pt x="162" y="114"/>
                </a:cubicBezTo>
                <a:cubicBezTo>
                  <a:pt x="163" y="115"/>
                  <a:pt x="163" y="117"/>
                  <a:pt x="163" y="118"/>
                </a:cubicBezTo>
                <a:cubicBezTo>
                  <a:pt x="163" y="120"/>
                  <a:pt x="163" y="121"/>
                  <a:pt x="162" y="122"/>
                </a:cubicBezTo>
                <a:cubicBezTo>
                  <a:pt x="161" y="123"/>
                  <a:pt x="159" y="124"/>
                  <a:pt x="158" y="124"/>
                </a:cubicBezTo>
                <a:cubicBezTo>
                  <a:pt x="156" y="124"/>
                  <a:pt x="155" y="123"/>
                  <a:pt x="154" y="122"/>
                </a:cubicBezTo>
                <a:cubicBezTo>
                  <a:pt x="154" y="122"/>
                  <a:pt x="154" y="122"/>
                  <a:pt x="154" y="122"/>
                </a:cubicBezTo>
                <a:cubicBezTo>
                  <a:pt x="153" y="121"/>
                  <a:pt x="152" y="120"/>
                  <a:pt x="152" y="118"/>
                </a:cubicBezTo>
                <a:cubicBezTo>
                  <a:pt x="152" y="117"/>
                  <a:pt x="153" y="115"/>
                  <a:pt x="154" y="114"/>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8" name="Freeform 10"/>
          <p:cNvSpPr>
            <a:spLocks noEditPoints="1"/>
          </p:cNvSpPr>
          <p:nvPr/>
        </p:nvSpPr>
        <p:spPr bwMode="auto">
          <a:xfrm>
            <a:off x="107850" y="2091788"/>
            <a:ext cx="174824" cy="175280"/>
          </a:xfrm>
          <a:custGeom>
            <a:avLst/>
            <a:gdLst>
              <a:gd name="T0" fmla="*/ 47 w 162"/>
              <a:gd name="T1" fmla="*/ 34 h 163"/>
              <a:gd name="T2" fmla="*/ 34 w 162"/>
              <a:gd name="T3" fmla="*/ 47 h 163"/>
              <a:gd name="T4" fmla="*/ 32 w 162"/>
              <a:gd name="T5" fmla="*/ 61 h 163"/>
              <a:gd name="T6" fmla="*/ 41 w 162"/>
              <a:gd name="T7" fmla="*/ 52 h 163"/>
              <a:gd name="T8" fmla="*/ 52 w 162"/>
              <a:gd name="T9" fmla="*/ 41 h 163"/>
              <a:gd name="T10" fmla="*/ 60 w 162"/>
              <a:gd name="T11" fmla="*/ 32 h 163"/>
              <a:gd name="T12" fmla="*/ 160 w 162"/>
              <a:gd name="T13" fmla="*/ 150 h 163"/>
              <a:gd name="T14" fmla="*/ 130 w 162"/>
              <a:gd name="T15" fmla="*/ 121 h 163"/>
              <a:gd name="T16" fmla="*/ 147 w 162"/>
              <a:gd name="T17" fmla="*/ 74 h 163"/>
              <a:gd name="T18" fmla="*/ 142 w 162"/>
              <a:gd name="T19" fmla="*/ 46 h 163"/>
              <a:gd name="T20" fmla="*/ 126 w 162"/>
              <a:gd name="T21" fmla="*/ 22 h 163"/>
              <a:gd name="T22" fmla="*/ 74 w 162"/>
              <a:gd name="T23" fmla="*/ 0 h 163"/>
              <a:gd name="T24" fmla="*/ 6 w 162"/>
              <a:gd name="T25" fmla="*/ 46 h 163"/>
              <a:gd name="T26" fmla="*/ 5 w 162"/>
              <a:gd name="T27" fmla="*/ 102 h 163"/>
              <a:gd name="T28" fmla="*/ 21 w 162"/>
              <a:gd name="T29" fmla="*/ 126 h 163"/>
              <a:gd name="T30" fmla="*/ 45 w 162"/>
              <a:gd name="T31" fmla="*/ 142 h 163"/>
              <a:gd name="T32" fmla="*/ 45 w 162"/>
              <a:gd name="T33" fmla="*/ 142 h 163"/>
              <a:gd name="T34" fmla="*/ 102 w 162"/>
              <a:gd name="T35" fmla="*/ 142 h 163"/>
              <a:gd name="T36" fmla="*/ 150 w 162"/>
              <a:gd name="T37" fmla="*/ 160 h 163"/>
              <a:gd name="T38" fmla="*/ 160 w 162"/>
              <a:gd name="T39" fmla="*/ 150 h 163"/>
              <a:gd name="T40" fmla="*/ 116 w 162"/>
              <a:gd name="T41" fmla="*/ 117 h 163"/>
              <a:gd name="T42" fmla="*/ 97 w 162"/>
              <a:gd name="T43" fmla="*/ 130 h 163"/>
              <a:gd name="T44" fmla="*/ 51 w 162"/>
              <a:gd name="T45" fmla="*/ 130 h 163"/>
              <a:gd name="T46" fmla="*/ 31 w 162"/>
              <a:gd name="T47" fmla="*/ 117 h 163"/>
              <a:gd name="T48" fmla="*/ 31 w 162"/>
              <a:gd name="T49" fmla="*/ 117 h 163"/>
              <a:gd name="T50" fmla="*/ 18 w 162"/>
              <a:gd name="T51" fmla="*/ 97 h 163"/>
              <a:gd name="T52" fmla="*/ 18 w 162"/>
              <a:gd name="T53" fmla="*/ 51 h 163"/>
              <a:gd name="T54" fmla="*/ 74 w 162"/>
              <a:gd name="T55" fmla="*/ 14 h 163"/>
              <a:gd name="T56" fmla="*/ 116 w 162"/>
              <a:gd name="T57" fmla="*/ 31 h 163"/>
              <a:gd name="T58" fmla="*/ 129 w 162"/>
              <a:gd name="T59" fmla="*/ 51 h 163"/>
              <a:gd name="T60" fmla="*/ 134 w 162"/>
              <a:gd name="T61" fmla="*/ 74 h 163"/>
              <a:gd name="T62" fmla="*/ 116 w 162"/>
              <a:gd name="T63" fmla="*/ 117 h 163"/>
              <a:gd name="T64" fmla="*/ 117 w 162"/>
              <a:gd name="T65" fmla="*/ 70 h 163"/>
              <a:gd name="T66" fmla="*/ 110 w 162"/>
              <a:gd name="T67" fmla="*/ 89 h 163"/>
              <a:gd name="T68" fmla="*/ 102 w 162"/>
              <a:gd name="T69" fmla="*/ 102 h 163"/>
              <a:gd name="T70" fmla="*/ 74 w 162"/>
              <a:gd name="T71" fmla="*/ 114 h 163"/>
              <a:gd name="T72" fmla="*/ 74 w 162"/>
              <a:gd name="T73" fmla="*/ 122 h 163"/>
              <a:gd name="T74" fmla="*/ 107 w 162"/>
              <a:gd name="T75" fmla="*/ 108 h 163"/>
              <a:gd name="T76" fmla="*/ 118 w 162"/>
              <a:gd name="T77" fmla="*/ 92 h 163"/>
              <a:gd name="T78" fmla="*/ 117 w 162"/>
              <a:gd name="T79" fmla="*/ 70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62" h="163">
                <a:moveTo>
                  <a:pt x="55" y="30"/>
                </a:moveTo>
                <a:cubicBezTo>
                  <a:pt x="52" y="31"/>
                  <a:pt x="50" y="33"/>
                  <a:pt x="47" y="34"/>
                </a:cubicBezTo>
                <a:cubicBezTo>
                  <a:pt x="44" y="36"/>
                  <a:pt x="42" y="38"/>
                  <a:pt x="40" y="40"/>
                </a:cubicBezTo>
                <a:cubicBezTo>
                  <a:pt x="38" y="42"/>
                  <a:pt x="36" y="45"/>
                  <a:pt x="34" y="47"/>
                </a:cubicBezTo>
                <a:cubicBezTo>
                  <a:pt x="32" y="50"/>
                  <a:pt x="31" y="53"/>
                  <a:pt x="30" y="55"/>
                </a:cubicBezTo>
                <a:cubicBezTo>
                  <a:pt x="29" y="57"/>
                  <a:pt x="30" y="60"/>
                  <a:pt x="32" y="61"/>
                </a:cubicBezTo>
                <a:cubicBezTo>
                  <a:pt x="34" y="62"/>
                  <a:pt x="36" y="61"/>
                  <a:pt x="37" y="59"/>
                </a:cubicBezTo>
                <a:cubicBezTo>
                  <a:pt x="38" y="56"/>
                  <a:pt x="39" y="54"/>
                  <a:pt x="41" y="52"/>
                </a:cubicBezTo>
                <a:cubicBezTo>
                  <a:pt x="42" y="50"/>
                  <a:pt x="44" y="48"/>
                  <a:pt x="46" y="46"/>
                </a:cubicBezTo>
                <a:cubicBezTo>
                  <a:pt x="48" y="44"/>
                  <a:pt x="49" y="43"/>
                  <a:pt x="52" y="41"/>
                </a:cubicBezTo>
                <a:cubicBezTo>
                  <a:pt x="54" y="40"/>
                  <a:pt x="56" y="38"/>
                  <a:pt x="58" y="37"/>
                </a:cubicBezTo>
                <a:cubicBezTo>
                  <a:pt x="60" y="37"/>
                  <a:pt x="61" y="34"/>
                  <a:pt x="60" y="32"/>
                </a:cubicBezTo>
                <a:cubicBezTo>
                  <a:pt x="59" y="30"/>
                  <a:pt x="57" y="29"/>
                  <a:pt x="55" y="30"/>
                </a:cubicBezTo>
                <a:close/>
                <a:moveTo>
                  <a:pt x="160" y="150"/>
                </a:moveTo>
                <a:cubicBezTo>
                  <a:pt x="160" y="150"/>
                  <a:pt x="160" y="150"/>
                  <a:pt x="160" y="150"/>
                </a:cubicBezTo>
                <a:cubicBezTo>
                  <a:pt x="130" y="121"/>
                  <a:pt x="130" y="121"/>
                  <a:pt x="130" y="121"/>
                </a:cubicBezTo>
                <a:cubicBezTo>
                  <a:pt x="135" y="115"/>
                  <a:pt x="139" y="109"/>
                  <a:pt x="142" y="102"/>
                </a:cubicBezTo>
                <a:cubicBezTo>
                  <a:pt x="145" y="93"/>
                  <a:pt x="147" y="84"/>
                  <a:pt x="147" y="74"/>
                </a:cubicBezTo>
                <a:cubicBezTo>
                  <a:pt x="147" y="64"/>
                  <a:pt x="145" y="55"/>
                  <a:pt x="142" y="46"/>
                </a:cubicBezTo>
                <a:cubicBezTo>
                  <a:pt x="142" y="46"/>
                  <a:pt x="142" y="46"/>
                  <a:pt x="142" y="46"/>
                </a:cubicBezTo>
                <a:cubicBezTo>
                  <a:pt x="138" y="37"/>
                  <a:pt x="133" y="29"/>
                  <a:pt x="126" y="22"/>
                </a:cubicBezTo>
                <a:cubicBezTo>
                  <a:pt x="126" y="22"/>
                  <a:pt x="126" y="22"/>
                  <a:pt x="126" y="22"/>
                </a:cubicBezTo>
                <a:cubicBezTo>
                  <a:pt x="119" y="15"/>
                  <a:pt x="111" y="10"/>
                  <a:pt x="102" y="6"/>
                </a:cubicBezTo>
                <a:cubicBezTo>
                  <a:pt x="93" y="2"/>
                  <a:pt x="84" y="0"/>
                  <a:pt x="74" y="0"/>
                </a:cubicBezTo>
                <a:cubicBezTo>
                  <a:pt x="53" y="0"/>
                  <a:pt x="35" y="8"/>
                  <a:pt x="21" y="22"/>
                </a:cubicBezTo>
                <a:cubicBezTo>
                  <a:pt x="15" y="29"/>
                  <a:pt x="9" y="37"/>
                  <a:pt x="6" y="46"/>
                </a:cubicBezTo>
                <a:cubicBezTo>
                  <a:pt x="2" y="55"/>
                  <a:pt x="0" y="64"/>
                  <a:pt x="0" y="74"/>
                </a:cubicBezTo>
                <a:cubicBezTo>
                  <a:pt x="0" y="84"/>
                  <a:pt x="2" y="93"/>
                  <a:pt x="5" y="102"/>
                </a:cubicBezTo>
                <a:cubicBezTo>
                  <a:pt x="6" y="102"/>
                  <a:pt x="6" y="102"/>
                  <a:pt x="6" y="102"/>
                </a:cubicBezTo>
                <a:cubicBezTo>
                  <a:pt x="9" y="111"/>
                  <a:pt x="15" y="119"/>
                  <a:pt x="21" y="126"/>
                </a:cubicBezTo>
                <a:cubicBezTo>
                  <a:pt x="22" y="126"/>
                  <a:pt x="22" y="126"/>
                  <a:pt x="22" y="126"/>
                </a:cubicBezTo>
                <a:cubicBezTo>
                  <a:pt x="28" y="133"/>
                  <a:pt x="36" y="138"/>
                  <a:pt x="45" y="142"/>
                </a:cubicBezTo>
                <a:cubicBezTo>
                  <a:pt x="45" y="142"/>
                  <a:pt x="45" y="142"/>
                  <a:pt x="45" y="142"/>
                </a:cubicBezTo>
                <a:cubicBezTo>
                  <a:pt x="45" y="142"/>
                  <a:pt x="45" y="142"/>
                  <a:pt x="45" y="142"/>
                </a:cubicBezTo>
                <a:cubicBezTo>
                  <a:pt x="54" y="146"/>
                  <a:pt x="64" y="148"/>
                  <a:pt x="74" y="148"/>
                </a:cubicBezTo>
                <a:cubicBezTo>
                  <a:pt x="84" y="148"/>
                  <a:pt x="93" y="146"/>
                  <a:pt x="102" y="142"/>
                </a:cubicBezTo>
                <a:cubicBezTo>
                  <a:pt x="109" y="139"/>
                  <a:pt x="115" y="135"/>
                  <a:pt x="121" y="131"/>
                </a:cubicBezTo>
                <a:cubicBezTo>
                  <a:pt x="150" y="160"/>
                  <a:pt x="150" y="160"/>
                  <a:pt x="150" y="160"/>
                </a:cubicBezTo>
                <a:cubicBezTo>
                  <a:pt x="153" y="163"/>
                  <a:pt x="157" y="163"/>
                  <a:pt x="160" y="160"/>
                </a:cubicBezTo>
                <a:cubicBezTo>
                  <a:pt x="162" y="157"/>
                  <a:pt x="162" y="153"/>
                  <a:pt x="160" y="150"/>
                </a:cubicBezTo>
                <a:close/>
                <a:moveTo>
                  <a:pt x="116" y="117"/>
                </a:moveTo>
                <a:cubicBezTo>
                  <a:pt x="116" y="117"/>
                  <a:pt x="116" y="117"/>
                  <a:pt x="116" y="117"/>
                </a:cubicBezTo>
                <a:cubicBezTo>
                  <a:pt x="116" y="117"/>
                  <a:pt x="116" y="117"/>
                  <a:pt x="116" y="117"/>
                </a:cubicBezTo>
                <a:cubicBezTo>
                  <a:pt x="111" y="122"/>
                  <a:pt x="104" y="127"/>
                  <a:pt x="97" y="130"/>
                </a:cubicBezTo>
                <a:cubicBezTo>
                  <a:pt x="90" y="133"/>
                  <a:pt x="82" y="134"/>
                  <a:pt x="74" y="134"/>
                </a:cubicBezTo>
                <a:cubicBezTo>
                  <a:pt x="65" y="134"/>
                  <a:pt x="58" y="133"/>
                  <a:pt x="51" y="130"/>
                </a:cubicBezTo>
                <a:cubicBezTo>
                  <a:pt x="51" y="130"/>
                  <a:pt x="51" y="130"/>
                  <a:pt x="51" y="130"/>
                </a:cubicBezTo>
                <a:cubicBezTo>
                  <a:pt x="43" y="127"/>
                  <a:pt x="37" y="122"/>
                  <a:pt x="31" y="117"/>
                </a:cubicBezTo>
                <a:cubicBezTo>
                  <a:pt x="31" y="117"/>
                  <a:pt x="31" y="117"/>
                  <a:pt x="31" y="117"/>
                </a:cubicBezTo>
                <a:cubicBezTo>
                  <a:pt x="31" y="117"/>
                  <a:pt x="31" y="117"/>
                  <a:pt x="31" y="117"/>
                </a:cubicBezTo>
                <a:cubicBezTo>
                  <a:pt x="26" y="111"/>
                  <a:pt x="21" y="104"/>
                  <a:pt x="18" y="97"/>
                </a:cubicBezTo>
                <a:cubicBezTo>
                  <a:pt x="18" y="97"/>
                  <a:pt x="18" y="97"/>
                  <a:pt x="18" y="97"/>
                </a:cubicBezTo>
                <a:cubicBezTo>
                  <a:pt x="15" y="90"/>
                  <a:pt x="13" y="82"/>
                  <a:pt x="13" y="74"/>
                </a:cubicBezTo>
                <a:cubicBezTo>
                  <a:pt x="13" y="66"/>
                  <a:pt x="15" y="58"/>
                  <a:pt x="18" y="51"/>
                </a:cubicBezTo>
                <a:cubicBezTo>
                  <a:pt x="21" y="44"/>
                  <a:pt x="26" y="37"/>
                  <a:pt x="31" y="31"/>
                </a:cubicBezTo>
                <a:cubicBezTo>
                  <a:pt x="42" y="21"/>
                  <a:pt x="57" y="14"/>
                  <a:pt x="74" y="14"/>
                </a:cubicBezTo>
                <a:cubicBezTo>
                  <a:pt x="82" y="14"/>
                  <a:pt x="90" y="15"/>
                  <a:pt x="97" y="18"/>
                </a:cubicBezTo>
                <a:cubicBezTo>
                  <a:pt x="104" y="21"/>
                  <a:pt x="111" y="26"/>
                  <a:pt x="116" y="31"/>
                </a:cubicBezTo>
                <a:cubicBezTo>
                  <a:pt x="117" y="32"/>
                  <a:pt x="117" y="32"/>
                  <a:pt x="117" y="32"/>
                </a:cubicBezTo>
                <a:cubicBezTo>
                  <a:pt x="122" y="37"/>
                  <a:pt x="126" y="44"/>
                  <a:pt x="129" y="51"/>
                </a:cubicBezTo>
                <a:cubicBezTo>
                  <a:pt x="129" y="51"/>
                  <a:pt x="129" y="51"/>
                  <a:pt x="129" y="51"/>
                </a:cubicBezTo>
                <a:cubicBezTo>
                  <a:pt x="132" y="58"/>
                  <a:pt x="134" y="66"/>
                  <a:pt x="134" y="74"/>
                </a:cubicBezTo>
                <a:cubicBezTo>
                  <a:pt x="134" y="82"/>
                  <a:pt x="132" y="90"/>
                  <a:pt x="129" y="97"/>
                </a:cubicBezTo>
                <a:cubicBezTo>
                  <a:pt x="126" y="104"/>
                  <a:pt x="122" y="111"/>
                  <a:pt x="116" y="117"/>
                </a:cubicBezTo>
                <a:close/>
                <a:moveTo>
                  <a:pt x="117" y="70"/>
                </a:moveTo>
                <a:cubicBezTo>
                  <a:pt x="117" y="70"/>
                  <a:pt x="117" y="70"/>
                  <a:pt x="117" y="70"/>
                </a:cubicBezTo>
                <a:cubicBezTo>
                  <a:pt x="115" y="70"/>
                  <a:pt x="113" y="72"/>
                  <a:pt x="113" y="74"/>
                </a:cubicBezTo>
                <a:cubicBezTo>
                  <a:pt x="113" y="79"/>
                  <a:pt x="112" y="84"/>
                  <a:pt x="110" y="89"/>
                </a:cubicBezTo>
                <a:cubicBezTo>
                  <a:pt x="110" y="89"/>
                  <a:pt x="110" y="89"/>
                  <a:pt x="110" y="89"/>
                </a:cubicBezTo>
                <a:cubicBezTo>
                  <a:pt x="108" y="94"/>
                  <a:pt x="105" y="98"/>
                  <a:pt x="102" y="102"/>
                </a:cubicBezTo>
                <a:cubicBezTo>
                  <a:pt x="98" y="106"/>
                  <a:pt x="94" y="109"/>
                  <a:pt x="89" y="111"/>
                </a:cubicBezTo>
                <a:cubicBezTo>
                  <a:pt x="84" y="113"/>
                  <a:pt x="79" y="114"/>
                  <a:pt x="74" y="114"/>
                </a:cubicBezTo>
                <a:cubicBezTo>
                  <a:pt x="71" y="114"/>
                  <a:pt x="70" y="115"/>
                  <a:pt x="70" y="118"/>
                </a:cubicBezTo>
                <a:cubicBezTo>
                  <a:pt x="70" y="120"/>
                  <a:pt x="71" y="122"/>
                  <a:pt x="74" y="122"/>
                </a:cubicBezTo>
                <a:cubicBezTo>
                  <a:pt x="80" y="122"/>
                  <a:pt x="86" y="120"/>
                  <a:pt x="92" y="118"/>
                </a:cubicBezTo>
                <a:cubicBezTo>
                  <a:pt x="98" y="116"/>
                  <a:pt x="103" y="112"/>
                  <a:pt x="107" y="108"/>
                </a:cubicBezTo>
                <a:cubicBezTo>
                  <a:pt x="112" y="103"/>
                  <a:pt x="115" y="98"/>
                  <a:pt x="118" y="92"/>
                </a:cubicBezTo>
                <a:cubicBezTo>
                  <a:pt x="118" y="92"/>
                  <a:pt x="118" y="92"/>
                  <a:pt x="118" y="92"/>
                </a:cubicBezTo>
                <a:cubicBezTo>
                  <a:pt x="120" y="86"/>
                  <a:pt x="121" y="80"/>
                  <a:pt x="121" y="74"/>
                </a:cubicBezTo>
                <a:cubicBezTo>
                  <a:pt x="121" y="72"/>
                  <a:pt x="120" y="70"/>
                  <a:pt x="117" y="70"/>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grpSp>
        <p:nvGrpSpPr>
          <p:cNvPr id="25" name="组合 24"/>
          <p:cNvGrpSpPr/>
          <p:nvPr/>
        </p:nvGrpSpPr>
        <p:grpSpPr>
          <a:xfrm>
            <a:off x="8632482" y="346839"/>
            <a:ext cx="156623" cy="156623"/>
            <a:chOff x="8689063" y="2493438"/>
            <a:chExt cx="156623" cy="156623"/>
          </a:xfrm>
        </p:grpSpPr>
        <p:sp>
          <p:nvSpPr>
            <p:cNvPr id="27" name="矩形 26"/>
            <p:cNvSpPr/>
            <p:nvPr/>
          </p:nvSpPr>
          <p:spPr>
            <a:xfrm>
              <a:off x="8689063" y="2493438"/>
              <a:ext cx="156623" cy="156623"/>
            </a:xfrm>
            <a:prstGeom prst="rect">
              <a:avLst/>
            </a:prstGeom>
            <a:solidFill>
              <a:srgbClr val="586B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任意多边形 27"/>
            <p:cNvSpPr/>
            <p:nvPr/>
          </p:nvSpPr>
          <p:spPr>
            <a:xfrm rot="10800000">
              <a:off x="8737889" y="2531868"/>
              <a:ext cx="58967" cy="79764"/>
            </a:xfrm>
            <a:custGeom>
              <a:avLst/>
              <a:gdLst>
                <a:gd name="connsiteX0" fmla="*/ 0 w 78581"/>
                <a:gd name="connsiteY0" fmla="*/ 0 h 152400"/>
                <a:gd name="connsiteX1" fmla="*/ 78581 w 78581"/>
                <a:gd name="connsiteY1" fmla="*/ 78581 h 152400"/>
                <a:gd name="connsiteX2" fmla="*/ 4762 w 78581"/>
                <a:gd name="connsiteY2" fmla="*/ 152400 h 152400"/>
              </a:gdLst>
              <a:ahLst/>
              <a:cxnLst>
                <a:cxn ang="0">
                  <a:pos x="connsiteX0" y="connsiteY0"/>
                </a:cxn>
                <a:cxn ang="0">
                  <a:pos x="connsiteX1" y="connsiteY1"/>
                </a:cxn>
                <a:cxn ang="0">
                  <a:pos x="connsiteX2" y="connsiteY2"/>
                </a:cxn>
              </a:cxnLst>
              <a:rect l="l" t="t" r="r" b="b"/>
              <a:pathLst>
                <a:path w="78581" h="152400">
                  <a:moveTo>
                    <a:pt x="0" y="0"/>
                  </a:moveTo>
                  <a:lnTo>
                    <a:pt x="78581" y="78581"/>
                  </a:lnTo>
                  <a:lnTo>
                    <a:pt x="4762" y="152400"/>
                  </a:lnTo>
                </a:path>
              </a:pathLst>
            </a:cu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9" name="组合 28"/>
          <p:cNvGrpSpPr/>
          <p:nvPr/>
        </p:nvGrpSpPr>
        <p:grpSpPr>
          <a:xfrm>
            <a:off x="8789105" y="346839"/>
            <a:ext cx="156623" cy="156623"/>
            <a:chOff x="8845686" y="2493438"/>
            <a:chExt cx="156623" cy="156623"/>
          </a:xfrm>
        </p:grpSpPr>
        <p:sp>
          <p:nvSpPr>
            <p:cNvPr id="39" name="矩形 38"/>
            <p:cNvSpPr/>
            <p:nvPr/>
          </p:nvSpPr>
          <p:spPr>
            <a:xfrm>
              <a:off x="8845686" y="2493438"/>
              <a:ext cx="156623" cy="156623"/>
            </a:xfrm>
            <a:prstGeom prst="rect">
              <a:avLst/>
            </a:prstGeom>
            <a:solidFill>
              <a:srgbClr val="37B0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任意多边形 39"/>
            <p:cNvSpPr/>
            <p:nvPr/>
          </p:nvSpPr>
          <p:spPr>
            <a:xfrm>
              <a:off x="8894513" y="2531868"/>
              <a:ext cx="58967" cy="79764"/>
            </a:xfrm>
            <a:custGeom>
              <a:avLst/>
              <a:gdLst>
                <a:gd name="connsiteX0" fmla="*/ 0 w 78581"/>
                <a:gd name="connsiteY0" fmla="*/ 0 h 152400"/>
                <a:gd name="connsiteX1" fmla="*/ 78581 w 78581"/>
                <a:gd name="connsiteY1" fmla="*/ 78581 h 152400"/>
                <a:gd name="connsiteX2" fmla="*/ 4762 w 78581"/>
                <a:gd name="connsiteY2" fmla="*/ 152400 h 152400"/>
              </a:gdLst>
              <a:ahLst/>
              <a:cxnLst>
                <a:cxn ang="0">
                  <a:pos x="connsiteX0" y="connsiteY0"/>
                </a:cxn>
                <a:cxn ang="0">
                  <a:pos x="connsiteX1" y="connsiteY1"/>
                </a:cxn>
                <a:cxn ang="0">
                  <a:pos x="connsiteX2" y="connsiteY2"/>
                </a:cxn>
              </a:cxnLst>
              <a:rect l="l" t="t" r="r" b="b"/>
              <a:pathLst>
                <a:path w="78581" h="152400">
                  <a:moveTo>
                    <a:pt x="0" y="0"/>
                  </a:moveTo>
                  <a:lnTo>
                    <a:pt x="78581" y="78581"/>
                  </a:lnTo>
                  <a:lnTo>
                    <a:pt x="4762" y="152400"/>
                  </a:lnTo>
                </a:path>
              </a:pathLst>
            </a:cu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1" name="矩形 40">
            <a:hlinkClick r:id="" action="ppaction://hlinkshowjump?jump=previousslide"/>
          </p:cNvPr>
          <p:cNvSpPr/>
          <p:nvPr/>
        </p:nvSpPr>
        <p:spPr>
          <a:xfrm>
            <a:off x="8632479" y="340203"/>
            <a:ext cx="156623" cy="166239"/>
          </a:xfrm>
          <a:prstGeom prst="rect">
            <a:avLst/>
          </a:prstGeom>
          <a:solidFill>
            <a:srgbClr val="37B0E8">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矩形 41">
            <a:hlinkClick r:id="" action="ppaction://hlinkshowjump?jump=nextslide"/>
          </p:cNvPr>
          <p:cNvSpPr/>
          <p:nvPr/>
        </p:nvSpPr>
        <p:spPr>
          <a:xfrm>
            <a:off x="8789102" y="340203"/>
            <a:ext cx="156623" cy="166239"/>
          </a:xfrm>
          <a:prstGeom prst="rect">
            <a:avLst/>
          </a:prstGeom>
          <a:solidFill>
            <a:srgbClr val="37B0E8">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矩形 42"/>
          <p:cNvSpPr/>
          <p:nvPr/>
        </p:nvSpPr>
        <p:spPr>
          <a:xfrm>
            <a:off x="5867400" y="262034"/>
            <a:ext cx="2665040" cy="285078"/>
          </a:xfrm>
          <a:prstGeom prst="rect">
            <a:avLst/>
          </a:prstGeom>
        </p:spPr>
        <p:txBody>
          <a:bodyPr wrap="square" lIns="0" tIns="0" rIns="0" bIns="0" anchor="ctr" anchorCtr="0">
            <a:spAutoFit/>
          </a:bodyPr>
          <a:lstStyle/>
          <a:p>
            <a:pPr algn="r">
              <a:lnSpc>
                <a:spcPct val="150000"/>
              </a:lnSpc>
            </a:pPr>
            <a:r>
              <a:rPr lang="zh-CN" altLang="en-US" sz="1400" b="1" dirty="0">
                <a:solidFill>
                  <a:srgbClr val="354454"/>
                </a:solidFill>
                <a:latin typeface="微软雅黑" pitchFamily="34" charset="-122"/>
                <a:ea typeface="微软雅黑" pitchFamily="34" charset="-122"/>
              </a:rPr>
              <a:t>应用前景</a:t>
            </a:r>
          </a:p>
        </p:txBody>
      </p:sp>
      <p:sp>
        <p:nvSpPr>
          <p:cNvPr id="26" name="矩形 25"/>
          <p:cNvSpPr/>
          <p:nvPr/>
        </p:nvSpPr>
        <p:spPr>
          <a:xfrm>
            <a:off x="614945" y="1653245"/>
            <a:ext cx="441146" cy="246221"/>
          </a:xfrm>
          <a:prstGeom prst="rect">
            <a:avLst/>
          </a:prstGeom>
        </p:spPr>
        <p:txBody>
          <a:bodyPr wrap="none">
            <a:spAutoFit/>
          </a:bodyPr>
          <a:lstStyle/>
          <a:p>
            <a:pPr algn="ctr"/>
            <a:r>
              <a:rPr lang="zh-CN" altLang="en-US" sz="1000" dirty="0">
                <a:ln w="6350">
                  <a:noFill/>
                </a:ln>
                <a:solidFill>
                  <a:srgbClr val="586B7F"/>
                </a:solidFill>
                <a:latin typeface="Impact" pitchFamily="34" charset="0"/>
                <a:ea typeface="微软雅黑" pitchFamily="34" charset="-122"/>
              </a:rPr>
              <a:t>绪论</a:t>
            </a:r>
          </a:p>
        </p:txBody>
      </p:sp>
      <p:sp>
        <p:nvSpPr>
          <p:cNvPr id="30" name="矩形 29"/>
          <p:cNvSpPr/>
          <p:nvPr/>
        </p:nvSpPr>
        <p:spPr>
          <a:xfrm>
            <a:off x="422584" y="2036065"/>
            <a:ext cx="825867" cy="246221"/>
          </a:xfrm>
          <a:prstGeom prst="rect">
            <a:avLst/>
          </a:prstGeom>
        </p:spPr>
        <p:txBody>
          <a:bodyPr wrap="none">
            <a:spAutoFit/>
          </a:bodyPr>
          <a:lstStyle/>
          <a:p>
            <a:pPr algn="ctr"/>
            <a:r>
              <a:rPr lang="zh-CN" altLang="en-US" sz="1000" dirty="0">
                <a:ln w="6350">
                  <a:noFill/>
                </a:ln>
                <a:solidFill>
                  <a:srgbClr val="586B7F"/>
                </a:solidFill>
                <a:latin typeface="Impact" pitchFamily="34" charset="0"/>
                <a:ea typeface="微软雅黑" pitchFamily="34" charset="-122"/>
              </a:rPr>
              <a:t>思路与方法</a:t>
            </a:r>
          </a:p>
        </p:txBody>
      </p:sp>
      <p:sp>
        <p:nvSpPr>
          <p:cNvPr id="31" name="矩形 30"/>
          <p:cNvSpPr/>
          <p:nvPr/>
        </p:nvSpPr>
        <p:spPr>
          <a:xfrm>
            <a:off x="422585" y="2823369"/>
            <a:ext cx="825867" cy="246221"/>
          </a:xfrm>
          <a:prstGeom prst="rect">
            <a:avLst/>
          </a:prstGeom>
        </p:spPr>
        <p:txBody>
          <a:bodyPr wrap="none">
            <a:spAutoFit/>
          </a:bodyPr>
          <a:lstStyle/>
          <a:p>
            <a:pPr algn="ctr"/>
            <a:r>
              <a:rPr lang="zh-CN" altLang="en-US" sz="1000" dirty="0">
                <a:ln w="6350">
                  <a:noFill/>
                </a:ln>
                <a:solidFill>
                  <a:schemeClr val="bg1"/>
                </a:solidFill>
                <a:latin typeface="Impact" pitchFamily="34" charset="0"/>
                <a:ea typeface="微软雅黑" pitchFamily="34" charset="-122"/>
              </a:rPr>
              <a:t>成果与应用</a:t>
            </a:r>
          </a:p>
        </p:txBody>
      </p:sp>
      <p:sp>
        <p:nvSpPr>
          <p:cNvPr id="32" name="矩形 31"/>
          <p:cNvSpPr/>
          <p:nvPr/>
        </p:nvSpPr>
        <p:spPr>
          <a:xfrm>
            <a:off x="422585" y="2432846"/>
            <a:ext cx="825867" cy="246221"/>
          </a:xfrm>
          <a:prstGeom prst="rect">
            <a:avLst/>
          </a:prstGeom>
        </p:spPr>
        <p:txBody>
          <a:bodyPr wrap="none">
            <a:spAutoFit/>
          </a:bodyPr>
          <a:lstStyle/>
          <a:p>
            <a:pPr algn="ctr"/>
            <a:r>
              <a:rPr lang="zh-CN" altLang="en-US" sz="1000" dirty="0">
                <a:ln w="6350">
                  <a:noFill/>
                </a:ln>
                <a:solidFill>
                  <a:srgbClr val="586B7F"/>
                </a:solidFill>
                <a:latin typeface="Impact" pitchFamily="34" charset="0"/>
                <a:ea typeface="微软雅黑" pitchFamily="34" charset="-122"/>
              </a:rPr>
              <a:t>技术与难点</a:t>
            </a:r>
          </a:p>
        </p:txBody>
      </p:sp>
      <p:sp>
        <p:nvSpPr>
          <p:cNvPr id="34" name="Freeform 9"/>
          <p:cNvSpPr>
            <a:spLocks noEditPoints="1"/>
          </p:cNvSpPr>
          <p:nvPr/>
        </p:nvSpPr>
        <p:spPr bwMode="auto">
          <a:xfrm>
            <a:off x="83442" y="3272333"/>
            <a:ext cx="231878" cy="151086"/>
          </a:xfrm>
          <a:custGeom>
            <a:avLst/>
            <a:gdLst>
              <a:gd name="T0" fmla="*/ 58 w 215"/>
              <a:gd name="T1" fmla="*/ 83 h 140"/>
              <a:gd name="T2" fmla="*/ 58 w 215"/>
              <a:gd name="T3" fmla="*/ 91 h 140"/>
              <a:gd name="T4" fmla="*/ 161 w 215"/>
              <a:gd name="T5" fmla="*/ 87 h 140"/>
              <a:gd name="T6" fmla="*/ 58 w 215"/>
              <a:gd name="T7" fmla="*/ 73 h 140"/>
              <a:gd name="T8" fmla="*/ 98 w 215"/>
              <a:gd name="T9" fmla="*/ 73 h 140"/>
              <a:gd name="T10" fmla="*/ 102 w 215"/>
              <a:gd name="T11" fmla="*/ 34 h 140"/>
              <a:gd name="T12" fmla="*/ 58 w 215"/>
              <a:gd name="T13" fmla="*/ 30 h 140"/>
              <a:gd name="T14" fmla="*/ 54 w 215"/>
              <a:gd name="T15" fmla="*/ 69 h 140"/>
              <a:gd name="T16" fmla="*/ 63 w 215"/>
              <a:gd name="T17" fmla="*/ 38 h 140"/>
              <a:gd name="T18" fmla="*/ 94 w 215"/>
              <a:gd name="T19" fmla="*/ 38 h 140"/>
              <a:gd name="T20" fmla="*/ 63 w 215"/>
              <a:gd name="T21" fmla="*/ 65 h 140"/>
              <a:gd name="T22" fmla="*/ 27 w 215"/>
              <a:gd name="T23" fmla="*/ 121 h 140"/>
              <a:gd name="T24" fmla="*/ 189 w 215"/>
              <a:gd name="T25" fmla="*/ 121 h 140"/>
              <a:gd name="T26" fmla="*/ 196 w 215"/>
              <a:gd name="T27" fmla="*/ 7 h 140"/>
              <a:gd name="T28" fmla="*/ 27 w 215"/>
              <a:gd name="T29" fmla="*/ 0 h 140"/>
              <a:gd name="T30" fmla="*/ 20 w 215"/>
              <a:gd name="T31" fmla="*/ 114 h 140"/>
              <a:gd name="T32" fmla="*/ 33 w 215"/>
              <a:gd name="T33" fmla="*/ 13 h 140"/>
              <a:gd name="T34" fmla="*/ 182 w 215"/>
              <a:gd name="T35" fmla="*/ 13 h 140"/>
              <a:gd name="T36" fmla="*/ 33 w 215"/>
              <a:gd name="T37" fmla="*/ 107 h 140"/>
              <a:gd name="T38" fmla="*/ 157 w 215"/>
              <a:gd name="T39" fmla="*/ 48 h 140"/>
              <a:gd name="T40" fmla="*/ 111 w 215"/>
              <a:gd name="T41" fmla="*/ 48 h 140"/>
              <a:gd name="T42" fmla="*/ 111 w 215"/>
              <a:gd name="T43" fmla="*/ 56 h 140"/>
              <a:gd name="T44" fmla="*/ 161 w 215"/>
              <a:gd name="T45" fmla="*/ 52 h 140"/>
              <a:gd name="T46" fmla="*/ 157 w 215"/>
              <a:gd name="T47" fmla="*/ 65 h 140"/>
              <a:gd name="T48" fmla="*/ 111 w 215"/>
              <a:gd name="T49" fmla="*/ 65 h 140"/>
              <a:gd name="T50" fmla="*/ 111 w 215"/>
              <a:gd name="T51" fmla="*/ 73 h 140"/>
              <a:gd name="T52" fmla="*/ 161 w 215"/>
              <a:gd name="T53" fmla="*/ 69 h 140"/>
              <a:gd name="T54" fmla="*/ 157 w 215"/>
              <a:gd name="T55" fmla="*/ 30 h 140"/>
              <a:gd name="T56" fmla="*/ 111 w 215"/>
              <a:gd name="T57" fmla="*/ 30 h 140"/>
              <a:gd name="T58" fmla="*/ 111 w 215"/>
              <a:gd name="T59" fmla="*/ 38 h 140"/>
              <a:gd name="T60" fmla="*/ 161 w 215"/>
              <a:gd name="T61" fmla="*/ 34 h 140"/>
              <a:gd name="T62" fmla="*/ 209 w 215"/>
              <a:gd name="T63" fmla="*/ 127 h 140"/>
              <a:gd name="T64" fmla="*/ 7 w 215"/>
              <a:gd name="T65" fmla="*/ 127 h 140"/>
              <a:gd name="T66" fmla="*/ 7 w 215"/>
              <a:gd name="T67" fmla="*/ 140 h 140"/>
              <a:gd name="T68" fmla="*/ 215 w 215"/>
              <a:gd name="T69" fmla="*/ 13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15" h="140">
                <a:moveTo>
                  <a:pt x="157" y="83"/>
                </a:moveTo>
                <a:cubicBezTo>
                  <a:pt x="58" y="83"/>
                  <a:pt x="58" y="83"/>
                  <a:pt x="58" y="83"/>
                </a:cubicBezTo>
                <a:cubicBezTo>
                  <a:pt x="56" y="83"/>
                  <a:pt x="54" y="84"/>
                  <a:pt x="54" y="87"/>
                </a:cubicBezTo>
                <a:cubicBezTo>
                  <a:pt x="54" y="89"/>
                  <a:pt x="56" y="91"/>
                  <a:pt x="58" y="91"/>
                </a:cubicBezTo>
                <a:cubicBezTo>
                  <a:pt x="157" y="91"/>
                  <a:pt x="157" y="91"/>
                  <a:pt x="157" y="91"/>
                </a:cubicBezTo>
                <a:cubicBezTo>
                  <a:pt x="159" y="91"/>
                  <a:pt x="161" y="89"/>
                  <a:pt x="161" y="87"/>
                </a:cubicBezTo>
                <a:cubicBezTo>
                  <a:pt x="161" y="84"/>
                  <a:pt x="159" y="83"/>
                  <a:pt x="157" y="83"/>
                </a:cubicBezTo>
                <a:close/>
                <a:moveTo>
                  <a:pt x="58" y="73"/>
                </a:moveTo>
                <a:cubicBezTo>
                  <a:pt x="58" y="73"/>
                  <a:pt x="58" y="73"/>
                  <a:pt x="58" y="73"/>
                </a:cubicBezTo>
                <a:cubicBezTo>
                  <a:pt x="98" y="73"/>
                  <a:pt x="98" y="73"/>
                  <a:pt x="98" y="73"/>
                </a:cubicBezTo>
                <a:cubicBezTo>
                  <a:pt x="100" y="73"/>
                  <a:pt x="102" y="71"/>
                  <a:pt x="102" y="69"/>
                </a:cubicBezTo>
                <a:cubicBezTo>
                  <a:pt x="102" y="34"/>
                  <a:pt x="102" y="34"/>
                  <a:pt x="102" y="34"/>
                </a:cubicBezTo>
                <a:cubicBezTo>
                  <a:pt x="102" y="32"/>
                  <a:pt x="100" y="30"/>
                  <a:pt x="98" y="30"/>
                </a:cubicBezTo>
                <a:cubicBezTo>
                  <a:pt x="58" y="30"/>
                  <a:pt x="58" y="30"/>
                  <a:pt x="58" y="30"/>
                </a:cubicBezTo>
                <a:cubicBezTo>
                  <a:pt x="56" y="30"/>
                  <a:pt x="54" y="32"/>
                  <a:pt x="54" y="34"/>
                </a:cubicBezTo>
                <a:cubicBezTo>
                  <a:pt x="54" y="69"/>
                  <a:pt x="54" y="69"/>
                  <a:pt x="54" y="69"/>
                </a:cubicBezTo>
                <a:cubicBezTo>
                  <a:pt x="54" y="71"/>
                  <a:pt x="56" y="73"/>
                  <a:pt x="58" y="73"/>
                </a:cubicBezTo>
                <a:close/>
                <a:moveTo>
                  <a:pt x="63" y="38"/>
                </a:moveTo>
                <a:cubicBezTo>
                  <a:pt x="63" y="38"/>
                  <a:pt x="63" y="38"/>
                  <a:pt x="63" y="38"/>
                </a:cubicBezTo>
                <a:cubicBezTo>
                  <a:pt x="94" y="38"/>
                  <a:pt x="94" y="38"/>
                  <a:pt x="94" y="38"/>
                </a:cubicBezTo>
                <a:cubicBezTo>
                  <a:pt x="94" y="65"/>
                  <a:pt x="94" y="65"/>
                  <a:pt x="94" y="65"/>
                </a:cubicBezTo>
                <a:cubicBezTo>
                  <a:pt x="63" y="65"/>
                  <a:pt x="63" y="65"/>
                  <a:pt x="63" y="65"/>
                </a:cubicBezTo>
                <a:cubicBezTo>
                  <a:pt x="63" y="38"/>
                  <a:pt x="63" y="38"/>
                  <a:pt x="63" y="38"/>
                </a:cubicBezTo>
                <a:close/>
                <a:moveTo>
                  <a:pt x="27" y="121"/>
                </a:moveTo>
                <a:cubicBezTo>
                  <a:pt x="27" y="121"/>
                  <a:pt x="27" y="121"/>
                  <a:pt x="27" y="121"/>
                </a:cubicBezTo>
                <a:cubicBezTo>
                  <a:pt x="189" y="121"/>
                  <a:pt x="189" y="121"/>
                  <a:pt x="189" y="121"/>
                </a:cubicBezTo>
                <a:cubicBezTo>
                  <a:pt x="193" y="121"/>
                  <a:pt x="196" y="118"/>
                  <a:pt x="196" y="114"/>
                </a:cubicBezTo>
                <a:cubicBezTo>
                  <a:pt x="196" y="7"/>
                  <a:pt x="196" y="7"/>
                  <a:pt x="196" y="7"/>
                </a:cubicBezTo>
                <a:cubicBezTo>
                  <a:pt x="196" y="3"/>
                  <a:pt x="193" y="0"/>
                  <a:pt x="189" y="0"/>
                </a:cubicBezTo>
                <a:cubicBezTo>
                  <a:pt x="27" y="0"/>
                  <a:pt x="27" y="0"/>
                  <a:pt x="27" y="0"/>
                </a:cubicBezTo>
                <a:cubicBezTo>
                  <a:pt x="23" y="0"/>
                  <a:pt x="20" y="3"/>
                  <a:pt x="20" y="7"/>
                </a:cubicBezTo>
                <a:cubicBezTo>
                  <a:pt x="20" y="114"/>
                  <a:pt x="20" y="114"/>
                  <a:pt x="20" y="114"/>
                </a:cubicBezTo>
                <a:cubicBezTo>
                  <a:pt x="20" y="118"/>
                  <a:pt x="23" y="121"/>
                  <a:pt x="27" y="121"/>
                </a:cubicBezTo>
                <a:close/>
                <a:moveTo>
                  <a:pt x="33" y="13"/>
                </a:moveTo>
                <a:cubicBezTo>
                  <a:pt x="33" y="13"/>
                  <a:pt x="33" y="13"/>
                  <a:pt x="33" y="13"/>
                </a:cubicBezTo>
                <a:cubicBezTo>
                  <a:pt x="182" y="13"/>
                  <a:pt x="182" y="13"/>
                  <a:pt x="182" y="13"/>
                </a:cubicBezTo>
                <a:cubicBezTo>
                  <a:pt x="182" y="107"/>
                  <a:pt x="182" y="107"/>
                  <a:pt x="182" y="107"/>
                </a:cubicBezTo>
                <a:cubicBezTo>
                  <a:pt x="33" y="107"/>
                  <a:pt x="33" y="107"/>
                  <a:pt x="33" y="107"/>
                </a:cubicBezTo>
                <a:cubicBezTo>
                  <a:pt x="33" y="13"/>
                  <a:pt x="33" y="13"/>
                  <a:pt x="33" y="13"/>
                </a:cubicBezTo>
                <a:close/>
                <a:moveTo>
                  <a:pt x="157" y="48"/>
                </a:moveTo>
                <a:cubicBezTo>
                  <a:pt x="157" y="48"/>
                  <a:pt x="157" y="48"/>
                  <a:pt x="157" y="48"/>
                </a:cubicBezTo>
                <a:cubicBezTo>
                  <a:pt x="111" y="48"/>
                  <a:pt x="111" y="48"/>
                  <a:pt x="111" y="48"/>
                </a:cubicBezTo>
                <a:cubicBezTo>
                  <a:pt x="108" y="48"/>
                  <a:pt x="107" y="49"/>
                  <a:pt x="107" y="52"/>
                </a:cubicBezTo>
                <a:cubicBezTo>
                  <a:pt x="107" y="54"/>
                  <a:pt x="108" y="56"/>
                  <a:pt x="111" y="56"/>
                </a:cubicBezTo>
                <a:cubicBezTo>
                  <a:pt x="157" y="56"/>
                  <a:pt x="157" y="56"/>
                  <a:pt x="157" y="56"/>
                </a:cubicBezTo>
                <a:cubicBezTo>
                  <a:pt x="159" y="56"/>
                  <a:pt x="161" y="54"/>
                  <a:pt x="161" y="52"/>
                </a:cubicBezTo>
                <a:cubicBezTo>
                  <a:pt x="161" y="49"/>
                  <a:pt x="159" y="48"/>
                  <a:pt x="157" y="48"/>
                </a:cubicBezTo>
                <a:close/>
                <a:moveTo>
                  <a:pt x="157" y="65"/>
                </a:moveTo>
                <a:cubicBezTo>
                  <a:pt x="157" y="65"/>
                  <a:pt x="157" y="65"/>
                  <a:pt x="157" y="65"/>
                </a:cubicBezTo>
                <a:cubicBezTo>
                  <a:pt x="111" y="65"/>
                  <a:pt x="111" y="65"/>
                  <a:pt x="111" y="65"/>
                </a:cubicBezTo>
                <a:cubicBezTo>
                  <a:pt x="108" y="65"/>
                  <a:pt x="107" y="67"/>
                  <a:pt x="107" y="69"/>
                </a:cubicBezTo>
                <a:cubicBezTo>
                  <a:pt x="107" y="71"/>
                  <a:pt x="108" y="73"/>
                  <a:pt x="111" y="73"/>
                </a:cubicBezTo>
                <a:cubicBezTo>
                  <a:pt x="157" y="73"/>
                  <a:pt x="157" y="73"/>
                  <a:pt x="157" y="73"/>
                </a:cubicBezTo>
                <a:cubicBezTo>
                  <a:pt x="159" y="73"/>
                  <a:pt x="161" y="71"/>
                  <a:pt x="161" y="69"/>
                </a:cubicBezTo>
                <a:cubicBezTo>
                  <a:pt x="161" y="67"/>
                  <a:pt x="159" y="65"/>
                  <a:pt x="157" y="65"/>
                </a:cubicBezTo>
                <a:close/>
                <a:moveTo>
                  <a:pt x="157" y="30"/>
                </a:moveTo>
                <a:cubicBezTo>
                  <a:pt x="157" y="30"/>
                  <a:pt x="157" y="30"/>
                  <a:pt x="157" y="30"/>
                </a:cubicBezTo>
                <a:cubicBezTo>
                  <a:pt x="111" y="30"/>
                  <a:pt x="111" y="30"/>
                  <a:pt x="111" y="30"/>
                </a:cubicBezTo>
                <a:cubicBezTo>
                  <a:pt x="108" y="30"/>
                  <a:pt x="107" y="32"/>
                  <a:pt x="107" y="34"/>
                </a:cubicBezTo>
                <a:cubicBezTo>
                  <a:pt x="107" y="37"/>
                  <a:pt x="108" y="38"/>
                  <a:pt x="111" y="38"/>
                </a:cubicBezTo>
                <a:cubicBezTo>
                  <a:pt x="157" y="38"/>
                  <a:pt x="157" y="38"/>
                  <a:pt x="157" y="38"/>
                </a:cubicBezTo>
                <a:cubicBezTo>
                  <a:pt x="159" y="38"/>
                  <a:pt x="161" y="37"/>
                  <a:pt x="161" y="34"/>
                </a:cubicBezTo>
                <a:cubicBezTo>
                  <a:pt x="161" y="32"/>
                  <a:pt x="159" y="30"/>
                  <a:pt x="157" y="30"/>
                </a:cubicBezTo>
                <a:close/>
                <a:moveTo>
                  <a:pt x="209" y="127"/>
                </a:moveTo>
                <a:cubicBezTo>
                  <a:pt x="209" y="127"/>
                  <a:pt x="209" y="127"/>
                  <a:pt x="209" y="127"/>
                </a:cubicBezTo>
                <a:cubicBezTo>
                  <a:pt x="7" y="127"/>
                  <a:pt x="7" y="127"/>
                  <a:pt x="7" y="127"/>
                </a:cubicBezTo>
                <a:cubicBezTo>
                  <a:pt x="3" y="127"/>
                  <a:pt x="0" y="130"/>
                  <a:pt x="0" y="134"/>
                </a:cubicBezTo>
                <a:cubicBezTo>
                  <a:pt x="0" y="137"/>
                  <a:pt x="3" y="140"/>
                  <a:pt x="7" y="140"/>
                </a:cubicBezTo>
                <a:cubicBezTo>
                  <a:pt x="209" y="140"/>
                  <a:pt x="209" y="140"/>
                  <a:pt x="209" y="140"/>
                </a:cubicBezTo>
                <a:cubicBezTo>
                  <a:pt x="212" y="140"/>
                  <a:pt x="215" y="137"/>
                  <a:pt x="215" y="134"/>
                </a:cubicBezTo>
                <a:cubicBezTo>
                  <a:pt x="215" y="130"/>
                  <a:pt x="212" y="127"/>
                  <a:pt x="209" y="127"/>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35" name="矩形 34"/>
          <p:cNvSpPr/>
          <p:nvPr/>
        </p:nvSpPr>
        <p:spPr>
          <a:xfrm>
            <a:off x="422585" y="3224765"/>
            <a:ext cx="825867" cy="246221"/>
          </a:xfrm>
          <a:prstGeom prst="rect">
            <a:avLst/>
          </a:prstGeom>
        </p:spPr>
        <p:txBody>
          <a:bodyPr wrap="none">
            <a:spAutoFit/>
          </a:bodyPr>
          <a:lstStyle/>
          <a:p>
            <a:pPr algn="ctr"/>
            <a:r>
              <a:rPr lang="zh-CN" altLang="en-US" sz="1000" dirty="0">
                <a:ln w="6350">
                  <a:noFill/>
                </a:ln>
                <a:solidFill>
                  <a:srgbClr val="586B7F"/>
                </a:solidFill>
                <a:latin typeface="Impact" pitchFamily="34" charset="0"/>
                <a:ea typeface="微软雅黑" pitchFamily="34" charset="-122"/>
              </a:rPr>
              <a:t>建议与总结</a:t>
            </a:r>
          </a:p>
        </p:txBody>
      </p:sp>
      <p:sp>
        <p:nvSpPr>
          <p:cNvPr id="33" name="Freeform 6"/>
          <p:cNvSpPr/>
          <p:nvPr/>
        </p:nvSpPr>
        <p:spPr bwMode="auto">
          <a:xfrm>
            <a:off x="2007506" y="2872778"/>
            <a:ext cx="1577432" cy="1579341"/>
          </a:xfrm>
          <a:custGeom>
            <a:avLst/>
            <a:gdLst>
              <a:gd name="T0" fmla="*/ 0 w 373"/>
              <a:gd name="T1" fmla="*/ 342 h 373"/>
              <a:gd name="T2" fmla="*/ 31 w 373"/>
              <a:gd name="T3" fmla="*/ 373 h 373"/>
              <a:gd name="T4" fmla="*/ 373 w 373"/>
              <a:gd name="T5" fmla="*/ 373 h 373"/>
              <a:gd name="T6" fmla="*/ 373 w 373"/>
              <a:gd name="T7" fmla="*/ 0 h 373"/>
              <a:gd name="T8" fmla="*/ 0 w 373"/>
              <a:gd name="T9" fmla="*/ 0 h 373"/>
              <a:gd name="T10" fmla="*/ 0 w 373"/>
              <a:gd name="T11" fmla="*/ 342 h 373"/>
            </a:gdLst>
            <a:ahLst/>
            <a:cxnLst>
              <a:cxn ang="0">
                <a:pos x="T0" y="T1"/>
              </a:cxn>
              <a:cxn ang="0">
                <a:pos x="T2" y="T3"/>
              </a:cxn>
              <a:cxn ang="0">
                <a:pos x="T4" y="T5"/>
              </a:cxn>
              <a:cxn ang="0">
                <a:pos x="T6" y="T7"/>
              </a:cxn>
              <a:cxn ang="0">
                <a:pos x="T8" y="T9"/>
              </a:cxn>
              <a:cxn ang="0">
                <a:pos x="T10" y="T11"/>
              </a:cxn>
            </a:cxnLst>
            <a:rect l="0" t="0" r="r" b="b"/>
            <a:pathLst>
              <a:path w="373" h="373">
                <a:moveTo>
                  <a:pt x="0" y="342"/>
                </a:moveTo>
                <a:cubicBezTo>
                  <a:pt x="0" y="359"/>
                  <a:pt x="14" y="373"/>
                  <a:pt x="31" y="373"/>
                </a:cubicBezTo>
                <a:cubicBezTo>
                  <a:pt x="373" y="373"/>
                  <a:pt x="373" y="373"/>
                  <a:pt x="373" y="373"/>
                </a:cubicBezTo>
                <a:cubicBezTo>
                  <a:pt x="373" y="0"/>
                  <a:pt x="373" y="0"/>
                  <a:pt x="373" y="0"/>
                </a:cubicBezTo>
                <a:cubicBezTo>
                  <a:pt x="0" y="0"/>
                  <a:pt x="0" y="0"/>
                  <a:pt x="0" y="0"/>
                </a:cubicBezTo>
                <a:lnTo>
                  <a:pt x="0" y="342"/>
                </a:lnTo>
                <a:close/>
              </a:path>
            </a:pathLst>
          </a:custGeom>
          <a:solidFill>
            <a:schemeClr val="bg1"/>
          </a:solidFill>
          <a:ln w="6350" cap="flat">
            <a:solidFill>
              <a:schemeClr val="bg1">
                <a:lumMod val="85000"/>
              </a:schemeClr>
            </a:solidFill>
            <a:prstDash val="solid"/>
            <a:miter lim="800000"/>
          </a:ln>
        </p:spPr>
        <p:txBody>
          <a:bodyPr vert="horz" wrap="square" lIns="91440" tIns="45720" rIns="91440" bIns="45720" numCol="1" anchor="t" anchorCtr="0" compatLnSpc="1"/>
          <a:lstStyle/>
          <a:p>
            <a:endParaRPr lang="zh-CN" altLang="en-US">
              <a:solidFill>
                <a:schemeClr val="tx1"/>
              </a:solidFill>
            </a:endParaRPr>
          </a:p>
        </p:txBody>
      </p:sp>
      <p:sp>
        <p:nvSpPr>
          <p:cNvPr id="36" name="Rectangle 9"/>
          <p:cNvSpPr>
            <a:spLocks noChangeArrowheads="1"/>
          </p:cNvSpPr>
          <p:nvPr/>
        </p:nvSpPr>
        <p:spPr bwMode="auto">
          <a:xfrm>
            <a:off x="5234940" y="2872778"/>
            <a:ext cx="1577432" cy="1579341"/>
          </a:xfrm>
          <a:prstGeom prst="rect">
            <a:avLst/>
          </a:prstGeom>
          <a:solidFill>
            <a:schemeClr val="bg1"/>
          </a:solidFill>
          <a:ln w="6350" cap="flat">
            <a:solidFill>
              <a:schemeClr val="bg1">
                <a:lumMod val="85000"/>
              </a:schemeClr>
            </a:solidFill>
            <a:prstDash val="solid"/>
            <a:miter lim="800000"/>
          </a:ln>
        </p:spPr>
        <p:txBody>
          <a:bodyPr vert="horz" wrap="square" lIns="91440" tIns="45720" rIns="91440" bIns="45720" numCol="1" anchor="t" anchorCtr="0" compatLnSpc="1"/>
          <a:lstStyle/>
          <a:p>
            <a:endParaRPr lang="zh-CN" altLang="en-US">
              <a:solidFill>
                <a:schemeClr val="tx1"/>
              </a:solidFill>
            </a:endParaRPr>
          </a:p>
        </p:txBody>
      </p:sp>
      <p:sp>
        <p:nvSpPr>
          <p:cNvPr id="38" name="Rectangle 8"/>
          <p:cNvSpPr>
            <a:spLocks noChangeArrowheads="1"/>
          </p:cNvSpPr>
          <p:nvPr/>
        </p:nvSpPr>
        <p:spPr bwMode="auto">
          <a:xfrm>
            <a:off x="3619313" y="1262881"/>
            <a:ext cx="1577432" cy="1579342"/>
          </a:xfrm>
          <a:prstGeom prst="rect">
            <a:avLst/>
          </a:prstGeom>
          <a:solidFill>
            <a:srgbClr val="37B0E8"/>
          </a:solidFill>
          <a:ln w="6350" cap="flat">
            <a:solidFill>
              <a:schemeClr val="bg1"/>
            </a:solidFill>
            <a:prstDash val="solid"/>
            <a:miter lim="800000"/>
          </a:ln>
        </p:spPr>
        <p:txBody>
          <a:bodyPr vert="horz" wrap="square" lIns="91440" tIns="45720" rIns="91440" bIns="45720" numCol="1" anchor="t" anchorCtr="0" compatLnSpc="1"/>
          <a:lstStyle/>
          <a:p>
            <a:endParaRPr lang="zh-CN" altLang="en-US">
              <a:solidFill>
                <a:schemeClr val="tx1"/>
              </a:solidFill>
            </a:endParaRPr>
          </a:p>
        </p:txBody>
      </p:sp>
      <p:sp>
        <p:nvSpPr>
          <p:cNvPr id="44" name="Rectangle 48"/>
          <p:cNvSpPr>
            <a:spLocks noChangeArrowheads="1"/>
          </p:cNvSpPr>
          <p:nvPr/>
        </p:nvSpPr>
        <p:spPr bwMode="auto">
          <a:xfrm>
            <a:off x="3687949" y="1951459"/>
            <a:ext cx="144016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r>
              <a:rPr lang="zh-CN" altLang="en-US" sz="1000" dirty="0">
                <a:solidFill>
                  <a:schemeClr val="bg1"/>
                </a:solidFill>
                <a:latin typeface="Arial" pitchFamily="34" charset="0"/>
                <a:ea typeface="微软雅黑" pitchFamily="34" charset="-122"/>
              </a:rPr>
              <a:t>此处可输入相关说明文本内容，或者复制文本内容后粘贴，并选择只保留文字。</a:t>
            </a:r>
          </a:p>
        </p:txBody>
      </p:sp>
      <p:sp>
        <p:nvSpPr>
          <p:cNvPr id="45" name="Rectangle 48"/>
          <p:cNvSpPr>
            <a:spLocks noChangeArrowheads="1"/>
          </p:cNvSpPr>
          <p:nvPr/>
        </p:nvSpPr>
        <p:spPr bwMode="auto">
          <a:xfrm>
            <a:off x="2079590" y="3535635"/>
            <a:ext cx="144016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r>
              <a:rPr lang="zh-CN" altLang="en-US" sz="1000" dirty="0">
                <a:solidFill>
                  <a:schemeClr val="tx1">
                    <a:lumMod val="65000"/>
                    <a:lumOff val="35000"/>
                  </a:schemeClr>
                </a:solidFill>
                <a:latin typeface="Arial" pitchFamily="34" charset="0"/>
                <a:ea typeface="微软雅黑" pitchFamily="34" charset="-122"/>
              </a:rPr>
              <a:t>此处可输入相关说明文本内容，或者复制文本内容后粘贴，并选择只保留文字。</a:t>
            </a:r>
          </a:p>
        </p:txBody>
      </p:sp>
      <p:sp>
        <p:nvSpPr>
          <p:cNvPr id="46" name="Rectangle 48"/>
          <p:cNvSpPr>
            <a:spLocks noChangeArrowheads="1"/>
          </p:cNvSpPr>
          <p:nvPr/>
        </p:nvSpPr>
        <p:spPr bwMode="auto">
          <a:xfrm>
            <a:off x="5303576" y="3535635"/>
            <a:ext cx="144016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r>
              <a:rPr lang="zh-CN" altLang="en-US" sz="1000" dirty="0">
                <a:solidFill>
                  <a:schemeClr val="tx1">
                    <a:lumMod val="65000"/>
                    <a:lumOff val="35000"/>
                  </a:schemeClr>
                </a:solidFill>
                <a:latin typeface="Arial" pitchFamily="34" charset="0"/>
                <a:ea typeface="微软雅黑" pitchFamily="34" charset="-122"/>
              </a:rPr>
              <a:t>此处可输入相关说明文本内容，或者复制文本内容后粘贴，并选择只保留文字。</a:t>
            </a:r>
          </a:p>
        </p:txBody>
      </p:sp>
      <p:sp>
        <p:nvSpPr>
          <p:cNvPr id="47" name="圆角矩形 46"/>
          <p:cNvSpPr/>
          <p:nvPr/>
        </p:nvSpPr>
        <p:spPr>
          <a:xfrm>
            <a:off x="2349019" y="3175595"/>
            <a:ext cx="955046" cy="246226"/>
          </a:xfrm>
          <a:prstGeom prst="roundRect">
            <a:avLst>
              <a:gd name="adj" fmla="val 0"/>
            </a:avLst>
          </a:prstGeom>
          <a:solidFill>
            <a:schemeClr val="bg1"/>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ln w="6350">
                  <a:noFill/>
                </a:ln>
                <a:solidFill>
                  <a:schemeClr val="tx1">
                    <a:lumMod val="65000"/>
                    <a:lumOff val="35000"/>
                  </a:schemeClr>
                </a:solidFill>
                <a:latin typeface="Impact" pitchFamily="34" charset="0"/>
                <a:ea typeface="微软雅黑" pitchFamily="34" charset="-122"/>
              </a:rPr>
              <a:t>应用领域一</a:t>
            </a:r>
          </a:p>
        </p:txBody>
      </p:sp>
      <p:sp>
        <p:nvSpPr>
          <p:cNvPr id="48" name="圆角矩形 47"/>
          <p:cNvSpPr/>
          <p:nvPr/>
        </p:nvSpPr>
        <p:spPr>
          <a:xfrm>
            <a:off x="3930506" y="1519411"/>
            <a:ext cx="955046" cy="246226"/>
          </a:xfrm>
          <a:prstGeom prst="roundRect">
            <a:avLst>
              <a:gd name="adj" fmla="val 0"/>
            </a:avLst>
          </a:prstGeom>
          <a:solidFill>
            <a:srgbClr val="37B0E8"/>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ln w="6350">
                  <a:noFill/>
                </a:ln>
                <a:solidFill>
                  <a:schemeClr val="bg1"/>
                </a:solidFill>
                <a:latin typeface="Impact" pitchFamily="34" charset="0"/>
                <a:ea typeface="微软雅黑" pitchFamily="34" charset="-122"/>
              </a:rPr>
              <a:t>应用领域二</a:t>
            </a:r>
          </a:p>
        </p:txBody>
      </p:sp>
      <p:sp>
        <p:nvSpPr>
          <p:cNvPr id="49" name="圆角矩形 48"/>
          <p:cNvSpPr/>
          <p:nvPr/>
        </p:nvSpPr>
        <p:spPr>
          <a:xfrm>
            <a:off x="5546133" y="3175595"/>
            <a:ext cx="955046" cy="246226"/>
          </a:xfrm>
          <a:prstGeom prst="roundRect">
            <a:avLst>
              <a:gd name="adj" fmla="val 0"/>
            </a:avLst>
          </a:prstGeom>
          <a:solidFill>
            <a:schemeClr val="bg1"/>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ln w="6350">
                  <a:noFill/>
                </a:ln>
                <a:solidFill>
                  <a:schemeClr val="tx1">
                    <a:lumMod val="65000"/>
                    <a:lumOff val="35000"/>
                  </a:schemeClr>
                </a:solidFill>
                <a:latin typeface="Impact" pitchFamily="34" charset="0"/>
                <a:ea typeface="微软雅黑" pitchFamily="34" charset="-122"/>
              </a:rPr>
              <a:t>应用领域三</a:t>
            </a:r>
          </a:p>
        </p:txBody>
      </p:sp>
      <p:sp>
        <p:nvSpPr>
          <p:cNvPr id="50" name="Freeform 5"/>
          <p:cNvSpPr/>
          <p:nvPr/>
        </p:nvSpPr>
        <p:spPr bwMode="auto">
          <a:xfrm>
            <a:off x="6846748" y="1262881"/>
            <a:ext cx="1577432" cy="1579342"/>
          </a:xfrm>
          <a:custGeom>
            <a:avLst/>
            <a:gdLst>
              <a:gd name="T0" fmla="*/ 373 w 373"/>
              <a:gd name="T1" fmla="*/ 31 h 373"/>
              <a:gd name="T2" fmla="*/ 342 w 373"/>
              <a:gd name="T3" fmla="*/ 0 h 373"/>
              <a:gd name="T4" fmla="*/ 0 w 373"/>
              <a:gd name="T5" fmla="*/ 0 h 373"/>
              <a:gd name="T6" fmla="*/ 0 w 373"/>
              <a:gd name="T7" fmla="*/ 373 h 373"/>
              <a:gd name="T8" fmla="*/ 373 w 373"/>
              <a:gd name="T9" fmla="*/ 373 h 373"/>
              <a:gd name="T10" fmla="*/ 373 w 373"/>
              <a:gd name="T11" fmla="*/ 31 h 373"/>
            </a:gdLst>
            <a:ahLst/>
            <a:cxnLst>
              <a:cxn ang="0">
                <a:pos x="T0" y="T1"/>
              </a:cxn>
              <a:cxn ang="0">
                <a:pos x="T2" y="T3"/>
              </a:cxn>
              <a:cxn ang="0">
                <a:pos x="T4" y="T5"/>
              </a:cxn>
              <a:cxn ang="0">
                <a:pos x="T6" y="T7"/>
              </a:cxn>
              <a:cxn ang="0">
                <a:pos x="T8" y="T9"/>
              </a:cxn>
              <a:cxn ang="0">
                <a:pos x="T10" y="T11"/>
              </a:cxn>
            </a:cxnLst>
            <a:rect l="0" t="0" r="r" b="b"/>
            <a:pathLst>
              <a:path w="373" h="373">
                <a:moveTo>
                  <a:pt x="373" y="31"/>
                </a:moveTo>
                <a:cubicBezTo>
                  <a:pt x="373" y="14"/>
                  <a:pt x="359" y="0"/>
                  <a:pt x="342" y="0"/>
                </a:cubicBezTo>
                <a:cubicBezTo>
                  <a:pt x="0" y="0"/>
                  <a:pt x="0" y="0"/>
                  <a:pt x="0" y="0"/>
                </a:cubicBezTo>
                <a:cubicBezTo>
                  <a:pt x="0" y="373"/>
                  <a:pt x="0" y="373"/>
                  <a:pt x="0" y="373"/>
                </a:cubicBezTo>
                <a:cubicBezTo>
                  <a:pt x="373" y="373"/>
                  <a:pt x="373" y="373"/>
                  <a:pt x="373" y="373"/>
                </a:cubicBezTo>
                <a:lnTo>
                  <a:pt x="373" y="31"/>
                </a:lnTo>
                <a:close/>
              </a:path>
            </a:pathLst>
          </a:custGeom>
          <a:solidFill>
            <a:srgbClr val="37B0E8"/>
          </a:solidFill>
          <a:ln w="6350" cap="flat">
            <a:solidFill>
              <a:schemeClr val="bg1"/>
            </a:solidFill>
            <a:prstDash val="solid"/>
            <a:miter lim="800000"/>
          </a:ln>
        </p:spPr>
        <p:txBody>
          <a:bodyPr vert="horz" wrap="square" lIns="91440" tIns="45720" rIns="91440" bIns="45720" numCol="1" anchor="t" anchorCtr="0" compatLnSpc="1"/>
          <a:lstStyle/>
          <a:p>
            <a:endParaRPr lang="zh-CN" altLang="en-US">
              <a:solidFill>
                <a:schemeClr val="tx1"/>
              </a:solidFill>
            </a:endParaRPr>
          </a:p>
        </p:txBody>
      </p:sp>
      <p:sp>
        <p:nvSpPr>
          <p:cNvPr id="51" name="Rectangle 7" descr="160621-20121008052951-1"/>
          <p:cNvSpPr>
            <a:spLocks noChangeArrowheads="1"/>
          </p:cNvSpPr>
          <p:nvPr/>
        </p:nvSpPr>
        <p:spPr bwMode="auto">
          <a:xfrm>
            <a:off x="5234940" y="1262881"/>
            <a:ext cx="1577432" cy="1579342"/>
          </a:xfrm>
          <a:prstGeom prst="rect">
            <a:avLst/>
          </a:prstGeom>
          <a:blipFill dpi="0" rotWithShape="1">
            <a:blip r:embed="rId2"/>
            <a:srcRect/>
            <a:stretch>
              <a:fillRect/>
            </a:stretch>
          </a:blipFill>
          <a:ln>
            <a:noFill/>
          </a:ln>
        </p:spPr>
        <p:txBody>
          <a:bodyPr/>
          <a:lstStyle/>
          <a:p>
            <a:endParaRPr lang="zh-CN" altLang="en-US"/>
          </a:p>
        </p:txBody>
      </p:sp>
      <p:sp>
        <p:nvSpPr>
          <p:cNvPr id="52" name="Rectangle 10" descr="001e90bc453a118d6b4237"/>
          <p:cNvSpPr>
            <a:spLocks noChangeArrowheads="1"/>
          </p:cNvSpPr>
          <p:nvPr/>
        </p:nvSpPr>
        <p:spPr bwMode="auto">
          <a:xfrm>
            <a:off x="3619313" y="2872778"/>
            <a:ext cx="1577432" cy="1579341"/>
          </a:xfrm>
          <a:prstGeom prst="rect">
            <a:avLst/>
          </a:prstGeom>
          <a:blipFill dpi="0" rotWithShape="1">
            <a:blip r:embed="rId3"/>
            <a:srcRect/>
            <a:stretch>
              <a:fillRect l="-9138" r="-9138"/>
            </a:stretch>
          </a:blipFill>
          <a:ln>
            <a:noFill/>
          </a:ln>
        </p:spPr>
        <p:txBody>
          <a:bodyPr/>
          <a:lstStyle/>
          <a:p>
            <a:endParaRPr lang="zh-CN" altLang="en-US"/>
          </a:p>
        </p:txBody>
      </p:sp>
      <p:sp>
        <p:nvSpPr>
          <p:cNvPr id="53" name="Freeform 15" descr="160621-20121008053041-4"/>
          <p:cNvSpPr/>
          <p:nvPr/>
        </p:nvSpPr>
        <p:spPr bwMode="auto">
          <a:xfrm>
            <a:off x="2007506" y="1262881"/>
            <a:ext cx="1577432" cy="1579342"/>
          </a:xfrm>
          <a:custGeom>
            <a:avLst/>
            <a:gdLst>
              <a:gd name="T0" fmla="*/ 31 w 373"/>
              <a:gd name="T1" fmla="*/ 0 h 373"/>
              <a:gd name="T2" fmla="*/ 0 w 373"/>
              <a:gd name="T3" fmla="*/ 31 h 373"/>
              <a:gd name="T4" fmla="*/ 0 w 373"/>
              <a:gd name="T5" fmla="*/ 373 h 373"/>
              <a:gd name="T6" fmla="*/ 373 w 373"/>
              <a:gd name="T7" fmla="*/ 373 h 373"/>
              <a:gd name="T8" fmla="*/ 373 w 373"/>
              <a:gd name="T9" fmla="*/ 0 h 373"/>
              <a:gd name="T10" fmla="*/ 31 w 373"/>
              <a:gd name="T11" fmla="*/ 0 h 373"/>
            </a:gdLst>
            <a:ahLst/>
            <a:cxnLst>
              <a:cxn ang="0">
                <a:pos x="T0" y="T1"/>
              </a:cxn>
              <a:cxn ang="0">
                <a:pos x="T2" y="T3"/>
              </a:cxn>
              <a:cxn ang="0">
                <a:pos x="T4" y="T5"/>
              </a:cxn>
              <a:cxn ang="0">
                <a:pos x="T6" y="T7"/>
              </a:cxn>
              <a:cxn ang="0">
                <a:pos x="T8" y="T9"/>
              </a:cxn>
              <a:cxn ang="0">
                <a:pos x="T10" y="T11"/>
              </a:cxn>
            </a:cxnLst>
            <a:rect l="0" t="0" r="r" b="b"/>
            <a:pathLst>
              <a:path w="373" h="373">
                <a:moveTo>
                  <a:pt x="31" y="0"/>
                </a:moveTo>
                <a:cubicBezTo>
                  <a:pt x="14" y="0"/>
                  <a:pt x="0" y="14"/>
                  <a:pt x="0" y="31"/>
                </a:cubicBezTo>
                <a:cubicBezTo>
                  <a:pt x="0" y="373"/>
                  <a:pt x="0" y="373"/>
                  <a:pt x="0" y="373"/>
                </a:cubicBezTo>
                <a:cubicBezTo>
                  <a:pt x="373" y="373"/>
                  <a:pt x="373" y="373"/>
                  <a:pt x="373" y="373"/>
                </a:cubicBezTo>
                <a:cubicBezTo>
                  <a:pt x="373" y="0"/>
                  <a:pt x="373" y="0"/>
                  <a:pt x="373" y="0"/>
                </a:cubicBezTo>
                <a:lnTo>
                  <a:pt x="31" y="0"/>
                </a:lnTo>
                <a:close/>
              </a:path>
            </a:pathLst>
          </a:custGeom>
          <a:blipFill dpi="0" rotWithShape="1">
            <a:blip r:embed="rId4"/>
            <a:srcRect/>
            <a:stretch>
              <a:fillRect/>
            </a:stretch>
          </a:blipFill>
          <a:ln>
            <a:noFill/>
          </a:ln>
        </p:spPr>
        <p:txBody>
          <a:bodyPr/>
          <a:lstStyle/>
          <a:p>
            <a:endParaRPr lang="zh-CN" altLang="en-US"/>
          </a:p>
        </p:txBody>
      </p:sp>
      <p:sp>
        <p:nvSpPr>
          <p:cNvPr id="54" name="Freeform 16" descr="160621-20121008053104-6"/>
          <p:cNvSpPr/>
          <p:nvPr/>
        </p:nvSpPr>
        <p:spPr bwMode="auto">
          <a:xfrm>
            <a:off x="6846748" y="2872778"/>
            <a:ext cx="1577432" cy="1579341"/>
          </a:xfrm>
          <a:custGeom>
            <a:avLst/>
            <a:gdLst>
              <a:gd name="T0" fmla="*/ 342 w 373"/>
              <a:gd name="T1" fmla="*/ 373 h 373"/>
              <a:gd name="T2" fmla="*/ 373 w 373"/>
              <a:gd name="T3" fmla="*/ 342 h 373"/>
              <a:gd name="T4" fmla="*/ 373 w 373"/>
              <a:gd name="T5" fmla="*/ 0 h 373"/>
              <a:gd name="T6" fmla="*/ 0 w 373"/>
              <a:gd name="T7" fmla="*/ 0 h 373"/>
              <a:gd name="T8" fmla="*/ 0 w 373"/>
              <a:gd name="T9" fmla="*/ 373 h 373"/>
              <a:gd name="T10" fmla="*/ 342 w 373"/>
              <a:gd name="T11" fmla="*/ 373 h 373"/>
            </a:gdLst>
            <a:ahLst/>
            <a:cxnLst>
              <a:cxn ang="0">
                <a:pos x="T0" y="T1"/>
              </a:cxn>
              <a:cxn ang="0">
                <a:pos x="T2" y="T3"/>
              </a:cxn>
              <a:cxn ang="0">
                <a:pos x="T4" y="T5"/>
              </a:cxn>
              <a:cxn ang="0">
                <a:pos x="T6" y="T7"/>
              </a:cxn>
              <a:cxn ang="0">
                <a:pos x="T8" y="T9"/>
              </a:cxn>
              <a:cxn ang="0">
                <a:pos x="T10" y="T11"/>
              </a:cxn>
            </a:cxnLst>
            <a:rect l="0" t="0" r="r" b="b"/>
            <a:pathLst>
              <a:path w="373" h="373">
                <a:moveTo>
                  <a:pt x="342" y="373"/>
                </a:moveTo>
                <a:cubicBezTo>
                  <a:pt x="359" y="373"/>
                  <a:pt x="373" y="359"/>
                  <a:pt x="373" y="342"/>
                </a:cubicBezTo>
                <a:cubicBezTo>
                  <a:pt x="373" y="0"/>
                  <a:pt x="373" y="0"/>
                  <a:pt x="373" y="0"/>
                </a:cubicBezTo>
                <a:cubicBezTo>
                  <a:pt x="0" y="0"/>
                  <a:pt x="0" y="0"/>
                  <a:pt x="0" y="0"/>
                </a:cubicBezTo>
                <a:cubicBezTo>
                  <a:pt x="0" y="373"/>
                  <a:pt x="0" y="373"/>
                  <a:pt x="0" y="373"/>
                </a:cubicBezTo>
                <a:lnTo>
                  <a:pt x="342" y="373"/>
                </a:lnTo>
                <a:close/>
              </a:path>
            </a:pathLst>
          </a:custGeom>
          <a:blipFill dpi="0" rotWithShape="1">
            <a:blip r:embed="rId5"/>
            <a:srcRect/>
            <a:stretch>
              <a:fillRect l="-19373" r="-19373"/>
            </a:stretch>
          </a:blipFill>
          <a:ln>
            <a:noFill/>
          </a:ln>
        </p:spPr>
        <p:txBody>
          <a:bodyPr/>
          <a:lstStyle/>
          <a:p>
            <a:endParaRPr lang="zh-CN" altLang="en-US"/>
          </a:p>
        </p:txBody>
      </p:sp>
      <p:sp>
        <p:nvSpPr>
          <p:cNvPr id="55" name="Rectangle 48"/>
          <p:cNvSpPr>
            <a:spLocks noChangeArrowheads="1"/>
          </p:cNvSpPr>
          <p:nvPr/>
        </p:nvSpPr>
        <p:spPr bwMode="auto">
          <a:xfrm>
            <a:off x="6908786" y="1951459"/>
            <a:ext cx="144016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r>
              <a:rPr lang="zh-CN" altLang="en-US" sz="1000" dirty="0">
                <a:solidFill>
                  <a:schemeClr val="bg1"/>
                </a:solidFill>
                <a:latin typeface="Arial" pitchFamily="34" charset="0"/>
                <a:ea typeface="微软雅黑" pitchFamily="34" charset="-122"/>
              </a:rPr>
              <a:t>此处可输入相关说明文本内容，或者复制文本内容后粘贴，并选择只保留文字。</a:t>
            </a:r>
          </a:p>
        </p:txBody>
      </p:sp>
      <p:sp>
        <p:nvSpPr>
          <p:cNvPr id="56" name="圆角矩形 55"/>
          <p:cNvSpPr/>
          <p:nvPr/>
        </p:nvSpPr>
        <p:spPr>
          <a:xfrm>
            <a:off x="7149756" y="1519411"/>
            <a:ext cx="955046" cy="246226"/>
          </a:xfrm>
          <a:prstGeom prst="roundRect">
            <a:avLst>
              <a:gd name="adj" fmla="val 0"/>
            </a:avLst>
          </a:prstGeom>
          <a:solidFill>
            <a:srgbClr val="37B0E8"/>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ln w="6350">
                  <a:noFill/>
                </a:ln>
                <a:solidFill>
                  <a:schemeClr val="bg1"/>
                </a:solidFill>
                <a:latin typeface="Impact" pitchFamily="34" charset="0"/>
                <a:ea typeface="微软雅黑" pitchFamily="34" charset="-122"/>
              </a:rPr>
              <a:t>应用领域四</a:t>
            </a: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withEffect">
                                  <p:stCondLst>
                                    <p:cond delay="300"/>
                                  </p:stCondLst>
                                  <p:childTnLst>
                                    <p:set>
                                      <p:cBhvr>
                                        <p:cTn id="6" dur="1" fill="hold">
                                          <p:stCondLst>
                                            <p:cond delay="0"/>
                                          </p:stCondLst>
                                        </p:cTn>
                                        <p:tgtEl>
                                          <p:spTgt spid="47"/>
                                        </p:tgtEl>
                                        <p:attrNameLst>
                                          <p:attrName>style.visibility</p:attrName>
                                        </p:attrNameLst>
                                      </p:cBhvr>
                                      <p:to>
                                        <p:strVal val="visible"/>
                                      </p:to>
                                    </p:set>
                                    <p:animEffect transition="in" filter="fade">
                                      <p:cBhvr>
                                        <p:cTn id="7" dur="500"/>
                                        <p:tgtEl>
                                          <p:spTgt spid="47"/>
                                        </p:tgtEl>
                                      </p:cBhvr>
                                    </p:animEffect>
                                    <p:anim calcmode="lin" valueType="num">
                                      <p:cBhvr>
                                        <p:cTn id="8" dur="500" fill="hold"/>
                                        <p:tgtEl>
                                          <p:spTgt spid="47"/>
                                        </p:tgtEl>
                                        <p:attrNameLst>
                                          <p:attrName>ppt_x</p:attrName>
                                        </p:attrNameLst>
                                      </p:cBhvr>
                                      <p:tavLst>
                                        <p:tav tm="0">
                                          <p:val>
                                            <p:strVal val="#ppt_x"/>
                                          </p:val>
                                        </p:tav>
                                        <p:tav tm="100000">
                                          <p:val>
                                            <p:strVal val="#ppt_x"/>
                                          </p:val>
                                        </p:tav>
                                      </p:tavLst>
                                    </p:anim>
                                    <p:anim calcmode="lin" valueType="num">
                                      <p:cBhvr>
                                        <p:cTn id="9" dur="500" fill="hold"/>
                                        <p:tgtEl>
                                          <p:spTgt spid="47"/>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300"/>
                                  </p:stCondLst>
                                  <p:childTnLst>
                                    <p:set>
                                      <p:cBhvr>
                                        <p:cTn id="11" dur="1" fill="hold">
                                          <p:stCondLst>
                                            <p:cond delay="0"/>
                                          </p:stCondLst>
                                        </p:cTn>
                                        <p:tgtEl>
                                          <p:spTgt spid="45"/>
                                        </p:tgtEl>
                                        <p:attrNameLst>
                                          <p:attrName>style.visibility</p:attrName>
                                        </p:attrNameLst>
                                      </p:cBhvr>
                                      <p:to>
                                        <p:strVal val="visible"/>
                                      </p:to>
                                    </p:set>
                                    <p:animEffect transition="in" filter="fade">
                                      <p:cBhvr>
                                        <p:cTn id="12" dur="500"/>
                                        <p:tgtEl>
                                          <p:spTgt spid="45"/>
                                        </p:tgtEl>
                                      </p:cBhvr>
                                    </p:animEffect>
                                    <p:anim calcmode="lin" valueType="num">
                                      <p:cBhvr>
                                        <p:cTn id="13" dur="500" fill="hold"/>
                                        <p:tgtEl>
                                          <p:spTgt spid="45"/>
                                        </p:tgtEl>
                                        <p:attrNameLst>
                                          <p:attrName>ppt_x</p:attrName>
                                        </p:attrNameLst>
                                      </p:cBhvr>
                                      <p:tavLst>
                                        <p:tav tm="0">
                                          <p:val>
                                            <p:strVal val="#ppt_x"/>
                                          </p:val>
                                        </p:tav>
                                        <p:tav tm="100000">
                                          <p:val>
                                            <p:strVal val="#ppt_x"/>
                                          </p:val>
                                        </p:tav>
                                      </p:tavLst>
                                    </p:anim>
                                    <p:anim calcmode="lin" valueType="num">
                                      <p:cBhvr>
                                        <p:cTn id="14" dur="500" fill="hold"/>
                                        <p:tgtEl>
                                          <p:spTgt spid="45"/>
                                        </p:tgtEl>
                                        <p:attrNameLst>
                                          <p:attrName>ppt_y</p:attrName>
                                        </p:attrNameLst>
                                      </p:cBhvr>
                                      <p:tavLst>
                                        <p:tav tm="0">
                                          <p:val>
                                            <p:strVal val="#ppt_y+.1"/>
                                          </p:val>
                                        </p:tav>
                                        <p:tav tm="100000">
                                          <p:val>
                                            <p:strVal val="#ppt_y"/>
                                          </p:val>
                                        </p:tav>
                                      </p:tavLst>
                                    </p:anim>
                                  </p:childTnLst>
                                </p:cTn>
                              </p:par>
                              <p:par>
                                <p:cTn id="15" presetID="47" presetClass="entr" presetSubtype="0" fill="hold" grpId="0" nodeType="withEffect">
                                  <p:stCondLst>
                                    <p:cond delay="500"/>
                                  </p:stCondLst>
                                  <p:childTnLst>
                                    <p:set>
                                      <p:cBhvr>
                                        <p:cTn id="16" dur="1" fill="hold">
                                          <p:stCondLst>
                                            <p:cond delay="0"/>
                                          </p:stCondLst>
                                        </p:cTn>
                                        <p:tgtEl>
                                          <p:spTgt spid="48"/>
                                        </p:tgtEl>
                                        <p:attrNameLst>
                                          <p:attrName>style.visibility</p:attrName>
                                        </p:attrNameLst>
                                      </p:cBhvr>
                                      <p:to>
                                        <p:strVal val="visible"/>
                                      </p:to>
                                    </p:set>
                                    <p:animEffect transition="in" filter="fade">
                                      <p:cBhvr>
                                        <p:cTn id="17" dur="500"/>
                                        <p:tgtEl>
                                          <p:spTgt spid="48"/>
                                        </p:tgtEl>
                                      </p:cBhvr>
                                    </p:animEffect>
                                    <p:anim calcmode="lin" valueType="num">
                                      <p:cBhvr>
                                        <p:cTn id="18" dur="500" fill="hold"/>
                                        <p:tgtEl>
                                          <p:spTgt spid="48"/>
                                        </p:tgtEl>
                                        <p:attrNameLst>
                                          <p:attrName>ppt_x</p:attrName>
                                        </p:attrNameLst>
                                      </p:cBhvr>
                                      <p:tavLst>
                                        <p:tav tm="0">
                                          <p:val>
                                            <p:strVal val="#ppt_x"/>
                                          </p:val>
                                        </p:tav>
                                        <p:tav tm="100000">
                                          <p:val>
                                            <p:strVal val="#ppt_x"/>
                                          </p:val>
                                        </p:tav>
                                      </p:tavLst>
                                    </p:anim>
                                    <p:anim calcmode="lin" valueType="num">
                                      <p:cBhvr>
                                        <p:cTn id="19" dur="500" fill="hold"/>
                                        <p:tgtEl>
                                          <p:spTgt spid="48"/>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500"/>
                                  </p:stCondLst>
                                  <p:childTnLst>
                                    <p:set>
                                      <p:cBhvr>
                                        <p:cTn id="21" dur="1" fill="hold">
                                          <p:stCondLst>
                                            <p:cond delay="0"/>
                                          </p:stCondLst>
                                        </p:cTn>
                                        <p:tgtEl>
                                          <p:spTgt spid="44"/>
                                        </p:tgtEl>
                                        <p:attrNameLst>
                                          <p:attrName>style.visibility</p:attrName>
                                        </p:attrNameLst>
                                      </p:cBhvr>
                                      <p:to>
                                        <p:strVal val="visible"/>
                                      </p:to>
                                    </p:set>
                                    <p:animEffect transition="in" filter="fade">
                                      <p:cBhvr>
                                        <p:cTn id="22" dur="500"/>
                                        <p:tgtEl>
                                          <p:spTgt spid="44"/>
                                        </p:tgtEl>
                                      </p:cBhvr>
                                    </p:animEffect>
                                    <p:anim calcmode="lin" valueType="num">
                                      <p:cBhvr>
                                        <p:cTn id="23" dur="500" fill="hold"/>
                                        <p:tgtEl>
                                          <p:spTgt spid="44"/>
                                        </p:tgtEl>
                                        <p:attrNameLst>
                                          <p:attrName>ppt_x</p:attrName>
                                        </p:attrNameLst>
                                      </p:cBhvr>
                                      <p:tavLst>
                                        <p:tav tm="0">
                                          <p:val>
                                            <p:strVal val="#ppt_x"/>
                                          </p:val>
                                        </p:tav>
                                        <p:tav tm="100000">
                                          <p:val>
                                            <p:strVal val="#ppt_x"/>
                                          </p:val>
                                        </p:tav>
                                      </p:tavLst>
                                    </p:anim>
                                    <p:anim calcmode="lin" valueType="num">
                                      <p:cBhvr>
                                        <p:cTn id="24" dur="500" fill="hold"/>
                                        <p:tgtEl>
                                          <p:spTgt spid="44"/>
                                        </p:tgtEl>
                                        <p:attrNameLst>
                                          <p:attrName>ppt_y</p:attrName>
                                        </p:attrNameLst>
                                      </p:cBhvr>
                                      <p:tavLst>
                                        <p:tav tm="0">
                                          <p:val>
                                            <p:strVal val="#ppt_y+.1"/>
                                          </p:val>
                                        </p:tav>
                                        <p:tav tm="100000">
                                          <p:val>
                                            <p:strVal val="#ppt_y"/>
                                          </p:val>
                                        </p:tav>
                                      </p:tavLst>
                                    </p:anim>
                                  </p:childTnLst>
                                </p:cTn>
                              </p:par>
                              <p:par>
                                <p:cTn id="25" presetID="47" presetClass="entr" presetSubtype="0" fill="hold" grpId="0" nodeType="withEffect">
                                  <p:stCondLst>
                                    <p:cond delay="700"/>
                                  </p:stCondLst>
                                  <p:childTnLst>
                                    <p:set>
                                      <p:cBhvr>
                                        <p:cTn id="26" dur="1" fill="hold">
                                          <p:stCondLst>
                                            <p:cond delay="0"/>
                                          </p:stCondLst>
                                        </p:cTn>
                                        <p:tgtEl>
                                          <p:spTgt spid="49"/>
                                        </p:tgtEl>
                                        <p:attrNameLst>
                                          <p:attrName>style.visibility</p:attrName>
                                        </p:attrNameLst>
                                      </p:cBhvr>
                                      <p:to>
                                        <p:strVal val="visible"/>
                                      </p:to>
                                    </p:set>
                                    <p:animEffect transition="in" filter="fade">
                                      <p:cBhvr>
                                        <p:cTn id="27" dur="500"/>
                                        <p:tgtEl>
                                          <p:spTgt spid="49"/>
                                        </p:tgtEl>
                                      </p:cBhvr>
                                    </p:animEffect>
                                    <p:anim calcmode="lin" valueType="num">
                                      <p:cBhvr>
                                        <p:cTn id="28" dur="500" fill="hold"/>
                                        <p:tgtEl>
                                          <p:spTgt spid="49"/>
                                        </p:tgtEl>
                                        <p:attrNameLst>
                                          <p:attrName>ppt_x</p:attrName>
                                        </p:attrNameLst>
                                      </p:cBhvr>
                                      <p:tavLst>
                                        <p:tav tm="0">
                                          <p:val>
                                            <p:strVal val="#ppt_x"/>
                                          </p:val>
                                        </p:tav>
                                        <p:tav tm="100000">
                                          <p:val>
                                            <p:strVal val="#ppt_x"/>
                                          </p:val>
                                        </p:tav>
                                      </p:tavLst>
                                    </p:anim>
                                    <p:anim calcmode="lin" valueType="num">
                                      <p:cBhvr>
                                        <p:cTn id="29" dur="500" fill="hold"/>
                                        <p:tgtEl>
                                          <p:spTgt spid="49"/>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700"/>
                                  </p:stCondLst>
                                  <p:childTnLst>
                                    <p:set>
                                      <p:cBhvr>
                                        <p:cTn id="31" dur="1" fill="hold">
                                          <p:stCondLst>
                                            <p:cond delay="0"/>
                                          </p:stCondLst>
                                        </p:cTn>
                                        <p:tgtEl>
                                          <p:spTgt spid="46"/>
                                        </p:tgtEl>
                                        <p:attrNameLst>
                                          <p:attrName>style.visibility</p:attrName>
                                        </p:attrNameLst>
                                      </p:cBhvr>
                                      <p:to>
                                        <p:strVal val="visible"/>
                                      </p:to>
                                    </p:set>
                                    <p:animEffect transition="in" filter="fade">
                                      <p:cBhvr>
                                        <p:cTn id="32" dur="500"/>
                                        <p:tgtEl>
                                          <p:spTgt spid="46"/>
                                        </p:tgtEl>
                                      </p:cBhvr>
                                    </p:animEffect>
                                    <p:anim calcmode="lin" valueType="num">
                                      <p:cBhvr>
                                        <p:cTn id="33" dur="500" fill="hold"/>
                                        <p:tgtEl>
                                          <p:spTgt spid="46"/>
                                        </p:tgtEl>
                                        <p:attrNameLst>
                                          <p:attrName>ppt_x</p:attrName>
                                        </p:attrNameLst>
                                      </p:cBhvr>
                                      <p:tavLst>
                                        <p:tav tm="0">
                                          <p:val>
                                            <p:strVal val="#ppt_x"/>
                                          </p:val>
                                        </p:tav>
                                        <p:tav tm="100000">
                                          <p:val>
                                            <p:strVal val="#ppt_x"/>
                                          </p:val>
                                        </p:tav>
                                      </p:tavLst>
                                    </p:anim>
                                    <p:anim calcmode="lin" valueType="num">
                                      <p:cBhvr>
                                        <p:cTn id="34" dur="500" fill="hold"/>
                                        <p:tgtEl>
                                          <p:spTgt spid="46"/>
                                        </p:tgtEl>
                                        <p:attrNameLst>
                                          <p:attrName>ppt_y</p:attrName>
                                        </p:attrNameLst>
                                      </p:cBhvr>
                                      <p:tavLst>
                                        <p:tav tm="0">
                                          <p:val>
                                            <p:strVal val="#ppt_y+.1"/>
                                          </p:val>
                                        </p:tav>
                                        <p:tav tm="100000">
                                          <p:val>
                                            <p:strVal val="#ppt_y"/>
                                          </p:val>
                                        </p:tav>
                                      </p:tavLst>
                                    </p:anim>
                                  </p:childTnLst>
                                </p:cTn>
                              </p:par>
                              <p:par>
                                <p:cTn id="35" presetID="47" presetClass="entr" presetSubtype="0" fill="hold" grpId="0" nodeType="withEffect">
                                  <p:stCondLst>
                                    <p:cond delay="900"/>
                                  </p:stCondLst>
                                  <p:childTnLst>
                                    <p:set>
                                      <p:cBhvr>
                                        <p:cTn id="36" dur="1" fill="hold">
                                          <p:stCondLst>
                                            <p:cond delay="0"/>
                                          </p:stCondLst>
                                        </p:cTn>
                                        <p:tgtEl>
                                          <p:spTgt spid="56"/>
                                        </p:tgtEl>
                                        <p:attrNameLst>
                                          <p:attrName>style.visibility</p:attrName>
                                        </p:attrNameLst>
                                      </p:cBhvr>
                                      <p:to>
                                        <p:strVal val="visible"/>
                                      </p:to>
                                    </p:set>
                                    <p:animEffect transition="in" filter="fade">
                                      <p:cBhvr>
                                        <p:cTn id="37" dur="500"/>
                                        <p:tgtEl>
                                          <p:spTgt spid="56"/>
                                        </p:tgtEl>
                                      </p:cBhvr>
                                    </p:animEffect>
                                    <p:anim calcmode="lin" valueType="num">
                                      <p:cBhvr>
                                        <p:cTn id="38" dur="500" fill="hold"/>
                                        <p:tgtEl>
                                          <p:spTgt spid="56"/>
                                        </p:tgtEl>
                                        <p:attrNameLst>
                                          <p:attrName>ppt_x</p:attrName>
                                        </p:attrNameLst>
                                      </p:cBhvr>
                                      <p:tavLst>
                                        <p:tav tm="0">
                                          <p:val>
                                            <p:strVal val="#ppt_x"/>
                                          </p:val>
                                        </p:tav>
                                        <p:tav tm="100000">
                                          <p:val>
                                            <p:strVal val="#ppt_x"/>
                                          </p:val>
                                        </p:tav>
                                      </p:tavLst>
                                    </p:anim>
                                    <p:anim calcmode="lin" valueType="num">
                                      <p:cBhvr>
                                        <p:cTn id="39" dur="500" fill="hold"/>
                                        <p:tgtEl>
                                          <p:spTgt spid="56"/>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900"/>
                                  </p:stCondLst>
                                  <p:childTnLst>
                                    <p:set>
                                      <p:cBhvr>
                                        <p:cTn id="41" dur="1" fill="hold">
                                          <p:stCondLst>
                                            <p:cond delay="0"/>
                                          </p:stCondLst>
                                        </p:cTn>
                                        <p:tgtEl>
                                          <p:spTgt spid="55"/>
                                        </p:tgtEl>
                                        <p:attrNameLst>
                                          <p:attrName>style.visibility</p:attrName>
                                        </p:attrNameLst>
                                      </p:cBhvr>
                                      <p:to>
                                        <p:strVal val="visible"/>
                                      </p:to>
                                    </p:set>
                                    <p:animEffect transition="in" filter="fade">
                                      <p:cBhvr>
                                        <p:cTn id="42" dur="500"/>
                                        <p:tgtEl>
                                          <p:spTgt spid="55"/>
                                        </p:tgtEl>
                                      </p:cBhvr>
                                    </p:animEffect>
                                    <p:anim calcmode="lin" valueType="num">
                                      <p:cBhvr>
                                        <p:cTn id="43" dur="500" fill="hold"/>
                                        <p:tgtEl>
                                          <p:spTgt spid="55"/>
                                        </p:tgtEl>
                                        <p:attrNameLst>
                                          <p:attrName>ppt_x</p:attrName>
                                        </p:attrNameLst>
                                      </p:cBhvr>
                                      <p:tavLst>
                                        <p:tav tm="0">
                                          <p:val>
                                            <p:strVal val="#ppt_x"/>
                                          </p:val>
                                        </p:tav>
                                        <p:tav tm="100000">
                                          <p:val>
                                            <p:strVal val="#ppt_x"/>
                                          </p:val>
                                        </p:tav>
                                      </p:tavLst>
                                    </p:anim>
                                    <p:anim calcmode="lin" valueType="num">
                                      <p:cBhvr>
                                        <p:cTn id="44" dur="500" fill="hold"/>
                                        <p:tgtEl>
                                          <p:spTgt spid="55"/>
                                        </p:tgtEl>
                                        <p:attrNameLst>
                                          <p:attrName>ppt_y</p:attrName>
                                        </p:attrNameLst>
                                      </p:cBhvr>
                                      <p:tavLst>
                                        <p:tav tm="0">
                                          <p:val>
                                            <p:strVal val="#ppt_y+.1"/>
                                          </p:val>
                                        </p:tav>
                                        <p:tav tm="100000">
                                          <p:val>
                                            <p:strVal val="#ppt_y"/>
                                          </p:val>
                                        </p:tav>
                                      </p:tavLst>
                                    </p:anim>
                                  </p:childTnLst>
                                </p:cTn>
                              </p:par>
                              <p:par>
                                <p:cTn id="45" presetID="53" presetClass="entr" presetSubtype="16" fill="hold" grpId="0" nodeType="withEffect">
                                  <p:stCondLst>
                                    <p:cond delay="0"/>
                                  </p:stCondLst>
                                  <p:childTnLst>
                                    <p:set>
                                      <p:cBhvr>
                                        <p:cTn id="46" dur="1" fill="hold">
                                          <p:stCondLst>
                                            <p:cond delay="0"/>
                                          </p:stCondLst>
                                        </p:cTn>
                                        <p:tgtEl>
                                          <p:spTgt spid="53"/>
                                        </p:tgtEl>
                                        <p:attrNameLst>
                                          <p:attrName>style.visibility</p:attrName>
                                        </p:attrNameLst>
                                      </p:cBhvr>
                                      <p:to>
                                        <p:strVal val="visible"/>
                                      </p:to>
                                    </p:set>
                                    <p:anim calcmode="lin" valueType="num">
                                      <p:cBhvr>
                                        <p:cTn id="47" dur="500" fill="hold"/>
                                        <p:tgtEl>
                                          <p:spTgt spid="53"/>
                                        </p:tgtEl>
                                        <p:attrNameLst>
                                          <p:attrName>ppt_w</p:attrName>
                                        </p:attrNameLst>
                                      </p:cBhvr>
                                      <p:tavLst>
                                        <p:tav tm="0">
                                          <p:val>
                                            <p:fltVal val="0"/>
                                          </p:val>
                                        </p:tav>
                                        <p:tav tm="100000">
                                          <p:val>
                                            <p:strVal val="#ppt_w"/>
                                          </p:val>
                                        </p:tav>
                                      </p:tavLst>
                                    </p:anim>
                                    <p:anim calcmode="lin" valueType="num">
                                      <p:cBhvr>
                                        <p:cTn id="48" dur="500" fill="hold"/>
                                        <p:tgtEl>
                                          <p:spTgt spid="53"/>
                                        </p:tgtEl>
                                        <p:attrNameLst>
                                          <p:attrName>ppt_h</p:attrName>
                                        </p:attrNameLst>
                                      </p:cBhvr>
                                      <p:tavLst>
                                        <p:tav tm="0">
                                          <p:val>
                                            <p:fltVal val="0"/>
                                          </p:val>
                                        </p:tav>
                                        <p:tav tm="100000">
                                          <p:val>
                                            <p:strVal val="#ppt_h"/>
                                          </p:val>
                                        </p:tav>
                                      </p:tavLst>
                                    </p:anim>
                                    <p:animEffect transition="in" filter="fade">
                                      <p:cBhvr>
                                        <p:cTn id="49" dur="500"/>
                                        <p:tgtEl>
                                          <p:spTgt spid="53"/>
                                        </p:tgtEl>
                                      </p:cBhvr>
                                    </p:animEffect>
                                  </p:childTnLst>
                                </p:cTn>
                              </p:par>
                              <p:par>
                                <p:cTn id="50" presetID="53" presetClass="entr" presetSubtype="16" fill="hold" grpId="0" nodeType="withEffect">
                                  <p:stCondLst>
                                    <p:cond delay="100"/>
                                  </p:stCondLst>
                                  <p:childTnLst>
                                    <p:set>
                                      <p:cBhvr>
                                        <p:cTn id="51" dur="1" fill="hold">
                                          <p:stCondLst>
                                            <p:cond delay="0"/>
                                          </p:stCondLst>
                                        </p:cTn>
                                        <p:tgtEl>
                                          <p:spTgt spid="33"/>
                                        </p:tgtEl>
                                        <p:attrNameLst>
                                          <p:attrName>style.visibility</p:attrName>
                                        </p:attrNameLst>
                                      </p:cBhvr>
                                      <p:to>
                                        <p:strVal val="visible"/>
                                      </p:to>
                                    </p:set>
                                    <p:anim calcmode="lin" valueType="num">
                                      <p:cBhvr>
                                        <p:cTn id="52" dur="500" fill="hold"/>
                                        <p:tgtEl>
                                          <p:spTgt spid="33"/>
                                        </p:tgtEl>
                                        <p:attrNameLst>
                                          <p:attrName>ppt_w</p:attrName>
                                        </p:attrNameLst>
                                      </p:cBhvr>
                                      <p:tavLst>
                                        <p:tav tm="0">
                                          <p:val>
                                            <p:fltVal val="0"/>
                                          </p:val>
                                        </p:tav>
                                        <p:tav tm="100000">
                                          <p:val>
                                            <p:strVal val="#ppt_w"/>
                                          </p:val>
                                        </p:tav>
                                      </p:tavLst>
                                    </p:anim>
                                    <p:anim calcmode="lin" valueType="num">
                                      <p:cBhvr>
                                        <p:cTn id="53" dur="500" fill="hold"/>
                                        <p:tgtEl>
                                          <p:spTgt spid="33"/>
                                        </p:tgtEl>
                                        <p:attrNameLst>
                                          <p:attrName>ppt_h</p:attrName>
                                        </p:attrNameLst>
                                      </p:cBhvr>
                                      <p:tavLst>
                                        <p:tav tm="0">
                                          <p:val>
                                            <p:fltVal val="0"/>
                                          </p:val>
                                        </p:tav>
                                        <p:tav tm="100000">
                                          <p:val>
                                            <p:strVal val="#ppt_h"/>
                                          </p:val>
                                        </p:tav>
                                      </p:tavLst>
                                    </p:anim>
                                    <p:animEffect transition="in" filter="fade">
                                      <p:cBhvr>
                                        <p:cTn id="54" dur="500"/>
                                        <p:tgtEl>
                                          <p:spTgt spid="33"/>
                                        </p:tgtEl>
                                      </p:cBhvr>
                                    </p:animEffect>
                                  </p:childTnLst>
                                </p:cTn>
                              </p:par>
                              <p:par>
                                <p:cTn id="55" presetID="53" presetClass="entr" presetSubtype="16" fill="hold" grpId="0" nodeType="withEffect">
                                  <p:stCondLst>
                                    <p:cond delay="300"/>
                                  </p:stCondLst>
                                  <p:childTnLst>
                                    <p:set>
                                      <p:cBhvr>
                                        <p:cTn id="56" dur="1" fill="hold">
                                          <p:stCondLst>
                                            <p:cond delay="0"/>
                                          </p:stCondLst>
                                        </p:cTn>
                                        <p:tgtEl>
                                          <p:spTgt spid="38"/>
                                        </p:tgtEl>
                                        <p:attrNameLst>
                                          <p:attrName>style.visibility</p:attrName>
                                        </p:attrNameLst>
                                      </p:cBhvr>
                                      <p:to>
                                        <p:strVal val="visible"/>
                                      </p:to>
                                    </p:set>
                                    <p:anim calcmode="lin" valueType="num">
                                      <p:cBhvr>
                                        <p:cTn id="57" dur="500" fill="hold"/>
                                        <p:tgtEl>
                                          <p:spTgt spid="38"/>
                                        </p:tgtEl>
                                        <p:attrNameLst>
                                          <p:attrName>ppt_w</p:attrName>
                                        </p:attrNameLst>
                                      </p:cBhvr>
                                      <p:tavLst>
                                        <p:tav tm="0">
                                          <p:val>
                                            <p:fltVal val="0"/>
                                          </p:val>
                                        </p:tav>
                                        <p:tav tm="100000">
                                          <p:val>
                                            <p:strVal val="#ppt_w"/>
                                          </p:val>
                                        </p:tav>
                                      </p:tavLst>
                                    </p:anim>
                                    <p:anim calcmode="lin" valueType="num">
                                      <p:cBhvr>
                                        <p:cTn id="58" dur="500" fill="hold"/>
                                        <p:tgtEl>
                                          <p:spTgt spid="38"/>
                                        </p:tgtEl>
                                        <p:attrNameLst>
                                          <p:attrName>ppt_h</p:attrName>
                                        </p:attrNameLst>
                                      </p:cBhvr>
                                      <p:tavLst>
                                        <p:tav tm="0">
                                          <p:val>
                                            <p:fltVal val="0"/>
                                          </p:val>
                                        </p:tav>
                                        <p:tav tm="100000">
                                          <p:val>
                                            <p:strVal val="#ppt_h"/>
                                          </p:val>
                                        </p:tav>
                                      </p:tavLst>
                                    </p:anim>
                                    <p:animEffect transition="in" filter="fade">
                                      <p:cBhvr>
                                        <p:cTn id="59" dur="500"/>
                                        <p:tgtEl>
                                          <p:spTgt spid="38"/>
                                        </p:tgtEl>
                                      </p:cBhvr>
                                    </p:animEffect>
                                  </p:childTnLst>
                                </p:cTn>
                              </p:par>
                              <p:par>
                                <p:cTn id="60" presetID="53" presetClass="entr" presetSubtype="16" fill="hold" grpId="0" nodeType="withEffect">
                                  <p:stCondLst>
                                    <p:cond delay="200"/>
                                  </p:stCondLst>
                                  <p:childTnLst>
                                    <p:set>
                                      <p:cBhvr>
                                        <p:cTn id="61" dur="1" fill="hold">
                                          <p:stCondLst>
                                            <p:cond delay="0"/>
                                          </p:stCondLst>
                                        </p:cTn>
                                        <p:tgtEl>
                                          <p:spTgt spid="52"/>
                                        </p:tgtEl>
                                        <p:attrNameLst>
                                          <p:attrName>style.visibility</p:attrName>
                                        </p:attrNameLst>
                                      </p:cBhvr>
                                      <p:to>
                                        <p:strVal val="visible"/>
                                      </p:to>
                                    </p:set>
                                    <p:anim calcmode="lin" valueType="num">
                                      <p:cBhvr>
                                        <p:cTn id="62" dur="500" fill="hold"/>
                                        <p:tgtEl>
                                          <p:spTgt spid="52"/>
                                        </p:tgtEl>
                                        <p:attrNameLst>
                                          <p:attrName>ppt_w</p:attrName>
                                        </p:attrNameLst>
                                      </p:cBhvr>
                                      <p:tavLst>
                                        <p:tav tm="0">
                                          <p:val>
                                            <p:fltVal val="0"/>
                                          </p:val>
                                        </p:tav>
                                        <p:tav tm="100000">
                                          <p:val>
                                            <p:strVal val="#ppt_w"/>
                                          </p:val>
                                        </p:tav>
                                      </p:tavLst>
                                    </p:anim>
                                    <p:anim calcmode="lin" valueType="num">
                                      <p:cBhvr>
                                        <p:cTn id="63" dur="500" fill="hold"/>
                                        <p:tgtEl>
                                          <p:spTgt spid="52"/>
                                        </p:tgtEl>
                                        <p:attrNameLst>
                                          <p:attrName>ppt_h</p:attrName>
                                        </p:attrNameLst>
                                      </p:cBhvr>
                                      <p:tavLst>
                                        <p:tav tm="0">
                                          <p:val>
                                            <p:fltVal val="0"/>
                                          </p:val>
                                        </p:tav>
                                        <p:tav tm="100000">
                                          <p:val>
                                            <p:strVal val="#ppt_h"/>
                                          </p:val>
                                        </p:tav>
                                      </p:tavLst>
                                    </p:anim>
                                    <p:animEffect transition="in" filter="fade">
                                      <p:cBhvr>
                                        <p:cTn id="64" dur="500"/>
                                        <p:tgtEl>
                                          <p:spTgt spid="52"/>
                                        </p:tgtEl>
                                      </p:cBhvr>
                                    </p:animEffect>
                                  </p:childTnLst>
                                </p:cTn>
                              </p:par>
                              <p:par>
                                <p:cTn id="65" presetID="53" presetClass="entr" presetSubtype="16" fill="hold" grpId="0" nodeType="withEffect">
                                  <p:stCondLst>
                                    <p:cond delay="400"/>
                                  </p:stCondLst>
                                  <p:childTnLst>
                                    <p:set>
                                      <p:cBhvr>
                                        <p:cTn id="66" dur="1" fill="hold">
                                          <p:stCondLst>
                                            <p:cond delay="0"/>
                                          </p:stCondLst>
                                        </p:cTn>
                                        <p:tgtEl>
                                          <p:spTgt spid="51"/>
                                        </p:tgtEl>
                                        <p:attrNameLst>
                                          <p:attrName>style.visibility</p:attrName>
                                        </p:attrNameLst>
                                      </p:cBhvr>
                                      <p:to>
                                        <p:strVal val="visible"/>
                                      </p:to>
                                    </p:set>
                                    <p:anim calcmode="lin" valueType="num">
                                      <p:cBhvr>
                                        <p:cTn id="67" dur="500" fill="hold"/>
                                        <p:tgtEl>
                                          <p:spTgt spid="51"/>
                                        </p:tgtEl>
                                        <p:attrNameLst>
                                          <p:attrName>ppt_w</p:attrName>
                                        </p:attrNameLst>
                                      </p:cBhvr>
                                      <p:tavLst>
                                        <p:tav tm="0">
                                          <p:val>
                                            <p:fltVal val="0"/>
                                          </p:val>
                                        </p:tav>
                                        <p:tav tm="100000">
                                          <p:val>
                                            <p:strVal val="#ppt_w"/>
                                          </p:val>
                                        </p:tav>
                                      </p:tavLst>
                                    </p:anim>
                                    <p:anim calcmode="lin" valueType="num">
                                      <p:cBhvr>
                                        <p:cTn id="68" dur="500" fill="hold"/>
                                        <p:tgtEl>
                                          <p:spTgt spid="51"/>
                                        </p:tgtEl>
                                        <p:attrNameLst>
                                          <p:attrName>ppt_h</p:attrName>
                                        </p:attrNameLst>
                                      </p:cBhvr>
                                      <p:tavLst>
                                        <p:tav tm="0">
                                          <p:val>
                                            <p:fltVal val="0"/>
                                          </p:val>
                                        </p:tav>
                                        <p:tav tm="100000">
                                          <p:val>
                                            <p:strVal val="#ppt_h"/>
                                          </p:val>
                                        </p:tav>
                                      </p:tavLst>
                                    </p:anim>
                                    <p:animEffect transition="in" filter="fade">
                                      <p:cBhvr>
                                        <p:cTn id="69" dur="500"/>
                                        <p:tgtEl>
                                          <p:spTgt spid="51"/>
                                        </p:tgtEl>
                                      </p:cBhvr>
                                    </p:animEffect>
                                  </p:childTnLst>
                                </p:cTn>
                              </p:par>
                              <p:par>
                                <p:cTn id="70" presetID="53" presetClass="entr" presetSubtype="16" fill="hold" grpId="0" nodeType="withEffect">
                                  <p:stCondLst>
                                    <p:cond delay="500"/>
                                  </p:stCondLst>
                                  <p:childTnLst>
                                    <p:set>
                                      <p:cBhvr>
                                        <p:cTn id="71" dur="1" fill="hold">
                                          <p:stCondLst>
                                            <p:cond delay="0"/>
                                          </p:stCondLst>
                                        </p:cTn>
                                        <p:tgtEl>
                                          <p:spTgt spid="36"/>
                                        </p:tgtEl>
                                        <p:attrNameLst>
                                          <p:attrName>style.visibility</p:attrName>
                                        </p:attrNameLst>
                                      </p:cBhvr>
                                      <p:to>
                                        <p:strVal val="visible"/>
                                      </p:to>
                                    </p:set>
                                    <p:anim calcmode="lin" valueType="num">
                                      <p:cBhvr>
                                        <p:cTn id="72" dur="500" fill="hold"/>
                                        <p:tgtEl>
                                          <p:spTgt spid="36"/>
                                        </p:tgtEl>
                                        <p:attrNameLst>
                                          <p:attrName>ppt_w</p:attrName>
                                        </p:attrNameLst>
                                      </p:cBhvr>
                                      <p:tavLst>
                                        <p:tav tm="0">
                                          <p:val>
                                            <p:fltVal val="0"/>
                                          </p:val>
                                        </p:tav>
                                        <p:tav tm="100000">
                                          <p:val>
                                            <p:strVal val="#ppt_w"/>
                                          </p:val>
                                        </p:tav>
                                      </p:tavLst>
                                    </p:anim>
                                    <p:anim calcmode="lin" valueType="num">
                                      <p:cBhvr>
                                        <p:cTn id="73" dur="500" fill="hold"/>
                                        <p:tgtEl>
                                          <p:spTgt spid="36"/>
                                        </p:tgtEl>
                                        <p:attrNameLst>
                                          <p:attrName>ppt_h</p:attrName>
                                        </p:attrNameLst>
                                      </p:cBhvr>
                                      <p:tavLst>
                                        <p:tav tm="0">
                                          <p:val>
                                            <p:fltVal val="0"/>
                                          </p:val>
                                        </p:tav>
                                        <p:tav tm="100000">
                                          <p:val>
                                            <p:strVal val="#ppt_h"/>
                                          </p:val>
                                        </p:tav>
                                      </p:tavLst>
                                    </p:anim>
                                    <p:animEffect transition="in" filter="fade">
                                      <p:cBhvr>
                                        <p:cTn id="74" dur="500"/>
                                        <p:tgtEl>
                                          <p:spTgt spid="36"/>
                                        </p:tgtEl>
                                      </p:cBhvr>
                                    </p:animEffect>
                                  </p:childTnLst>
                                </p:cTn>
                              </p:par>
                              <p:par>
                                <p:cTn id="75" presetID="53" presetClass="entr" presetSubtype="16" fill="hold" grpId="0" nodeType="withEffect">
                                  <p:stCondLst>
                                    <p:cond delay="700"/>
                                  </p:stCondLst>
                                  <p:childTnLst>
                                    <p:set>
                                      <p:cBhvr>
                                        <p:cTn id="76" dur="1" fill="hold">
                                          <p:stCondLst>
                                            <p:cond delay="0"/>
                                          </p:stCondLst>
                                        </p:cTn>
                                        <p:tgtEl>
                                          <p:spTgt spid="50"/>
                                        </p:tgtEl>
                                        <p:attrNameLst>
                                          <p:attrName>style.visibility</p:attrName>
                                        </p:attrNameLst>
                                      </p:cBhvr>
                                      <p:to>
                                        <p:strVal val="visible"/>
                                      </p:to>
                                    </p:set>
                                    <p:anim calcmode="lin" valueType="num">
                                      <p:cBhvr>
                                        <p:cTn id="77" dur="500" fill="hold"/>
                                        <p:tgtEl>
                                          <p:spTgt spid="50"/>
                                        </p:tgtEl>
                                        <p:attrNameLst>
                                          <p:attrName>ppt_w</p:attrName>
                                        </p:attrNameLst>
                                      </p:cBhvr>
                                      <p:tavLst>
                                        <p:tav tm="0">
                                          <p:val>
                                            <p:fltVal val="0"/>
                                          </p:val>
                                        </p:tav>
                                        <p:tav tm="100000">
                                          <p:val>
                                            <p:strVal val="#ppt_w"/>
                                          </p:val>
                                        </p:tav>
                                      </p:tavLst>
                                    </p:anim>
                                    <p:anim calcmode="lin" valueType="num">
                                      <p:cBhvr>
                                        <p:cTn id="78" dur="500" fill="hold"/>
                                        <p:tgtEl>
                                          <p:spTgt spid="50"/>
                                        </p:tgtEl>
                                        <p:attrNameLst>
                                          <p:attrName>ppt_h</p:attrName>
                                        </p:attrNameLst>
                                      </p:cBhvr>
                                      <p:tavLst>
                                        <p:tav tm="0">
                                          <p:val>
                                            <p:fltVal val="0"/>
                                          </p:val>
                                        </p:tav>
                                        <p:tav tm="100000">
                                          <p:val>
                                            <p:strVal val="#ppt_h"/>
                                          </p:val>
                                        </p:tav>
                                      </p:tavLst>
                                    </p:anim>
                                    <p:animEffect transition="in" filter="fade">
                                      <p:cBhvr>
                                        <p:cTn id="79" dur="500"/>
                                        <p:tgtEl>
                                          <p:spTgt spid="50"/>
                                        </p:tgtEl>
                                      </p:cBhvr>
                                    </p:animEffect>
                                  </p:childTnLst>
                                </p:cTn>
                              </p:par>
                              <p:par>
                                <p:cTn id="80" presetID="53" presetClass="entr" presetSubtype="16" fill="hold" grpId="0" nodeType="withEffect">
                                  <p:stCondLst>
                                    <p:cond delay="600"/>
                                  </p:stCondLst>
                                  <p:childTnLst>
                                    <p:set>
                                      <p:cBhvr>
                                        <p:cTn id="81" dur="1" fill="hold">
                                          <p:stCondLst>
                                            <p:cond delay="0"/>
                                          </p:stCondLst>
                                        </p:cTn>
                                        <p:tgtEl>
                                          <p:spTgt spid="54"/>
                                        </p:tgtEl>
                                        <p:attrNameLst>
                                          <p:attrName>style.visibility</p:attrName>
                                        </p:attrNameLst>
                                      </p:cBhvr>
                                      <p:to>
                                        <p:strVal val="visible"/>
                                      </p:to>
                                    </p:set>
                                    <p:anim calcmode="lin" valueType="num">
                                      <p:cBhvr>
                                        <p:cTn id="82" dur="500" fill="hold"/>
                                        <p:tgtEl>
                                          <p:spTgt spid="54"/>
                                        </p:tgtEl>
                                        <p:attrNameLst>
                                          <p:attrName>ppt_w</p:attrName>
                                        </p:attrNameLst>
                                      </p:cBhvr>
                                      <p:tavLst>
                                        <p:tav tm="0">
                                          <p:val>
                                            <p:fltVal val="0"/>
                                          </p:val>
                                        </p:tav>
                                        <p:tav tm="100000">
                                          <p:val>
                                            <p:strVal val="#ppt_w"/>
                                          </p:val>
                                        </p:tav>
                                      </p:tavLst>
                                    </p:anim>
                                    <p:anim calcmode="lin" valueType="num">
                                      <p:cBhvr>
                                        <p:cTn id="83" dur="500" fill="hold"/>
                                        <p:tgtEl>
                                          <p:spTgt spid="54"/>
                                        </p:tgtEl>
                                        <p:attrNameLst>
                                          <p:attrName>ppt_h</p:attrName>
                                        </p:attrNameLst>
                                      </p:cBhvr>
                                      <p:tavLst>
                                        <p:tav tm="0">
                                          <p:val>
                                            <p:fltVal val="0"/>
                                          </p:val>
                                        </p:tav>
                                        <p:tav tm="100000">
                                          <p:val>
                                            <p:strVal val="#ppt_h"/>
                                          </p:val>
                                        </p:tav>
                                      </p:tavLst>
                                    </p:anim>
                                    <p:animEffect transition="in" filter="fade">
                                      <p:cBhvr>
                                        <p:cTn id="84" dur="5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36" grpId="0" animBg="1"/>
      <p:bldP spid="38" grpId="0" animBg="1"/>
      <p:bldP spid="44" grpId="0"/>
      <p:bldP spid="45" grpId="0"/>
      <p:bldP spid="46" grpId="0"/>
      <p:bldP spid="47" grpId="0" animBg="1"/>
      <p:bldP spid="48" grpId="0" animBg="1"/>
      <p:bldP spid="49" grpId="0" animBg="1"/>
      <p:bldP spid="50" grpId="0" animBg="1"/>
      <p:bldP spid="51" grpId="0" animBg="1"/>
      <p:bldP spid="52" grpId="0" animBg="1"/>
      <p:bldP spid="53" grpId="0" animBg="1"/>
      <p:bldP spid="54" grpId="0" animBg="1"/>
      <p:bldP spid="55" grpId="0"/>
      <p:bldP spid="56"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nvCxnSpPr>
        <p:spPr>
          <a:xfrm flipH="1">
            <a:off x="0" y="2368389"/>
            <a:ext cx="390525" cy="0"/>
          </a:xfrm>
          <a:prstGeom prst="line">
            <a:avLst/>
          </a:prstGeom>
          <a:ln w="6350">
            <a:solidFill>
              <a:srgbClr val="62768C"/>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flipH="1">
            <a:off x="0" y="1977864"/>
            <a:ext cx="390525" cy="0"/>
          </a:xfrm>
          <a:prstGeom prst="line">
            <a:avLst/>
          </a:prstGeom>
          <a:ln w="6350">
            <a:solidFill>
              <a:srgbClr val="62768C"/>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H="1">
            <a:off x="0" y="2762089"/>
            <a:ext cx="390525" cy="0"/>
          </a:xfrm>
          <a:prstGeom prst="line">
            <a:avLst/>
          </a:prstGeom>
          <a:ln w="6350">
            <a:solidFill>
              <a:srgbClr val="62768C"/>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flipH="1">
            <a:off x="0" y="3152614"/>
            <a:ext cx="390525" cy="0"/>
          </a:xfrm>
          <a:prstGeom prst="line">
            <a:avLst/>
          </a:prstGeom>
          <a:ln w="6350">
            <a:solidFill>
              <a:srgbClr val="62768C"/>
            </a:solidFill>
          </a:ln>
        </p:spPr>
        <p:style>
          <a:lnRef idx="1">
            <a:schemeClr val="accent1"/>
          </a:lnRef>
          <a:fillRef idx="0">
            <a:schemeClr val="accent1"/>
          </a:fillRef>
          <a:effectRef idx="0">
            <a:schemeClr val="accent1"/>
          </a:effectRef>
          <a:fontRef idx="minor">
            <a:schemeClr val="tx1"/>
          </a:fontRef>
        </p:style>
      </p:cxnSp>
      <p:sp>
        <p:nvSpPr>
          <p:cNvPr id="37" name="矩形 36"/>
          <p:cNvSpPr/>
          <p:nvPr/>
        </p:nvSpPr>
        <p:spPr>
          <a:xfrm>
            <a:off x="-1" y="3152614"/>
            <a:ext cx="1280513" cy="390525"/>
          </a:xfrm>
          <a:prstGeom prst="rect">
            <a:avLst/>
          </a:prstGeom>
          <a:solidFill>
            <a:srgbClr val="37B0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Freeform 9"/>
          <p:cNvSpPr>
            <a:spLocks noEditPoints="1"/>
          </p:cNvSpPr>
          <p:nvPr/>
        </p:nvSpPr>
        <p:spPr bwMode="auto">
          <a:xfrm>
            <a:off x="83442" y="3272333"/>
            <a:ext cx="231878" cy="151086"/>
          </a:xfrm>
          <a:custGeom>
            <a:avLst/>
            <a:gdLst>
              <a:gd name="T0" fmla="*/ 58 w 215"/>
              <a:gd name="T1" fmla="*/ 83 h 140"/>
              <a:gd name="T2" fmla="*/ 58 w 215"/>
              <a:gd name="T3" fmla="*/ 91 h 140"/>
              <a:gd name="T4" fmla="*/ 161 w 215"/>
              <a:gd name="T5" fmla="*/ 87 h 140"/>
              <a:gd name="T6" fmla="*/ 58 w 215"/>
              <a:gd name="T7" fmla="*/ 73 h 140"/>
              <a:gd name="T8" fmla="*/ 98 w 215"/>
              <a:gd name="T9" fmla="*/ 73 h 140"/>
              <a:gd name="T10" fmla="*/ 102 w 215"/>
              <a:gd name="T11" fmla="*/ 34 h 140"/>
              <a:gd name="T12" fmla="*/ 58 w 215"/>
              <a:gd name="T13" fmla="*/ 30 h 140"/>
              <a:gd name="T14" fmla="*/ 54 w 215"/>
              <a:gd name="T15" fmla="*/ 69 h 140"/>
              <a:gd name="T16" fmla="*/ 63 w 215"/>
              <a:gd name="T17" fmla="*/ 38 h 140"/>
              <a:gd name="T18" fmla="*/ 94 w 215"/>
              <a:gd name="T19" fmla="*/ 38 h 140"/>
              <a:gd name="T20" fmla="*/ 63 w 215"/>
              <a:gd name="T21" fmla="*/ 65 h 140"/>
              <a:gd name="T22" fmla="*/ 27 w 215"/>
              <a:gd name="T23" fmla="*/ 121 h 140"/>
              <a:gd name="T24" fmla="*/ 189 w 215"/>
              <a:gd name="T25" fmla="*/ 121 h 140"/>
              <a:gd name="T26" fmla="*/ 196 w 215"/>
              <a:gd name="T27" fmla="*/ 7 h 140"/>
              <a:gd name="T28" fmla="*/ 27 w 215"/>
              <a:gd name="T29" fmla="*/ 0 h 140"/>
              <a:gd name="T30" fmla="*/ 20 w 215"/>
              <a:gd name="T31" fmla="*/ 114 h 140"/>
              <a:gd name="T32" fmla="*/ 33 w 215"/>
              <a:gd name="T33" fmla="*/ 13 h 140"/>
              <a:gd name="T34" fmla="*/ 182 w 215"/>
              <a:gd name="T35" fmla="*/ 13 h 140"/>
              <a:gd name="T36" fmla="*/ 33 w 215"/>
              <a:gd name="T37" fmla="*/ 107 h 140"/>
              <a:gd name="T38" fmla="*/ 157 w 215"/>
              <a:gd name="T39" fmla="*/ 48 h 140"/>
              <a:gd name="T40" fmla="*/ 111 w 215"/>
              <a:gd name="T41" fmla="*/ 48 h 140"/>
              <a:gd name="T42" fmla="*/ 111 w 215"/>
              <a:gd name="T43" fmla="*/ 56 h 140"/>
              <a:gd name="T44" fmla="*/ 161 w 215"/>
              <a:gd name="T45" fmla="*/ 52 h 140"/>
              <a:gd name="T46" fmla="*/ 157 w 215"/>
              <a:gd name="T47" fmla="*/ 65 h 140"/>
              <a:gd name="T48" fmla="*/ 111 w 215"/>
              <a:gd name="T49" fmla="*/ 65 h 140"/>
              <a:gd name="T50" fmla="*/ 111 w 215"/>
              <a:gd name="T51" fmla="*/ 73 h 140"/>
              <a:gd name="T52" fmla="*/ 161 w 215"/>
              <a:gd name="T53" fmla="*/ 69 h 140"/>
              <a:gd name="T54" fmla="*/ 157 w 215"/>
              <a:gd name="T55" fmla="*/ 30 h 140"/>
              <a:gd name="T56" fmla="*/ 111 w 215"/>
              <a:gd name="T57" fmla="*/ 30 h 140"/>
              <a:gd name="T58" fmla="*/ 111 w 215"/>
              <a:gd name="T59" fmla="*/ 38 h 140"/>
              <a:gd name="T60" fmla="*/ 161 w 215"/>
              <a:gd name="T61" fmla="*/ 34 h 140"/>
              <a:gd name="T62" fmla="*/ 209 w 215"/>
              <a:gd name="T63" fmla="*/ 127 h 140"/>
              <a:gd name="T64" fmla="*/ 7 w 215"/>
              <a:gd name="T65" fmla="*/ 127 h 140"/>
              <a:gd name="T66" fmla="*/ 7 w 215"/>
              <a:gd name="T67" fmla="*/ 140 h 140"/>
              <a:gd name="T68" fmla="*/ 215 w 215"/>
              <a:gd name="T69" fmla="*/ 13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15" h="140">
                <a:moveTo>
                  <a:pt x="157" y="83"/>
                </a:moveTo>
                <a:cubicBezTo>
                  <a:pt x="58" y="83"/>
                  <a:pt x="58" y="83"/>
                  <a:pt x="58" y="83"/>
                </a:cubicBezTo>
                <a:cubicBezTo>
                  <a:pt x="56" y="83"/>
                  <a:pt x="54" y="84"/>
                  <a:pt x="54" y="87"/>
                </a:cubicBezTo>
                <a:cubicBezTo>
                  <a:pt x="54" y="89"/>
                  <a:pt x="56" y="91"/>
                  <a:pt x="58" y="91"/>
                </a:cubicBezTo>
                <a:cubicBezTo>
                  <a:pt x="157" y="91"/>
                  <a:pt x="157" y="91"/>
                  <a:pt x="157" y="91"/>
                </a:cubicBezTo>
                <a:cubicBezTo>
                  <a:pt x="159" y="91"/>
                  <a:pt x="161" y="89"/>
                  <a:pt x="161" y="87"/>
                </a:cubicBezTo>
                <a:cubicBezTo>
                  <a:pt x="161" y="84"/>
                  <a:pt x="159" y="83"/>
                  <a:pt x="157" y="83"/>
                </a:cubicBezTo>
                <a:close/>
                <a:moveTo>
                  <a:pt x="58" y="73"/>
                </a:moveTo>
                <a:cubicBezTo>
                  <a:pt x="58" y="73"/>
                  <a:pt x="58" y="73"/>
                  <a:pt x="58" y="73"/>
                </a:cubicBezTo>
                <a:cubicBezTo>
                  <a:pt x="98" y="73"/>
                  <a:pt x="98" y="73"/>
                  <a:pt x="98" y="73"/>
                </a:cubicBezTo>
                <a:cubicBezTo>
                  <a:pt x="100" y="73"/>
                  <a:pt x="102" y="71"/>
                  <a:pt x="102" y="69"/>
                </a:cubicBezTo>
                <a:cubicBezTo>
                  <a:pt x="102" y="34"/>
                  <a:pt x="102" y="34"/>
                  <a:pt x="102" y="34"/>
                </a:cubicBezTo>
                <a:cubicBezTo>
                  <a:pt x="102" y="32"/>
                  <a:pt x="100" y="30"/>
                  <a:pt x="98" y="30"/>
                </a:cubicBezTo>
                <a:cubicBezTo>
                  <a:pt x="58" y="30"/>
                  <a:pt x="58" y="30"/>
                  <a:pt x="58" y="30"/>
                </a:cubicBezTo>
                <a:cubicBezTo>
                  <a:pt x="56" y="30"/>
                  <a:pt x="54" y="32"/>
                  <a:pt x="54" y="34"/>
                </a:cubicBezTo>
                <a:cubicBezTo>
                  <a:pt x="54" y="69"/>
                  <a:pt x="54" y="69"/>
                  <a:pt x="54" y="69"/>
                </a:cubicBezTo>
                <a:cubicBezTo>
                  <a:pt x="54" y="71"/>
                  <a:pt x="56" y="73"/>
                  <a:pt x="58" y="73"/>
                </a:cubicBezTo>
                <a:close/>
                <a:moveTo>
                  <a:pt x="63" y="38"/>
                </a:moveTo>
                <a:cubicBezTo>
                  <a:pt x="63" y="38"/>
                  <a:pt x="63" y="38"/>
                  <a:pt x="63" y="38"/>
                </a:cubicBezTo>
                <a:cubicBezTo>
                  <a:pt x="94" y="38"/>
                  <a:pt x="94" y="38"/>
                  <a:pt x="94" y="38"/>
                </a:cubicBezTo>
                <a:cubicBezTo>
                  <a:pt x="94" y="65"/>
                  <a:pt x="94" y="65"/>
                  <a:pt x="94" y="65"/>
                </a:cubicBezTo>
                <a:cubicBezTo>
                  <a:pt x="63" y="65"/>
                  <a:pt x="63" y="65"/>
                  <a:pt x="63" y="65"/>
                </a:cubicBezTo>
                <a:cubicBezTo>
                  <a:pt x="63" y="38"/>
                  <a:pt x="63" y="38"/>
                  <a:pt x="63" y="38"/>
                </a:cubicBezTo>
                <a:close/>
                <a:moveTo>
                  <a:pt x="27" y="121"/>
                </a:moveTo>
                <a:cubicBezTo>
                  <a:pt x="27" y="121"/>
                  <a:pt x="27" y="121"/>
                  <a:pt x="27" y="121"/>
                </a:cubicBezTo>
                <a:cubicBezTo>
                  <a:pt x="189" y="121"/>
                  <a:pt x="189" y="121"/>
                  <a:pt x="189" y="121"/>
                </a:cubicBezTo>
                <a:cubicBezTo>
                  <a:pt x="193" y="121"/>
                  <a:pt x="196" y="118"/>
                  <a:pt x="196" y="114"/>
                </a:cubicBezTo>
                <a:cubicBezTo>
                  <a:pt x="196" y="7"/>
                  <a:pt x="196" y="7"/>
                  <a:pt x="196" y="7"/>
                </a:cubicBezTo>
                <a:cubicBezTo>
                  <a:pt x="196" y="3"/>
                  <a:pt x="193" y="0"/>
                  <a:pt x="189" y="0"/>
                </a:cubicBezTo>
                <a:cubicBezTo>
                  <a:pt x="27" y="0"/>
                  <a:pt x="27" y="0"/>
                  <a:pt x="27" y="0"/>
                </a:cubicBezTo>
                <a:cubicBezTo>
                  <a:pt x="23" y="0"/>
                  <a:pt x="20" y="3"/>
                  <a:pt x="20" y="7"/>
                </a:cubicBezTo>
                <a:cubicBezTo>
                  <a:pt x="20" y="114"/>
                  <a:pt x="20" y="114"/>
                  <a:pt x="20" y="114"/>
                </a:cubicBezTo>
                <a:cubicBezTo>
                  <a:pt x="20" y="118"/>
                  <a:pt x="23" y="121"/>
                  <a:pt x="27" y="121"/>
                </a:cubicBezTo>
                <a:close/>
                <a:moveTo>
                  <a:pt x="33" y="13"/>
                </a:moveTo>
                <a:cubicBezTo>
                  <a:pt x="33" y="13"/>
                  <a:pt x="33" y="13"/>
                  <a:pt x="33" y="13"/>
                </a:cubicBezTo>
                <a:cubicBezTo>
                  <a:pt x="182" y="13"/>
                  <a:pt x="182" y="13"/>
                  <a:pt x="182" y="13"/>
                </a:cubicBezTo>
                <a:cubicBezTo>
                  <a:pt x="182" y="107"/>
                  <a:pt x="182" y="107"/>
                  <a:pt x="182" y="107"/>
                </a:cubicBezTo>
                <a:cubicBezTo>
                  <a:pt x="33" y="107"/>
                  <a:pt x="33" y="107"/>
                  <a:pt x="33" y="107"/>
                </a:cubicBezTo>
                <a:cubicBezTo>
                  <a:pt x="33" y="13"/>
                  <a:pt x="33" y="13"/>
                  <a:pt x="33" y="13"/>
                </a:cubicBezTo>
                <a:close/>
                <a:moveTo>
                  <a:pt x="157" y="48"/>
                </a:moveTo>
                <a:cubicBezTo>
                  <a:pt x="157" y="48"/>
                  <a:pt x="157" y="48"/>
                  <a:pt x="157" y="48"/>
                </a:cubicBezTo>
                <a:cubicBezTo>
                  <a:pt x="111" y="48"/>
                  <a:pt x="111" y="48"/>
                  <a:pt x="111" y="48"/>
                </a:cubicBezTo>
                <a:cubicBezTo>
                  <a:pt x="108" y="48"/>
                  <a:pt x="107" y="49"/>
                  <a:pt x="107" y="52"/>
                </a:cubicBezTo>
                <a:cubicBezTo>
                  <a:pt x="107" y="54"/>
                  <a:pt x="108" y="56"/>
                  <a:pt x="111" y="56"/>
                </a:cubicBezTo>
                <a:cubicBezTo>
                  <a:pt x="157" y="56"/>
                  <a:pt x="157" y="56"/>
                  <a:pt x="157" y="56"/>
                </a:cubicBezTo>
                <a:cubicBezTo>
                  <a:pt x="159" y="56"/>
                  <a:pt x="161" y="54"/>
                  <a:pt x="161" y="52"/>
                </a:cubicBezTo>
                <a:cubicBezTo>
                  <a:pt x="161" y="49"/>
                  <a:pt x="159" y="48"/>
                  <a:pt x="157" y="48"/>
                </a:cubicBezTo>
                <a:close/>
                <a:moveTo>
                  <a:pt x="157" y="65"/>
                </a:moveTo>
                <a:cubicBezTo>
                  <a:pt x="157" y="65"/>
                  <a:pt x="157" y="65"/>
                  <a:pt x="157" y="65"/>
                </a:cubicBezTo>
                <a:cubicBezTo>
                  <a:pt x="111" y="65"/>
                  <a:pt x="111" y="65"/>
                  <a:pt x="111" y="65"/>
                </a:cubicBezTo>
                <a:cubicBezTo>
                  <a:pt x="108" y="65"/>
                  <a:pt x="107" y="67"/>
                  <a:pt x="107" y="69"/>
                </a:cubicBezTo>
                <a:cubicBezTo>
                  <a:pt x="107" y="71"/>
                  <a:pt x="108" y="73"/>
                  <a:pt x="111" y="73"/>
                </a:cubicBezTo>
                <a:cubicBezTo>
                  <a:pt x="157" y="73"/>
                  <a:pt x="157" y="73"/>
                  <a:pt x="157" y="73"/>
                </a:cubicBezTo>
                <a:cubicBezTo>
                  <a:pt x="159" y="73"/>
                  <a:pt x="161" y="71"/>
                  <a:pt x="161" y="69"/>
                </a:cubicBezTo>
                <a:cubicBezTo>
                  <a:pt x="161" y="67"/>
                  <a:pt x="159" y="65"/>
                  <a:pt x="157" y="65"/>
                </a:cubicBezTo>
                <a:close/>
                <a:moveTo>
                  <a:pt x="157" y="30"/>
                </a:moveTo>
                <a:cubicBezTo>
                  <a:pt x="157" y="30"/>
                  <a:pt x="157" y="30"/>
                  <a:pt x="157" y="30"/>
                </a:cubicBezTo>
                <a:cubicBezTo>
                  <a:pt x="111" y="30"/>
                  <a:pt x="111" y="30"/>
                  <a:pt x="111" y="30"/>
                </a:cubicBezTo>
                <a:cubicBezTo>
                  <a:pt x="108" y="30"/>
                  <a:pt x="107" y="32"/>
                  <a:pt x="107" y="34"/>
                </a:cubicBezTo>
                <a:cubicBezTo>
                  <a:pt x="107" y="37"/>
                  <a:pt x="108" y="38"/>
                  <a:pt x="111" y="38"/>
                </a:cubicBezTo>
                <a:cubicBezTo>
                  <a:pt x="157" y="38"/>
                  <a:pt x="157" y="38"/>
                  <a:pt x="157" y="38"/>
                </a:cubicBezTo>
                <a:cubicBezTo>
                  <a:pt x="159" y="38"/>
                  <a:pt x="161" y="37"/>
                  <a:pt x="161" y="34"/>
                </a:cubicBezTo>
                <a:cubicBezTo>
                  <a:pt x="161" y="32"/>
                  <a:pt x="159" y="30"/>
                  <a:pt x="157" y="30"/>
                </a:cubicBezTo>
                <a:close/>
                <a:moveTo>
                  <a:pt x="209" y="127"/>
                </a:moveTo>
                <a:cubicBezTo>
                  <a:pt x="209" y="127"/>
                  <a:pt x="209" y="127"/>
                  <a:pt x="209" y="127"/>
                </a:cubicBezTo>
                <a:cubicBezTo>
                  <a:pt x="7" y="127"/>
                  <a:pt x="7" y="127"/>
                  <a:pt x="7" y="127"/>
                </a:cubicBezTo>
                <a:cubicBezTo>
                  <a:pt x="3" y="127"/>
                  <a:pt x="0" y="130"/>
                  <a:pt x="0" y="134"/>
                </a:cubicBezTo>
                <a:cubicBezTo>
                  <a:pt x="0" y="137"/>
                  <a:pt x="3" y="140"/>
                  <a:pt x="7" y="140"/>
                </a:cubicBezTo>
                <a:cubicBezTo>
                  <a:pt x="209" y="140"/>
                  <a:pt x="209" y="140"/>
                  <a:pt x="209" y="140"/>
                </a:cubicBezTo>
                <a:cubicBezTo>
                  <a:pt x="212" y="140"/>
                  <a:pt x="215" y="137"/>
                  <a:pt x="215" y="134"/>
                </a:cubicBezTo>
                <a:cubicBezTo>
                  <a:pt x="215" y="130"/>
                  <a:pt x="212" y="127"/>
                  <a:pt x="209" y="127"/>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9" name="Freeform 11"/>
          <p:cNvSpPr>
            <a:spLocks noEditPoints="1"/>
          </p:cNvSpPr>
          <p:nvPr/>
        </p:nvSpPr>
        <p:spPr bwMode="auto">
          <a:xfrm>
            <a:off x="124293" y="2864285"/>
            <a:ext cx="150176" cy="190798"/>
          </a:xfrm>
          <a:custGeom>
            <a:avLst/>
            <a:gdLst>
              <a:gd name="T0" fmla="*/ 104 w 139"/>
              <a:gd name="T1" fmla="*/ 99 h 177"/>
              <a:gd name="T2" fmla="*/ 91 w 139"/>
              <a:gd name="T3" fmla="*/ 160 h 177"/>
              <a:gd name="T4" fmla="*/ 133 w 139"/>
              <a:gd name="T5" fmla="*/ 164 h 177"/>
              <a:gd name="T6" fmla="*/ 133 w 139"/>
              <a:gd name="T7" fmla="*/ 177 h 177"/>
              <a:gd name="T8" fmla="*/ 0 w 139"/>
              <a:gd name="T9" fmla="*/ 170 h 177"/>
              <a:gd name="T10" fmla="*/ 51 w 139"/>
              <a:gd name="T11" fmla="*/ 164 h 177"/>
              <a:gd name="T12" fmla="*/ 81 w 139"/>
              <a:gd name="T13" fmla="*/ 151 h 177"/>
              <a:gd name="T14" fmla="*/ 10 w 139"/>
              <a:gd name="T15" fmla="*/ 147 h 177"/>
              <a:gd name="T16" fmla="*/ 10 w 139"/>
              <a:gd name="T17" fmla="*/ 139 h 177"/>
              <a:gd name="T18" fmla="*/ 94 w 139"/>
              <a:gd name="T19" fmla="*/ 120 h 177"/>
              <a:gd name="T20" fmla="*/ 84 w 139"/>
              <a:gd name="T21" fmla="*/ 92 h 177"/>
              <a:gd name="T22" fmla="*/ 69 w 139"/>
              <a:gd name="T23" fmla="*/ 94 h 177"/>
              <a:gd name="T24" fmla="*/ 53 w 139"/>
              <a:gd name="T25" fmla="*/ 113 h 177"/>
              <a:gd name="T26" fmla="*/ 46 w 139"/>
              <a:gd name="T27" fmla="*/ 117 h 177"/>
              <a:gd name="T28" fmla="*/ 24 w 139"/>
              <a:gd name="T29" fmla="*/ 109 h 177"/>
              <a:gd name="T30" fmla="*/ 26 w 139"/>
              <a:gd name="T31" fmla="*/ 97 h 177"/>
              <a:gd name="T32" fmla="*/ 21 w 139"/>
              <a:gd name="T33" fmla="*/ 89 h 177"/>
              <a:gd name="T34" fmla="*/ 63 w 139"/>
              <a:gd name="T35" fmla="*/ 24 h 177"/>
              <a:gd name="T36" fmla="*/ 67 w 139"/>
              <a:gd name="T37" fmla="*/ 26 h 177"/>
              <a:gd name="T38" fmla="*/ 69 w 139"/>
              <a:gd name="T39" fmla="*/ 14 h 177"/>
              <a:gd name="T40" fmla="*/ 76 w 139"/>
              <a:gd name="T41" fmla="*/ 2 h 177"/>
              <a:gd name="T42" fmla="*/ 109 w 139"/>
              <a:gd name="T43" fmla="*/ 29 h 177"/>
              <a:gd name="T44" fmla="*/ 96 w 139"/>
              <a:gd name="T45" fmla="*/ 30 h 177"/>
              <a:gd name="T46" fmla="*/ 94 w 139"/>
              <a:gd name="T47" fmla="*/ 42 h 177"/>
              <a:gd name="T48" fmla="*/ 87 w 139"/>
              <a:gd name="T49" fmla="*/ 63 h 177"/>
              <a:gd name="T50" fmla="*/ 92 w 139"/>
              <a:gd name="T51" fmla="*/ 81 h 177"/>
              <a:gd name="T52" fmla="*/ 89 w 139"/>
              <a:gd name="T53" fmla="*/ 26 h 177"/>
              <a:gd name="T54" fmla="*/ 74 w 139"/>
              <a:gd name="T55" fmla="*/ 30 h 177"/>
              <a:gd name="T56" fmla="*/ 89 w 139"/>
              <a:gd name="T57" fmla="*/ 26 h 177"/>
              <a:gd name="T58" fmla="*/ 80 w 139"/>
              <a:gd name="T59" fmla="*/ 59 h 177"/>
              <a:gd name="T60" fmla="*/ 62 w 139"/>
              <a:gd name="T61" fmla="*/ 33 h 177"/>
              <a:gd name="T62" fmla="*/ 54 w 139"/>
              <a:gd name="T63" fmla="*/ 104 h 177"/>
              <a:gd name="T64" fmla="*/ 56 w 139"/>
              <a:gd name="T65" fmla="*/ 76 h 177"/>
              <a:gd name="T66" fmla="*/ 62 w 139"/>
              <a:gd name="T67" fmla="*/ 63 h 177"/>
              <a:gd name="T68" fmla="*/ 82 w 139"/>
              <a:gd name="T69" fmla="*/ 69 h 177"/>
              <a:gd name="T70" fmla="*/ 67 w 139"/>
              <a:gd name="T71" fmla="*/ 69 h 177"/>
              <a:gd name="T72" fmla="*/ 67 w 139"/>
              <a:gd name="T73" fmla="*/ 69 h 177"/>
              <a:gd name="T74" fmla="*/ 75 w 139"/>
              <a:gd name="T75" fmla="*/ 86 h 177"/>
              <a:gd name="T76" fmla="*/ 82 w 139"/>
              <a:gd name="T77" fmla="*/ 83 h 177"/>
              <a:gd name="T78" fmla="*/ 82 w 139"/>
              <a:gd name="T79" fmla="*/ 69 h 177"/>
              <a:gd name="T80" fmla="*/ 33 w 139"/>
              <a:gd name="T81" fmla="*/ 101 h 177"/>
              <a:gd name="T82" fmla="*/ 31 w 139"/>
              <a:gd name="T83" fmla="*/ 104 h 177"/>
              <a:gd name="T84" fmla="*/ 42 w 139"/>
              <a:gd name="T85" fmla="*/ 106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 h="177">
                <a:moveTo>
                  <a:pt x="92" y="81"/>
                </a:moveTo>
                <a:cubicBezTo>
                  <a:pt x="97" y="87"/>
                  <a:pt x="101" y="92"/>
                  <a:pt x="104" y="99"/>
                </a:cubicBezTo>
                <a:cubicBezTo>
                  <a:pt x="106" y="106"/>
                  <a:pt x="108" y="113"/>
                  <a:pt x="108" y="120"/>
                </a:cubicBezTo>
                <a:cubicBezTo>
                  <a:pt x="108" y="136"/>
                  <a:pt x="101" y="150"/>
                  <a:pt x="91" y="160"/>
                </a:cubicBezTo>
                <a:cubicBezTo>
                  <a:pt x="90" y="162"/>
                  <a:pt x="89" y="163"/>
                  <a:pt x="88" y="164"/>
                </a:cubicBezTo>
                <a:cubicBezTo>
                  <a:pt x="133" y="164"/>
                  <a:pt x="133" y="164"/>
                  <a:pt x="133" y="164"/>
                </a:cubicBezTo>
                <a:cubicBezTo>
                  <a:pt x="136" y="164"/>
                  <a:pt x="139" y="167"/>
                  <a:pt x="139" y="170"/>
                </a:cubicBezTo>
                <a:cubicBezTo>
                  <a:pt x="139" y="174"/>
                  <a:pt x="136" y="177"/>
                  <a:pt x="133" y="177"/>
                </a:cubicBezTo>
                <a:cubicBezTo>
                  <a:pt x="91" y="177"/>
                  <a:pt x="49" y="177"/>
                  <a:pt x="7" y="177"/>
                </a:cubicBezTo>
                <a:cubicBezTo>
                  <a:pt x="3" y="177"/>
                  <a:pt x="0" y="174"/>
                  <a:pt x="0" y="170"/>
                </a:cubicBezTo>
                <a:cubicBezTo>
                  <a:pt x="0" y="167"/>
                  <a:pt x="3" y="164"/>
                  <a:pt x="7" y="164"/>
                </a:cubicBezTo>
                <a:cubicBezTo>
                  <a:pt x="51" y="164"/>
                  <a:pt x="51" y="164"/>
                  <a:pt x="51" y="164"/>
                </a:cubicBezTo>
                <a:cubicBezTo>
                  <a:pt x="51" y="164"/>
                  <a:pt x="51" y="164"/>
                  <a:pt x="51" y="164"/>
                </a:cubicBezTo>
                <a:cubicBezTo>
                  <a:pt x="63" y="164"/>
                  <a:pt x="74" y="159"/>
                  <a:pt x="81" y="151"/>
                </a:cubicBezTo>
                <a:cubicBezTo>
                  <a:pt x="83" y="150"/>
                  <a:pt x="84" y="148"/>
                  <a:pt x="85" y="147"/>
                </a:cubicBezTo>
                <a:cubicBezTo>
                  <a:pt x="10" y="147"/>
                  <a:pt x="10" y="147"/>
                  <a:pt x="10" y="147"/>
                </a:cubicBezTo>
                <a:cubicBezTo>
                  <a:pt x="8" y="147"/>
                  <a:pt x="6" y="145"/>
                  <a:pt x="6" y="143"/>
                </a:cubicBezTo>
                <a:cubicBezTo>
                  <a:pt x="6" y="141"/>
                  <a:pt x="8" y="139"/>
                  <a:pt x="10" y="139"/>
                </a:cubicBezTo>
                <a:cubicBezTo>
                  <a:pt x="90" y="139"/>
                  <a:pt x="90" y="139"/>
                  <a:pt x="90" y="139"/>
                </a:cubicBezTo>
                <a:cubicBezTo>
                  <a:pt x="93" y="133"/>
                  <a:pt x="94" y="127"/>
                  <a:pt x="94" y="120"/>
                </a:cubicBezTo>
                <a:cubicBezTo>
                  <a:pt x="94" y="114"/>
                  <a:pt x="93" y="109"/>
                  <a:pt x="91" y="104"/>
                </a:cubicBezTo>
                <a:cubicBezTo>
                  <a:pt x="89" y="100"/>
                  <a:pt x="87" y="96"/>
                  <a:pt x="84" y="92"/>
                </a:cubicBezTo>
                <a:cubicBezTo>
                  <a:pt x="81" y="94"/>
                  <a:pt x="78" y="94"/>
                  <a:pt x="75" y="94"/>
                </a:cubicBezTo>
                <a:cubicBezTo>
                  <a:pt x="73" y="94"/>
                  <a:pt x="71" y="94"/>
                  <a:pt x="69" y="94"/>
                </a:cubicBezTo>
                <a:cubicBezTo>
                  <a:pt x="59" y="111"/>
                  <a:pt x="59" y="111"/>
                  <a:pt x="59" y="111"/>
                </a:cubicBezTo>
                <a:cubicBezTo>
                  <a:pt x="58" y="113"/>
                  <a:pt x="55" y="114"/>
                  <a:pt x="53" y="113"/>
                </a:cubicBezTo>
                <a:cubicBezTo>
                  <a:pt x="50" y="111"/>
                  <a:pt x="50" y="111"/>
                  <a:pt x="50" y="111"/>
                </a:cubicBezTo>
                <a:cubicBezTo>
                  <a:pt x="46" y="117"/>
                  <a:pt x="46" y="117"/>
                  <a:pt x="46" y="117"/>
                </a:cubicBezTo>
                <a:cubicBezTo>
                  <a:pt x="45" y="119"/>
                  <a:pt x="42" y="119"/>
                  <a:pt x="40" y="118"/>
                </a:cubicBezTo>
                <a:cubicBezTo>
                  <a:pt x="24" y="109"/>
                  <a:pt x="24" y="109"/>
                  <a:pt x="24" y="109"/>
                </a:cubicBezTo>
                <a:cubicBezTo>
                  <a:pt x="22" y="108"/>
                  <a:pt x="21" y="105"/>
                  <a:pt x="22" y="103"/>
                </a:cubicBezTo>
                <a:cubicBezTo>
                  <a:pt x="26" y="97"/>
                  <a:pt x="26" y="97"/>
                  <a:pt x="26" y="97"/>
                </a:cubicBezTo>
                <a:cubicBezTo>
                  <a:pt x="22" y="95"/>
                  <a:pt x="22" y="95"/>
                  <a:pt x="22" y="95"/>
                </a:cubicBezTo>
                <a:cubicBezTo>
                  <a:pt x="20" y="94"/>
                  <a:pt x="20" y="91"/>
                  <a:pt x="21" y="89"/>
                </a:cubicBezTo>
                <a:cubicBezTo>
                  <a:pt x="57" y="26"/>
                  <a:pt x="57" y="26"/>
                  <a:pt x="57" y="26"/>
                </a:cubicBezTo>
                <a:cubicBezTo>
                  <a:pt x="58" y="24"/>
                  <a:pt x="61" y="23"/>
                  <a:pt x="63" y="24"/>
                </a:cubicBezTo>
                <a:cubicBezTo>
                  <a:pt x="63" y="24"/>
                  <a:pt x="63" y="24"/>
                  <a:pt x="63" y="24"/>
                </a:cubicBezTo>
                <a:cubicBezTo>
                  <a:pt x="67" y="26"/>
                  <a:pt x="67" y="26"/>
                  <a:pt x="67" y="26"/>
                </a:cubicBezTo>
                <a:cubicBezTo>
                  <a:pt x="73" y="16"/>
                  <a:pt x="73" y="16"/>
                  <a:pt x="73" y="16"/>
                </a:cubicBezTo>
                <a:cubicBezTo>
                  <a:pt x="69" y="14"/>
                  <a:pt x="69" y="14"/>
                  <a:pt x="69" y="14"/>
                </a:cubicBezTo>
                <a:cubicBezTo>
                  <a:pt x="66" y="12"/>
                  <a:pt x="65" y="8"/>
                  <a:pt x="66" y="5"/>
                </a:cubicBezTo>
                <a:cubicBezTo>
                  <a:pt x="68" y="1"/>
                  <a:pt x="72" y="0"/>
                  <a:pt x="76" y="2"/>
                </a:cubicBezTo>
                <a:cubicBezTo>
                  <a:pt x="86" y="8"/>
                  <a:pt x="96" y="14"/>
                  <a:pt x="107" y="20"/>
                </a:cubicBezTo>
                <a:cubicBezTo>
                  <a:pt x="110" y="22"/>
                  <a:pt x="111" y="26"/>
                  <a:pt x="109" y="29"/>
                </a:cubicBezTo>
                <a:cubicBezTo>
                  <a:pt x="107" y="33"/>
                  <a:pt x="103" y="34"/>
                  <a:pt x="100" y="32"/>
                </a:cubicBezTo>
                <a:cubicBezTo>
                  <a:pt x="96" y="30"/>
                  <a:pt x="96" y="30"/>
                  <a:pt x="96" y="30"/>
                </a:cubicBezTo>
                <a:cubicBezTo>
                  <a:pt x="90" y="40"/>
                  <a:pt x="90" y="40"/>
                  <a:pt x="90" y="40"/>
                </a:cubicBezTo>
                <a:cubicBezTo>
                  <a:pt x="94" y="42"/>
                  <a:pt x="94" y="42"/>
                  <a:pt x="94" y="42"/>
                </a:cubicBezTo>
                <a:cubicBezTo>
                  <a:pt x="96" y="43"/>
                  <a:pt x="97" y="46"/>
                  <a:pt x="96" y="48"/>
                </a:cubicBezTo>
                <a:cubicBezTo>
                  <a:pt x="87" y="63"/>
                  <a:pt x="87" y="63"/>
                  <a:pt x="87" y="63"/>
                </a:cubicBezTo>
                <a:cubicBezTo>
                  <a:pt x="91" y="66"/>
                  <a:pt x="93" y="71"/>
                  <a:pt x="93" y="76"/>
                </a:cubicBezTo>
                <a:cubicBezTo>
                  <a:pt x="93" y="78"/>
                  <a:pt x="93" y="80"/>
                  <a:pt x="92" y="81"/>
                </a:cubicBezTo>
                <a:close/>
                <a:moveTo>
                  <a:pt x="89" y="26"/>
                </a:moveTo>
                <a:cubicBezTo>
                  <a:pt x="89" y="26"/>
                  <a:pt x="89" y="26"/>
                  <a:pt x="89" y="26"/>
                </a:cubicBezTo>
                <a:cubicBezTo>
                  <a:pt x="86" y="24"/>
                  <a:pt x="83" y="22"/>
                  <a:pt x="80" y="20"/>
                </a:cubicBezTo>
                <a:cubicBezTo>
                  <a:pt x="74" y="30"/>
                  <a:pt x="74" y="30"/>
                  <a:pt x="74" y="30"/>
                </a:cubicBezTo>
                <a:cubicBezTo>
                  <a:pt x="83" y="36"/>
                  <a:pt x="83" y="36"/>
                  <a:pt x="83" y="36"/>
                </a:cubicBezTo>
                <a:cubicBezTo>
                  <a:pt x="89" y="26"/>
                  <a:pt x="89" y="26"/>
                  <a:pt x="89" y="26"/>
                </a:cubicBezTo>
                <a:close/>
                <a:moveTo>
                  <a:pt x="80" y="59"/>
                </a:moveTo>
                <a:cubicBezTo>
                  <a:pt x="80" y="59"/>
                  <a:pt x="80" y="59"/>
                  <a:pt x="80" y="59"/>
                </a:cubicBezTo>
                <a:cubicBezTo>
                  <a:pt x="87" y="47"/>
                  <a:pt x="87" y="47"/>
                  <a:pt x="87" y="47"/>
                </a:cubicBezTo>
                <a:cubicBezTo>
                  <a:pt x="78" y="43"/>
                  <a:pt x="70" y="38"/>
                  <a:pt x="62" y="33"/>
                </a:cubicBezTo>
                <a:cubicBezTo>
                  <a:pt x="30" y="90"/>
                  <a:pt x="30" y="90"/>
                  <a:pt x="30" y="90"/>
                </a:cubicBezTo>
                <a:cubicBezTo>
                  <a:pt x="38" y="94"/>
                  <a:pt x="46" y="99"/>
                  <a:pt x="54" y="104"/>
                </a:cubicBezTo>
                <a:cubicBezTo>
                  <a:pt x="62" y="90"/>
                  <a:pt x="62" y="90"/>
                  <a:pt x="62" y="90"/>
                </a:cubicBezTo>
                <a:cubicBezTo>
                  <a:pt x="58" y="86"/>
                  <a:pt x="56" y="81"/>
                  <a:pt x="56" y="76"/>
                </a:cubicBezTo>
                <a:cubicBezTo>
                  <a:pt x="56" y="71"/>
                  <a:pt x="58" y="66"/>
                  <a:pt x="62" y="63"/>
                </a:cubicBezTo>
                <a:cubicBezTo>
                  <a:pt x="62" y="63"/>
                  <a:pt x="62" y="63"/>
                  <a:pt x="62" y="63"/>
                </a:cubicBezTo>
                <a:cubicBezTo>
                  <a:pt x="67" y="58"/>
                  <a:pt x="73" y="57"/>
                  <a:pt x="80" y="59"/>
                </a:cubicBezTo>
                <a:close/>
                <a:moveTo>
                  <a:pt x="82" y="69"/>
                </a:moveTo>
                <a:cubicBezTo>
                  <a:pt x="82" y="69"/>
                  <a:pt x="82" y="69"/>
                  <a:pt x="82" y="69"/>
                </a:cubicBezTo>
                <a:cubicBezTo>
                  <a:pt x="78" y="65"/>
                  <a:pt x="71" y="65"/>
                  <a:pt x="67" y="69"/>
                </a:cubicBezTo>
                <a:cubicBezTo>
                  <a:pt x="67" y="69"/>
                  <a:pt x="67" y="69"/>
                  <a:pt x="67" y="69"/>
                </a:cubicBezTo>
                <a:cubicBezTo>
                  <a:pt x="67" y="69"/>
                  <a:pt x="67" y="69"/>
                  <a:pt x="67" y="69"/>
                </a:cubicBezTo>
                <a:cubicBezTo>
                  <a:pt x="65" y="71"/>
                  <a:pt x="64" y="73"/>
                  <a:pt x="64" y="76"/>
                </a:cubicBezTo>
                <a:cubicBezTo>
                  <a:pt x="64" y="82"/>
                  <a:pt x="69" y="86"/>
                  <a:pt x="75" y="86"/>
                </a:cubicBezTo>
                <a:cubicBezTo>
                  <a:pt x="77" y="86"/>
                  <a:pt x="80" y="85"/>
                  <a:pt x="82" y="83"/>
                </a:cubicBezTo>
                <a:cubicBezTo>
                  <a:pt x="82" y="83"/>
                  <a:pt x="82" y="83"/>
                  <a:pt x="82" y="83"/>
                </a:cubicBezTo>
                <a:cubicBezTo>
                  <a:pt x="84" y="81"/>
                  <a:pt x="85" y="79"/>
                  <a:pt x="85" y="76"/>
                </a:cubicBezTo>
                <a:cubicBezTo>
                  <a:pt x="85" y="73"/>
                  <a:pt x="84" y="71"/>
                  <a:pt x="82" y="69"/>
                </a:cubicBezTo>
                <a:cubicBezTo>
                  <a:pt x="82" y="69"/>
                  <a:pt x="82" y="69"/>
                  <a:pt x="82" y="69"/>
                </a:cubicBezTo>
                <a:close/>
                <a:moveTo>
                  <a:pt x="33" y="101"/>
                </a:moveTo>
                <a:cubicBezTo>
                  <a:pt x="33" y="101"/>
                  <a:pt x="33" y="101"/>
                  <a:pt x="33" y="101"/>
                </a:cubicBezTo>
                <a:cubicBezTo>
                  <a:pt x="31" y="104"/>
                  <a:pt x="31" y="104"/>
                  <a:pt x="31" y="104"/>
                </a:cubicBezTo>
                <a:cubicBezTo>
                  <a:pt x="41" y="109"/>
                  <a:pt x="41" y="109"/>
                  <a:pt x="41" y="109"/>
                </a:cubicBezTo>
                <a:cubicBezTo>
                  <a:pt x="42" y="106"/>
                  <a:pt x="42" y="106"/>
                  <a:pt x="42" y="106"/>
                </a:cubicBezTo>
                <a:cubicBezTo>
                  <a:pt x="33" y="101"/>
                  <a:pt x="33" y="101"/>
                  <a:pt x="33" y="101"/>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0" name="Freeform 12"/>
          <p:cNvSpPr>
            <a:spLocks noEditPoints="1"/>
          </p:cNvSpPr>
          <p:nvPr/>
        </p:nvSpPr>
        <p:spPr bwMode="auto">
          <a:xfrm>
            <a:off x="134107" y="2472073"/>
            <a:ext cx="130548" cy="187604"/>
          </a:xfrm>
          <a:custGeom>
            <a:avLst/>
            <a:gdLst>
              <a:gd name="T0" fmla="*/ 3 w 121"/>
              <a:gd name="T1" fmla="*/ 119 h 174"/>
              <a:gd name="T2" fmla="*/ 23 w 121"/>
              <a:gd name="T3" fmla="*/ 115 h 174"/>
              <a:gd name="T4" fmla="*/ 38 w 121"/>
              <a:gd name="T5" fmla="*/ 74 h 174"/>
              <a:gd name="T6" fmla="*/ 38 w 121"/>
              <a:gd name="T7" fmla="*/ 74 h 174"/>
              <a:gd name="T8" fmla="*/ 38 w 121"/>
              <a:gd name="T9" fmla="*/ 29 h 174"/>
              <a:gd name="T10" fmla="*/ 54 w 121"/>
              <a:gd name="T11" fmla="*/ 21 h 174"/>
              <a:gd name="T12" fmla="*/ 60 w 121"/>
              <a:gd name="T13" fmla="*/ 0 h 174"/>
              <a:gd name="T14" fmla="*/ 67 w 121"/>
              <a:gd name="T15" fmla="*/ 21 h 174"/>
              <a:gd name="T16" fmla="*/ 92 w 121"/>
              <a:gd name="T17" fmla="*/ 51 h 174"/>
              <a:gd name="T18" fmla="*/ 82 w 121"/>
              <a:gd name="T19" fmla="*/ 74 h 174"/>
              <a:gd name="T20" fmla="*/ 98 w 121"/>
              <a:gd name="T21" fmla="*/ 115 h 174"/>
              <a:gd name="T22" fmla="*/ 117 w 121"/>
              <a:gd name="T23" fmla="*/ 119 h 174"/>
              <a:gd name="T24" fmla="*/ 102 w 121"/>
              <a:gd name="T25" fmla="*/ 124 h 174"/>
              <a:gd name="T26" fmla="*/ 116 w 121"/>
              <a:gd name="T27" fmla="*/ 159 h 174"/>
              <a:gd name="T28" fmla="*/ 120 w 121"/>
              <a:gd name="T29" fmla="*/ 168 h 174"/>
              <a:gd name="T30" fmla="*/ 113 w 121"/>
              <a:gd name="T31" fmla="*/ 171 h 174"/>
              <a:gd name="T32" fmla="*/ 108 w 121"/>
              <a:gd name="T33" fmla="*/ 162 h 174"/>
              <a:gd name="T34" fmla="*/ 87 w 121"/>
              <a:gd name="T35" fmla="*/ 124 h 174"/>
              <a:gd name="T36" fmla="*/ 67 w 121"/>
              <a:gd name="T37" fmla="*/ 129 h 174"/>
              <a:gd name="T38" fmla="*/ 54 w 121"/>
              <a:gd name="T39" fmla="*/ 129 h 174"/>
              <a:gd name="T40" fmla="*/ 34 w 121"/>
              <a:gd name="T41" fmla="*/ 124 h 174"/>
              <a:gd name="T42" fmla="*/ 13 w 121"/>
              <a:gd name="T43" fmla="*/ 162 h 174"/>
              <a:gd name="T44" fmla="*/ 8 w 121"/>
              <a:gd name="T45" fmla="*/ 171 h 174"/>
              <a:gd name="T46" fmla="*/ 1 w 121"/>
              <a:gd name="T47" fmla="*/ 168 h 174"/>
              <a:gd name="T48" fmla="*/ 5 w 121"/>
              <a:gd name="T49" fmla="*/ 159 h 174"/>
              <a:gd name="T50" fmla="*/ 19 w 121"/>
              <a:gd name="T51" fmla="*/ 124 h 174"/>
              <a:gd name="T52" fmla="*/ 54 w 121"/>
              <a:gd name="T53" fmla="*/ 115 h 174"/>
              <a:gd name="T54" fmla="*/ 54 w 121"/>
              <a:gd name="T55" fmla="*/ 110 h 174"/>
              <a:gd name="T56" fmla="*/ 67 w 121"/>
              <a:gd name="T57" fmla="*/ 110 h 174"/>
              <a:gd name="T58" fmla="*/ 83 w 121"/>
              <a:gd name="T59" fmla="*/ 115 h 174"/>
              <a:gd name="T60" fmla="*/ 54 w 121"/>
              <a:gd name="T61" fmla="*/ 82 h 174"/>
              <a:gd name="T62" fmla="*/ 54 w 121"/>
              <a:gd name="T63" fmla="*/ 115 h 174"/>
              <a:gd name="T64" fmla="*/ 73 w 121"/>
              <a:gd name="T65" fmla="*/ 39 h 174"/>
              <a:gd name="T66" fmla="*/ 48 w 121"/>
              <a:gd name="T67" fmla="*/ 39 h 174"/>
              <a:gd name="T68" fmla="*/ 48 w 121"/>
              <a:gd name="T69" fmla="*/ 64 h 174"/>
              <a:gd name="T70" fmla="*/ 68 w 121"/>
              <a:gd name="T71" fmla="*/ 68 h 174"/>
              <a:gd name="T72" fmla="*/ 73 w 121"/>
              <a:gd name="T73" fmla="*/ 64 h 174"/>
              <a:gd name="T74" fmla="*/ 73 w 121"/>
              <a:gd name="T75" fmla="*/ 39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1" h="174">
                <a:moveTo>
                  <a:pt x="8" y="124"/>
                </a:moveTo>
                <a:cubicBezTo>
                  <a:pt x="5" y="124"/>
                  <a:pt x="3" y="122"/>
                  <a:pt x="3" y="119"/>
                </a:cubicBezTo>
                <a:cubicBezTo>
                  <a:pt x="3" y="117"/>
                  <a:pt x="5" y="115"/>
                  <a:pt x="8" y="115"/>
                </a:cubicBezTo>
                <a:cubicBezTo>
                  <a:pt x="23" y="115"/>
                  <a:pt x="23" y="115"/>
                  <a:pt x="23" y="115"/>
                </a:cubicBezTo>
                <a:cubicBezTo>
                  <a:pt x="42" y="77"/>
                  <a:pt x="42" y="77"/>
                  <a:pt x="42" y="77"/>
                </a:cubicBezTo>
                <a:cubicBezTo>
                  <a:pt x="41" y="76"/>
                  <a:pt x="40" y="75"/>
                  <a:pt x="38" y="74"/>
                </a:cubicBezTo>
                <a:cubicBezTo>
                  <a:pt x="38" y="74"/>
                  <a:pt x="38" y="74"/>
                  <a:pt x="38" y="74"/>
                </a:cubicBezTo>
                <a:cubicBezTo>
                  <a:pt x="38" y="74"/>
                  <a:pt x="38" y="74"/>
                  <a:pt x="38" y="74"/>
                </a:cubicBezTo>
                <a:cubicBezTo>
                  <a:pt x="33" y="68"/>
                  <a:pt x="29" y="60"/>
                  <a:pt x="29" y="51"/>
                </a:cubicBezTo>
                <a:cubicBezTo>
                  <a:pt x="29" y="43"/>
                  <a:pt x="33" y="35"/>
                  <a:pt x="38" y="29"/>
                </a:cubicBezTo>
                <a:cubicBezTo>
                  <a:pt x="39" y="29"/>
                  <a:pt x="39" y="29"/>
                  <a:pt x="39" y="29"/>
                </a:cubicBezTo>
                <a:cubicBezTo>
                  <a:pt x="43" y="25"/>
                  <a:pt x="48" y="22"/>
                  <a:pt x="54" y="21"/>
                </a:cubicBezTo>
                <a:cubicBezTo>
                  <a:pt x="54" y="7"/>
                  <a:pt x="54" y="7"/>
                  <a:pt x="54" y="7"/>
                </a:cubicBezTo>
                <a:cubicBezTo>
                  <a:pt x="54" y="3"/>
                  <a:pt x="57" y="0"/>
                  <a:pt x="60" y="0"/>
                </a:cubicBezTo>
                <a:cubicBezTo>
                  <a:pt x="64" y="0"/>
                  <a:pt x="67" y="3"/>
                  <a:pt x="67" y="7"/>
                </a:cubicBezTo>
                <a:cubicBezTo>
                  <a:pt x="67" y="21"/>
                  <a:pt x="67" y="21"/>
                  <a:pt x="67" y="21"/>
                </a:cubicBezTo>
                <a:cubicBezTo>
                  <a:pt x="73" y="22"/>
                  <a:pt x="78" y="25"/>
                  <a:pt x="82" y="29"/>
                </a:cubicBezTo>
                <a:cubicBezTo>
                  <a:pt x="88" y="35"/>
                  <a:pt x="92" y="43"/>
                  <a:pt x="92" y="51"/>
                </a:cubicBezTo>
                <a:cubicBezTo>
                  <a:pt x="92" y="60"/>
                  <a:pt x="88" y="68"/>
                  <a:pt x="82" y="74"/>
                </a:cubicBezTo>
                <a:cubicBezTo>
                  <a:pt x="82" y="74"/>
                  <a:pt x="82" y="74"/>
                  <a:pt x="82" y="74"/>
                </a:cubicBezTo>
                <a:cubicBezTo>
                  <a:pt x="81" y="75"/>
                  <a:pt x="80" y="76"/>
                  <a:pt x="79" y="77"/>
                </a:cubicBezTo>
                <a:cubicBezTo>
                  <a:pt x="98" y="115"/>
                  <a:pt x="98" y="115"/>
                  <a:pt x="98" y="115"/>
                </a:cubicBezTo>
                <a:cubicBezTo>
                  <a:pt x="113" y="115"/>
                  <a:pt x="113" y="115"/>
                  <a:pt x="113" y="115"/>
                </a:cubicBezTo>
                <a:cubicBezTo>
                  <a:pt x="116" y="115"/>
                  <a:pt x="117" y="117"/>
                  <a:pt x="117" y="119"/>
                </a:cubicBezTo>
                <a:cubicBezTo>
                  <a:pt x="117" y="122"/>
                  <a:pt x="116" y="124"/>
                  <a:pt x="113" y="124"/>
                </a:cubicBezTo>
                <a:cubicBezTo>
                  <a:pt x="102" y="124"/>
                  <a:pt x="102" y="124"/>
                  <a:pt x="102" y="124"/>
                </a:cubicBezTo>
                <a:cubicBezTo>
                  <a:pt x="116" y="153"/>
                  <a:pt x="116" y="153"/>
                  <a:pt x="116" y="153"/>
                </a:cubicBezTo>
                <a:cubicBezTo>
                  <a:pt x="117" y="155"/>
                  <a:pt x="117" y="157"/>
                  <a:pt x="116" y="159"/>
                </a:cubicBezTo>
                <a:cubicBezTo>
                  <a:pt x="117" y="162"/>
                  <a:pt x="117" y="162"/>
                  <a:pt x="117" y="162"/>
                </a:cubicBezTo>
                <a:cubicBezTo>
                  <a:pt x="120" y="168"/>
                  <a:pt x="120" y="168"/>
                  <a:pt x="120" y="168"/>
                </a:cubicBezTo>
                <a:cubicBezTo>
                  <a:pt x="121" y="170"/>
                  <a:pt x="120" y="172"/>
                  <a:pt x="118" y="173"/>
                </a:cubicBezTo>
                <a:cubicBezTo>
                  <a:pt x="116" y="174"/>
                  <a:pt x="114" y="173"/>
                  <a:pt x="113" y="171"/>
                </a:cubicBezTo>
                <a:cubicBezTo>
                  <a:pt x="110" y="165"/>
                  <a:pt x="110" y="165"/>
                  <a:pt x="110" y="165"/>
                </a:cubicBezTo>
                <a:cubicBezTo>
                  <a:pt x="108" y="162"/>
                  <a:pt x="108" y="162"/>
                  <a:pt x="108" y="162"/>
                </a:cubicBezTo>
                <a:cubicBezTo>
                  <a:pt x="106" y="162"/>
                  <a:pt x="104" y="160"/>
                  <a:pt x="103" y="158"/>
                </a:cubicBezTo>
                <a:cubicBezTo>
                  <a:pt x="87" y="124"/>
                  <a:pt x="87" y="124"/>
                  <a:pt x="87" y="124"/>
                </a:cubicBezTo>
                <a:cubicBezTo>
                  <a:pt x="67" y="124"/>
                  <a:pt x="67" y="124"/>
                  <a:pt x="67" y="124"/>
                </a:cubicBezTo>
                <a:cubicBezTo>
                  <a:pt x="67" y="129"/>
                  <a:pt x="67" y="129"/>
                  <a:pt x="67" y="129"/>
                </a:cubicBezTo>
                <a:cubicBezTo>
                  <a:pt x="67" y="132"/>
                  <a:pt x="64" y="136"/>
                  <a:pt x="60" y="136"/>
                </a:cubicBezTo>
                <a:cubicBezTo>
                  <a:pt x="57" y="136"/>
                  <a:pt x="54" y="132"/>
                  <a:pt x="54" y="129"/>
                </a:cubicBezTo>
                <a:cubicBezTo>
                  <a:pt x="54" y="124"/>
                  <a:pt x="54" y="124"/>
                  <a:pt x="54" y="124"/>
                </a:cubicBezTo>
                <a:cubicBezTo>
                  <a:pt x="34" y="124"/>
                  <a:pt x="34" y="124"/>
                  <a:pt x="34" y="124"/>
                </a:cubicBezTo>
                <a:cubicBezTo>
                  <a:pt x="17" y="158"/>
                  <a:pt x="17" y="158"/>
                  <a:pt x="17" y="158"/>
                </a:cubicBezTo>
                <a:cubicBezTo>
                  <a:pt x="16" y="160"/>
                  <a:pt x="15" y="162"/>
                  <a:pt x="13" y="162"/>
                </a:cubicBezTo>
                <a:cubicBezTo>
                  <a:pt x="11" y="165"/>
                  <a:pt x="11" y="165"/>
                  <a:pt x="11" y="165"/>
                </a:cubicBezTo>
                <a:cubicBezTo>
                  <a:pt x="8" y="171"/>
                  <a:pt x="8" y="171"/>
                  <a:pt x="8" y="171"/>
                </a:cubicBezTo>
                <a:cubicBezTo>
                  <a:pt x="7" y="173"/>
                  <a:pt x="5" y="174"/>
                  <a:pt x="3" y="173"/>
                </a:cubicBezTo>
                <a:cubicBezTo>
                  <a:pt x="1" y="172"/>
                  <a:pt x="0" y="170"/>
                  <a:pt x="1" y="168"/>
                </a:cubicBezTo>
                <a:cubicBezTo>
                  <a:pt x="4" y="162"/>
                  <a:pt x="4" y="162"/>
                  <a:pt x="4" y="162"/>
                </a:cubicBezTo>
                <a:cubicBezTo>
                  <a:pt x="5" y="159"/>
                  <a:pt x="5" y="159"/>
                  <a:pt x="5" y="159"/>
                </a:cubicBezTo>
                <a:cubicBezTo>
                  <a:pt x="4" y="157"/>
                  <a:pt x="4" y="155"/>
                  <a:pt x="5" y="153"/>
                </a:cubicBezTo>
                <a:cubicBezTo>
                  <a:pt x="19" y="124"/>
                  <a:pt x="19" y="124"/>
                  <a:pt x="19" y="124"/>
                </a:cubicBezTo>
                <a:cubicBezTo>
                  <a:pt x="8" y="124"/>
                  <a:pt x="8" y="124"/>
                  <a:pt x="8" y="124"/>
                </a:cubicBezTo>
                <a:close/>
                <a:moveTo>
                  <a:pt x="54" y="115"/>
                </a:moveTo>
                <a:cubicBezTo>
                  <a:pt x="54" y="115"/>
                  <a:pt x="54" y="115"/>
                  <a:pt x="54" y="115"/>
                </a:cubicBezTo>
                <a:cubicBezTo>
                  <a:pt x="54" y="110"/>
                  <a:pt x="54" y="110"/>
                  <a:pt x="54" y="110"/>
                </a:cubicBezTo>
                <a:cubicBezTo>
                  <a:pt x="54" y="107"/>
                  <a:pt x="57" y="103"/>
                  <a:pt x="60" y="103"/>
                </a:cubicBezTo>
                <a:cubicBezTo>
                  <a:pt x="64" y="103"/>
                  <a:pt x="67" y="107"/>
                  <a:pt x="67" y="110"/>
                </a:cubicBezTo>
                <a:cubicBezTo>
                  <a:pt x="67" y="115"/>
                  <a:pt x="67" y="115"/>
                  <a:pt x="67" y="115"/>
                </a:cubicBezTo>
                <a:cubicBezTo>
                  <a:pt x="83" y="115"/>
                  <a:pt x="83" y="115"/>
                  <a:pt x="83" y="115"/>
                </a:cubicBezTo>
                <a:cubicBezTo>
                  <a:pt x="67" y="82"/>
                  <a:pt x="67" y="82"/>
                  <a:pt x="67" y="82"/>
                </a:cubicBezTo>
                <a:cubicBezTo>
                  <a:pt x="63" y="83"/>
                  <a:pt x="58" y="83"/>
                  <a:pt x="54" y="82"/>
                </a:cubicBezTo>
                <a:cubicBezTo>
                  <a:pt x="38" y="115"/>
                  <a:pt x="38" y="115"/>
                  <a:pt x="38" y="115"/>
                </a:cubicBezTo>
                <a:cubicBezTo>
                  <a:pt x="54" y="115"/>
                  <a:pt x="54" y="115"/>
                  <a:pt x="54" y="115"/>
                </a:cubicBezTo>
                <a:close/>
                <a:moveTo>
                  <a:pt x="73" y="39"/>
                </a:moveTo>
                <a:cubicBezTo>
                  <a:pt x="73" y="39"/>
                  <a:pt x="73" y="39"/>
                  <a:pt x="73" y="39"/>
                </a:cubicBezTo>
                <a:cubicBezTo>
                  <a:pt x="66" y="32"/>
                  <a:pt x="55" y="32"/>
                  <a:pt x="48" y="39"/>
                </a:cubicBezTo>
                <a:cubicBezTo>
                  <a:pt x="48" y="39"/>
                  <a:pt x="48" y="39"/>
                  <a:pt x="48" y="39"/>
                </a:cubicBezTo>
                <a:cubicBezTo>
                  <a:pt x="45" y="42"/>
                  <a:pt x="43" y="47"/>
                  <a:pt x="43" y="51"/>
                </a:cubicBezTo>
                <a:cubicBezTo>
                  <a:pt x="43" y="56"/>
                  <a:pt x="45" y="61"/>
                  <a:pt x="48" y="64"/>
                </a:cubicBezTo>
                <a:cubicBezTo>
                  <a:pt x="53" y="69"/>
                  <a:pt x="61" y="71"/>
                  <a:pt x="67" y="68"/>
                </a:cubicBezTo>
                <a:cubicBezTo>
                  <a:pt x="68" y="68"/>
                  <a:pt x="68" y="68"/>
                  <a:pt x="68" y="68"/>
                </a:cubicBezTo>
                <a:cubicBezTo>
                  <a:pt x="69" y="67"/>
                  <a:pt x="71" y="66"/>
                  <a:pt x="73" y="64"/>
                </a:cubicBezTo>
                <a:cubicBezTo>
                  <a:pt x="73" y="64"/>
                  <a:pt x="73" y="64"/>
                  <a:pt x="73" y="64"/>
                </a:cubicBezTo>
                <a:cubicBezTo>
                  <a:pt x="76" y="61"/>
                  <a:pt x="78" y="56"/>
                  <a:pt x="78" y="51"/>
                </a:cubicBezTo>
                <a:cubicBezTo>
                  <a:pt x="78" y="47"/>
                  <a:pt x="76" y="42"/>
                  <a:pt x="73" y="39"/>
                </a:cubicBezTo>
                <a:cubicBezTo>
                  <a:pt x="73" y="39"/>
                  <a:pt x="73" y="39"/>
                  <a:pt x="73" y="39"/>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1" name="Freeform 13"/>
          <p:cNvSpPr>
            <a:spLocks noEditPoints="1"/>
          </p:cNvSpPr>
          <p:nvPr/>
        </p:nvSpPr>
        <p:spPr bwMode="auto">
          <a:xfrm>
            <a:off x="93026" y="1695727"/>
            <a:ext cx="212710" cy="176648"/>
          </a:xfrm>
          <a:custGeom>
            <a:avLst/>
            <a:gdLst>
              <a:gd name="T0" fmla="*/ 111 w 197"/>
              <a:gd name="T1" fmla="*/ 11 h 164"/>
              <a:gd name="T2" fmla="*/ 0 w 197"/>
              <a:gd name="T3" fmla="*/ 15 h 164"/>
              <a:gd name="T4" fmla="*/ 105 w 197"/>
              <a:gd name="T5" fmla="*/ 164 h 164"/>
              <a:gd name="T6" fmla="*/ 136 w 197"/>
              <a:gd name="T7" fmla="*/ 159 h 164"/>
              <a:gd name="T8" fmla="*/ 196 w 197"/>
              <a:gd name="T9" fmla="*/ 142 h 164"/>
              <a:gd name="T10" fmla="*/ 52 w 197"/>
              <a:gd name="T11" fmla="*/ 150 h 164"/>
              <a:gd name="T12" fmla="*/ 52 w 197"/>
              <a:gd name="T13" fmla="*/ 22 h 164"/>
              <a:gd name="T14" fmla="*/ 99 w 197"/>
              <a:gd name="T15" fmla="*/ 150 h 164"/>
              <a:gd name="T16" fmla="*/ 99 w 197"/>
              <a:gd name="T17" fmla="*/ 22 h 164"/>
              <a:gd name="T18" fmla="*/ 147 w 197"/>
              <a:gd name="T19" fmla="*/ 149 h 164"/>
              <a:gd name="T20" fmla="*/ 181 w 197"/>
              <a:gd name="T21" fmla="*/ 139 h 164"/>
              <a:gd name="T22" fmla="*/ 23 w 197"/>
              <a:gd name="T23" fmla="*/ 133 h 164"/>
              <a:gd name="T24" fmla="*/ 42 w 197"/>
              <a:gd name="T25" fmla="*/ 134 h 164"/>
              <a:gd name="T26" fmla="*/ 43 w 197"/>
              <a:gd name="T27" fmla="*/ 114 h 164"/>
              <a:gd name="T28" fmla="*/ 23 w 197"/>
              <a:gd name="T29" fmla="*/ 114 h 164"/>
              <a:gd name="T30" fmla="*/ 29 w 197"/>
              <a:gd name="T31" fmla="*/ 120 h 164"/>
              <a:gd name="T32" fmla="*/ 37 w 197"/>
              <a:gd name="T33" fmla="*/ 120 h 164"/>
              <a:gd name="T34" fmla="*/ 37 w 197"/>
              <a:gd name="T35" fmla="*/ 128 h 164"/>
              <a:gd name="T36" fmla="*/ 29 w 197"/>
              <a:gd name="T37" fmla="*/ 127 h 164"/>
              <a:gd name="T38" fmla="*/ 32 w 197"/>
              <a:gd name="T39" fmla="*/ 91 h 164"/>
              <a:gd name="T40" fmla="*/ 36 w 197"/>
              <a:gd name="T41" fmla="*/ 38 h 164"/>
              <a:gd name="T42" fmla="*/ 28 w 197"/>
              <a:gd name="T43" fmla="*/ 87 h 164"/>
              <a:gd name="T44" fmla="*/ 134 w 197"/>
              <a:gd name="T45" fmla="*/ 31 h 164"/>
              <a:gd name="T46" fmla="*/ 149 w 197"/>
              <a:gd name="T47" fmla="*/ 86 h 164"/>
              <a:gd name="T48" fmla="*/ 134 w 197"/>
              <a:gd name="T49" fmla="*/ 31 h 164"/>
              <a:gd name="T50" fmla="*/ 69 w 197"/>
              <a:gd name="T51" fmla="*/ 133 h 164"/>
              <a:gd name="T52" fmla="*/ 88 w 197"/>
              <a:gd name="T53" fmla="*/ 133 h 164"/>
              <a:gd name="T54" fmla="*/ 79 w 197"/>
              <a:gd name="T55" fmla="*/ 110 h 164"/>
              <a:gd name="T56" fmla="*/ 65 w 197"/>
              <a:gd name="T57" fmla="*/ 124 h 164"/>
              <a:gd name="T58" fmla="*/ 75 w 197"/>
              <a:gd name="T59" fmla="*/ 120 h 164"/>
              <a:gd name="T60" fmla="*/ 82 w 197"/>
              <a:gd name="T61" fmla="*/ 120 h 164"/>
              <a:gd name="T62" fmla="*/ 82 w 197"/>
              <a:gd name="T63" fmla="*/ 128 h 164"/>
              <a:gd name="T64" fmla="*/ 74 w 197"/>
              <a:gd name="T65" fmla="*/ 127 h 164"/>
              <a:gd name="T66" fmla="*/ 81 w 197"/>
              <a:gd name="T67" fmla="*/ 91 h 164"/>
              <a:gd name="T68" fmla="*/ 85 w 197"/>
              <a:gd name="T69" fmla="*/ 38 h 164"/>
              <a:gd name="T70" fmla="*/ 77 w 197"/>
              <a:gd name="T71" fmla="*/ 87 h 164"/>
              <a:gd name="T72" fmla="*/ 148 w 197"/>
              <a:gd name="T73" fmla="*/ 109 h 164"/>
              <a:gd name="T74" fmla="*/ 148 w 197"/>
              <a:gd name="T75" fmla="*/ 128 h 164"/>
              <a:gd name="T76" fmla="*/ 167 w 197"/>
              <a:gd name="T77" fmla="*/ 128 h 164"/>
              <a:gd name="T78" fmla="*/ 168 w 197"/>
              <a:gd name="T79" fmla="*/ 109 h 164"/>
              <a:gd name="T80" fmla="*/ 158 w 197"/>
              <a:gd name="T81" fmla="*/ 105 h 164"/>
              <a:gd name="T82" fmla="*/ 154 w 197"/>
              <a:gd name="T83" fmla="*/ 114 h 164"/>
              <a:gd name="T84" fmla="*/ 163 w 197"/>
              <a:gd name="T85" fmla="*/ 118 h 164"/>
              <a:gd name="T86" fmla="*/ 154 w 197"/>
              <a:gd name="T87" fmla="*/ 122 h 164"/>
              <a:gd name="T88" fmla="*/ 154 w 197"/>
              <a:gd name="T89" fmla="*/ 114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97" h="164">
                <a:moveTo>
                  <a:pt x="159" y="6"/>
                </a:moveTo>
                <a:cubicBezTo>
                  <a:pt x="158" y="2"/>
                  <a:pt x="155" y="0"/>
                  <a:pt x="151" y="1"/>
                </a:cubicBezTo>
                <a:cubicBezTo>
                  <a:pt x="111" y="11"/>
                  <a:pt x="111" y="11"/>
                  <a:pt x="111" y="11"/>
                </a:cubicBezTo>
                <a:cubicBezTo>
                  <a:pt x="110" y="10"/>
                  <a:pt x="108" y="8"/>
                  <a:pt x="105" y="8"/>
                </a:cubicBezTo>
                <a:cubicBezTo>
                  <a:pt x="7" y="8"/>
                  <a:pt x="7" y="8"/>
                  <a:pt x="7" y="8"/>
                </a:cubicBezTo>
                <a:cubicBezTo>
                  <a:pt x="3" y="8"/>
                  <a:pt x="0" y="11"/>
                  <a:pt x="0" y="15"/>
                </a:cubicBezTo>
                <a:cubicBezTo>
                  <a:pt x="0" y="157"/>
                  <a:pt x="0" y="157"/>
                  <a:pt x="0" y="157"/>
                </a:cubicBezTo>
                <a:cubicBezTo>
                  <a:pt x="0" y="161"/>
                  <a:pt x="3" y="164"/>
                  <a:pt x="7" y="164"/>
                </a:cubicBezTo>
                <a:cubicBezTo>
                  <a:pt x="105" y="164"/>
                  <a:pt x="105" y="164"/>
                  <a:pt x="105" y="164"/>
                </a:cubicBezTo>
                <a:cubicBezTo>
                  <a:pt x="109" y="164"/>
                  <a:pt x="112" y="161"/>
                  <a:pt x="112" y="157"/>
                </a:cubicBezTo>
                <a:cubicBezTo>
                  <a:pt x="112" y="71"/>
                  <a:pt x="112" y="71"/>
                  <a:pt x="112" y="71"/>
                </a:cubicBezTo>
                <a:cubicBezTo>
                  <a:pt x="136" y="159"/>
                  <a:pt x="136" y="159"/>
                  <a:pt x="136" y="159"/>
                </a:cubicBezTo>
                <a:cubicBezTo>
                  <a:pt x="136" y="162"/>
                  <a:pt x="140" y="164"/>
                  <a:pt x="144" y="163"/>
                </a:cubicBezTo>
                <a:cubicBezTo>
                  <a:pt x="191" y="151"/>
                  <a:pt x="191" y="151"/>
                  <a:pt x="191" y="151"/>
                </a:cubicBezTo>
                <a:cubicBezTo>
                  <a:pt x="195" y="150"/>
                  <a:pt x="197" y="146"/>
                  <a:pt x="196" y="142"/>
                </a:cubicBezTo>
                <a:cubicBezTo>
                  <a:pt x="159" y="6"/>
                  <a:pt x="159" y="6"/>
                  <a:pt x="159" y="6"/>
                </a:cubicBezTo>
                <a:close/>
                <a:moveTo>
                  <a:pt x="52" y="150"/>
                </a:moveTo>
                <a:cubicBezTo>
                  <a:pt x="52" y="150"/>
                  <a:pt x="52" y="150"/>
                  <a:pt x="52" y="150"/>
                </a:cubicBezTo>
                <a:cubicBezTo>
                  <a:pt x="14" y="150"/>
                  <a:pt x="14" y="150"/>
                  <a:pt x="14" y="150"/>
                </a:cubicBezTo>
                <a:cubicBezTo>
                  <a:pt x="14" y="22"/>
                  <a:pt x="14" y="22"/>
                  <a:pt x="14" y="22"/>
                </a:cubicBezTo>
                <a:cubicBezTo>
                  <a:pt x="52" y="22"/>
                  <a:pt x="52" y="22"/>
                  <a:pt x="52" y="22"/>
                </a:cubicBezTo>
                <a:cubicBezTo>
                  <a:pt x="52" y="150"/>
                  <a:pt x="52" y="150"/>
                  <a:pt x="52" y="150"/>
                </a:cubicBezTo>
                <a:close/>
                <a:moveTo>
                  <a:pt x="99" y="150"/>
                </a:moveTo>
                <a:cubicBezTo>
                  <a:pt x="99" y="150"/>
                  <a:pt x="99" y="150"/>
                  <a:pt x="99" y="150"/>
                </a:cubicBezTo>
                <a:cubicBezTo>
                  <a:pt x="60" y="150"/>
                  <a:pt x="60" y="150"/>
                  <a:pt x="60" y="150"/>
                </a:cubicBezTo>
                <a:cubicBezTo>
                  <a:pt x="60" y="22"/>
                  <a:pt x="60" y="22"/>
                  <a:pt x="60" y="22"/>
                </a:cubicBezTo>
                <a:cubicBezTo>
                  <a:pt x="99" y="22"/>
                  <a:pt x="99" y="22"/>
                  <a:pt x="99" y="22"/>
                </a:cubicBezTo>
                <a:cubicBezTo>
                  <a:pt x="99" y="150"/>
                  <a:pt x="99" y="150"/>
                  <a:pt x="99" y="150"/>
                </a:cubicBezTo>
                <a:close/>
                <a:moveTo>
                  <a:pt x="147" y="149"/>
                </a:moveTo>
                <a:cubicBezTo>
                  <a:pt x="147" y="149"/>
                  <a:pt x="147" y="149"/>
                  <a:pt x="147" y="149"/>
                </a:cubicBezTo>
                <a:cubicBezTo>
                  <a:pt x="114" y="25"/>
                  <a:pt x="114" y="25"/>
                  <a:pt x="114" y="25"/>
                </a:cubicBezTo>
                <a:cubicBezTo>
                  <a:pt x="148" y="16"/>
                  <a:pt x="148" y="16"/>
                  <a:pt x="148" y="16"/>
                </a:cubicBezTo>
                <a:cubicBezTo>
                  <a:pt x="181" y="139"/>
                  <a:pt x="181" y="139"/>
                  <a:pt x="181" y="139"/>
                </a:cubicBezTo>
                <a:cubicBezTo>
                  <a:pt x="147" y="149"/>
                  <a:pt x="147" y="149"/>
                  <a:pt x="147" y="149"/>
                </a:cubicBezTo>
                <a:close/>
                <a:moveTo>
                  <a:pt x="23" y="133"/>
                </a:moveTo>
                <a:cubicBezTo>
                  <a:pt x="23" y="133"/>
                  <a:pt x="23" y="133"/>
                  <a:pt x="23" y="133"/>
                </a:cubicBezTo>
                <a:cubicBezTo>
                  <a:pt x="23" y="133"/>
                  <a:pt x="23" y="133"/>
                  <a:pt x="23" y="133"/>
                </a:cubicBezTo>
                <a:cubicBezTo>
                  <a:pt x="26" y="136"/>
                  <a:pt x="29" y="137"/>
                  <a:pt x="33" y="137"/>
                </a:cubicBezTo>
                <a:cubicBezTo>
                  <a:pt x="37" y="137"/>
                  <a:pt x="40" y="136"/>
                  <a:pt x="42" y="134"/>
                </a:cubicBezTo>
                <a:cubicBezTo>
                  <a:pt x="43" y="133"/>
                  <a:pt x="43" y="133"/>
                  <a:pt x="43" y="133"/>
                </a:cubicBezTo>
                <a:cubicBezTo>
                  <a:pt x="45" y="131"/>
                  <a:pt x="47" y="127"/>
                  <a:pt x="47" y="124"/>
                </a:cubicBezTo>
                <a:cubicBezTo>
                  <a:pt x="47" y="120"/>
                  <a:pt x="45" y="116"/>
                  <a:pt x="43" y="114"/>
                </a:cubicBezTo>
                <a:cubicBezTo>
                  <a:pt x="42" y="114"/>
                  <a:pt x="42" y="114"/>
                  <a:pt x="42" y="114"/>
                </a:cubicBezTo>
                <a:cubicBezTo>
                  <a:pt x="40" y="112"/>
                  <a:pt x="37" y="110"/>
                  <a:pt x="33" y="110"/>
                </a:cubicBezTo>
                <a:cubicBezTo>
                  <a:pt x="29" y="110"/>
                  <a:pt x="26" y="112"/>
                  <a:pt x="23" y="114"/>
                </a:cubicBezTo>
                <a:cubicBezTo>
                  <a:pt x="21" y="116"/>
                  <a:pt x="19" y="120"/>
                  <a:pt x="19" y="124"/>
                </a:cubicBezTo>
                <a:cubicBezTo>
                  <a:pt x="19" y="127"/>
                  <a:pt x="21" y="131"/>
                  <a:pt x="23" y="133"/>
                </a:cubicBezTo>
                <a:close/>
                <a:moveTo>
                  <a:pt x="29" y="120"/>
                </a:moveTo>
                <a:cubicBezTo>
                  <a:pt x="29" y="120"/>
                  <a:pt x="29" y="120"/>
                  <a:pt x="29" y="120"/>
                </a:cubicBezTo>
                <a:cubicBezTo>
                  <a:pt x="30" y="119"/>
                  <a:pt x="31" y="118"/>
                  <a:pt x="33" y="118"/>
                </a:cubicBezTo>
                <a:cubicBezTo>
                  <a:pt x="34" y="118"/>
                  <a:pt x="36" y="119"/>
                  <a:pt x="37" y="120"/>
                </a:cubicBezTo>
                <a:cubicBezTo>
                  <a:pt x="37" y="120"/>
                  <a:pt x="37" y="120"/>
                  <a:pt x="37" y="120"/>
                </a:cubicBezTo>
                <a:cubicBezTo>
                  <a:pt x="38" y="121"/>
                  <a:pt x="38" y="122"/>
                  <a:pt x="38" y="124"/>
                </a:cubicBezTo>
                <a:cubicBezTo>
                  <a:pt x="38" y="125"/>
                  <a:pt x="38" y="127"/>
                  <a:pt x="37" y="128"/>
                </a:cubicBezTo>
                <a:cubicBezTo>
                  <a:pt x="36" y="129"/>
                  <a:pt x="34" y="129"/>
                  <a:pt x="33" y="129"/>
                </a:cubicBezTo>
                <a:cubicBezTo>
                  <a:pt x="31" y="129"/>
                  <a:pt x="30" y="129"/>
                  <a:pt x="29" y="128"/>
                </a:cubicBezTo>
                <a:cubicBezTo>
                  <a:pt x="29" y="127"/>
                  <a:pt x="29" y="127"/>
                  <a:pt x="29" y="127"/>
                </a:cubicBezTo>
                <a:cubicBezTo>
                  <a:pt x="28" y="126"/>
                  <a:pt x="27" y="125"/>
                  <a:pt x="27" y="124"/>
                </a:cubicBezTo>
                <a:cubicBezTo>
                  <a:pt x="27" y="122"/>
                  <a:pt x="28" y="121"/>
                  <a:pt x="29" y="120"/>
                </a:cubicBezTo>
                <a:close/>
                <a:moveTo>
                  <a:pt x="32" y="91"/>
                </a:moveTo>
                <a:cubicBezTo>
                  <a:pt x="32" y="91"/>
                  <a:pt x="32" y="91"/>
                  <a:pt x="32" y="91"/>
                </a:cubicBezTo>
                <a:cubicBezTo>
                  <a:pt x="34" y="91"/>
                  <a:pt x="36" y="89"/>
                  <a:pt x="36" y="87"/>
                </a:cubicBezTo>
                <a:cubicBezTo>
                  <a:pt x="36" y="38"/>
                  <a:pt x="36" y="38"/>
                  <a:pt x="36" y="38"/>
                </a:cubicBezTo>
                <a:cubicBezTo>
                  <a:pt x="36" y="35"/>
                  <a:pt x="34" y="34"/>
                  <a:pt x="32" y="34"/>
                </a:cubicBezTo>
                <a:cubicBezTo>
                  <a:pt x="29" y="34"/>
                  <a:pt x="28" y="35"/>
                  <a:pt x="28" y="38"/>
                </a:cubicBezTo>
                <a:cubicBezTo>
                  <a:pt x="28" y="87"/>
                  <a:pt x="28" y="87"/>
                  <a:pt x="28" y="87"/>
                </a:cubicBezTo>
                <a:cubicBezTo>
                  <a:pt x="28" y="89"/>
                  <a:pt x="29" y="91"/>
                  <a:pt x="32" y="91"/>
                </a:cubicBezTo>
                <a:close/>
                <a:moveTo>
                  <a:pt x="134" y="31"/>
                </a:moveTo>
                <a:cubicBezTo>
                  <a:pt x="134" y="31"/>
                  <a:pt x="134" y="31"/>
                  <a:pt x="134" y="31"/>
                </a:cubicBezTo>
                <a:cubicBezTo>
                  <a:pt x="132" y="32"/>
                  <a:pt x="131" y="34"/>
                  <a:pt x="131" y="36"/>
                </a:cubicBezTo>
                <a:cubicBezTo>
                  <a:pt x="144" y="84"/>
                  <a:pt x="144" y="84"/>
                  <a:pt x="144" y="84"/>
                </a:cubicBezTo>
                <a:cubicBezTo>
                  <a:pt x="144" y="86"/>
                  <a:pt x="146" y="87"/>
                  <a:pt x="149" y="86"/>
                </a:cubicBezTo>
                <a:cubicBezTo>
                  <a:pt x="151" y="86"/>
                  <a:pt x="152" y="84"/>
                  <a:pt x="152" y="82"/>
                </a:cubicBezTo>
                <a:cubicBezTo>
                  <a:pt x="139" y="34"/>
                  <a:pt x="139" y="34"/>
                  <a:pt x="139" y="34"/>
                </a:cubicBezTo>
                <a:cubicBezTo>
                  <a:pt x="138" y="32"/>
                  <a:pt x="136" y="31"/>
                  <a:pt x="134" y="31"/>
                </a:cubicBezTo>
                <a:close/>
                <a:moveTo>
                  <a:pt x="69" y="133"/>
                </a:moveTo>
                <a:cubicBezTo>
                  <a:pt x="69" y="133"/>
                  <a:pt x="69" y="133"/>
                  <a:pt x="69" y="133"/>
                </a:cubicBezTo>
                <a:cubicBezTo>
                  <a:pt x="69" y="133"/>
                  <a:pt x="69" y="133"/>
                  <a:pt x="69" y="133"/>
                </a:cubicBezTo>
                <a:cubicBezTo>
                  <a:pt x="71" y="136"/>
                  <a:pt x="75" y="137"/>
                  <a:pt x="79" y="137"/>
                </a:cubicBezTo>
                <a:cubicBezTo>
                  <a:pt x="82" y="137"/>
                  <a:pt x="86" y="136"/>
                  <a:pt x="88" y="134"/>
                </a:cubicBezTo>
                <a:cubicBezTo>
                  <a:pt x="88" y="133"/>
                  <a:pt x="88" y="133"/>
                  <a:pt x="88" y="133"/>
                </a:cubicBezTo>
                <a:cubicBezTo>
                  <a:pt x="91" y="131"/>
                  <a:pt x="92" y="127"/>
                  <a:pt x="92" y="124"/>
                </a:cubicBezTo>
                <a:cubicBezTo>
                  <a:pt x="92" y="120"/>
                  <a:pt x="91" y="116"/>
                  <a:pt x="88" y="114"/>
                </a:cubicBezTo>
                <a:cubicBezTo>
                  <a:pt x="86" y="112"/>
                  <a:pt x="82" y="110"/>
                  <a:pt x="79" y="110"/>
                </a:cubicBezTo>
                <a:cubicBezTo>
                  <a:pt x="75" y="110"/>
                  <a:pt x="71" y="112"/>
                  <a:pt x="69" y="114"/>
                </a:cubicBezTo>
                <a:cubicBezTo>
                  <a:pt x="69" y="114"/>
                  <a:pt x="69" y="114"/>
                  <a:pt x="69" y="114"/>
                </a:cubicBezTo>
                <a:cubicBezTo>
                  <a:pt x="66" y="116"/>
                  <a:pt x="65" y="120"/>
                  <a:pt x="65" y="124"/>
                </a:cubicBezTo>
                <a:cubicBezTo>
                  <a:pt x="65" y="127"/>
                  <a:pt x="66" y="131"/>
                  <a:pt x="69" y="133"/>
                </a:cubicBezTo>
                <a:close/>
                <a:moveTo>
                  <a:pt x="75" y="120"/>
                </a:moveTo>
                <a:cubicBezTo>
                  <a:pt x="75" y="120"/>
                  <a:pt x="75" y="120"/>
                  <a:pt x="75" y="120"/>
                </a:cubicBezTo>
                <a:cubicBezTo>
                  <a:pt x="76" y="119"/>
                  <a:pt x="77" y="118"/>
                  <a:pt x="79" y="118"/>
                </a:cubicBezTo>
                <a:cubicBezTo>
                  <a:pt x="80" y="118"/>
                  <a:pt x="81" y="119"/>
                  <a:pt x="82" y="120"/>
                </a:cubicBezTo>
                <a:cubicBezTo>
                  <a:pt x="82" y="120"/>
                  <a:pt x="82" y="120"/>
                  <a:pt x="82" y="120"/>
                </a:cubicBezTo>
                <a:cubicBezTo>
                  <a:pt x="84" y="121"/>
                  <a:pt x="84" y="122"/>
                  <a:pt x="84" y="124"/>
                </a:cubicBezTo>
                <a:cubicBezTo>
                  <a:pt x="84" y="125"/>
                  <a:pt x="84" y="127"/>
                  <a:pt x="83" y="128"/>
                </a:cubicBezTo>
                <a:cubicBezTo>
                  <a:pt x="82" y="128"/>
                  <a:pt x="82" y="128"/>
                  <a:pt x="82" y="128"/>
                </a:cubicBezTo>
                <a:cubicBezTo>
                  <a:pt x="81" y="129"/>
                  <a:pt x="80" y="129"/>
                  <a:pt x="79" y="129"/>
                </a:cubicBezTo>
                <a:cubicBezTo>
                  <a:pt x="77" y="129"/>
                  <a:pt x="76" y="129"/>
                  <a:pt x="75" y="128"/>
                </a:cubicBezTo>
                <a:cubicBezTo>
                  <a:pt x="74" y="127"/>
                  <a:pt x="74" y="127"/>
                  <a:pt x="74" y="127"/>
                </a:cubicBezTo>
                <a:cubicBezTo>
                  <a:pt x="74" y="126"/>
                  <a:pt x="73" y="125"/>
                  <a:pt x="73" y="124"/>
                </a:cubicBezTo>
                <a:cubicBezTo>
                  <a:pt x="73" y="122"/>
                  <a:pt x="74" y="121"/>
                  <a:pt x="75" y="120"/>
                </a:cubicBezTo>
                <a:close/>
                <a:moveTo>
                  <a:pt x="81" y="91"/>
                </a:moveTo>
                <a:cubicBezTo>
                  <a:pt x="81" y="91"/>
                  <a:pt x="81" y="91"/>
                  <a:pt x="81" y="91"/>
                </a:cubicBezTo>
                <a:cubicBezTo>
                  <a:pt x="83" y="91"/>
                  <a:pt x="85" y="89"/>
                  <a:pt x="85" y="87"/>
                </a:cubicBezTo>
                <a:cubicBezTo>
                  <a:pt x="85" y="38"/>
                  <a:pt x="85" y="38"/>
                  <a:pt x="85" y="38"/>
                </a:cubicBezTo>
                <a:cubicBezTo>
                  <a:pt x="85" y="35"/>
                  <a:pt x="83" y="34"/>
                  <a:pt x="81" y="34"/>
                </a:cubicBezTo>
                <a:cubicBezTo>
                  <a:pt x="79" y="34"/>
                  <a:pt x="77" y="35"/>
                  <a:pt x="77" y="38"/>
                </a:cubicBezTo>
                <a:cubicBezTo>
                  <a:pt x="77" y="87"/>
                  <a:pt x="77" y="87"/>
                  <a:pt x="77" y="87"/>
                </a:cubicBezTo>
                <a:cubicBezTo>
                  <a:pt x="77" y="89"/>
                  <a:pt x="79" y="91"/>
                  <a:pt x="81" y="91"/>
                </a:cubicBezTo>
                <a:close/>
                <a:moveTo>
                  <a:pt x="148" y="109"/>
                </a:moveTo>
                <a:cubicBezTo>
                  <a:pt x="148" y="109"/>
                  <a:pt x="148" y="109"/>
                  <a:pt x="148" y="109"/>
                </a:cubicBezTo>
                <a:cubicBezTo>
                  <a:pt x="146" y="111"/>
                  <a:pt x="144" y="114"/>
                  <a:pt x="144" y="118"/>
                </a:cubicBezTo>
                <a:cubicBezTo>
                  <a:pt x="144" y="122"/>
                  <a:pt x="146" y="125"/>
                  <a:pt x="148" y="128"/>
                </a:cubicBezTo>
                <a:cubicBezTo>
                  <a:pt x="148" y="128"/>
                  <a:pt x="148" y="128"/>
                  <a:pt x="148" y="128"/>
                </a:cubicBezTo>
                <a:cubicBezTo>
                  <a:pt x="151" y="130"/>
                  <a:pt x="154" y="132"/>
                  <a:pt x="158" y="132"/>
                </a:cubicBezTo>
                <a:cubicBezTo>
                  <a:pt x="161" y="132"/>
                  <a:pt x="165" y="131"/>
                  <a:pt x="167" y="128"/>
                </a:cubicBezTo>
                <a:cubicBezTo>
                  <a:pt x="167" y="128"/>
                  <a:pt x="167" y="128"/>
                  <a:pt x="167" y="128"/>
                </a:cubicBezTo>
                <a:cubicBezTo>
                  <a:pt x="168" y="128"/>
                  <a:pt x="168" y="128"/>
                  <a:pt x="168" y="128"/>
                </a:cubicBezTo>
                <a:cubicBezTo>
                  <a:pt x="170" y="126"/>
                  <a:pt x="171" y="122"/>
                  <a:pt x="171" y="118"/>
                </a:cubicBezTo>
                <a:cubicBezTo>
                  <a:pt x="171" y="114"/>
                  <a:pt x="170" y="111"/>
                  <a:pt x="168" y="109"/>
                </a:cubicBezTo>
                <a:cubicBezTo>
                  <a:pt x="168" y="109"/>
                  <a:pt x="168" y="109"/>
                  <a:pt x="168" y="109"/>
                </a:cubicBezTo>
                <a:cubicBezTo>
                  <a:pt x="168" y="109"/>
                  <a:pt x="168" y="109"/>
                  <a:pt x="168" y="109"/>
                </a:cubicBezTo>
                <a:cubicBezTo>
                  <a:pt x="165" y="106"/>
                  <a:pt x="162" y="105"/>
                  <a:pt x="158" y="105"/>
                </a:cubicBezTo>
                <a:cubicBezTo>
                  <a:pt x="154" y="105"/>
                  <a:pt x="151" y="106"/>
                  <a:pt x="148" y="109"/>
                </a:cubicBezTo>
                <a:close/>
                <a:moveTo>
                  <a:pt x="154" y="114"/>
                </a:moveTo>
                <a:cubicBezTo>
                  <a:pt x="154" y="114"/>
                  <a:pt x="154" y="114"/>
                  <a:pt x="154" y="114"/>
                </a:cubicBezTo>
                <a:cubicBezTo>
                  <a:pt x="155" y="113"/>
                  <a:pt x="156" y="113"/>
                  <a:pt x="158" y="113"/>
                </a:cubicBezTo>
                <a:cubicBezTo>
                  <a:pt x="159" y="113"/>
                  <a:pt x="161" y="113"/>
                  <a:pt x="162" y="114"/>
                </a:cubicBezTo>
                <a:cubicBezTo>
                  <a:pt x="163" y="115"/>
                  <a:pt x="163" y="117"/>
                  <a:pt x="163" y="118"/>
                </a:cubicBezTo>
                <a:cubicBezTo>
                  <a:pt x="163" y="120"/>
                  <a:pt x="163" y="121"/>
                  <a:pt x="162" y="122"/>
                </a:cubicBezTo>
                <a:cubicBezTo>
                  <a:pt x="161" y="123"/>
                  <a:pt x="159" y="124"/>
                  <a:pt x="158" y="124"/>
                </a:cubicBezTo>
                <a:cubicBezTo>
                  <a:pt x="156" y="124"/>
                  <a:pt x="155" y="123"/>
                  <a:pt x="154" y="122"/>
                </a:cubicBezTo>
                <a:cubicBezTo>
                  <a:pt x="154" y="122"/>
                  <a:pt x="154" y="122"/>
                  <a:pt x="154" y="122"/>
                </a:cubicBezTo>
                <a:cubicBezTo>
                  <a:pt x="153" y="121"/>
                  <a:pt x="152" y="120"/>
                  <a:pt x="152" y="118"/>
                </a:cubicBezTo>
                <a:cubicBezTo>
                  <a:pt x="152" y="117"/>
                  <a:pt x="153" y="115"/>
                  <a:pt x="154" y="114"/>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8" name="Freeform 10"/>
          <p:cNvSpPr>
            <a:spLocks noEditPoints="1"/>
          </p:cNvSpPr>
          <p:nvPr/>
        </p:nvSpPr>
        <p:spPr bwMode="auto">
          <a:xfrm>
            <a:off x="107850" y="2091788"/>
            <a:ext cx="174824" cy="175280"/>
          </a:xfrm>
          <a:custGeom>
            <a:avLst/>
            <a:gdLst>
              <a:gd name="T0" fmla="*/ 47 w 162"/>
              <a:gd name="T1" fmla="*/ 34 h 163"/>
              <a:gd name="T2" fmla="*/ 34 w 162"/>
              <a:gd name="T3" fmla="*/ 47 h 163"/>
              <a:gd name="T4" fmla="*/ 32 w 162"/>
              <a:gd name="T5" fmla="*/ 61 h 163"/>
              <a:gd name="T6" fmla="*/ 41 w 162"/>
              <a:gd name="T7" fmla="*/ 52 h 163"/>
              <a:gd name="T8" fmla="*/ 52 w 162"/>
              <a:gd name="T9" fmla="*/ 41 h 163"/>
              <a:gd name="T10" fmla="*/ 60 w 162"/>
              <a:gd name="T11" fmla="*/ 32 h 163"/>
              <a:gd name="T12" fmla="*/ 160 w 162"/>
              <a:gd name="T13" fmla="*/ 150 h 163"/>
              <a:gd name="T14" fmla="*/ 130 w 162"/>
              <a:gd name="T15" fmla="*/ 121 h 163"/>
              <a:gd name="T16" fmla="*/ 147 w 162"/>
              <a:gd name="T17" fmla="*/ 74 h 163"/>
              <a:gd name="T18" fmla="*/ 142 w 162"/>
              <a:gd name="T19" fmla="*/ 46 h 163"/>
              <a:gd name="T20" fmla="*/ 126 w 162"/>
              <a:gd name="T21" fmla="*/ 22 h 163"/>
              <a:gd name="T22" fmla="*/ 74 w 162"/>
              <a:gd name="T23" fmla="*/ 0 h 163"/>
              <a:gd name="T24" fmla="*/ 6 w 162"/>
              <a:gd name="T25" fmla="*/ 46 h 163"/>
              <a:gd name="T26" fmla="*/ 5 w 162"/>
              <a:gd name="T27" fmla="*/ 102 h 163"/>
              <a:gd name="T28" fmla="*/ 21 w 162"/>
              <a:gd name="T29" fmla="*/ 126 h 163"/>
              <a:gd name="T30" fmla="*/ 45 w 162"/>
              <a:gd name="T31" fmla="*/ 142 h 163"/>
              <a:gd name="T32" fmla="*/ 45 w 162"/>
              <a:gd name="T33" fmla="*/ 142 h 163"/>
              <a:gd name="T34" fmla="*/ 102 w 162"/>
              <a:gd name="T35" fmla="*/ 142 h 163"/>
              <a:gd name="T36" fmla="*/ 150 w 162"/>
              <a:gd name="T37" fmla="*/ 160 h 163"/>
              <a:gd name="T38" fmla="*/ 160 w 162"/>
              <a:gd name="T39" fmla="*/ 150 h 163"/>
              <a:gd name="T40" fmla="*/ 116 w 162"/>
              <a:gd name="T41" fmla="*/ 117 h 163"/>
              <a:gd name="T42" fmla="*/ 97 w 162"/>
              <a:gd name="T43" fmla="*/ 130 h 163"/>
              <a:gd name="T44" fmla="*/ 51 w 162"/>
              <a:gd name="T45" fmla="*/ 130 h 163"/>
              <a:gd name="T46" fmla="*/ 31 w 162"/>
              <a:gd name="T47" fmla="*/ 117 h 163"/>
              <a:gd name="T48" fmla="*/ 31 w 162"/>
              <a:gd name="T49" fmla="*/ 117 h 163"/>
              <a:gd name="T50" fmla="*/ 18 w 162"/>
              <a:gd name="T51" fmla="*/ 97 h 163"/>
              <a:gd name="T52" fmla="*/ 18 w 162"/>
              <a:gd name="T53" fmla="*/ 51 h 163"/>
              <a:gd name="T54" fmla="*/ 74 w 162"/>
              <a:gd name="T55" fmla="*/ 14 h 163"/>
              <a:gd name="T56" fmla="*/ 116 w 162"/>
              <a:gd name="T57" fmla="*/ 31 h 163"/>
              <a:gd name="T58" fmla="*/ 129 w 162"/>
              <a:gd name="T59" fmla="*/ 51 h 163"/>
              <a:gd name="T60" fmla="*/ 134 w 162"/>
              <a:gd name="T61" fmla="*/ 74 h 163"/>
              <a:gd name="T62" fmla="*/ 116 w 162"/>
              <a:gd name="T63" fmla="*/ 117 h 163"/>
              <a:gd name="T64" fmla="*/ 117 w 162"/>
              <a:gd name="T65" fmla="*/ 70 h 163"/>
              <a:gd name="T66" fmla="*/ 110 w 162"/>
              <a:gd name="T67" fmla="*/ 89 h 163"/>
              <a:gd name="T68" fmla="*/ 102 w 162"/>
              <a:gd name="T69" fmla="*/ 102 h 163"/>
              <a:gd name="T70" fmla="*/ 74 w 162"/>
              <a:gd name="T71" fmla="*/ 114 h 163"/>
              <a:gd name="T72" fmla="*/ 74 w 162"/>
              <a:gd name="T73" fmla="*/ 122 h 163"/>
              <a:gd name="T74" fmla="*/ 107 w 162"/>
              <a:gd name="T75" fmla="*/ 108 h 163"/>
              <a:gd name="T76" fmla="*/ 118 w 162"/>
              <a:gd name="T77" fmla="*/ 92 h 163"/>
              <a:gd name="T78" fmla="*/ 117 w 162"/>
              <a:gd name="T79" fmla="*/ 70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62" h="163">
                <a:moveTo>
                  <a:pt x="55" y="30"/>
                </a:moveTo>
                <a:cubicBezTo>
                  <a:pt x="52" y="31"/>
                  <a:pt x="50" y="33"/>
                  <a:pt x="47" y="34"/>
                </a:cubicBezTo>
                <a:cubicBezTo>
                  <a:pt x="44" y="36"/>
                  <a:pt x="42" y="38"/>
                  <a:pt x="40" y="40"/>
                </a:cubicBezTo>
                <a:cubicBezTo>
                  <a:pt x="38" y="42"/>
                  <a:pt x="36" y="45"/>
                  <a:pt x="34" y="47"/>
                </a:cubicBezTo>
                <a:cubicBezTo>
                  <a:pt x="32" y="50"/>
                  <a:pt x="31" y="53"/>
                  <a:pt x="30" y="55"/>
                </a:cubicBezTo>
                <a:cubicBezTo>
                  <a:pt x="29" y="57"/>
                  <a:pt x="30" y="60"/>
                  <a:pt x="32" y="61"/>
                </a:cubicBezTo>
                <a:cubicBezTo>
                  <a:pt x="34" y="62"/>
                  <a:pt x="36" y="61"/>
                  <a:pt x="37" y="59"/>
                </a:cubicBezTo>
                <a:cubicBezTo>
                  <a:pt x="38" y="56"/>
                  <a:pt x="39" y="54"/>
                  <a:pt x="41" y="52"/>
                </a:cubicBezTo>
                <a:cubicBezTo>
                  <a:pt x="42" y="50"/>
                  <a:pt x="44" y="48"/>
                  <a:pt x="46" y="46"/>
                </a:cubicBezTo>
                <a:cubicBezTo>
                  <a:pt x="48" y="44"/>
                  <a:pt x="49" y="43"/>
                  <a:pt x="52" y="41"/>
                </a:cubicBezTo>
                <a:cubicBezTo>
                  <a:pt x="54" y="40"/>
                  <a:pt x="56" y="38"/>
                  <a:pt x="58" y="37"/>
                </a:cubicBezTo>
                <a:cubicBezTo>
                  <a:pt x="60" y="37"/>
                  <a:pt x="61" y="34"/>
                  <a:pt x="60" y="32"/>
                </a:cubicBezTo>
                <a:cubicBezTo>
                  <a:pt x="59" y="30"/>
                  <a:pt x="57" y="29"/>
                  <a:pt x="55" y="30"/>
                </a:cubicBezTo>
                <a:close/>
                <a:moveTo>
                  <a:pt x="160" y="150"/>
                </a:moveTo>
                <a:cubicBezTo>
                  <a:pt x="160" y="150"/>
                  <a:pt x="160" y="150"/>
                  <a:pt x="160" y="150"/>
                </a:cubicBezTo>
                <a:cubicBezTo>
                  <a:pt x="130" y="121"/>
                  <a:pt x="130" y="121"/>
                  <a:pt x="130" y="121"/>
                </a:cubicBezTo>
                <a:cubicBezTo>
                  <a:pt x="135" y="115"/>
                  <a:pt x="139" y="109"/>
                  <a:pt x="142" y="102"/>
                </a:cubicBezTo>
                <a:cubicBezTo>
                  <a:pt x="145" y="93"/>
                  <a:pt x="147" y="84"/>
                  <a:pt x="147" y="74"/>
                </a:cubicBezTo>
                <a:cubicBezTo>
                  <a:pt x="147" y="64"/>
                  <a:pt x="145" y="55"/>
                  <a:pt x="142" y="46"/>
                </a:cubicBezTo>
                <a:cubicBezTo>
                  <a:pt x="142" y="46"/>
                  <a:pt x="142" y="46"/>
                  <a:pt x="142" y="46"/>
                </a:cubicBezTo>
                <a:cubicBezTo>
                  <a:pt x="138" y="37"/>
                  <a:pt x="133" y="29"/>
                  <a:pt x="126" y="22"/>
                </a:cubicBezTo>
                <a:cubicBezTo>
                  <a:pt x="126" y="22"/>
                  <a:pt x="126" y="22"/>
                  <a:pt x="126" y="22"/>
                </a:cubicBezTo>
                <a:cubicBezTo>
                  <a:pt x="119" y="15"/>
                  <a:pt x="111" y="10"/>
                  <a:pt x="102" y="6"/>
                </a:cubicBezTo>
                <a:cubicBezTo>
                  <a:pt x="93" y="2"/>
                  <a:pt x="84" y="0"/>
                  <a:pt x="74" y="0"/>
                </a:cubicBezTo>
                <a:cubicBezTo>
                  <a:pt x="53" y="0"/>
                  <a:pt x="35" y="8"/>
                  <a:pt x="21" y="22"/>
                </a:cubicBezTo>
                <a:cubicBezTo>
                  <a:pt x="15" y="29"/>
                  <a:pt x="9" y="37"/>
                  <a:pt x="6" y="46"/>
                </a:cubicBezTo>
                <a:cubicBezTo>
                  <a:pt x="2" y="55"/>
                  <a:pt x="0" y="64"/>
                  <a:pt x="0" y="74"/>
                </a:cubicBezTo>
                <a:cubicBezTo>
                  <a:pt x="0" y="84"/>
                  <a:pt x="2" y="93"/>
                  <a:pt x="5" y="102"/>
                </a:cubicBezTo>
                <a:cubicBezTo>
                  <a:pt x="6" y="102"/>
                  <a:pt x="6" y="102"/>
                  <a:pt x="6" y="102"/>
                </a:cubicBezTo>
                <a:cubicBezTo>
                  <a:pt x="9" y="111"/>
                  <a:pt x="15" y="119"/>
                  <a:pt x="21" y="126"/>
                </a:cubicBezTo>
                <a:cubicBezTo>
                  <a:pt x="22" y="126"/>
                  <a:pt x="22" y="126"/>
                  <a:pt x="22" y="126"/>
                </a:cubicBezTo>
                <a:cubicBezTo>
                  <a:pt x="28" y="133"/>
                  <a:pt x="36" y="138"/>
                  <a:pt x="45" y="142"/>
                </a:cubicBezTo>
                <a:cubicBezTo>
                  <a:pt x="45" y="142"/>
                  <a:pt x="45" y="142"/>
                  <a:pt x="45" y="142"/>
                </a:cubicBezTo>
                <a:cubicBezTo>
                  <a:pt x="45" y="142"/>
                  <a:pt x="45" y="142"/>
                  <a:pt x="45" y="142"/>
                </a:cubicBezTo>
                <a:cubicBezTo>
                  <a:pt x="54" y="146"/>
                  <a:pt x="64" y="148"/>
                  <a:pt x="74" y="148"/>
                </a:cubicBezTo>
                <a:cubicBezTo>
                  <a:pt x="84" y="148"/>
                  <a:pt x="93" y="146"/>
                  <a:pt x="102" y="142"/>
                </a:cubicBezTo>
                <a:cubicBezTo>
                  <a:pt x="109" y="139"/>
                  <a:pt x="115" y="135"/>
                  <a:pt x="121" y="131"/>
                </a:cubicBezTo>
                <a:cubicBezTo>
                  <a:pt x="150" y="160"/>
                  <a:pt x="150" y="160"/>
                  <a:pt x="150" y="160"/>
                </a:cubicBezTo>
                <a:cubicBezTo>
                  <a:pt x="153" y="163"/>
                  <a:pt x="157" y="163"/>
                  <a:pt x="160" y="160"/>
                </a:cubicBezTo>
                <a:cubicBezTo>
                  <a:pt x="162" y="157"/>
                  <a:pt x="162" y="153"/>
                  <a:pt x="160" y="150"/>
                </a:cubicBezTo>
                <a:close/>
                <a:moveTo>
                  <a:pt x="116" y="117"/>
                </a:moveTo>
                <a:cubicBezTo>
                  <a:pt x="116" y="117"/>
                  <a:pt x="116" y="117"/>
                  <a:pt x="116" y="117"/>
                </a:cubicBezTo>
                <a:cubicBezTo>
                  <a:pt x="116" y="117"/>
                  <a:pt x="116" y="117"/>
                  <a:pt x="116" y="117"/>
                </a:cubicBezTo>
                <a:cubicBezTo>
                  <a:pt x="111" y="122"/>
                  <a:pt x="104" y="127"/>
                  <a:pt x="97" y="130"/>
                </a:cubicBezTo>
                <a:cubicBezTo>
                  <a:pt x="90" y="133"/>
                  <a:pt x="82" y="134"/>
                  <a:pt x="74" y="134"/>
                </a:cubicBezTo>
                <a:cubicBezTo>
                  <a:pt x="65" y="134"/>
                  <a:pt x="58" y="133"/>
                  <a:pt x="51" y="130"/>
                </a:cubicBezTo>
                <a:cubicBezTo>
                  <a:pt x="51" y="130"/>
                  <a:pt x="51" y="130"/>
                  <a:pt x="51" y="130"/>
                </a:cubicBezTo>
                <a:cubicBezTo>
                  <a:pt x="43" y="127"/>
                  <a:pt x="37" y="122"/>
                  <a:pt x="31" y="117"/>
                </a:cubicBezTo>
                <a:cubicBezTo>
                  <a:pt x="31" y="117"/>
                  <a:pt x="31" y="117"/>
                  <a:pt x="31" y="117"/>
                </a:cubicBezTo>
                <a:cubicBezTo>
                  <a:pt x="31" y="117"/>
                  <a:pt x="31" y="117"/>
                  <a:pt x="31" y="117"/>
                </a:cubicBezTo>
                <a:cubicBezTo>
                  <a:pt x="26" y="111"/>
                  <a:pt x="21" y="104"/>
                  <a:pt x="18" y="97"/>
                </a:cubicBezTo>
                <a:cubicBezTo>
                  <a:pt x="18" y="97"/>
                  <a:pt x="18" y="97"/>
                  <a:pt x="18" y="97"/>
                </a:cubicBezTo>
                <a:cubicBezTo>
                  <a:pt x="15" y="90"/>
                  <a:pt x="13" y="82"/>
                  <a:pt x="13" y="74"/>
                </a:cubicBezTo>
                <a:cubicBezTo>
                  <a:pt x="13" y="66"/>
                  <a:pt x="15" y="58"/>
                  <a:pt x="18" y="51"/>
                </a:cubicBezTo>
                <a:cubicBezTo>
                  <a:pt x="21" y="44"/>
                  <a:pt x="26" y="37"/>
                  <a:pt x="31" y="31"/>
                </a:cubicBezTo>
                <a:cubicBezTo>
                  <a:pt x="42" y="21"/>
                  <a:pt x="57" y="14"/>
                  <a:pt x="74" y="14"/>
                </a:cubicBezTo>
                <a:cubicBezTo>
                  <a:pt x="82" y="14"/>
                  <a:pt x="90" y="15"/>
                  <a:pt x="97" y="18"/>
                </a:cubicBezTo>
                <a:cubicBezTo>
                  <a:pt x="104" y="21"/>
                  <a:pt x="111" y="26"/>
                  <a:pt x="116" y="31"/>
                </a:cubicBezTo>
                <a:cubicBezTo>
                  <a:pt x="117" y="32"/>
                  <a:pt x="117" y="32"/>
                  <a:pt x="117" y="32"/>
                </a:cubicBezTo>
                <a:cubicBezTo>
                  <a:pt x="122" y="37"/>
                  <a:pt x="126" y="44"/>
                  <a:pt x="129" y="51"/>
                </a:cubicBezTo>
                <a:cubicBezTo>
                  <a:pt x="129" y="51"/>
                  <a:pt x="129" y="51"/>
                  <a:pt x="129" y="51"/>
                </a:cubicBezTo>
                <a:cubicBezTo>
                  <a:pt x="132" y="58"/>
                  <a:pt x="134" y="66"/>
                  <a:pt x="134" y="74"/>
                </a:cubicBezTo>
                <a:cubicBezTo>
                  <a:pt x="134" y="82"/>
                  <a:pt x="132" y="90"/>
                  <a:pt x="129" y="97"/>
                </a:cubicBezTo>
                <a:cubicBezTo>
                  <a:pt x="126" y="104"/>
                  <a:pt x="122" y="111"/>
                  <a:pt x="116" y="117"/>
                </a:cubicBezTo>
                <a:close/>
                <a:moveTo>
                  <a:pt x="117" y="70"/>
                </a:moveTo>
                <a:cubicBezTo>
                  <a:pt x="117" y="70"/>
                  <a:pt x="117" y="70"/>
                  <a:pt x="117" y="70"/>
                </a:cubicBezTo>
                <a:cubicBezTo>
                  <a:pt x="115" y="70"/>
                  <a:pt x="113" y="72"/>
                  <a:pt x="113" y="74"/>
                </a:cubicBezTo>
                <a:cubicBezTo>
                  <a:pt x="113" y="79"/>
                  <a:pt x="112" y="84"/>
                  <a:pt x="110" y="89"/>
                </a:cubicBezTo>
                <a:cubicBezTo>
                  <a:pt x="110" y="89"/>
                  <a:pt x="110" y="89"/>
                  <a:pt x="110" y="89"/>
                </a:cubicBezTo>
                <a:cubicBezTo>
                  <a:pt x="108" y="94"/>
                  <a:pt x="105" y="98"/>
                  <a:pt x="102" y="102"/>
                </a:cubicBezTo>
                <a:cubicBezTo>
                  <a:pt x="98" y="106"/>
                  <a:pt x="94" y="109"/>
                  <a:pt x="89" y="111"/>
                </a:cubicBezTo>
                <a:cubicBezTo>
                  <a:pt x="84" y="113"/>
                  <a:pt x="79" y="114"/>
                  <a:pt x="74" y="114"/>
                </a:cubicBezTo>
                <a:cubicBezTo>
                  <a:pt x="71" y="114"/>
                  <a:pt x="70" y="115"/>
                  <a:pt x="70" y="118"/>
                </a:cubicBezTo>
                <a:cubicBezTo>
                  <a:pt x="70" y="120"/>
                  <a:pt x="71" y="122"/>
                  <a:pt x="74" y="122"/>
                </a:cubicBezTo>
                <a:cubicBezTo>
                  <a:pt x="80" y="122"/>
                  <a:pt x="86" y="120"/>
                  <a:pt x="92" y="118"/>
                </a:cubicBezTo>
                <a:cubicBezTo>
                  <a:pt x="98" y="116"/>
                  <a:pt x="103" y="112"/>
                  <a:pt x="107" y="108"/>
                </a:cubicBezTo>
                <a:cubicBezTo>
                  <a:pt x="112" y="103"/>
                  <a:pt x="115" y="98"/>
                  <a:pt x="118" y="92"/>
                </a:cubicBezTo>
                <a:cubicBezTo>
                  <a:pt x="118" y="92"/>
                  <a:pt x="118" y="92"/>
                  <a:pt x="118" y="92"/>
                </a:cubicBezTo>
                <a:cubicBezTo>
                  <a:pt x="120" y="86"/>
                  <a:pt x="121" y="80"/>
                  <a:pt x="121" y="74"/>
                </a:cubicBezTo>
                <a:cubicBezTo>
                  <a:pt x="121" y="72"/>
                  <a:pt x="120" y="70"/>
                  <a:pt x="117" y="70"/>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grpSp>
        <p:nvGrpSpPr>
          <p:cNvPr id="25" name="组合 24"/>
          <p:cNvGrpSpPr/>
          <p:nvPr/>
        </p:nvGrpSpPr>
        <p:grpSpPr>
          <a:xfrm>
            <a:off x="8632482" y="346839"/>
            <a:ext cx="156623" cy="156623"/>
            <a:chOff x="8689063" y="2493438"/>
            <a:chExt cx="156623" cy="156623"/>
          </a:xfrm>
        </p:grpSpPr>
        <p:sp>
          <p:nvSpPr>
            <p:cNvPr id="27" name="矩形 26"/>
            <p:cNvSpPr/>
            <p:nvPr/>
          </p:nvSpPr>
          <p:spPr>
            <a:xfrm>
              <a:off x="8689063" y="2493438"/>
              <a:ext cx="156623" cy="156623"/>
            </a:xfrm>
            <a:prstGeom prst="rect">
              <a:avLst/>
            </a:prstGeom>
            <a:solidFill>
              <a:srgbClr val="586B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任意多边形 27"/>
            <p:cNvSpPr/>
            <p:nvPr/>
          </p:nvSpPr>
          <p:spPr>
            <a:xfrm rot="10800000">
              <a:off x="8737889" y="2531868"/>
              <a:ext cx="58967" cy="79764"/>
            </a:xfrm>
            <a:custGeom>
              <a:avLst/>
              <a:gdLst>
                <a:gd name="connsiteX0" fmla="*/ 0 w 78581"/>
                <a:gd name="connsiteY0" fmla="*/ 0 h 152400"/>
                <a:gd name="connsiteX1" fmla="*/ 78581 w 78581"/>
                <a:gd name="connsiteY1" fmla="*/ 78581 h 152400"/>
                <a:gd name="connsiteX2" fmla="*/ 4762 w 78581"/>
                <a:gd name="connsiteY2" fmla="*/ 152400 h 152400"/>
              </a:gdLst>
              <a:ahLst/>
              <a:cxnLst>
                <a:cxn ang="0">
                  <a:pos x="connsiteX0" y="connsiteY0"/>
                </a:cxn>
                <a:cxn ang="0">
                  <a:pos x="connsiteX1" y="connsiteY1"/>
                </a:cxn>
                <a:cxn ang="0">
                  <a:pos x="connsiteX2" y="connsiteY2"/>
                </a:cxn>
              </a:cxnLst>
              <a:rect l="l" t="t" r="r" b="b"/>
              <a:pathLst>
                <a:path w="78581" h="152400">
                  <a:moveTo>
                    <a:pt x="0" y="0"/>
                  </a:moveTo>
                  <a:lnTo>
                    <a:pt x="78581" y="78581"/>
                  </a:lnTo>
                  <a:lnTo>
                    <a:pt x="4762" y="152400"/>
                  </a:lnTo>
                </a:path>
              </a:pathLst>
            </a:cu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9" name="组合 28"/>
          <p:cNvGrpSpPr/>
          <p:nvPr/>
        </p:nvGrpSpPr>
        <p:grpSpPr>
          <a:xfrm>
            <a:off x="8789105" y="346839"/>
            <a:ext cx="156623" cy="156623"/>
            <a:chOff x="8845686" y="2493438"/>
            <a:chExt cx="156623" cy="156623"/>
          </a:xfrm>
        </p:grpSpPr>
        <p:sp>
          <p:nvSpPr>
            <p:cNvPr id="39" name="矩形 38"/>
            <p:cNvSpPr/>
            <p:nvPr/>
          </p:nvSpPr>
          <p:spPr>
            <a:xfrm>
              <a:off x="8845686" y="2493438"/>
              <a:ext cx="156623" cy="156623"/>
            </a:xfrm>
            <a:prstGeom prst="rect">
              <a:avLst/>
            </a:prstGeom>
            <a:solidFill>
              <a:srgbClr val="37B0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任意多边形 39"/>
            <p:cNvSpPr/>
            <p:nvPr/>
          </p:nvSpPr>
          <p:spPr>
            <a:xfrm>
              <a:off x="8894513" y="2531868"/>
              <a:ext cx="58967" cy="79764"/>
            </a:xfrm>
            <a:custGeom>
              <a:avLst/>
              <a:gdLst>
                <a:gd name="connsiteX0" fmla="*/ 0 w 78581"/>
                <a:gd name="connsiteY0" fmla="*/ 0 h 152400"/>
                <a:gd name="connsiteX1" fmla="*/ 78581 w 78581"/>
                <a:gd name="connsiteY1" fmla="*/ 78581 h 152400"/>
                <a:gd name="connsiteX2" fmla="*/ 4762 w 78581"/>
                <a:gd name="connsiteY2" fmla="*/ 152400 h 152400"/>
              </a:gdLst>
              <a:ahLst/>
              <a:cxnLst>
                <a:cxn ang="0">
                  <a:pos x="connsiteX0" y="connsiteY0"/>
                </a:cxn>
                <a:cxn ang="0">
                  <a:pos x="connsiteX1" y="connsiteY1"/>
                </a:cxn>
                <a:cxn ang="0">
                  <a:pos x="connsiteX2" y="connsiteY2"/>
                </a:cxn>
              </a:cxnLst>
              <a:rect l="l" t="t" r="r" b="b"/>
              <a:pathLst>
                <a:path w="78581" h="152400">
                  <a:moveTo>
                    <a:pt x="0" y="0"/>
                  </a:moveTo>
                  <a:lnTo>
                    <a:pt x="78581" y="78581"/>
                  </a:lnTo>
                  <a:lnTo>
                    <a:pt x="4762" y="152400"/>
                  </a:lnTo>
                </a:path>
              </a:pathLst>
            </a:cu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1" name="矩形 40">
            <a:hlinkClick r:id="" action="ppaction://hlinkshowjump?jump=previousslide"/>
          </p:cNvPr>
          <p:cNvSpPr/>
          <p:nvPr/>
        </p:nvSpPr>
        <p:spPr>
          <a:xfrm>
            <a:off x="8632479" y="340203"/>
            <a:ext cx="156623" cy="166239"/>
          </a:xfrm>
          <a:prstGeom prst="rect">
            <a:avLst/>
          </a:prstGeom>
          <a:solidFill>
            <a:srgbClr val="37B0E8">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矩形 41">
            <a:hlinkClick r:id="" action="ppaction://hlinkshowjump?jump=nextslide"/>
          </p:cNvPr>
          <p:cNvSpPr/>
          <p:nvPr/>
        </p:nvSpPr>
        <p:spPr>
          <a:xfrm>
            <a:off x="8789102" y="340203"/>
            <a:ext cx="156623" cy="166239"/>
          </a:xfrm>
          <a:prstGeom prst="rect">
            <a:avLst/>
          </a:prstGeom>
          <a:solidFill>
            <a:srgbClr val="37B0E8">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矩形 42"/>
          <p:cNvSpPr/>
          <p:nvPr/>
        </p:nvSpPr>
        <p:spPr>
          <a:xfrm>
            <a:off x="5867400" y="262034"/>
            <a:ext cx="2665040" cy="285078"/>
          </a:xfrm>
          <a:prstGeom prst="rect">
            <a:avLst/>
          </a:prstGeom>
        </p:spPr>
        <p:txBody>
          <a:bodyPr wrap="square" lIns="0" tIns="0" rIns="0" bIns="0" anchor="ctr" anchorCtr="0">
            <a:spAutoFit/>
          </a:bodyPr>
          <a:lstStyle/>
          <a:p>
            <a:pPr algn="r">
              <a:lnSpc>
                <a:spcPct val="150000"/>
              </a:lnSpc>
            </a:pPr>
            <a:r>
              <a:rPr lang="zh-CN" altLang="en-US" sz="1400" b="1" dirty="0">
                <a:solidFill>
                  <a:srgbClr val="354454"/>
                </a:solidFill>
                <a:latin typeface="微软雅黑" pitchFamily="34" charset="-122"/>
                <a:ea typeface="微软雅黑" pitchFamily="34" charset="-122"/>
              </a:rPr>
              <a:t>问题评估</a:t>
            </a:r>
          </a:p>
        </p:txBody>
      </p:sp>
      <p:sp>
        <p:nvSpPr>
          <p:cNvPr id="26" name="矩形 25"/>
          <p:cNvSpPr/>
          <p:nvPr/>
        </p:nvSpPr>
        <p:spPr>
          <a:xfrm>
            <a:off x="614945" y="1653245"/>
            <a:ext cx="441146" cy="246221"/>
          </a:xfrm>
          <a:prstGeom prst="rect">
            <a:avLst/>
          </a:prstGeom>
        </p:spPr>
        <p:txBody>
          <a:bodyPr wrap="none">
            <a:spAutoFit/>
          </a:bodyPr>
          <a:lstStyle/>
          <a:p>
            <a:pPr algn="ctr"/>
            <a:r>
              <a:rPr lang="zh-CN" altLang="en-US" sz="1000" dirty="0">
                <a:ln w="6350">
                  <a:noFill/>
                </a:ln>
                <a:solidFill>
                  <a:srgbClr val="586B7F"/>
                </a:solidFill>
                <a:latin typeface="Impact" pitchFamily="34" charset="0"/>
                <a:ea typeface="微软雅黑" pitchFamily="34" charset="-122"/>
              </a:rPr>
              <a:t>绪论</a:t>
            </a:r>
          </a:p>
        </p:txBody>
      </p:sp>
      <p:sp>
        <p:nvSpPr>
          <p:cNvPr id="30" name="矩形 29"/>
          <p:cNvSpPr/>
          <p:nvPr/>
        </p:nvSpPr>
        <p:spPr>
          <a:xfrm>
            <a:off x="422584" y="2036065"/>
            <a:ext cx="825867" cy="246221"/>
          </a:xfrm>
          <a:prstGeom prst="rect">
            <a:avLst/>
          </a:prstGeom>
        </p:spPr>
        <p:txBody>
          <a:bodyPr wrap="none">
            <a:spAutoFit/>
          </a:bodyPr>
          <a:lstStyle/>
          <a:p>
            <a:pPr algn="ctr"/>
            <a:r>
              <a:rPr lang="zh-CN" altLang="en-US" sz="1000" dirty="0">
                <a:ln w="6350">
                  <a:noFill/>
                </a:ln>
                <a:solidFill>
                  <a:srgbClr val="586B7F"/>
                </a:solidFill>
                <a:latin typeface="Impact" pitchFamily="34" charset="0"/>
                <a:ea typeface="微软雅黑" pitchFamily="34" charset="-122"/>
              </a:rPr>
              <a:t>思路与方法</a:t>
            </a:r>
          </a:p>
        </p:txBody>
      </p:sp>
      <p:sp>
        <p:nvSpPr>
          <p:cNvPr id="31" name="矩形 30"/>
          <p:cNvSpPr/>
          <p:nvPr/>
        </p:nvSpPr>
        <p:spPr>
          <a:xfrm>
            <a:off x="422585" y="2823369"/>
            <a:ext cx="825867" cy="246221"/>
          </a:xfrm>
          <a:prstGeom prst="rect">
            <a:avLst/>
          </a:prstGeom>
        </p:spPr>
        <p:txBody>
          <a:bodyPr wrap="none">
            <a:spAutoFit/>
          </a:bodyPr>
          <a:lstStyle/>
          <a:p>
            <a:pPr algn="ctr"/>
            <a:r>
              <a:rPr lang="zh-CN" altLang="en-US" sz="1000" dirty="0">
                <a:ln w="6350">
                  <a:noFill/>
                </a:ln>
                <a:solidFill>
                  <a:srgbClr val="586B7F"/>
                </a:solidFill>
                <a:latin typeface="Impact" pitchFamily="34" charset="0"/>
                <a:ea typeface="微软雅黑" pitchFamily="34" charset="-122"/>
              </a:rPr>
              <a:t>成果与应用</a:t>
            </a:r>
          </a:p>
        </p:txBody>
      </p:sp>
      <p:sp>
        <p:nvSpPr>
          <p:cNvPr id="32" name="矩形 31"/>
          <p:cNvSpPr/>
          <p:nvPr/>
        </p:nvSpPr>
        <p:spPr>
          <a:xfrm>
            <a:off x="422585" y="2432846"/>
            <a:ext cx="825867" cy="246221"/>
          </a:xfrm>
          <a:prstGeom prst="rect">
            <a:avLst/>
          </a:prstGeom>
        </p:spPr>
        <p:txBody>
          <a:bodyPr wrap="none">
            <a:spAutoFit/>
          </a:bodyPr>
          <a:lstStyle/>
          <a:p>
            <a:pPr algn="ctr"/>
            <a:r>
              <a:rPr lang="zh-CN" altLang="en-US" sz="1000" dirty="0">
                <a:ln w="6350">
                  <a:noFill/>
                </a:ln>
                <a:solidFill>
                  <a:srgbClr val="586B7F"/>
                </a:solidFill>
                <a:latin typeface="Impact" pitchFamily="34" charset="0"/>
                <a:ea typeface="微软雅黑" pitchFamily="34" charset="-122"/>
              </a:rPr>
              <a:t>技术与难点</a:t>
            </a:r>
          </a:p>
        </p:txBody>
      </p:sp>
      <p:sp>
        <p:nvSpPr>
          <p:cNvPr id="33" name="矩形 32"/>
          <p:cNvSpPr/>
          <p:nvPr/>
        </p:nvSpPr>
        <p:spPr>
          <a:xfrm>
            <a:off x="422585" y="3224765"/>
            <a:ext cx="825867" cy="246221"/>
          </a:xfrm>
          <a:prstGeom prst="rect">
            <a:avLst/>
          </a:prstGeom>
        </p:spPr>
        <p:txBody>
          <a:bodyPr wrap="none">
            <a:spAutoFit/>
          </a:bodyPr>
          <a:lstStyle/>
          <a:p>
            <a:pPr algn="ctr"/>
            <a:r>
              <a:rPr lang="zh-CN" altLang="en-US" sz="1000" dirty="0">
                <a:ln w="6350">
                  <a:noFill/>
                </a:ln>
                <a:solidFill>
                  <a:schemeClr val="bg1"/>
                </a:solidFill>
                <a:latin typeface="Impact" pitchFamily="34" charset="0"/>
                <a:ea typeface="微软雅黑" pitchFamily="34" charset="-122"/>
              </a:rPr>
              <a:t>建议与总结</a:t>
            </a:r>
          </a:p>
        </p:txBody>
      </p:sp>
      <p:sp>
        <p:nvSpPr>
          <p:cNvPr id="34" name="圆角矩形 33"/>
          <p:cNvSpPr/>
          <p:nvPr/>
        </p:nvSpPr>
        <p:spPr>
          <a:xfrm>
            <a:off x="3502513" y="1094164"/>
            <a:ext cx="5364903" cy="3528392"/>
          </a:xfrm>
          <a:prstGeom prst="roundRect">
            <a:avLst>
              <a:gd name="adj" fmla="val 0"/>
            </a:avLst>
          </a:prstGeom>
          <a:solidFill>
            <a:schemeClr val="bg1"/>
          </a:solidFill>
          <a:ln w="6350" cap="flat">
            <a:solidFill>
              <a:schemeClr val="bg1">
                <a:lumMod val="85000"/>
              </a:schemeClr>
            </a:solidFill>
            <a:prstDash val="solid"/>
            <a:miter lim="800000"/>
          </a:ln>
        </p:spPr>
        <p:txBody>
          <a:bodyPr vert="horz" wrap="square" lIns="91440" tIns="45720" rIns="91440" bIns="45720" numCol="1" anchor="t" anchorCtr="0" compatLnSpc="1"/>
          <a:lstStyle/>
          <a:p>
            <a:endParaRPr lang="zh-CN" altLang="en-US">
              <a:solidFill>
                <a:schemeClr val="tx1"/>
              </a:solidFill>
            </a:endParaRPr>
          </a:p>
        </p:txBody>
      </p:sp>
      <p:pic>
        <p:nvPicPr>
          <p:cNvPr id="35" name="Picture 3" descr="E:\稻壳模板\ppt\2016.2\创意灯泡毕业论文答辩模板\247.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69853" y="1814244"/>
            <a:ext cx="3048000" cy="3422650"/>
          </a:xfrm>
          <a:prstGeom prst="rect">
            <a:avLst/>
          </a:prstGeom>
          <a:noFill/>
          <a:extLst>
            <a:ext uri="{909E8E84-426E-40DD-AFC4-6F175D3DCCD1}">
              <a14:hiddenFill xmlns:a14="http://schemas.microsoft.com/office/drawing/2010/main">
                <a:solidFill>
                  <a:srgbClr val="FFFFFF"/>
                </a:solidFill>
              </a14:hiddenFill>
            </a:ext>
          </a:extLst>
        </p:spPr>
      </p:pic>
      <p:sp>
        <p:nvSpPr>
          <p:cNvPr id="36" name="Rectangle 66"/>
          <p:cNvSpPr>
            <a:spLocks noChangeArrowheads="1"/>
          </p:cNvSpPr>
          <p:nvPr/>
        </p:nvSpPr>
        <p:spPr bwMode="auto">
          <a:xfrm>
            <a:off x="4233627" y="1616928"/>
            <a:ext cx="4465723"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just" fontAlgn="base">
              <a:spcBef>
                <a:spcPct val="0"/>
              </a:spcBef>
              <a:spcAft>
                <a:spcPct val="0"/>
              </a:spcAft>
            </a:pPr>
            <a:r>
              <a:rPr lang="zh-CN" altLang="en-US" sz="1000" dirty="0">
                <a:solidFill>
                  <a:schemeClr val="bg1">
                    <a:lumMod val="50000"/>
                  </a:schemeClr>
                </a:solidFill>
                <a:latin typeface="Arial" pitchFamily="34" charset="0"/>
                <a:ea typeface="微软雅黑" pitchFamily="34" charset="-122"/>
              </a:rPr>
              <a:t>此处可输入相关说明文本内容，或者复制文本内容后粘贴，并选择只保留文字。文本内容建议简洁明了、提纲挈领，尽量保持整体风格统一</a:t>
            </a:r>
            <a:r>
              <a:rPr lang="zh-CN" altLang="en-US" sz="1000" dirty="0">
                <a:solidFill>
                  <a:prstClr val="black">
                    <a:lumMod val="50000"/>
                    <a:lumOff val="50000"/>
                  </a:prstClr>
                </a:solidFill>
                <a:latin typeface="Arial" pitchFamily="34" charset="0"/>
                <a:ea typeface="微软雅黑" pitchFamily="34" charset="-122"/>
              </a:rPr>
              <a:t>。</a:t>
            </a:r>
            <a:r>
              <a:rPr lang="zh-CN" altLang="en-US" sz="1000" dirty="0">
                <a:solidFill>
                  <a:schemeClr val="bg1">
                    <a:lumMod val="50000"/>
                  </a:schemeClr>
                </a:solidFill>
                <a:latin typeface="Arial" pitchFamily="34" charset="0"/>
                <a:ea typeface="微软雅黑" pitchFamily="34" charset="-122"/>
              </a:rPr>
              <a:t>此处可输入相关说明文本内容，或者复制文本内容后粘贴，并选择只保留文字。文本内容建议简洁明了、提纲挈领，尽量保持整体风格统一</a:t>
            </a:r>
            <a:r>
              <a:rPr lang="zh-CN" altLang="en-US" sz="1000" dirty="0">
                <a:solidFill>
                  <a:prstClr val="black">
                    <a:lumMod val="50000"/>
                    <a:lumOff val="50000"/>
                  </a:prstClr>
                </a:solidFill>
                <a:latin typeface="Arial" pitchFamily="34" charset="0"/>
                <a:ea typeface="微软雅黑" pitchFamily="34" charset="-122"/>
              </a:rPr>
              <a:t>。</a:t>
            </a:r>
            <a:endParaRPr lang="zh-CN" altLang="zh-CN" sz="1000" dirty="0">
              <a:solidFill>
                <a:prstClr val="black">
                  <a:lumMod val="50000"/>
                  <a:lumOff val="50000"/>
                </a:prstClr>
              </a:solidFill>
              <a:latin typeface="Arial" pitchFamily="34" charset="0"/>
              <a:ea typeface="微软雅黑" pitchFamily="34" charset="-122"/>
            </a:endParaRPr>
          </a:p>
        </p:txBody>
      </p:sp>
      <p:sp>
        <p:nvSpPr>
          <p:cNvPr id="38" name="圆角矩形 37"/>
          <p:cNvSpPr/>
          <p:nvPr/>
        </p:nvSpPr>
        <p:spPr>
          <a:xfrm>
            <a:off x="4233627" y="1273028"/>
            <a:ext cx="1052375" cy="246226"/>
          </a:xfrm>
          <a:prstGeom prst="roundRect">
            <a:avLst>
              <a:gd name="adj" fmla="val 0"/>
            </a:avLst>
          </a:prstGeom>
          <a:solidFill>
            <a:srgbClr val="37B0E8"/>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ln w="6350">
                  <a:noFill/>
                </a:ln>
                <a:solidFill>
                  <a:schemeClr val="bg1"/>
                </a:solidFill>
                <a:latin typeface="Impact" pitchFamily="34" charset="0"/>
                <a:ea typeface="微软雅黑" pitchFamily="34" charset="-122"/>
              </a:rPr>
              <a:t>问题一</a:t>
            </a:r>
          </a:p>
        </p:txBody>
      </p:sp>
      <p:sp>
        <p:nvSpPr>
          <p:cNvPr id="44" name="Rectangle 66"/>
          <p:cNvSpPr>
            <a:spLocks noChangeArrowheads="1"/>
          </p:cNvSpPr>
          <p:nvPr/>
        </p:nvSpPr>
        <p:spPr bwMode="auto">
          <a:xfrm>
            <a:off x="4233627" y="2737068"/>
            <a:ext cx="4465723"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just" fontAlgn="base">
              <a:spcBef>
                <a:spcPct val="0"/>
              </a:spcBef>
              <a:spcAft>
                <a:spcPct val="0"/>
              </a:spcAft>
            </a:pPr>
            <a:r>
              <a:rPr lang="zh-CN" altLang="en-US" sz="1000" dirty="0">
                <a:solidFill>
                  <a:schemeClr val="bg1">
                    <a:lumMod val="50000"/>
                  </a:schemeClr>
                </a:solidFill>
                <a:latin typeface="Arial" pitchFamily="34" charset="0"/>
                <a:ea typeface="微软雅黑" pitchFamily="34" charset="-122"/>
              </a:rPr>
              <a:t>此处可输入相关说明文本内容，或者复制文本内容后粘贴，并选择只保留文字。文本内容建议简洁明了、提纲挈领，尽量保持整体风格统一</a:t>
            </a:r>
            <a:r>
              <a:rPr lang="zh-CN" altLang="en-US" sz="1000" dirty="0">
                <a:solidFill>
                  <a:prstClr val="black">
                    <a:lumMod val="50000"/>
                    <a:lumOff val="50000"/>
                  </a:prstClr>
                </a:solidFill>
                <a:latin typeface="Arial" pitchFamily="34" charset="0"/>
                <a:ea typeface="微软雅黑" pitchFamily="34" charset="-122"/>
              </a:rPr>
              <a:t>。</a:t>
            </a:r>
            <a:r>
              <a:rPr lang="zh-CN" altLang="en-US" sz="1000" dirty="0">
                <a:solidFill>
                  <a:schemeClr val="bg1">
                    <a:lumMod val="50000"/>
                  </a:schemeClr>
                </a:solidFill>
                <a:latin typeface="Arial" pitchFamily="34" charset="0"/>
                <a:ea typeface="微软雅黑" pitchFamily="34" charset="-122"/>
              </a:rPr>
              <a:t>此处可输入相关说明文本内容，或者复制文本内容后粘贴，并选择只保留文字。文本内容建议简洁明了、提纲挈领，尽量保持整体风格统一</a:t>
            </a:r>
            <a:r>
              <a:rPr lang="zh-CN" altLang="en-US" sz="1000" dirty="0">
                <a:solidFill>
                  <a:prstClr val="black">
                    <a:lumMod val="50000"/>
                    <a:lumOff val="50000"/>
                  </a:prstClr>
                </a:solidFill>
                <a:latin typeface="Arial" pitchFamily="34" charset="0"/>
                <a:ea typeface="微软雅黑" pitchFamily="34" charset="-122"/>
              </a:rPr>
              <a:t>。</a:t>
            </a:r>
            <a:endParaRPr lang="zh-CN" altLang="zh-CN" sz="1000" dirty="0">
              <a:solidFill>
                <a:prstClr val="black">
                  <a:lumMod val="50000"/>
                  <a:lumOff val="50000"/>
                </a:prstClr>
              </a:solidFill>
              <a:latin typeface="Arial" pitchFamily="34" charset="0"/>
              <a:ea typeface="微软雅黑" pitchFamily="34" charset="-122"/>
            </a:endParaRPr>
          </a:p>
        </p:txBody>
      </p:sp>
      <p:sp>
        <p:nvSpPr>
          <p:cNvPr id="45" name="圆角矩形 44"/>
          <p:cNvSpPr/>
          <p:nvPr/>
        </p:nvSpPr>
        <p:spPr>
          <a:xfrm>
            <a:off x="4233627" y="2393168"/>
            <a:ext cx="1052375" cy="246226"/>
          </a:xfrm>
          <a:prstGeom prst="roundRect">
            <a:avLst>
              <a:gd name="adj" fmla="val 0"/>
            </a:avLst>
          </a:prstGeom>
          <a:solidFill>
            <a:srgbClr val="37B0E8"/>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ln w="6350">
                  <a:noFill/>
                </a:ln>
                <a:solidFill>
                  <a:schemeClr val="bg1"/>
                </a:solidFill>
                <a:latin typeface="Impact" pitchFamily="34" charset="0"/>
                <a:ea typeface="微软雅黑" pitchFamily="34" charset="-122"/>
              </a:rPr>
              <a:t>问题二</a:t>
            </a:r>
          </a:p>
        </p:txBody>
      </p:sp>
      <p:sp>
        <p:nvSpPr>
          <p:cNvPr id="46" name="Rectangle 66"/>
          <p:cNvSpPr>
            <a:spLocks noChangeArrowheads="1"/>
          </p:cNvSpPr>
          <p:nvPr/>
        </p:nvSpPr>
        <p:spPr bwMode="auto">
          <a:xfrm>
            <a:off x="4233627" y="3872448"/>
            <a:ext cx="4465723"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just" fontAlgn="base">
              <a:spcBef>
                <a:spcPct val="0"/>
              </a:spcBef>
              <a:spcAft>
                <a:spcPct val="0"/>
              </a:spcAft>
            </a:pPr>
            <a:r>
              <a:rPr lang="zh-CN" altLang="en-US" sz="1000" dirty="0">
                <a:solidFill>
                  <a:schemeClr val="bg1">
                    <a:lumMod val="50000"/>
                  </a:schemeClr>
                </a:solidFill>
                <a:latin typeface="Arial" pitchFamily="34" charset="0"/>
                <a:ea typeface="微软雅黑" pitchFamily="34" charset="-122"/>
              </a:rPr>
              <a:t>此处可输入相关说明文本内容，或者复制文本内容后粘贴，并选择只保留文字。文本内容建议简洁明了、提纲挈领，尽量保持整体风格统一</a:t>
            </a:r>
            <a:r>
              <a:rPr lang="zh-CN" altLang="en-US" sz="1000" dirty="0">
                <a:solidFill>
                  <a:prstClr val="black">
                    <a:lumMod val="50000"/>
                    <a:lumOff val="50000"/>
                  </a:prstClr>
                </a:solidFill>
                <a:latin typeface="Arial" pitchFamily="34" charset="0"/>
                <a:ea typeface="微软雅黑" pitchFamily="34" charset="-122"/>
              </a:rPr>
              <a:t>。</a:t>
            </a:r>
            <a:r>
              <a:rPr lang="zh-CN" altLang="en-US" sz="1000" dirty="0">
                <a:solidFill>
                  <a:schemeClr val="bg1">
                    <a:lumMod val="50000"/>
                  </a:schemeClr>
                </a:solidFill>
                <a:latin typeface="Arial" pitchFamily="34" charset="0"/>
                <a:ea typeface="微软雅黑" pitchFamily="34" charset="-122"/>
              </a:rPr>
              <a:t>此处可输入相关说明文本内容，或者复制文本内容后粘贴，并选择只保留文字。文本内容建议简洁明了、提纲挈领，尽量保持整体风格统一</a:t>
            </a:r>
            <a:r>
              <a:rPr lang="zh-CN" altLang="en-US" sz="1000" dirty="0">
                <a:solidFill>
                  <a:prstClr val="black">
                    <a:lumMod val="50000"/>
                    <a:lumOff val="50000"/>
                  </a:prstClr>
                </a:solidFill>
                <a:latin typeface="Arial" pitchFamily="34" charset="0"/>
                <a:ea typeface="微软雅黑" pitchFamily="34" charset="-122"/>
              </a:rPr>
              <a:t>。</a:t>
            </a:r>
            <a:endParaRPr lang="zh-CN" altLang="zh-CN" sz="1000" dirty="0">
              <a:solidFill>
                <a:prstClr val="black">
                  <a:lumMod val="50000"/>
                  <a:lumOff val="50000"/>
                </a:prstClr>
              </a:solidFill>
              <a:latin typeface="Arial" pitchFamily="34" charset="0"/>
              <a:ea typeface="微软雅黑" pitchFamily="34" charset="-122"/>
            </a:endParaRPr>
          </a:p>
        </p:txBody>
      </p:sp>
      <p:sp>
        <p:nvSpPr>
          <p:cNvPr id="47" name="圆角矩形 46"/>
          <p:cNvSpPr/>
          <p:nvPr/>
        </p:nvSpPr>
        <p:spPr>
          <a:xfrm>
            <a:off x="4233627" y="3528548"/>
            <a:ext cx="1052375" cy="246226"/>
          </a:xfrm>
          <a:prstGeom prst="roundRect">
            <a:avLst>
              <a:gd name="adj" fmla="val 0"/>
            </a:avLst>
          </a:prstGeom>
          <a:solidFill>
            <a:srgbClr val="37B0E8"/>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ln w="6350">
                  <a:noFill/>
                </a:ln>
                <a:solidFill>
                  <a:schemeClr val="bg1"/>
                </a:solidFill>
                <a:latin typeface="Impact" pitchFamily="34" charset="0"/>
                <a:ea typeface="微软雅黑" pitchFamily="34" charset="-122"/>
              </a:rPr>
              <a:t>问题三</a:t>
            </a:r>
          </a:p>
        </p:txBody>
      </p:sp>
      <p:pic>
        <p:nvPicPr>
          <p:cNvPr id="48" name="图片 4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43649" y="714563"/>
            <a:ext cx="1568698" cy="699598"/>
          </a:xfrm>
          <a:prstGeom prst="rect">
            <a:avLst/>
          </a:prstGeom>
        </p:spPr>
      </p:pic>
    </p:spTree>
  </p:cSld>
  <p:clrMapOvr>
    <a:masterClrMapping/>
  </p:clrMapOvr>
  <p:transition spd="slow">
    <p:push dir="u"/>
  </p:transition>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500"/>
                                            <p:tgtEl>
                                              <p:spTgt spid="35"/>
                                            </p:tgtEl>
                                          </p:cBhvr>
                                        </p:animEffect>
                                        <p:anim calcmode="lin" valueType="num">
                                          <p:cBhvr>
                                            <p:cTn id="8" dur="500" fill="hold"/>
                                            <p:tgtEl>
                                              <p:spTgt spid="35"/>
                                            </p:tgtEl>
                                            <p:attrNameLst>
                                              <p:attrName>ppt_x</p:attrName>
                                            </p:attrNameLst>
                                          </p:cBhvr>
                                          <p:tavLst>
                                            <p:tav tm="0">
                                              <p:val>
                                                <p:strVal val="#ppt_x"/>
                                              </p:val>
                                            </p:tav>
                                            <p:tav tm="100000">
                                              <p:val>
                                                <p:strVal val="#ppt_x"/>
                                              </p:val>
                                            </p:tav>
                                          </p:tavLst>
                                        </p:anim>
                                        <p:anim calcmode="lin" valueType="num">
                                          <p:cBhvr>
                                            <p:cTn id="9" dur="500" fill="hold"/>
                                            <p:tgtEl>
                                              <p:spTgt spid="35"/>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4"/>
                                            </p:tgtEl>
                                            <p:attrNameLst>
                                              <p:attrName>style.visibility</p:attrName>
                                            </p:attrNameLst>
                                          </p:cBhvr>
                                          <p:to>
                                            <p:strVal val="visible"/>
                                          </p:to>
                                        </p:set>
                                        <p:animEffect transition="in" filter="fade">
                                          <p:cBhvr>
                                            <p:cTn id="12" dur="500"/>
                                            <p:tgtEl>
                                              <p:spTgt spid="34"/>
                                            </p:tgtEl>
                                          </p:cBhvr>
                                        </p:animEffect>
                                        <p:anim calcmode="lin" valueType="num">
                                          <p:cBhvr>
                                            <p:cTn id="13" dur="500" fill="hold"/>
                                            <p:tgtEl>
                                              <p:spTgt spid="34"/>
                                            </p:tgtEl>
                                            <p:attrNameLst>
                                              <p:attrName>ppt_x</p:attrName>
                                            </p:attrNameLst>
                                          </p:cBhvr>
                                          <p:tavLst>
                                            <p:tav tm="0">
                                              <p:val>
                                                <p:strVal val="#ppt_x"/>
                                              </p:val>
                                            </p:tav>
                                            <p:tav tm="100000">
                                              <p:val>
                                                <p:strVal val="#ppt_x"/>
                                              </p:val>
                                            </p:tav>
                                          </p:tavLst>
                                        </p:anim>
                                        <p:anim calcmode="lin" valueType="num">
                                          <p:cBhvr>
                                            <p:cTn id="14" dur="500" fill="hold"/>
                                            <p:tgtEl>
                                              <p:spTgt spid="34"/>
                                            </p:tgtEl>
                                            <p:attrNameLst>
                                              <p:attrName>ppt_y</p:attrName>
                                            </p:attrNameLst>
                                          </p:cBhvr>
                                          <p:tavLst>
                                            <p:tav tm="0">
                                              <p:val>
                                                <p:strVal val="#ppt_y+.1"/>
                                              </p:val>
                                            </p:tav>
                                            <p:tav tm="100000">
                                              <p:val>
                                                <p:strVal val="#ppt_y"/>
                                              </p:val>
                                            </p:tav>
                                          </p:tavLst>
                                        </p:anim>
                                      </p:childTnLst>
                                    </p:cTn>
                                  </p:par>
                                  <p:par>
                                    <p:cTn id="15" presetID="2" presetClass="entr" presetSubtype="2" fill="hold" grpId="0" nodeType="withEffect" p14:presetBounceEnd="60000">
                                      <p:stCondLst>
                                        <p:cond delay="500"/>
                                      </p:stCondLst>
                                      <p:childTnLst>
                                        <p:set>
                                          <p:cBhvr>
                                            <p:cTn id="16" dur="1" fill="hold">
                                              <p:stCondLst>
                                                <p:cond delay="0"/>
                                              </p:stCondLst>
                                            </p:cTn>
                                            <p:tgtEl>
                                              <p:spTgt spid="38"/>
                                            </p:tgtEl>
                                            <p:attrNameLst>
                                              <p:attrName>style.visibility</p:attrName>
                                            </p:attrNameLst>
                                          </p:cBhvr>
                                          <p:to>
                                            <p:strVal val="visible"/>
                                          </p:to>
                                        </p:set>
                                        <p:anim calcmode="lin" valueType="num" p14:bounceEnd="60000">
                                          <p:cBhvr additive="base">
                                            <p:cTn id="17" dur="500" fill="hold"/>
                                            <p:tgtEl>
                                              <p:spTgt spid="38"/>
                                            </p:tgtEl>
                                            <p:attrNameLst>
                                              <p:attrName>ppt_x</p:attrName>
                                            </p:attrNameLst>
                                          </p:cBhvr>
                                          <p:tavLst>
                                            <p:tav tm="0">
                                              <p:val>
                                                <p:strVal val="1+#ppt_w/2"/>
                                              </p:val>
                                            </p:tav>
                                            <p:tav tm="100000">
                                              <p:val>
                                                <p:strVal val="#ppt_x"/>
                                              </p:val>
                                            </p:tav>
                                          </p:tavLst>
                                        </p:anim>
                                        <p:anim calcmode="lin" valueType="num" p14:bounceEnd="60000">
                                          <p:cBhvr additive="base">
                                            <p:cTn id="18" dur="500" fill="hold"/>
                                            <p:tgtEl>
                                              <p:spTgt spid="38"/>
                                            </p:tgtEl>
                                            <p:attrNameLst>
                                              <p:attrName>ppt_y</p:attrName>
                                            </p:attrNameLst>
                                          </p:cBhvr>
                                          <p:tavLst>
                                            <p:tav tm="0">
                                              <p:val>
                                                <p:strVal val="#ppt_y"/>
                                              </p:val>
                                            </p:tav>
                                            <p:tav tm="100000">
                                              <p:val>
                                                <p:strVal val="#ppt_y"/>
                                              </p:val>
                                            </p:tav>
                                          </p:tavLst>
                                        </p:anim>
                                      </p:childTnLst>
                                    </p:cTn>
                                  </p:par>
                                  <p:par>
                                    <p:cTn id="19" presetID="2" presetClass="entr" presetSubtype="2" fill="hold" grpId="0" nodeType="withEffect" p14:presetBounceEnd="60000">
                                      <p:stCondLst>
                                        <p:cond delay="700"/>
                                      </p:stCondLst>
                                      <p:childTnLst>
                                        <p:set>
                                          <p:cBhvr>
                                            <p:cTn id="20" dur="1" fill="hold">
                                              <p:stCondLst>
                                                <p:cond delay="0"/>
                                              </p:stCondLst>
                                            </p:cTn>
                                            <p:tgtEl>
                                              <p:spTgt spid="45"/>
                                            </p:tgtEl>
                                            <p:attrNameLst>
                                              <p:attrName>style.visibility</p:attrName>
                                            </p:attrNameLst>
                                          </p:cBhvr>
                                          <p:to>
                                            <p:strVal val="visible"/>
                                          </p:to>
                                        </p:set>
                                        <p:anim calcmode="lin" valueType="num" p14:bounceEnd="60000">
                                          <p:cBhvr additive="base">
                                            <p:cTn id="21" dur="500" fill="hold"/>
                                            <p:tgtEl>
                                              <p:spTgt spid="45"/>
                                            </p:tgtEl>
                                            <p:attrNameLst>
                                              <p:attrName>ppt_x</p:attrName>
                                            </p:attrNameLst>
                                          </p:cBhvr>
                                          <p:tavLst>
                                            <p:tav tm="0">
                                              <p:val>
                                                <p:strVal val="1+#ppt_w/2"/>
                                              </p:val>
                                            </p:tav>
                                            <p:tav tm="100000">
                                              <p:val>
                                                <p:strVal val="#ppt_x"/>
                                              </p:val>
                                            </p:tav>
                                          </p:tavLst>
                                        </p:anim>
                                        <p:anim calcmode="lin" valueType="num" p14:bounceEnd="60000">
                                          <p:cBhvr additive="base">
                                            <p:cTn id="22" dur="500" fill="hold"/>
                                            <p:tgtEl>
                                              <p:spTgt spid="45"/>
                                            </p:tgtEl>
                                            <p:attrNameLst>
                                              <p:attrName>ppt_y</p:attrName>
                                            </p:attrNameLst>
                                          </p:cBhvr>
                                          <p:tavLst>
                                            <p:tav tm="0">
                                              <p:val>
                                                <p:strVal val="#ppt_y"/>
                                              </p:val>
                                            </p:tav>
                                            <p:tav tm="100000">
                                              <p:val>
                                                <p:strVal val="#ppt_y"/>
                                              </p:val>
                                            </p:tav>
                                          </p:tavLst>
                                        </p:anim>
                                      </p:childTnLst>
                                    </p:cTn>
                                  </p:par>
                                  <p:par>
                                    <p:cTn id="23" presetID="2" presetClass="entr" presetSubtype="2" fill="hold" grpId="0" nodeType="withEffect" p14:presetBounceEnd="60000">
                                      <p:stCondLst>
                                        <p:cond delay="900"/>
                                      </p:stCondLst>
                                      <p:childTnLst>
                                        <p:set>
                                          <p:cBhvr>
                                            <p:cTn id="24" dur="1" fill="hold">
                                              <p:stCondLst>
                                                <p:cond delay="0"/>
                                              </p:stCondLst>
                                            </p:cTn>
                                            <p:tgtEl>
                                              <p:spTgt spid="47"/>
                                            </p:tgtEl>
                                            <p:attrNameLst>
                                              <p:attrName>style.visibility</p:attrName>
                                            </p:attrNameLst>
                                          </p:cBhvr>
                                          <p:to>
                                            <p:strVal val="visible"/>
                                          </p:to>
                                        </p:set>
                                        <p:anim calcmode="lin" valueType="num" p14:bounceEnd="60000">
                                          <p:cBhvr additive="base">
                                            <p:cTn id="25" dur="500" fill="hold"/>
                                            <p:tgtEl>
                                              <p:spTgt spid="47"/>
                                            </p:tgtEl>
                                            <p:attrNameLst>
                                              <p:attrName>ppt_x</p:attrName>
                                            </p:attrNameLst>
                                          </p:cBhvr>
                                          <p:tavLst>
                                            <p:tav tm="0">
                                              <p:val>
                                                <p:strVal val="1+#ppt_w/2"/>
                                              </p:val>
                                            </p:tav>
                                            <p:tav tm="100000">
                                              <p:val>
                                                <p:strVal val="#ppt_x"/>
                                              </p:val>
                                            </p:tav>
                                          </p:tavLst>
                                        </p:anim>
                                        <p:anim calcmode="lin" valueType="num" p14:bounceEnd="60000">
                                          <p:cBhvr additive="base">
                                            <p:cTn id="26" dur="500" fill="hold"/>
                                            <p:tgtEl>
                                              <p:spTgt spid="47"/>
                                            </p:tgtEl>
                                            <p:attrNameLst>
                                              <p:attrName>ppt_y</p:attrName>
                                            </p:attrNameLst>
                                          </p:cBhvr>
                                          <p:tavLst>
                                            <p:tav tm="0">
                                              <p:val>
                                                <p:strVal val="#ppt_y"/>
                                              </p:val>
                                            </p:tav>
                                            <p:tav tm="100000">
                                              <p:val>
                                                <p:strVal val="#ppt_y"/>
                                              </p:val>
                                            </p:tav>
                                          </p:tavLst>
                                        </p:anim>
                                      </p:childTnLst>
                                    </p:cTn>
                                  </p:par>
                                  <p:par>
                                    <p:cTn id="27" presetID="55" presetClass="entr" presetSubtype="0" fill="hold" grpId="0" nodeType="withEffect">
                                      <p:stCondLst>
                                        <p:cond delay="800"/>
                                      </p:stCondLst>
                                      <p:childTnLst>
                                        <p:set>
                                          <p:cBhvr>
                                            <p:cTn id="28" dur="1" fill="hold">
                                              <p:stCondLst>
                                                <p:cond delay="0"/>
                                              </p:stCondLst>
                                            </p:cTn>
                                            <p:tgtEl>
                                              <p:spTgt spid="36"/>
                                            </p:tgtEl>
                                            <p:attrNameLst>
                                              <p:attrName>style.visibility</p:attrName>
                                            </p:attrNameLst>
                                          </p:cBhvr>
                                          <p:to>
                                            <p:strVal val="visible"/>
                                          </p:to>
                                        </p:set>
                                        <p:anim calcmode="lin" valueType="num">
                                          <p:cBhvr>
                                            <p:cTn id="29" dur="500" fill="hold"/>
                                            <p:tgtEl>
                                              <p:spTgt spid="36"/>
                                            </p:tgtEl>
                                            <p:attrNameLst>
                                              <p:attrName>ppt_w</p:attrName>
                                            </p:attrNameLst>
                                          </p:cBhvr>
                                          <p:tavLst>
                                            <p:tav tm="0">
                                              <p:val>
                                                <p:strVal val="#ppt_w*0.70"/>
                                              </p:val>
                                            </p:tav>
                                            <p:tav tm="100000">
                                              <p:val>
                                                <p:strVal val="#ppt_w"/>
                                              </p:val>
                                            </p:tav>
                                          </p:tavLst>
                                        </p:anim>
                                        <p:anim calcmode="lin" valueType="num">
                                          <p:cBhvr>
                                            <p:cTn id="30" dur="500" fill="hold"/>
                                            <p:tgtEl>
                                              <p:spTgt spid="36"/>
                                            </p:tgtEl>
                                            <p:attrNameLst>
                                              <p:attrName>ppt_h</p:attrName>
                                            </p:attrNameLst>
                                          </p:cBhvr>
                                          <p:tavLst>
                                            <p:tav tm="0">
                                              <p:val>
                                                <p:strVal val="#ppt_h"/>
                                              </p:val>
                                            </p:tav>
                                            <p:tav tm="100000">
                                              <p:val>
                                                <p:strVal val="#ppt_h"/>
                                              </p:val>
                                            </p:tav>
                                          </p:tavLst>
                                        </p:anim>
                                        <p:animEffect transition="in" filter="fade">
                                          <p:cBhvr>
                                            <p:cTn id="31" dur="500"/>
                                            <p:tgtEl>
                                              <p:spTgt spid="36"/>
                                            </p:tgtEl>
                                          </p:cBhvr>
                                        </p:animEffect>
                                      </p:childTnLst>
                                    </p:cTn>
                                  </p:par>
                                  <p:par>
                                    <p:cTn id="32" presetID="55" presetClass="entr" presetSubtype="0" fill="hold" grpId="0" nodeType="withEffect">
                                      <p:stCondLst>
                                        <p:cond delay="1000"/>
                                      </p:stCondLst>
                                      <p:childTnLst>
                                        <p:set>
                                          <p:cBhvr>
                                            <p:cTn id="33" dur="1" fill="hold">
                                              <p:stCondLst>
                                                <p:cond delay="0"/>
                                              </p:stCondLst>
                                            </p:cTn>
                                            <p:tgtEl>
                                              <p:spTgt spid="44"/>
                                            </p:tgtEl>
                                            <p:attrNameLst>
                                              <p:attrName>style.visibility</p:attrName>
                                            </p:attrNameLst>
                                          </p:cBhvr>
                                          <p:to>
                                            <p:strVal val="visible"/>
                                          </p:to>
                                        </p:set>
                                        <p:anim calcmode="lin" valueType="num">
                                          <p:cBhvr>
                                            <p:cTn id="34" dur="500" fill="hold"/>
                                            <p:tgtEl>
                                              <p:spTgt spid="44"/>
                                            </p:tgtEl>
                                            <p:attrNameLst>
                                              <p:attrName>ppt_w</p:attrName>
                                            </p:attrNameLst>
                                          </p:cBhvr>
                                          <p:tavLst>
                                            <p:tav tm="0">
                                              <p:val>
                                                <p:strVal val="#ppt_w*0.70"/>
                                              </p:val>
                                            </p:tav>
                                            <p:tav tm="100000">
                                              <p:val>
                                                <p:strVal val="#ppt_w"/>
                                              </p:val>
                                            </p:tav>
                                          </p:tavLst>
                                        </p:anim>
                                        <p:anim calcmode="lin" valueType="num">
                                          <p:cBhvr>
                                            <p:cTn id="35" dur="500" fill="hold"/>
                                            <p:tgtEl>
                                              <p:spTgt spid="44"/>
                                            </p:tgtEl>
                                            <p:attrNameLst>
                                              <p:attrName>ppt_h</p:attrName>
                                            </p:attrNameLst>
                                          </p:cBhvr>
                                          <p:tavLst>
                                            <p:tav tm="0">
                                              <p:val>
                                                <p:strVal val="#ppt_h"/>
                                              </p:val>
                                            </p:tav>
                                            <p:tav tm="100000">
                                              <p:val>
                                                <p:strVal val="#ppt_h"/>
                                              </p:val>
                                            </p:tav>
                                          </p:tavLst>
                                        </p:anim>
                                        <p:animEffect transition="in" filter="fade">
                                          <p:cBhvr>
                                            <p:cTn id="36" dur="500"/>
                                            <p:tgtEl>
                                              <p:spTgt spid="44"/>
                                            </p:tgtEl>
                                          </p:cBhvr>
                                        </p:animEffect>
                                      </p:childTnLst>
                                    </p:cTn>
                                  </p:par>
                                  <p:par>
                                    <p:cTn id="37" presetID="55" presetClass="entr" presetSubtype="0" fill="hold" grpId="0" nodeType="withEffect">
                                      <p:stCondLst>
                                        <p:cond delay="1200"/>
                                      </p:stCondLst>
                                      <p:childTnLst>
                                        <p:set>
                                          <p:cBhvr>
                                            <p:cTn id="38" dur="1" fill="hold">
                                              <p:stCondLst>
                                                <p:cond delay="0"/>
                                              </p:stCondLst>
                                            </p:cTn>
                                            <p:tgtEl>
                                              <p:spTgt spid="46"/>
                                            </p:tgtEl>
                                            <p:attrNameLst>
                                              <p:attrName>style.visibility</p:attrName>
                                            </p:attrNameLst>
                                          </p:cBhvr>
                                          <p:to>
                                            <p:strVal val="visible"/>
                                          </p:to>
                                        </p:set>
                                        <p:anim calcmode="lin" valueType="num">
                                          <p:cBhvr>
                                            <p:cTn id="39" dur="500" fill="hold"/>
                                            <p:tgtEl>
                                              <p:spTgt spid="46"/>
                                            </p:tgtEl>
                                            <p:attrNameLst>
                                              <p:attrName>ppt_w</p:attrName>
                                            </p:attrNameLst>
                                          </p:cBhvr>
                                          <p:tavLst>
                                            <p:tav tm="0">
                                              <p:val>
                                                <p:strVal val="#ppt_w*0.70"/>
                                              </p:val>
                                            </p:tav>
                                            <p:tav tm="100000">
                                              <p:val>
                                                <p:strVal val="#ppt_w"/>
                                              </p:val>
                                            </p:tav>
                                          </p:tavLst>
                                        </p:anim>
                                        <p:anim calcmode="lin" valueType="num">
                                          <p:cBhvr>
                                            <p:cTn id="40" dur="500" fill="hold"/>
                                            <p:tgtEl>
                                              <p:spTgt spid="46"/>
                                            </p:tgtEl>
                                            <p:attrNameLst>
                                              <p:attrName>ppt_h</p:attrName>
                                            </p:attrNameLst>
                                          </p:cBhvr>
                                          <p:tavLst>
                                            <p:tav tm="0">
                                              <p:val>
                                                <p:strVal val="#ppt_h"/>
                                              </p:val>
                                            </p:tav>
                                            <p:tav tm="100000">
                                              <p:val>
                                                <p:strVal val="#ppt_h"/>
                                              </p:val>
                                            </p:tav>
                                          </p:tavLst>
                                        </p:anim>
                                        <p:animEffect transition="in" filter="fade">
                                          <p:cBhvr>
                                            <p:cTn id="41"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6" grpId="0"/>
          <p:bldP spid="38" grpId="0" animBg="1"/>
          <p:bldP spid="44" grpId="0"/>
          <p:bldP spid="45" grpId="0" animBg="1"/>
          <p:bldP spid="46" grpId="0"/>
          <p:bldP spid="47" grpId="0"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500"/>
                                            <p:tgtEl>
                                              <p:spTgt spid="35"/>
                                            </p:tgtEl>
                                          </p:cBhvr>
                                        </p:animEffect>
                                        <p:anim calcmode="lin" valueType="num">
                                          <p:cBhvr>
                                            <p:cTn id="8" dur="500" fill="hold"/>
                                            <p:tgtEl>
                                              <p:spTgt spid="35"/>
                                            </p:tgtEl>
                                            <p:attrNameLst>
                                              <p:attrName>ppt_x</p:attrName>
                                            </p:attrNameLst>
                                          </p:cBhvr>
                                          <p:tavLst>
                                            <p:tav tm="0">
                                              <p:val>
                                                <p:strVal val="#ppt_x"/>
                                              </p:val>
                                            </p:tav>
                                            <p:tav tm="100000">
                                              <p:val>
                                                <p:strVal val="#ppt_x"/>
                                              </p:val>
                                            </p:tav>
                                          </p:tavLst>
                                        </p:anim>
                                        <p:anim calcmode="lin" valueType="num">
                                          <p:cBhvr>
                                            <p:cTn id="9" dur="500" fill="hold"/>
                                            <p:tgtEl>
                                              <p:spTgt spid="35"/>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4"/>
                                            </p:tgtEl>
                                            <p:attrNameLst>
                                              <p:attrName>style.visibility</p:attrName>
                                            </p:attrNameLst>
                                          </p:cBhvr>
                                          <p:to>
                                            <p:strVal val="visible"/>
                                          </p:to>
                                        </p:set>
                                        <p:animEffect transition="in" filter="fade">
                                          <p:cBhvr>
                                            <p:cTn id="12" dur="500"/>
                                            <p:tgtEl>
                                              <p:spTgt spid="34"/>
                                            </p:tgtEl>
                                          </p:cBhvr>
                                        </p:animEffect>
                                        <p:anim calcmode="lin" valueType="num">
                                          <p:cBhvr>
                                            <p:cTn id="13" dur="500" fill="hold"/>
                                            <p:tgtEl>
                                              <p:spTgt spid="34"/>
                                            </p:tgtEl>
                                            <p:attrNameLst>
                                              <p:attrName>ppt_x</p:attrName>
                                            </p:attrNameLst>
                                          </p:cBhvr>
                                          <p:tavLst>
                                            <p:tav tm="0">
                                              <p:val>
                                                <p:strVal val="#ppt_x"/>
                                              </p:val>
                                            </p:tav>
                                            <p:tav tm="100000">
                                              <p:val>
                                                <p:strVal val="#ppt_x"/>
                                              </p:val>
                                            </p:tav>
                                          </p:tavLst>
                                        </p:anim>
                                        <p:anim calcmode="lin" valueType="num">
                                          <p:cBhvr>
                                            <p:cTn id="14" dur="500" fill="hold"/>
                                            <p:tgtEl>
                                              <p:spTgt spid="34"/>
                                            </p:tgtEl>
                                            <p:attrNameLst>
                                              <p:attrName>ppt_y</p:attrName>
                                            </p:attrNameLst>
                                          </p:cBhvr>
                                          <p:tavLst>
                                            <p:tav tm="0">
                                              <p:val>
                                                <p:strVal val="#ppt_y+.1"/>
                                              </p:val>
                                            </p:tav>
                                            <p:tav tm="100000">
                                              <p:val>
                                                <p:strVal val="#ppt_y"/>
                                              </p:val>
                                            </p:tav>
                                          </p:tavLst>
                                        </p:anim>
                                      </p:childTnLst>
                                    </p:cTn>
                                  </p:par>
                                  <p:par>
                                    <p:cTn id="15" presetID="2" presetClass="entr" presetSubtype="2" fill="hold" grpId="0" nodeType="withEffect">
                                      <p:stCondLst>
                                        <p:cond delay="500"/>
                                      </p:stCondLst>
                                      <p:childTnLst>
                                        <p:set>
                                          <p:cBhvr>
                                            <p:cTn id="16" dur="1" fill="hold">
                                              <p:stCondLst>
                                                <p:cond delay="0"/>
                                              </p:stCondLst>
                                            </p:cTn>
                                            <p:tgtEl>
                                              <p:spTgt spid="38"/>
                                            </p:tgtEl>
                                            <p:attrNameLst>
                                              <p:attrName>style.visibility</p:attrName>
                                            </p:attrNameLst>
                                          </p:cBhvr>
                                          <p:to>
                                            <p:strVal val="visible"/>
                                          </p:to>
                                        </p:set>
                                        <p:anim calcmode="lin" valueType="num">
                                          <p:cBhvr additive="base">
                                            <p:cTn id="17" dur="500" fill="hold"/>
                                            <p:tgtEl>
                                              <p:spTgt spid="38"/>
                                            </p:tgtEl>
                                            <p:attrNameLst>
                                              <p:attrName>ppt_x</p:attrName>
                                            </p:attrNameLst>
                                          </p:cBhvr>
                                          <p:tavLst>
                                            <p:tav tm="0">
                                              <p:val>
                                                <p:strVal val="1+#ppt_w/2"/>
                                              </p:val>
                                            </p:tav>
                                            <p:tav tm="100000">
                                              <p:val>
                                                <p:strVal val="#ppt_x"/>
                                              </p:val>
                                            </p:tav>
                                          </p:tavLst>
                                        </p:anim>
                                        <p:anim calcmode="lin" valueType="num">
                                          <p:cBhvr additive="base">
                                            <p:cTn id="18" dur="500" fill="hold"/>
                                            <p:tgtEl>
                                              <p:spTgt spid="38"/>
                                            </p:tgtEl>
                                            <p:attrNameLst>
                                              <p:attrName>ppt_y</p:attrName>
                                            </p:attrNameLst>
                                          </p:cBhvr>
                                          <p:tavLst>
                                            <p:tav tm="0">
                                              <p:val>
                                                <p:strVal val="#ppt_y"/>
                                              </p:val>
                                            </p:tav>
                                            <p:tav tm="100000">
                                              <p:val>
                                                <p:strVal val="#ppt_y"/>
                                              </p:val>
                                            </p:tav>
                                          </p:tavLst>
                                        </p:anim>
                                      </p:childTnLst>
                                    </p:cTn>
                                  </p:par>
                                  <p:par>
                                    <p:cTn id="19" presetID="2" presetClass="entr" presetSubtype="2" fill="hold" grpId="0" nodeType="withEffect">
                                      <p:stCondLst>
                                        <p:cond delay="700"/>
                                      </p:stCondLst>
                                      <p:childTnLst>
                                        <p:set>
                                          <p:cBhvr>
                                            <p:cTn id="20" dur="1" fill="hold">
                                              <p:stCondLst>
                                                <p:cond delay="0"/>
                                              </p:stCondLst>
                                            </p:cTn>
                                            <p:tgtEl>
                                              <p:spTgt spid="45"/>
                                            </p:tgtEl>
                                            <p:attrNameLst>
                                              <p:attrName>style.visibility</p:attrName>
                                            </p:attrNameLst>
                                          </p:cBhvr>
                                          <p:to>
                                            <p:strVal val="visible"/>
                                          </p:to>
                                        </p:set>
                                        <p:anim calcmode="lin" valueType="num">
                                          <p:cBhvr additive="base">
                                            <p:cTn id="21" dur="500" fill="hold"/>
                                            <p:tgtEl>
                                              <p:spTgt spid="45"/>
                                            </p:tgtEl>
                                            <p:attrNameLst>
                                              <p:attrName>ppt_x</p:attrName>
                                            </p:attrNameLst>
                                          </p:cBhvr>
                                          <p:tavLst>
                                            <p:tav tm="0">
                                              <p:val>
                                                <p:strVal val="1+#ppt_w/2"/>
                                              </p:val>
                                            </p:tav>
                                            <p:tav tm="100000">
                                              <p:val>
                                                <p:strVal val="#ppt_x"/>
                                              </p:val>
                                            </p:tav>
                                          </p:tavLst>
                                        </p:anim>
                                        <p:anim calcmode="lin" valueType="num">
                                          <p:cBhvr additive="base">
                                            <p:cTn id="22" dur="500" fill="hold"/>
                                            <p:tgtEl>
                                              <p:spTgt spid="45"/>
                                            </p:tgtEl>
                                            <p:attrNameLst>
                                              <p:attrName>ppt_y</p:attrName>
                                            </p:attrNameLst>
                                          </p:cBhvr>
                                          <p:tavLst>
                                            <p:tav tm="0">
                                              <p:val>
                                                <p:strVal val="#ppt_y"/>
                                              </p:val>
                                            </p:tav>
                                            <p:tav tm="100000">
                                              <p:val>
                                                <p:strVal val="#ppt_y"/>
                                              </p:val>
                                            </p:tav>
                                          </p:tavLst>
                                        </p:anim>
                                      </p:childTnLst>
                                    </p:cTn>
                                  </p:par>
                                  <p:par>
                                    <p:cTn id="23" presetID="2" presetClass="entr" presetSubtype="2" fill="hold" grpId="0" nodeType="withEffect">
                                      <p:stCondLst>
                                        <p:cond delay="900"/>
                                      </p:stCondLst>
                                      <p:childTnLst>
                                        <p:set>
                                          <p:cBhvr>
                                            <p:cTn id="24" dur="1" fill="hold">
                                              <p:stCondLst>
                                                <p:cond delay="0"/>
                                              </p:stCondLst>
                                            </p:cTn>
                                            <p:tgtEl>
                                              <p:spTgt spid="47"/>
                                            </p:tgtEl>
                                            <p:attrNameLst>
                                              <p:attrName>style.visibility</p:attrName>
                                            </p:attrNameLst>
                                          </p:cBhvr>
                                          <p:to>
                                            <p:strVal val="visible"/>
                                          </p:to>
                                        </p:set>
                                        <p:anim calcmode="lin" valueType="num">
                                          <p:cBhvr additive="base">
                                            <p:cTn id="25" dur="500" fill="hold"/>
                                            <p:tgtEl>
                                              <p:spTgt spid="47"/>
                                            </p:tgtEl>
                                            <p:attrNameLst>
                                              <p:attrName>ppt_x</p:attrName>
                                            </p:attrNameLst>
                                          </p:cBhvr>
                                          <p:tavLst>
                                            <p:tav tm="0">
                                              <p:val>
                                                <p:strVal val="1+#ppt_w/2"/>
                                              </p:val>
                                            </p:tav>
                                            <p:tav tm="100000">
                                              <p:val>
                                                <p:strVal val="#ppt_x"/>
                                              </p:val>
                                            </p:tav>
                                          </p:tavLst>
                                        </p:anim>
                                        <p:anim calcmode="lin" valueType="num">
                                          <p:cBhvr additive="base">
                                            <p:cTn id="26" dur="500" fill="hold"/>
                                            <p:tgtEl>
                                              <p:spTgt spid="47"/>
                                            </p:tgtEl>
                                            <p:attrNameLst>
                                              <p:attrName>ppt_y</p:attrName>
                                            </p:attrNameLst>
                                          </p:cBhvr>
                                          <p:tavLst>
                                            <p:tav tm="0">
                                              <p:val>
                                                <p:strVal val="#ppt_y"/>
                                              </p:val>
                                            </p:tav>
                                            <p:tav tm="100000">
                                              <p:val>
                                                <p:strVal val="#ppt_y"/>
                                              </p:val>
                                            </p:tav>
                                          </p:tavLst>
                                        </p:anim>
                                      </p:childTnLst>
                                    </p:cTn>
                                  </p:par>
                                  <p:par>
                                    <p:cTn id="27" presetID="55" presetClass="entr" presetSubtype="0" fill="hold" grpId="0" nodeType="withEffect">
                                      <p:stCondLst>
                                        <p:cond delay="800"/>
                                      </p:stCondLst>
                                      <p:childTnLst>
                                        <p:set>
                                          <p:cBhvr>
                                            <p:cTn id="28" dur="1" fill="hold">
                                              <p:stCondLst>
                                                <p:cond delay="0"/>
                                              </p:stCondLst>
                                            </p:cTn>
                                            <p:tgtEl>
                                              <p:spTgt spid="36"/>
                                            </p:tgtEl>
                                            <p:attrNameLst>
                                              <p:attrName>style.visibility</p:attrName>
                                            </p:attrNameLst>
                                          </p:cBhvr>
                                          <p:to>
                                            <p:strVal val="visible"/>
                                          </p:to>
                                        </p:set>
                                        <p:anim calcmode="lin" valueType="num">
                                          <p:cBhvr>
                                            <p:cTn id="29" dur="500" fill="hold"/>
                                            <p:tgtEl>
                                              <p:spTgt spid="36"/>
                                            </p:tgtEl>
                                            <p:attrNameLst>
                                              <p:attrName>ppt_w</p:attrName>
                                            </p:attrNameLst>
                                          </p:cBhvr>
                                          <p:tavLst>
                                            <p:tav tm="0">
                                              <p:val>
                                                <p:strVal val="#ppt_w*0.70"/>
                                              </p:val>
                                            </p:tav>
                                            <p:tav tm="100000">
                                              <p:val>
                                                <p:strVal val="#ppt_w"/>
                                              </p:val>
                                            </p:tav>
                                          </p:tavLst>
                                        </p:anim>
                                        <p:anim calcmode="lin" valueType="num">
                                          <p:cBhvr>
                                            <p:cTn id="30" dur="500" fill="hold"/>
                                            <p:tgtEl>
                                              <p:spTgt spid="36"/>
                                            </p:tgtEl>
                                            <p:attrNameLst>
                                              <p:attrName>ppt_h</p:attrName>
                                            </p:attrNameLst>
                                          </p:cBhvr>
                                          <p:tavLst>
                                            <p:tav tm="0">
                                              <p:val>
                                                <p:strVal val="#ppt_h"/>
                                              </p:val>
                                            </p:tav>
                                            <p:tav tm="100000">
                                              <p:val>
                                                <p:strVal val="#ppt_h"/>
                                              </p:val>
                                            </p:tav>
                                          </p:tavLst>
                                        </p:anim>
                                        <p:animEffect transition="in" filter="fade">
                                          <p:cBhvr>
                                            <p:cTn id="31" dur="500"/>
                                            <p:tgtEl>
                                              <p:spTgt spid="36"/>
                                            </p:tgtEl>
                                          </p:cBhvr>
                                        </p:animEffect>
                                      </p:childTnLst>
                                    </p:cTn>
                                  </p:par>
                                  <p:par>
                                    <p:cTn id="32" presetID="55" presetClass="entr" presetSubtype="0" fill="hold" grpId="0" nodeType="withEffect">
                                      <p:stCondLst>
                                        <p:cond delay="1000"/>
                                      </p:stCondLst>
                                      <p:childTnLst>
                                        <p:set>
                                          <p:cBhvr>
                                            <p:cTn id="33" dur="1" fill="hold">
                                              <p:stCondLst>
                                                <p:cond delay="0"/>
                                              </p:stCondLst>
                                            </p:cTn>
                                            <p:tgtEl>
                                              <p:spTgt spid="44"/>
                                            </p:tgtEl>
                                            <p:attrNameLst>
                                              <p:attrName>style.visibility</p:attrName>
                                            </p:attrNameLst>
                                          </p:cBhvr>
                                          <p:to>
                                            <p:strVal val="visible"/>
                                          </p:to>
                                        </p:set>
                                        <p:anim calcmode="lin" valueType="num">
                                          <p:cBhvr>
                                            <p:cTn id="34" dur="500" fill="hold"/>
                                            <p:tgtEl>
                                              <p:spTgt spid="44"/>
                                            </p:tgtEl>
                                            <p:attrNameLst>
                                              <p:attrName>ppt_w</p:attrName>
                                            </p:attrNameLst>
                                          </p:cBhvr>
                                          <p:tavLst>
                                            <p:tav tm="0">
                                              <p:val>
                                                <p:strVal val="#ppt_w*0.70"/>
                                              </p:val>
                                            </p:tav>
                                            <p:tav tm="100000">
                                              <p:val>
                                                <p:strVal val="#ppt_w"/>
                                              </p:val>
                                            </p:tav>
                                          </p:tavLst>
                                        </p:anim>
                                        <p:anim calcmode="lin" valueType="num">
                                          <p:cBhvr>
                                            <p:cTn id="35" dur="500" fill="hold"/>
                                            <p:tgtEl>
                                              <p:spTgt spid="44"/>
                                            </p:tgtEl>
                                            <p:attrNameLst>
                                              <p:attrName>ppt_h</p:attrName>
                                            </p:attrNameLst>
                                          </p:cBhvr>
                                          <p:tavLst>
                                            <p:tav tm="0">
                                              <p:val>
                                                <p:strVal val="#ppt_h"/>
                                              </p:val>
                                            </p:tav>
                                            <p:tav tm="100000">
                                              <p:val>
                                                <p:strVal val="#ppt_h"/>
                                              </p:val>
                                            </p:tav>
                                          </p:tavLst>
                                        </p:anim>
                                        <p:animEffect transition="in" filter="fade">
                                          <p:cBhvr>
                                            <p:cTn id="36" dur="500"/>
                                            <p:tgtEl>
                                              <p:spTgt spid="44"/>
                                            </p:tgtEl>
                                          </p:cBhvr>
                                        </p:animEffect>
                                      </p:childTnLst>
                                    </p:cTn>
                                  </p:par>
                                  <p:par>
                                    <p:cTn id="37" presetID="55" presetClass="entr" presetSubtype="0" fill="hold" grpId="0" nodeType="withEffect">
                                      <p:stCondLst>
                                        <p:cond delay="1200"/>
                                      </p:stCondLst>
                                      <p:childTnLst>
                                        <p:set>
                                          <p:cBhvr>
                                            <p:cTn id="38" dur="1" fill="hold">
                                              <p:stCondLst>
                                                <p:cond delay="0"/>
                                              </p:stCondLst>
                                            </p:cTn>
                                            <p:tgtEl>
                                              <p:spTgt spid="46"/>
                                            </p:tgtEl>
                                            <p:attrNameLst>
                                              <p:attrName>style.visibility</p:attrName>
                                            </p:attrNameLst>
                                          </p:cBhvr>
                                          <p:to>
                                            <p:strVal val="visible"/>
                                          </p:to>
                                        </p:set>
                                        <p:anim calcmode="lin" valueType="num">
                                          <p:cBhvr>
                                            <p:cTn id="39" dur="500" fill="hold"/>
                                            <p:tgtEl>
                                              <p:spTgt spid="46"/>
                                            </p:tgtEl>
                                            <p:attrNameLst>
                                              <p:attrName>ppt_w</p:attrName>
                                            </p:attrNameLst>
                                          </p:cBhvr>
                                          <p:tavLst>
                                            <p:tav tm="0">
                                              <p:val>
                                                <p:strVal val="#ppt_w*0.70"/>
                                              </p:val>
                                            </p:tav>
                                            <p:tav tm="100000">
                                              <p:val>
                                                <p:strVal val="#ppt_w"/>
                                              </p:val>
                                            </p:tav>
                                          </p:tavLst>
                                        </p:anim>
                                        <p:anim calcmode="lin" valueType="num">
                                          <p:cBhvr>
                                            <p:cTn id="40" dur="500" fill="hold"/>
                                            <p:tgtEl>
                                              <p:spTgt spid="46"/>
                                            </p:tgtEl>
                                            <p:attrNameLst>
                                              <p:attrName>ppt_h</p:attrName>
                                            </p:attrNameLst>
                                          </p:cBhvr>
                                          <p:tavLst>
                                            <p:tav tm="0">
                                              <p:val>
                                                <p:strVal val="#ppt_h"/>
                                              </p:val>
                                            </p:tav>
                                            <p:tav tm="100000">
                                              <p:val>
                                                <p:strVal val="#ppt_h"/>
                                              </p:val>
                                            </p:tav>
                                          </p:tavLst>
                                        </p:anim>
                                        <p:animEffect transition="in" filter="fade">
                                          <p:cBhvr>
                                            <p:cTn id="41"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6" grpId="0"/>
          <p:bldP spid="38" grpId="0" animBg="1"/>
          <p:bldP spid="44" grpId="0"/>
          <p:bldP spid="45" grpId="0" animBg="1"/>
          <p:bldP spid="46" grpId="0"/>
          <p:bldP spid="47" grpId="0" animBg="1"/>
        </p:bldLst>
      </p:timing>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932757"/>
            <a:ext cx="9144000" cy="1274812"/>
          </a:xfrm>
          <a:prstGeom prst="rect">
            <a:avLst/>
          </a:prstGeom>
          <a:solidFill>
            <a:srgbClr val="54667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2853008" y="1364795"/>
            <a:ext cx="1152128" cy="1152128"/>
          </a:xfrm>
          <a:prstGeom prst="rect">
            <a:avLst/>
          </a:prstGeom>
          <a:solidFill>
            <a:srgbClr val="F0F1F3"/>
          </a:solidFill>
          <a:ln w="6350">
            <a:solidFill>
              <a:srgbClr val="37B0E8"/>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2956949" y="1468736"/>
            <a:ext cx="944246" cy="944246"/>
          </a:xfrm>
          <a:prstGeom prst="rect">
            <a:avLst/>
          </a:prstGeom>
          <a:solidFill>
            <a:srgbClr val="37B0E8"/>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Rectangle 44"/>
          <p:cNvSpPr>
            <a:spLocks noChangeArrowheads="1"/>
          </p:cNvSpPr>
          <p:nvPr/>
        </p:nvSpPr>
        <p:spPr bwMode="auto">
          <a:xfrm>
            <a:off x="4570472" y="2122476"/>
            <a:ext cx="1427625" cy="8953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marL="171450" indent="-171450">
              <a:lnSpc>
                <a:spcPct val="150000"/>
              </a:lnSpc>
              <a:buClr>
                <a:srgbClr val="37B0E8"/>
              </a:buClr>
              <a:buFont typeface="Wingdings" pitchFamily="2" charset="2"/>
              <a:buChar char="ü"/>
            </a:pPr>
            <a:r>
              <a:rPr lang="zh-CN" altLang="en-US" sz="1000" dirty="0">
                <a:ln w="6350">
                  <a:noFill/>
                </a:ln>
                <a:solidFill>
                  <a:schemeClr val="bg1"/>
                </a:solidFill>
                <a:latin typeface="Impact" pitchFamily="34" charset="0"/>
                <a:ea typeface="微软雅黑" pitchFamily="34" charset="-122"/>
              </a:rPr>
              <a:t>问题评估</a:t>
            </a:r>
          </a:p>
          <a:p>
            <a:pPr marL="171450" indent="-171450">
              <a:lnSpc>
                <a:spcPct val="150000"/>
              </a:lnSpc>
              <a:buClr>
                <a:srgbClr val="37B0E8"/>
              </a:buClr>
              <a:buFont typeface="Wingdings" pitchFamily="2" charset="2"/>
              <a:buChar char="ü"/>
            </a:pPr>
            <a:r>
              <a:rPr lang="zh-CN" altLang="en-US" sz="1000" dirty="0">
                <a:ln w="6350">
                  <a:noFill/>
                </a:ln>
                <a:solidFill>
                  <a:schemeClr val="bg1"/>
                </a:solidFill>
                <a:latin typeface="Impact" pitchFamily="34" charset="0"/>
                <a:ea typeface="微软雅黑" pitchFamily="34" charset="-122"/>
              </a:rPr>
              <a:t>相关对策</a:t>
            </a:r>
          </a:p>
          <a:p>
            <a:pPr marL="171450" indent="-171450">
              <a:lnSpc>
                <a:spcPct val="150000"/>
              </a:lnSpc>
              <a:buClr>
                <a:srgbClr val="37B0E8"/>
              </a:buClr>
              <a:buFont typeface="Wingdings" pitchFamily="2" charset="2"/>
              <a:buChar char="ü"/>
            </a:pPr>
            <a:r>
              <a:rPr lang="zh-CN" altLang="en-US" sz="1000" dirty="0">
                <a:ln w="6350">
                  <a:noFill/>
                </a:ln>
                <a:solidFill>
                  <a:schemeClr val="bg1"/>
                </a:solidFill>
                <a:latin typeface="Impact" pitchFamily="34" charset="0"/>
                <a:ea typeface="微软雅黑" pitchFamily="34" charset="-122"/>
              </a:rPr>
              <a:t>研究总结</a:t>
            </a:r>
          </a:p>
          <a:p>
            <a:pPr marL="171450" indent="-171450">
              <a:lnSpc>
                <a:spcPct val="150000"/>
              </a:lnSpc>
              <a:buClr>
                <a:srgbClr val="37B0E8"/>
              </a:buClr>
              <a:buFont typeface="Wingdings" pitchFamily="2" charset="2"/>
              <a:buChar char="ü"/>
            </a:pPr>
            <a:r>
              <a:rPr lang="zh-CN" altLang="en-US" sz="1000" dirty="0">
                <a:ln w="6350">
                  <a:noFill/>
                </a:ln>
                <a:solidFill>
                  <a:schemeClr val="bg1"/>
                </a:solidFill>
                <a:latin typeface="Impact" pitchFamily="34" charset="0"/>
                <a:ea typeface="微软雅黑" pitchFamily="34" charset="-122"/>
              </a:rPr>
              <a:t>成绩与思考</a:t>
            </a:r>
          </a:p>
        </p:txBody>
      </p:sp>
      <p:sp>
        <p:nvSpPr>
          <p:cNvPr id="7" name="Rectangle 44"/>
          <p:cNvSpPr>
            <a:spLocks noChangeArrowheads="1"/>
          </p:cNvSpPr>
          <p:nvPr/>
        </p:nvSpPr>
        <p:spPr bwMode="auto">
          <a:xfrm>
            <a:off x="4570472" y="1357990"/>
            <a:ext cx="2377792" cy="4887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nSpc>
                <a:spcPct val="150000"/>
              </a:lnSpc>
              <a:buClr>
                <a:srgbClr val="37B0E8"/>
              </a:buClr>
            </a:pPr>
            <a:r>
              <a:rPr lang="en-US" altLang="zh-CN" sz="2400" b="1" dirty="0">
                <a:ln w="6350">
                  <a:noFill/>
                </a:ln>
                <a:solidFill>
                  <a:srgbClr val="37B0E8"/>
                </a:solidFill>
                <a:latin typeface="微软雅黑" pitchFamily="34" charset="-122"/>
                <a:ea typeface="微软雅黑" pitchFamily="34" charset="-122"/>
              </a:rPr>
              <a:t>05 </a:t>
            </a:r>
            <a:r>
              <a:rPr lang="en-US" altLang="zh-CN" sz="2400" dirty="0">
                <a:ln w="6350">
                  <a:noFill/>
                </a:ln>
                <a:solidFill>
                  <a:srgbClr val="37B0E8"/>
                </a:solidFill>
                <a:latin typeface="微软雅黑" pitchFamily="34" charset="-122"/>
                <a:ea typeface="微软雅黑" pitchFamily="34" charset="-122"/>
              </a:rPr>
              <a:t>| </a:t>
            </a:r>
            <a:r>
              <a:rPr lang="zh-CN" altLang="en-US" sz="2400" b="1" dirty="0">
                <a:ln w="6350">
                  <a:noFill/>
                </a:ln>
                <a:solidFill>
                  <a:srgbClr val="37B0E8"/>
                </a:solidFill>
                <a:latin typeface="微软雅黑" pitchFamily="34" charset="-122"/>
                <a:ea typeface="微软雅黑" pitchFamily="34" charset="-122"/>
              </a:rPr>
              <a:t>建议与总结</a:t>
            </a:r>
          </a:p>
        </p:txBody>
      </p:sp>
      <p:sp>
        <p:nvSpPr>
          <p:cNvPr id="9" name="Freeform 9"/>
          <p:cNvSpPr>
            <a:spLocks noEditPoints="1"/>
          </p:cNvSpPr>
          <p:nvPr/>
        </p:nvSpPr>
        <p:spPr bwMode="auto">
          <a:xfrm>
            <a:off x="3154838" y="1762175"/>
            <a:ext cx="548468" cy="357368"/>
          </a:xfrm>
          <a:custGeom>
            <a:avLst/>
            <a:gdLst>
              <a:gd name="T0" fmla="*/ 58 w 215"/>
              <a:gd name="T1" fmla="*/ 83 h 140"/>
              <a:gd name="T2" fmla="*/ 58 w 215"/>
              <a:gd name="T3" fmla="*/ 91 h 140"/>
              <a:gd name="T4" fmla="*/ 161 w 215"/>
              <a:gd name="T5" fmla="*/ 87 h 140"/>
              <a:gd name="T6" fmla="*/ 58 w 215"/>
              <a:gd name="T7" fmla="*/ 73 h 140"/>
              <a:gd name="T8" fmla="*/ 98 w 215"/>
              <a:gd name="T9" fmla="*/ 73 h 140"/>
              <a:gd name="T10" fmla="*/ 102 w 215"/>
              <a:gd name="T11" fmla="*/ 34 h 140"/>
              <a:gd name="T12" fmla="*/ 58 w 215"/>
              <a:gd name="T13" fmla="*/ 30 h 140"/>
              <a:gd name="T14" fmla="*/ 54 w 215"/>
              <a:gd name="T15" fmla="*/ 69 h 140"/>
              <a:gd name="T16" fmla="*/ 63 w 215"/>
              <a:gd name="T17" fmla="*/ 38 h 140"/>
              <a:gd name="T18" fmla="*/ 94 w 215"/>
              <a:gd name="T19" fmla="*/ 38 h 140"/>
              <a:gd name="T20" fmla="*/ 63 w 215"/>
              <a:gd name="T21" fmla="*/ 65 h 140"/>
              <a:gd name="T22" fmla="*/ 27 w 215"/>
              <a:gd name="T23" fmla="*/ 121 h 140"/>
              <a:gd name="T24" fmla="*/ 189 w 215"/>
              <a:gd name="T25" fmla="*/ 121 h 140"/>
              <a:gd name="T26" fmla="*/ 196 w 215"/>
              <a:gd name="T27" fmla="*/ 7 h 140"/>
              <a:gd name="T28" fmla="*/ 27 w 215"/>
              <a:gd name="T29" fmla="*/ 0 h 140"/>
              <a:gd name="T30" fmla="*/ 20 w 215"/>
              <a:gd name="T31" fmla="*/ 114 h 140"/>
              <a:gd name="T32" fmla="*/ 33 w 215"/>
              <a:gd name="T33" fmla="*/ 13 h 140"/>
              <a:gd name="T34" fmla="*/ 182 w 215"/>
              <a:gd name="T35" fmla="*/ 13 h 140"/>
              <a:gd name="T36" fmla="*/ 33 w 215"/>
              <a:gd name="T37" fmla="*/ 107 h 140"/>
              <a:gd name="T38" fmla="*/ 157 w 215"/>
              <a:gd name="T39" fmla="*/ 48 h 140"/>
              <a:gd name="T40" fmla="*/ 111 w 215"/>
              <a:gd name="T41" fmla="*/ 48 h 140"/>
              <a:gd name="T42" fmla="*/ 111 w 215"/>
              <a:gd name="T43" fmla="*/ 56 h 140"/>
              <a:gd name="T44" fmla="*/ 161 w 215"/>
              <a:gd name="T45" fmla="*/ 52 h 140"/>
              <a:gd name="T46" fmla="*/ 157 w 215"/>
              <a:gd name="T47" fmla="*/ 65 h 140"/>
              <a:gd name="T48" fmla="*/ 111 w 215"/>
              <a:gd name="T49" fmla="*/ 65 h 140"/>
              <a:gd name="T50" fmla="*/ 111 w 215"/>
              <a:gd name="T51" fmla="*/ 73 h 140"/>
              <a:gd name="T52" fmla="*/ 161 w 215"/>
              <a:gd name="T53" fmla="*/ 69 h 140"/>
              <a:gd name="T54" fmla="*/ 157 w 215"/>
              <a:gd name="T55" fmla="*/ 30 h 140"/>
              <a:gd name="T56" fmla="*/ 111 w 215"/>
              <a:gd name="T57" fmla="*/ 30 h 140"/>
              <a:gd name="T58" fmla="*/ 111 w 215"/>
              <a:gd name="T59" fmla="*/ 38 h 140"/>
              <a:gd name="T60" fmla="*/ 161 w 215"/>
              <a:gd name="T61" fmla="*/ 34 h 140"/>
              <a:gd name="T62" fmla="*/ 209 w 215"/>
              <a:gd name="T63" fmla="*/ 127 h 140"/>
              <a:gd name="T64" fmla="*/ 7 w 215"/>
              <a:gd name="T65" fmla="*/ 127 h 140"/>
              <a:gd name="T66" fmla="*/ 7 w 215"/>
              <a:gd name="T67" fmla="*/ 140 h 140"/>
              <a:gd name="T68" fmla="*/ 215 w 215"/>
              <a:gd name="T69" fmla="*/ 13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15" h="140">
                <a:moveTo>
                  <a:pt x="157" y="83"/>
                </a:moveTo>
                <a:cubicBezTo>
                  <a:pt x="58" y="83"/>
                  <a:pt x="58" y="83"/>
                  <a:pt x="58" y="83"/>
                </a:cubicBezTo>
                <a:cubicBezTo>
                  <a:pt x="56" y="83"/>
                  <a:pt x="54" y="84"/>
                  <a:pt x="54" y="87"/>
                </a:cubicBezTo>
                <a:cubicBezTo>
                  <a:pt x="54" y="89"/>
                  <a:pt x="56" y="91"/>
                  <a:pt x="58" y="91"/>
                </a:cubicBezTo>
                <a:cubicBezTo>
                  <a:pt x="157" y="91"/>
                  <a:pt x="157" y="91"/>
                  <a:pt x="157" y="91"/>
                </a:cubicBezTo>
                <a:cubicBezTo>
                  <a:pt x="159" y="91"/>
                  <a:pt x="161" y="89"/>
                  <a:pt x="161" y="87"/>
                </a:cubicBezTo>
                <a:cubicBezTo>
                  <a:pt x="161" y="84"/>
                  <a:pt x="159" y="83"/>
                  <a:pt x="157" y="83"/>
                </a:cubicBezTo>
                <a:close/>
                <a:moveTo>
                  <a:pt x="58" y="73"/>
                </a:moveTo>
                <a:cubicBezTo>
                  <a:pt x="58" y="73"/>
                  <a:pt x="58" y="73"/>
                  <a:pt x="58" y="73"/>
                </a:cubicBezTo>
                <a:cubicBezTo>
                  <a:pt x="98" y="73"/>
                  <a:pt x="98" y="73"/>
                  <a:pt x="98" y="73"/>
                </a:cubicBezTo>
                <a:cubicBezTo>
                  <a:pt x="100" y="73"/>
                  <a:pt x="102" y="71"/>
                  <a:pt x="102" y="69"/>
                </a:cubicBezTo>
                <a:cubicBezTo>
                  <a:pt x="102" y="34"/>
                  <a:pt x="102" y="34"/>
                  <a:pt x="102" y="34"/>
                </a:cubicBezTo>
                <a:cubicBezTo>
                  <a:pt x="102" y="32"/>
                  <a:pt x="100" y="30"/>
                  <a:pt x="98" y="30"/>
                </a:cubicBezTo>
                <a:cubicBezTo>
                  <a:pt x="58" y="30"/>
                  <a:pt x="58" y="30"/>
                  <a:pt x="58" y="30"/>
                </a:cubicBezTo>
                <a:cubicBezTo>
                  <a:pt x="56" y="30"/>
                  <a:pt x="54" y="32"/>
                  <a:pt x="54" y="34"/>
                </a:cubicBezTo>
                <a:cubicBezTo>
                  <a:pt x="54" y="69"/>
                  <a:pt x="54" y="69"/>
                  <a:pt x="54" y="69"/>
                </a:cubicBezTo>
                <a:cubicBezTo>
                  <a:pt x="54" y="71"/>
                  <a:pt x="56" y="73"/>
                  <a:pt x="58" y="73"/>
                </a:cubicBezTo>
                <a:close/>
                <a:moveTo>
                  <a:pt x="63" y="38"/>
                </a:moveTo>
                <a:cubicBezTo>
                  <a:pt x="63" y="38"/>
                  <a:pt x="63" y="38"/>
                  <a:pt x="63" y="38"/>
                </a:cubicBezTo>
                <a:cubicBezTo>
                  <a:pt x="94" y="38"/>
                  <a:pt x="94" y="38"/>
                  <a:pt x="94" y="38"/>
                </a:cubicBezTo>
                <a:cubicBezTo>
                  <a:pt x="94" y="65"/>
                  <a:pt x="94" y="65"/>
                  <a:pt x="94" y="65"/>
                </a:cubicBezTo>
                <a:cubicBezTo>
                  <a:pt x="63" y="65"/>
                  <a:pt x="63" y="65"/>
                  <a:pt x="63" y="65"/>
                </a:cubicBezTo>
                <a:cubicBezTo>
                  <a:pt x="63" y="38"/>
                  <a:pt x="63" y="38"/>
                  <a:pt x="63" y="38"/>
                </a:cubicBezTo>
                <a:close/>
                <a:moveTo>
                  <a:pt x="27" y="121"/>
                </a:moveTo>
                <a:cubicBezTo>
                  <a:pt x="27" y="121"/>
                  <a:pt x="27" y="121"/>
                  <a:pt x="27" y="121"/>
                </a:cubicBezTo>
                <a:cubicBezTo>
                  <a:pt x="189" y="121"/>
                  <a:pt x="189" y="121"/>
                  <a:pt x="189" y="121"/>
                </a:cubicBezTo>
                <a:cubicBezTo>
                  <a:pt x="193" y="121"/>
                  <a:pt x="196" y="118"/>
                  <a:pt x="196" y="114"/>
                </a:cubicBezTo>
                <a:cubicBezTo>
                  <a:pt x="196" y="7"/>
                  <a:pt x="196" y="7"/>
                  <a:pt x="196" y="7"/>
                </a:cubicBezTo>
                <a:cubicBezTo>
                  <a:pt x="196" y="3"/>
                  <a:pt x="193" y="0"/>
                  <a:pt x="189" y="0"/>
                </a:cubicBezTo>
                <a:cubicBezTo>
                  <a:pt x="27" y="0"/>
                  <a:pt x="27" y="0"/>
                  <a:pt x="27" y="0"/>
                </a:cubicBezTo>
                <a:cubicBezTo>
                  <a:pt x="23" y="0"/>
                  <a:pt x="20" y="3"/>
                  <a:pt x="20" y="7"/>
                </a:cubicBezTo>
                <a:cubicBezTo>
                  <a:pt x="20" y="114"/>
                  <a:pt x="20" y="114"/>
                  <a:pt x="20" y="114"/>
                </a:cubicBezTo>
                <a:cubicBezTo>
                  <a:pt x="20" y="118"/>
                  <a:pt x="23" y="121"/>
                  <a:pt x="27" y="121"/>
                </a:cubicBezTo>
                <a:close/>
                <a:moveTo>
                  <a:pt x="33" y="13"/>
                </a:moveTo>
                <a:cubicBezTo>
                  <a:pt x="33" y="13"/>
                  <a:pt x="33" y="13"/>
                  <a:pt x="33" y="13"/>
                </a:cubicBezTo>
                <a:cubicBezTo>
                  <a:pt x="182" y="13"/>
                  <a:pt x="182" y="13"/>
                  <a:pt x="182" y="13"/>
                </a:cubicBezTo>
                <a:cubicBezTo>
                  <a:pt x="182" y="107"/>
                  <a:pt x="182" y="107"/>
                  <a:pt x="182" y="107"/>
                </a:cubicBezTo>
                <a:cubicBezTo>
                  <a:pt x="33" y="107"/>
                  <a:pt x="33" y="107"/>
                  <a:pt x="33" y="107"/>
                </a:cubicBezTo>
                <a:cubicBezTo>
                  <a:pt x="33" y="13"/>
                  <a:pt x="33" y="13"/>
                  <a:pt x="33" y="13"/>
                </a:cubicBezTo>
                <a:close/>
                <a:moveTo>
                  <a:pt x="157" y="48"/>
                </a:moveTo>
                <a:cubicBezTo>
                  <a:pt x="157" y="48"/>
                  <a:pt x="157" y="48"/>
                  <a:pt x="157" y="48"/>
                </a:cubicBezTo>
                <a:cubicBezTo>
                  <a:pt x="111" y="48"/>
                  <a:pt x="111" y="48"/>
                  <a:pt x="111" y="48"/>
                </a:cubicBezTo>
                <a:cubicBezTo>
                  <a:pt x="108" y="48"/>
                  <a:pt x="107" y="49"/>
                  <a:pt x="107" y="52"/>
                </a:cubicBezTo>
                <a:cubicBezTo>
                  <a:pt x="107" y="54"/>
                  <a:pt x="108" y="56"/>
                  <a:pt x="111" y="56"/>
                </a:cubicBezTo>
                <a:cubicBezTo>
                  <a:pt x="157" y="56"/>
                  <a:pt x="157" y="56"/>
                  <a:pt x="157" y="56"/>
                </a:cubicBezTo>
                <a:cubicBezTo>
                  <a:pt x="159" y="56"/>
                  <a:pt x="161" y="54"/>
                  <a:pt x="161" y="52"/>
                </a:cubicBezTo>
                <a:cubicBezTo>
                  <a:pt x="161" y="49"/>
                  <a:pt x="159" y="48"/>
                  <a:pt x="157" y="48"/>
                </a:cubicBezTo>
                <a:close/>
                <a:moveTo>
                  <a:pt x="157" y="65"/>
                </a:moveTo>
                <a:cubicBezTo>
                  <a:pt x="157" y="65"/>
                  <a:pt x="157" y="65"/>
                  <a:pt x="157" y="65"/>
                </a:cubicBezTo>
                <a:cubicBezTo>
                  <a:pt x="111" y="65"/>
                  <a:pt x="111" y="65"/>
                  <a:pt x="111" y="65"/>
                </a:cubicBezTo>
                <a:cubicBezTo>
                  <a:pt x="108" y="65"/>
                  <a:pt x="107" y="67"/>
                  <a:pt x="107" y="69"/>
                </a:cubicBezTo>
                <a:cubicBezTo>
                  <a:pt x="107" y="71"/>
                  <a:pt x="108" y="73"/>
                  <a:pt x="111" y="73"/>
                </a:cubicBezTo>
                <a:cubicBezTo>
                  <a:pt x="157" y="73"/>
                  <a:pt x="157" y="73"/>
                  <a:pt x="157" y="73"/>
                </a:cubicBezTo>
                <a:cubicBezTo>
                  <a:pt x="159" y="73"/>
                  <a:pt x="161" y="71"/>
                  <a:pt x="161" y="69"/>
                </a:cubicBezTo>
                <a:cubicBezTo>
                  <a:pt x="161" y="67"/>
                  <a:pt x="159" y="65"/>
                  <a:pt x="157" y="65"/>
                </a:cubicBezTo>
                <a:close/>
                <a:moveTo>
                  <a:pt x="157" y="30"/>
                </a:moveTo>
                <a:cubicBezTo>
                  <a:pt x="157" y="30"/>
                  <a:pt x="157" y="30"/>
                  <a:pt x="157" y="30"/>
                </a:cubicBezTo>
                <a:cubicBezTo>
                  <a:pt x="111" y="30"/>
                  <a:pt x="111" y="30"/>
                  <a:pt x="111" y="30"/>
                </a:cubicBezTo>
                <a:cubicBezTo>
                  <a:pt x="108" y="30"/>
                  <a:pt x="107" y="32"/>
                  <a:pt x="107" y="34"/>
                </a:cubicBezTo>
                <a:cubicBezTo>
                  <a:pt x="107" y="37"/>
                  <a:pt x="108" y="38"/>
                  <a:pt x="111" y="38"/>
                </a:cubicBezTo>
                <a:cubicBezTo>
                  <a:pt x="157" y="38"/>
                  <a:pt x="157" y="38"/>
                  <a:pt x="157" y="38"/>
                </a:cubicBezTo>
                <a:cubicBezTo>
                  <a:pt x="159" y="38"/>
                  <a:pt x="161" y="37"/>
                  <a:pt x="161" y="34"/>
                </a:cubicBezTo>
                <a:cubicBezTo>
                  <a:pt x="161" y="32"/>
                  <a:pt x="159" y="30"/>
                  <a:pt x="157" y="30"/>
                </a:cubicBezTo>
                <a:close/>
                <a:moveTo>
                  <a:pt x="209" y="127"/>
                </a:moveTo>
                <a:cubicBezTo>
                  <a:pt x="209" y="127"/>
                  <a:pt x="209" y="127"/>
                  <a:pt x="209" y="127"/>
                </a:cubicBezTo>
                <a:cubicBezTo>
                  <a:pt x="7" y="127"/>
                  <a:pt x="7" y="127"/>
                  <a:pt x="7" y="127"/>
                </a:cubicBezTo>
                <a:cubicBezTo>
                  <a:pt x="3" y="127"/>
                  <a:pt x="0" y="130"/>
                  <a:pt x="0" y="134"/>
                </a:cubicBezTo>
                <a:cubicBezTo>
                  <a:pt x="0" y="137"/>
                  <a:pt x="3" y="140"/>
                  <a:pt x="7" y="140"/>
                </a:cubicBezTo>
                <a:cubicBezTo>
                  <a:pt x="209" y="140"/>
                  <a:pt x="209" y="140"/>
                  <a:pt x="209" y="140"/>
                </a:cubicBezTo>
                <a:cubicBezTo>
                  <a:pt x="212" y="140"/>
                  <a:pt x="215" y="137"/>
                  <a:pt x="215" y="134"/>
                </a:cubicBezTo>
                <a:cubicBezTo>
                  <a:pt x="215" y="130"/>
                  <a:pt x="212" y="127"/>
                  <a:pt x="209" y="127"/>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pic>
        <p:nvPicPr>
          <p:cNvPr id="8" name="图片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868144" y="3579068"/>
            <a:ext cx="2898511" cy="1059606"/>
          </a:xfrm>
          <a:prstGeom prst="rect">
            <a:avLst/>
          </a:prstGeom>
        </p:spPr>
      </p:pic>
    </p:spTree>
  </p:cSld>
  <p:clrMapOvr>
    <a:masterClrMapping/>
  </p:clrMapOvr>
  <p:transition spd="slow">
    <p:push dir="u"/>
  </p:transition>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300" fill="hold"/>
                                            <p:tgtEl>
                                              <p:spTgt spid="3"/>
                                            </p:tgtEl>
                                            <p:attrNameLst>
                                              <p:attrName>ppt_w</p:attrName>
                                            </p:attrNameLst>
                                          </p:cBhvr>
                                          <p:tavLst>
                                            <p:tav tm="0">
                                              <p:val>
                                                <p:fltVal val="0"/>
                                              </p:val>
                                            </p:tav>
                                            <p:tav tm="100000">
                                              <p:val>
                                                <p:strVal val="#ppt_w"/>
                                              </p:val>
                                            </p:tav>
                                          </p:tavLst>
                                        </p:anim>
                                        <p:anim calcmode="lin" valueType="num">
                                          <p:cBhvr>
                                            <p:cTn id="8" dur="300" fill="hold"/>
                                            <p:tgtEl>
                                              <p:spTgt spid="3"/>
                                            </p:tgtEl>
                                            <p:attrNameLst>
                                              <p:attrName>ppt_h</p:attrName>
                                            </p:attrNameLst>
                                          </p:cBhvr>
                                          <p:tavLst>
                                            <p:tav tm="0">
                                              <p:val>
                                                <p:fltVal val="0"/>
                                              </p:val>
                                            </p:tav>
                                            <p:tav tm="100000">
                                              <p:val>
                                                <p:strVal val="#ppt_h"/>
                                              </p:val>
                                            </p:tav>
                                          </p:tavLst>
                                        </p:anim>
                                        <p:animEffect transition="in" filter="fade">
                                          <p:cBhvr>
                                            <p:cTn id="9" dur="300"/>
                                            <p:tgtEl>
                                              <p:spTgt spid="3"/>
                                            </p:tgtEl>
                                          </p:cBhvr>
                                        </p:animEffect>
                                      </p:childTnLst>
                                    </p:cTn>
                                  </p:par>
                                  <p:par>
                                    <p:cTn id="10" presetID="6" presetClass="emph" presetSubtype="0" autoRev="1" fill="hold" grpId="1" nodeType="withEffect">
                                      <p:stCondLst>
                                        <p:cond delay="300"/>
                                      </p:stCondLst>
                                      <p:childTnLst>
                                        <p:animScale>
                                          <p:cBhvr>
                                            <p:cTn id="11" dur="150" fill="hold"/>
                                            <p:tgtEl>
                                              <p:spTgt spid="3"/>
                                            </p:tgtEl>
                                          </p:cBhvr>
                                          <p:by x="110000" y="110000"/>
                                        </p:animScale>
                                      </p:childTnLst>
                                    </p:cTn>
                                  </p:par>
                                  <p:par>
                                    <p:cTn id="12" presetID="53" presetClass="entr" presetSubtype="16" fill="hold" grpId="0" nodeType="withEffect">
                                      <p:stCondLst>
                                        <p:cond delay="100"/>
                                      </p:stCondLst>
                                      <p:childTnLst>
                                        <p:set>
                                          <p:cBhvr>
                                            <p:cTn id="13" dur="1" fill="hold">
                                              <p:stCondLst>
                                                <p:cond delay="0"/>
                                              </p:stCondLst>
                                            </p:cTn>
                                            <p:tgtEl>
                                              <p:spTgt spid="4"/>
                                            </p:tgtEl>
                                            <p:attrNameLst>
                                              <p:attrName>style.visibility</p:attrName>
                                            </p:attrNameLst>
                                          </p:cBhvr>
                                          <p:to>
                                            <p:strVal val="visible"/>
                                          </p:to>
                                        </p:set>
                                        <p:anim calcmode="lin" valueType="num">
                                          <p:cBhvr>
                                            <p:cTn id="14" dur="300" fill="hold"/>
                                            <p:tgtEl>
                                              <p:spTgt spid="4"/>
                                            </p:tgtEl>
                                            <p:attrNameLst>
                                              <p:attrName>ppt_w</p:attrName>
                                            </p:attrNameLst>
                                          </p:cBhvr>
                                          <p:tavLst>
                                            <p:tav tm="0">
                                              <p:val>
                                                <p:fltVal val="0"/>
                                              </p:val>
                                            </p:tav>
                                            <p:tav tm="100000">
                                              <p:val>
                                                <p:strVal val="#ppt_w"/>
                                              </p:val>
                                            </p:tav>
                                          </p:tavLst>
                                        </p:anim>
                                        <p:anim calcmode="lin" valueType="num">
                                          <p:cBhvr>
                                            <p:cTn id="15" dur="300" fill="hold"/>
                                            <p:tgtEl>
                                              <p:spTgt spid="4"/>
                                            </p:tgtEl>
                                            <p:attrNameLst>
                                              <p:attrName>ppt_h</p:attrName>
                                            </p:attrNameLst>
                                          </p:cBhvr>
                                          <p:tavLst>
                                            <p:tav tm="0">
                                              <p:val>
                                                <p:fltVal val="0"/>
                                              </p:val>
                                            </p:tav>
                                            <p:tav tm="100000">
                                              <p:val>
                                                <p:strVal val="#ppt_h"/>
                                              </p:val>
                                            </p:tav>
                                          </p:tavLst>
                                        </p:anim>
                                        <p:animEffect transition="in" filter="fade">
                                          <p:cBhvr>
                                            <p:cTn id="16" dur="300"/>
                                            <p:tgtEl>
                                              <p:spTgt spid="4"/>
                                            </p:tgtEl>
                                          </p:cBhvr>
                                        </p:animEffect>
                                      </p:childTnLst>
                                    </p:cTn>
                                  </p:par>
                                  <p:par>
                                    <p:cTn id="17" presetID="6" presetClass="emph" presetSubtype="0" autoRev="1" fill="hold" grpId="1" nodeType="withEffect">
                                      <p:stCondLst>
                                        <p:cond delay="400"/>
                                      </p:stCondLst>
                                      <p:childTnLst>
                                        <p:animScale>
                                          <p:cBhvr>
                                            <p:cTn id="18" dur="150" fill="hold"/>
                                            <p:tgtEl>
                                              <p:spTgt spid="4"/>
                                            </p:tgtEl>
                                          </p:cBhvr>
                                          <p:by x="110000" y="110000"/>
                                        </p:animScale>
                                      </p:childTnLst>
                                    </p:cTn>
                                  </p:par>
                                  <p:par>
                                    <p:cTn id="19" presetID="53" presetClass="entr" presetSubtype="16" fill="hold" grpId="0" nodeType="withEffect">
                                      <p:stCondLst>
                                        <p:cond delay="400"/>
                                      </p:stCondLst>
                                      <p:childTnLst>
                                        <p:set>
                                          <p:cBhvr>
                                            <p:cTn id="20" dur="1" fill="hold">
                                              <p:stCondLst>
                                                <p:cond delay="0"/>
                                              </p:stCondLst>
                                            </p:cTn>
                                            <p:tgtEl>
                                              <p:spTgt spid="9"/>
                                            </p:tgtEl>
                                            <p:attrNameLst>
                                              <p:attrName>style.visibility</p:attrName>
                                            </p:attrNameLst>
                                          </p:cBhvr>
                                          <p:to>
                                            <p:strVal val="visible"/>
                                          </p:to>
                                        </p:set>
                                        <p:anim calcmode="lin" valueType="num">
                                          <p:cBhvr>
                                            <p:cTn id="21" dur="300" fill="hold"/>
                                            <p:tgtEl>
                                              <p:spTgt spid="9"/>
                                            </p:tgtEl>
                                            <p:attrNameLst>
                                              <p:attrName>ppt_w</p:attrName>
                                            </p:attrNameLst>
                                          </p:cBhvr>
                                          <p:tavLst>
                                            <p:tav tm="0">
                                              <p:val>
                                                <p:fltVal val="0"/>
                                              </p:val>
                                            </p:tav>
                                            <p:tav tm="100000">
                                              <p:val>
                                                <p:strVal val="#ppt_w"/>
                                              </p:val>
                                            </p:tav>
                                          </p:tavLst>
                                        </p:anim>
                                        <p:anim calcmode="lin" valueType="num">
                                          <p:cBhvr>
                                            <p:cTn id="22" dur="300" fill="hold"/>
                                            <p:tgtEl>
                                              <p:spTgt spid="9"/>
                                            </p:tgtEl>
                                            <p:attrNameLst>
                                              <p:attrName>ppt_h</p:attrName>
                                            </p:attrNameLst>
                                          </p:cBhvr>
                                          <p:tavLst>
                                            <p:tav tm="0">
                                              <p:val>
                                                <p:fltVal val="0"/>
                                              </p:val>
                                            </p:tav>
                                            <p:tav tm="100000">
                                              <p:val>
                                                <p:strVal val="#ppt_h"/>
                                              </p:val>
                                            </p:tav>
                                          </p:tavLst>
                                        </p:anim>
                                        <p:animEffect transition="in" filter="fade">
                                          <p:cBhvr>
                                            <p:cTn id="23" dur="300"/>
                                            <p:tgtEl>
                                              <p:spTgt spid="9"/>
                                            </p:tgtEl>
                                          </p:cBhvr>
                                        </p:animEffect>
                                      </p:childTnLst>
                                    </p:cTn>
                                  </p:par>
                                  <p:par>
                                    <p:cTn id="24" presetID="6" presetClass="emph" presetSubtype="0" autoRev="1" fill="hold" grpId="1" nodeType="withEffect">
                                      <p:stCondLst>
                                        <p:cond delay="700"/>
                                      </p:stCondLst>
                                      <p:childTnLst>
                                        <p:animScale>
                                          <p:cBhvr>
                                            <p:cTn id="25" dur="150" fill="hold"/>
                                            <p:tgtEl>
                                              <p:spTgt spid="9"/>
                                            </p:tgtEl>
                                          </p:cBhvr>
                                          <p:by x="110000" y="110000"/>
                                        </p:animScale>
                                      </p:childTnLst>
                                    </p:cTn>
                                  </p:par>
                                  <p:par>
                                    <p:cTn id="26" presetID="2" presetClass="entr" presetSubtype="2" fill="hold" grpId="0" nodeType="withEffect" p14:presetBounceEnd="60000">
                                      <p:stCondLst>
                                        <p:cond delay="500"/>
                                      </p:stCondLst>
                                      <p:childTnLst>
                                        <p:set>
                                          <p:cBhvr>
                                            <p:cTn id="27" dur="1" fill="hold">
                                              <p:stCondLst>
                                                <p:cond delay="0"/>
                                              </p:stCondLst>
                                            </p:cTn>
                                            <p:tgtEl>
                                              <p:spTgt spid="5"/>
                                            </p:tgtEl>
                                            <p:attrNameLst>
                                              <p:attrName>style.visibility</p:attrName>
                                            </p:attrNameLst>
                                          </p:cBhvr>
                                          <p:to>
                                            <p:strVal val="visible"/>
                                          </p:to>
                                        </p:set>
                                        <p:anim calcmode="lin" valueType="num" p14:bounceEnd="60000">
                                          <p:cBhvr additive="base">
                                            <p:cTn id="28" dur="500" fill="hold"/>
                                            <p:tgtEl>
                                              <p:spTgt spid="5"/>
                                            </p:tgtEl>
                                            <p:attrNameLst>
                                              <p:attrName>ppt_x</p:attrName>
                                            </p:attrNameLst>
                                          </p:cBhvr>
                                          <p:tavLst>
                                            <p:tav tm="0">
                                              <p:val>
                                                <p:strVal val="1+#ppt_w/2"/>
                                              </p:val>
                                            </p:tav>
                                            <p:tav tm="100000">
                                              <p:val>
                                                <p:strVal val="#ppt_x"/>
                                              </p:val>
                                            </p:tav>
                                          </p:tavLst>
                                        </p:anim>
                                        <p:anim calcmode="lin" valueType="num" p14:bounceEnd="60000">
                                          <p:cBhvr additive="base">
                                            <p:cTn id="29" dur="500" fill="hold"/>
                                            <p:tgtEl>
                                              <p:spTgt spid="5"/>
                                            </p:tgtEl>
                                            <p:attrNameLst>
                                              <p:attrName>ppt_y</p:attrName>
                                            </p:attrNameLst>
                                          </p:cBhvr>
                                          <p:tavLst>
                                            <p:tav tm="0">
                                              <p:val>
                                                <p:strVal val="#ppt_y"/>
                                              </p:val>
                                            </p:tav>
                                            <p:tav tm="100000">
                                              <p:val>
                                                <p:strVal val="#ppt_y"/>
                                              </p:val>
                                            </p:tav>
                                          </p:tavLst>
                                        </p:anim>
                                      </p:childTnLst>
                                    </p:cTn>
                                  </p:par>
                                  <p:par>
                                    <p:cTn id="30" presetID="2" presetClass="entr" presetSubtype="2" fill="hold" grpId="0" nodeType="withEffect" p14:presetBounceEnd="60000">
                                      <p:stCondLst>
                                        <p:cond delay="500"/>
                                      </p:stCondLst>
                                      <p:childTnLst>
                                        <p:set>
                                          <p:cBhvr>
                                            <p:cTn id="31" dur="1" fill="hold">
                                              <p:stCondLst>
                                                <p:cond delay="0"/>
                                              </p:stCondLst>
                                            </p:cTn>
                                            <p:tgtEl>
                                              <p:spTgt spid="7"/>
                                            </p:tgtEl>
                                            <p:attrNameLst>
                                              <p:attrName>style.visibility</p:attrName>
                                            </p:attrNameLst>
                                          </p:cBhvr>
                                          <p:to>
                                            <p:strVal val="visible"/>
                                          </p:to>
                                        </p:set>
                                        <p:anim calcmode="lin" valueType="num" p14:bounceEnd="60000">
                                          <p:cBhvr additive="base">
                                            <p:cTn id="32" dur="500" fill="hold"/>
                                            <p:tgtEl>
                                              <p:spTgt spid="7"/>
                                            </p:tgtEl>
                                            <p:attrNameLst>
                                              <p:attrName>ppt_x</p:attrName>
                                            </p:attrNameLst>
                                          </p:cBhvr>
                                          <p:tavLst>
                                            <p:tav tm="0">
                                              <p:val>
                                                <p:strVal val="1+#ppt_w/2"/>
                                              </p:val>
                                            </p:tav>
                                            <p:tav tm="100000">
                                              <p:val>
                                                <p:strVal val="#ppt_x"/>
                                              </p:val>
                                            </p:tav>
                                          </p:tavLst>
                                        </p:anim>
                                        <p:anim calcmode="lin" valueType="num" p14:bounceEnd="60000">
                                          <p:cBhvr additive="base">
                                            <p:cTn id="33"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P spid="4" grpId="0" animBg="1"/>
          <p:bldP spid="4" grpId="1" animBg="1"/>
          <p:bldP spid="5" grpId="0"/>
          <p:bldP spid="7" grpId="0"/>
          <p:bldP spid="9" grpId="0" animBg="1"/>
          <p:bldP spid="9" grpId="1"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300" fill="hold"/>
                                            <p:tgtEl>
                                              <p:spTgt spid="3"/>
                                            </p:tgtEl>
                                            <p:attrNameLst>
                                              <p:attrName>ppt_w</p:attrName>
                                            </p:attrNameLst>
                                          </p:cBhvr>
                                          <p:tavLst>
                                            <p:tav tm="0">
                                              <p:val>
                                                <p:fltVal val="0"/>
                                              </p:val>
                                            </p:tav>
                                            <p:tav tm="100000">
                                              <p:val>
                                                <p:strVal val="#ppt_w"/>
                                              </p:val>
                                            </p:tav>
                                          </p:tavLst>
                                        </p:anim>
                                        <p:anim calcmode="lin" valueType="num">
                                          <p:cBhvr>
                                            <p:cTn id="8" dur="300" fill="hold"/>
                                            <p:tgtEl>
                                              <p:spTgt spid="3"/>
                                            </p:tgtEl>
                                            <p:attrNameLst>
                                              <p:attrName>ppt_h</p:attrName>
                                            </p:attrNameLst>
                                          </p:cBhvr>
                                          <p:tavLst>
                                            <p:tav tm="0">
                                              <p:val>
                                                <p:fltVal val="0"/>
                                              </p:val>
                                            </p:tav>
                                            <p:tav tm="100000">
                                              <p:val>
                                                <p:strVal val="#ppt_h"/>
                                              </p:val>
                                            </p:tav>
                                          </p:tavLst>
                                        </p:anim>
                                        <p:animEffect transition="in" filter="fade">
                                          <p:cBhvr>
                                            <p:cTn id="9" dur="300"/>
                                            <p:tgtEl>
                                              <p:spTgt spid="3"/>
                                            </p:tgtEl>
                                          </p:cBhvr>
                                        </p:animEffect>
                                      </p:childTnLst>
                                    </p:cTn>
                                  </p:par>
                                  <p:par>
                                    <p:cTn id="10" presetID="6" presetClass="emph" presetSubtype="0" autoRev="1" fill="hold" grpId="1" nodeType="withEffect">
                                      <p:stCondLst>
                                        <p:cond delay="300"/>
                                      </p:stCondLst>
                                      <p:childTnLst>
                                        <p:animScale>
                                          <p:cBhvr>
                                            <p:cTn id="11" dur="150" fill="hold"/>
                                            <p:tgtEl>
                                              <p:spTgt spid="3"/>
                                            </p:tgtEl>
                                          </p:cBhvr>
                                          <p:by x="110000" y="110000"/>
                                        </p:animScale>
                                      </p:childTnLst>
                                    </p:cTn>
                                  </p:par>
                                  <p:par>
                                    <p:cTn id="12" presetID="53" presetClass="entr" presetSubtype="16" fill="hold" grpId="0" nodeType="withEffect">
                                      <p:stCondLst>
                                        <p:cond delay="100"/>
                                      </p:stCondLst>
                                      <p:childTnLst>
                                        <p:set>
                                          <p:cBhvr>
                                            <p:cTn id="13" dur="1" fill="hold">
                                              <p:stCondLst>
                                                <p:cond delay="0"/>
                                              </p:stCondLst>
                                            </p:cTn>
                                            <p:tgtEl>
                                              <p:spTgt spid="4"/>
                                            </p:tgtEl>
                                            <p:attrNameLst>
                                              <p:attrName>style.visibility</p:attrName>
                                            </p:attrNameLst>
                                          </p:cBhvr>
                                          <p:to>
                                            <p:strVal val="visible"/>
                                          </p:to>
                                        </p:set>
                                        <p:anim calcmode="lin" valueType="num">
                                          <p:cBhvr>
                                            <p:cTn id="14" dur="300" fill="hold"/>
                                            <p:tgtEl>
                                              <p:spTgt spid="4"/>
                                            </p:tgtEl>
                                            <p:attrNameLst>
                                              <p:attrName>ppt_w</p:attrName>
                                            </p:attrNameLst>
                                          </p:cBhvr>
                                          <p:tavLst>
                                            <p:tav tm="0">
                                              <p:val>
                                                <p:fltVal val="0"/>
                                              </p:val>
                                            </p:tav>
                                            <p:tav tm="100000">
                                              <p:val>
                                                <p:strVal val="#ppt_w"/>
                                              </p:val>
                                            </p:tav>
                                          </p:tavLst>
                                        </p:anim>
                                        <p:anim calcmode="lin" valueType="num">
                                          <p:cBhvr>
                                            <p:cTn id="15" dur="300" fill="hold"/>
                                            <p:tgtEl>
                                              <p:spTgt spid="4"/>
                                            </p:tgtEl>
                                            <p:attrNameLst>
                                              <p:attrName>ppt_h</p:attrName>
                                            </p:attrNameLst>
                                          </p:cBhvr>
                                          <p:tavLst>
                                            <p:tav tm="0">
                                              <p:val>
                                                <p:fltVal val="0"/>
                                              </p:val>
                                            </p:tav>
                                            <p:tav tm="100000">
                                              <p:val>
                                                <p:strVal val="#ppt_h"/>
                                              </p:val>
                                            </p:tav>
                                          </p:tavLst>
                                        </p:anim>
                                        <p:animEffect transition="in" filter="fade">
                                          <p:cBhvr>
                                            <p:cTn id="16" dur="300"/>
                                            <p:tgtEl>
                                              <p:spTgt spid="4"/>
                                            </p:tgtEl>
                                          </p:cBhvr>
                                        </p:animEffect>
                                      </p:childTnLst>
                                    </p:cTn>
                                  </p:par>
                                  <p:par>
                                    <p:cTn id="17" presetID="6" presetClass="emph" presetSubtype="0" autoRev="1" fill="hold" grpId="1" nodeType="withEffect">
                                      <p:stCondLst>
                                        <p:cond delay="400"/>
                                      </p:stCondLst>
                                      <p:childTnLst>
                                        <p:animScale>
                                          <p:cBhvr>
                                            <p:cTn id="18" dur="150" fill="hold"/>
                                            <p:tgtEl>
                                              <p:spTgt spid="4"/>
                                            </p:tgtEl>
                                          </p:cBhvr>
                                          <p:by x="110000" y="110000"/>
                                        </p:animScale>
                                      </p:childTnLst>
                                    </p:cTn>
                                  </p:par>
                                  <p:par>
                                    <p:cTn id="19" presetID="53" presetClass="entr" presetSubtype="16" fill="hold" grpId="0" nodeType="withEffect">
                                      <p:stCondLst>
                                        <p:cond delay="400"/>
                                      </p:stCondLst>
                                      <p:childTnLst>
                                        <p:set>
                                          <p:cBhvr>
                                            <p:cTn id="20" dur="1" fill="hold">
                                              <p:stCondLst>
                                                <p:cond delay="0"/>
                                              </p:stCondLst>
                                            </p:cTn>
                                            <p:tgtEl>
                                              <p:spTgt spid="9"/>
                                            </p:tgtEl>
                                            <p:attrNameLst>
                                              <p:attrName>style.visibility</p:attrName>
                                            </p:attrNameLst>
                                          </p:cBhvr>
                                          <p:to>
                                            <p:strVal val="visible"/>
                                          </p:to>
                                        </p:set>
                                        <p:anim calcmode="lin" valueType="num">
                                          <p:cBhvr>
                                            <p:cTn id="21" dur="300" fill="hold"/>
                                            <p:tgtEl>
                                              <p:spTgt spid="9"/>
                                            </p:tgtEl>
                                            <p:attrNameLst>
                                              <p:attrName>ppt_w</p:attrName>
                                            </p:attrNameLst>
                                          </p:cBhvr>
                                          <p:tavLst>
                                            <p:tav tm="0">
                                              <p:val>
                                                <p:fltVal val="0"/>
                                              </p:val>
                                            </p:tav>
                                            <p:tav tm="100000">
                                              <p:val>
                                                <p:strVal val="#ppt_w"/>
                                              </p:val>
                                            </p:tav>
                                          </p:tavLst>
                                        </p:anim>
                                        <p:anim calcmode="lin" valueType="num">
                                          <p:cBhvr>
                                            <p:cTn id="22" dur="300" fill="hold"/>
                                            <p:tgtEl>
                                              <p:spTgt spid="9"/>
                                            </p:tgtEl>
                                            <p:attrNameLst>
                                              <p:attrName>ppt_h</p:attrName>
                                            </p:attrNameLst>
                                          </p:cBhvr>
                                          <p:tavLst>
                                            <p:tav tm="0">
                                              <p:val>
                                                <p:fltVal val="0"/>
                                              </p:val>
                                            </p:tav>
                                            <p:tav tm="100000">
                                              <p:val>
                                                <p:strVal val="#ppt_h"/>
                                              </p:val>
                                            </p:tav>
                                          </p:tavLst>
                                        </p:anim>
                                        <p:animEffect transition="in" filter="fade">
                                          <p:cBhvr>
                                            <p:cTn id="23" dur="300"/>
                                            <p:tgtEl>
                                              <p:spTgt spid="9"/>
                                            </p:tgtEl>
                                          </p:cBhvr>
                                        </p:animEffect>
                                      </p:childTnLst>
                                    </p:cTn>
                                  </p:par>
                                  <p:par>
                                    <p:cTn id="24" presetID="6" presetClass="emph" presetSubtype="0" autoRev="1" fill="hold" grpId="1" nodeType="withEffect">
                                      <p:stCondLst>
                                        <p:cond delay="700"/>
                                      </p:stCondLst>
                                      <p:childTnLst>
                                        <p:animScale>
                                          <p:cBhvr>
                                            <p:cTn id="25" dur="150" fill="hold"/>
                                            <p:tgtEl>
                                              <p:spTgt spid="9"/>
                                            </p:tgtEl>
                                          </p:cBhvr>
                                          <p:by x="110000" y="110000"/>
                                        </p:animScale>
                                      </p:childTnLst>
                                    </p:cTn>
                                  </p:par>
                                  <p:par>
                                    <p:cTn id="26" presetID="2" presetClass="entr" presetSubtype="2" fill="hold" grpId="0" nodeType="withEffect">
                                      <p:stCondLst>
                                        <p:cond delay="500"/>
                                      </p:stCondLst>
                                      <p:childTnLst>
                                        <p:set>
                                          <p:cBhvr>
                                            <p:cTn id="27" dur="1" fill="hold">
                                              <p:stCondLst>
                                                <p:cond delay="0"/>
                                              </p:stCondLst>
                                            </p:cTn>
                                            <p:tgtEl>
                                              <p:spTgt spid="5"/>
                                            </p:tgtEl>
                                            <p:attrNameLst>
                                              <p:attrName>style.visibility</p:attrName>
                                            </p:attrNameLst>
                                          </p:cBhvr>
                                          <p:to>
                                            <p:strVal val="visible"/>
                                          </p:to>
                                        </p:set>
                                        <p:anim calcmode="lin" valueType="num">
                                          <p:cBhvr additive="base">
                                            <p:cTn id="28" dur="500" fill="hold"/>
                                            <p:tgtEl>
                                              <p:spTgt spid="5"/>
                                            </p:tgtEl>
                                            <p:attrNameLst>
                                              <p:attrName>ppt_x</p:attrName>
                                            </p:attrNameLst>
                                          </p:cBhvr>
                                          <p:tavLst>
                                            <p:tav tm="0">
                                              <p:val>
                                                <p:strVal val="1+#ppt_w/2"/>
                                              </p:val>
                                            </p:tav>
                                            <p:tav tm="100000">
                                              <p:val>
                                                <p:strVal val="#ppt_x"/>
                                              </p:val>
                                            </p:tav>
                                          </p:tavLst>
                                        </p:anim>
                                        <p:anim calcmode="lin" valueType="num">
                                          <p:cBhvr additive="base">
                                            <p:cTn id="29" dur="500" fill="hold"/>
                                            <p:tgtEl>
                                              <p:spTgt spid="5"/>
                                            </p:tgtEl>
                                            <p:attrNameLst>
                                              <p:attrName>ppt_y</p:attrName>
                                            </p:attrNameLst>
                                          </p:cBhvr>
                                          <p:tavLst>
                                            <p:tav tm="0">
                                              <p:val>
                                                <p:strVal val="#ppt_y"/>
                                              </p:val>
                                            </p:tav>
                                            <p:tav tm="100000">
                                              <p:val>
                                                <p:strVal val="#ppt_y"/>
                                              </p:val>
                                            </p:tav>
                                          </p:tavLst>
                                        </p:anim>
                                      </p:childTnLst>
                                    </p:cTn>
                                  </p:par>
                                  <p:par>
                                    <p:cTn id="30" presetID="2" presetClass="entr" presetSubtype="2" fill="hold" grpId="0" nodeType="withEffect">
                                      <p:stCondLst>
                                        <p:cond delay="500"/>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500" fill="hold"/>
                                            <p:tgtEl>
                                              <p:spTgt spid="7"/>
                                            </p:tgtEl>
                                            <p:attrNameLst>
                                              <p:attrName>ppt_x</p:attrName>
                                            </p:attrNameLst>
                                          </p:cBhvr>
                                          <p:tavLst>
                                            <p:tav tm="0">
                                              <p:val>
                                                <p:strVal val="1+#ppt_w/2"/>
                                              </p:val>
                                            </p:tav>
                                            <p:tav tm="100000">
                                              <p:val>
                                                <p:strVal val="#ppt_x"/>
                                              </p:val>
                                            </p:tav>
                                          </p:tavLst>
                                        </p:anim>
                                        <p:anim calcmode="lin" valueType="num">
                                          <p:cBhvr additive="base">
                                            <p:cTn id="33"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P spid="4" grpId="0" animBg="1"/>
          <p:bldP spid="4" grpId="1" animBg="1"/>
          <p:bldP spid="5" grpId="0"/>
          <p:bldP spid="7" grpId="0"/>
          <p:bldP spid="9" grpId="0" animBg="1"/>
          <p:bldP spid="9" grpId="1" animBg="1"/>
        </p:bldLst>
      </p:timing>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 name="Freeform 181"/>
          <p:cNvSpPr/>
          <p:nvPr/>
        </p:nvSpPr>
        <p:spPr bwMode="auto">
          <a:xfrm rot="10800000">
            <a:off x="2342569" y="2399312"/>
            <a:ext cx="1485559" cy="500839"/>
          </a:xfrm>
          <a:custGeom>
            <a:avLst/>
            <a:gdLst>
              <a:gd name="T0" fmla="*/ 461 w 556"/>
              <a:gd name="T1" fmla="*/ 0 h 187"/>
              <a:gd name="T2" fmla="*/ 374 w 556"/>
              <a:gd name="T3" fmla="*/ 59 h 187"/>
              <a:gd name="T4" fmla="*/ 361 w 556"/>
              <a:gd name="T5" fmla="*/ 69 h 187"/>
              <a:gd name="T6" fmla="*/ 0 w 556"/>
              <a:gd name="T7" fmla="*/ 69 h 187"/>
              <a:gd name="T8" fmla="*/ 0 w 556"/>
              <a:gd name="T9" fmla="*/ 119 h 187"/>
              <a:gd name="T10" fmla="*/ 361 w 556"/>
              <a:gd name="T11" fmla="*/ 119 h 187"/>
              <a:gd name="T12" fmla="*/ 374 w 556"/>
              <a:gd name="T13" fmla="*/ 129 h 187"/>
              <a:gd name="T14" fmla="*/ 461 w 556"/>
              <a:gd name="T15" fmla="*/ 187 h 187"/>
              <a:gd name="T16" fmla="*/ 555 w 556"/>
              <a:gd name="T17" fmla="*/ 93 h 187"/>
              <a:gd name="T18" fmla="*/ 461 w 556"/>
              <a:gd name="T19" fmla="*/ 0 h 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56" h="187">
                <a:moveTo>
                  <a:pt x="461" y="0"/>
                </a:moveTo>
                <a:cubicBezTo>
                  <a:pt x="422" y="0"/>
                  <a:pt x="388" y="25"/>
                  <a:pt x="374" y="59"/>
                </a:cubicBezTo>
                <a:cubicBezTo>
                  <a:pt x="372" y="65"/>
                  <a:pt x="367" y="69"/>
                  <a:pt x="361" y="69"/>
                </a:cubicBezTo>
                <a:cubicBezTo>
                  <a:pt x="0" y="69"/>
                  <a:pt x="0" y="69"/>
                  <a:pt x="0" y="69"/>
                </a:cubicBezTo>
                <a:cubicBezTo>
                  <a:pt x="0" y="119"/>
                  <a:pt x="0" y="119"/>
                  <a:pt x="0" y="119"/>
                </a:cubicBezTo>
                <a:cubicBezTo>
                  <a:pt x="361" y="119"/>
                  <a:pt x="361" y="119"/>
                  <a:pt x="361" y="119"/>
                </a:cubicBezTo>
                <a:cubicBezTo>
                  <a:pt x="367" y="119"/>
                  <a:pt x="372" y="123"/>
                  <a:pt x="374" y="129"/>
                </a:cubicBezTo>
                <a:cubicBezTo>
                  <a:pt x="388" y="163"/>
                  <a:pt x="422" y="187"/>
                  <a:pt x="461" y="187"/>
                </a:cubicBezTo>
                <a:cubicBezTo>
                  <a:pt x="513" y="187"/>
                  <a:pt x="556" y="145"/>
                  <a:pt x="555" y="93"/>
                </a:cubicBezTo>
                <a:cubicBezTo>
                  <a:pt x="554" y="42"/>
                  <a:pt x="512" y="1"/>
                  <a:pt x="461" y="0"/>
                </a:cubicBezTo>
                <a:close/>
              </a:path>
            </a:pathLst>
          </a:custGeom>
          <a:solidFill>
            <a:srgbClr val="37B0E8"/>
          </a:solidFill>
          <a:ln w="6350" cap="flat">
            <a:noFill/>
            <a:prstDash val="solid"/>
            <a:miter lim="800000"/>
          </a:ln>
        </p:spPr>
        <p:txBody>
          <a:bodyPr vert="horz" wrap="square" lIns="91440" tIns="45720" rIns="91440" bIns="45720" numCol="1" anchor="t" anchorCtr="0" compatLnSpc="1"/>
          <a:lstStyle/>
          <a:p>
            <a:endParaRPr lang="zh-CN" altLang="en-US">
              <a:solidFill>
                <a:schemeClr val="tx1"/>
              </a:solidFill>
            </a:endParaRPr>
          </a:p>
        </p:txBody>
      </p:sp>
      <p:sp>
        <p:nvSpPr>
          <p:cNvPr id="149" name="Freeform 179"/>
          <p:cNvSpPr/>
          <p:nvPr/>
        </p:nvSpPr>
        <p:spPr bwMode="auto">
          <a:xfrm rot="10800000">
            <a:off x="3494697" y="2399312"/>
            <a:ext cx="1482168" cy="500839"/>
          </a:xfrm>
          <a:custGeom>
            <a:avLst/>
            <a:gdLst>
              <a:gd name="T0" fmla="*/ 461 w 555"/>
              <a:gd name="T1" fmla="*/ 0 h 187"/>
              <a:gd name="T2" fmla="*/ 374 w 555"/>
              <a:gd name="T3" fmla="*/ 59 h 187"/>
              <a:gd name="T4" fmla="*/ 360 w 555"/>
              <a:gd name="T5" fmla="*/ 69 h 187"/>
              <a:gd name="T6" fmla="*/ 0 w 555"/>
              <a:gd name="T7" fmla="*/ 69 h 187"/>
              <a:gd name="T8" fmla="*/ 0 w 555"/>
              <a:gd name="T9" fmla="*/ 119 h 187"/>
              <a:gd name="T10" fmla="*/ 360 w 555"/>
              <a:gd name="T11" fmla="*/ 119 h 187"/>
              <a:gd name="T12" fmla="*/ 374 w 555"/>
              <a:gd name="T13" fmla="*/ 129 h 187"/>
              <a:gd name="T14" fmla="*/ 461 w 555"/>
              <a:gd name="T15" fmla="*/ 187 h 187"/>
              <a:gd name="T16" fmla="*/ 554 w 555"/>
              <a:gd name="T17" fmla="*/ 93 h 187"/>
              <a:gd name="T18" fmla="*/ 461 w 555"/>
              <a:gd name="T19" fmla="*/ 0 h 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55" h="187">
                <a:moveTo>
                  <a:pt x="461" y="0"/>
                </a:moveTo>
                <a:cubicBezTo>
                  <a:pt x="422" y="0"/>
                  <a:pt x="388" y="25"/>
                  <a:pt x="374" y="59"/>
                </a:cubicBezTo>
                <a:cubicBezTo>
                  <a:pt x="372" y="65"/>
                  <a:pt x="366" y="69"/>
                  <a:pt x="360" y="69"/>
                </a:cubicBezTo>
                <a:cubicBezTo>
                  <a:pt x="0" y="69"/>
                  <a:pt x="0" y="69"/>
                  <a:pt x="0" y="69"/>
                </a:cubicBezTo>
                <a:cubicBezTo>
                  <a:pt x="0" y="119"/>
                  <a:pt x="0" y="119"/>
                  <a:pt x="0" y="119"/>
                </a:cubicBezTo>
                <a:cubicBezTo>
                  <a:pt x="360" y="119"/>
                  <a:pt x="360" y="119"/>
                  <a:pt x="360" y="119"/>
                </a:cubicBezTo>
                <a:cubicBezTo>
                  <a:pt x="366" y="119"/>
                  <a:pt x="372" y="123"/>
                  <a:pt x="374" y="129"/>
                </a:cubicBezTo>
                <a:cubicBezTo>
                  <a:pt x="388" y="163"/>
                  <a:pt x="421" y="187"/>
                  <a:pt x="461" y="187"/>
                </a:cubicBezTo>
                <a:cubicBezTo>
                  <a:pt x="513" y="187"/>
                  <a:pt x="555" y="145"/>
                  <a:pt x="554" y="93"/>
                </a:cubicBezTo>
                <a:cubicBezTo>
                  <a:pt x="554" y="42"/>
                  <a:pt x="512" y="1"/>
                  <a:pt x="461" y="0"/>
                </a:cubicBezTo>
                <a:close/>
              </a:path>
            </a:pathLst>
          </a:custGeom>
          <a:solidFill>
            <a:srgbClr val="37B0E8"/>
          </a:solidFill>
          <a:ln w="6350" cap="flat">
            <a:noFill/>
            <a:prstDash val="solid"/>
            <a:miter lim="800000"/>
          </a:ln>
        </p:spPr>
        <p:txBody>
          <a:bodyPr vert="horz" wrap="square" lIns="91440" tIns="45720" rIns="91440" bIns="45720" numCol="1" anchor="t" anchorCtr="0" compatLnSpc="1"/>
          <a:lstStyle/>
          <a:p>
            <a:endParaRPr lang="zh-CN" altLang="en-US">
              <a:solidFill>
                <a:schemeClr val="tx1"/>
              </a:solidFill>
            </a:endParaRPr>
          </a:p>
        </p:txBody>
      </p:sp>
      <p:sp>
        <p:nvSpPr>
          <p:cNvPr id="147" name="Freeform 177"/>
          <p:cNvSpPr/>
          <p:nvPr/>
        </p:nvSpPr>
        <p:spPr bwMode="auto">
          <a:xfrm rot="10800000">
            <a:off x="4646825" y="2399312"/>
            <a:ext cx="1484429" cy="500839"/>
          </a:xfrm>
          <a:custGeom>
            <a:avLst/>
            <a:gdLst>
              <a:gd name="T0" fmla="*/ 462 w 556"/>
              <a:gd name="T1" fmla="*/ 0 h 187"/>
              <a:gd name="T2" fmla="*/ 375 w 556"/>
              <a:gd name="T3" fmla="*/ 59 h 187"/>
              <a:gd name="T4" fmla="*/ 361 w 556"/>
              <a:gd name="T5" fmla="*/ 69 h 187"/>
              <a:gd name="T6" fmla="*/ 0 w 556"/>
              <a:gd name="T7" fmla="*/ 69 h 187"/>
              <a:gd name="T8" fmla="*/ 0 w 556"/>
              <a:gd name="T9" fmla="*/ 119 h 187"/>
              <a:gd name="T10" fmla="*/ 361 w 556"/>
              <a:gd name="T11" fmla="*/ 119 h 187"/>
              <a:gd name="T12" fmla="*/ 375 w 556"/>
              <a:gd name="T13" fmla="*/ 129 h 187"/>
              <a:gd name="T14" fmla="*/ 461 w 556"/>
              <a:gd name="T15" fmla="*/ 187 h 187"/>
              <a:gd name="T16" fmla="*/ 555 w 556"/>
              <a:gd name="T17" fmla="*/ 93 h 187"/>
              <a:gd name="T18" fmla="*/ 462 w 556"/>
              <a:gd name="T19" fmla="*/ 0 h 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56" h="187">
                <a:moveTo>
                  <a:pt x="462" y="0"/>
                </a:moveTo>
                <a:cubicBezTo>
                  <a:pt x="422" y="0"/>
                  <a:pt x="388" y="25"/>
                  <a:pt x="375" y="59"/>
                </a:cubicBezTo>
                <a:cubicBezTo>
                  <a:pt x="372" y="65"/>
                  <a:pt x="367" y="69"/>
                  <a:pt x="361" y="69"/>
                </a:cubicBezTo>
                <a:cubicBezTo>
                  <a:pt x="0" y="69"/>
                  <a:pt x="0" y="69"/>
                  <a:pt x="0" y="69"/>
                </a:cubicBezTo>
                <a:cubicBezTo>
                  <a:pt x="0" y="119"/>
                  <a:pt x="0" y="119"/>
                  <a:pt x="0" y="119"/>
                </a:cubicBezTo>
                <a:cubicBezTo>
                  <a:pt x="361" y="119"/>
                  <a:pt x="361" y="119"/>
                  <a:pt x="361" y="119"/>
                </a:cubicBezTo>
                <a:cubicBezTo>
                  <a:pt x="367" y="119"/>
                  <a:pt x="372" y="123"/>
                  <a:pt x="375" y="129"/>
                </a:cubicBezTo>
                <a:cubicBezTo>
                  <a:pt x="388" y="163"/>
                  <a:pt x="422" y="187"/>
                  <a:pt x="461" y="187"/>
                </a:cubicBezTo>
                <a:cubicBezTo>
                  <a:pt x="514" y="187"/>
                  <a:pt x="556" y="145"/>
                  <a:pt x="555" y="93"/>
                </a:cubicBezTo>
                <a:cubicBezTo>
                  <a:pt x="554" y="42"/>
                  <a:pt x="512" y="1"/>
                  <a:pt x="462" y="0"/>
                </a:cubicBezTo>
                <a:close/>
              </a:path>
            </a:pathLst>
          </a:custGeom>
          <a:solidFill>
            <a:srgbClr val="37B0E8"/>
          </a:solidFill>
          <a:ln w="6350" cap="flat">
            <a:noFill/>
            <a:prstDash val="solid"/>
            <a:miter lim="800000"/>
          </a:ln>
        </p:spPr>
        <p:txBody>
          <a:bodyPr vert="horz" wrap="square" lIns="91440" tIns="45720" rIns="91440" bIns="45720" numCol="1" anchor="t" anchorCtr="0" compatLnSpc="1"/>
          <a:lstStyle/>
          <a:p>
            <a:endParaRPr lang="zh-CN" altLang="en-US">
              <a:solidFill>
                <a:schemeClr val="tx1"/>
              </a:solidFill>
            </a:endParaRPr>
          </a:p>
        </p:txBody>
      </p:sp>
      <p:cxnSp>
        <p:nvCxnSpPr>
          <p:cNvPr id="3" name="直接连接符 2"/>
          <p:cNvCxnSpPr/>
          <p:nvPr/>
        </p:nvCxnSpPr>
        <p:spPr>
          <a:xfrm flipH="1">
            <a:off x="0" y="2368389"/>
            <a:ext cx="390525" cy="0"/>
          </a:xfrm>
          <a:prstGeom prst="line">
            <a:avLst/>
          </a:prstGeom>
          <a:ln w="6350">
            <a:solidFill>
              <a:srgbClr val="62768C"/>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flipH="1">
            <a:off x="0" y="1977864"/>
            <a:ext cx="390525" cy="0"/>
          </a:xfrm>
          <a:prstGeom prst="line">
            <a:avLst/>
          </a:prstGeom>
          <a:ln w="6350">
            <a:solidFill>
              <a:srgbClr val="62768C"/>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H="1">
            <a:off x="0" y="2762089"/>
            <a:ext cx="390525" cy="0"/>
          </a:xfrm>
          <a:prstGeom prst="line">
            <a:avLst/>
          </a:prstGeom>
          <a:ln w="6350">
            <a:solidFill>
              <a:srgbClr val="62768C"/>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flipH="1">
            <a:off x="0" y="3152614"/>
            <a:ext cx="390525" cy="0"/>
          </a:xfrm>
          <a:prstGeom prst="line">
            <a:avLst/>
          </a:prstGeom>
          <a:ln w="6350">
            <a:solidFill>
              <a:srgbClr val="62768C"/>
            </a:solidFill>
          </a:ln>
        </p:spPr>
        <p:style>
          <a:lnRef idx="1">
            <a:schemeClr val="accent1"/>
          </a:lnRef>
          <a:fillRef idx="0">
            <a:schemeClr val="accent1"/>
          </a:fillRef>
          <a:effectRef idx="0">
            <a:schemeClr val="accent1"/>
          </a:effectRef>
          <a:fontRef idx="minor">
            <a:schemeClr val="tx1"/>
          </a:fontRef>
        </p:style>
      </p:cxnSp>
      <p:sp>
        <p:nvSpPr>
          <p:cNvPr id="37" name="矩形 36"/>
          <p:cNvSpPr/>
          <p:nvPr/>
        </p:nvSpPr>
        <p:spPr>
          <a:xfrm>
            <a:off x="-1" y="3152614"/>
            <a:ext cx="1280513" cy="390525"/>
          </a:xfrm>
          <a:prstGeom prst="rect">
            <a:avLst/>
          </a:prstGeom>
          <a:solidFill>
            <a:srgbClr val="37B0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Freeform 9"/>
          <p:cNvSpPr>
            <a:spLocks noEditPoints="1"/>
          </p:cNvSpPr>
          <p:nvPr/>
        </p:nvSpPr>
        <p:spPr bwMode="auto">
          <a:xfrm>
            <a:off x="83442" y="3272333"/>
            <a:ext cx="231878" cy="151086"/>
          </a:xfrm>
          <a:custGeom>
            <a:avLst/>
            <a:gdLst>
              <a:gd name="T0" fmla="*/ 58 w 215"/>
              <a:gd name="T1" fmla="*/ 83 h 140"/>
              <a:gd name="T2" fmla="*/ 58 w 215"/>
              <a:gd name="T3" fmla="*/ 91 h 140"/>
              <a:gd name="T4" fmla="*/ 161 w 215"/>
              <a:gd name="T5" fmla="*/ 87 h 140"/>
              <a:gd name="T6" fmla="*/ 58 w 215"/>
              <a:gd name="T7" fmla="*/ 73 h 140"/>
              <a:gd name="T8" fmla="*/ 98 w 215"/>
              <a:gd name="T9" fmla="*/ 73 h 140"/>
              <a:gd name="T10" fmla="*/ 102 w 215"/>
              <a:gd name="T11" fmla="*/ 34 h 140"/>
              <a:gd name="T12" fmla="*/ 58 w 215"/>
              <a:gd name="T13" fmla="*/ 30 h 140"/>
              <a:gd name="T14" fmla="*/ 54 w 215"/>
              <a:gd name="T15" fmla="*/ 69 h 140"/>
              <a:gd name="T16" fmla="*/ 63 w 215"/>
              <a:gd name="T17" fmla="*/ 38 h 140"/>
              <a:gd name="T18" fmla="*/ 94 w 215"/>
              <a:gd name="T19" fmla="*/ 38 h 140"/>
              <a:gd name="T20" fmla="*/ 63 w 215"/>
              <a:gd name="T21" fmla="*/ 65 h 140"/>
              <a:gd name="T22" fmla="*/ 27 w 215"/>
              <a:gd name="T23" fmla="*/ 121 h 140"/>
              <a:gd name="T24" fmla="*/ 189 w 215"/>
              <a:gd name="T25" fmla="*/ 121 h 140"/>
              <a:gd name="T26" fmla="*/ 196 w 215"/>
              <a:gd name="T27" fmla="*/ 7 h 140"/>
              <a:gd name="T28" fmla="*/ 27 w 215"/>
              <a:gd name="T29" fmla="*/ 0 h 140"/>
              <a:gd name="T30" fmla="*/ 20 w 215"/>
              <a:gd name="T31" fmla="*/ 114 h 140"/>
              <a:gd name="T32" fmla="*/ 33 w 215"/>
              <a:gd name="T33" fmla="*/ 13 h 140"/>
              <a:gd name="T34" fmla="*/ 182 w 215"/>
              <a:gd name="T35" fmla="*/ 13 h 140"/>
              <a:gd name="T36" fmla="*/ 33 w 215"/>
              <a:gd name="T37" fmla="*/ 107 h 140"/>
              <a:gd name="T38" fmla="*/ 157 w 215"/>
              <a:gd name="T39" fmla="*/ 48 h 140"/>
              <a:gd name="T40" fmla="*/ 111 w 215"/>
              <a:gd name="T41" fmla="*/ 48 h 140"/>
              <a:gd name="T42" fmla="*/ 111 w 215"/>
              <a:gd name="T43" fmla="*/ 56 h 140"/>
              <a:gd name="T44" fmla="*/ 161 w 215"/>
              <a:gd name="T45" fmla="*/ 52 h 140"/>
              <a:gd name="T46" fmla="*/ 157 w 215"/>
              <a:gd name="T47" fmla="*/ 65 h 140"/>
              <a:gd name="T48" fmla="*/ 111 w 215"/>
              <a:gd name="T49" fmla="*/ 65 h 140"/>
              <a:gd name="T50" fmla="*/ 111 w 215"/>
              <a:gd name="T51" fmla="*/ 73 h 140"/>
              <a:gd name="T52" fmla="*/ 161 w 215"/>
              <a:gd name="T53" fmla="*/ 69 h 140"/>
              <a:gd name="T54" fmla="*/ 157 w 215"/>
              <a:gd name="T55" fmla="*/ 30 h 140"/>
              <a:gd name="T56" fmla="*/ 111 w 215"/>
              <a:gd name="T57" fmla="*/ 30 h 140"/>
              <a:gd name="T58" fmla="*/ 111 w 215"/>
              <a:gd name="T59" fmla="*/ 38 h 140"/>
              <a:gd name="T60" fmla="*/ 161 w 215"/>
              <a:gd name="T61" fmla="*/ 34 h 140"/>
              <a:gd name="T62" fmla="*/ 209 w 215"/>
              <a:gd name="T63" fmla="*/ 127 h 140"/>
              <a:gd name="T64" fmla="*/ 7 w 215"/>
              <a:gd name="T65" fmla="*/ 127 h 140"/>
              <a:gd name="T66" fmla="*/ 7 w 215"/>
              <a:gd name="T67" fmla="*/ 140 h 140"/>
              <a:gd name="T68" fmla="*/ 215 w 215"/>
              <a:gd name="T69" fmla="*/ 13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15" h="140">
                <a:moveTo>
                  <a:pt x="157" y="83"/>
                </a:moveTo>
                <a:cubicBezTo>
                  <a:pt x="58" y="83"/>
                  <a:pt x="58" y="83"/>
                  <a:pt x="58" y="83"/>
                </a:cubicBezTo>
                <a:cubicBezTo>
                  <a:pt x="56" y="83"/>
                  <a:pt x="54" y="84"/>
                  <a:pt x="54" y="87"/>
                </a:cubicBezTo>
                <a:cubicBezTo>
                  <a:pt x="54" y="89"/>
                  <a:pt x="56" y="91"/>
                  <a:pt x="58" y="91"/>
                </a:cubicBezTo>
                <a:cubicBezTo>
                  <a:pt x="157" y="91"/>
                  <a:pt x="157" y="91"/>
                  <a:pt x="157" y="91"/>
                </a:cubicBezTo>
                <a:cubicBezTo>
                  <a:pt x="159" y="91"/>
                  <a:pt x="161" y="89"/>
                  <a:pt x="161" y="87"/>
                </a:cubicBezTo>
                <a:cubicBezTo>
                  <a:pt x="161" y="84"/>
                  <a:pt x="159" y="83"/>
                  <a:pt x="157" y="83"/>
                </a:cubicBezTo>
                <a:close/>
                <a:moveTo>
                  <a:pt x="58" y="73"/>
                </a:moveTo>
                <a:cubicBezTo>
                  <a:pt x="58" y="73"/>
                  <a:pt x="58" y="73"/>
                  <a:pt x="58" y="73"/>
                </a:cubicBezTo>
                <a:cubicBezTo>
                  <a:pt x="98" y="73"/>
                  <a:pt x="98" y="73"/>
                  <a:pt x="98" y="73"/>
                </a:cubicBezTo>
                <a:cubicBezTo>
                  <a:pt x="100" y="73"/>
                  <a:pt x="102" y="71"/>
                  <a:pt x="102" y="69"/>
                </a:cubicBezTo>
                <a:cubicBezTo>
                  <a:pt x="102" y="34"/>
                  <a:pt x="102" y="34"/>
                  <a:pt x="102" y="34"/>
                </a:cubicBezTo>
                <a:cubicBezTo>
                  <a:pt x="102" y="32"/>
                  <a:pt x="100" y="30"/>
                  <a:pt x="98" y="30"/>
                </a:cubicBezTo>
                <a:cubicBezTo>
                  <a:pt x="58" y="30"/>
                  <a:pt x="58" y="30"/>
                  <a:pt x="58" y="30"/>
                </a:cubicBezTo>
                <a:cubicBezTo>
                  <a:pt x="56" y="30"/>
                  <a:pt x="54" y="32"/>
                  <a:pt x="54" y="34"/>
                </a:cubicBezTo>
                <a:cubicBezTo>
                  <a:pt x="54" y="69"/>
                  <a:pt x="54" y="69"/>
                  <a:pt x="54" y="69"/>
                </a:cubicBezTo>
                <a:cubicBezTo>
                  <a:pt x="54" y="71"/>
                  <a:pt x="56" y="73"/>
                  <a:pt x="58" y="73"/>
                </a:cubicBezTo>
                <a:close/>
                <a:moveTo>
                  <a:pt x="63" y="38"/>
                </a:moveTo>
                <a:cubicBezTo>
                  <a:pt x="63" y="38"/>
                  <a:pt x="63" y="38"/>
                  <a:pt x="63" y="38"/>
                </a:cubicBezTo>
                <a:cubicBezTo>
                  <a:pt x="94" y="38"/>
                  <a:pt x="94" y="38"/>
                  <a:pt x="94" y="38"/>
                </a:cubicBezTo>
                <a:cubicBezTo>
                  <a:pt x="94" y="65"/>
                  <a:pt x="94" y="65"/>
                  <a:pt x="94" y="65"/>
                </a:cubicBezTo>
                <a:cubicBezTo>
                  <a:pt x="63" y="65"/>
                  <a:pt x="63" y="65"/>
                  <a:pt x="63" y="65"/>
                </a:cubicBezTo>
                <a:cubicBezTo>
                  <a:pt x="63" y="38"/>
                  <a:pt x="63" y="38"/>
                  <a:pt x="63" y="38"/>
                </a:cubicBezTo>
                <a:close/>
                <a:moveTo>
                  <a:pt x="27" y="121"/>
                </a:moveTo>
                <a:cubicBezTo>
                  <a:pt x="27" y="121"/>
                  <a:pt x="27" y="121"/>
                  <a:pt x="27" y="121"/>
                </a:cubicBezTo>
                <a:cubicBezTo>
                  <a:pt x="189" y="121"/>
                  <a:pt x="189" y="121"/>
                  <a:pt x="189" y="121"/>
                </a:cubicBezTo>
                <a:cubicBezTo>
                  <a:pt x="193" y="121"/>
                  <a:pt x="196" y="118"/>
                  <a:pt x="196" y="114"/>
                </a:cubicBezTo>
                <a:cubicBezTo>
                  <a:pt x="196" y="7"/>
                  <a:pt x="196" y="7"/>
                  <a:pt x="196" y="7"/>
                </a:cubicBezTo>
                <a:cubicBezTo>
                  <a:pt x="196" y="3"/>
                  <a:pt x="193" y="0"/>
                  <a:pt x="189" y="0"/>
                </a:cubicBezTo>
                <a:cubicBezTo>
                  <a:pt x="27" y="0"/>
                  <a:pt x="27" y="0"/>
                  <a:pt x="27" y="0"/>
                </a:cubicBezTo>
                <a:cubicBezTo>
                  <a:pt x="23" y="0"/>
                  <a:pt x="20" y="3"/>
                  <a:pt x="20" y="7"/>
                </a:cubicBezTo>
                <a:cubicBezTo>
                  <a:pt x="20" y="114"/>
                  <a:pt x="20" y="114"/>
                  <a:pt x="20" y="114"/>
                </a:cubicBezTo>
                <a:cubicBezTo>
                  <a:pt x="20" y="118"/>
                  <a:pt x="23" y="121"/>
                  <a:pt x="27" y="121"/>
                </a:cubicBezTo>
                <a:close/>
                <a:moveTo>
                  <a:pt x="33" y="13"/>
                </a:moveTo>
                <a:cubicBezTo>
                  <a:pt x="33" y="13"/>
                  <a:pt x="33" y="13"/>
                  <a:pt x="33" y="13"/>
                </a:cubicBezTo>
                <a:cubicBezTo>
                  <a:pt x="182" y="13"/>
                  <a:pt x="182" y="13"/>
                  <a:pt x="182" y="13"/>
                </a:cubicBezTo>
                <a:cubicBezTo>
                  <a:pt x="182" y="107"/>
                  <a:pt x="182" y="107"/>
                  <a:pt x="182" y="107"/>
                </a:cubicBezTo>
                <a:cubicBezTo>
                  <a:pt x="33" y="107"/>
                  <a:pt x="33" y="107"/>
                  <a:pt x="33" y="107"/>
                </a:cubicBezTo>
                <a:cubicBezTo>
                  <a:pt x="33" y="13"/>
                  <a:pt x="33" y="13"/>
                  <a:pt x="33" y="13"/>
                </a:cubicBezTo>
                <a:close/>
                <a:moveTo>
                  <a:pt x="157" y="48"/>
                </a:moveTo>
                <a:cubicBezTo>
                  <a:pt x="157" y="48"/>
                  <a:pt x="157" y="48"/>
                  <a:pt x="157" y="48"/>
                </a:cubicBezTo>
                <a:cubicBezTo>
                  <a:pt x="111" y="48"/>
                  <a:pt x="111" y="48"/>
                  <a:pt x="111" y="48"/>
                </a:cubicBezTo>
                <a:cubicBezTo>
                  <a:pt x="108" y="48"/>
                  <a:pt x="107" y="49"/>
                  <a:pt x="107" y="52"/>
                </a:cubicBezTo>
                <a:cubicBezTo>
                  <a:pt x="107" y="54"/>
                  <a:pt x="108" y="56"/>
                  <a:pt x="111" y="56"/>
                </a:cubicBezTo>
                <a:cubicBezTo>
                  <a:pt x="157" y="56"/>
                  <a:pt x="157" y="56"/>
                  <a:pt x="157" y="56"/>
                </a:cubicBezTo>
                <a:cubicBezTo>
                  <a:pt x="159" y="56"/>
                  <a:pt x="161" y="54"/>
                  <a:pt x="161" y="52"/>
                </a:cubicBezTo>
                <a:cubicBezTo>
                  <a:pt x="161" y="49"/>
                  <a:pt x="159" y="48"/>
                  <a:pt x="157" y="48"/>
                </a:cubicBezTo>
                <a:close/>
                <a:moveTo>
                  <a:pt x="157" y="65"/>
                </a:moveTo>
                <a:cubicBezTo>
                  <a:pt x="157" y="65"/>
                  <a:pt x="157" y="65"/>
                  <a:pt x="157" y="65"/>
                </a:cubicBezTo>
                <a:cubicBezTo>
                  <a:pt x="111" y="65"/>
                  <a:pt x="111" y="65"/>
                  <a:pt x="111" y="65"/>
                </a:cubicBezTo>
                <a:cubicBezTo>
                  <a:pt x="108" y="65"/>
                  <a:pt x="107" y="67"/>
                  <a:pt x="107" y="69"/>
                </a:cubicBezTo>
                <a:cubicBezTo>
                  <a:pt x="107" y="71"/>
                  <a:pt x="108" y="73"/>
                  <a:pt x="111" y="73"/>
                </a:cubicBezTo>
                <a:cubicBezTo>
                  <a:pt x="157" y="73"/>
                  <a:pt x="157" y="73"/>
                  <a:pt x="157" y="73"/>
                </a:cubicBezTo>
                <a:cubicBezTo>
                  <a:pt x="159" y="73"/>
                  <a:pt x="161" y="71"/>
                  <a:pt x="161" y="69"/>
                </a:cubicBezTo>
                <a:cubicBezTo>
                  <a:pt x="161" y="67"/>
                  <a:pt x="159" y="65"/>
                  <a:pt x="157" y="65"/>
                </a:cubicBezTo>
                <a:close/>
                <a:moveTo>
                  <a:pt x="157" y="30"/>
                </a:moveTo>
                <a:cubicBezTo>
                  <a:pt x="157" y="30"/>
                  <a:pt x="157" y="30"/>
                  <a:pt x="157" y="30"/>
                </a:cubicBezTo>
                <a:cubicBezTo>
                  <a:pt x="111" y="30"/>
                  <a:pt x="111" y="30"/>
                  <a:pt x="111" y="30"/>
                </a:cubicBezTo>
                <a:cubicBezTo>
                  <a:pt x="108" y="30"/>
                  <a:pt x="107" y="32"/>
                  <a:pt x="107" y="34"/>
                </a:cubicBezTo>
                <a:cubicBezTo>
                  <a:pt x="107" y="37"/>
                  <a:pt x="108" y="38"/>
                  <a:pt x="111" y="38"/>
                </a:cubicBezTo>
                <a:cubicBezTo>
                  <a:pt x="157" y="38"/>
                  <a:pt x="157" y="38"/>
                  <a:pt x="157" y="38"/>
                </a:cubicBezTo>
                <a:cubicBezTo>
                  <a:pt x="159" y="38"/>
                  <a:pt x="161" y="37"/>
                  <a:pt x="161" y="34"/>
                </a:cubicBezTo>
                <a:cubicBezTo>
                  <a:pt x="161" y="32"/>
                  <a:pt x="159" y="30"/>
                  <a:pt x="157" y="30"/>
                </a:cubicBezTo>
                <a:close/>
                <a:moveTo>
                  <a:pt x="209" y="127"/>
                </a:moveTo>
                <a:cubicBezTo>
                  <a:pt x="209" y="127"/>
                  <a:pt x="209" y="127"/>
                  <a:pt x="209" y="127"/>
                </a:cubicBezTo>
                <a:cubicBezTo>
                  <a:pt x="7" y="127"/>
                  <a:pt x="7" y="127"/>
                  <a:pt x="7" y="127"/>
                </a:cubicBezTo>
                <a:cubicBezTo>
                  <a:pt x="3" y="127"/>
                  <a:pt x="0" y="130"/>
                  <a:pt x="0" y="134"/>
                </a:cubicBezTo>
                <a:cubicBezTo>
                  <a:pt x="0" y="137"/>
                  <a:pt x="3" y="140"/>
                  <a:pt x="7" y="140"/>
                </a:cubicBezTo>
                <a:cubicBezTo>
                  <a:pt x="209" y="140"/>
                  <a:pt x="209" y="140"/>
                  <a:pt x="209" y="140"/>
                </a:cubicBezTo>
                <a:cubicBezTo>
                  <a:pt x="212" y="140"/>
                  <a:pt x="215" y="137"/>
                  <a:pt x="215" y="134"/>
                </a:cubicBezTo>
                <a:cubicBezTo>
                  <a:pt x="215" y="130"/>
                  <a:pt x="212" y="127"/>
                  <a:pt x="209" y="127"/>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9" name="Freeform 11"/>
          <p:cNvSpPr>
            <a:spLocks noEditPoints="1"/>
          </p:cNvSpPr>
          <p:nvPr/>
        </p:nvSpPr>
        <p:spPr bwMode="auto">
          <a:xfrm>
            <a:off x="124293" y="2864285"/>
            <a:ext cx="150176" cy="190798"/>
          </a:xfrm>
          <a:custGeom>
            <a:avLst/>
            <a:gdLst>
              <a:gd name="T0" fmla="*/ 104 w 139"/>
              <a:gd name="T1" fmla="*/ 99 h 177"/>
              <a:gd name="T2" fmla="*/ 91 w 139"/>
              <a:gd name="T3" fmla="*/ 160 h 177"/>
              <a:gd name="T4" fmla="*/ 133 w 139"/>
              <a:gd name="T5" fmla="*/ 164 h 177"/>
              <a:gd name="T6" fmla="*/ 133 w 139"/>
              <a:gd name="T7" fmla="*/ 177 h 177"/>
              <a:gd name="T8" fmla="*/ 0 w 139"/>
              <a:gd name="T9" fmla="*/ 170 h 177"/>
              <a:gd name="T10" fmla="*/ 51 w 139"/>
              <a:gd name="T11" fmla="*/ 164 h 177"/>
              <a:gd name="T12" fmla="*/ 81 w 139"/>
              <a:gd name="T13" fmla="*/ 151 h 177"/>
              <a:gd name="T14" fmla="*/ 10 w 139"/>
              <a:gd name="T15" fmla="*/ 147 h 177"/>
              <a:gd name="T16" fmla="*/ 10 w 139"/>
              <a:gd name="T17" fmla="*/ 139 h 177"/>
              <a:gd name="T18" fmla="*/ 94 w 139"/>
              <a:gd name="T19" fmla="*/ 120 h 177"/>
              <a:gd name="T20" fmla="*/ 84 w 139"/>
              <a:gd name="T21" fmla="*/ 92 h 177"/>
              <a:gd name="T22" fmla="*/ 69 w 139"/>
              <a:gd name="T23" fmla="*/ 94 h 177"/>
              <a:gd name="T24" fmla="*/ 53 w 139"/>
              <a:gd name="T25" fmla="*/ 113 h 177"/>
              <a:gd name="T26" fmla="*/ 46 w 139"/>
              <a:gd name="T27" fmla="*/ 117 h 177"/>
              <a:gd name="T28" fmla="*/ 24 w 139"/>
              <a:gd name="T29" fmla="*/ 109 h 177"/>
              <a:gd name="T30" fmla="*/ 26 w 139"/>
              <a:gd name="T31" fmla="*/ 97 h 177"/>
              <a:gd name="T32" fmla="*/ 21 w 139"/>
              <a:gd name="T33" fmla="*/ 89 h 177"/>
              <a:gd name="T34" fmla="*/ 63 w 139"/>
              <a:gd name="T35" fmla="*/ 24 h 177"/>
              <a:gd name="T36" fmla="*/ 67 w 139"/>
              <a:gd name="T37" fmla="*/ 26 h 177"/>
              <a:gd name="T38" fmla="*/ 69 w 139"/>
              <a:gd name="T39" fmla="*/ 14 h 177"/>
              <a:gd name="T40" fmla="*/ 76 w 139"/>
              <a:gd name="T41" fmla="*/ 2 h 177"/>
              <a:gd name="T42" fmla="*/ 109 w 139"/>
              <a:gd name="T43" fmla="*/ 29 h 177"/>
              <a:gd name="T44" fmla="*/ 96 w 139"/>
              <a:gd name="T45" fmla="*/ 30 h 177"/>
              <a:gd name="T46" fmla="*/ 94 w 139"/>
              <a:gd name="T47" fmla="*/ 42 h 177"/>
              <a:gd name="T48" fmla="*/ 87 w 139"/>
              <a:gd name="T49" fmla="*/ 63 h 177"/>
              <a:gd name="T50" fmla="*/ 92 w 139"/>
              <a:gd name="T51" fmla="*/ 81 h 177"/>
              <a:gd name="T52" fmla="*/ 89 w 139"/>
              <a:gd name="T53" fmla="*/ 26 h 177"/>
              <a:gd name="T54" fmla="*/ 74 w 139"/>
              <a:gd name="T55" fmla="*/ 30 h 177"/>
              <a:gd name="T56" fmla="*/ 89 w 139"/>
              <a:gd name="T57" fmla="*/ 26 h 177"/>
              <a:gd name="T58" fmla="*/ 80 w 139"/>
              <a:gd name="T59" fmla="*/ 59 h 177"/>
              <a:gd name="T60" fmla="*/ 62 w 139"/>
              <a:gd name="T61" fmla="*/ 33 h 177"/>
              <a:gd name="T62" fmla="*/ 54 w 139"/>
              <a:gd name="T63" fmla="*/ 104 h 177"/>
              <a:gd name="T64" fmla="*/ 56 w 139"/>
              <a:gd name="T65" fmla="*/ 76 h 177"/>
              <a:gd name="T66" fmla="*/ 62 w 139"/>
              <a:gd name="T67" fmla="*/ 63 h 177"/>
              <a:gd name="T68" fmla="*/ 82 w 139"/>
              <a:gd name="T69" fmla="*/ 69 h 177"/>
              <a:gd name="T70" fmla="*/ 67 w 139"/>
              <a:gd name="T71" fmla="*/ 69 h 177"/>
              <a:gd name="T72" fmla="*/ 67 w 139"/>
              <a:gd name="T73" fmla="*/ 69 h 177"/>
              <a:gd name="T74" fmla="*/ 75 w 139"/>
              <a:gd name="T75" fmla="*/ 86 h 177"/>
              <a:gd name="T76" fmla="*/ 82 w 139"/>
              <a:gd name="T77" fmla="*/ 83 h 177"/>
              <a:gd name="T78" fmla="*/ 82 w 139"/>
              <a:gd name="T79" fmla="*/ 69 h 177"/>
              <a:gd name="T80" fmla="*/ 33 w 139"/>
              <a:gd name="T81" fmla="*/ 101 h 177"/>
              <a:gd name="T82" fmla="*/ 31 w 139"/>
              <a:gd name="T83" fmla="*/ 104 h 177"/>
              <a:gd name="T84" fmla="*/ 42 w 139"/>
              <a:gd name="T85" fmla="*/ 106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 h="177">
                <a:moveTo>
                  <a:pt x="92" y="81"/>
                </a:moveTo>
                <a:cubicBezTo>
                  <a:pt x="97" y="87"/>
                  <a:pt x="101" y="92"/>
                  <a:pt x="104" y="99"/>
                </a:cubicBezTo>
                <a:cubicBezTo>
                  <a:pt x="106" y="106"/>
                  <a:pt x="108" y="113"/>
                  <a:pt x="108" y="120"/>
                </a:cubicBezTo>
                <a:cubicBezTo>
                  <a:pt x="108" y="136"/>
                  <a:pt x="101" y="150"/>
                  <a:pt x="91" y="160"/>
                </a:cubicBezTo>
                <a:cubicBezTo>
                  <a:pt x="90" y="162"/>
                  <a:pt x="89" y="163"/>
                  <a:pt x="88" y="164"/>
                </a:cubicBezTo>
                <a:cubicBezTo>
                  <a:pt x="133" y="164"/>
                  <a:pt x="133" y="164"/>
                  <a:pt x="133" y="164"/>
                </a:cubicBezTo>
                <a:cubicBezTo>
                  <a:pt x="136" y="164"/>
                  <a:pt x="139" y="167"/>
                  <a:pt x="139" y="170"/>
                </a:cubicBezTo>
                <a:cubicBezTo>
                  <a:pt x="139" y="174"/>
                  <a:pt x="136" y="177"/>
                  <a:pt x="133" y="177"/>
                </a:cubicBezTo>
                <a:cubicBezTo>
                  <a:pt x="91" y="177"/>
                  <a:pt x="49" y="177"/>
                  <a:pt x="7" y="177"/>
                </a:cubicBezTo>
                <a:cubicBezTo>
                  <a:pt x="3" y="177"/>
                  <a:pt x="0" y="174"/>
                  <a:pt x="0" y="170"/>
                </a:cubicBezTo>
                <a:cubicBezTo>
                  <a:pt x="0" y="167"/>
                  <a:pt x="3" y="164"/>
                  <a:pt x="7" y="164"/>
                </a:cubicBezTo>
                <a:cubicBezTo>
                  <a:pt x="51" y="164"/>
                  <a:pt x="51" y="164"/>
                  <a:pt x="51" y="164"/>
                </a:cubicBezTo>
                <a:cubicBezTo>
                  <a:pt x="51" y="164"/>
                  <a:pt x="51" y="164"/>
                  <a:pt x="51" y="164"/>
                </a:cubicBezTo>
                <a:cubicBezTo>
                  <a:pt x="63" y="164"/>
                  <a:pt x="74" y="159"/>
                  <a:pt x="81" y="151"/>
                </a:cubicBezTo>
                <a:cubicBezTo>
                  <a:pt x="83" y="150"/>
                  <a:pt x="84" y="148"/>
                  <a:pt x="85" y="147"/>
                </a:cubicBezTo>
                <a:cubicBezTo>
                  <a:pt x="10" y="147"/>
                  <a:pt x="10" y="147"/>
                  <a:pt x="10" y="147"/>
                </a:cubicBezTo>
                <a:cubicBezTo>
                  <a:pt x="8" y="147"/>
                  <a:pt x="6" y="145"/>
                  <a:pt x="6" y="143"/>
                </a:cubicBezTo>
                <a:cubicBezTo>
                  <a:pt x="6" y="141"/>
                  <a:pt x="8" y="139"/>
                  <a:pt x="10" y="139"/>
                </a:cubicBezTo>
                <a:cubicBezTo>
                  <a:pt x="90" y="139"/>
                  <a:pt x="90" y="139"/>
                  <a:pt x="90" y="139"/>
                </a:cubicBezTo>
                <a:cubicBezTo>
                  <a:pt x="93" y="133"/>
                  <a:pt x="94" y="127"/>
                  <a:pt x="94" y="120"/>
                </a:cubicBezTo>
                <a:cubicBezTo>
                  <a:pt x="94" y="114"/>
                  <a:pt x="93" y="109"/>
                  <a:pt x="91" y="104"/>
                </a:cubicBezTo>
                <a:cubicBezTo>
                  <a:pt x="89" y="100"/>
                  <a:pt x="87" y="96"/>
                  <a:pt x="84" y="92"/>
                </a:cubicBezTo>
                <a:cubicBezTo>
                  <a:pt x="81" y="94"/>
                  <a:pt x="78" y="94"/>
                  <a:pt x="75" y="94"/>
                </a:cubicBezTo>
                <a:cubicBezTo>
                  <a:pt x="73" y="94"/>
                  <a:pt x="71" y="94"/>
                  <a:pt x="69" y="94"/>
                </a:cubicBezTo>
                <a:cubicBezTo>
                  <a:pt x="59" y="111"/>
                  <a:pt x="59" y="111"/>
                  <a:pt x="59" y="111"/>
                </a:cubicBezTo>
                <a:cubicBezTo>
                  <a:pt x="58" y="113"/>
                  <a:pt x="55" y="114"/>
                  <a:pt x="53" y="113"/>
                </a:cubicBezTo>
                <a:cubicBezTo>
                  <a:pt x="50" y="111"/>
                  <a:pt x="50" y="111"/>
                  <a:pt x="50" y="111"/>
                </a:cubicBezTo>
                <a:cubicBezTo>
                  <a:pt x="46" y="117"/>
                  <a:pt x="46" y="117"/>
                  <a:pt x="46" y="117"/>
                </a:cubicBezTo>
                <a:cubicBezTo>
                  <a:pt x="45" y="119"/>
                  <a:pt x="42" y="119"/>
                  <a:pt x="40" y="118"/>
                </a:cubicBezTo>
                <a:cubicBezTo>
                  <a:pt x="24" y="109"/>
                  <a:pt x="24" y="109"/>
                  <a:pt x="24" y="109"/>
                </a:cubicBezTo>
                <a:cubicBezTo>
                  <a:pt x="22" y="108"/>
                  <a:pt x="21" y="105"/>
                  <a:pt x="22" y="103"/>
                </a:cubicBezTo>
                <a:cubicBezTo>
                  <a:pt x="26" y="97"/>
                  <a:pt x="26" y="97"/>
                  <a:pt x="26" y="97"/>
                </a:cubicBezTo>
                <a:cubicBezTo>
                  <a:pt x="22" y="95"/>
                  <a:pt x="22" y="95"/>
                  <a:pt x="22" y="95"/>
                </a:cubicBezTo>
                <a:cubicBezTo>
                  <a:pt x="20" y="94"/>
                  <a:pt x="20" y="91"/>
                  <a:pt x="21" y="89"/>
                </a:cubicBezTo>
                <a:cubicBezTo>
                  <a:pt x="57" y="26"/>
                  <a:pt x="57" y="26"/>
                  <a:pt x="57" y="26"/>
                </a:cubicBezTo>
                <a:cubicBezTo>
                  <a:pt x="58" y="24"/>
                  <a:pt x="61" y="23"/>
                  <a:pt x="63" y="24"/>
                </a:cubicBezTo>
                <a:cubicBezTo>
                  <a:pt x="63" y="24"/>
                  <a:pt x="63" y="24"/>
                  <a:pt x="63" y="24"/>
                </a:cubicBezTo>
                <a:cubicBezTo>
                  <a:pt x="67" y="26"/>
                  <a:pt x="67" y="26"/>
                  <a:pt x="67" y="26"/>
                </a:cubicBezTo>
                <a:cubicBezTo>
                  <a:pt x="73" y="16"/>
                  <a:pt x="73" y="16"/>
                  <a:pt x="73" y="16"/>
                </a:cubicBezTo>
                <a:cubicBezTo>
                  <a:pt x="69" y="14"/>
                  <a:pt x="69" y="14"/>
                  <a:pt x="69" y="14"/>
                </a:cubicBezTo>
                <a:cubicBezTo>
                  <a:pt x="66" y="12"/>
                  <a:pt x="65" y="8"/>
                  <a:pt x="66" y="5"/>
                </a:cubicBezTo>
                <a:cubicBezTo>
                  <a:pt x="68" y="1"/>
                  <a:pt x="72" y="0"/>
                  <a:pt x="76" y="2"/>
                </a:cubicBezTo>
                <a:cubicBezTo>
                  <a:pt x="86" y="8"/>
                  <a:pt x="96" y="14"/>
                  <a:pt x="107" y="20"/>
                </a:cubicBezTo>
                <a:cubicBezTo>
                  <a:pt x="110" y="22"/>
                  <a:pt x="111" y="26"/>
                  <a:pt x="109" y="29"/>
                </a:cubicBezTo>
                <a:cubicBezTo>
                  <a:pt x="107" y="33"/>
                  <a:pt x="103" y="34"/>
                  <a:pt x="100" y="32"/>
                </a:cubicBezTo>
                <a:cubicBezTo>
                  <a:pt x="96" y="30"/>
                  <a:pt x="96" y="30"/>
                  <a:pt x="96" y="30"/>
                </a:cubicBezTo>
                <a:cubicBezTo>
                  <a:pt x="90" y="40"/>
                  <a:pt x="90" y="40"/>
                  <a:pt x="90" y="40"/>
                </a:cubicBezTo>
                <a:cubicBezTo>
                  <a:pt x="94" y="42"/>
                  <a:pt x="94" y="42"/>
                  <a:pt x="94" y="42"/>
                </a:cubicBezTo>
                <a:cubicBezTo>
                  <a:pt x="96" y="43"/>
                  <a:pt x="97" y="46"/>
                  <a:pt x="96" y="48"/>
                </a:cubicBezTo>
                <a:cubicBezTo>
                  <a:pt x="87" y="63"/>
                  <a:pt x="87" y="63"/>
                  <a:pt x="87" y="63"/>
                </a:cubicBezTo>
                <a:cubicBezTo>
                  <a:pt x="91" y="66"/>
                  <a:pt x="93" y="71"/>
                  <a:pt x="93" y="76"/>
                </a:cubicBezTo>
                <a:cubicBezTo>
                  <a:pt x="93" y="78"/>
                  <a:pt x="93" y="80"/>
                  <a:pt x="92" y="81"/>
                </a:cubicBezTo>
                <a:close/>
                <a:moveTo>
                  <a:pt x="89" y="26"/>
                </a:moveTo>
                <a:cubicBezTo>
                  <a:pt x="89" y="26"/>
                  <a:pt x="89" y="26"/>
                  <a:pt x="89" y="26"/>
                </a:cubicBezTo>
                <a:cubicBezTo>
                  <a:pt x="86" y="24"/>
                  <a:pt x="83" y="22"/>
                  <a:pt x="80" y="20"/>
                </a:cubicBezTo>
                <a:cubicBezTo>
                  <a:pt x="74" y="30"/>
                  <a:pt x="74" y="30"/>
                  <a:pt x="74" y="30"/>
                </a:cubicBezTo>
                <a:cubicBezTo>
                  <a:pt x="83" y="36"/>
                  <a:pt x="83" y="36"/>
                  <a:pt x="83" y="36"/>
                </a:cubicBezTo>
                <a:cubicBezTo>
                  <a:pt x="89" y="26"/>
                  <a:pt x="89" y="26"/>
                  <a:pt x="89" y="26"/>
                </a:cubicBezTo>
                <a:close/>
                <a:moveTo>
                  <a:pt x="80" y="59"/>
                </a:moveTo>
                <a:cubicBezTo>
                  <a:pt x="80" y="59"/>
                  <a:pt x="80" y="59"/>
                  <a:pt x="80" y="59"/>
                </a:cubicBezTo>
                <a:cubicBezTo>
                  <a:pt x="87" y="47"/>
                  <a:pt x="87" y="47"/>
                  <a:pt x="87" y="47"/>
                </a:cubicBezTo>
                <a:cubicBezTo>
                  <a:pt x="78" y="43"/>
                  <a:pt x="70" y="38"/>
                  <a:pt x="62" y="33"/>
                </a:cubicBezTo>
                <a:cubicBezTo>
                  <a:pt x="30" y="90"/>
                  <a:pt x="30" y="90"/>
                  <a:pt x="30" y="90"/>
                </a:cubicBezTo>
                <a:cubicBezTo>
                  <a:pt x="38" y="94"/>
                  <a:pt x="46" y="99"/>
                  <a:pt x="54" y="104"/>
                </a:cubicBezTo>
                <a:cubicBezTo>
                  <a:pt x="62" y="90"/>
                  <a:pt x="62" y="90"/>
                  <a:pt x="62" y="90"/>
                </a:cubicBezTo>
                <a:cubicBezTo>
                  <a:pt x="58" y="86"/>
                  <a:pt x="56" y="81"/>
                  <a:pt x="56" y="76"/>
                </a:cubicBezTo>
                <a:cubicBezTo>
                  <a:pt x="56" y="71"/>
                  <a:pt x="58" y="66"/>
                  <a:pt x="62" y="63"/>
                </a:cubicBezTo>
                <a:cubicBezTo>
                  <a:pt x="62" y="63"/>
                  <a:pt x="62" y="63"/>
                  <a:pt x="62" y="63"/>
                </a:cubicBezTo>
                <a:cubicBezTo>
                  <a:pt x="67" y="58"/>
                  <a:pt x="73" y="57"/>
                  <a:pt x="80" y="59"/>
                </a:cubicBezTo>
                <a:close/>
                <a:moveTo>
                  <a:pt x="82" y="69"/>
                </a:moveTo>
                <a:cubicBezTo>
                  <a:pt x="82" y="69"/>
                  <a:pt x="82" y="69"/>
                  <a:pt x="82" y="69"/>
                </a:cubicBezTo>
                <a:cubicBezTo>
                  <a:pt x="78" y="65"/>
                  <a:pt x="71" y="65"/>
                  <a:pt x="67" y="69"/>
                </a:cubicBezTo>
                <a:cubicBezTo>
                  <a:pt x="67" y="69"/>
                  <a:pt x="67" y="69"/>
                  <a:pt x="67" y="69"/>
                </a:cubicBezTo>
                <a:cubicBezTo>
                  <a:pt x="67" y="69"/>
                  <a:pt x="67" y="69"/>
                  <a:pt x="67" y="69"/>
                </a:cubicBezTo>
                <a:cubicBezTo>
                  <a:pt x="65" y="71"/>
                  <a:pt x="64" y="73"/>
                  <a:pt x="64" y="76"/>
                </a:cubicBezTo>
                <a:cubicBezTo>
                  <a:pt x="64" y="82"/>
                  <a:pt x="69" y="86"/>
                  <a:pt x="75" y="86"/>
                </a:cubicBezTo>
                <a:cubicBezTo>
                  <a:pt x="77" y="86"/>
                  <a:pt x="80" y="85"/>
                  <a:pt x="82" y="83"/>
                </a:cubicBezTo>
                <a:cubicBezTo>
                  <a:pt x="82" y="83"/>
                  <a:pt x="82" y="83"/>
                  <a:pt x="82" y="83"/>
                </a:cubicBezTo>
                <a:cubicBezTo>
                  <a:pt x="84" y="81"/>
                  <a:pt x="85" y="79"/>
                  <a:pt x="85" y="76"/>
                </a:cubicBezTo>
                <a:cubicBezTo>
                  <a:pt x="85" y="73"/>
                  <a:pt x="84" y="71"/>
                  <a:pt x="82" y="69"/>
                </a:cubicBezTo>
                <a:cubicBezTo>
                  <a:pt x="82" y="69"/>
                  <a:pt x="82" y="69"/>
                  <a:pt x="82" y="69"/>
                </a:cubicBezTo>
                <a:close/>
                <a:moveTo>
                  <a:pt x="33" y="101"/>
                </a:moveTo>
                <a:cubicBezTo>
                  <a:pt x="33" y="101"/>
                  <a:pt x="33" y="101"/>
                  <a:pt x="33" y="101"/>
                </a:cubicBezTo>
                <a:cubicBezTo>
                  <a:pt x="31" y="104"/>
                  <a:pt x="31" y="104"/>
                  <a:pt x="31" y="104"/>
                </a:cubicBezTo>
                <a:cubicBezTo>
                  <a:pt x="41" y="109"/>
                  <a:pt x="41" y="109"/>
                  <a:pt x="41" y="109"/>
                </a:cubicBezTo>
                <a:cubicBezTo>
                  <a:pt x="42" y="106"/>
                  <a:pt x="42" y="106"/>
                  <a:pt x="42" y="106"/>
                </a:cubicBezTo>
                <a:cubicBezTo>
                  <a:pt x="33" y="101"/>
                  <a:pt x="33" y="101"/>
                  <a:pt x="33" y="101"/>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0" name="Freeform 12"/>
          <p:cNvSpPr>
            <a:spLocks noEditPoints="1"/>
          </p:cNvSpPr>
          <p:nvPr/>
        </p:nvSpPr>
        <p:spPr bwMode="auto">
          <a:xfrm>
            <a:off x="134107" y="2472073"/>
            <a:ext cx="130548" cy="187604"/>
          </a:xfrm>
          <a:custGeom>
            <a:avLst/>
            <a:gdLst>
              <a:gd name="T0" fmla="*/ 3 w 121"/>
              <a:gd name="T1" fmla="*/ 119 h 174"/>
              <a:gd name="T2" fmla="*/ 23 w 121"/>
              <a:gd name="T3" fmla="*/ 115 h 174"/>
              <a:gd name="T4" fmla="*/ 38 w 121"/>
              <a:gd name="T5" fmla="*/ 74 h 174"/>
              <a:gd name="T6" fmla="*/ 38 w 121"/>
              <a:gd name="T7" fmla="*/ 74 h 174"/>
              <a:gd name="T8" fmla="*/ 38 w 121"/>
              <a:gd name="T9" fmla="*/ 29 h 174"/>
              <a:gd name="T10" fmla="*/ 54 w 121"/>
              <a:gd name="T11" fmla="*/ 21 h 174"/>
              <a:gd name="T12" fmla="*/ 60 w 121"/>
              <a:gd name="T13" fmla="*/ 0 h 174"/>
              <a:gd name="T14" fmla="*/ 67 w 121"/>
              <a:gd name="T15" fmla="*/ 21 h 174"/>
              <a:gd name="T16" fmla="*/ 92 w 121"/>
              <a:gd name="T17" fmla="*/ 51 h 174"/>
              <a:gd name="T18" fmla="*/ 82 w 121"/>
              <a:gd name="T19" fmla="*/ 74 h 174"/>
              <a:gd name="T20" fmla="*/ 98 w 121"/>
              <a:gd name="T21" fmla="*/ 115 h 174"/>
              <a:gd name="T22" fmla="*/ 117 w 121"/>
              <a:gd name="T23" fmla="*/ 119 h 174"/>
              <a:gd name="T24" fmla="*/ 102 w 121"/>
              <a:gd name="T25" fmla="*/ 124 h 174"/>
              <a:gd name="T26" fmla="*/ 116 w 121"/>
              <a:gd name="T27" fmla="*/ 159 h 174"/>
              <a:gd name="T28" fmla="*/ 120 w 121"/>
              <a:gd name="T29" fmla="*/ 168 h 174"/>
              <a:gd name="T30" fmla="*/ 113 w 121"/>
              <a:gd name="T31" fmla="*/ 171 h 174"/>
              <a:gd name="T32" fmla="*/ 108 w 121"/>
              <a:gd name="T33" fmla="*/ 162 h 174"/>
              <a:gd name="T34" fmla="*/ 87 w 121"/>
              <a:gd name="T35" fmla="*/ 124 h 174"/>
              <a:gd name="T36" fmla="*/ 67 w 121"/>
              <a:gd name="T37" fmla="*/ 129 h 174"/>
              <a:gd name="T38" fmla="*/ 54 w 121"/>
              <a:gd name="T39" fmla="*/ 129 h 174"/>
              <a:gd name="T40" fmla="*/ 34 w 121"/>
              <a:gd name="T41" fmla="*/ 124 h 174"/>
              <a:gd name="T42" fmla="*/ 13 w 121"/>
              <a:gd name="T43" fmla="*/ 162 h 174"/>
              <a:gd name="T44" fmla="*/ 8 w 121"/>
              <a:gd name="T45" fmla="*/ 171 h 174"/>
              <a:gd name="T46" fmla="*/ 1 w 121"/>
              <a:gd name="T47" fmla="*/ 168 h 174"/>
              <a:gd name="T48" fmla="*/ 5 w 121"/>
              <a:gd name="T49" fmla="*/ 159 h 174"/>
              <a:gd name="T50" fmla="*/ 19 w 121"/>
              <a:gd name="T51" fmla="*/ 124 h 174"/>
              <a:gd name="T52" fmla="*/ 54 w 121"/>
              <a:gd name="T53" fmla="*/ 115 h 174"/>
              <a:gd name="T54" fmla="*/ 54 w 121"/>
              <a:gd name="T55" fmla="*/ 110 h 174"/>
              <a:gd name="T56" fmla="*/ 67 w 121"/>
              <a:gd name="T57" fmla="*/ 110 h 174"/>
              <a:gd name="T58" fmla="*/ 83 w 121"/>
              <a:gd name="T59" fmla="*/ 115 h 174"/>
              <a:gd name="T60" fmla="*/ 54 w 121"/>
              <a:gd name="T61" fmla="*/ 82 h 174"/>
              <a:gd name="T62" fmla="*/ 54 w 121"/>
              <a:gd name="T63" fmla="*/ 115 h 174"/>
              <a:gd name="T64" fmla="*/ 73 w 121"/>
              <a:gd name="T65" fmla="*/ 39 h 174"/>
              <a:gd name="T66" fmla="*/ 48 w 121"/>
              <a:gd name="T67" fmla="*/ 39 h 174"/>
              <a:gd name="T68" fmla="*/ 48 w 121"/>
              <a:gd name="T69" fmla="*/ 64 h 174"/>
              <a:gd name="T70" fmla="*/ 68 w 121"/>
              <a:gd name="T71" fmla="*/ 68 h 174"/>
              <a:gd name="T72" fmla="*/ 73 w 121"/>
              <a:gd name="T73" fmla="*/ 64 h 174"/>
              <a:gd name="T74" fmla="*/ 73 w 121"/>
              <a:gd name="T75" fmla="*/ 39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1" h="174">
                <a:moveTo>
                  <a:pt x="8" y="124"/>
                </a:moveTo>
                <a:cubicBezTo>
                  <a:pt x="5" y="124"/>
                  <a:pt x="3" y="122"/>
                  <a:pt x="3" y="119"/>
                </a:cubicBezTo>
                <a:cubicBezTo>
                  <a:pt x="3" y="117"/>
                  <a:pt x="5" y="115"/>
                  <a:pt x="8" y="115"/>
                </a:cubicBezTo>
                <a:cubicBezTo>
                  <a:pt x="23" y="115"/>
                  <a:pt x="23" y="115"/>
                  <a:pt x="23" y="115"/>
                </a:cubicBezTo>
                <a:cubicBezTo>
                  <a:pt x="42" y="77"/>
                  <a:pt x="42" y="77"/>
                  <a:pt x="42" y="77"/>
                </a:cubicBezTo>
                <a:cubicBezTo>
                  <a:pt x="41" y="76"/>
                  <a:pt x="40" y="75"/>
                  <a:pt x="38" y="74"/>
                </a:cubicBezTo>
                <a:cubicBezTo>
                  <a:pt x="38" y="74"/>
                  <a:pt x="38" y="74"/>
                  <a:pt x="38" y="74"/>
                </a:cubicBezTo>
                <a:cubicBezTo>
                  <a:pt x="38" y="74"/>
                  <a:pt x="38" y="74"/>
                  <a:pt x="38" y="74"/>
                </a:cubicBezTo>
                <a:cubicBezTo>
                  <a:pt x="33" y="68"/>
                  <a:pt x="29" y="60"/>
                  <a:pt x="29" y="51"/>
                </a:cubicBezTo>
                <a:cubicBezTo>
                  <a:pt x="29" y="43"/>
                  <a:pt x="33" y="35"/>
                  <a:pt x="38" y="29"/>
                </a:cubicBezTo>
                <a:cubicBezTo>
                  <a:pt x="39" y="29"/>
                  <a:pt x="39" y="29"/>
                  <a:pt x="39" y="29"/>
                </a:cubicBezTo>
                <a:cubicBezTo>
                  <a:pt x="43" y="25"/>
                  <a:pt x="48" y="22"/>
                  <a:pt x="54" y="21"/>
                </a:cubicBezTo>
                <a:cubicBezTo>
                  <a:pt x="54" y="7"/>
                  <a:pt x="54" y="7"/>
                  <a:pt x="54" y="7"/>
                </a:cubicBezTo>
                <a:cubicBezTo>
                  <a:pt x="54" y="3"/>
                  <a:pt x="57" y="0"/>
                  <a:pt x="60" y="0"/>
                </a:cubicBezTo>
                <a:cubicBezTo>
                  <a:pt x="64" y="0"/>
                  <a:pt x="67" y="3"/>
                  <a:pt x="67" y="7"/>
                </a:cubicBezTo>
                <a:cubicBezTo>
                  <a:pt x="67" y="21"/>
                  <a:pt x="67" y="21"/>
                  <a:pt x="67" y="21"/>
                </a:cubicBezTo>
                <a:cubicBezTo>
                  <a:pt x="73" y="22"/>
                  <a:pt x="78" y="25"/>
                  <a:pt x="82" y="29"/>
                </a:cubicBezTo>
                <a:cubicBezTo>
                  <a:pt x="88" y="35"/>
                  <a:pt x="92" y="43"/>
                  <a:pt x="92" y="51"/>
                </a:cubicBezTo>
                <a:cubicBezTo>
                  <a:pt x="92" y="60"/>
                  <a:pt x="88" y="68"/>
                  <a:pt x="82" y="74"/>
                </a:cubicBezTo>
                <a:cubicBezTo>
                  <a:pt x="82" y="74"/>
                  <a:pt x="82" y="74"/>
                  <a:pt x="82" y="74"/>
                </a:cubicBezTo>
                <a:cubicBezTo>
                  <a:pt x="81" y="75"/>
                  <a:pt x="80" y="76"/>
                  <a:pt x="79" y="77"/>
                </a:cubicBezTo>
                <a:cubicBezTo>
                  <a:pt x="98" y="115"/>
                  <a:pt x="98" y="115"/>
                  <a:pt x="98" y="115"/>
                </a:cubicBezTo>
                <a:cubicBezTo>
                  <a:pt x="113" y="115"/>
                  <a:pt x="113" y="115"/>
                  <a:pt x="113" y="115"/>
                </a:cubicBezTo>
                <a:cubicBezTo>
                  <a:pt x="116" y="115"/>
                  <a:pt x="117" y="117"/>
                  <a:pt x="117" y="119"/>
                </a:cubicBezTo>
                <a:cubicBezTo>
                  <a:pt x="117" y="122"/>
                  <a:pt x="116" y="124"/>
                  <a:pt x="113" y="124"/>
                </a:cubicBezTo>
                <a:cubicBezTo>
                  <a:pt x="102" y="124"/>
                  <a:pt x="102" y="124"/>
                  <a:pt x="102" y="124"/>
                </a:cubicBezTo>
                <a:cubicBezTo>
                  <a:pt x="116" y="153"/>
                  <a:pt x="116" y="153"/>
                  <a:pt x="116" y="153"/>
                </a:cubicBezTo>
                <a:cubicBezTo>
                  <a:pt x="117" y="155"/>
                  <a:pt x="117" y="157"/>
                  <a:pt x="116" y="159"/>
                </a:cubicBezTo>
                <a:cubicBezTo>
                  <a:pt x="117" y="162"/>
                  <a:pt x="117" y="162"/>
                  <a:pt x="117" y="162"/>
                </a:cubicBezTo>
                <a:cubicBezTo>
                  <a:pt x="120" y="168"/>
                  <a:pt x="120" y="168"/>
                  <a:pt x="120" y="168"/>
                </a:cubicBezTo>
                <a:cubicBezTo>
                  <a:pt x="121" y="170"/>
                  <a:pt x="120" y="172"/>
                  <a:pt x="118" y="173"/>
                </a:cubicBezTo>
                <a:cubicBezTo>
                  <a:pt x="116" y="174"/>
                  <a:pt x="114" y="173"/>
                  <a:pt x="113" y="171"/>
                </a:cubicBezTo>
                <a:cubicBezTo>
                  <a:pt x="110" y="165"/>
                  <a:pt x="110" y="165"/>
                  <a:pt x="110" y="165"/>
                </a:cubicBezTo>
                <a:cubicBezTo>
                  <a:pt x="108" y="162"/>
                  <a:pt x="108" y="162"/>
                  <a:pt x="108" y="162"/>
                </a:cubicBezTo>
                <a:cubicBezTo>
                  <a:pt x="106" y="162"/>
                  <a:pt x="104" y="160"/>
                  <a:pt x="103" y="158"/>
                </a:cubicBezTo>
                <a:cubicBezTo>
                  <a:pt x="87" y="124"/>
                  <a:pt x="87" y="124"/>
                  <a:pt x="87" y="124"/>
                </a:cubicBezTo>
                <a:cubicBezTo>
                  <a:pt x="67" y="124"/>
                  <a:pt x="67" y="124"/>
                  <a:pt x="67" y="124"/>
                </a:cubicBezTo>
                <a:cubicBezTo>
                  <a:pt x="67" y="129"/>
                  <a:pt x="67" y="129"/>
                  <a:pt x="67" y="129"/>
                </a:cubicBezTo>
                <a:cubicBezTo>
                  <a:pt x="67" y="132"/>
                  <a:pt x="64" y="136"/>
                  <a:pt x="60" y="136"/>
                </a:cubicBezTo>
                <a:cubicBezTo>
                  <a:pt x="57" y="136"/>
                  <a:pt x="54" y="132"/>
                  <a:pt x="54" y="129"/>
                </a:cubicBezTo>
                <a:cubicBezTo>
                  <a:pt x="54" y="124"/>
                  <a:pt x="54" y="124"/>
                  <a:pt x="54" y="124"/>
                </a:cubicBezTo>
                <a:cubicBezTo>
                  <a:pt x="34" y="124"/>
                  <a:pt x="34" y="124"/>
                  <a:pt x="34" y="124"/>
                </a:cubicBezTo>
                <a:cubicBezTo>
                  <a:pt x="17" y="158"/>
                  <a:pt x="17" y="158"/>
                  <a:pt x="17" y="158"/>
                </a:cubicBezTo>
                <a:cubicBezTo>
                  <a:pt x="16" y="160"/>
                  <a:pt x="15" y="162"/>
                  <a:pt x="13" y="162"/>
                </a:cubicBezTo>
                <a:cubicBezTo>
                  <a:pt x="11" y="165"/>
                  <a:pt x="11" y="165"/>
                  <a:pt x="11" y="165"/>
                </a:cubicBezTo>
                <a:cubicBezTo>
                  <a:pt x="8" y="171"/>
                  <a:pt x="8" y="171"/>
                  <a:pt x="8" y="171"/>
                </a:cubicBezTo>
                <a:cubicBezTo>
                  <a:pt x="7" y="173"/>
                  <a:pt x="5" y="174"/>
                  <a:pt x="3" y="173"/>
                </a:cubicBezTo>
                <a:cubicBezTo>
                  <a:pt x="1" y="172"/>
                  <a:pt x="0" y="170"/>
                  <a:pt x="1" y="168"/>
                </a:cubicBezTo>
                <a:cubicBezTo>
                  <a:pt x="4" y="162"/>
                  <a:pt x="4" y="162"/>
                  <a:pt x="4" y="162"/>
                </a:cubicBezTo>
                <a:cubicBezTo>
                  <a:pt x="5" y="159"/>
                  <a:pt x="5" y="159"/>
                  <a:pt x="5" y="159"/>
                </a:cubicBezTo>
                <a:cubicBezTo>
                  <a:pt x="4" y="157"/>
                  <a:pt x="4" y="155"/>
                  <a:pt x="5" y="153"/>
                </a:cubicBezTo>
                <a:cubicBezTo>
                  <a:pt x="19" y="124"/>
                  <a:pt x="19" y="124"/>
                  <a:pt x="19" y="124"/>
                </a:cubicBezTo>
                <a:cubicBezTo>
                  <a:pt x="8" y="124"/>
                  <a:pt x="8" y="124"/>
                  <a:pt x="8" y="124"/>
                </a:cubicBezTo>
                <a:close/>
                <a:moveTo>
                  <a:pt x="54" y="115"/>
                </a:moveTo>
                <a:cubicBezTo>
                  <a:pt x="54" y="115"/>
                  <a:pt x="54" y="115"/>
                  <a:pt x="54" y="115"/>
                </a:cubicBezTo>
                <a:cubicBezTo>
                  <a:pt x="54" y="110"/>
                  <a:pt x="54" y="110"/>
                  <a:pt x="54" y="110"/>
                </a:cubicBezTo>
                <a:cubicBezTo>
                  <a:pt x="54" y="107"/>
                  <a:pt x="57" y="103"/>
                  <a:pt x="60" y="103"/>
                </a:cubicBezTo>
                <a:cubicBezTo>
                  <a:pt x="64" y="103"/>
                  <a:pt x="67" y="107"/>
                  <a:pt x="67" y="110"/>
                </a:cubicBezTo>
                <a:cubicBezTo>
                  <a:pt x="67" y="115"/>
                  <a:pt x="67" y="115"/>
                  <a:pt x="67" y="115"/>
                </a:cubicBezTo>
                <a:cubicBezTo>
                  <a:pt x="83" y="115"/>
                  <a:pt x="83" y="115"/>
                  <a:pt x="83" y="115"/>
                </a:cubicBezTo>
                <a:cubicBezTo>
                  <a:pt x="67" y="82"/>
                  <a:pt x="67" y="82"/>
                  <a:pt x="67" y="82"/>
                </a:cubicBezTo>
                <a:cubicBezTo>
                  <a:pt x="63" y="83"/>
                  <a:pt x="58" y="83"/>
                  <a:pt x="54" y="82"/>
                </a:cubicBezTo>
                <a:cubicBezTo>
                  <a:pt x="38" y="115"/>
                  <a:pt x="38" y="115"/>
                  <a:pt x="38" y="115"/>
                </a:cubicBezTo>
                <a:cubicBezTo>
                  <a:pt x="54" y="115"/>
                  <a:pt x="54" y="115"/>
                  <a:pt x="54" y="115"/>
                </a:cubicBezTo>
                <a:close/>
                <a:moveTo>
                  <a:pt x="73" y="39"/>
                </a:moveTo>
                <a:cubicBezTo>
                  <a:pt x="73" y="39"/>
                  <a:pt x="73" y="39"/>
                  <a:pt x="73" y="39"/>
                </a:cubicBezTo>
                <a:cubicBezTo>
                  <a:pt x="66" y="32"/>
                  <a:pt x="55" y="32"/>
                  <a:pt x="48" y="39"/>
                </a:cubicBezTo>
                <a:cubicBezTo>
                  <a:pt x="48" y="39"/>
                  <a:pt x="48" y="39"/>
                  <a:pt x="48" y="39"/>
                </a:cubicBezTo>
                <a:cubicBezTo>
                  <a:pt x="45" y="42"/>
                  <a:pt x="43" y="47"/>
                  <a:pt x="43" y="51"/>
                </a:cubicBezTo>
                <a:cubicBezTo>
                  <a:pt x="43" y="56"/>
                  <a:pt x="45" y="61"/>
                  <a:pt x="48" y="64"/>
                </a:cubicBezTo>
                <a:cubicBezTo>
                  <a:pt x="53" y="69"/>
                  <a:pt x="61" y="71"/>
                  <a:pt x="67" y="68"/>
                </a:cubicBezTo>
                <a:cubicBezTo>
                  <a:pt x="68" y="68"/>
                  <a:pt x="68" y="68"/>
                  <a:pt x="68" y="68"/>
                </a:cubicBezTo>
                <a:cubicBezTo>
                  <a:pt x="69" y="67"/>
                  <a:pt x="71" y="66"/>
                  <a:pt x="73" y="64"/>
                </a:cubicBezTo>
                <a:cubicBezTo>
                  <a:pt x="73" y="64"/>
                  <a:pt x="73" y="64"/>
                  <a:pt x="73" y="64"/>
                </a:cubicBezTo>
                <a:cubicBezTo>
                  <a:pt x="76" y="61"/>
                  <a:pt x="78" y="56"/>
                  <a:pt x="78" y="51"/>
                </a:cubicBezTo>
                <a:cubicBezTo>
                  <a:pt x="78" y="47"/>
                  <a:pt x="76" y="42"/>
                  <a:pt x="73" y="39"/>
                </a:cubicBezTo>
                <a:cubicBezTo>
                  <a:pt x="73" y="39"/>
                  <a:pt x="73" y="39"/>
                  <a:pt x="73" y="39"/>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1" name="Freeform 13"/>
          <p:cNvSpPr>
            <a:spLocks noEditPoints="1"/>
          </p:cNvSpPr>
          <p:nvPr/>
        </p:nvSpPr>
        <p:spPr bwMode="auto">
          <a:xfrm>
            <a:off x="93026" y="1695727"/>
            <a:ext cx="212710" cy="176648"/>
          </a:xfrm>
          <a:custGeom>
            <a:avLst/>
            <a:gdLst>
              <a:gd name="T0" fmla="*/ 111 w 197"/>
              <a:gd name="T1" fmla="*/ 11 h 164"/>
              <a:gd name="T2" fmla="*/ 0 w 197"/>
              <a:gd name="T3" fmla="*/ 15 h 164"/>
              <a:gd name="T4" fmla="*/ 105 w 197"/>
              <a:gd name="T5" fmla="*/ 164 h 164"/>
              <a:gd name="T6" fmla="*/ 136 w 197"/>
              <a:gd name="T7" fmla="*/ 159 h 164"/>
              <a:gd name="T8" fmla="*/ 196 w 197"/>
              <a:gd name="T9" fmla="*/ 142 h 164"/>
              <a:gd name="T10" fmla="*/ 52 w 197"/>
              <a:gd name="T11" fmla="*/ 150 h 164"/>
              <a:gd name="T12" fmla="*/ 52 w 197"/>
              <a:gd name="T13" fmla="*/ 22 h 164"/>
              <a:gd name="T14" fmla="*/ 99 w 197"/>
              <a:gd name="T15" fmla="*/ 150 h 164"/>
              <a:gd name="T16" fmla="*/ 99 w 197"/>
              <a:gd name="T17" fmla="*/ 22 h 164"/>
              <a:gd name="T18" fmla="*/ 147 w 197"/>
              <a:gd name="T19" fmla="*/ 149 h 164"/>
              <a:gd name="T20" fmla="*/ 181 w 197"/>
              <a:gd name="T21" fmla="*/ 139 h 164"/>
              <a:gd name="T22" fmla="*/ 23 w 197"/>
              <a:gd name="T23" fmla="*/ 133 h 164"/>
              <a:gd name="T24" fmla="*/ 42 w 197"/>
              <a:gd name="T25" fmla="*/ 134 h 164"/>
              <a:gd name="T26" fmla="*/ 43 w 197"/>
              <a:gd name="T27" fmla="*/ 114 h 164"/>
              <a:gd name="T28" fmla="*/ 23 w 197"/>
              <a:gd name="T29" fmla="*/ 114 h 164"/>
              <a:gd name="T30" fmla="*/ 29 w 197"/>
              <a:gd name="T31" fmla="*/ 120 h 164"/>
              <a:gd name="T32" fmla="*/ 37 w 197"/>
              <a:gd name="T33" fmla="*/ 120 h 164"/>
              <a:gd name="T34" fmla="*/ 37 w 197"/>
              <a:gd name="T35" fmla="*/ 128 h 164"/>
              <a:gd name="T36" fmla="*/ 29 w 197"/>
              <a:gd name="T37" fmla="*/ 127 h 164"/>
              <a:gd name="T38" fmla="*/ 32 w 197"/>
              <a:gd name="T39" fmla="*/ 91 h 164"/>
              <a:gd name="T40" fmla="*/ 36 w 197"/>
              <a:gd name="T41" fmla="*/ 38 h 164"/>
              <a:gd name="T42" fmla="*/ 28 w 197"/>
              <a:gd name="T43" fmla="*/ 87 h 164"/>
              <a:gd name="T44" fmla="*/ 134 w 197"/>
              <a:gd name="T45" fmla="*/ 31 h 164"/>
              <a:gd name="T46" fmla="*/ 149 w 197"/>
              <a:gd name="T47" fmla="*/ 86 h 164"/>
              <a:gd name="T48" fmla="*/ 134 w 197"/>
              <a:gd name="T49" fmla="*/ 31 h 164"/>
              <a:gd name="T50" fmla="*/ 69 w 197"/>
              <a:gd name="T51" fmla="*/ 133 h 164"/>
              <a:gd name="T52" fmla="*/ 88 w 197"/>
              <a:gd name="T53" fmla="*/ 133 h 164"/>
              <a:gd name="T54" fmla="*/ 79 w 197"/>
              <a:gd name="T55" fmla="*/ 110 h 164"/>
              <a:gd name="T56" fmla="*/ 65 w 197"/>
              <a:gd name="T57" fmla="*/ 124 h 164"/>
              <a:gd name="T58" fmla="*/ 75 w 197"/>
              <a:gd name="T59" fmla="*/ 120 h 164"/>
              <a:gd name="T60" fmla="*/ 82 w 197"/>
              <a:gd name="T61" fmla="*/ 120 h 164"/>
              <a:gd name="T62" fmla="*/ 82 w 197"/>
              <a:gd name="T63" fmla="*/ 128 h 164"/>
              <a:gd name="T64" fmla="*/ 74 w 197"/>
              <a:gd name="T65" fmla="*/ 127 h 164"/>
              <a:gd name="T66" fmla="*/ 81 w 197"/>
              <a:gd name="T67" fmla="*/ 91 h 164"/>
              <a:gd name="T68" fmla="*/ 85 w 197"/>
              <a:gd name="T69" fmla="*/ 38 h 164"/>
              <a:gd name="T70" fmla="*/ 77 w 197"/>
              <a:gd name="T71" fmla="*/ 87 h 164"/>
              <a:gd name="T72" fmla="*/ 148 w 197"/>
              <a:gd name="T73" fmla="*/ 109 h 164"/>
              <a:gd name="T74" fmla="*/ 148 w 197"/>
              <a:gd name="T75" fmla="*/ 128 h 164"/>
              <a:gd name="T76" fmla="*/ 167 w 197"/>
              <a:gd name="T77" fmla="*/ 128 h 164"/>
              <a:gd name="T78" fmla="*/ 168 w 197"/>
              <a:gd name="T79" fmla="*/ 109 h 164"/>
              <a:gd name="T80" fmla="*/ 158 w 197"/>
              <a:gd name="T81" fmla="*/ 105 h 164"/>
              <a:gd name="T82" fmla="*/ 154 w 197"/>
              <a:gd name="T83" fmla="*/ 114 h 164"/>
              <a:gd name="T84" fmla="*/ 163 w 197"/>
              <a:gd name="T85" fmla="*/ 118 h 164"/>
              <a:gd name="T86" fmla="*/ 154 w 197"/>
              <a:gd name="T87" fmla="*/ 122 h 164"/>
              <a:gd name="T88" fmla="*/ 154 w 197"/>
              <a:gd name="T89" fmla="*/ 114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97" h="164">
                <a:moveTo>
                  <a:pt x="159" y="6"/>
                </a:moveTo>
                <a:cubicBezTo>
                  <a:pt x="158" y="2"/>
                  <a:pt x="155" y="0"/>
                  <a:pt x="151" y="1"/>
                </a:cubicBezTo>
                <a:cubicBezTo>
                  <a:pt x="111" y="11"/>
                  <a:pt x="111" y="11"/>
                  <a:pt x="111" y="11"/>
                </a:cubicBezTo>
                <a:cubicBezTo>
                  <a:pt x="110" y="10"/>
                  <a:pt x="108" y="8"/>
                  <a:pt x="105" y="8"/>
                </a:cubicBezTo>
                <a:cubicBezTo>
                  <a:pt x="7" y="8"/>
                  <a:pt x="7" y="8"/>
                  <a:pt x="7" y="8"/>
                </a:cubicBezTo>
                <a:cubicBezTo>
                  <a:pt x="3" y="8"/>
                  <a:pt x="0" y="11"/>
                  <a:pt x="0" y="15"/>
                </a:cubicBezTo>
                <a:cubicBezTo>
                  <a:pt x="0" y="157"/>
                  <a:pt x="0" y="157"/>
                  <a:pt x="0" y="157"/>
                </a:cubicBezTo>
                <a:cubicBezTo>
                  <a:pt x="0" y="161"/>
                  <a:pt x="3" y="164"/>
                  <a:pt x="7" y="164"/>
                </a:cubicBezTo>
                <a:cubicBezTo>
                  <a:pt x="105" y="164"/>
                  <a:pt x="105" y="164"/>
                  <a:pt x="105" y="164"/>
                </a:cubicBezTo>
                <a:cubicBezTo>
                  <a:pt x="109" y="164"/>
                  <a:pt x="112" y="161"/>
                  <a:pt x="112" y="157"/>
                </a:cubicBezTo>
                <a:cubicBezTo>
                  <a:pt x="112" y="71"/>
                  <a:pt x="112" y="71"/>
                  <a:pt x="112" y="71"/>
                </a:cubicBezTo>
                <a:cubicBezTo>
                  <a:pt x="136" y="159"/>
                  <a:pt x="136" y="159"/>
                  <a:pt x="136" y="159"/>
                </a:cubicBezTo>
                <a:cubicBezTo>
                  <a:pt x="136" y="162"/>
                  <a:pt x="140" y="164"/>
                  <a:pt x="144" y="163"/>
                </a:cubicBezTo>
                <a:cubicBezTo>
                  <a:pt x="191" y="151"/>
                  <a:pt x="191" y="151"/>
                  <a:pt x="191" y="151"/>
                </a:cubicBezTo>
                <a:cubicBezTo>
                  <a:pt x="195" y="150"/>
                  <a:pt x="197" y="146"/>
                  <a:pt x="196" y="142"/>
                </a:cubicBezTo>
                <a:cubicBezTo>
                  <a:pt x="159" y="6"/>
                  <a:pt x="159" y="6"/>
                  <a:pt x="159" y="6"/>
                </a:cubicBezTo>
                <a:close/>
                <a:moveTo>
                  <a:pt x="52" y="150"/>
                </a:moveTo>
                <a:cubicBezTo>
                  <a:pt x="52" y="150"/>
                  <a:pt x="52" y="150"/>
                  <a:pt x="52" y="150"/>
                </a:cubicBezTo>
                <a:cubicBezTo>
                  <a:pt x="14" y="150"/>
                  <a:pt x="14" y="150"/>
                  <a:pt x="14" y="150"/>
                </a:cubicBezTo>
                <a:cubicBezTo>
                  <a:pt x="14" y="22"/>
                  <a:pt x="14" y="22"/>
                  <a:pt x="14" y="22"/>
                </a:cubicBezTo>
                <a:cubicBezTo>
                  <a:pt x="52" y="22"/>
                  <a:pt x="52" y="22"/>
                  <a:pt x="52" y="22"/>
                </a:cubicBezTo>
                <a:cubicBezTo>
                  <a:pt x="52" y="150"/>
                  <a:pt x="52" y="150"/>
                  <a:pt x="52" y="150"/>
                </a:cubicBezTo>
                <a:close/>
                <a:moveTo>
                  <a:pt x="99" y="150"/>
                </a:moveTo>
                <a:cubicBezTo>
                  <a:pt x="99" y="150"/>
                  <a:pt x="99" y="150"/>
                  <a:pt x="99" y="150"/>
                </a:cubicBezTo>
                <a:cubicBezTo>
                  <a:pt x="60" y="150"/>
                  <a:pt x="60" y="150"/>
                  <a:pt x="60" y="150"/>
                </a:cubicBezTo>
                <a:cubicBezTo>
                  <a:pt x="60" y="22"/>
                  <a:pt x="60" y="22"/>
                  <a:pt x="60" y="22"/>
                </a:cubicBezTo>
                <a:cubicBezTo>
                  <a:pt x="99" y="22"/>
                  <a:pt x="99" y="22"/>
                  <a:pt x="99" y="22"/>
                </a:cubicBezTo>
                <a:cubicBezTo>
                  <a:pt x="99" y="150"/>
                  <a:pt x="99" y="150"/>
                  <a:pt x="99" y="150"/>
                </a:cubicBezTo>
                <a:close/>
                <a:moveTo>
                  <a:pt x="147" y="149"/>
                </a:moveTo>
                <a:cubicBezTo>
                  <a:pt x="147" y="149"/>
                  <a:pt x="147" y="149"/>
                  <a:pt x="147" y="149"/>
                </a:cubicBezTo>
                <a:cubicBezTo>
                  <a:pt x="114" y="25"/>
                  <a:pt x="114" y="25"/>
                  <a:pt x="114" y="25"/>
                </a:cubicBezTo>
                <a:cubicBezTo>
                  <a:pt x="148" y="16"/>
                  <a:pt x="148" y="16"/>
                  <a:pt x="148" y="16"/>
                </a:cubicBezTo>
                <a:cubicBezTo>
                  <a:pt x="181" y="139"/>
                  <a:pt x="181" y="139"/>
                  <a:pt x="181" y="139"/>
                </a:cubicBezTo>
                <a:cubicBezTo>
                  <a:pt x="147" y="149"/>
                  <a:pt x="147" y="149"/>
                  <a:pt x="147" y="149"/>
                </a:cubicBezTo>
                <a:close/>
                <a:moveTo>
                  <a:pt x="23" y="133"/>
                </a:moveTo>
                <a:cubicBezTo>
                  <a:pt x="23" y="133"/>
                  <a:pt x="23" y="133"/>
                  <a:pt x="23" y="133"/>
                </a:cubicBezTo>
                <a:cubicBezTo>
                  <a:pt x="23" y="133"/>
                  <a:pt x="23" y="133"/>
                  <a:pt x="23" y="133"/>
                </a:cubicBezTo>
                <a:cubicBezTo>
                  <a:pt x="26" y="136"/>
                  <a:pt x="29" y="137"/>
                  <a:pt x="33" y="137"/>
                </a:cubicBezTo>
                <a:cubicBezTo>
                  <a:pt x="37" y="137"/>
                  <a:pt x="40" y="136"/>
                  <a:pt x="42" y="134"/>
                </a:cubicBezTo>
                <a:cubicBezTo>
                  <a:pt x="43" y="133"/>
                  <a:pt x="43" y="133"/>
                  <a:pt x="43" y="133"/>
                </a:cubicBezTo>
                <a:cubicBezTo>
                  <a:pt x="45" y="131"/>
                  <a:pt x="47" y="127"/>
                  <a:pt x="47" y="124"/>
                </a:cubicBezTo>
                <a:cubicBezTo>
                  <a:pt x="47" y="120"/>
                  <a:pt x="45" y="116"/>
                  <a:pt x="43" y="114"/>
                </a:cubicBezTo>
                <a:cubicBezTo>
                  <a:pt x="42" y="114"/>
                  <a:pt x="42" y="114"/>
                  <a:pt x="42" y="114"/>
                </a:cubicBezTo>
                <a:cubicBezTo>
                  <a:pt x="40" y="112"/>
                  <a:pt x="37" y="110"/>
                  <a:pt x="33" y="110"/>
                </a:cubicBezTo>
                <a:cubicBezTo>
                  <a:pt x="29" y="110"/>
                  <a:pt x="26" y="112"/>
                  <a:pt x="23" y="114"/>
                </a:cubicBezTo>
                <a:cubicBezTo>
                  <a:pt x="21" y="116"/>
                  <a:pt x="19" y="120"/>
                  <a:pt x="19" y="124"/>
                </a:cubicBezTo>
                <a:cubicBezTo>
                  <a:pt x="19" y="127"/>
                  <a:pt x="21" y="131"/>
                  <a:pt x="23" y="133"/>
                </a:cubicBezTo>
                <a:close/>
                <a:moveTo>
                  <a:pt x="29" y="120"/>
                </a:moveTo>
                <a:cubicBezTo>
                  <a:pt x="29" y="120"/>
                  <a:pt x="29" y="120"/>
                  <a:pt x="29" y="120"/>
                </a:cubicBezTo>
                <a:cubicBezTo>
                  <a:pt x="30" y="119"/>
                  <a:pt x="31" y="118"/>
                  <a:pt x="33" y="118"/>
                </a:cubicBezTo>
                <a:cubicBezTo>
                  <a:pt x="34" y="118"/>
                  <a:pt x="36" y="119"/>
                  <a:pt x="37" y="120"/>
                </a:cubicBezTo>
                <a:cubicBezTo>
                  <a:pt x="37" y="120"/>
                  <a:pt x="37" y="120"/>
                  <a:pt x="37" y="120"/>
                </a:cubicBezTo>
                <a:cubicBezTo>
                  <a:pt x="38" y="121"/>
                  <a:pt x="38" y="122"/>
                  <a:pt x="38" y="124"/>
                </a:cubicBezTo>
                <a:cubicBezTo>
                  <a:pt x="38" y="125"/>
                  <a:pt x="38" y="127"/>
                  <a:pt x="37" y="128"/>
                </a:cubicBezTo>
                <a:cubicBezTo>
                  <a:pt x="36" y="129"/>
                  <a:pt x="34" y="129"/>
                  <a:pt x="33" y="129"/>
                </a:cubicBezTo>
                <a:cubicBezTo>
                  <a:pt x="31" y="129"/>
                  <a:pt x="30" y="129"/>
                  <a:pt x="29" y="128"/>
                </a:cubicBezTo>
                <a:cubicBezTo>
                  <a:pt x="29" y="127"/>
                  <a:pt x="29" y="127"/>
                  <a:pt x="29" y="127"/>
                </a:cubicBezTo>
                <a:cubicBezTo>
                  <a:pt x="28" y="126"/>
                  <a:pt x="27" y="125"/>
                  <a:pt x="27" y="124"/>
                </a:cubicBezTo>
                <a:cubicBezTo>
                  <a:pt x="27" y="122"/>
                  <a:pt x="28" y="121"/>
                  <a:pt x="29" y="120"/>
                </a:cubicBezTo>
                <a:close/>
                <a:moveTo>
                  <a:pt x="32" y="91"/>
                </a:moveTo>
                <a:cubicBezTo>
                  <a:pt x="32" y="91"/>
                  <a:pt x="32" y="91"/>
                  <a:pt x="32" y="91"/>
                </a:cubicBezTo>
                <a:cubicBezTo>
                  <a:pt x="34" y="91"/>
                  <a:pt x="36" y="89"/>
                  <a:pt x="36" y="87"/>
                </a:cubicBezTo>
                <a:cubicBezTo>
                  <a:pt x="36" y="38"/>
                  <a:pt x="36" y="38"/>
                  <a:pt x="36" y="38"/>
                </a:cubicBezTo>
                <a:cubicBezTo>
                  <a:pt x="36" y="35"/>
                  <a:pt x="34" y="34"/>
                  <a:pt x="32" y="34"/>
                </a:cubicBezTo>
                <a:cubicBezTo>
                  <a:pt x="29" y="34"/>
                  <a:pt x="28" y="35"/>
                  <a:pt x="28" y="38"/>
                </a:cubicBezTo>
                <a:cubicBezTo>
                  <a:pt x="28" y="87"/>
                  <a:pt x="28" y="87"/>
                  <a:pt x="28" y="87"/>
                </a:cubicBezTo>
                <a:cubicBezTo>
                  <a:pt x="28" y="89"/>
                  <a:pt x="29" y="91"/>
                  <a:pt x="32" y="91"/>
                </a:cubicBezTo>
                <a:close/>
                <a:moveTo>
                  <a:pt x="134" y="31"/>
                </a:moveTo>
                <a:cubicBezTo>
                  <a:pt x="134" y="31"/>
                  <a:pt x="134" y="31"/>
                  <a:pt x="134" y="31"/>
                </a:cubicBezTo>
                <a:cubicBezTo>
                  <a:pt x="132" y="32"/>
                  <a:pt x="131" y="34"/>
                  <a:pt x="131" y="36"/>
                </a:cubicBezTo>
                <a:cubicBezTo>
                  <a:pt x="144" y="84"/>
                  <a:pt x="144" y="84"/>
                  <a:pt x="144" y="84"/>
                </a:cubicBezTo>
                <a:cubicBezTo>
                  <a:pt x="144" y="86"/>
                  <a:pt x="146" y="87"/>
                  <a:pt x="149" y="86"/>
                </a:cubicBezTo>
                <a:cubicBezTo>
                  <a:pt x="151" y="86"/>
                  <a:pt x="152" y="84"/>
                  <a:pt x="152" y="82"/>
                </a:cubicBezTo>
                <a:cubicBezTo>
                  <a:pt x="139" y="34"/>
                  <a:pt x="139" y="34"/>
                  <a:pt x="139" y="34"/>
                </a:cubicBezTo>
                <a:cubicBezTo>
                  <a:pt x="138" y="32"/>
                  <a:pt x="136" y="31"/>
                  <a:pt x="134" y="31"/>
                </a:cubicBezTo>
                <a:close/>
                <a:moveTo>
                  <a:pt x="69" y="133"/>
                </a:moveTo>
                <a:cubicBezTo>
                  <a:pt x="69" y="133"/>
                  <a:pt x="69" y="133"/>
                  <a:pt x="69" y="133"/>
                </a:cubicBezTo>
                <a:cubicBezTo>
                  <a:pt x="69" y="133"/>
                  <a:pt x="69" y="133"/>
                  <a:pt x="69" y="133"/>
                </a:cubicBezTo>
                <a:cubicBezTo>
                  <a:pt x="71" y="136"/>
                  <a:pt x="75" y="137"/>
                  <a:pt x="79" y="137"/>
                </a:cubicBezTo>
                <a:cubicBezTo>
                  <a:pt x="82" y="137"/>
                  <a:pt x="86" y="136"/>
                  <a:pt x="88" y="134"/>
                </a:cubicBezTo>
                <a:cubicBezTo>
                  <a:pt x="88" y="133"/>
                  <a:pt x="88" y="133"/>
                  <a:pt x="88" y="133"/>
                </a:cubicBezTo>
                <a:cubicBezTo>
                  <a:pt x="91" y="131"/>
                  <a:pt x="92" y="127"/>
                  <a:pt x="92" y="124"/>
                </a:cubicBezTo>
                <a:cubicBezTo>
                  <a:pt x="92" y="120"/>
                  <a:pt x="91" y="116"/>
                  <a:pt x="88" y="114"/>
                </a:cubicBezTo>
                <a:cubicBezTo>
                  <a:pt x="86" y="112"/>
                  <a:pt x="82" y="110"/>
                  <a:pt x="79" y="110"/>
                </a:cubicBezTo>
                <a:cubicBezTo>
                  <a:pt x="75" y="110"/>
                  <a:pt x="71" y="112"/>
                  <a:pt x="69" y="114"/>
                </a:cubicBezTo>
                <a:cubicBezTo>
                  <a:pt x="69" y="114"/>
                  <a:pt x="69" y="114"/>
                  <a:pt x="69" y="114"/>
                </a:cubicBezTo>
                <a:cubicBezTo>
                  <a:pt x="66" y="116"/>
                  <a:pt x="65" y="120"/>
                  <a:pt x="65" y="124"/>
                </a:cubicBezTo>
                <a:cubicBezTo>
                  <a:pt x="65" y="127"/>
                  <a:pt x="66" y="131"/>
                  <a:pt x="69" y="133"/>
                </a:cubicBezTo>
                <a:close/>
                <a:moveTo>
                  <a:pt x="75" y="120"/>
                </a:moveTo>
                <a:cubicBezTo>
                  <a:pt x="75" y="120"/>
                  <a:pt x="75" y="120"/>
                  <a:pt x="75" y="120"/>
                </a:cubicBezTo>
                <a:cubicBezTo>
                  <a:pt x="76" y="119"/>
                  <a:pt x="77" y="118"/>
                  <a:pt x="79" y="118"/>
                </a:cubicBezTo>
                <a:cubicBezTo>
                  <a:pt x="80" y="118"/>
                  <a:pt x="81" y="119"/>
                  <a:pt x="82" y="120"/>
                </a:cubicBezTo>
                <a:cubicBezTo>
                  <a:pt x="82" y="120"/>
                  <a:pt x="82" y="120"/>
                  <a:pt x="82" y="120"/>
                </a:cubicBezTo>
                <a:cubicBezTo>
                  <a:pt x="84" y="121"/>
                  <a:pt x="84" y="122"/>
                  <a:pt x="84" y="124"/>
                </a:cubicBezTo>
                <a:cubicBezTo>
                  <a:pt x="84" y="125"/>
                  <a:pt x="84" y="127"/>
                  <a:pt x="83" y="128"/>
                </a:cubicBezTo>
                <a:cubicBezTo>
                  <a:pt x="82" y="128"/>
                  <a:pt x="82" y="128"/>
                  <a:pt x="82" y="128"/>
                </a:cubicBezTo>
                <a:cubicBezTo>
                  <a:pt x="81" y="129"/>
                  <a:pt x="80" y="129"/>
                  <a:pt x="79" y="129"/>
                </a:cubicBezTo>
                <a:cubicBezTo>
                  <a:pt x="77" y="129"/>
                  <a:pt x="76" y="129"/>
                  <a:pt x="75" y="128"/>
                </a:cubicBezTo>
                <a:cubicBezTo>
                  <a:pt x="74" y="127"/>
                  <a:pt x="74" y="127"/>
                  <a:pt x="74" y="127"/>
                </a:cubicBezTo>
                <a:cubicBezTo>
                  <a:pt x="74" y="126"/>
                  <a:pt x="73" y="125"/>
                  <a:pt x="73" y="124"/>
                </a:cubicBezTo>
                <a:cubicBezTo>
                  <a:pt x="73" y="122"/>
                  <a:pt x="74" y="121"/>
                  <a:pt x="75" y="120"/>
                </a:cubicBezTo>
                <a:close/>
                <a:moveTo>
                  <a:pt x="81" y="91"/>
                </a:moveTo>
                <a:cubicBezTo>
                  <a:pt x="81" y="91"/>
                  <a:pt x="81" y="91"/>
                  <a:pt x="81" y="91"/>
                </a:cubicBezTo>
                <a:cubicBezTo>
                  <a:pt x="83" y="91"/>
                  <a:pt x="85" y="89"/>
                  <a:pt x="85" y="87"/>
                </a:cubicBezTo>
                <a:cubicBezTo>
                  <a:pt x="85" y="38"/>
                  <a:pt x="85" y="38"/>
                  <a:pt x="85" y="38"/>
                </a:cubicBezTo>
                <a:cubicBezTo>
                  <a:pt x="85" y="35"/>
                  <a:pt x="83" y="34"/>
                  <a:pt x="81" y="34"/>
                </a:cubicBezTo>
                <a:cubicBezTo>
                  <a:pt x="79" y="34"/>
                  <a:pt x="77" y="35"/>
                  <a:pt x="77" y="38"/>
                </a:cubicBezTo>
                <a:cubicBezTo>
                  <a:pt x="77" y="87"/>
                  <a:pt x="77" y="87"/>
                  <a:pt x="77" y="87"/>
                </a:cubicBezTo>
                <a:cubicBezTo>
                  <a:pt x="77" y="89"/>
                  <a:pt x="79" y="91"/>
                  <a:pt x="81" y="91"/>
                </a:cubicBezTo>
                <a:close/>
                <a:moveTo>
                  <a:pt x="148" y="109"/>
                </a:moveTo>
                <a:cubicBezTo>
                  <a:pt x="148" y="109"/>
                  <a:pt x="148" y="109"/>
                  <a:pt x="148" y="109"/>
                </a:cubicBezTo>
                <a:cubicBezTo>
                  <a:pt x="146" y="111"/>
                  <a:pt x="144" y="114"/>
                  <a:pt x="144" y="118"/>
                </a:cubicBezTo>
                <a:cubicBezTo>
                  <a:pt x="144" y="122"/>
                  <a:pt x="146" y="125"/>
                  <a:pt x="148" y="128"/>
                </a:cubicBezTo>
                <a:cubicBezTo>
                  <a:pt x="148" y="128"/>
                  <a:pt x="148" y="128"/>
                  <a:pt x="148" y="128"/>
                </a:cubicBezTo>
                <a:cubicBezTo>
                  <a:pt x="151" y="130"/>
                  <a:pt x="154" y="132"/>
                  <a:pt x="158" y="132"/>
                </a:cubicBezTo>
                <a:cubicBezTo>
                  <a:pt x="161" y="132"/>
                  <a:pt x="165" y="131"/>
                  <a:pt x="167" y="128"/>
                </a:cubicBezTo>
                <a:cubicBezTo>
                  <a:pt x="167" y="128"/>
                  <a:pt x="167" y="128"/>
                  <a:pt x="167" y="128"/>
                </a:cubicBezTo>
                <a:cubicBezTo>
                  <a:pt x="168" y="128"/>
                  <a:pt x="168" y="128"/>
                  <a:pt x="168" y="128"/>
                </a:cubicBezTo>
                <a:cubicBezTo>
                  <a:pt x="170" y="126"/>
                  <a:pt x="171" y="122"/>
                  <a:pt x="171" y="118"/>
                </a:cubicBezTo>
                <a:cubicBezTo>
                  <a:pt x="171" y="114"/>
                  <a:pt x="170" y="111"/>
                  <a:pt x="168" y="109"/>
                </a:cubicBezTo>
                <a:cubicBezTo>
                  <a:pt x="168" y="109"/>
                  <a:pt x="168" y="109"/>
                  <a:pt x="168" y="109"/>
                </a:cubicBezTo>
                <a:cubicBezTo>
                  <a:pt x="168" y="109"/>
                  <a:pt x="168" y="109"/>
                  <a:pt x="168" y="109"/>
                </a:cubicBezTo>
                <a:cubicBezTo>
                  <a:pt x="165" y="106"/>
                  <a:pt x="162" y="105"/>
                  <a:pt x="158" y="105"/>
                </a:cubicBezTo>
                <a:cubicBezTo>
                  <a:pt x="154" y="105"/>
                  <a:pt x="151" y="106"/>
                  <a:pt x="148" y="109"/>
                </a:cubicBezTo>
                <a:close/>
                <a:moveTo>
                  <a:pt x="154" y="114"/>
                </a:moveTo>
                <a:cubicBezTo>
                  <a:pt x="154" y="114"/>
                  <a:pt x="154" y="114"/>
                  <a:pt x="154" y="114"/>
                </a:cubicBezTo>
                <a:cubicBezTo>
                  <a:pt x="155" y="113"/>
                  <a:pt x="156" y="113"/>
                  <a:pt x="158" y="113"/>
                </a:cubicBezTo>
                <a:cubicBezTo>
                  <a:pt x="159" y="113"/>
                  <a:pt x="161" y="113"/>
                  <a:pt x="162" y="114"/>
                </a:cubicBezTo>
                <a:cubicBezTo>
                  <a:pt x="163" y="115"/>
                  <a:pt x="163" y="117"/>
                  <a:pt x="163" y="118"/>
                </a:cubicBezTo>
                <a:cubicBezTo>
                  <a:pt x="163" y="120"/>
                  <a:pt x="163" y="121"/>
                  <a:pt x="162" y="122"/>
                </a:cubicBezTo>
                <a:cubicBezTo>
                  <a:pt x="161" y="123"/>
                  <a:pt x="159" y="124"/>
                  <a:pt x="158" y="124"/>
                </a:cubicBezTo>
                <a:cubicBezTo>
                  <a:pt x="156" y="124"/>
                  <a:pt x="155" y="123"/>
                  <a:pt x="154" y="122"/>
                </a:cubicBezTo>
                <a:cubicBezTo>
                  <a:pt x="154" y="122"/>
                  <a:pt x="154" y="122"/>
                  <a:pt x="154" y="122"/>
                </a:cubicBezTo>
                <a:cubicBezTo>
                  <a:pt x="153" y="121"/>
                  <a:pt x="152" y="120"/>
                  <a:pt x="152" y="118"/>
                </a:cubicBezTo>
                <a:cubicBezTo>
                  <a:pt x="152" y="117"/>
                  <a:pt x="153" y="115"/>
                  <a:pt x="154" y="114"/>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8" name="Freeform 10"/>
          <p:cNvSpPr>
            <a:spLocks noEditPoints="1"/>
          </p:cNvSpPr>
          <p:nvPr/>
        </p:nvSpPr>
        <p:spPr bwMode="auto">
          <a:xfrm>
            <a:off x="107850" y="2091788"/>
            <a:ext cx="174824" cy="175280"/>
          </a:xfrm>
          <a:custGeom>
            <a:avLst/>
            <a:gdLst>
              <a:gd name="T0" fmla="*/ 47 w 162"/>
              <a:gd name="T1" fmla="*/ 34 h 163"/>
              <a:gd name="T2" fmla="*/ 34 w 162"/>
              <a:gd name="T3" fmla="*/ 47 h 163"/>
              <a:gd name="T4" fmla="*/ 32 w 162"/>
              <a:gd name="T5" fmla="*/ 61 h 163"/>
              <a:gd name="T6" fmla="*/ 41 w 162"/>
              <a:gd name="T7" fmla="*/ 52 h 163"/>
              <a:gd name="T8" fmla="*/ 52 w 162"/>
              <a:gd name="T9" fmla="*/ 41 h 163"/>
              <a:gd name="T10" fmla="*/ 60 w 162"/>
              <a:gd name="T11" fmla="*/ 32 h 163"/>
              <a:gd name="T12" fmla="*/ 160 w 162"/>
              <a:gd name="T13" fmla="*/ 150 h 163"/>
              <a:gd name="T14" fmla="*/ 130 w 162"/>
              <a:gd name="T15" fmla="*/ 121 h 163"/>
              <a:gd name="T16" fmla="*/ 147 w 162"/>
              <a:gd name="T17" fmla="*/ 74 h 163"/>
              <a:gd name="T18" fmla="*/ 142 w 162"/>
              <a:gd name="T19" fmla="*/ 46 h 163"/>
              <a:gd name="T20" fmla="*/ 126 w 162"/>
              <a:gd name="T21" fmla="*/ 22 h 163"/>
              <a:gd name="T22" fmla="*/ 74 w 162"/>
              <a:gd name="T23" fmla="*/ 0 h 163"/>
              <a:gd name="T24" fmla="*/ 6 w 162"/>
              <a:gd name="T25" fmla="*/ 46 h 163"/>
              <a:gd name="T26" fmla="*/ 5 w 162"/>
              <a:gd name="T27" fmla="*/ 102 h 163"/>
              <a:gd name="T28" fmla="*/ 21 w 162"/>
              <a:gd name="T29" fmla="*/ 126 h 163"/>
              <a:gd name="T30" fmla="*/ 45 w 162"/>
              <a:gd name="T31" fmla="*/ 142 h 163"/>
              <a:gd name="T32" fmla="*/ 45 w 162"/>
              <a:gd name="T33" fmla="*/ 142 h 163"/>
              <a:gd name="T34" fmla="*/ 102 w 162"/>
              <a:gd name="T35" fmla="*/ 142 h 163"/>
              <a:gd name="T36" fmla="*/ 150 w 162"/>
              <a:gd name="T37" fmla="*/ 160 h 163"/>
              <a:gd name="T38" fmla="*/ 160 w 162"/>
              <a:gd name="T39" fmla="*/ 150 h 163"/>
              <a:gd name="T40" fmla="*/ 116 w 162"/>
              <a:gd name="T41" fmla="*/ 117 h 163"/>
              <a:gd name="T42" fmla="*/ 97 w 162"/>
              <a:gd name="T43" fmla="*/ 130 h 163"/>
              <a:gd name="T44" fmla="*/ 51 w 162"/>
              <a:gd name="T45" fmla="*/ 130 h 163"/>
              <a:gd name="T46" fmla="*/ 31 w 162"/>
              <a:gd name="T47" fmla="*/ 117 h 163"/>
              <a:gd name="T48" fmla="*/ 31 w 162"/>
              <a:gd name="T49" fmla="*/ 117 h 163"/>
              <a:gd name="T50" fmla="*/ 18 w 162"/>
              <a:gd name="T51" fmla="*/ 97 h 163"/>
              <a:gd name="T52" fmla="*/ 18 w 162"/>
              <a:gd name="T53" fmla="*/ 51 h 163"/>
              <a:gd name="T54" fmla="*/ 74 w 162"/>
              <a:gd name="T55" fmla="*/ 14 h 163"/>
              <a:gd name="T56" fmla="*/ 116 w 162"/>
              <a:gd name="T57" fmla="*/ 31 h 163"/>
              <a:gd name="T58" fmla="*/ 129 w 162"/>
              <a:gd name="T59" fmla="*/ 51 h 163"/>
              <a:gd name="T60" fmla="*/ 134 w 162"/>
              <a:gd name="T61" fmla="*/ 74 h 163"/>
              <a:gd name="T62" fmla="*/ 116 w 162"/>
              <a:gd name="T63" fmla="*/ 117 h 163"/>
              <a:gd name="T64" fmla="*/ 117 w 162"/>
              <a:gd name="T65" fmla="*/ 70 h 163"/>
              <a:gd name="T66" fmla="*/ 110 w 162"/>
              <a:gd name="T67" fmla="*/ 89 h 163"/>
              <a:gd name="T68" fmla="*/ 102 w 162"/>
              <a:gd name="T69" fmla="*/ 102 h 163"/>
              <a:gd name="T70" fmla="*/ 74 w 162"/>
              <a:gd name="T71" fmla="*/ 114 h 163"/>
              <a:gd name="T72" fmla="*/ 74 w 162"/>
              <a:gd name="T73" fmla="*/ 122 h 163"/>
              <a:gd name="T74" fmla="*/ 107 w 162"/>
              <a:gd name="T75" fmla="*/ 108 h 163"/>
              <a:gd name="T76" fmla="*/ 118 w 162"/>
              <a:gd name="T77" fmla="*/ 92 h 163"/>
              <a:gd name="T78" fmla="*/ 117 w 162"/>
              <a:gd name="T79" fmla="*/ 70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62" h="163">
                <a:moveTo>
                  <a:pt x="55" y="30"/>
                </a:moveTo>
                <a:cubicBezTo>
                  <a:pt x="52" y="31"/>
                  <a:pt x="50" y="33"/>
                  <a:pt x="47" y="34"/>
                </a:cubicBezTo>
                <a:cubicBezTo>
                  <a:pt x="44" y="36"/>
                  <a:pt x="42" y="38"/>
                  <a:pt x="40" y="40"/>
                </a:cubicBezTo>
                <a:cubicBezTo>
                  <a:pt x="38" y="42"/>
                  <a:pt x="36" y="45"/>
                  <a:pt x="34" y="47"/>
                </a:cubicBezTo>
                <a:cubicBezTo>
                  <a:pt x="32" y="50"/>
                  <a:pt x="31" y="53"/>
                  <a:pt x="30" y="55"/>
                </a:cubicBezTo>
                <a:cubicBezTo>
                  <a:pt x="29" y="57"/>
                  <a:pt x="30" y="60"/>
                  <a:pt x="32" y="61"/>
                </a:cubicBezTo>
                <a:cubicBezTo>
                  <a:pt x="34" y="62"/>
                  <a:pt x="36" y="61"/>
                  <a:pt x="37" y="59"/>
                </a:cubicBezTo>
                <a:cubicBezTo>
                  <a:pt x="38" y="56"/>
                  <a:pt x="39" y="54"/>
                  <a:pt x="41" y="52"/>
                </a:cubicBezTo>
                <a:cubicBezTo>
                  <a:pt x="42" y="50"/>
                  <a:pt x="44" y="48"/>
                  <a:pt x="46" y="46"/>
                </a:cubicBezTo>
                <a:cubicBezTo>
                  <a:pt x="48" y="44"/>
                  <a:pt x="49" y="43"/>
                  <a:pt x="52" y="41"/>
                </a:cubicBezTo>
                <a:cubicBezTo>
                  <a:pt x="54" y="40"/>
                  <a:pt x="56" y="38"/>
                  <a:pt x="58" y="37"/>
                </a:cubicBezTo>
                <a:cubicBezTo>
                  <a:pt x="60" y="37"/>
                  <a:pt x="61" y="34"/>
                  <a:pt x="60" y="32"/>
                </a:cubicBezTo>
                <a:cubicBezTo>
                  <a:pt x="59" y="30"/>
                  <a:pt x="57" y="29"/>
                  <a:pt x="55" y="30"/>
                </a:cubicBezTo>
                <a:close/>
                <a:moveTo>
                  <a:pt x="160" y="150"/>
                </a:moveTo>
                <a:cubicBezTo>
                  <a:pt x="160" y="150"/>
                  <a:pt x="160" y="150"/>
                  <a:pt x="160" y="150"/>
                </a:cubicBezTo>
                <a:cubicBezTo>
                  <a:pt x="130" y="121"/>
                  <a:pt x="130" y="121"/>
                  <a:pt x="130" y="121"/>
                </a:cubicBezTo>
                <a:cubicBezTo>
                  <a:pt x="135" y="115"/>
                  <a:pt x="139" y="109"/>
                  <a:pt x="142" y="102"/>
                </a:cubicBezTo>
                <a:cubicBezTo>
                  <a:pt x="145" y="93"/>
                  <a:pt x="147" y="84"/>
                  <a:pt x="147" y="74"/>
                </a:cubicBezTo>
                <a:cubicBezTo>
                  <a:pt x="147" y="64"/>
                  <a:pt x="145" y="55"/>
                  <a:pt x="142" y="46"/>
                </a:cubicBezTo>
                <a:cubicBezTo>
                  <a:pt x="142" y="46"/>
                  <a:pt x="142" y="46"/>
                  <a:pt x="142" y="46"/>
                </a:cubicBezTo>
                <a:cubicBezTo>
                  <a:pt x="138" y="37"/>
                  <a:pt x="133" y="29"/>
                  <a:pt x="126" y="22"/>
                </a:cubicBezTo>
                <a:cubicBezTo>
                  <a:pt x="126" y="22"/>
                  <a:pt x="126" y="22"/>
                  <a:pt x="126" y="22"/>
                </a:cubicBezTo>
                <a:cubicBezTo>
                  <a:pt x="119" y="15"/>
                  <a:pt x="111" y="10"/>
                  <a:pt x="102" y="6"/>
                </a:cubicBezTo>
                <a:cubicBezTo>
                  <a:pt x="93" y="2"/>
                  <a:pt x="84" y="0"/>
                  <a:pt x="74" y="0"/>
                </a:cubicBezTo>
                <a:cubicBezTo>
                  <a:pt x="53" y="0"/>
                  <a:pt x="35" y="8"/>
                  <a:pt x="21" y="22"/>
                </a:cubicBezTo>
                <a:cubicBezTo>
                  <a:pt x="15" y="29"/>
                  <a:pt x="9" y="37"/>
                  <a:pt x="6" y="46"/>
                </a:cubicBezTo>
                <a:cubicBezTo>
                  <a:pt x="2" y="55"/>
                  <a:pt x="0" y="64"/>
                  <a:pt x="0" y="74"/>
                </a:cubicBezTo>
                <a:cubicBezTo>
                  <a:pt x="0" y="84"/>
                  <a:pt x="2" y="93"/>
                  <a:pt x="5" y="102"/>
                </a:cubicBezTo>
                <a:cubicBezTo>
                  <a:pt x="6" y="102"/>
                  <a:pt x="6" y="102"/>
                  <a:pt x="6" y="102"/>
                </a:cubicBezTo>
                <a:cubicBezTo>
                  <a:pt x="9" y="111"/>
                  <a:pt x="15" y="119"/>
                  <a:pt x="21" y="126"/>
                </a:cubicBezTo>
                <a:cubicBezTo>
                  <a:pt x="22" y="126"/>
                  <a:pt x="22" y="126"/>
                  <a:pt x="22" y="126"/>
                </a:cubicBezTo>
                <a:cubicBezTo>
                  <a:pt x="28" y="133"/>
                  <a:pt x="36" y="138"/>
                  <a:pt x="45" y="142"/>
                </a:cubicBezTo>
                <a:cubicBezTo>
                  <a:pt x="45" y="142"/>
                  <a:pt x="45" y="142"/>
                  <a:pt x="45" y="142"/>
                </a:cubicBezTo>
                <a:cubicBezTo>
                  <a:pt x="45" y="142"/>
                  <a:pt x="45" y="142"/>
                  <a:pt x="45" y="142"/>
                </a:cubicBezTo>
                <a:cubicBezTo>
                  <a:pt x="54" y="146"/>
                  <a:pt x="64" y="148"/>
                  <a:pt x="74" y="148"/>
                </a:cubicBezTo>
                <a:cubicBezTo>
                  <a:pt x="84" y="148"/>
                  <a:pt x="93" y="146"/>
                  <a:pt x="102" y="142"/>
                </a:cubicBezTo>
                <a:cubicBezTo>
                  <a:pt x="109" y="139"/>
                  <a:pt x="115" y="135"/>
                  <a:pt x="121" y="131"/>
                </a:cubicBezTo>
                <a:cubicBezTo>
                  <a:pt x="150" y="160"/>
                  <a:pt x="150" y="160"/>
                  <a:pt x="150" y="160"/>
                </a:cubicBezTo>
                <a:cubicBezTo>
                  <a:pt x="153" y="163"/>
                  <a:pt x="157" y="163"/>
                  <a:pt x="160" y="160"/>
                </a:cubicBezTo>
                <a:cubicBezTo>
                  <a:pt x="162" y="157"/>
                  <a:pt x="162" y="153"/>
                  <a:pt x="160" y="150"/>
                </a:cubicBezTo>
                <a:close/>
                <a:moveTo>
                  <a:pt x="116" y="117"/>
                </a:moveTo>
                <a:cubicBezTo>
                  <a:pt x="116" y="117"/>
                  <a:pt x="116" y="117"/>
                  <a:pt x="116" y="117"/>
                </a:cubicBezTo>
                <a:cubicBezTo>
                  <a:pt x="116" y="117"/>
                  <a:pt x="116" y="117"/>
                  <a:pt x="116" y="117"/>
                </a:cubicBezTo>
                <a:cubicBezTo>
                  <a:pt x="111" y="122"/>
                  <a:pt x="104" y="127"/>
                  <a:pt x="97" y="130"/>
                </a:cubicBezTo>
                <a:cubicBezTo>
                  <a:pt x="90" y="133"/>
                  <a:pt x="82" y="134"/>
                  <a:pt x="74" y="134"/>
                </a:cubicBezTo>
                <a:cubicBezTo>
                  <a:pt x="65" y="134"/>
                  <a:pt x="58" y="133"/>
                  <a:pt x="51" y="130"/>
                </a:cubicBezTo>
                <a:cubicBezTo>
                  <a:pt x="51" y="130"/>
                  <a:pt x="51" y="130"/>
                  <a:pt x="51" y="130"/>
                </a:cubicBezTo>
                <a:cubicBezTo>
                  <a:pt x="43" y="127"/>
                  <a:pt x="37" y="122"/>
                  <a:pt x="31" y="117"/>
                </a:cubicBezTo>
                <a:cubicBezTo>
                  <a:pt x="31" y="117"/>
                  <a:pt x="31" y="117"/>
                  <a:pt x="31" y="117"/>
                </a:cubicBezTo>
                <a:cubicBezTo>
                  <a:pt x="31" y="117"/>
                  <a:pt x="31" y="117"/>
                  <a:pt x="31" y="117"/>
                </a:cubicBezTo>
                <a:cubicBezTo>
                  <a:pt x="26" y="111"/>
                  <a:pt x="21" y="104"/>
                  <a:pt x="18" y="97"/>
                </a:cubicBezTo>
                <a:cubicBezTo>
                  <a:pt x="18" y="97"/>
                  <a:pt x="18" y="97"/>
                  <a:pt x="18" y="97"/>
                </a:cubicBezTo>
                <a:cubicBezTo>
                  <a:pt x="15" y="90"/>
                  <a:pt x="13" y="82"/>
                  <a:pt x="13" y="74"/>
                </a:cubicBezTo>
                <a:cubicBezTo>
                  <a:pt x="13" y="66"/>
                  <a:pt x="15" y="58"/>
                  <a:pt x="18" y="51"/>
                </a:cubicBezTo>
                <a:cubicBezTo>
                  <a:pt x="21" y="44"/>
                  <a:pt x="26" y="37"/>
                  <a:pt x="31" y="31"/>
                </a:cubicBezTo>
                <a:cubicBezTo>
                  <a:pt x="42" y="21"/>
                  <a:pt x="57" y="14"/>
                  <a:pt x="74" y="14"/>
                </a:cubicBezTo>
                <a:cubicBezTo>
                  <a:pt x="82" y="14"/>
                  <a:pt x="90" y="15"/>
                  <a:pt x="97" y="18"/>
                </a:cubicBezTo>
                <a:cubicBezTo>
                  <a:pt x="104" y="21"/>
                  <a:pt x="111" y="26"/>
                  <a:pt x="116" y="31"/>
                </a:cubicBezTo>
                <a:cubicBezTo>
                  <a:pt x="117" y="32"/>
                  <a:pt x="117" y="32"/>
                  <a:pt x="117" y="32"/>
                </a:cubicBezTo>
                <a:cubicBezTo>
                  <a:pt x="122" y="37"/>
                  <a:pt x="126" y="44"/>
                  <a:pt x="129" y="51"/>
                </a:cubicBezTo>
                <a:cubicBezTo>
                  <a:pt x="129" y="51"/>
                  <a:pt x="129" y="51"/>
                  <a:pt x="129" y="51"/>
                </a:cubicBezTo>
                <a:cubicBezTo>
                  <a:pt x="132" y="58"/>
                  <a:pt x="134" y="66"/>
                  <a:pt x="134" y="74"/>
                </a:cubicBezTo>
                <a:cubicBezTo>
                  <a:pt x="134" y="82"/>
                  <a:pt x="132" y="90"/>
                  <a:pt x="129" y="97"/>
                </a:cubicBezTo>
                <a:cubicBezTo>
                  <a:pt x="126" y="104"/>
                  <a:pt x="122" y="111"/>
                  <a:pt x="116" y="117"/>
                </a:cubicBezTo>
                <a:close/>
                <a:moveTo>
                  <a:pt x="117" y="70"/>
                </a:moveTo>
                <a:cubicBezTo>
                  <a:pt x="117" y="70"/>
                  <a:pt x="117" y="70"/>
                  <a:pt x="117" y="70"/>
                </a:cubicBezTo>
                <a:cubicBezTo>
                  <a:pt x="115" y="70"/>
                  <a:pt x="113" y="72"/>
                  <a:pt x="113" y="74"/>
                </a:cubicBezTo>
                <a:cubicBezTo>
                  <a:pt x="113" y="79"/>
                  <a:pt x="112" y="84"/>
                  <a:pt x="110" y="89"/>
                </a:cubicBezTo>
                <a:cubicBezTo>
                  <a:pt x="110" y="89"/>
                  <a:pt x="110" y="89"/>
                  <a:pt x="110" y="89"/>
                </a:cubicBezTo>
                <a:cubicBezTo>
                  <a:pt x="108" y="94"/>
                  <a:pt x="105" y="98"/>
                  <a:pt x="102" y="102"/>
                </a:cubicBezTo>
                <a:cubicBezTo>
                  <a:pt x="98" y="106"/>
                  <a:pt x="94" y="109"/>
                  <a:pt x="89" y="111"/>
                </a:cubicBezTo>
                <a:cubicBezTo>
                  <a:pt x="84" y="113"/>
                  <a:pt x="79" y="114"/>
                  <a:pt x="74" y="114"/>
                </a:cubicBezTo>
                <a:cubicBezTo>
                  <a:pt x="71" y="114"/>
                  <a:pt x="70" y="115"/>
                  <a:pt x="70" y="118"/>
                </a:cubicBezTo>
                <a:cubicBezTo>
                  <a:pt x="70" y="120"/>
                  <a:pt x="71" y="122"/>
                  <a:pt x="74" y="122"/>
                </a:cubicBezTo>
                <a:cubicBezTo>
                  <a:pt x="80" y="122"/>
                  <a:pt x="86" y="120"/>
                  <a:pt x="92" y="118"/>
                </a:cubicBezTo>
                <a:cubicBezTo>
                  <a:pt x="98" y="116"/>
                  <a:pt x="103" y="112"/>
                  <a:pt x="107" y="108"/>
                </a:cubicBezTo>
                <a:cubicBezTo>
                  <a:pt x="112" y="103"/>
                  <a:pt x="115" y="98"/>
                  <a:pt x="118" y="92"/>
                </a:cubicBezTo>
                <a:cubicBezTo>
                  <a:pt x="118" y="92"/>
                  <a:pt x="118" y="92"/>
                  <a:pt x="118" y="92"/>
                </a:cubicBezTo>
                <a:cubicBezTo>
                  <a:pt x="120" y="86"/>
                  <a:pt x="121" y="80"/>
                  <a:pt x="121" y="74"/>
                </a:cubicBezTo>
                <a:cubicBezTo>
                  <a:pt x="121" y="72"/>
                  <a:pt x="120" y="70"/>
                  <a:pt x="117" y="70"/>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grpSp>
        <p:nvGrpSpPr>
          <p:cNvPr id="25" name="组合 24"/>
          <p:cNvGrpSpPr/>
          <p:nvPr/>
        </p:nvGrpSpPr>
        <p:grpSpPr>
          <a:xfrm>
            <a:off x="8632482" y="346839"/>
            <a:ext cx="156623" cy="156623"/>
            <a:chOff x="8689063" y="2493438"/>
            <a:chExt cx="156623" cy="156623"/>
          </a:xfrm>
        </p:grpSpPr>
        <p:sp>
          <p:nvSpPr>
            <p:cNvPr id="27" name="矩形 26"/>
            <p:cNvSpPr/>
            <p:nvPr/>
          </p:nvSpPr>
          <p:spPr>
            <a:xfrm>
              <a:off x="8689063" y="2493438"/>
              <a:ext cx="156623" cy="156623"/>
            </a:xfrm>
            <a:prstGeom prst="rect">
              <a:avLst/>
            </a:prstGeom>
            <a:solidFill>
              <a:srgbClr val="586B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任意多边形 27"/>
            <p:cNvSpPr/>
            <p:nvPr/>
          </p:nvSpPr>
          <p:spPr>
            <a:xfrm rot="10800000">
              <a:off x="8737889" y="2531868"/>
              <a:ext cx="58967" cy="79764"/>
            </a:xfrm>
            <a:custGeom>
              <a:avLst/>
              <a:gdLst>
                <a:gd name="connsiteX0" fmla="*/ 0 w 78581"/>
                <a:gd name="connsiteY0" fmla="*/ 0 h 152400"/>
                <a:gd name="connsiteX1" fmla="*/ 78581 w 78581"/>
                <a:gd name="connsiteY1" fmla="*/ 78581 h 152400"/>
                <a:gd name="connsiteX2" fmla="*/ 4762 w 78581"/>
                <a:gd name="connsiteY2" fmla="*/ 152400 h 152400"/>
              </a:gdLst>
              <a:ahLst/>
              <a:cxnLst>
                <a:cxn ang="0">
                  <a:pos x="connsiteX0" y="connsiteY0"/>
                </a:cxn>
                <a:cxn ang="0">
                  <a:pos x="connsiteX1" y="connsiteY1"/>
                </a:cxn>
                <a:cxn ang="0">
                  <a:pos x="connsiteX2" y="connsiteY2"/>
                </a:cxn>
              </a:cxnLst>
              <a:rect l="l" t="t" r="r" b="b"/>
              <a:pathLst>
                <a:path w="78581" h="152400">
                  <a:moveTo>
                    <a:pt x="0" y="0"/>
                  </a:moveTo>
                  <a:lnTo>
                    <a:pt x="78581" y="78581"/>
                  </a:lnTo>
                  <a:lnTo>
                    <a:pt x="4762" y="152400"/>
                  </a:lnTo>
                </a:path>
              </a:pathLst>
            </a:cu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9" name="组合 28"/>
          <p:cNvGrpSpPr/>
          <p:nvPr/>
        </p:nvGrpSpPr>
        <p:grpSpPr>
          <a:xfrm>
            <a:off x="8789105" y="346839"/>
            <a:ext cx="156623" cy="156623"/>
            <a:chOff x="8845686" y="2493438"/>
            <a:chExt cx="156623" cy="156623"/>
          </a:xfrm>
        </p:grpSpPr>
        <p:sp>
          <p:nvSpPr>
            <p:cNvPr id="39" name="矩形 38"/>
            <p:cNvSpPr/>
            <p:nvPr/>
          </p:nvSpPr>
          <p:spPr>
            <a:xfrm>
              <a:off x="8845686" y="2493438"/>
              <a:ext cx="156623" cy="156623"/>
            </a:xfrm>
            <a:prstGeom prst="rect">
              <a:avLst/>
            </a:prstGeom>
            <a:solidFill>
              <a:srgbClr val="37B0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任意多边形 39"/>
            <p:cNvSpPr/>
            <p:nvPr/>
          </p:nvSpPr>
          <p:spPr>
            <a:xfrm>
              <a:off x="8894513" y="2531868"/>
              <a:ext cx="58967" cy="79764"/>
            </a:xfrm>
            <a:custGeom>
              <a:avLst/>
              <a:gdLst>
                <a:gd name="connsiteX0" fmla="*/ 0 w 78581"/>
                <a:gd name="connsiteY0" fmla="*/ 0 h 152400"/>
                <a:gd name="connsiteX1" fmla="*/ 78581 w 78581"/>
                <a:gd name="connsiteY1" fmla="*/ 78581 h 152400"/>
                <a:gd name="connsiteX2" fmla="*/ 4762 w 78581"/>
                <a:gd name="connsiteY2" fmla="*/ 152400 h 152400"/>
              </a:gdLst>
              <a:ahLst/>
              <a:cxnLst>
                <a:cxn ang="0">
                  <a:pos x="connsiteX0" y="connsiteY0"/>
                </a:cxn>
                <a:cxn ang="0">
                  <a:pos x="connsiteX1" y="connsiteY1"/>
                </a:cxn>
                <a:cxn ang="0">
                  <a:pos x="connsiteX2" y="connsiteY2"/>
                </a:cxn>
              </a:cxnLst>
              <a:rect l="l" t="t" r="r" b="b"/>
              <a:pathLst>
                <a:path w="78581" h="152400">
                  <a:moveTo>
                    <a:pt x="0" y="0"/>
                  </a:moveTo>
                  <a:lnTo>
                    <a:pt x="78581" y="78581"/>
                  </a:lnTo>
                  <a:lnTo>
                    <a:pt x="4762" y="152400"/>
                  </a:lnTo>
                </a:path>
              </a:pathLst>
            </a:cu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1" name="矩形 40">
            <a:hlinkClick r:id="" action="ppaction://hlinkshowjump?jump=previousslide"/>
          </p:cNvPr>
          <p:cNvSpPr/>
          <p:nvPr/>
        </p:nvSpPr>
        <p:spPr>
          <a:xfrm>
            <a:off x="8632479" y="340203"/>
            <a:ext cx="156623" cy="166239"/>
          </a:xfrm>
          <a:prstGeom prst="rect">
            <a:avLst/>
          </a:prstGeom>
          <a:solidFill>
            <a:srgbClr val="37B0E8">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矩形 41">
            <a:hlinkClick r:id="" action="ppaction://hlinkshowjump?jump=nextslide"/>
          </p:cNvPr>
          <p:cNvSpPr/>
          <p:nvPr/>
        </p:nvSpPr>
        <p:spPr>
          <a:xfrm>
            <a:off x="8789102" y="340203"/>
            <a:ext cx="156623" cy="166239"/>
          </a:xfrm>
          <a:prstGeom prst="rect">
            <a:avLst/>
          </a:prstGeom>
          <a:solidFill>
            <a:srgbClr val="37B0E8">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矩形 42"/>
          <p:cNvSpPr/>
          <p:nvPr/>
        </p:nvSpPr>
        <p:spPr>
          <a:xfrm>
            <a:off x="5867400" y="262034"/>
            <a:ext cx="2665040" cy="285078"/>
          </a:xfrm>
          <a:prstGeom prst="rect">
            <a:avLst/>
          </a:prstGeom>
        </p:spPr>
        <p:txBody>
          <a:bodyPr wrap="square" lIns="0" tIns="0" rIns="0" bIns="0" anchor="ctr" anchorCtr="0">
            <a:spAutoFit/>
          </a:bodyPr>
          <a:lstStyle/>
          <a:p>
            <a:pPr algn="r">
              <a:lnSpc>
                <a:spcPct val="150000"/>
              </a:lnSpc>
            </a:pPr>
            <a:r>
              <a:rPr lang="zh-CN" altLang="en-US" sz="1400" b="1" dirty="0">
                <a:solidFill>
                  <a:srgbClr val="354454"/>
                </a:solidFill>
                <a:latin typeface="微软雅黑" pitchFamily="34" charset="-122"/>
                <a:ea typeface="微软雅黑" pitchFamily="34" charset="-122"/>
              </a:rPr>
              <a:t>相关对策</a:t>
            </a:r>
          </a:p>
        </p:txBody>
      </p:sp>
      <p:sp>
        <p:nvSpPr>
          <p:cNvPr id="26" name="矩形 25"/>
          <p:cNvSpPr/>
          <p:nvPr/>
        </p:nvSpPr>
        <p:spPr>
          <a:xfrm>
            <a:off x="614945" y="1653245"/>
            <a:ext cx="441146" cy="246221"/>
          </a:xfrm>
          <a:prstGeom prst="rect">
            <a:avLst/>
          </a:prstGeom>
        </p:spPr>
        <p:txBody>
          <a:bodyPr wrap="none">
            <a:spAutoFit/>
          </a:bodyPr>
          <a:lstStyle/>
          <a:p>
            <a:pPr algn="ctr"/>
            <a:r>
              <a:rPr lang="zh-CN" altLang="en-US" sz="1000" dirty="0">
                <a:ln w="6350">
                  <a:noFill/>
                </a:ln>
                <a:solidFill>
                  <a:srgbClr val="586B7F"/>
                </a:solidFill>
                <a:latin typeface="Impact" pitchFamily="34" charset="0"/>
                <a:ea typeface="微软雅黑" pitchFamily="34" charset="-122"/>
              </a:rPr>
              <a:t>绪论</a:t>
            </a:r>
          </a:p>
        </p:txBody>
      </p:sp>
      <p:sp>
        <p:nvSpPr>
          <p:cNvPr id="30" name="矩形 29"/>
          <p:cNvSpPr/>
          <p:nvPr/>
        </p:nvSpPr>
        <p:spPr>
          <a:xfrm>
            <a:off x="422584" y="2036065"/>
            <a:ext cx="825867" cy="246221"/>
          </a:xfrm>
          <a:prstGeom prst="rect">
            <a:avLst/>
          </a:prstGeom>
        </p:spPr>
        <p:txBody>
          <a:bodyPr wrap="none">
            <a:spAutoFit/>
          </a:bodyPr>
          <a:lstStyle/>
          <a:p>
            <a:pPr algn="ctr"/>
            <a:r>
              <a:rPr lang="zh-CN" altLang="en-US" sz="1000" dirty="0">
                <a:ln w="6350">
                  <a:noFill/>
                </a:ln>
                <a:solidFill>
                  <a:srgbClr val="586B7F"/>
                </a:solidFill>
                <a:latin typeface="Impact" pitchFamily="34" charset="0"/>
                <a:ea typeface="微软雅黑" pitchFamily="34" charset="-122"/>
              </a:rPr>
              <a:t>思路与方法</a:t>
            </a:r>
          </a:p>
        </p:txBody>
      </p:sp>
      <p:sp>
        <p:nvSpPr>
          <p:cNvPr id="31" name="矩形 30"/>
          <p:cNvSpPr/>
          <p:nvPr/>
        </p:nvSpPr>
        <p:spPr>
          <a:xfrm>
            <a:off x="422585" y="2823369"/>
            <a:ext cx="825867" cy="246221"/>
          </a:xfrm>
          <a:prstGeom prst="rect">
            <a:avLst/>
          </a:prstGeom>
        </p:spPr>
        <p:txBody>
          <a:bodyPr wrap="none">
            <a:spAutoFit/>
          </a:bodyPr>
          <a:lstStyle/>
          <a:p>
            <a:pPr algn="ctr"/>
            <a:r>
              <a:rPr lang="zh-CN" altLang="en-US" sz="1000" dirty="0">
                <a:ln w="6350">
                  <a:noFill/>
                </a:ln>
                <a:solidFill>
                  <a:srgbClr val="586B7F"/>
                </a:solidFill>
                <a:latin typeface="Impact" pitchFamily="34" charset="0"/>
                <a:ea typeface="微软雅黑" pitchFamily="34" charset="-122"/>
              </a:rPr>
              <a:t>成果与应用</a:t>
            </a:r>
          </a:p>
        </p:txBody>
      </p:sp>
      <p:sp>
        <p:nvSpPr>
          <p:cNvPr id="32" name="矩形 31"/>
          <p:cNvSpPr/>
          <p:nvPr/>
        </p:nvSpPr>
        <p:spPr>
          <a:xfrm>
            <a:off x="422585" y="2432846"/>
            <a:ext cx="825867" cy="246221"/>
          </a:xfrm>
          <a:prstGeom prst="rect">
            <a:avLst/>
          </a:prstGeom>
        </p:spPr>
        <p:txBody>
          <a:bodyPr wrap="none">
            <a:spAutoFit/>
          </a:bodyPr>
          <a:lstStyle/>
          <a:p>
            <a:pPr algn="ctr"/>
            <a:r>
              <a:rPr lang="zh-CN" altLang="en-US" sz="1000" dirty="0">
                <a:ln w="6350">
                  <a:noFill/>
                </a:ln>
                <a:solidFill>
                  <a:srgbClr val="586B7F"/>
                </a:solidFill>
                <a:latin typeface="Impact" pitchFamily="34" charset="0"/>
                <a:ea typeface="微软雅黑" pitchFamily="34" charset="-122"/>
              </a:rPr>
              <a:t>技术与难点</a:t>
            </a:r>
          </a:p>
        </p:txBody>
      </p:sp>
      <p:sp>
        <p:nvSpPr>
          <p:cNvPr id="33" name="矩形 32"/>
          <p:cNvSpPr/>
          <p:nvPr/>
        </p:nvSpPr>
        <p:spPr>
          <a:xfrm>
            <a:off x="422585" y="3224765"/>
            <a:ext cx="825867" cy="246221"/>
          </a:xfrm>
          <a:prstGeom prst="rect">
            <a:avLst/>
          </a:prstGeom>
        </p:spPr>
        <p:txBody>
          <a:bodyPr wrap="none">
            <a:spAutoFit/>
          </a:bodyPr>
          <a:lstStyle/>
          <a:p>
            <a:pPr algn="ctr"/>
            <a:r>
              <a:rPr lang="zh-CN" altLang="en-US" sz="1000" dirty="0">
                <a:ln w="6350">
                  <a:noFill/>
                </a:ln>
                <a:solidFill>
                  <a:schemeClr val="bg1"/>
                </a:solidFill>
                <a:latin typeface="Impact" pitchFamily="34" charset="0"/>
                <a:ea typeface="微软雅黑" pitchFamily="34" charset="-122"/>
              </a:rPr>
              <a:t>建议与总结</a:t>
            </a:r>
          </a:p>
        </p:txBody>
      </p:sp>
      <p:sp>
        <p:nvSpPr>
          <p:cNvPr id="144" name="Freeform 174"/>
          <p:cNvSpPr/>
          <p:nvPr/>
        </p:nvSpPr>
        <p:spPr bwMode="auto">
          <a:xfrm rot="10800000">
            <a:off x="1704948" y="2482974"/>
            <a:ext cx="1054815" cy="336908"/>
          </a:xfrm>
          <a:custGeom>
            <a:avLst/>
            <a:gdLst>
              <a:gd name="T0" fmla="*/ 933 w 933"/>
              <a:gd name="T1" fmla="*/ 149 h 298"/>
              <a:gd name="T2" fmla="*/ 725 w 933"/>
              <a:gd name="T3" fmla="*/ 0 h 298"/>
              <a:gd name="T4" fmla="*/ 725 w 933"/>
              <a:gd name="T5" fmla="*/ 89 h 298"/>
              <a:gd name="T6" fmla="*/ 0 w 933"/>
              <a:gd name="T7" fmla="*/ 89 h 298"/>
              <a:gd name="T8" fmla="*/ 0 w 933"/>
              <a:gd name="T9" fmla="*/ 208 h 298"/>
              <a:gd name="T10" fmla="*/ 725 w 933"/>
              <a:gd name="T11" fmla="*/ 208 h 298"/>
              <a:gd name="T12" fmla="*/ 725 w 933"/>
              <a:gd name="T13" fmla="*/ 298 h 298"/>
              <a:gd name="T14" fmla="*/ 933 w 933"/>
              <a:gd name="T15" fmla="*/ 149 h 29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3" h="298">
                <a:moveTo>
                  <a:pt x="933" y="149"/>
                </a:moveTo>
                <a:lnTo>
                  <a:pt x="725" y="0"/>
                </a:lnTo>
                <a:lnTo>
                  <a:pt x="725" y="89"/>
                </a:lnTo>
                <a:lnTo>
                  <a:pt x="0" y="89"/>
                </a:lnTo>
                <a:lnTo>
                  <a:pt x="0" y="208"/>
                </a:lnTo>
                <a:lnTo>
                  <a:pt x="725" y="208"/>
                </a:lnTo>
                <a:lnTo>
                  <a:pt x="725" y="298"/>
                </a:lnTo>
                <a:lnTo>
                  <a:pt x="933" y="149"/>
                </a:lnTo>
                <a:close/>
              </a:path>
            </a:pathLst>
          </a:custGeom>
          <a:solidFill>
            <a:srgbClr val="37B0E8"/>
          </a:solidFill>
          <a:ln w="6350" cap="flat">
            <a:noFill/>
            <a:prstDash val="solid"/>
            <a:miter lim="800000"/>
          </a:ln>
        </p:spPr>
        <p:txBody>
          <a:bodyPr vert="horz" wrap="square" lIns="91440" tIns="45720" rIns="91440" bIns="45720" numCol="1" anchor="t" anchorCtr="0" compatLnSpc="1"/>
          <a:lstStyle/>
          <a:p>
            <a:endParaRPr lang="zh-CN" altLang="en-US">
              <a:solidFill>
                <a:schemeClr val="tx1"/>
              </a:solidFill>
            </a:endParaRPr>
          </a:p>
        </p:txBody>
      </p:sp>
      <p:sp>
        <p:nvSpPr>
          <p:cNvPr id="145" name="Freeform 175"/>
          <p:cNvSpPr/>
          <p:nvPr/>
        </p:nvSpPr>
        <p:spPr bwMode="auto">
          <a:xfrm rot="10800000">
            <a:off x="5798953" y="2399312"/>
            <a:ext cx="1482168" cy="500839"/>
          </a:xfrm>
          <a:custGeom>
            <a:avLst/>
            <a:gdLst>
              <a:gd name="T0" fmla="*/ 461 w 555"/>
              <a:gd name="T1" fmla="*/ 0 h 187"/>
              <a:gd name="T2" fmla="*/ 374 w 555"/>
              <a:gd name="T3" fmla="*/ 59 h 187"/>
              <a:gd name="T4" fmla="*/ 361 w 555"/>
              <a:gd name="T5" fmla="*/ 69 h 187"/>
              <a:gd name="T6" fmla="*/ 0 w 555"/>
              <a:gd name="T7" fmla="*/ 69 h 187"/>
              <a:gd name="T8" fmla="*/ 0 w 555"/>
              <a:gd name="T9" fmla="*/ 119 h 187"/>
              <a:gd name="T10" fmla="*/ 361 w 555"/>
              <a:gd name="T11" fmla="*/ 119 h 187"/>
              <a:gd name="T12" fmla="*/ 374 w 555"/>
              <a:gd name="T13" fmla="*/ 129 h 187"/>
              <a:gd name="T14" fmla="*/ 461 w 555"/>
              <a:gd name="T15" fmla="*/ 187 h 187"/>
              <a:gd name="T16" fmla="*/ 555 w 555"/>
              <a:gd name="T17" fmla="*/ 93 h 187"/>
              <a:gd name="T18" fmla="*/ 461 w 555"/>
              <a:gd name="T19" fmla="*/ 0 h 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55" h="187">
                <a:moveTo>
                  <a:pt x="461" y="0"/>
                </a:moveTo>
                <a:cubicBezTo>
                  <a:pt x="422" y="0"/>
                  <a:pt x="388" y="25"/>
                  <a:pt x="374" y="59"/>
                </a:cubicBezTo>
                <a:cubicBezTo>
                  <a:pt x="372" y="65"/>
                  <a:pt x="367" y="69"/>
                  <a:pt x="361" y="69"/>
                </a:cubicBezTo>
                <a:cubicBezTo>
                  <a:pt x="0" y="69"/>
                  <a:pt x="0" y="69"/>
                  <a:pt x="0" y="69"/>
                </a:cubicBezTo>
                <a:cubicBezTo>
                  <a:pt x="0" y="119"/>
                  <a:pt x="0" y="119"/>
                  <a:pt x="0" y="119"/>
                </a:cubicBezTo>
                <a:cubicBezTo>
                  <a:pt x="361" y="119"/>
                  <a:pt x="361" y="119"/>
                  <a:pt x="361" y="119"/>
                </a:cubicBezTo>
                <a:cubicBezTo>
                  <a:pt x="367" y="119"/>
                  <a:pt x="372" y="123"/>
                  <a:pt x="374" y="129"/>
                </a:cubicBezTo>
                <a:cubicBezTo>
                  <a:pt x="388" y="163"/>
                  <a:pt x="422" y="187"/>
                  <a:pt x="461" y="187"/>
                </a:cubicBezTo>
                <a:cubicBezTo>
                  <a:pt x="513" y="187"/>
                  <a:pt x="555" y="145"/>
                  <a:pt x="555" y="93"/>
                </a:cubicBezTo>
                <a:cubicBezTo>
                  <a:pt x="554" y="42"/>
                  <a:pt x="512" y="1"/>
                  <a:pt x="461" y="0"/>
                </a:cubicBezTo>
                <a:close/>
              </a:path>
            </a:pathLst>
          </a:custGeom>
          <a:solidFill>
            <a:srgbClr val="37B0E8"/>
          </a:solidFill>
          <a:ln w="6350" cap="flat">
            <a:noFill/>
            <a:prstDash val="solid"/>
            <a:miter lim="800000"/>
          </a:ln>
        </p:spPr>
        <p:txBody>
          <a:bodyPr vert="horz" wrap="square" lIns="91440" tIns="45720" rIns="91440" bIns="45720" numCol="1" anchor="t" anchorCtr="0" compatLnSpc="1"/>
          <a:lstStyle/>
          <a:p>
            <a:endParaRPr lang="zh-CN" altLang="en-US">
              <a:solidFill>
                <a:schemeClr val="tx1"/>
              </a:solidFill>
            </a:endParaRPr>
          </a:p>
        </p:txBody>
      </p:sp>
      <p:sp>
        <p:nvSpPr>
          <p:cNvPr id="146" name="Oval 176"/>
          <p:cNvSpPr>
            <a:spLocks noChangeArrowheads="1"/>
          </p:cNvSpPr>
          <p:nvPr/>
        </p:nvSpPr>
        <p:spPr bwMode="auto">
          <a:xfrm>
            <a:off x="5885241" y="2495409"/>
            <a:ext cx="307513" cy="310904"/>
          </a:xfrm>
          <a:prstGeom prst="ellipse">
            <a:avLst/>
          </a:prstGeom>
          <a:solidFill>
            <a:schemeClr val="bg1"/>
          </a:solidFill>
          <a:ln w="6350" cap="flat">
            <a:solidFill>
              <a:schemeClr val="bg1">
                <a:lumMod val="85000"/>
              </a:schemeClr>
            </a:solidFill>
            <a:prstDash val="solid"/>
            <a:miter lim="800000"/>
          </a:ln>
        </p:spPr>
        <p:txBody>
          <a:bodyPr vert="horz" wrap="square" lIns="91440" tIns="45720" rIns="91440" bIns="45720" numCol="1" anchor="t" anchorCtr="0" compatLnSpc="1"/>
          <a:lstStyle/>
          <a:p>
            <a:endParaRPr lang="zh-CN" altLang="en-US">
              <a:solidFill>
                <a:schemeClr val="tx1"/>
              </a:solidFill>
            </a:endParaRPr>
          </a:p>
        </p:txBody>
      </p:sp>
      <p:sp>
        <p:nvSpPr>
          <p:cNvPr id="148" name="Oval 178"/>
          <p:cNvSpPr>
            <a:spLocks noChangeArrowheads="1"/>
          </p:cNvSpPr>
          <p:nvPr/>
        </p:nvSpPr>
        <p:spPr bwMode="auto">
          <a:xfrm>
            <a:off x="4736505" y="2495409"/>
            <a:ext cx="306383" cy="310904"/>
          </a:xfrm>
          <a:prstGeom prst="ellipse">
            <a:avLst/>
          </a:prstGeom>
          <a:solidFill>
            <a:schemeClr val="bg1"/>
          </a:solidFill>
          <a:ln w="6350" cap="flat">
            <a:solidFill>
              <a:schemeClr val="bg1">
                <a:lumMod val="85000"/>
              </a:schemeClr>
            </a:solidFill>
            <a:prstDash val="solid"/>
            <a:miter lim="800000"/>
          </a:ln>
        </p:spPr>
        <p:txBody>
          <a:bodyPr vert="horz" wrap="square" lIns="91440" tIns="45720" rIns="91440" bIns="45720" numCol="1" anchor="t" anchorCtr="0" compatLnSpc="1"/>
          <a:lstStyle/>
          <a:p>
            <a:endParaRPr lang="zh-CN" altLang="en-US">
              <a:solidFill>
                <a:schemeClr val="tx1"/>
              </a:solidFill>
            </a:endParaRPr>
          </a:p>
        </p:txBody>
      </p:sp>
      <p:sp>
        <p:nvSpPr>
          <p:cNvPr id="150" name="Oval 180"/>
          <p:cNvSpPr>
            <a:spLocks noChangeArrowheads="1"/>
          </p:cNvSpPr>
          <p:nvPr/>
        </p:nvSpPr>
        <p:spPr bwMode="auto">
          <a:xfrm>
            <a:off x="3582116" y="2495409"/>
            <a:ext cx="306383" cy="310904"/>
          </a:xfrm>
          <a:prstGeom prst="ellipse">
            <a:avLst/>
          </a:prstGeom>
          <a:solidFill>
            <a:schemeClr val="bg1"/>
          </a:solidFill>
          <a:ln w="6350" cap="flat">
            <a:solidFill>
              <a:schemeClr val="bg1">
                <a:lumMod val="85000"/>
              </a:schemeClr>
            </a:solidFill>
            <a:prstDash val="solid"/>
            <a:miter lim="800000"/>
          </a:ln>
        </p:spPr>
        <p:txBody>
          <a:bodyPr vert="horz" wrap="square" lIns="91440" tIns="45720" rIns="91440" bIns="45720" numCol="1" anchor="t" anchorCtr="0" compatLnSpc="1"/>
          <a:lstStyle/>
          <a:p>
            <a:endParaRPr lang="zh-CN" altLang="en-US">
              <a:solidFill>
                <a:schemeClr val="tx1"/>
              </a:solidFill>
            </a:endParaRPr>
          </a:p>
        </p:txBody>
      </p:sp>
      <p:sp>
        <p:nvSpPr>
          <p:cNvPr id="152" name="Oval 182"/>
          <p:cNvSpPr>
            <a:spLocks noChangeArrowheads="1"/>
          </p:cNvSpPr>
          <p:nvPr/>
        </p:nvSpPr>
        <p:spPr bwMode="auto">
          <a:xfrm>
            <a:off x="2429988" y="2495409"/>
            <a:ext cx="309774" cy="310904"/>
          </a:xfrm>
          <a:prstGeom prst="ellipse">
            <a:avLst/>
          </a:prstGeom>
          <a:solidFill>
            <a:schemeClr val="bg1"/>
          </a:solidFill>
          <a:ln w="6350" cap="flat">
            <a:solidFill>
              <a:schemeClr val="bg1">
                <a:lumMod val="85000"/>
              </a:schemeClr>
            </a:solidFill>
            <a:prstDash val="solid"/>
            <a:miter lim="800000"/>
          </a:ln>
        </p:spPr>
        <p:txBody>
          <a:bodyPr vert="horz" wrap="square" lIns="91440" tIns="45720" rIns="91440" bIns="45720" numCol="1" anchor="t" anchorCtr="0" compatLnSpc="1"/>
          <a:lstStyle/>
          <a:p>
            <a:endParaRPr lang="zh-CN" altLang="en-US">
              <a:solidFill>
                <a:schemeClr val="tx1"/>
              </a:solidFill>
            </a:endParaRPr>
          </a:p>
        </p:txBody>
      </p:sp>
      <p:sp>
        <p:nvSpPr>
          <p:cNvPr id="153" name="矩形 152"/>
          <p:cNvSpPr/>
          <p:nvPr/>
        </p:nvSpPr>
        <p:spPr>
          <a:xfrm>
            <a:off x="3547595" y="2499092"/>
            <a:ext cx="375424" cy="307777"/>
          </a:xfrm>
          <a:prstGeom prst="rect">
            <a:avLst/>
          </a:prstGeom>
        </p:spPr>
        <p:txBody>
          <a:bodyPr wrap="none">
            <a:spAutoFit/>
          </a:bodyPr>
          <a:lstStyle/>
          <a:p>
            <a:pPr algn="ctr" fontAlgn="base">
              <a:spcBef>
                <a:spcPct val="0"/>
              </a:spcBef>
              <a:spcAft>
                <a:spcPct val="0"/>
              </a:spcAft>
            </a:pPr>
            <a:r>
              <a:rPr lang="en-US" altLang="zh-CN" sz="1400" dirty="0">
                <a:solidFill>
                  <a:srgbClr val="37B0E8"/>
                </a:solidFill>
                <a:latin typeface="Impact" pitchFamily="34" charset="0"/>
                <a:ea typeface="微软雅黑" pitchFamily="34" charset="-122"/>
              </a:rPr>
              <a:t>03</a:t>
            </a:r>
            <a:endParaRPr lang="zh-CN" altLang="zh-CN" sz="1400" dirty="0">
              <a:solidFill>
                <a:srgbClr val="37B0E8"/>
              </a:solidFill>
              <a:latin typeface="Impact" pitchFamily="34" charset="0"/>
              <a:ea typeface="微软雅黑" pitchFamily="34" charset="-122"/>
            </a:endParaRPr>
          </a:p>
        </p:txBody>
      </p:sp>
      <p:sp>
        <p:nvSpPr>
          <p:cNvPr id="154" name="矩形 153"/>
          <p:cNvSpPr/>
          <p:nvPr/>
        </p:nvSpPr>
        <p:spPr>
          <a:xfrm>
            <a:off x="4704389" y="2499092"/>
            <a:ext cx="370615" cy="307777"/>
          </a:xfrm>
          <a:prstGeom prst="rect">
            <a:avLst/>
          </a:prstGeom>
        </p:spPr>
        <p:txBody>
          <a:bodyPr wrap="none">
            <a:spAutoFit/>
          </a:bodyPr>
          <a:lstStyle/>
          <a:p>
            <a:pPr algn="ctr" fontAlgn="base">
              <a:spcBef>
                <a:spcPct val="0"/>
              </a:spcBef>
              <a:spcAft>
                <a:spcPct val="0"/>
              </a:spcAft>
            </a:pPr>
            <a:r>
              <a:rPr lang="en-US" altLang="zh-CN" sz="1400" dirty="0">
                <a:solidFill>
                  <a:srgbClr val="37B0E8"/>
                </a:solidFill>
                <a:latin typeface="Impact" pitchFamily="34" charset="0"/>
                <a:ea typeface="微软雅黑" pitchFamily="34" charset="-122"/>
              </a:rPr>
              <a:t>02</a:t>
            </a:r>
            <a:endParaRPr lang="zh-CN" altLang="zh-CN" sz="1400" dirty="0">
              <a:solidFill>
                <a:srgbClr val="37B0E8"/>
              </a:solidFill>
              <a:latin typeface="Impact" pitchFamily="34" charset="0"/>
              <a:ea typeface="微软雅黑" pitchFamily="34" charset="-122"/>
            </a:endParaRPr>
          </a:p>
        </p:txBody>
      </p:sp>
      <p:sp>
        <p:nvSpPr>
          <p:cNvPr id="155" name="矩形 154"/>
          <p:cNvSpPr/>
          <p:nvPr/>
        </p:nvSpPr>
        <p:spPr>
          <a:xfrm>
            <a:off x="5864109" y="2499092"/>
            <a:ext cx="349776" cy="307777"/>
          </a:xfrm>
          <a:prstGeom prst="rect">
            <a:avLst/>
          </a:prstGeom>
        </p:spPr>
        <p:txBody>
          <a:bodyPr wrap="none">
            <a:spAutoFit/>
          </a:bodyPr>
          <a:lstStyle/>
          <a:p>
            <a:pPr algn="ctr" fontAlgn="base">
              <a:spcBef>
                <a:spcPct val="0"/>
              </a:spcBef>
              <a:spcAft>
                <a:spcPct val="0"/>
              </a:spcAft>
            </a:pPr>
            <a:r>
              <a:rPr lang="en-US" altLang="zh-CN" sz="1400" dirty="0">
                <a:solidFill>
                  <a:srgbClr val="37B0E8"/>
                </a:solidFill>
                <a:latin typeface="Impact" pitchFamily="34" charset="0"/>
                <a:ea typeface="微软雅黑" pitchFamily="34" charset="-122"/>
              </a:rPr>
              <a:t>01</a:t>
            </a:r>
            <a:endParaRPr lang="zh-CN" altLang="zh-CN" sz="1400" dirty="0">
              <a:solidFill>
                <a:srgbClr val="37B0E8"/>
              </a:solidFill>
              <a:latin typeface="Impact" pitchFamily="34" charset="0"/>
              <a:ea typeface="微软雅黑" pitchFamily="34" charset="-122"/>
            </a:endParaRPr>
          </a:p>
        </p:txBody>
      </p:sp>
      <p:sp>
        <p:nvSpPr>
          <p:cNvPr id="156" name="矩形 155"/>
          <p:cNvSpPr/>
          <p:nvPr/>
        </p:nvSpPr>
        <p:spPr>
          <a:xfrm>
            <a:off x="2399568" y="2499092"/>
            <a:ext cx="370615" cy="307777"/>
          </a:xfrm>
          <a:prstGeom prst="rect">
            <a:avLst/>
          </a:prstGeom>
        </p:spPr>
        <p:txBody>
          <a:bodyPr wrap="none">
            <a:spAutoFit/>
          </a:bodyPr>
          <a:lstStyle/>
          <a:p>
            <a:pPr lvl="0" algn="ctr" fontAlgn="base">
              <a:spcBef>
                <a:spcPct val="0"/>
              </a:spcBef>
              <a:spcAft>
                <a:spcPct val="0"/>
              </a:spcAft>
            </a:pPr>
            <a:r>
              <a:rPr lang="en-US" altLang="zh-CN" sz="1400" dirty="0">
                <a:solidFill>
                  <a:srgbClr val="37B0E8"/>
                </a:solidFill>
                <a:latin typeface="Impact" pitchFamily="34" charset="0"/>
                <a:ea typeface="微软雅黑" pitchFamily="34" charset="-122"/>
              </a:rPr>
              <a:t>04</a:t>
            </a:r>
            <a:endParaRPr lang="zh-CN" altLang="zh-CN" sz="1400" dirty="0">
              <a:solidFill>
                <a:srgbClr val="37B0E8"/>
              </a:solidFill>
              <a:latin typeface="Impact" pitchFamily="34" charset="0"/>
              <a:ea typeface="微软雅黑" pitchFamily="34" charset="-122"/>
            </a:endParaRPr>
          </a:p>
        </p:txBody>
      </p:sp>
      <p:sp>
        <p:nvSpPr>
          <p:cNvPr id="157" name="圆角矩形 156"/>
          <p:cNvSpPr/>
          <p:nvPr/>
        </p:nvSpPr>
        <p:spPr>
          <a:xfrm>
            <a:off x="4371400" y="3148923"/>
            <a:ext cx="1175123" cy="270849"/>
          </a:xfrm>
          <a:prstGeom prst="roundRect">
            <a:avLst>
              <a:gd name="adj" fmla="val 0"/>
            </a:avLst>
          </a:prstGeom>
          <a:solidFill>
            <a:srgbClr val="37B0E8"/>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ln w="6350">
                  <a:noFill/>
                </a:ln>
                <a:solidFill>
                  <a:schemeClr val="bg1"/>
                </a:solidFill>
                <a:latin typeface="Impact" pitchFamily="34" charset="0"/>
                <a:ea typeface="微软雅黑" pitchFamily="34" charset="-122"/>
              </a:rPr>
              <a:t>添加关键词</a:t>
            </a:r>
            <a:endParaRPr lang="zh-CN" altLang="zh-CN" sz="1000" dirty="0">
              <a:ln w="6350">
                <a:noFill/>
              </a:ln>
              <a:solidFill>
                <a:schemeClr val="bg1"/>
              </a:solidFill>
              <a:latin typeface="Impact" pitchFamily="34" charset="0"/>
              <a:ea typeface="微软雅黑" pitchFamily="34" charset="-122"/>
            </a:endParaRPr>
          </a:p>
        </p:txBody>
      </p:sp>
      <p:sp>
        <p:nvSpPr>
          <p:cNvPr id="158" name="Rectangle 66"/>
          <p:cNvSpPr>
            <a:spLocks noChangeArrowheads="1"/>
          </p:cNvSpPr>
          <p:nvPr/>
        </p:nvSpPr>
        <p:spPr bwMode="auto">
          <a:xfrm>
            <a:off x="4378960" y="3533824"/>
            <a:ext cx="183357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fontAlgn="base">
              <a:spcBef>
                <a:spcPct val="0"/>
              </a:spcBef>
              <a:spcAft>
                <a:spcPct val="0"/>
              </a:spcAft>
            </a:pPr>
            <a:r>
              <a:rPr lang="zh-CN" altLang="en-US" sz="1000" dirty="0">
                <a:solidFill>
                  <a:schemeClr val="tx1">
                    <a:lumMod val="50000"/>
                    <a:lumOff val="50000"/>
                  </a:schemeClr>
                </a:solidFill>
                <a:latin typeface="Arial" pitchFamily="34" charset="0"/>
                <a:ea typeface="微软雅黑" pitchFamily="34" charset="-122"/>
              </a:rPr>
              <a:t>此处可输入相关说明文本内容，或者复制文本内容后粘贴，并选择只保留文字。</a:t>
            </a:r>
            <a:endParaRPr lang="zh-CN" altLang="zh-CN" sz="1000" dirty="0">
              <a:solidFill>
                <a:schemeClr val="tx1">
                  <a:lumMod val="50000"/>
                  <a:lumOff val="50000"/>
                </a:schemeClr>
              </a:solidFill>
              <a:latin typeface="Arial" pitchFamily="34" charset="0"/>
              <a:ea typeface="微软雅黑" pitchFamily="34" charset="-122"/>
            </a:endParaRPr>
          </a:p>
        </p:txBody>
      </p:sp>
      <p:sp>
        <p:nvSpPr>
          <p:cNvPr id="159" name="圆角矩形 158"/>
          <p:cNvSpPr/>
          <p:nvPr/>
        </p:nvSpPr>
        <p:spPr>
          <a:xfrm>
            <a:off x="2140680" y="3148923"/>
            <a:ext cx="1175123" cy="270849"/>
          </a:xfrm>
          <a:prstGeom prst="roundRect">
            <a:avLst>
              <a:gd name="adj" fmla="val 0"/>
            </a:avLst>
          </a:prstGeom>
          <a:solidFill>
            <a:srgbClr val="37B0E8"/>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ln w="6350">
                  <a:noFill/>
                </a:ln>
                <a:solidFill>
                  <a:schemeClr val="bg1"/>
                </a:solidFill>
                <a:latin typeface="Impact" pitchFamily="34" charset="0"/>
                <a:ea typeface="微软雅黑" pitchFamily="34" charset="-122"/>
              </a:rPr>
              <a:t>添加关键词</a:t>
            </a:r>
            <a:endParaRPr lang="zh-CN" altLang="zh-CN" sz="1000" dirty="0">
              <a:ln w="6350">
                <a:noFill/>
              </a:ln>
              <a:solidFill>
                <a:schemeClr val="bg1"/>
              </a:solidFill>
              <a:latin typeface="Impact" pitchFamily="34" charset="0"/>
              <a:ea typeface="微软雅黑" pitchFamily="34" charset="-122"/>
            </a:endParaRPr>
          </a:p>
        </p:txBody>
      </p:sp>
      <p:sp>
        <p:nvSpPr>
          <p:cNvPr id="160" name="Rectangle 66"/>
          <p:cNvSpPr>
            <a:spLocks noChangeArrowheads="1"/>
          </p:cNvSpPr>
          <p:nvPr/>
        </p:nvSpPr>
        <p:spPr bwMode="auto">
          <a:xfrm>
            <a:off x="2148240" y="3533824"/>
            <a:ext cx="183357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fontAlgn="base">
              <a:spcBef>
                <a:spcPct val="0"/>
              </a:spcBef>
              <a:spcAft>
                <a:spcPct val="0"/>
              </a:spcAft>
            </a:pPr>
            <a:r>
              <a:rPr lang="zh-CN" altLang="en-US" sz="1000" dirty="0">
                <a:solidFill>
                  <a:schemeClr val="tx1">
                    <a:lumMod val="50000"/>
                    <a:lumOff val="50000"/>
                  </a:schemeClr>
                </a:solidFill>
                <a:latin typeface="Arial" pitchFamily="34" charset="0"/>
                <a:ea typeface="微软雅黑" pitchFamily="34" charset="-122"/>
              </a:rPr>
              <a:t>此处可输入相关说明文本内容，或者复制文本内容后粘贴，并选择只保留文字。</a:t>
            </a:r>
            <a:endParaRPr lang="zh-CN" altLang="zh-CN" sz="1000" dirty="0">
              <a:solidFill>
                <a:schemeClr val="tx1">
                  <a:lumMod val="50000"/>
                  <a:lumOff val="50000"/>
                </a:schemeClr>
              </a:solidFill>
              <a:latin typeface="Arial" pitchFamily="34" charset="0"/>
              <a:ea typeface="微软雅黑" pitchFamily="34" charset="-122"/>
            </a:endParaRPr>
          </a:p>
        </p:txBody>
      </p:sp>
      <p:sp>
        <p:nvSpPr>
          <p:cNvPr id="161" name="圆角矩形 160"/>
          <p:cNvSpPr/>
          <p:nvPr/>
        </p:nvSpPr>
        <p:spPr>
          <a:xfrm>
            <a:off x="3213984" y="1349779"/>
            <a:ext cx="1175123" cy="270849"/>
          </a:xfrm>
          <a:prstGeom prst="roundRect">
            <a:avLst>
              <a:gd name="adj" fmla="val 0"/>
            </a:avLst>
          </a:prstGeom>
          <a:solidFill>
            <a:srgbClr val="37B0E8"/>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ln w="6350">
                  <a:noFill/>
                </a:ln>
                <a:solidFill>
                  <a:schemeClr val="bg1"/>
                </a:solidFill>
                <a:latin typeface="Impact" pitchFamily="34" charset="0"/>
                <a:ea typeface="微软雅黑" pitchFamily="34" charset="-122"/>
              </a:rPr>
              <a:t>添加关键词</a:t>
            </a:r>
            <a:endParaRPr lang="zh-CN" altLang="zh-CN" sz="1000" dirty="0">
              <a:ln w="6350">
                <a:noFill/>
              </a:ln>
              <a:solidFill>
                <a:schemeClr val="bg1"/>
              </a:solidFill>
              <a:latin typeface="Impact" pitchFamily="34" charset="0"/>
              <a:ea typeface="微软雅黑" pitchFamily="34" charset="-122"/>
            </a:endParaRPr>
          </a:p>
        </p:txBody>
      </p:sp>
      <p:sp>
        <p:nvSpPr>
          <p:cNvPr id="162" name="Rectangle 66"/>
          <p:cNvSpPr>
            <a:spLocks noChangeArrowheads="1"/>
          </p:cNvSpPr>
          <p:nvPr/>
        </p:nvSpPr>
        <p:spPr bwMode="auto">
          <a:xfrm>
            <a:off x="3221544" y="1734680"/>
            <a:ext cx="183357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fontAlgn="base">
              <a:spcBef>
                <a:spcPct val="0"/>
              </a:spcBef>
              <a:spcAft>
                <a:spcPct val="0"/>
              </a:spcAft>
            </a:pPr>
            <a:r>
              <a:rPr lang="zh-CN" altLang="en-US" sz="1000" dirty="0">
                <a:solidFill>
                  <a:schemeClr val="tx1">
                    <a:lumMod val="50000"/>
                    <a:lumOff val="50000"/>
                  </a:schemeClr>
                </a:solidFill>
                <a:latin typeface="Arial" pitchFamily="34" charset="0"/>
                <a:ea typeface="微软雅黑" pitchFamily="34" charset="-122"/>
              </a:rPr>
              <a:t>此处可输入相关说明文本内容，或者复制文本内容后粘贴，并选择只保留文字。</a:t>
            </a:r>
            <a:endParaRPr lang="zh-CN" altLang="zh-CN" sz="1000" dirty="0">
              <a:solidFill>
                <a:schemeClr val="tx1">
                  <a:lumMod val="50000"/>
                  <a:lumOff val="50000"/>
                </a:schemeClr>
              </a:solidFill>
              <a:latin typeface="Arial" pitchFamily="34" charset="0"/>
              <a:ea typeface="微软雅黑" pitchFamily="34" charset="-122"/>
            </a:endParaRPr>
          </a:p>
        </p:txBody>
      </p:sp>
      <p:sp>
        <p:nvSpPr>
          <p:cNvPr id="163" name="圆角矩形 162"/>
          <p:cNvSpPr/>
          <p:nvPr/>
        </p:nvSpPr>
        <p:spPr>
          <a:xfrm>
            <a:off x="5523528" y="1349779"/>
            <a:ext cx="1175123" cy="270849"/>
          </a:xfrm>
          <a:prstGeom prst="roundRect">
            <a:avLst>
              <a:gd name="adj" fmla="val 0"/>
            </a:avLst>
          </a:prstGeom>
          <a:solidFill>
            <a:srgbClr val="37B0E8"/>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ln w="6350">
                  <a:noFill/>
                </a:ln>
                <a:solidFill>
                  <a:schemeClr val="bg1"/>
                </a:solidFill>
                <a:latin typeface="Impact" pitchFamily="34" charset="0"/>
                <a:ea typeface="微软雅黑" pitchFamily="34" charset="-122"/>
              </a:rPr>
              <a:t>添加关键词</a:t>
            </a:r>
            <a:endParaRPr lang="zh-CN" altLang="zh-CN" sz="1000" dirty="0">
              <a:ln w="6350">
                <a:noFill/>
              </a:ln>
              <a:solidFill>
                <a:schemeClr val="bg1"/>
              </a:solidFill>
              <a:latin typeface="Impact" pitchFamily="34" charset="0"/>
              <a:ea typeface="微软雅黑" pitchFamily="34" charset="-122"/>
            </a:endParaRPr>
          </a:p>
        </p:txBody>
      </p:sp>
      <p:sp>
        <p:nvSpPr>
          <p:cNvPr id="164" name="Rectangle 66"/>
          <p:cNvSpPr>
            <a:spLocks noChangeArrowheads="1"/>
          </p:cNvSpPr>
          <p:nvPr/>
        </p:nvSpPr>
        <p:spPr bwMode="auto">
          <a:xfrm>
            <a:off x="5531088" y="1734680"/>
            <a:ext cx="183357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fontAlgn="base">
              <a:spcBef>
                <a:spcPct val="0"/>
              </a:spcBef>
              <a:spcAft>
                <a:spcPct val="0"/>
              </a:spcAft>
            </a:pPr>
            <a:r>
              <a:rPr lang="zh-CN" altLang="en-US" sz="1000" dirty="0">
                <a:solidFill>
                  <a:schemeClr val="tx1">
                    <a:lumMod val="50000"/>
                    <a:lumOff val="50000"/>
                  </a:schemeClr>
                </a:solidFill>
                <a:latin typeface="Arial" pitchFamily="34" charset="0"/>
                <a:ea typeface="微软雅黑" pitchFamily="34" charset="-122"/>
              </a:rPr>
              <a:t>此处可输入相关说明文本内容，或者复制文本内容后粘贴，并选择只保留文字。</a:t>
            </a:r>
            <a:endParaRPr lang="zh-CN" altLang="zh-CN" sz="1000" dirty="0">
              <a:solidFill>
                <a:schemeClr val="tx1">
                  <a:lumMod val="50000"/>
                  <a:lumOff val="50000"/>
                </a:schemeClr>
              </a:solidFill>
              <a:latin typeface="Arial" pitchFamily="34" charset="0"/>
              <a:ea typeface="微软雅黑" pitchFamily="34" charset="-122"/>
            </a:endParaRPr>
          </a:p>
        </p:txBody>
      </p:sp>
      <p:grpSp>
        <p:nvGrpSpPr>
          <p:cNvPr id="165" name="组合 164"/>
          <p:cNvGrpSpPr/>
          <p:nvPr/>
        </p:nvGrpSpPr>
        <p:grpSpPr>
          <a:xfrm flipH="1">
            <a:off x="6490128" y="2215063"/>
            <a:ext cx="3626488" cy="873273"/>
            <a:chOff x="-1335088" y="3200400"/>
            <a:chExt cx="5268913" cy="1316038"/>
          </a:xfrm>
          <a:effectLst>
            <a:outerShdw blurRad="63500" dist="38100" dir="2700000" algn="tl" rotWithShape="0">
              <a:prstClr val="black">
                <a:alpha val="19000"/>
              </a:prstClr>
            </a:outerShdw>
          </a:effectLst>
        </p:grpSpPr>
        <p:sp>
          <p:nvSpPr>
            <p:cNvPr id="166" name="Freeform 113"/>
            <p:cNvSpPr/>
            <p:nvPr/>
          </p:nvSpPr>
          <p:spPr bwMode="auto">
            <a:xfrm>
              <a:off x="1889125" y="3433763"/>
              <a:ext cx="434975" cy="887413"/>
            </a:xfrm>
            <a:custGeom>
              <a:avLst/>
              <a:gdLst>
                <a:gd name="T0" fmla="*/ 36 w 116"/>
                <a:gd name="T1" fmla="*/ 121 h 237"/>
                <a:gd name="T2" fmla="*/ 38 w 116"/>
                <a:gd name="T3" fmla="*/ 94 h 237"/>
                <a:gd name="T4" fmla="*/ 17 w 116"/>
                <a:gd name="T5" fmla="*/ 38 h 237"/>
                <a:gd name="T6" fmla="*/ 33 w 116"/>
                <a:gd name="T7" fmla="*/ 0 h 237"/>
                <a:gd name="T8" fmla="*/ 83 w 116"/>
                <a:gd name="T9" fmla="*/ 0 h 237"/>
                <a:gd name="T10" fmla="*/ 108 w 116"/>
                <a:gd name="T11" fmla="*/ 61 h 237"/>
                <a:gd name="T12" fmla="*/ 102 w 116"/>
                <a:gd name="T13" fmla="*/ 122 h 237"/>
                <a:gd name="T14" fmla="*/ 62 w 116"/>
                <a:gd name="T15" fmla="*/ 217 h 237"/>
                <a:gd name="T16" fmla="*/ 32 w 116"/>
                <a:gd name="T17" fmla="*/ 235 h 237"/>
                <a:gd name="T18" fmla="*/ 31 w 116"/>
                <a:gd name="T19" fmla="*/ 234 h 237"/>
                <a:gd name="T20" fmla="*/ 9 w 116"/>
                <a:gd name="T21" fmla="*/ 183 h 237"/>
                <a:gd name="T22" fmla="*/ 36 w 116"/>
                <a:gd name="T23" fmla="*/ 121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16" h="237">
                  <a:moveTo>
                    <a:pt x="36" y="121"/>
                  </a:moveTo>
                  <a:cubicBezTo>
                    <a:pt x="39" y="112"/>
                    <a:pt x="41" y="103"/>
                    <a:pt x="38" y="94"/>
                  </a:cubicBezTo>
                  <a:cubicBezTo>
                    <a:pt x="17" y="38"/>
                    <a:pt x="17" y="38"/>
                    <a:pt x="17" y="38"/>
                  </a:cubicBezTo>
                  <a:cubicBezTo>
                    <a:pt x="33" y="0"/>
                    <a:pt x="33" y="0"/>
                    <a:pt x="33" y="0"/>
                  </a:cubicBezTo>
                  <a:cubicBezTo>
                    <a:pt x="83" y="0"/>
                    <a:pt x="83" y="0"/>
                    <a:pt x="83" y="0"/>
                  </a:cubicBezTo>
                  <a:cubicBezTo>
                    <a:pt x="108" y="61"/>
                    <a:pt x="108" y="61"/>
                    <a:pt x="108" y="61"/>
                  </a:cubicBezTo>
                  <a:cubicBezTo>
                    <a:pt x="116" y="78"/>
                    <a:pt x="110" y="104"/>
                    <a:pt x="102" y="122"/>
                  </a:cubicBezTo>
                  <a:cubicBezTo>
                    <a:pt x="62" y="217"/>
                    <a:pt x="62" y="217"/>
                    <a:pt x="62" y="217"/>
                  </a:cubicBezTo>
                  <a:cubicBezTo>
                    <a:pt x="57" y="230"/>
                    <a:pt x="44" y="237"/>
                    <a:pt x="32" y="235"/>
                  </a:cubicBezTo>
                  <a:cubicBezTo>
                    <a:pt x="31" y="234"/>
                    <a:pt x="31" y="234"/>
                    <a:pt x="31" y="234"/>
                  </a:cubicBezTo>
                  <a:cubicBezTo>
                    <a:pt x="10" y="230"/>
                    <a:pt x="0" y="205"/>
                    <a:pt x="9" y="183"/>
                  </a:cubicBezTo>
                  <a:lnTo>
                    <a:pt x="36" y="121"/>
                  </a:lnTo>
                  <a:close/>
                </a:path>
              </a:pathLst>
            </a:custGeom>
            <a:solidFill>
              <a:srgbClr val="F8D5AC"/>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7" name="Freeform 114"/>
            <p:cNvSpPr/>
            <p:nvPr/>
          </p:nvSpPr>
          <p:spPr bwMode="auto">
            <a:xfrm>
              <a:off x="1911350" y="3497263"/>
              <a:ext cx="184150" cy="812800"/>
            </a:xfrm>
            <a:custGeom>
              <a:avLst/>
              <a:gdLst>
                <a:gd name="T0" fmla="*/ 20 w 49"/>
                <a:gd name="T1" fmla="*/ 0 h 217"/>
                <a:gd name="T2" fmla="*/ 47 w 49"/>
                <a:gd name="T3" fmla="*/ 71 h 217"/>
                <a:gd name="T4" fmla="*/ 44 w 49"/>
                <a:gd name="T5" fmla="*/ 106 h 217"/>
                <a:gd name="T6" fmla="*/ 14 w 49"/>
                <a:gd name="T7" fmla="*/ 175 h 217"/>
                <a:gd name="T8" fmla="*/ 22 w 49"/>
                <a:gd name="T9" fmla="*/ 217 h 217"/>
                <a:gd name="T10" fmla="*/ 0 w 49"/>
                <a:gd name="T11" fmla="*/ 190 h 217"/>
                <a:gd name="T12" fmla="*/ 0 w 49"/>
                <a:gd name="T13" fmla="*/ 186 h 217"/>
                <a:gd name="T14" fmla="*/ 0 w 49"/>
                <a:gd name="T15" fmla="*/ 186 h 217"/>
                <a:gd name="T16" fmla="*/ 0 w 49"/>
                <a:gd name="T17" fmla="*/ 182 h 217"/>
                <a:gd name="T18" fmla="*/ 0 w 49"/>
                <a:gd name="T19" fmla="*/ 182 h 217"/>
                <a:gd name="T20" fmla="*/ 0 w 49"/>
                <a:gd name="T21" fmla="*/ 178 h 217"/>
                <a:gd name="T22" fmla="*/ 0 w 49"/>
                <a:gd name="T23" fmla="*/ 178 h 217"/>
                <a:gd name="T24" fmla="*/ 1 w 49"/>
                <a:gd name="T25" fmla="*/ 174 h 217"/>
                <a:gd name="T26" fmla="*/ 1 w 49"/>
                <a:gd name="T27" fmla="*/ 174 h 217"/>
                <a:gd name="T28" fmla="*/ 2 w 49"/>
                <a:gd name="T29" fmla="*/ 170 h 217"/>
                <a:gd name="T30" fmla="*/ 2 w 49"/>
                <a:gd name="T31" fmla="*/ 170 h 217"/>
                <a:gd name="T32" fmla="*/ 3 w 49"/>
                <a:gd name="T33" fmla="*/ 166 h 217"/>
                <a:gd name="T34" fmla="*/ 30 w 49"/>
                <a:gd name="T35" fmla="*/ 104 h 217"/>
                <a:gd name="T36" fmla="*/ 31 w 49"/>
                <a:gd name="T37" fmla="*/ 100 h 217"/>
                <a:gd name="T38" fmla="*/ 33 w 49"/>
                <a:gd name="T39" fmla="*/ 90 h 217"/>
                <a:gd name="T40" fmla="*/ 32 w 49"/>
                <a:gd name="T41" fmla="*/ 77 h 217"/>
                <a:gd name="T42" fmla="*/ 11 w 49"/>
                <a:gd name="T43" fmla="*/ 21 h 217"/>
                <a:gd name="T44" fmla="*/ 20 w 49"/>
                <a:gd name="T45" fmla="*/ 0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9" h="217">
                  <a:moveTo>
                    <a:pt x="20" y="0"/>
                  </a:moveTo>
                  <a:cubicBezTo>
                    <a:pt x="29" y="19"/>
                    <a:pt x="42" y="51"/>
                    <a:pt x="47" y="71"/>
                  </a:cubicBezTo>
                  <a:cubicBezTo>
                    <a:pt x="49" y="82"/>
                    <a:pt x="48" y="95"/>
                    <a:pt x="44" y="106"/>
                  </a:cubicBezTo>
                  <a:cubicBezTo>
                    <a:pt x="36" y="124"/>
                    <a:pt x="23" y="154"/>
                    <a:pt x="14" y="175"/>
                  </a:cubicBezTo>
                  <a:cubicBezTo>
                    <a:pt x="4" y="198"/>
                    <a:pt x="14" y="212"/>
                    <a:pt x="22" y="217"/>
                  </a:cubicBezTo>
                  <a:cubicBezTo>
                    <a:pt x="10" y="213"/>
                    <a:pt x="2" y="203"/>
                    <a:pt x="0" y="190"/>
                  </a:cubicBezTo>
                  <a:cubicBezTo>
                    <a:pt x="0" y="189"/>
                    <a:pt x="0" y="188"/>
                    <a:pt x="0" y="186"/>
                  </a:cubicBezTo>
                  <a:cubicBezTo>
                    <a:pt x="0" y="186"/>
                    <a:pt x="0" y="186"/>
                    <a:pt x="0" y="186"/>
                  </a:cubicBezTo>
                  <a:cubicBezTo>
                    <a:pt x="0" y="185"/>
                    <a:pt x="0" y="184"/>
                    <a:pt x="0" y="182"/>
                  </a:cubicBezTo>
                  <a:cubicBezTo>
                    <a:pt x="0" y="182"/>
                    <a:pt x="0" y="182"/>
                    <a:pt x="0" y="182"/>
                  </a:cubicBezTo>
                  <a:cubicBezTo>
                    <a:pt x="0" y="181"/>
                    <a:pt x="0" y="180"/>
                    <a:pt x="0" y="178"/>
                  </a:cubicBezTo>
                  <a:cubicBezTo>
                    <a:pt x="0" y="178"/>
                    <a:pt x="0" y="178"/>
                    <a:pt x="0" y="178"/>
                  </a:cubicBezTo>
                  <a:cubicBezTo>
                    <a:pt x="0" y="177"/>
                    <a:pt x="0" y="176"/>
                    <a:pt x="1" y="174"/>
                  </a:cubicBezTo>
                  <a:cubicBezTo>
                    <a:pt x="1" y="174"/>
                    <a:pt x="1" y="174"/>
                    <a:pt x="1" y="174"/>
                  </a:cubicBezTo>
                  <a:cubicBezTo>
                    <a:pt x="1" y="173"/>
                    <a:pt x="1" y="172"/>
                    <a:pt x="2" y="170"/>
                  </a:cubicBezTo>
                  <a:cubicBezTo>
                    <a:pt x="2" y="170"/>
                    <a:pt x="2" y="170"/>
                    <a:pt x="2" y="170"/>
                  </a:cubicBezTo>
                  <a:cubicBezTo>
                    <a:pt x="2" y="169"/>
                    <a:pt x="3" y="167"/>
                    <a:pt x="3" y="166"/>
                  </a:cubicBezTo>
                  <a:cubicBezTo>
                    <a:pt x="30" y="104"/>
                    <a:pt x="30" y="104"/>
                    <a:pt x="30" y="104"/>
                  </a:cubicBezTo>
                  <a:cubicBezTo>
                    <a:pt x="30" y="103"/>
                    <a:pt x="31" y="102"/>
                    <a:pt x="31" y="100"/>
                  </a:cubicBezTo>
                  <a:cubicBezTo>
                    <a:pt x="32" y="97"/>
                    <a:pt x="33" y="94"/>
                    <a:pt x="33" y="90"/>
                  </a:cubicBezTo>
                  <a:cubicBezTo>
                    <a:pt x="34" y="86"/>
                    <a:pt x="34" y="81"/>
                    <a:pt x="32" y="77"/>
                  </a:cubicBezTo>
                  <a:cubicBezTo>
                    <a:pt x="11" y="21"/>
                    <a:pt x="11" y="21"/>
                    <a:pt x="11" y="21"/>
                  </a:cubicBezTo>
                  <a:lnTo>
                    <a:pt x="20" y="0"/>
                  </a:lnTo>
                  <a:close/>
                </a:path>
              </a:pathLst>
            </a:custGeom>
            <a:solidFill>
              <a:srgbClr val="ECC09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8" name="Freeform 115"/>
            <p:cNvSpPr/>
            <p:nvPr/>
          </p:nvSpPr>
          <p:spPr bwMode="auto">
            <a:xfrm>
              <a:off x="2024062" y="3298825"/>
              <a:ext cx="390525" cy="1112838"/>
            </a:xfrm>
            <a:custGeom>
              <a:avLst/>
              <a:gdLst>
                <a:gd name="T0" fmla="*/ 28 w 104"/>
                <a:gd name="T1" fmla="*/ 0 h 297"/>
                <a:gd name="T2" fmla="*/ 94 w 104"/>
                <a:gd name="T3" fmla="*/ 113 h 297"/>
                <a:gd name="T4" fmla="*/ 97 w 104"/>
                <a:gd name="T5" fmla="*/ 175 h 297"/>
                <a:gd name="T6" fmla="*/ 70 w 104"/>
                <a:gd name="T7" fmla="*/ 274 h 297"/>
                <a:gd name="T8" fmla="*/ 42 w 104"/>
                <a:gd name="T9" fmla="*/ 296 h 297"/>
                <a:gd name="T10" fmla="*/ 41 w 104"/>
                <a:gd name="T11" fmla="*/ 296 h 297"/>
                <a:gd name="T12" fmla="*/ 13 w 104"/>
                <a:gd name="T13" fmla="*/ 248 h 297"/>
                <a:gd name="T14" fmla="*/ 30 w 104"/>
                <a:gd name="T15" fmla="*/ 183 h 297"/>
                <a:gd name="T16" fmla="*/ 29 w 104"/>
                <a:gd name="T17" fmla="*/ 156 h 297"/>
                <a:gd name="T18" fmla="*/ 0 w 104"/>
                <a:gd name="T19" fmla="*/ 104 h 297"/>
                <a:gd name="T20" fmla="*/ 28 w 104"/>
                <a:gd name="T21" fmla="*/ 0 h 2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4" h="297">
                  <a:moveTo>
                    <a:pt x="28" y="0"/>
                  </a:moveTo>
                  <a:cubicBezTo>
                    <a:pt x="94" y="113"/>
                    <a:pt x="94" y="113"/>
                    <a:pt x="94" y="113"/>
                  </a:cubicBezTo>
                  <a:cubicBezTo>
                    <a:pt x="104" y="129"/>
                    <a:pt x="102" y="155"/>
                    <a:pt x="97" y="175"/>
                  </a:cubicBezTo>
                  <a:cubicBezTo>
                    <a:pt x="70" y="274"/>
                    <a:pt x="70" y="274"/>
                    <a:pt x="70" y="274"/>
                  </a:cubicBezTo>
                  <a:cubicBezTo>
                    <a:pt x="66" y="287"/>
                    <a:pt x="55" y="297"/>
                    <a:pt x="42" y="296"/>
                  </a:cubicBezTo>
                  <a:cubicBezTo>
                    <a:pt x="41" y="296"/>
                    <a:pt x="41" y="296"/>
                    <a:pt x="41" y="296"/>
                  </a:cubicBezTo>
                  <a:cubicBezTo>
                    <a:pt x="20" y="294"/>
                    <a:pt x="6" y="271"/>
                    <a:pt x="13" y="248"/>
                  </a:cubicBezTo>
                  <a:cubicBezTo>
                    <a:pt x="30" y="183"/>
                    <a:pt x="30" y="183"/>
                    <a:pt x="30" y="183"/>
                  </a:cubicBezTo>
                  <a:cubicBezTo>
                    <a:pt x="33" y="174"/>
                    <a:pt x="33" y="164"/>
                    <a:pt x="29" y="156"/>
                  </a:cubicBezTo>
                  <a:cubicBezTo>
                    <a:pt x="0" y="104"/>
                    <a:pt x="0" y="104"/>
                    <a:pt x="0" y="104"/>
                  </a:cubicBezTo>
                  <a:lnTo>
                    <a:pt x="28" y="0"/>
                  </a:lnTo>
                  <a:close/>
                </a:path>
              </a:pathLst>
            </a:custGeom>
            <a:solidFill>
              <a:srgbClr val="F8D5AC"/>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9" name="Freeform 116"/>
            <p:cNvSpPr/>
            <p:nvPr/>
          </p:nvSpPr>
          <p:spPr bwMode="auto">
            <a:xfrm>
              <a:off x="2024062" y="3602038"/>
              <a:ext cx="180975" cy="801688"/>
            </a:xfrm>
            <a:custGeom>
              <a:avLst/>
              <a:gdLst>
                <a:gd name="T0" fmla="*/ 6 w 48"/>
                <a:gd name="T1" fmla="*/ 0 h 214"/>
                <a:gd name="T2" fmla="*/ 42 w 48"/>
                <a:gd name="T3" fmla="*/ 67 h 214"/>
                <a:gd name="T4" fmla="*/ 44 w 48"/>
                <a:gd name="T5" fmla="*/ 101 h 214"/>
                <a:gd name="T6" fmla="*/ 25 w 48"/>
                <a:gd name="T7" fmla="*/ 174 h 214"/>
                <a:gd name="T8" fmla="*/ 39 w 48"/>
                <a:gd name="T9" fmla="*/ 214 h 214"/>
                <a:gd name="T10" fmla="*/ 13 w 48"/>
                <a:gd name="T11" fmla="*/ 191 h 214"/>
                <a:gd name="T12" fmla="*/ 12 w 48"/>
                <a:gd name="T13" fmla="*/ 187 h 214"/>
                <a:gd name="T14" fmla="*/ 12 w 48"/>
                <a:gd name="T15" fmla="*/ 187 h 214"/>
                <a:gd name="T16" fmla="*/ 11 w 48"/>
                <a:gd name="T17" fmla="*/ 184 h 214"/>
                <a:gd name="T18" fmla="*/ 11 w 48"/>
                <a:gd name="T19" fmla="*/ 183 h 214"/>
                <a:gd name="T20" fmla="*/ 11 w 48"/>
                <a:gd name="T21" fmla="*/ 180 h 214"/>
                <a:gd name="T22" fmla="*/ 11 w 48"/>
                <a:gd name="T23" fmla="*/ 179 h 214"/>
                <a:gd name="T24" fmla="*/ 11 w 48"/>
                <a:gd name="T25" fmla="*/ 175 h 214"/>
                <a:gd name="T26" fmla="*/ 11 w 48"/>
                <a:gd name="T27" fmla="*/ 175 h 214"/>
                <a:gd name="T28" fmla="*/ 12 w 48"/>
                <a:gd name="T29" fmla="*/ 171 h 214"/>
                <a:gd name="T30" fmla="*/ 12 w 48"/>
                <a:gd name="T31" fmla="*/ 171 h 214"/>
                <a:gd name="T32" fmla="*/ 13 w 48"/>
                <a:gd name="T33" fmla="*/ 167 h 214"/>
                <a:gd name="T34" fmla="*/ 30 w 48"/>
                <a:gd name="T35" fmla="*/ 102 h 214"/>
                <a:gd name="T36" fmla="*/ 31 w 48"/>
                <a:gd name="T37" fmla="*/ 98 h 214"/>
                <a:gd name="T38" fmla="*/ 32 w 48"/>
                <a:gd name="T39" fmla="*/ 88 h 214"/>
                <a:gd name="T40" fmla="*/ 29 w 48"/>
                <a:gd name="T41" fmla="*/ 75 h 214"/>
                <a:gd name="T42" fmla="*/ 0 w 48"/>
                <a:gd name="T43" fmla="*/ 23 h 214"/>
                <a:gd name="T44" fmla="*/ 6 w 48"/>
                <a:gd name="T45" fmla="*/ 0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8" h="214">
                  <a:moveTo>
                    <a:pt x="6" y="0"/>
                  </a:moveTo>
                  <a:cubicBezTo>
                    <a:pt x="18" y="18"/>
                    <a:pt x="35" y="48"/>
                    <a:pt x="42" y="67"/>
                  </a:cubicBezTo>
                  <a:cubicBezTo>
                    <a:pt x="47" y="78"/>
                    <a:pt x="48" y="90"/>
                    <a:pt x="44" y="101"/>
                  </a:cubicBezTo>
                  <a:cubicBezTo>
                    <a:pt x="39" y="121"/>
                    <a:pt x="31" y="153"/>
                    <a:pt x="25" y="174"/>
                  </a:cubicBezTo>
                  <a:cubicBezTo>
                    <a:pt x="18" y="199"/>
                    <a:pt x="30" y="210"/>
                    <a:pt x="39" y="214"/>
                  </a:cubicBezTo>
                  <a:cubicBezTo>
                    <a:pt x="26" y="212"/>
                    <a:pt x="17" y="203"/>
                    <a:pt x="13" y="191"/>
                  </a:cubicBezTo>
                  <a:cubicBezTo>
                    <a:pt x="13" y="190"/>
                    <a:pt x="12" y="189"/>
                    <a:pt x="12" y="187"/>
                  </a:cubicBezTo>
                  <a:cubicBezTo>
                    <a:pt x="12" y="187"/>
                    <a:pt x="12" y="187"/>
                    <a:pt x="12" y="187"/>
                  </a:cubicBezTo>
                  <a:cubicBezTo>
                    <a:pt x="12" y="186"/>
                    <a:pt x="12" y="185"/>
                    <a:pt x="11" y="184"/>
                  </a:cubicBezTo>
                  <a:cubicBezTo>
                    <a:pt x="11" y="183"/>
                    <a:pt x="11" y="183"/>
                    <a:pt x="11" y="183"/>
                  </a:cubicBezTo>
                  <a:cubicBezTo>
                    <a:pt x="11" y="182"/>
                    <a:pt x="11" y="181"/>
                    <a:pt x="11" y="180"/>
                  </a:cubicBezTo>
                  <a:cubicBezTo>
                    <a:pt x="11" y="179"/>
                    <a:pt x="11" y="179"/>
                    <a:pt x="11" y="179"/>
                  </a:cubicBezTo>
                  <a:cubicBezTo>
                    <a:pt x="11" y="178"/>
                    <a:pt x="11" y="177"/>
                    <a:pt x="11" y="175"/>
                  </a:cubicBezTo>
                  <a:cubicBezTo>
                    <a:pt x="11" y="175"/>
                    <a:pt x="11" y="175"/>
                    <a:pt x="11" y="175"/>
                  </a:cubicBezTo>
                  <a:cubicBezTo>
                    <a:pt x="11" y="174"/>
                    <a:pt x="12" y="173"/>
                    <a:pt x="12" y="171"/>
                  </a:cubicBezTo>
                  <a:cubicBezTo>
                    <a:pt x="12" y="171"/>
                    <a:pt x="12" y="171"/>
                    <a:pt x="12" y="171"/>
                  </a:cubicBezTo>
                  <a:cubicBezTo>
                    <a:pt x="12" y="170"/>
                    <a:pt x="12" y="168"/>
                    <a:pt x="13" y="167"/>
                  </a:cubicBezTo>
                  <a:cubicBezTo>
                    <a:pt x="30" y="102"/>
                    <a:pt x="30" y="102"/>
                    <a:pt x="30" y="102"/>
                  </a:cubicBezTo>
                  <a:cubicBezTo>
                    <a:pt x="31" y="100"/>
                    <a:pt x="31" y="99"/>
                    <a:pt x="31" y="98"/>
                  </a:cubicBezTo>
                  <a:cubicBezTo>
                    <a:pt x="32" y="95"/>
                    <a:pt x="32" y="91"/>
                    <a:pt x="32" y="88"/>
                  </a:cubicBezTo>
                  <a:cubicBezTo>
                    <a:pt x="32" y="83"/>
                    <a:pt x="31" y="79"/>
                    <a:pt x="29" y="75"/>
                  </a:cubicBezTo>
                  <a:cubicBezTo>
                    <a:pt x="0" y="23"/>
                    <a:pt x="0" y="23"/>
                    <a:pt x="0" y="23"/>
                  </a:cubicBezTo>
                  <a:lnTo>
                    <a:pt x="6" y="0"/>
                  </a:lnTo>
                  <a:close/>
                </a:path>
              </a:pathLst>
            </a:custGeom>
            <a:solidFill>
              <a:srgbClr val="ECC09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0" name="Freeform 117"/>
            <p:cNvSpPr/>
            <p:nvPr/>
          </p:nvSpPr>
          <p:spPr bwMode="auto">
            <a:xfrm>
              <a:off x="2197100" y="3305175"/>
              <a:ext cx="393700" cy="1098550"/>
            </a:xfrm>
            <a:custGeom>
              <a:avLst/>
              <a:gdLst>
                <a:gd name="T0" fmla="*/ 18 w 105"/>
                <a:gd name="T1" fmla="*/ 0 h 293"/>
                <a:gd name="T2" fmla="*/ 94 w 105"/>
                <a:gd name="T3" fmla="*/ 107 h 293"/>
                <a:gd name="T4" fmla="*/ 102 w 105"/>
                <a:gd name="T5" fmla="*/ 168 h 293"/>
                <a:gd name="T6" fmla="*/ 84 w 105"/>
                <a:gd name="T7" fmla="*/ 269 h 293"/>
                <a:gd name="T8" fmla="*/ 58 w 105"/>
                <a:gd name="T9" fmla="*/ 293 h 293"/>
                <a:gd name="T10" fmla="*/ 57 w 105"/>
                <a:gd name="T11" fmla="*/ 293 h 293"/>
                <a:gd name="T12" fmla="*/ 24 w 105"/>
                <a:gd name="T13" fmla="*/ 248 h 293"/>
                <a:gd name="T14" fmla="*/ 36 w 105"/>
                <a:gd name="T15" fmla="*/ 181 h 293"/>
                <a:gd name="T16" fmla="*/ 33 w 105"/>
                <a:gd name="T17" fmla="*/ 154 h 293"/>
                <a:gd name="T18" fmla="*/ 0 w 105"/>
                <a:gd name="T19" fmla="*/ 105 h 293"/>
                <a:gd name="T20" fmla="*/ 18 w 105"/>
                <a:gd name="T21" fmla="*/ 0 h 2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5" h="293">
                  <a:moveTo>
                    <a:pt x="18" y="0"/>
                  </a:moveTo>
                  <a:cubicBezTo>
                    <a:pt x="94" y="107"/>
                    <a:pt x="94" y="107"/>
                    <a:pt x="94" y="107"/>
                  </a:cubicBezTo>
                  <a:cubicBezTo>
                    <a:pt x="105" y="122"/>
                    <a:pt x="105" y="148"/>
                    <a:pt x="102" y="168"/>
                  </a:cubicBezTo>
                  <a:cubicBezTo>
                    <a:pt x="84" y="269"/>
                    <a:pt x="84" y="269"/>
                    <a:pt x="84" y="269"/>
                  </a:cubicBezTo>
                  <a:cubicBezTo>
                    <a:pt x="81" y="282"/>
                    <a:pt x="70" y="293"/>
                    <a:pt x="58" y="293"/>
                  </a:cubicBezTo>
                  <a:cubicBezTo>
                    <a:pt x="57" y="293"/>
                    <a:pt x="57" y="293"/>
                    <a:pt x="57" y="293"/>
                  </a:cubicBezTo>
                  <a:cubicBezTo>
                    <a:pt x="35" y="293"/>
                    <a:pt x="20" y="272"/>
                    <a:pt x="24" y="248"/>
                  </a:cubicBezTo>
                  <a:cubicBezTo>
                    <a:pt x="36" y="181"/>
                    <a:pt x="36" y="181"/>
                    <a:pt x="36" y="181"/>
                  </a:cubicBezTo>
                  <a:cubicBezTo>
                    <a:pt x="38" y="172"/>
                    <a:pt x="37" y="162"/>
                    <a:pt x="33" y="154"/>
                  </a:cubicBezTo>
                  <a:cubicBezTo>
                    <a:pt x="0" y="105"/>
                    <a:pt x="0" y="105"/>
                    <a:pt x="0" y="105"/>
                  </a:cubicBezTo>
                  <a:lnTo>
                    <a:pt x="18" y="0"/>
                  </a:lnTo>
                  <a:close/>
                </a:path>
              </a:pathLst>
            </a:custGeom>
            <a:solidFill>
              <a:srgbClr val="F8D5AC"/>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1" name="Freeform 118"/>
            <p:cNvSpPr/>
            <p:nvPr/>
          </p:nvSpPr>
          <p:spPr bwMode="auto">
            <a:xfrm>
              <a:off x="2163762" y="3613150"/>
              <a:ext cx="236538" cy="790575"/>
            </a:xfrm>
            <a:custGeom>
              <a:avLst/>
              <a:gdLst>
                <a:gd name="T0" fmla="*/ 13 w 63"/>
                <a:gd name="T1" fmla="*/ 0 h 211"/>
                <a:gd name="T2" fmla="*/ 54 w 63"/>
                <a:gd name="T3" fmla="*/ 63 h 211"/>
                <a:gd name="T4" fmla="*/ 59 w 63"/>
                <a:gd name="T5" fmla="*/ 98 h 211"/>
                <a:gd name="T6" fmla="*/ 46 w 63"/>
                <a:gd name="T7" fmla="*/ 172 h 211"/>
                <a:gd name="T8" fmla="*/ 63 w 63"/>
                <a:gd name="T9" fmla="*/ 211 h 211"/>
                <a:gd name="T10" fmla="*/ 36 w 63"/>
                <a:gd name="T11" fmla="*/ 190 h 211"/>
                <a:gd name="T12" fmla="*/ 34 w 63"/>
                <a:gd name="T13" fmla="*/ 186 h 211"/>
                <a:gd name="T14" fmla="*/ 34 w 63"/>
                <a:gd name="T15" fmla="*/ 186 h 211"/>
                <a:gd name="T16" fmla="*/ 33 w 63"/>
                <a:gd name="T17" fmla="*/ 182 h 211"/>
                <a:gd name="T18" fmla="*/ 33 w 63"/>
                <a:gd name="T19" fmla="*/ 182 h 211"/>
                <a:gd name="T20" fmla="*/ 33 w 63"/>
                <a:gd name="T21" fmla="*/ 178 h 211"/>
                <a:gd name="T22" fmla="*/ 33 w 63"/>
                <a:gd name="T23" fmla="*/ 178 h 211"/>
                <a:gd name="T24" fmla="*/ 33 w 63"/>
                <a:gd name="T25" fmla="*/ 174 h 211"/>
                <a:gd name="T26" fmla="*/ 33 w 63"/>
                <a:gd name="T27" fmla="*/ 174 h 211"/>
                <a:gd name="T28" fmla="*/ 33 w 63"/>
                <a:gd name="T29" fmla="*/ 170 h 211"/>
                <a:gd name="T30" fmla="*/ 33 w 63"/>
                <a:gd name="T31" fmla="*/ 170 h 211"/>
                <a:gd name="T32" fmla="*/ 33 w 63"/>
                <a:gd name="T33" fmla="*/ 166 h 211"/>
                <a:gd name="T34" fmla="*/ 45 w 63"/>
                <a:gd name="T35" fmla="*/ 99 h 211"/>
                <a:gd name="T36" fmla="*/ 46 w 63"/>
                <a:gd name="T37" fmla="*/ 95 h 211"/>
                <a:gd name="T38" fmla="*/ 46 w 63"/>
                <a:gd name="T39" fmla="*/ 85 h 211"/>
                <a:gd name="T40" fmla="*/ 42 w 63"/>
                <a:gd name="T41" fmla="*/ 72 h 211"/>
                <a:gd name="T42" fmla="*/ 0 w 63"/>
                <a:gd name="T43" fmla="*/ 11 h 211"/>
                <a:gd name="T44" fmla="*/ 13 w 63"/>
                <a:gd name="T45" fmla="*/ 0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63" h="211">
                  <a:moveTo>
                    <a:pt x="13" y="0"/>
                  </a:moveTo>
                  <a:cubicBezTo>
                    <a:pt x="26" y="17"/>
                    <a:pt x="46" y="45"/>
                    <a:pt x="54" y="63"/>
                  </a:cubicBezTo>
                  <a:cubicBezTo>
                    <a:pt x="60" y="74"/>
                    <a:pt x="61" y="86"/>
                    <a:pt x="59" y="98"/>
                  </a:cubicBezTo>
                  <a:cubicBezTo>
                    <a:pt x="56" y="118"/>
                    <a:pt x="50" y="150"/>
                    <a:pt x="46" y="172"/>
                  </a:cubicBezTo>
                  <a:cubicBezTo>
                    <a:pt x="41" y="197"/>
                    <a:pt x="54" y="208"/>
                    <a:pt x="63" y="211"/>
                  </a:cubicBezTo>
                  <a:cubicBezTo>
                    <a:pt x="51" y="210"/>
                    <a:pt x="41" y="201"/>
                    <a:pt x="36" y="190"/>
                  </a:cubicBezTo>
                  <a:cubicBezTo>
                    <a:pt x="35" y="189"/>
                    <a:pt x="35" y="187"/>
                    <a:pt x="34" y="186"/>
                  </a:cubicBezTo>
                  <a:cubicBezTo>
                    <a:pt x="34" y="186"/>
                    <a:pt x="34" y="186"/>
                    <a:pt x="34" y="186"/>
                  </a:cubicBezTo>
                  <a:cubicBezTo>
                    <a:pt x="34" y="185"/>
                    <a:pt x="34" y="184"/>
                    <a:pt x="33" y="182"/>
                  </a:cubicBezTo>
                  <a:cubicBezTo>
                    <a:pt x="33" y="182"/>
                    <a:pt x="33" y="182"/>
                    <a:pt x="33" y="182"/>
                  </a:cubicBezTo>
                  <a:cubicBezTo>
                    <a:pt x="33" y="181"/>
                    <a:pt x="33" y="180"/>
                    <a:pt x="33" y="178"/>
                  </a:cubicBezTo>
                  <a:cubicBezTo>
                    <a:pt x="33" y="178"/>
                    <a:pt x="33" y="178"/>
                    <a:pt x="33" y="178"/>
                  </a:cubicBezTo>
                  <a:cubicBezTo>
                    <a:pt x="33" y="177"/>
                    <a:pt x="33" y="176"/>
                    <a:pt x="33" y="174"/>
                  </a:cubicBezTo>
                  <a:cubicBezTo>
                    <a:pt x="33" y="174"/>
                    <a:pt x="33" y="174"/>
                    <a:pt x="33" y="174"/>
                  </a:cubicBezTo>
                  <a:cubicBezTo>
                    <a:pt x="33" y="173"/>
                    <a:pt x="33" y="171"/>
                    <a:pt x="33" y="170"/>
                  </a:cubicBezTo>
                  <a:cubicBezTo>
                    <a:pt x="33" y="170"/>
                    <a:pt x="33" y="170"/>
                    <a:pt x="33" y="170"/>
                  </a:cubicBezTo>
                  <a:cubicBezTo>
                    <a:pt x="33" y="169"/>
                    <a:pt x="33" y="167"/>
                    <a:pt x="33" y="166"/>
                  </a:cubicBezTo>
                  <a:cubicBezTo>
                    <a:pt x="45" y="99"/>
                    <a:pt x="45" y="99"/>
                    <a:pt x="45" y="99"/>
                  </a:cubicBezTo>
                  <a:cubicBezTo>
                    <a:pt x="45" y="98"/>
                    <a:pt x="46" y="97"/>
                    <a:pt x="46" y="95"/>
                  </a:cubicBezTo>
                  <a:cubicBezTo>
                    <a:pt x="46" y="92"/>
                    <a:pt x="46" y="89"/>
                    <a:pt x="46" y="85"/>
                  </a:cubicBezTo>
                  <a:cubicBezTo>
                    <a:pt x="45" y="81"/>
                    <a:pt x="44" y="76"/>
                    <a:pt x="42" y="72"/>
                  </a:cubicBezTo>
                  <a:cubicBezTo>
                    <a:pt x="0" y="11"/>
                    <a:pt x="0" y="11"/>
                    <a:pt x="0" y="11"/>
                  </a:cubicBezTo>
                  <a:lnTo>
                    <a:pt x="13" y="0"/>
                  </a:lnTo>
                  <a:close/>
                </a:path>
              </a:pathLst>
            </a:custGeom>
            <a:solidFill>
              <a:srgbClr val="ECC09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2" name="Freeform 119"/>
            <p:cNvSpPr/>
            <p:nvPr/>
          </p:nvSpPr>
          <p:spPr bwMode="auto">
            <a:xfrm>
              <a:off x="1000125" y="3200400"/>
              <a:ext cx="1301750" cy="1169988"/>
            </a:xfrm>
            <a:custGeom>
              <a:avLst/>
              <a:gdLst>
                <a:gd name="T0" fmla="*/ 12 w 347"/>
                <a:gd name="T1" fmla="*/ 175 h 312"/>
                <a:gd name="T2" fmla="*/ 66 w 347"/>
                <a:gd name="T3" fmla="*/ 162 h 312"/>
                <a:gd name="T4" fmla="*/ 106 w 347"/>
                <a:gd name="T5" fmla="*/ 137 h 312"/>
                <a:gd name="T6" fmla="*/ 220 w 347"/>
                <a:gd name="T7" fmla="*/ 13 h 312"/>
                <a:gd name="T8" fmla="*/ 283 w 347"/>
                <a:gd name="T9" fmla="*/ 13 h 312"/>
                <a:gd name="T10" fmla="*/ 305 w 347"/>
                <a:gd name="T11" fmla="*/ 72 h 312"/>
                <a:gd name="T12" fmla="*/ 257 w 347"/>
                <a:gd name="T13" fmla="*/ 128 h 312"/>
                <a:gd name="T14" fmla="*/ 266 w 347"/>
                <a:gd name="T15" fmla="*/ 127 h 312"/>
                <a:gd name="T16" fmla="*/ 265 w 347"/>
                <a:gd name="T17" fmla="*/ 133 h 312"/>
                <a:gd name="T18" fmla="*/ 316 w 347"/>
                <a:gd name="T19" fmla="*/ 142 h 312"/>
                <a:gd name="T20" fmla="*/ 346 w 347"/>
                <a:gd name="T21" fmla="*/ 177 h 312"/>
                <a:gd name="T22" fmla="*/ 346 w 347"/>
                <a:gd name="T23" fmla="*/ 178 h 312"/>
                <a:gd name="T24" fmla="*/ 294 w 347"/>
                <a:gd name="T25" fmla="*/ 200 h 312"/>
                <a:gd name="T26" fmla="*/ 241 w 347"/>
                <a:gd name="T27" fmla="*/ 223 h 312"/>
                <a:gd name="T28" fmla="*/ 179 w 347"/>
                <a:gd name="T29" fmla="*/ 288 h 312"/>
                <a:gd name="T30" fmla="*/ 83 w 347"/>
                <a:gd name="T31" fmla="*/ 310 h 312"/>
                <a:gd name="T32" fmla="*/ 0 w 347"/>
                <a:gd name="T33" fmla="*/ 300 h 312"/>
                <a:gd name="T34" fmla="*/ 12 w 347"/>
                <a:gd name="T35" fmla="*/ 175 h 3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47" h="312">
                  <a:moveTo>
                    <a:pt x="12" y="175"/>
                  </a:moveTo>
                  <a:cubicBezTo>
                    <a:pt x="66" y="162"/>
                    <a:pt x="66" y="162"/>
                    <a:pt x="66" y="162"/>
                  </a:cubicBezTo>
                  <a:cubicBezTo>
                    <a:pt x="81" y="162"/>
                    <a:pt x="93" y="146"/>
                    <a:pt x="106" y="137"/>
                  </a:cubicBezTo>
                  <a:cubicBezTo>
                    <a:pt x="220" y="13"/>
                    <a:pt x="220" y="13"/>
                    <a:pt x="220" y="13"/>
                  </a:cubicBezTo>
                  <a:cubicBezTo>
                    <a:pt x="238" y="0"/>
                    <a:pt x="257" y="7"/>
                    <a:pt x="283" y="13"/>
                  </a:cubicBezTo>
                  <a:cubicBezTo>
                    <a:pt x="305" y="72"/>
                    <a:pt x="305" y="72"/>
                    <a:pt x="305" y="72"/>
                  </a:cubicBezTo>
                  <a:cubicBezTo>
                    <a:pt x="282" y="83"/>
                    <a:pt x="258" y="109"/>
                    <a:pt x="257" y="128"/>
                  </a:cubicBezTo>
                  <a:cubicBezTo>
                    <a:pt x="266" y="127"/>
                    <a:pt x="266" y="127"/>
                    <a:pt x="266" y="127"/>
                  </a:cubicBezTo>
                  <a:cubicBezTo>
                    <a:pt x="265" y="133"/>
                    <a:pt x="265" y="133"/>
                    <a:pt x="265" y="133"/>
                  </a:cubicBezTo>
                  <a:cubicBezTo>
                    <a:pt x="316" y="142"/>
                    <a:pt x="316" y="142"/>
                    <a:pt x="316" y="142"/>
                  </a:cubicBezTo>
                  <a:cubicBezTo>
                    <a:pt x="333" y="145"/>
                    <a:pt x="346" y="160"/>
                    <a:pt x="346" y="177"/>
                  </a:cubicBezTo>
                  <a:cubicBezTo>
                    <a:pt x="346" y="178"/>
                    <a:pt x="346" y="178"/>
                    <a:pt x="346" y="178"/>
                  </a:cubicBezTo>
                  <a:cubicBezTo>
                    <a:pt x="347" y="198"/>
                    <a:pt x="321" y="198"/>
                    <a:pt x="294" y="200"/>
                  </a:cubicBezTo>
                  <a:cubicBezTo>
                    <a:pt x="241" y="223"/>
                    <a:pt x="241" y="223"/>
                    <a:pt x="241" y="223"/>
                  </a:cubicBezTo>
                  <a:cubicBezTo>
                    <a:pt x="179" y="288"/>
                    <a:pt x="179" y="288"/>
                    <a:pt x="179" y="288"/>
                  </a:cubicBezTo>
                  <a:cubicBezTo>
                    <a:pt x="158" y="309"/>
                    <a:pt x="111" y="312"/>
                    <a:pt x="83" y="310"/>
                  </a:cubicBezTo>
                  <a:cubicBezTo>
                    <a:pt x="0" y="300"/>
                    <a:pt x="0" y="300"/>
                    <a:pt x="0" y="300"/>
                  </a:cubicBezTo>
                  <a:lnTo>
                    <a:pt x="12" y="175"/>
                  </a:lnTo>
                  <a:close/>
                </a:path>
              </a:pathLst>
            </a:custGeom>
            <a:solidFill>
              <a:srgbClr val="DBB58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3" name="Freeform 120"/>
            <p:cNvSpPr/>
            <p:nvPr/>
          </p:nvSpPr>
          <p:spPr bwMode="auto">
            <a:xfrm>
              <a:off x="1946275" y="3222625"/>
              <a:ext cx="1004888" cy="971550"/>
            </a:xfrm>
            <a:custGeom>
              <a:avLst/>
              <a:gdLst>
                <a:gd name="T0" fmla="*/ 260 w 268"/>
                <a:gd name="T1" fmla="*/ 203 h 259"/>
                <a:gd name="T2" fmla="*/ 195 w 268"/>
                <a:gd name="T3" fmla="*/ 76 h 259"/>
                <a:gd name="T4" fmla="*/ 146 w 268"/>
                <a:gd name="T5" fmla="*/ 34 h 259"/>
                <a:gd name="T6" fmla="*/ 0 w 268"/>
                <a:gd name="T7" fmla="*/ 0 h 259"/>
                <a:gd name="T8" fmla="*/ 33 w 268"/>
                <a:gd name="T9" fmla="*/ 78 h 259"/>
                <a:gd name="T10" fmla="*/ 124 w 268"/>
                <a:gd name="T11" fmla="*/ 109 h 259"/>
                <a:gd name="T12" fmla="*/ 157 w 268"/>
                <a:gd name="T13" fmla="*/ 156 h 259"/>
                <a:gd name="T14" fmla="*/ 192 w 268"/>
                <a:gd name="T15" fmla="*/ 225 h 259"/>
                <a:gd name="T16" fmla="*/ 253 w 268"/>
                <a:gd name="T17" fmla="*/ 244 h 259"/>
                <a:gd name="T18" fmla="*/ 254 w 268"/>
                <a:gd name="T19" fmla="*/ 243 h 259"/>
                <a:gd name="T20" fmla="*/ 260 w 268"/>
                <a:gd name="T21" fmla="*/ 203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68" h="259">
                  <a:moveTo>
                    <a:pt x="260" y="203"/>
                  </a:moveTo>
                  <a:cubicBezTo>
                    <a:pt x="195" y="76"/>
                    <a:pt x="195" y="76"/>
                    <a:pt x="195" y="76"/>
                  </a:cubicBezTo>
                  <a:cubicBezTo>
                    <a:pt x="185" y="56"/>
                    <a:pt x="166" y="40"/>
                    <a:pt x="146" y="34"/>
                  </a:cubicBezTo>
                  <a:cubicBezTo>
                    <a:pt x="0" y="0"/>
                    <a:pt x="0" y="0"/>
                    <a:pt x="0" y="0"/>
                  </a:cubicBezTo>
                  <a:cubicBezTo>
                    <a:pt x="33" y="78"/>
                    <a:pt x="33" y="78"/>
                    <a:pt x="33" y="78"/>
                  </a:cubicBezTo>
                  <a:cubicBezTo>
                    <a:pt x="124" y="109"/>
                    <a:pt x="124" y="109"/>
                    <a:pt x="124" y="109"/>
                  </a:cubicBezTo>
                  <a:cubicBezTo>
                    <a:pt x="144" y="139"/>
                    <a:pt x="152" y="146"/>
                    <a:pt x="157" y="156"/>
                  </a:cubicBezTo>
                  <a:cubicBezTo>
                    <a:pt x="192" y="225"/>
                    <a:pt x="192" y="225"/>
                    <a:pt x="192" y="225"/>
                  </a:cubicBezTo>
                  <a:cubicBezTo>
                    <a:pt x="204" y="250"/>
                    <a:pt x="234" y="259"/>
                    <a:pt x="253" y="244"/>
                  </a:cubicBezTo>
                  <a:cubicBezTo>
                    <a:pt x="254" y="243"/>
                    <a:pt x="254" y="243"/>
                    <a:pt x="254" y="243"/>
                  </a:cubicBezTo>
                  <a:cubicBezTo>
                    <a:pt x="265" y="235"/>
                    <a:pt x="268" y="218"/>
                    <a:pt x="260" y="203"/>
                  </a:cubicBezTo>
                  <a:close/>
                </a:path>
              </a:pathLst>
            </a:custGeom>
            <a:solidFill>
              <a:srgbClr val="F8D5AC"/>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4" name="Freeform 121"/>
            <p:cNvSpPr/>
            <p:nvPr/>
          </p:nvSpPr>
          <p:spPr bwMode="auto">
            <a:xfrm>
              <a:off x="2339975" y="3563938"/>
              <a:ext cx="547688" cy="627063"/>
            </a:xfrm>
            <a:custGeom>
              <a:avLst/>
              <a:gdLst>
                <a:gd name="T0" fmla="*/ 8 w 146"/>
                <a:gd name="T1" fmla="*/ 2 h 167"/>
                <a:gd name="T2" fmla="*/ 60 w 146"/>
                <a:gd name="T3" fmla="*/ 32 h 167"/>
                <a:gd name="T4" fmla="*/ 109 w 146"/>
                <a:gd name="T5" fmla="*/ 128 h 167"/>
                <a:gd name="T6" fmla="*/ 146 w 146"/>
                <a:gd name="T7" fmla="*/ 155 h 167"/>
                <a:gd name="T8" fmla="*/ 87 w 146"/>
                <a:gd name="T9" fmla="*/ 134 h 167"/>
                <a:gd name="T10" fmla="*/ 52 w 146"/>
                <a:gd name="T11" fmla="*/ 65 h 167"/>
                <a:gd name="T12" fmla="*/ 30 w 146"/>
                <a:gd name="T13" fmla="*/ 43 h 167"/>
                <a:gd name="T14" fmla="*/ 14 w 146"/>
                <a:gd name="T15" fmla="*/ 25 h 167"/>
                <a:gd name="T16" fmla="*/ 8 w 146"/>
                <a:gd name="T17" fmla="*/ 2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6" h="167">
                  <a:moveTo>
                    <a:pt x="8" y="2"/>
                  </a:moveTo>
                  <a:cubicBezTo>
                    <a:pt x="35" y="0"/>
                    <a:pt x="60" y="32"/>
                    <a:pt x="60" y="32"/>
                  </a:cubicBezTo>
                  <a:cubicBezTo>
                    <a:pt x="60" y="32"/>
                    <a:pt x="91" y="93"/>
                    <a:pt x="109" y="128"/>
                  </a:cubicBezTo>
                  <a:cubicBezTo>
                    <a:pt x="120" y="150"/>
                    <a:pt x="135" y="158"/>
                    <a:pt x="146" y="155"/>
                  </a:cubicBezTo>
                  <a:cubicBezTo>
                    <a:pt x="126" y="167"/>
                    <a:pt x="99" y="158"/>
                    <a:pt x="87" y="134"/>
                  </a:cubicBezTo>
                  <a:cubicBezTo>
                    <a:pt x="52" y="65"/>
                    <a:pt x="52" y="65"/>
                    <a:pt x="52" y="65"/>
                  </a:cubicBezTo>
                  <a:cubicBezTo>
                    <a:pt x="47" y="55"/>
                    <a:pt x="39" y="48"/>
                    <a:pt x="30" y="43"/>
                  </a:cubicBezTo>
                  <a:cubicBezTo>
                    <a:pt x="14" y="25"/>
                    <a:pt x="14" y="25"/>
                    <a:pt x="14" y="25"/>
                  </a:cubicBezTo>
                  <a:cubicBezTo>
                    <a:pt x="7" y="6"/>
                    <a:pt x="0" y="2"/>
                    <a:pt x="8" y="2"/>
                  </a:cubicBezTo>
                  <a:close/>
                </a:path>
              </a:pathLst>
            </a:custGeom>
            <a:solidFill>
              <a:srgbClr val="DBB58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5" name="Freeform 122"/>
            <p:cNvSpPr/>
            <p:nvPr/>
          </p:nvSpPr>
          <p:spPr bwMode="auto">
            <a:xfrm>
              <a:off x="2794000" y="3841750"/>
              <a:ext cx="141288" cy="203200"/>
            </a:xfrm>
            <a:custGeom>
              <a:avLst/>
              <a:gdLst>
                <a:gd name="T0" fmla="*/ 15 w 38"/>
                <a:gd name="T1" fmla="*/ 0 h 54"/>
                <a:gd name="T2" fmla="*/ 35 w 38"/>
                <a:gd name="T3" fmla="*/ 40 h 54"/>
                <a:gd name="T4" fmla="*/ 38 w 38"/>
                <a:gd name="T5" fmla="*/ 53 h 54"/>
                <a:gd name="T6" fmla="*/ 15 w 38"/>
                <a:gd name="T7" fmla="*/ 44 h 54"/>
                <a:gd name="T8" fmla="*/ 3 w 38"/>
                <a:gd name="T9" fmla="*/ 19 h 54"/>
                <a:gd name="T10" fmla="*/ 8 w 38"/>
                <a:gd name="T11" fmla="*/ 3 h 54"/>
                <a:gd name="T12" fmla="*/ 15 w 38"/>
                <a:gd name="T13" fmla="*/ 0 h 54"/>
              </a:gdLst>
              <a:ahLst/>
              <a:cxnLst>
                <a:cxn ang="0">
                  <a:pos x="T0" y="T1"/>
                </a:cxn>
                <a:cxn ang="0">
                  <a:pos x="T2" y="T3"/>
                </a:cxn>
                <a:cxn ang="0">
                  <a:pos x="T4" y="T5"/>
                </a:cxn>
                <a:cxn ang="0">
                  <a:pos x="T6" y="T7"/>
                </a:cxn>
                <a:cxn ang="0">
                  <a:pos x="T8" y="T9"/>
                </a:cxn>
                <a:cxn ang="0">
                  <a:pos x="T10" y="T11"/>
                </a:cxn>
                <a:cxn ang="0">
                  <a:pos x="T12" y="T13"/>
                </a:cxn>
              </a:cxnLst>
              <a:rect l="0" t="0" r="r" b="b"/>
              <a:pathLst>
                <a:path w="38" h="54">
                  <a:moveTo>
                    <a:pt x="15" y="0"/>
                  </a:moveTo>
                  <a:cubicBezTo>
                    <a:pt x="35" y="40"/>
                    <a:pt x="35" y="40"/>
                    <a:pt x="35" y="40"/>
                  </a:cubicBezTo>
                  <a:cubicBezTo>
                    <a:pt x="37" y="44"/>
                    <a:pt x="38" y="48"/>
                    <a:pt x="38" y="53"/>
                  </a:cubicBezTo>
                  <a:cubicBezTo>
                    <a:pt x="31" y="54"/>
                    <a:pt x="20" y="53"/>
                    <a:pt x="15" y="44"/>
                  </a:cubicBezTo>
                  <a:cubicBezTo>
                    <a:pt x="3" y="19"/>
                    <a:pt x="3" y="19"/>
                    <a:pt x="3" y="19"/>
                  </a:cubicBezTo>
                  <a:cubicBezTo>
                    <a:pt x="0" y="13"/>
                    <a:pt x="2" y="6"/>
                    <a:pt x="8" y="3"/>
                  </a:cubicBezTo>
                  <a:lnTo>
                    <a:pt x="15"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6" name="Freeform 123"/>
            <p:cNvSpPr>
              <a:spLocks noEditPoints="1"/>
            </p:cNvSpPr>
            <p:nvPr/>
          </p:nvSpPr>
          <p:spPr bwMode="auto">
            <a:xfrm>
              <a:off x="1938337" y="3489325"/>
              <a:ext cx="701675" cy="809625"/>
            </a:xfrm>
            <a:custGeom>
              <a:avLst/>
              <a:gdLst>
                <a:gd name="T0" fmla="*/ 95 w 187"/>
                <a:gd name="T1" fmla="*/ 0 h 216"/>
                <a:gd name="T2" fmla="*/ 187 w 187"/>
                <a:gd name="T3" fmla="*/ 108 h 216"/>
                <a:gd name="T4" fmla="*/ 165 w 187"/>
                <a:gd name="T5" fmla="*/ 159 h 216"/>
                <a:gd name="T6" fmla="*/ 157 w 187"/>
                <a:gd name="T7" fmla="*/ 192 h 216"/>
                <a:gd name="T8" fmla="*/ 104 w 187"/>
                <a:gd name="T9" fmla="*/ 213 h 216"/>
                <a:gd name="T10" fmla="*/ 0 w 187"/>
                <a:gd name="T11" fmla="*/ 111 h 216"/>
                <a:gd name="T12" fmla="*/ 95 w 187"/>
                <a:gd name="T13" fmla="*/ 0 h 216"/>
                <a:gd name="T14" fmla="*/ 95 w 187"/>
                <a:gd name="T15" fmla="*/ 50 h 216"/>
                <a:gd name="T16" fmla="*/ 45 w 187"/>
                <a:gd name="T17" fmla="*/ 108 h 216"/>
                <a:gd name="T18" fmla="*/ 95 w 187"/>
                <a:gd name="T19" fmla="*/ 165 h 216"/>
                <a:gd name="T20" fmla="*/ 144 w 187"/>
                <a:gd name="T21" fmla="*/ 108 h 216"/>
                <a:gd name="T22" fmla="*/ 95 w 187"/>
                <a:gd name="T23" fmla="*/ 50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7" h="216">
                  <a:moveTo>
                    <a:pt x="95" y="0"/>
                  </a:moveTo>
                  <a:cubicBezTo>
                    <a:pt x="146" y="0"/>
                    <a:pt x="187" y="48"/>
                    <a:pt x="187" y="108"/>
                  </a:cubicBezTo>
                  <a:cubicBezTo>
                    <a:pt x="187" y="135"/>
                    <a:pt x="178" y="141"/>
                    <a:pt x="165" y="159"/>
                  </a:cubicBezTo>
                  <a:cubicBezTo>
                    <a:pt x="162" y="162"/>
                    <a:pt x="161" y="171"/>
                    <a:pt x="157" y="192"/>
                  </a:cubicBezTo>
                  <a:cubicBezTo>
                    <a:pt x="148" y="202"/>
                    <a:pt x="125" y="212"/>
                    <a:pt x="104" y="213"/>
                  </a:cubicBezTo>
                  <a:cubicBezTo>
                    <a:pt x="42" y="216"/>
                    <a:pt x="0" y="171"/>
                    <a:pt x="0" y="111"/>
                  </a:cubicBezTo>
                  <a:cubicBezTo>
                    <a:pt x="0" y="52"/>
                    <a:pt x="44" y="0"/>
                    <a:pt x="95" y="0"/>
                  </a:cubicBezTo>
                  <a:close/>
                  <a:moveTo>
                    <a:pt x="95" y="50"/>
                  </a:moveTo>
                  <a:cubicBezTo>
                    <a:pt x="67" y="50"/>
                    <a:pt x="45" y="76"/>
                    <a:pt x="45" y="108"/>
                  </a:cubicBezTo>
                  <a:cubicBezTo>
                    <a:pt x="45" y="139"/>
                    <a:pt x="67" y="165"/>
                    <a:pt x="95" y="165"/>
                  </a:cubicBezTo>
                  <a:cubicBezTo>
                    <a:pt x="122" y="165"/>
                    <a:pt x="144" y="139"/>
                    <a:pt x="144" y="108"/>
                  </a:cubicBezTo>
                  <a:cubicBezTo>
                    <a:pt x="144" y="76"/>
                    <a:pt x="122" y="50"/>
                    <a:pt x="95" y="50"/>
                  </a:cubicBezTo>
                  <a:close/>
                </a:path>
              </a:pathLst>
            </a:custGeom>
            <a:solidFill>
              <a:srgbClr val="D4A77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7" name="Freeform 124"/>
            <p:cNvSpPr>
              <a:spLocks noEditPoints="1"/>
            </p:cNvSpPr>
            <p:nvPr/>
          </p:nvSpPr>
          <p:spPr bwMode="auto">
            <a:xfrm>
              <a:off x="1965325" y="3440113"/>
              <a:ext cx="700088" cy="817563"/>
            </a:xfrm>
            <a:custGeom>
              <a:avLst/>
              <a:gdLst>
                <a:gd name="T0" fmla="*/ 93 w 187"/>
                <a:gd name="T1" fmla="*/ 0 h 218"/>
                <a:gd name="T2" fmla="*/ 187 w 187"/>
                <a:gd name="T3" fmla="*/ 109 h 218"/>
                <a:gd name="T4" fmla="*/ 93 w 187"/>
                <a:gd name="T5" fmla="*/ 218 h 218"/>
                <a:gd name="T6" fmla="*/ 0 w 187"/>
                <a:gd name="T7" fmla="*/ 109 h 218"/>
                <a:gd name="T8" fmla="*/ 93 w 187"/>
                <a:gd name="T9" fmla="*/ 0 h 218"/>
                <a:gd name="T10" fmla="*/ 92 w 187"/>
                <a:gd name="T11" fmla="*/ 51 h 218"/>
                <a:gd name="T12" fmla="*/ 42 w 187"/>
                <a:gd name="T13" fmla="*/ 109 h 218"/>
                <a:gd name="T14" fmla="*/ 92 w 187"/>
                <a:gd name="T15" fmla="*/ 167 h 218"/>
                <a:gd name="T16" fmla="*/ 142 w 187"/>
                <a:gd name="T17" fmla="*/ 109 h 218"/>
                <a:gd name="T18" fmla="*/ 92 w 187"/>
                <a:gd name="T19" fmla="*/ 51 h 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7" h="218">
                  <a:moveTo>
                    <a:pt x="93" y="0"/>
                  </a:moveTo>
                  <a:cubicBezTo>
                    <a:pt x="145" y="0"/>
                    <a:pt x="187" y="49"/>
                    <a:pt x="187" y="109"/>
                  </a:cubicBezTo>
                  <a:cubicBezTo>
                    <a:pt x="187" y="169"/>
                    <a:pt x="145" y="218"/>
                    <a:pt x="93" y="218"/>
                  </a:cubicBezTo>
                  <a:cubicBezTo>
                    <a:pt x="41" y="218"/>
                    <a:pt x="0" y="169"/>
                    <a:pt x="0" y="109"/>
                  </a:cubicBezTo>
                  <a:cubicBezTo>
                    <a:pt x="0" y="49"/>
                    <a:pt x="41" y="0"/>
                    <a:pt x="93" y="0"/>
                  </a:cubicBezTo>
                  <a:close/>
                  <a:moveTo>
                    <a:pt x="92" y="51"/>
                  </a:moveTo>
                  <a:cubicBezTo>
                    <a:pt x="64" y="51"/>
                    <a:pt x="42" y="77"/>
                    <a:pt x="42" y="109"/>
                  </a:cubicBezTo>
                  <a:cubicBezTo>
                    <a:pt x="42" y="141"/>
                    <a:pt x="64" y="167"/>
                    <a:pt x="92" y="167"/>
                  </a:cubicBezTo>
                  <a:cubicBezTo>
                    <a:pt x="119" y="167"/>
                    <a:pt x="142" y="141"/>
                    <a:pt x="142" y="109"/>
                  </a:cubicBezTo>
                  <a:cubicBezTo>
                    <a:pt x="142" y="77"/>
                    <a:pt x="119" y="51"/>
                    <a:pt x="92" y="51"/>
                  </a:cubicBezTo>
                  <a:close/>
                </a:path>
              </a:pathLst>
            </a:custGeom>
            <a:solidFill>
              <a:srgbClr val="AF5E0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8" name="Freeform 125"/>
            <p:cNvSpPr>
              <a:spLocks noEditPoints="1"/>
            </p:cNvSpPr>
            <p:nvPr/>
          </p:nvSpPr>
          <p:spPr bwMode="auto">
            <a:xfrm>
              <a:off x="1957387" y="3440113"/>
              <a:ext cx="701675" cy="817563"/>
            </a:xfrm>
            <a:custGeom>
              <a:avLst/>
              <a:gdLst>
                <a:gd name="T0" fmla="*/ 93 w 187"/>
                <a:gd name="T1" fmla="*/ 0 h 218"/>
                <a:gd name="T2" fmla="*/ 187 w 187"/>
                <a:gd name="T3" fmla="*/ 109 h 218"/>
                <a:gd name="T4" fmla="*/ 93 w 187"/>
                <a:gd name="T5" fmla="*/ 218 h 218"/>
                <a:gd name="T6" fmla="*/ 0 w 187"/>
                <a:gd name="T7" fmla="*/ 109 h 218"/>
                <a:gd name="T8" fmla="*/ 93 w 187"/>
                <a:gd name="T9" fmla="*/ 0 h 218"/>
                <a:gd name="T10" fmla="*/ 92 w 187"/>
                <a:gd name="T11" fmla="*/ 51 h 218"/>
                <a:gd name="T12" fmla="*/ 42 w 187"/>
                <a:gd name="T13" fmla="*/ 109 h 218"/>
                <a:gd name="T14" fmla="*/ 92 w 187"/>
                <a:gd name="T15" fmla="*/ 167 h 218"/>
                <a:gd name="T16" fmla="*/ 142 w 187"/>
                <a:gd name="T17" fmla="*/ 109 h 218"/>
                <a:gd name="T18" fmla="*/ 92 w 187"/>
                <a:gd name="T19" fmla="*/ 51 h 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7" h="218">
                  <a:moveTo>
                    <a:pt x="93" y="0"/>
                  </a:moveTo>
                  <a:cubicBezTo>
                    <a:pt x="145" y="0"/>
                    <a:pt x="187" y="49"/>
                    <a:pt x="187" y="109"/>
                  </a:cubicBezTo>
                  <a:cubicBezTo>
                    <a:pt x="187" y="169"/>
                    <a:pt x="145" y="218"/>
                    <a:pt x="93" y="218"/>
                  </a:cubicBezTo>
                  <a:cubicBezTo>
                    <a:pt x="41" y="218"/>
                    <a:pt x="0" y="169"/>
                    <a:pt x="0" y="109"/>
                  </a:cubicBezTo>
                  <a:cubicBezTo>
                    <a:pt x="0" y="49"/>
                    <a:pt x="41" y="0"/>
                    <a:pt x="93" y="0"/>
                  </a:cubicBezTo>
                  <a:close/>
                  <a:moveTo>
                    <a:pt x="92" y="51"/>
                  </a:moveTo>
                  <a:cubicBezTo>
                    <a:pt x="65" y="51"/>
                    <a:pt x="42" y="77"/>
                    <a:pt x="42" y="109"/>
                  </a:cubicBezTo>
                  <a:cubicBezTo>
                    <a:pt x="42" y="141"/>
                    <a:pt x="65" y="167"/>
                    <a:pt x="92" y="167"/>
                  </a:cubicBezTo>
                  <a:cubicBezTo>
                    <a:pt x="120" y="167"/>
                    <a:pt x="142" y="141"/>
                    <a:pt x="142" y="109"/>
                  </a:cubicBezTo>
                  <a:cubicBezTo>
                    <a:pt x="142" y="77"/>
                    <a:pt x="120" y="51"/>
                    <a:pt x="92" y="51"/>
                  </a:cubicBezTo>
                  <a:close/>
                </a:path>
              </a:pathLst>
            </a:custGeom>
            <a:solidFill>
              <a:srgbClr val="CE81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9" name="Freeform 126"/>
            <p:cNvSpPr/>
            <p:nvPr/>
          </p:nvSpPr>
          <p:spPr bwMode="auto">
            <a:xfrm>
              <a:off x="1957387" y="3673475"/>
              <a:ext cx="206375" cy="341313"/>
            </a:xfrm>
            <a:custGeom>
              <a:avLst/>
              <a:gdLst>
                <a:gd name="T0" fmla="*/ 9 w 55"/>
                <a:gd name="T1" fmla="*/ 0 h 91"/>
                <a:gd name="T2" fmla="*/ 0 w 55"/>
                <a:gd name="T3" fmla="*/ 47 h 91"/>
                <a:gd name="T4" fmla="*/ 7 w 55"/>
                <a:gd name="T5" fmla="*/ 91 h 91"/>
                <a:gd name="T6" fmla="*/ 52 w 55"/>
                <a:gd name="T7" fmla="*/ 82 h 91"/>
                <a:gd name="T8" fmla="*/ 42 w 55"/>
                <a:gd name="T9" fmla="*/ 47 h 91"/>
                <a:gd name="T10" fmla="*/ 55 w 55"/>
                <a:gd name="T11" fmla="*/ 9 h 91"/>
                <a:gd name="T12" fmla="*/ 9 w 55"/>
                <a:gd name="T13" fmla="*/ 0 h 91"/>
              </a:gdLst>
              <a:ahLst/>
              <a:cxnLst>
                <a:cxn ang="0">
                  <a:pos x="T0" y="T1"/>
                </a:cxn>
                <a:cxn ang="0">
                  <a:pos x="T2" y="T3"/>
                </a:cxn>
                <a:cxn ang="0">
                  <a:pos x="T4" y="T5"/>
                </a:cxn>
                <a:cxn ang="0">
                  <a:pos x="T6" y="T7"/>
                </a:cxn>
                <a:cxn ang="0">
                  <a:pos x="T8" y="T9"/>
                </a:cxn>
                <a:cxn ang="0">
                  <a:pos x="T10" y="T11"/>
                </a:cxn>
                <a:cxn ang="0">
                  <a:pos x="T12" y="T13"/>
                </a:cxn>
              </a:cxnLst>
              <a:rect l="0" t="0" r="r" b="b"/>
              <a:pathLst>
                <a:path w="55" h="91">
                  <a:moveTo>
                    <a:pt x="9" y="0"/>
                  </a:moveTo>
                  <a:cubicBezTo>
                    <a:pt x="3" y="14"/>
                    <a:pt x="0" y="30"/>
                    <a:pt x="0" y="47"/>
                  </a:cubicBezTo>
                  <a:cubicBezTo>
                    <a:pt x="0" y="63"/>
                    <a:pt x="2" y="77"/>
                    <a:pt x="7" y="91"/>
                  </a:cubicBezTo>
                  <a:cubicBezTo>
                    <a:pt x="52" y="82"/>
                    <a:pt x="52" y="82"/>
                    <a:pt x="52" y="82"/>
                  </a:cubicBezTo>
                  <a:cubicBezTo>
                    <a:pt x="46" y="73"/>
                    <a:pt x="42" y="60"/>
                    <a:pt x="42" y="47"/>
                  </a:cubicBezTo>
                  <a:cubicBezTo>
                    <a:pt x="42" y="33"/>
                    <a:pt x="47" y="19"/>
                    <a:pt x="55" y="9"/>
                  </a:cubicBezTo>
                  <a:lnTo>
                    <a:pt x="9" y="0"/>
                  </a:lnTo>
                  <a:close/>
                </a:path>
              </a:pathLst>
            </a:custGeom>
            <a:solidFill>
              <a:srgbClr val="AF5E0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0" name="Freeform 127"/>
            <p:cNvSpPr/>
            <p:nvPr/>
          </p:nvSpPr>
          <p:spPr bwMode="auto">
            <a:xfrm>
              <a:off x="2444750" y="3673475"/>
              <a:ext cx="214313" cy="341313"/>
            </a:xfrm>
            <a:custGeom>
              <a:avLst/>
              <a:gdLst>
                <a:gd name="T0" fmla="*/ 0 w 57"/>
                <a:gd name="T1" fmla="*/ 9 h 91"/>
                <a:gd name="T2" fmla="*/ 12 w 57"/>
                <a:gd name="T3" fmla="*/ 47 h 91"/>
                <a:gd name="T4" fmla="*/ 2 w 57"/>
                <a:gd name="T5" fmla="*/ 82 h 91"/>
                <a:gd name="T6" fmla="*/ 49 w 57"/>
                <a:gd name="T7" fmla="*/ 91 h 91"/>
                <a:gd name="T8" fmla="*/ 57 w 57"/>
                <a:gd name="T9" fmla="*/ 47 h 91"/>
                <a:gd name="T10" fmla="*/ 48 w 57"/>
                <a:gd name="T11" fmla="*/ 0 h 91"/>
                <a:gd name="T12" fmla="*/ 0 w 57"/>
                <a:gd name="T13" fmla="*/ 9 h 91"/>
              </a:gdLst>
              <a:ahLst/>
              <a:cxnLst>
                <a:cxn ang="0">
                  <a:pos x="T0" y="T1"/>
                </a:cxn>
                <a:cxn ang="0">
                  <a:pos x="T2" y="T3"/>
                </a:cxn>
                <a:cxn ang="0">
                  <a:pos x="T4" y="T5"/>
                </a:cxn>
                <a:cxn ang="0">
                  <a:pos x="T6" y="T7"/>
                </a:cxn>
                <a:cxn ang="0">
                  <a:pos x="T8" y="T9"/>
                </a:cxn>
                <a:cxn ang="0">
                  <a:pos x="T10" y="T11"/>
                </a:cxn>
                <a:cxn ang="0">
                  <a:pos x="T12" y="T13"/>
                </a:cxn>
              </a:cxnLst>
              <a:rect l="0" t="0" r="r" b="b"/>
              <a:pathLst>
                <a:path w="57" h="91">
                  <a:moveTo>
                    <a:pt x="0" y="9"/>
                  </a:moveTo>
                  <a:cubicBezTo>
                    <a:pt x="7" y="19"/>
                    <a:pt x="12" y="33"/>
                    <a:pt x="12" y="47"/>
                  </a:cubicBezTo>
                  <a:cubicBezTo>
                    <a:pt x="12" y="60"/>
                    <a:pt x="8" y="73"/>
                    <a:pt x="2" y="82"/>
                  </a:cubicBezTo>
                  <a:cubicBezTo>
                    <a:pt x="49" y="91"/>
                    <a:pt x="49" y="91"/>
                    <a:pt x="49" y="91"/>
                  </a:cubicBezTo>
                  <a:cubicBezTo>
                    <a:pt x="54" y="77"/>
                    <a:pt x="57" y="63"/>
                    <a:pt x="57" y="47"/>
                  </a:cubicBezTo>
                  <a:cubicBezTo>
                    <a:pt x="57" y="30"/>
                    <a:pt x="54" y="14"/>
                    <a:pt x="48" y="0"/>
                  </a:cubicBezTo>
                  <a:lnTo>
                    <a:pt x="0" y="9"/>
                  </a:lnTo>
                  <a:close/>
                </a:path>
              </a:pathLst>
            </a:custGeom>
            <a:solidFill>
              <a:srgbClr val="AF5E0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1" name="Freeform 128"/>
            <p:cNvSpPr>
              <a:spLocks noEditPoints="1"/>
            </p:cNvSpPr>
            <p:nvPr/>
          </p:nvSpPr>
          <p:spPr bwMode="auto">
            <a:xfrm>
              <a:off x="1924050" y="3440113"/>
              <a:ext cx="708025" cy="822325"/>
            </a:xfrm>
            <a:custGeom>
              <a:avLst/>
              <a:gdLst>
                <a:gd name="T0" fmla="*/ 95 w 189"/>
                <a:gd name="T1" fmla="*/ 0 h 219"/>
                <a:gd name="T2" fmla="*/ 0 w 189"/>
                <a:gd name="T3" fmla="*/ 109 h 219"/>
                <a:gd name="T4" fmla="*/ 95 w 189"/>
                <a:gd name="T5" fmla="*/ 219 h 219"/>
                <a:gd name="T6" fmla="*/ 189 w 189"/>
                <a:gd name="T7" fmla="*/ 109 h 219"/>
                <a:gd name="T8" fmla="*/ 95 w 189"/>
                <a:gd name="T9" fmla="*/ 0 h 219"/>
                <a:gd name="T10" fmla="*/ 95 w 189"/>
                <a:gd name="T11" fmla="*/ 53 h 219"/>
                <a:gd name="T12" fmla="*/ 143 w 189"/>
                <a:gd name="T13" fmla="*/ 109 h 219"/>
                <a:gd name="T14" fmla="*/ 95 w 189"/>
                <a:gd name="T15" fmla="*/ 165 h 219"/>
                <a:gd name="T16" fmla="*/ 47 w 189"/>
                <a:gd name="T17" fmla="*/ 109 h 219"/>
                <a:gd name="T18" fmla="*/ 95 w 189"/>
                <a:gd name="T19" fmla="*/ 53 h 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9" h="219">
                  <a:moveTo>
                    <a:pt x="95" y="0"/>
                  </a:moveTo>
                  <a:cubicBezTo>
                    <a:pt x="43" y="0"/>
                    <a:pt x="0" y="49"/>
                    <a:pt x="0" y="109"/>
                  </a:cubicBezTo>
                  <a:cubicBezTo>
                    <a:pt x="0" y="170"/>
                    <a:pt x="43" y="219"/>
                    <a:pt x="95" y="219"/>
                  </a:cubicBezTo>
                  <a:cubicBezTo>
                    <a:pt x="147" y="219"/>
                    <a:pt x="189" y="170"/>
                    <a:pt x="189" y="109"/>
                  </a:cubicBezTo>
                  <a:cubicBezTo>
                    <a:pt x="189" y="49"/>
                    <a:pt x="147" y="0"/>
                    <a:pt x="95" y="0"/>
                  </a:cubicBezTo>
                  <a:close/>
                  <a:moveTo>
                    <a:pt x="95" y="53"/>
                  </a:moveTo>
                  <a:cubicBezTo>
                    <a:pt x="121" y="53"/>
                    <a:pt x="143" y="78"/>
                    <a:pt x="143" y="109"/>
                  </a:cubicBezTo>
                  <a:cubicBezTo>
                    <a:pt x="143" y="140"/>
                    <a:pt x="121" y="165"/>
                    <a:pt x="95" y="165"/>
                  </a:cubicBezTo>
                  <a:cubicBezTo>
                    <a:pt x="69" y="165"/>
                    <a:pt x="47" y="140"/>
                    <a:pt x="47" y="109"/>
                  </a:cubicBezTo>
                  <a:cubicBezTo>
                    <a:pt x="47" y="78"/>
                    <a:pt x="69" y="53"/>
                    <a:pt x="95" y="53"/>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2" name="Freeform 129"/>
            <p:cNvSpPr>
              <a:spLocks noEditPoints="1"/>
            </p:cNvSpPr>
            <p:nvPr/>
          </p:nvSpPr>
          <p:spPr bwMode="auto">
            <a:xfrm>
              <a:off x="1938337" y="3448050"/>
              <a:ext cx="690563" cy="806450"/>
            </a:xfrm>
            <a:custGeom>
              <a:avLst/>
              <a:gdLst>
                <a:gd name="T0" fmla="*/ 92 w 184"/>
                <a:gd name="T1" fmla="*/ 0 h 215"/>
                <a:gd name="T2" fmla="*/ 184 w 184"/>
                <a:gd name="T3" fmla="*/ 107 h 215"/>
                <a:gd name="T4" fmla="*/ 92 w 184"/>
                <a:gd name="T5" fmla="*/ 215 h 215"/>
                <a:gd name="T6" fmla="*/ 0 w 184"/>
                <a:gd name="T7" fmla="*/ 107 h 215"/>
                <a:gd name="T8" fmla="*/ 92 w 184"/>
                <a:gd name="T9" fmla="*/ 0 h 215"/>
                <a:gd name="T10" fmla="*/ 92 w 184"/>
                <a:gd name="T11" fmla="*/ 50 h 215"/>
                <a:gd name="T12" fmla="*/ 43 w 184"/>
                <a:gd name="T13" fmla="*/ 107 h 215"/>
                <a:gd name="T14" fmla="*/ 92 w 184"/>
                <a:gd name="T15" fmla="*/ 165 h 215"/>
                <a:gd name="T16" fmla="*/ 141 w 184"/>
                <a:gd name="T17" fmla="*/ 107 h 215"/>
                <a:gd name="T18" fmla="*/ 92 w 184"/>
                <a:gd name="T19" fmla="*/ 50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4" h="215">
                  <a:moveTo>
                    <a:pt x="92" y="0"/>
                  </a:moveTo>
                  <a:cubicBezTo>
                    <a:pt x="143" y="0"/>
                    <a:pt x="184" y="48"/>
                    <a:pt x="184" y="107"/>
                  </a:cubicBezTo>
                  <a:cubicBezTo>
                    <a:pt x="184" y="167"/>
                    <a:pt x="143" y="215"/>
                    <a:pt x="92" y="215"/>
                  </a:cubicBezTo>
                  <a:cubicBezTo>
                    <a:pt x="41" y="215"/>
                    <a:pt x="0" y="167"/>
                    <a:pt x="0" y="107"/>
                  </a:cubicBezTo>
                  <a:cubicBezTo>
                    <a:pt x="0" y="48"/>
                    <a:pt x="41" y="0"/>
                    <a:pt x="92" y="0"/>
                  </a:cubicBezTo>
                  <a:close/>
                  <a:moveTo>
                    <a:pt x="92" y="50"/>
                  </a:moveTo>
                  <a:cubicBezTo>
                    <a:pt x="65" y="50"/>
                    <a:pt x="43" y="75"/>
                    <a:pt x="43" y="107"/>
                  </a:cubicBezTo>
                  <a:cubicBezTo>
                    <a:pt x="43" y="139"/>
                    <a:pt x="65" y="165"/>
                    <a:pt x="92" y="165"/>
                  </a:cubicBezTo>
                  <a:cubicBezTo>
                    <a:pt x="119" y="165"/>
                    <a:pt x="141" y="139"/>
                    <a:pt x="141" y="107"/>
                  </a:cubicBezTo>
                  <a:cubicBezTo>
                    <a:pt x="141" y="75"/>
                    <a:pt x="119" y="50"/>
                    <a:pt x="92" y="50"/>
                  </a:cubicBezTo>
                  <a:close/>
                </a:path>
              </a:pathLst>
            </a:custGeom>
            <a:solidFill>
              <a:srgbClr val="FBE77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3" name="Freeform 130"/>
            <p:cNvSpPr/>
            <p:nvPr/>
          </p:nvSpPr>
          <p:spPr bwMode="auto">
            <a:xfrm>
              <a:off x="1938337" y="3478213"/>
              <a:ext cx="236538" cy="742950"/>
            </a:xfrm>
            <a:custGeom>
              <a:avLst/>
              <a:gdLst>
                <a:gd name="T0" fmla="*/ 63 w 63"/>
                <a:gd name="T1" fmla="*/ 0 h 198"/>
                <a:gd name="T2" fmla="*/ 63 w 63"/>
                <a:gd name="T3" fmla="*/ 47 h 198"/>
                <a:gd name="T4" fmla="*/ 37 w 63"/>
                <a:gd name="T5" fmla="*/ 99 h 198"/>
                <a:gd name="T6" fmla="*/ 63 w 63"/>
                <a:gd name="T7" fmla="*/ 151 h 198"/>
                <a:gd name="T8" fmla="*/ 63 w 63"/>
                <a:gd name="T9" fmla="*/ 198 h 198"/>
                <a:gd name="T10" fmla="*/ 0 w 63"/>
                <a:gd name="T11" fmla="*/ 99 h 198"/>
                <a:gd name="T12" fmla="*/ 63 w 63"/>
                <a:gd name="T13" fmla="*/ 0 h 198"/>
              </a:gdLst>
              <a:ahLst/>
              <a:cxnLst>
                <a:cxn ang="0">
                  <a:pos x="T0" y="T1"/>
                </a:cxn>
                <a:cxn ang="0">
                  <a:pos x="T2" y="T3"/>
                </a:cxn>
                <a:cxn ang="0">
                  <a:pos x="T4" y="T5"/>
                </a:cxn>
                <a:cxn ang="0">
                  <a:pos x="T6" y="T7"/>
                </a:cxn>
                <a:cxn ang="0">
                  <a:pos x="T8" y="T9"/>
                </a:cxn>
                <a:cxn ang="0">
                  <a:pos x="T10" y="T11"/>
                </a:cxn>
                <a:cxn ang="0">
                  <a:pos x="T12" y="T13"/>
                </a:cxn>
              </a:cxnLst>
              <a:rect l="0" t="0" r="r" b="b"/>
              <a:pathLst>
                <a:path w="63" h="198">
                  <a:moveTo>
                    <a:pt x="63" y="0"/>
                  </a:moveTo>
                  <a:cubicBezTo>
                    <a:pt x="63" y="47"/>
                    <a:pt x="63" y="47"/>
                    <a:pt x="63" y="47"/>
                  </a:cubicBezTo>
                  <a:cubicBezTo>
                    <a:pt x="47" y="57"/>
                    <a:pt x="37" y="77"/>
                    <a:pt x="37" y="99"/>
                  </a:cubicBezTo>
                  <a:cubicBezTo>
                    <a:pt x="37" y="121"/>
                    <a:pt x="47" y="141"/>
                    <a:pt x="63" y="151"/>
                  </a:cubicBezTo>
                  <a:cubicBezTo>
                    <a:pt x="63" y="198"/>
                    <a:pt x="63" y="198"/>
                    <a:pt x="63" y="198"/>
                  </a:cubicBezTo>
                  <a:cubicBezTo>
                    <a:pt x="27" y="185"/>
                    <a:pt x="0" y="146"/>
                    <a:pt x="0" y="99"/>
                  </a:cubicBezTo>
                  <a:cubicBezTo>
                    <a:pt x="0" y="53"/>
                    <a:pt x="27" y="13"/>
                    <a:pt x="63" y="0"/>
                  </a:cubicBezTo>
                  <a:close/>
                </a:path>
              </a:pathLst>
            </a:custGeom>
            <a:solidFill>
              <a:srgbClr val="F8C8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4" name="Freeform 131"/>
            <p:cNvSpPr/>
            <p:nvPr/>
          </p:nvSpPr>
          <p:spPr bwMode="auto">
            <a:xfrm>
              <a:off x="2351087" y="3475038"/>
              <a:ext cx="250825" cy="749300"/>
            </a:xfrm>
            <a:custGeom>
              <a:avLst/>
              <a:gdLst>
                <a:gd name="T0" fmla="*/ 0 w 67"/>
                <a:gd name="T1" fmla="*/ 160 h 200"/>
                <a:gd name="T2" fmla="*/ 37 w 67"/>
                <a:gd name="T3" fmla="*/ 100 h 200"/>
                <a:gd name="T4" fmla="*/ 0 w 67"/>
                <a:gd name="T5" fmla="*/ 40 h 200"/>
                <a:gd name="T6" fmla="*/ 0 w 67"/>
                <a:gd name="T7" fmla="*/ 0 h 200"/>
                <a:gd name="T8" fmla="*/ 67 w 67"/>
                <a:gd name="T9" fmla="*/ 100 h 200"/>
                <a:gd name="T10" fmla="*/ 0 w 67"/>
                <a:gd name="T11" fmla="*/ 200 h 200"/>
                <a:gd name="T12" fmla="*/ 0 w 67"/>
                <a:gd name="T13" fmla="*/ 160 h 200"/>
              </a:gdLst>
              <a:ahLst/>
              <a:cxnLst>
                <a:cxn ang="0">
                  <a:pos x="T0" y="T1"/>
                </a:cxn>
                <a:cxn ang="0">
                  <a:pos x="T2" y="T3"/>
                </a:cxn>
                <a:cxn ang="0">
                  <a:pos x="T4" y="T5"/>
                </a:cxn>
                <a:cxn ang="0">
                  <a:pos x="T6" y="T7"/>
                </a:cxn>
                <a:cxn ang="0">
                  <a:pos x="T8" y="T9"/>
                </a:cxn>
                <a:cxn ang="0">
                  <a:pos x="T10" y="T11"/>
                </a:cxn>
                <a:cxn ang="0">
                  <a:pos x="T12" y="T13"/>
                </a:cxn>
              </a:cxnLst>
              <a:rect l="0" t="0" r="r" b="b"/>
              <a:pathLst>
                <a:path w="67" h="200">
                  <a:moveTo>
                    <a:pt x="0" y="160"/>
                  </a:moveTo>
                  <a:cubicBezTo>
                    <a:pt x="19" y="151"/>
                    <a:pt x="37" y="132"/>
                    <a:pt x="37" y="100"/>
                  </a:cubicBezTo>
                  <a:cubicBezTo>
                    <a:pt x="37" y="68"/>
                    <a:pt x="19" y="49"/>
                    <a:pt x="0" y="40"/>
                  </a:cubicBezTo>
                  <a:cubicBezTo>
                    <a:pt x="0" y="0"/>
                    <a:pt x="0" y="0"/>
                    <a:pt x="0" y="0"/>
                  </a:cubicBezTo>
                  <a:cubicBezTo>
                    <a:pt x="38" y="11"/>
                    <a:pt x="67" y="52"/>
                    <a:pt x="67" y="100"/>
                  </a:cubicBezTo>
                  <a:cubicBezTo>
                    <a:pt x="67" y="148"/>
                    <a:pt x="38" y="189"/>
                    <a:pt x="0" y="200"/>
                  </a:cubicBezTo>
                  <a:lnTo>
                    <a:pt x="0" y="160"/>
                  </a:lnTo>
                  <a:close/>
                </a:path>
              </a:pathLst>
            </a:custGeom>
            <a:solidFill>
              <a:srgbClr val="F8C8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5" name="Freeform 132"/>
            <p:cNvSpPr/>
            <p:nvPr/>
          </p:nvSpPr>
          <p:spPr bwMode="auto">
            <a:xfrm>
              <a:off x="2505075" y="3748088"/>
              <a:ext cx="1428750" cy="214313"/>
            </a:xfrm>
            <a:custGeom>
              <a:avLst/>
              <a:gdLst>
                <a:gd name="T0" fmla="*/ 28 w 381"/>
                <a:gd name="T1" fmla="*/ 0 h 57"/>
                <a:gd name="T2" fmla="*/ 0 w 381"/>
                <a:gd name="T3" fmla="*/ 27 h 57"/>
                <a:gd name="T4" fmla="*/ 30 w 381"/>
                <a:gd name="T5" fmla="*/ 57 h 57"/>
                <a:gd name="T6" fmla="*/ 368 w 381"/>
                <a:gd name="T7" fmla="*/ 57 h 57"/>
                <a:gd name="T8" fmla="*/ 381 w 381"/>
                <a:gd name="T9" fmla="*/ 28 h 57"/>
                <a:gd name="T10" fmla="*/ 368 w 381"/>
                <a:gd name="T11" fmla="*/ 0 h 57"/>
                <a:gd name="T12" fmla="*/ 28 w 381"/>
                <a:gd name="T13" fmla="*/ 0 h 57"/>
              </a:gdLst>
              <a:ahLst/>
              <a:cxnLst>
                <a:cxn ang="0">
                  <a:pos x="T0" y="T1"/>
                </a:cxn>
                <a:cxn ang="0">
                  <a:pos x="T2" y="T3"/>
                </a:cxn>
                <a:cxn ang="0">
                  <a:pos x="T4" y="T5"/>
                </a:cxn>
                <a:cxn ang="0">
                  <a:pos x="T6" y="T7"/>
                </a:cxn>
                <a:cxn ang="0">
                  <a:pos x="T8" y="T9"/>
                </a:cxn>
                <a:cxn ang="0">
                  <a:pos x="T10" y="T11"/>
                </a:cxn>
                <a:cxn ang="0">
                  <a:pos x="T12" y="T13"/>
                </a:cxn>
              </a:cxnLst>
              <a:rect l="0" t="0" r="r" b="b"/>
              <a:pathLst>
                <a:path w="381" h="57">
                  <a:moveTo>
                    <a:pt x="28" y="0"/>
                  </a:moveTo>
                  <a:cubicBezTo>
                    <a:pt x="0" y="27"/>
                    <a:pt x="0" y="27"/>
                    <a:pt x="0" y="27"/>
                  </a:cubicBezTo>
                  <a:cubicBezTo>
                    <a:pt x="30" y="57"/>
                    <a:pt x="30" y="57"/>
                    <a:pt x="30" y="57"/>
                  </a:cubicBezTo>
                  <a:cubicBezTo>
                    <a:pt x="30" y="57"/>
                    <a:pt x="367" y="57"/>
                    <a:pt x="368" y="57"/>
                  </a:cubicBezTo>
                  <a:cubicBezTo>
                    <a:pt x="375" y="57"/>
                    <a:pt x="381" y="44"/>
                    <a:pt x="381" y="28"/>
                  </a:cubicBezTo>
                  <a:cubicBezTo>
                    <a:pt x="381" y="12"/>
                    <a:pt x="375" y="0"/>
                    <a:pt x="368" y="0"/>
                  </a:cubicBezTo>
                  <a:cubicBezTo>
                    <a:pt x="367" y="0"/>
                    <a:pt x="28" y="0"/>
                    <a:pt x="28" y="0"/>
                  </a:cubicBezTo>
                  <a:close/>
                </a:path>
              </a:pathLst>
            </a:custGeom>
            <a:solidFill>
              <a:srgbClr val="FDEEAC"/>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6" name="Freeform 133"/>
            <p:cNvSpPr/>
            <p:nvPr/>
          </p:nvSpPr>
          <p:spPr bwMode="auto">
            <a:xfrm>
              <a:off x="2609850" y="3748088"/>
              <a:ext cx="1323975" cy="184150"/>
            </a:xfrm>
            <a:custGeom>
              <a:avLst/>
              <a:gdLst>
                <a:gd name="T0" fmla="*/ 349 w 353"/>
                <a:gd name="T1" fmla="*/ 49 h 49"/>
                <a:gd name="T2" fmla="*/ 353 w 353"/>
                <a:gd name="T3" fmla="*/ 28 h 49"/>
                <a:gd name="T4" fmla="*/ 340 w 353"/>
                <a:gd name="T5" fmla="*/ 0 h 49"/>
                <a:gd name="T6" fmla="*/ 4 w 353"/>
                <a:gd name="T7" fmla="*/ 0 h 49"/>
                <a:gd name="T8" fmla="*/ 0 w 353"/>
                <a:gd name="T9" fmla="*/ 28 h 49"/>
                <a:gd name="T10" fmla="*/ 1 w 353"/>
                <a:gd name="T11" fmla="*/ 49 h 49"/>
                <a:gd name="T12" fmla="*/ 349 w 353"/>
                <a:gd name="T13" fmla="*/ 49 h 49"/>
              </a:gdLst>
              <a:ahLst/>
              <a:cxnLst>
                <a:cxn ang="0">
                  <a:pos x="T0" y="T1"/>
                </a:cxn>
                <a:cxn ang="0">
                  <a:pos x="T2" y="T3"/>
                </a:cxn>
                <a:cxn ang="0">
                  <a:pos x="T4" y="T5"/>
                </a:cxn>
                <a:cxn ang="0">
                  <a:pos x="T6" y="T7"/>
                </a:cxn>
                <a:cxn ang="0">
                  <a:pos x="T8" y="T9"/>
                </a:cxn>
                <a:cxn ang="0">
                  <a:pos x="T10" y="T11"/>
                </a:cxn>
                <a:cxn ang="0">
                  <a:pos x="T12" y="T13"/>
                </a:cxn>
              </a:cxnLst>
              <a:rect l="0" t="0" r="r" b="b"/>
              <a:pathLst>
                <a:path w="353" h="49">
                  <a:moveTo>
                    <a:pt x="349" y="49"/>
                  </a:moveTo>
                  <a:cubicBezTo>
                    <a:pt x="351" y="44"/>
                    <a:pt x="353" y="36"/>
                    <a:pt x="353" y="28"/>
                  </a:cubicBezTo>
                  <a:cubicBezTo>
                    <a:pt x="353" y="12"/>
                    <a:pt x="347" y="0"/>
                    <a:pt x="340" y="0"/>
                  </a:cubicBezTo>
                  <a:cubicBezTo>
                    <a:pt x="339" y="0"/>
                    <a:pt x="4" y="0"/>
                    <a:pt x="4" y="0"/>
                  </a:cubicBezTo>
                  <a:cubicBezTo>
                    <a:pt x="4" y="9"/>
                    <a:pt x="0" y="18"/>
                    <a:pt x="0" y="28"/>
                  </a:cubicBezTo>
                  <a:cubicBezTo>
                    <a:pt x="0" y="35"/>
                    <a:pt x="0" y="42"/>
                    <a:pt x="1" y="49"/>
                  </a:cubicBezTo>
                  <a:lnTo>
                    <a:pt x="349" y="49"/>
                  </a:lnTo>
                  <a:close/>
                </a:path>
              </a:pathLst>
            </a:custGeom>
            <a:solidFill>
              <a:srgbClr val="F8C8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7" name="Freeform 134"/>
            <p:cNvSpPr/>
            <p:nvPr/>
          </p:nvSpPr>
          <p:spPr bwMode="auto">
            <a:xfrm>
              <a:off x="2505075" y="3736975"/>
              <a:ext cx="1420813" cy="198438"/>
            </a:xfrm>
            <a:custGeom>
              <a:avLst/>
              <a:gdLst>
                <a:gd name="T0" fmla="*/ 30 w 379"/>
                <a:gd name="T1" fmla="*/ 0 h 53"/>
                <a:gd name="T2" fmla="*/ 0 w 379"/>
                <a:gd name="T3" fmla="*/ 30 h 53"/>
                <a:gd name="T4" fmla="*/ 23 w 379"/>
                <a:gd name="T5" fmla="*/ 53 h 53"/>
                <a:gd name="T6" fmla="*/ 367 w 379"/>
                <a:gd name="T7" fmla="*/ 53 h 53"/>
                <a:gd name="T8" fmla="*/ 379 w 379"/>
                <a:gd name="T9" fmla="*/ 27 h 53"/>
                <a:gd name="T10" fmla="*/ 367 w 379"/>
                <a:gd name="T11" fmla="*/ 0 h 53"/>
                <a:gd name="T12" fmla="*/ 30 w 379"/>
                <a:gd name="T13" fmla="*/ 0 h 53"/>
              </a:gdLst>
              <a:ahLst/>
              <a:cxnLst>
                <a:cxn ang="0">
                  <a:pos x="T0" y="T1"/>
                </a:cxn>
                <a:cxn ang="0">
                  <a:pos x="T2" y="T3"/>
                </a:cxn>
                <a:cxn ang="0">
                  <a:pos x="T4" y="T5"/>
                </a:cxn>
                <a:cxn ang="0">
                  <a:pos x="T6" y="T7"/>
                </a:cxn>
                <a:cxn ang="0">
                  <a:pos x="T8" y="T9"/>
                </a:cxn>
                <a:cxn ang="0">
                  <a:pos x="T10" y="T11"/>
                </a:cxn>
                <a:cxn ang="0">
                  <a:pos x="T12" y="T13"/>
                </a:cxn>
              </a:cxnLst>
              <a:rect l="0" t="0" r="r" b="b"/>
              <a:pathLst>
                <a:path w="379" h="53">
                  <a:moveTo>
                    <a:pt x="30" y="0"/>
                  </a:moveTo>
                  <a:cubicBezTo>
                    <a:pt x="0" y="30"/>
                    <a:pt x="0" y="30"/>
                    <a:pt x="0" y="30"/>
                  </a:cubicBezTo>
                  <a:cubicBezTo>
                    <a:pt x="23" y="53"/>
                    <a:pt x="23" y="53"/>
                    <a:pt x="23" y="53"/>
                  </a:cubicBezTo>
                  <a:cubicBezTo>
                    <a:pt x="23" y="53"/>
                    <a:pt x="367" y="53"/>
                    <a:pt x="367" y="53"/>
                  </a:cubicBezTo>
                  <a:cubicBezTo>
                    <a:pt x="374" y="53"/>
                    <a:pt x="379" y="42"/>
                    <a:pt x="379" y="27"/>
                  </a:cubicBezTo>
                  <a:cubicBezTo>
                    <a:pt x="379" y="12"/>
                    <a:pt x="374" y="0"/>
                    <a:pt x="367" y="0"/>
                  </a:cubicBezTo>
                  <a:cubicBezTo>
                    <a:pt x="367" y="0"/>
                    <a:pt x="30" y="0"/>
                    <a:pt x="30" y="0"/>
                  </a:cubicBezTo>
                  <a:close/>
                </a:path>
              </a:pathLst>
            </a:custGeom>
            <a:solidFill>
              <a:srgbClr val="FCF0C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8" name="Freeform 135"/>
            <p:cNvSpPr/>
            <p:nvPr/>
          </p:nvSpPr>
          <p:spPr bwMode="auto">
            <a:xfrm>
              <a:off x="2505075" y="3748088"/>
              <a:ext cx="1420813" cy="198438"/>
            </a:xfrm>
            <a:custGeom>
              <a:avLst/>
              <a:gdLst>
                <a:gd name="T0" fmla="*/ 28 w 379"/>
                <a:gd name="T1" fmla="*/ 0 h 53"/>
                <a:gd name="T2" fmla="*/ 0 w 379"/>
                <a:gd name="T3" fmla="*/ 27 h 53"/>
                <a:gd name="T4" fmla="*/ 26 w 379"/>
                <a:gd name="T5" fmla="*/ 53 h 53"/>
                <a:gd name="T6" fmla="*/ 367 w 379"/>
                <a:gd name="T7" fmla="*/ 53 h 53"/>
                <a:gd name="T8" fmla="*/ 379 w 379"/>
                <a:gd name="T9" fmla="*/ 26 h 53"/>
                <a:gd name="T10" fmla="*/ 367 w 379"/>
                <a:gd name="T11" fmla="*/ 0 h 53"/>
                <a:gd name="T12" fmla="*/ 28 w 379"/>
                <a:gd name="T13" fmla="*/ 0 h 53"/>
              </a:gdLst>
              <a:ahLst/>
              <a:cxnLst>
                <a:cxn ang="0">
                  <a:pos x="T0" y="T1"/>
                </a:cxn>
                <a:cxn ang="0">
                  <a:pos x="T2" y="T3"/>
                </a:cxn>
                <a:cxn ang="0">
                  <a:pos x="T4" y="T5"/>
                </a:cxn>
                <a:cxn ang="0">
                  <a:pos x="T6" y="T7"/>
                </a:cxn>
                <a:cxn ang="0">
                  <a:pos x="T8" y="T9"/>
                </a:cxn>
                <a:cxn ang="0">
                  <a:pos x="T10" y="T11"/>
                </a:cxn>
                <a:cxn ang="0">
                  <a:pos x="T12" y="T13"/>
                </a:cxn>
              </a:cxnLst>
              <a:rect l="0" t="0" r="r" b="b"/>
              <a:pathLst>
                <a:path w="379" h="53">
                  <a:moveTo>
                    <a:pt x="28" y="0"/>
                  </a:moveTo>
                  <a:cubicBezTo>
                    <a:pt x="0" y="27"/>
                    <a:pt x="0" y="27"/>
                    <a:pt x="0" y="27"/>
                  </a:cubicBezTo>
                  <a:cubicBezTo>
                    <a:pt x="0" y="27"/>
                    <a:pt x="20" y="46"/>
                    <a:pt x="26" y="53"/>
                  </a:cubicBezTo>
                  <a:cubicBezTo>
                    <a:pt x="26" y="53"/>
                    <a:pt x="367" y="53"/>
                    <a:pt x="367" y="53"/>
                  </a:cubicBezTo>
                  <a:cubicBezTo>
                    <a:pt x="374" y="53"/>
                    <a:pt x="379" y="41"/>
                    <a:pt x="379" y="26"/>
                  </a:cubicBezTo>
                  <a:cubicBezTo>
                    <a:pt x="379" y="11"/>
                    <a:pt x="374" y="0"/>
                    <a:pt x="367" y="0"/>
                  </a:cubicBezTo>
                  <a:cubicBezTo>
                    <a:pt x="367" y="0"/>
                    <a:pt x="28" y="0"/>
                    <a:pt x="28" y="0"/>
                  </a:cubicBezTo>
                  <a:close/>
                </a:path>
              </a:pathLst>
            </a:custGeom>
            <a:solidFill>
              <a:srgbClr val="F8C8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9" name="Freeform 136"/>
            <p:cNvSpPr/>
            <p:nvPr/>
          </p:nvSpPr>
          <p:spPr bwMode="auto">
            <a:xfrm>
              <a:off x="2508250" y="3759200"/>
              <a:ext cx="1406525" cy="82550"/>
            </a:xfrm>
            <a:custGeom>
              <a:avLst/>
              <a:gdLst>
                <a:gd name="T0" fmla="*/ 375 w 375"/>
                <a:gd name="T1" fmla="*/ 22 h 22"/>
                <a:gd name="T2" fmla="*/ 367 w 375"/>
                <a:gd name="T3" fmla="*/ 0 h 22"/>
                <a:gd name="T4" fmla="*/ 23 w 375"/>
                <a:gd name="T5" fmla="*/ 0 h 22"/>
                <a:gd name="T6" fmla="*/ 0 w 375"/>
                <a:gd name="T7" fmla="*/ 22 h 22"/>
                <a:gd name="T8" fmla="*/ 375 w 375"/>
                <a:gd name="T9" fmla="*/ 22 h 22"/>
              </a:gdLst>
              <a:ahLst/>
              <a:cxnLst>
                <a:cxn ang="0">
                  <a:pos x="T0" y="T1"/>
                </a:cxn>
                <a:cxn ang="0">
                  <a:pos x="T2" y="T3"/>
                </a:cxn>
                <a:cxn ang="0">
                  <a:pos x="T4" y="T5"/>
                </a:cxn>
                <a:cxn ang="0">
                  <a:pos x="T6" y="T7"/>
                </a:cxn>
                <a:cxn ang="0">
                  <a:pos x="T8" y="T9"/>
                </a:cxn>
              </a:cxnLst>
              <a:rect l="0" t="0" r="r" b="b"/>
              <a:pathLst>
                <a:path w="375" h="22">
                  <a:moveTo>
                    <a:pt x="375" y="22"/>
                  </a:moveTo>
                  <a:cubicBezTo>
                    <a:pt x="375" y="12"/>
                    <a:pt x="371" y="1"/>
                    <a:pt x="367" y="0"/>
                  </a:cubicBezTo>
                  <a:cubicBezTo>
                    <a:pt x="23" y="0"/>
                    <a:pt x="23" y="0"/>
                    <a:pt x="23" y="0"/>
                  </a:cubicBezTo>
                  <a:cubicBezTo>
                    <a:pt x="0" y="22"/>
                    <a:pt x="0" y="22"/>
                    <a:pt x="0" y="22"/>
                  </a:cubicBezTo>
                  <a:lnTo>
                    <a:pt x="375" y="22"/>
                  </a:lnTo>
                  <a:close/>
                </a:path>
              </a:pathLst>
            </a:custGeom>
            <a:solidFill>
              <a:srgbClr val="FDEEAC"/>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0" name="Freeform 137"/>
            <p:cNvSpPr/>
            <p:nvPr/>
          </p:nvSpPr>
          <p:spPr bwMode="auto">
            <a:xfrm>
              <a:off x="2535237" y="3879850"/>
              <a:ext cx="1379538" cy="66675"/>
            </a:xfrm>
            <a:custGeom>
              <a:avLst/>
              <a:gdLst>
                <a:gd name="T0" fmla="*/ 0 w 368"/>
                <a:gd name="T1" fmla="*/ 0 h 18"/>
                <a:gd name="T2" fmla="*/ 18 w 368"/>
                <a:gd name="T3" fmla="*/ 18 h 18"/>
                <a:gd name="T4" fmla="*/ 362 w 368"/>
                <a:gd name="T5" fmla="*/ 18 h 18"/>
                <a:gd name="T6" fmla="*/ 368 w 368"/>
                <a:gd name="T7" fmla="*/ 0 h 18"/>
                <a:gd name="T8" fmla="*/ 0 w 368"/>
                <a:gd name="T9" fmla="*/ 0 h 18"/>
              </a:gdLst>
              <a:ahLst/>
              <a:cxnLst>
                <a:cxn ang="0">
                  <a:pos x="T0" y="T1"/>
                </a:cxn>
                <a:cxn ang="0">
                  <a:pos x="T2" y="T3"/>
                </a:cxn>
                <a:cxn ang="0">
                  <a:pos x="T4" y="T5"/>
                </a:cxn>
                <a:cxn ang="0">
                  <a:pos x="T6" y="T7"/>
                </a:cxn>
                <a:cxn ang="0">
                  <a:pos x="T8" y="T9"/>
                </a:cxn>
              </a:cxnLst>
              <a:rect l="0" t="0" r="r" b="b"/>
              <a:pathLst>
                <a:path w="368" h="18">
                  <a:moveTo>
                    <a:pt x="0" y="0"/>
                  </a:moveTo>
                  <a:cubicBezTo>
                    <a:pt x="18" y="18"/>
                    <a:pt x="18" y="18"/>
                    <a:pt x="18" y="18"/>
                  </a:cubicBezTo>
                  <a:cubicBezTo>
                    <a:pt x="362" y="18"/>
                    <a:pt x="362" y="18"/>
                    <a:pt x="362" y="18"/>
                  </a:cubicBezTo>
                  <a:cubicBezTo>
                    <a:pt x="365" y="14"/>
                    <a:pt x="367" y="8"/>
                    <a:pt x="368" y="0"/>
                  </a:cubicBezTo>
                  <a:lnTo>
                    <a:pt x="0" y="0"/>
                  </a:lnTo>
                  <a:close/>
                </a:path>
              </a:pathLst>
            </a:custGeom>
            <a:solidFill>
              <a:srgbClr val="D1800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1" name="Rectangle 138"/>
            <p:cNvSpPr>
              <a:spLocks noChangeArrowheads="1"/>
            </p:cNvSpPr>
            <p:nvPr/>
          </p:nvSpPr>
          <p:spPr bwMode="auto">
            <a:xfrm>
              <a:off x="2676525" y="3706813"/>
              <a:ext cx="123825" cy="109538"/>
            </a:xfrm>
            <a:prstGeom prst="rect">
              <a:avLst/>
            </a:prstGeom>
            <a:solidFill>
              <a:srgbClr val="FCF0C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92" name="Rectangle 139"/>
            <p:cNvSpPr>
              <a:spLocks noChangeArrowheads="1"/>
            </p:cNvSpPr>
            <p:nvPr/>
          </p:nvSpPr>
          <p:spPr bwMode="auto">
            <a:xfrm>
              <a:off x="2774950" y="3714750"/>
              <a:ext cx="25400" cy="277813"/>
            </a:xfrm>
            <a:prstGeom prst="rect">
              <a:avLst/>
            </a:prstGeom>
            <a:solidFill>
              <a:srgbClr val="7039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93" name="Rectangle 140"/>
            <p:cNvSpPr>
              <a:spLocks noChangeArrowheads="1"/>
            </p:cNvSpPr>
            <p:nvPr/>
          </p:nvSpPr>
          <p:spPr bwMode="auto">
            <a:xfrm>
              <a:off x="2774950" y="3714750"/>
              <a:ext cx="25400" cy="258763"/>
            </a:xfrm>
            <a:prstGeom prst="rect">
              <a:avLst/>
            </a:prstGeom>
            <a:solidFill>
              <a:srgbClr val="B65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94" name="Rectangle 141"/>
            <p:cNvSpPr>
              <a:spLocks noChangeArrowheads="1"/>
            </p:cNvSpPr>
            <p:nvPr/>
          </p:nvSpPr>
          <p:spPr bwMode="auto">
            <a:xfrm>
              <a:off x="2774950" y="3729038"/>
              <a:ext cx="25400" cy="112713"/>
            </a:xfrm>
            <a:prstGeom prst="rect">
              <a:avLst/>
            </a:prstGeom>
            <a:solidFill>
              <a:srgbClr val="BA6E1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95" name="Rectangle 142"/>
            <p:cNvSpPr>
              <a:spLocks noChangeArrowheads="1"/>
            </p:cNvSpPr>
            <p:nvPr/>
          </p:nvSpPr>
          <p:spPr bwMode="auto">
            <a:xfrm>
              <a:off x="2774950" y="3890963"/>
              <a:ext cx="25400" cy="82550"/>
            </a:xfrm>
            <a:prstGeom prst="rect">
              <a:avLst/>
            </a:prstGeom>
            <a:solidFill>
              <a:srgbClr val="6D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96" name="Rectangle 143"/>
            <p:cNvSpPr>
              <a:spLocks noChangeArrowheads="1"/>
            </p:cNvSpPr>
            <p:nvPr/>
          </p:nvSpPr>
          <p:spPr bwMode="auto">
            <a:xfrm>
              <a:off x="2676525" y="3714750"/>
              <a:ext cx="90488" cy="277813"/>
            </a:xfrm>
            <a:prstGeom prst="rect">
              <a:avLst/>
            </a:prstGeom>
            <a:solidFill>
              <a:srgbClr val="FCF0C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97" name="Rectangle 144"/>
            <p:cNvSpPr>
              <a:spLocks noChangeArrowheads="1"/>
            </p:cNvSpPr>
            <p:nvPr/>
          </p:nvSpPr>
          <p:spPr bwMode="auto">
            <a:xfrm>
              <a:off x="2676525" y="3714750"/>
              <a:ext cx="90488" cy="258763"/>
            </a:xfrm>
            <a:prstGeom prst="rect">
              <a:avLst/>
            </a:prstGeom>
            <a:solidFill>
              <a:srgbClr val="FCF0C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98" name="Rectangle 145"/>
            <p:cNvSpPr>
              <a:spLocks noChangeArrowheads="1"/>
            </p:cNvSpPr>
            <p:nvPr/>
          </p:nvSpPr>
          <p:spPr bwMode="auto">
            <a:xfrm>
              <a:off x="2676525" y="3729038"/>
              <a:ext cx="90488" cy="112713"/>
            </a:xfrm>
            <a:prstGeom prst="rect">
              <a:avLst/>
            </a:prstGeom>
            <a:solidFill>
              <a:srgbClr val="FFFFC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99" name="Rectangle 146"/>
            <p:cNvSpPr>
              <a:spLocks noChangeArrowheads="1"/>
            </p:cNvSpPr>
            <p:nvPr/>
          </p:nvSpPr>
          <p:spPr bwMode="auto">
            <a:xfrm>
              <a:off x="2692400" y="3714750"/>
              <a:ext cx="90488" cy="277813"/>
            </a:xfrm>
            <a:prstGeom prst="rect">
              <a:avLst/>
            </a:prstGeom>
            <a:solidFill>
              <a:srgbClr val="F8C8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200" name="Rectangle 147"/>
            <p:cNvSpPr>
              <a:spLocks noChangeArrowheads="1"/>
            </p:cNvSpPr>
            <p:nvPr/>
          </p:nvSpPr>
          <p:spPr bwMode="auto">
            <a:xfrm>
              <a:off x="2692400" y="3714750"/>
              <a:ext cx="90488" cy="258763"/>
            </a:xfrm>
            <a:prstGeom prst="rect">
              <a:avLst/>
            </a:prstGeom>
            <a:solidFill>
              <a:srgbClr val="F8C8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201" name="Rectangle 148"/>
            <p:cNvSpPr>
              <a:spLocks noChangeArrowheads="1"/>
            </p:cNvSpPr>
            <p:nvPr/>
          </p:nvSpPr>
          <p:spPr bwMode="auto">
            <a:xfrm>
              <a:off x="2692400" y="3736975"/>
              <a:ext cx="90488" cy="104775"/>
            </a:xfrm>
            <a:prstGeom prst="rect">
              <a:avLst/>
            </a:prstGeom>
            <a:solidFill>
              <a:srgbClr val="FBE66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202" name="Rectangle 149"/>
            <p:cNvSpPr>
              <a:spLocks noChangeArrowheads="1"/>
            </p:cNvSpPr>
            <p:nvPr/>
          </p:nvSpPr>
          <p:spPr bwMode="auto">
            <a:xfrm>
              <a:off x="2692400" y="3890963"/>
              <a:ext cx="90488" cy="82550"/>
            </a:xfrm>
            <a:prstGeom prst="rect">
              <a:avLst/>
            </a:prstGeom>
            <a:solidFill>
              <a:srgbClr val="AF5E0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203" name="Rectangle 150"/>
            <p:cNvSpPr>
              <a:spLocks noChangeArrowheads="1"/>
            </p:cNvSpPr>
            <p:nvPr/>
          </p:nvSpPr>
          <p:spPr bwMode="auto">
            <a:xfrm>
              <a:off x="3276600" y="3706813"/>
              <a:ext cx="128588" cy="109538"/>
            </a:xfrm>
            <a:prstGeom prst="rect">
              <a:avLst/>
            </a:prstGeom>
            <a:solidFill>
              <a:srgbClr val="FCF0C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204" name="Rectangle 151"/>
            <p:cNvSpPr>
              <a:spLocks noChangeArrowheads="1"/>
            </p:cNvSpPr>
            <p:nvPr/>
          </p:nvSpPr>
          <p:spPr bwMode="auto">
            <a:xfrm>
              <a:off x="3378200" y="3714750"/>
              <a:ext cx="26988" cy="277813"/>
            </a:xfrm>
            <a:prstGeom prst="rect">
              <a:avLst/>
            </a:prstGeom>
            <a:solidFill>
              <a:srgbClr val="7039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205" name="Rectangle 152"/>
            <p:cNvSpPr>
              <a:spLocks noChangeArrowheads="1"/>
            </p:cNvSpPr>
            <p:nvPr/>
          </p:nvSpPr>
          <p:spPr bwMode="auto">
            <a:xfrm>
              <a:off x="3378200" y="3714750"/>
              <a:ext cx="26988" cy="258763"/>
            </a:xfrm>
            <a:prstGeom prst="rect">
              <a:avLst/>
            </a:prstGeom>
            <a:solidFill>
              <a:srgbClr val="B65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206" name="Rectangle 153"/>
            <p:cNvSpPr>
              <a:spLocks noChangeArrowheads="1"/>
            </p:cNvSpPr>
            <p:nvPr/>
          </p:nvSpPr>
          <p:spPr bwMode="auto">
            <a:xfrm>
              <a:off x="3378200" y="3729038"/>
              <a:ext cx="26988" cy="112713"/>
            </a:xfrm>
            <a:prstGeom prst="rect">
              <a:avLst/>
            </a:prstGeom>
            <a:solidFill>
              <a:srgbClr val="BA6E1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207" name="Rectangle 154"/>
            <p:cNvSpPr>
              <a:spLocks noChangeArrowheads="1"/>
            </p:cNvSpPr>
            <p:nvPr/>
          </p:nvSpPr>
          <p:spPr bwMode="auto">
            <a:xfrm>
              <a:off x="3378200" y="3890963"/>
              <a:ext cx="26988" cy="82550"/>
            </a:xfrm>
            <a:prstGeom prst="rect">
              <a:avLst/>
            </a:prstGeom>
            <a:solidFill>
              <a:srgbClr val="6D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208" name="Rectangle 155"/>
            <p:cNvSpPr>
              <a:spLocks noChangeArrowheads="1"/>
            </p:cNvSpPr>
            <p:nvPr/>
          </p:nvSpPr>
          <p:spPr bwMode="auto">
            <a:xfrm>
              <a:off x="3276600" y="3714750"/>
              <a:ext cx="95250" cy="277813"/>
            </a:xfrm>
            <a:prstGeom prst="rect">
              <a:avLst/>
            </a:prstGeom>
            <a:solidFill>
              <a:srgbClr val="FFBE3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209" name="Rectangle 156"/>
            <p:cNvSpPr>
              <a:spLocks noChangeArrowheads="1"/>
            </p:cNvSpPr>
            <p:nvPr/>
          </p:nvSpPr>
          <p:spPr bwMode="auto">
            <a:xfrm>
              <a:off x="3276600" y="3714750"/>
              <a:ext cx="95250" cy="258763"/>
            </a:xfrm>
            <a:prstGeom prst="rect">
              <a:avLst/>
            </a:prstGeom>
            <a:solidFill>
              <a:srgbClr val="FCF0C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210" name="Rectangle 157"/>
            <p:cNvSpPr>
              <a:spLocks noChangeArrowheads="1"/>
            </p:cNvSpPr>
            <p:nvPr/>
          </p:nvSpPr>
          <p:spPr bwMode="auto">
            <a:xfrm>
              <a:off x="3276600" y="3729038"/>
              <a:ext cx="95250" cy="112713"/>
            </a:xfrm>
            <a:prstGeom prst="rect">
              <a:avLst/>
            </a:prstGeom>
            <a:solidFill>
              <a:srgbClr val="FFFFC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211" name="Rectangle 158"/>
            <p:cNvSpPr>
              <a:spLocks noChangeArrowheads="1"/>
            </p:cNvSpPr>
            <p:nvPr/>
          </p:nvSpPr>
          <p:spPr bwMode="auto">
            <a:xfrm>
              <a:off x="3276600" y="3890963"/>
              <a:ext cx="95250" cy="82550"/>
            </a:xfrm>
            <a:prstGeom prst="rect">
              <a:avLst/>
            </a:prstGeom>
            <a:solidFill>
              <a:srgbClr val="EF9B3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212" name="Rectangle 159"/>
            <p:cNvSpPr>
              <a:spLocks noChangeArrowheads="1"/>
            </p:cNvSpPr>
            <p:nvPr/>
          </p:nvSpPr>
          <p:spPr bwMode="auto">
            <a:xfrm>
              <a:off x="3295650" y="3714750"/>
              <a:ext cx="90488" cy="277813"/>
            </a:xfrm>
            <a:prstGeom prst="rect">
              <a:avLst/>
            </a:prstGeom>
            <a:solidFill>
              <a:srgbClr val="CE81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213" name="Rectangle 160"/>
            <p:cNvSpPr>
              <a:spLocks noChangeArrowheads="1"/>
            </p:cNvSpPr>
            <p:nvPr/>
          </p:nvSpPr>
          <p:spPr bwMode="auto">
            <a:xfrm>
              <a:off x="3295650" y="3714750"/>
              <a:ext cx="90488" cy="258763"/>
            </a:xfrm>
            <a:prstGeom prst="rect">
              <a:avLst/>
            </a:prstGeom>
            <a:solidFill>
              <a:srgbClr val="F8C8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214" name="Rectangle 161"/>
            <p:cNvSpPr>
              <a:spLocks noChangeArrowheads="1"/>
            </p:cNvSpPr>
            <p:nvPr/>
          </p:nvSpPr>
          <p:spPr bwMode="auto">
            <a:xfrm>
              <a:off x="3295650" y="3736975"/>
              <a:ext cx="90488" cy="104775"/>
            </a:xfrm>
            <a:prstGeom prst="rect">
              <a:avLst/>
            </a:prstGeom>
            <a:solidFill>
              <a:srgbClr val="FBE66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215" name="Rectangle 162"/>
            <p:cNvSpPr>
              <a:spLocks noChangeArrowheads="1"/>
            </p:cNvSpPr>
            <p:nvPr/>
          </p:nvSpPr>
          <p:spPr bwMode="auto">
            <a:xfrm>
              <a:off x="3295650" y="3890963"/>
              <a:ext cx="90488" cy="82550"/>
            </a:xfrm>
            <a:prstGeom prst="rect">
              <a:avLst/>
            </a:prstGeom>
            <a:solidFill>
              <a:srgbClr val="AF5E0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216" name="Freeform 163"/>
            <p:cNvSpPr/>
            <p:nvPr/>
          </p:nvSpPr>
          <p:spPr bwMode="auto">
            <a:xfrm>
              <a:off x="3430587" y="3913188"/>
              <a:ext cx="442913" cy="49213"/>
            </a:xfrm>
            <a:custGeom>
              <a:avLst/>
              <a:gdLst>
                <a:gd name="T0" fmla="*/ 277 w 279"/>
                <a:gd name="T1" fmla="*/ 0 h 31"/>
                <a:gd name="T2" fmla="*/ 258 w 279"/>
                <a:gd name="T3" fmla="*/ 0 h 31"/>
                <a:gd name="T4" fmla="*/ 24 w 279"/>
                <a:gd name="T5" fmla="*/ 0 h 31"/>
                <a:gd name="T6" fmla="*/ 3 w 279"/>
                <a:gd name="T7" fmla="*/ 0 h 31"/>
                <a:gd name="T8" fmla="*/ 0 w 279"/>
                <a:gd name="T9" fmla="*/ 0 h 31"/>
                <a:gd name="T10" fmla="*/ 0 w 279"/>
                <a:gd name="T11" fmla="*/ 31 h 31"/>
                <a:gd name="T12" fmla="*/ 24 w 279"/>
                <a:gd name="T13" fmla="*/ 31 h 31"/>
                <a:gd name="T14" fmla="*/ 24 w 279"/>
                <a:gd name="T15" fmla="*/ 9 h 31"/>
                <a:gd name="T16" fmla="*/ 258 w 279"/>
                <a:gd name="T17" fmla="*/ 9 h 31"/>
                <a:gd name="T18" fmla="*/ 258 w 279"/>
                <a:gd name="T19" fmla="*/ 31 h 31"/>
                <a:gd name="T20" fmla="*/ 279 w 279"/>
                <a:gd name="T21" fmla="*/ 31 h 31"/>
                <a:gd name="T22" fmla="*/ 279 w 279"/>
                <a:gd name="T23" fmla="*/ 0 h 31"/>
                <a:gd name="T24" fmla="*/ 277 w 279"/>
                <a:gd name="T25"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79" h="31">
                  <a:moveTo>
                    <a:pt x="277" y="0"/>
                  </a:moveTo>
                  <a:lnTo>
                    <a:pt x="258" y="0"/>
                  </a:lnTo>
                  <a:lnTo>
                    <a:pt x="24" y="0"/>
                  </a:lnTo>
                  <a:lnTo>
                    <a:pt x="3" y="0"/>
                  </a:lnTo>
                  <a:lnTo>
                    <a:pt x="0" y="0"/>
                  </a:lnTo>
                  <a:lnTo>
                    <a:pt x="0" y="31"/>
                  </a:lnTo>
                  <a:lnTo>
                    <a:pt x="24" y="31"/>
                  </a:lnTo>
                  <a:lnTo>
                    <a:pt x="24" y="9"/>
                  </a:lnTo>
                  <a:lnTo>
                    <a:pt x="258" y="9"/>
                  </a:lnTo>
                  <a:lnTo>
                    <a:pt x="258" y="31"/>
                  </a:lnTo>
                  <a:lnTo>
                    <a:pt x="279" y="31"/>
                  </a:lnTo>
                  <a:lnTo>
                    <a:pt x="279" y="0"/>
                  </a:lnTo>
                  <a:lnTo>
                    <a:pt x="277" y="0"/>
                  </a:lnTo>
                  <a:close/>
                </a:path>
              </a:pathLst>
            </a:custGeom>
            <a:solidFill>
              <a:srgbClr val="AF5E0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17" name="Freeform 164"/>
            <p:cNvSpPr/>
            <p:nvPr/>
          </p:nvSpPr>
          <p:spPr bwMode="auto">
            <a:xfrm>
              <a:off x="3441700" y="3935413"/>
              <a:ext cx="420688" cy="385763"/>
            </a:xfrm>
            <a:custGeom>
              <a:avLst/>
              <a:gdLst>
                <a:gd name="T0" fmla="*/ 265 w 265"/>
                <a:gd name="T1" fmla="*/ 95 h 243"/>
                <a:gd name="T2" fmla="*/ 265 w 265"/>
                <a:gd name="T3" fmla="*/ 0 h 243"/>
                <a:gd name="T4" fmla="*/ 0 w 265"/>
                <a:gd name="T5" fmla="*/ 0 h 243"/>
                <a:gd name="T6" fmla="*/ 0 w 265"/>
                <a:gd name="T7" fmla="*/ 95 h 243"/>
                <a:gd name="T8" fmla="*/ 43 w 265"/>
                <a:gd name="T9" fmla="*/ 95 h 243"/>
                <a:gd name="T10" fmla="*/ 43 w 265"/>
                <a:gd name="T11" fmla="*/ 203 h 243"/>
                <a:gd name="T12" fmla="*/ 0 w 265"/>
                <a:gd name="T13" fmla="*/ 203 h 243"/>
                <a:gd name="T14" fmla="*/ 0 w 265"/>
                <a:gd name="T15" fmla="*/ 243 h 243"/>
                <a:gd name="T16" fmla="*/ 102 w 265"/>
                <a:gd name="T17" fmla="*/ 243 h 243"/>
                <a:gd name="T18" fmla="*/ 102 w 265"/>
                <a:gd name="T19" fmla="*/ 95 h 243"/>
                <a:gd name="T20" fmla="*/ 166 w 265"/>
                <a:gd name="T21" fmla="*/ 95 h 243"/>
                <a:gd name="T22" fmla="*/ 166 w 265"/>
                <a:gd name="T23" fmla="*/ 243 h 243"/>
                <a:gd name="T24" fmla="*/ 265 w 265"/>
                <a:gd name="T25" fmla="*/ 243 h 243"/>
                <a:gd name="T26" fmla="*/ 265 w 265"/>
                <a:gd name="T27" fmla="*/ 203 h 243"/>
                <a:gd name="T28" fmla="*/ 222 w 265"/>
                <a:gd name="T29" fmla="*/ 203 h 243"/>
                <a:gd name="T30" fmla="*/ 222 w 265"/>
                <a:gd name="T31" fmla="*/ 95 h 243"/>
                <a:gd name="T32" fmla="*/ 265 w 265"/>
                <a:gd name="T33" fmla="*/ 9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65" h="243">
                  <a:moveTo>
                    <a:pt x="265" y="95"/>
                  </a:moveTo>
                  <a:lnTo>
                    <a:pt x="265" y="0"/>
                  </a:lnTo>
                  <a:lnTo>
                    <a:pt x="0" y="0"/>
                  </a:lnTo>
                  <a:lnTo>
                    <a:pt x="0" y="95"/>
                  </a:lnTo>
                  <a:lnTo>
                    <a:pt x="43" y="95"/>
                  </a:lnTo>
                  <a:lnTo>
                    <a:pt x="43" y="203"/>
                  </a:lnTo>
                  <a:lnTo>
                    <a:pt x="0" y="203"/>
                  </a:lnTo>
                  <a:lnTo>
                    <a:pt x="0" y="243"/>
                  </a:lnTo>
                  <a:lnTo>
                    <a:pt x="102" y="243"/>
                  </a:lnTo>
                  <a:lnTo>
                    <a:pt x="102" y="95"/>
                  </a:lnTo>
                  <a:lnTo>
                    <a:pt x="166" y="95"/>
                  </a:lnTo>
                  <a:lnTo>
                    <a:pt x="166" y="243"/>
                  </a:lnTo>
                  <a:lnTo>
                    <a:pt x="265" y="243"/>
                  </a:lnTo>
                  <a:lnTo>
                    <a:pt x="265" y="203"/>
                  </a:lnTo>
                  <a:lnTo>
                    <a:pt x="222" y="203"/>
                  </a:lnTo>
                  <a:lnTo>
                    <a:pt x="222" y="95"/>
                  </a:lnTo>
                  <a:lnTo>
                    <a:pt x="265" y="95"/>
                  </a:lnTo>
                  <a:close/>
                </a:path>
              </a:pathLst>
            </a:custGeom>
            <a:solidFill>
              <a:srgbClr val="AF5E0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18" name="Freeform 165"/>
            <p:cNvSpPr/>
            <p:nvPr/>
          </p:nvSpPr>
          <p:spPr bwMode="auto">
            <a:xfrm>
              <a:off x="3441700" y="3932238"/>
              <a:ext cx="420688" cy="366713"/>
            </a:xfrm>
            <a:custGeom>
              <a:avLst/>
              <a:gdLst>
                <a:gd name="T0" fmla="*/ 265 w 265"/>
                <a:gd name="T1" fmla="*/ 85 h 231"/>
                <a:gd name="T2" fmla="*/ 265 w 265"/>
                <a:gd name="T3" fmla="*/ 0 h 231"/>
                <a:gd name="T4" fmla="*/ 0 w 265"/>
                <a:gd name="T5" fmla="*/ 0 h 231"/>
                <a:gd name="T6" fmla="*/ 0 w 265"/>
                <a:gd name="T7" fmla="*/ 85 h 231"/>
                <a:gd name="T8" fmla="*/ 43 w 265"/>
                <a:gd name="T9" fmla="*/ 85 h 231"/>
                <a:gd name="T10" fmla="*/ 43 w 265"/>
                <a:gd name="T11" fmla="*/ 191 h 231"/>
                <a:gd name="T12" fmla="*/ 0 w 265"/>
                <a:gd name="T13" fmla="*/ 191 h 231"/>
                <a:gd name="T14" fmla="*/ 0 w 265"/>
                <a:gd name="T15" fmla="*/ 231 h 231"/>
                <a:gd name="T16" fmla="*/ 102 w 265"/>
                <a:gd name="T17" fmla="*/ 231 h 231"/>
                <a:gd name="T18" fmla="*/ 102 w 265"/>
                <a:gd name="T19" fmla="*/ 85 h 231"/>
                <a:gd name="T20" fmla="*/ 166 w 265"/>
                <a:gd name="T21" fmla="*/ 85 h 231"/>
                <a:gd name="T22" fmla="*/ 166 w 265"/>
                <a:gd name="T23" fmla="*/ 231 h 231"/>
                <a:gd name="T24" fmla="*/ 265 w 265"/>
                <a:gd name="T25" fmla="*/ 231 h 231"/>
                <a:gd name="T26" fmla="*/ 265 w 265"/>
                <a:gd name="T27" fmla="*/ 191 h 231"/>
                <a:gd name="T28" fmla="*/ 222 w 265"/>
                <a:gd name="T29" fmla="*/ 191 h 231"/>
                <a:gd name="T30" fmla="*/ 222 w 265"/>
                <a:gd name="T31" fmla="*/ 85 h 231"/>
                <a:gd name="T32" fmla="*/ 265 w 265"/>
                <a:gd name="T33" fmla="*/ 85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65" h="231">
                  <a:moveTo>
                    <a:pt x="265" y="85"/>
                  </a:moveTo>
                  <a:lnTo>
                    <a:pt x="265" y="0"/>
                  </a:lnTo>
                  <a:lnTo>
                    <a:pt x="0" y="0"/>
                  </a:lnTo>
                  <a:lnTo>
                    <a:pt x="0" y="85"/>
                  </a:lnTo>
                  <a:lnTo>
                    <a:pt x="43" y="85"/>
                  </a:lnTo>
                  <a:lnTo>
                    <a:pt x="43" y="191"/>
                  </a:lnTo>
                  <a:lnTo>
                    <a:pt x="0" y="191"/>
                  </a:lnTo>
                  <a:lnTo>
                    <a:pt x="0" y="231"/>
                  </a:lnTo>
                  <a:lnTo>
                    <a:pt x="102" y="231"/>
                  </a:lnTo>
                  <a:lnTo>
                    <a:pt x="102" y="85"/>
                  </a:lnTo>
                  <a:lnTo>
                    <a:pt x="166" y="85"/>
                  </a:lnTo>
                  <a:lnTo>
                    <a:pt x="166" y="231"/>
                  </a:lnTo>
                  <a:lnTo>
                    <a:pt x="265" y="231"/>
                  </a:lnTo>
                  <a:lnTo>
                    <a:pt x="265" y="191"/>
                  </a:lnTo>
                  <a:lnTo>
                    <a:pt x="222" y="191"/>
                  </a:lnTo>
                  <a:lnTo>
                    <a:pt x="222" y="85"/>
                  </a:lnTo>
                  <a:lnTo>
                    <a:pt x="265" y="85"/>
                  </a:lnTo>
                  <a:close/>
                </a:path>
              </a:pathLst>
            </a:custGeom>
            <a:solidFill>
              <a:srgbClr val="F8C8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19" name="Rectangle 166"/>
            <p:cNvSpPr>
              <a:spLocks noChangeArrowheads="1"/>
            </p:cNvSpPr>
            <p:nvPr/>
          </p:nvSpPr>
          <p:spPr bwMode="auto">
            <a:xfrm>
              <a:off x="3441700" y="4257675"/>
              <a:ext cx="161925" cy="23813"/>
            </a:xfrm>
            <a:prstGeom prst="rect">
              <a:avLst/>
            </a:prstGeom>
            <a:solidFill>
              <a:srgbClr val="FBE66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220" name="Rectangle 167"/>
            <p:cNvSpPr>
              <a:spLocks noChangeArrowheads="1"/>
            </p:cNvSpPr>
            <p:nvPr/>
          </p:nvSpPr>
          <p:spPr bwMode="auto">
            <a:xfrm>
              <a:off x="3705225" y="4257675"/>
              <a:ext cx="157163" cy="23813"/>
            </a:xfrm>
            <a:prstGeom prst="rect">
              <a:avLst/>
            </a:prstGeom>
            <a:solidFill>
              <a:srgbClr val="FBE66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221" name="Freeform 168"/>
            <p:cNvSpPr/>
            <p:nvPr/>
          </p:nvSpPr>
          <p:spPr bwMode="auto">
            <a:xfrm>
              <a:off x="3441700" y="4003675"/>
              <a:ext cx="420688" cy="63500"/>
            </a:xfrm>
            <a:custGeom>
              <a:avLst/>
              <a:gdLst>
                <a:gd name="T0" fmla="*/ 43 w 265"/>
                <a:gd name="T1" fmla="*/ 40 h 40"/>
                <a:gd name="T2" fmla="*/ 102 w 265"/>
                <a:gd name="T3" fmla="*/ 40 h 40"/>
                <a:gd name="T4" fmla="*/ 102 w 265"/>
                <a:gd name="T5" fmla="*/ 30 h 40"/>
                <a:gd name="T6" fmla="*/ 166 w 265"/>
                <a:gd name="T7" fmla="*/ 30 h 40"/>
                <a:gd name="T8" fmla="*/ 166 w 265"/>
                <a:gd name="T9" fmla="*/ 40 h 40"/>
                <a:gd name="T10" fmla="*/ 222 w 265"/>
                <a:gd name="T11" fmla="*/ 40 h 40"/>
                <a:gd name="T12" fmla="*/ 222 w 265"/>
                <a:gd name="T13" fmla="*/ 30 h 40"/>
                <a:gd name="T14" fmla="*/ 265 w 265"/>
                <a:gd name="T15" fmla="*/ 30 h 40"/>
                <a:gd name="T16" fmla="*/ 265 w 265"/>
                <a:gd name="T17" fmla="*/ 0 h 40"/>
                <a:gd name="T18" fmla="*/ 0 w 265"/>
                <a:gd name="T19" fmla="*/ 0 h 40"/>
                <a:gd name="T20" fmla="*/ 0 w 265"/>
                <a:gd name="T21" fmla="*/ 30 h 40"/>
                <a:gd name="T22" fmla="*/ 43 w 265"/>
                <a:gd name="T23" fmla="*/ 30 h 40"/>
                <a:gd name="T24" fmla="*/ 43 w 265"/>
                <a:gd name="T25"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65" h="40">
                  <a:moveTo>
                    <a:pt x="43" y="40"/>
                  </a:moveTo>
                  <a:lnTo>
                    <a:pt x="102" y="40"/>
                  </a:lnTo>
                  <a:lnTo>
                    <a:pt x="102" y="30"/>
                  </a:lnTo>
                  <a:lnTo>
                    <a:pt x="166" y="30"/>
                  </a:lnTo>
                  <a:lnTo>
                    <a:pt x="166" y="40"/>
                  </a:lnTo>
                  <a:lnTo>
                    <a:pt x="222" y="40"/>
                  </a:lnTo>
                  <a:lnTo>
                    <a:pt x="222" y="30"/>
                  </a:lnTo>
                  <a:lnTo>
                    <a:pt x="265" y="30"/>
                  </a:lnTo>
                  <a:lnTo>
                    <a:pt x="265" y="0"/>
                  </a:lnTo>
                  <a:lnTo>
                    <a:pt x="0" y="0"/>
                  </a:lnTo>
                  <a:lnTo>
                    <a:pt x="0" y="30"/>
                  </a:lnTo>
                  <a:lnTo>
                    <a:pt x="43" y="30"/>
                  </a:lnTo>
                  <a:lnTo>
                    <a:pt x="43" y="40"/>
                  </a:lnTo>
                  <a:close/>
                </a:path>
              </a:pathLst>
            </a:custGeom>
            <a:solidFill>
              <a:srgbClr val="FBE66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22" name="Rectangle 169"/>
            <p:cNvSpPr>
              <a:spLocks noChangeArrowheads="1"/>
            </p:cNvSpPr>
            <p:nvPr/>
          </p:nvSpPr>
          <p:spPr bwMode="auto">
            <a:xfrm>
              <a:off x="3783012" y="4051300"/>
              <a:ext cx="79375" cy="15875"/>
            </a:xfrm>
            <a:prstGeom prst="rect">
              <a:avLst/>
            </a:prstGeom>
            <a:solidFill>
              <a:srgbClr val="DEA30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223" name="Freeform 170"/>
            <p:cNvSpPr/>
            <p:nvPr/>
          </p:nvSpPr>
          <p:spPr bwMode="auto">
            <a:xfrm>
              <a:off x="3441700" y="3932238"/>
              <a:ext cx="82550" cy="303213"/>
            </a:xfrm>
            <a:custGeom>
              <a:avLst/>
              <a:gdLst>
                <a:gd name="T0" fmla="*/ 43 w 52"/>
                <a:gd name="T1" fmla="*/ 191 h 191"/>
                <a:gd name="T2" fmla="*/ 52 w 52"/>
                <a:gd name="T3" fmla="*/ 191 h 191"/>
                <a:gd name="T4" fmla="*/ 52 w 52"/>
                <a:gd name="T5" fmla="*/ 75 h 191"/>
                <a:gd name="T6" fmla="*/ 10 w 52"/>
                <a:gd name="T7" fmla="*/ 75 h 191"/>
                <a:gd name="T8" fmla="*/ 10 w 52"/>
                <a:gd name="T9" fmla="*/ 0 h 191"/>
                <a:gd name="T10" fmla="*/ 0 w 52"/>
                <a:gd name="T11" fmla="*/ 0 h 191"/>
                <a:gd name="T12" fmla="*/ 0 w 52"/>
                <a:gd name="T13" fmla="*/ 85 h 191"/>
                <a:gd name="T14" fmla="*/ 43 w 52"/>
                <a:gd name="T15" fmla="*/ 85 h 191"/>
                <a:gd name="T16" fmla="*/ 43 w 52"/>
                <a:gd name="T17" fmla="*/ 191 h 1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2" h="191">
                  <a:moveTo>
                    <a:pt x="43" y="191"/>
                  </a:moveTo>
                  <a:lnTo>
                    <a:pt x="52" y="191"/>
                  </a:lnTo>
                  <a:lnTo>
                    <a:pt x="52" y="75"/>
                  </a:lnTo>
                  <a:lnTo>
                    <a:pt x="10" y="75"/>
                  </a:lnTo>
                  <a:lnTo>
                    <a:pt x="10" y="0"/>
                  </a:lnTo>
                  <a:lnTo>
                    <a:pt x="0" y="0"/>
                  </a:lnTo>
                  <a:lnTo>
                    <a:pt x="0" y="85"/>
                  </a:lnTo>
                  <a:lnTo>
                    <a:pt x="43" y="85"/>
                  </a:lnTo>
                  <a:lnTo>
                    <a:pt x="43" y="191"/>
                  </a:lnTo>
                  <a:close/>
                </a:path>
              </a:pathLst>
            </a:custGeom>
            <a:solidFill>
              <a:srgbClr val="DEA307"/>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24" name="Freeform 171"/>
            <p:cNvSpPr/>
            <p:nvPr/>
          </p:nvSpPr>
          <p:spPr bwMode="auto">
            <a:xfrm>
              <a:off x="3441700" y="4235450"/>
              <a:ext cx="161925" cy="63500"/>
            </a:xfrm>
            <a:custGeom>
              <a:avLst/>
              <a:gdLst>
                <a:gd name="T0" fmla="*/ 10 w 102"/>
                <a:gd name="T1" fmla="*/ 31 h 40"/>
                <a:gd name="T2" fmla="*/ 10 w 102"/>
                <a:gd name="T3" fmla="*/ 0 h 40"/>
                <a:gd name="T4" fmla="*/ 0 w 102"/>
                <a:gd name="T5" fmla="*/ 0 h 40"/>
                <a:gd name="T6" fmla="*/ 0 w 102"/>
                <a:gd name="T7" fmla="*/ 40 h 40"/>
                <a:gd name="T8" fmla="*/ 102 w 102"/>
                <a:gd name="T9" fmla="*/ 40 h 40"/>
                <a:gd name="T10" fmla="*/ 102 w 102"/>
                <a:gd name="T11" fmla="*/ 31 h 40"/>
                <a:gd name="T12" fmla="*/ 10 w 102"/>
                <a:gd name="T13" fmla="*/ 31 h 40"/>
              </a:gdLst>
              <a:ahLst/>
              <a:cxnLst>
                <a:cxn ang="0">
                  <a:pos x="T0" y="T1"/>
                </a:cxn>
                <a:cxn ang="0">
                  <a:pos x="T2" y="T3"/>
                </a:cxn>
                <a:cxn ang="0">
                  <a:pos x="T4" y="T5"/>
                </a:cxn>
                <a:cxn ang="0">
                  <a:pos x="T6" y="T7"/>
                </a:cxn>
                <a:cxn ang="0">
                  <a:pos x="T8" y="T9"/>
                </a:cxn>
                <a:cxn ang="0">
                  <a:pos x="T10" y="T11"/>
                </a:cxn>
                <a:cxn ang="0">
                  <a:pos x="T12" y="T13"/>
                </a:cxn>
              </a:cxnLst>
              <a:rect l="0" t="0" r="r" b="b"/>
              <a:pathLst>
                <a:path w="102" h="40">
                  <a:moveTo>
                    <a:pt x="10" y="31"/>
                  </a:moveTo>
                  <a:lnTo>
                    <a:pt x="10" y="0"/>
                  </a:lnTo>
                  <a:lnTo>
                    <a:pt x="0" y="0"/>
                  </a:lnTo>
                  <a:lnTo>
                    <a:pt x="0" y="40"/>
                  </a:lnTo>
                  <a:lnTo>
                    <a:pt x="102" y="40"/>
                  </a:lnTo>
                  <a:lnTo>
                    <a:pt x="102" y="31"/>
                  </a:lnTo>
                  <a:lnTo>
                    <a:pt x="10" y="31"/>
                  </a:lnTo>
                  <a:close/>
                </a:path>
              </a:pathLst>
            </a:custGeom>
            <a:solidFill>
              <a:srgbClr val="DEA307"/>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25" name="Freeform 172"/>
            <p:cNvSpPr/>
            <p:nvPr/>
          </p:nvSpPr>
          <p:spPr bwMode="auto">
            <a:xfrm>
              <a:off x="3592512" y="4051300"/>
              <a:ext cx="269875" cy="247650"/>
            </a:xfrm>
            <a:custGeom>
              <a:avLst/>
              <a:gdLst>
                <a:gd name="T0" fmla="*/ 80 w 170"/>
                <a:gd name="T1" fmla="*/ 147 h 156"/>
                <a:gd name="T2" fmla="*/ 80 w 170"/>
                <a:gd name="T3" fmla="*/ 0 h 156"/>
                <a:gd name="T4" fmla="*/ 0 w 170"/>
                <a:gd name="T5" fmla="*/ 0 h 156"/>
                <a:gd name="T6" fmla="*/ 0 w 170"/>
                <a:gd name="T7" fmla="*/ 10 h 156"/>
                <a:gd name="T8" fmla="*/ 71 w 170"/>
                <a:gd name="T9" fmla="*/ 10 h 156"/>
                <a:gd name="T10" fmla="*/ 71 w 170"/>
                <a:gd name="T11" fmla="*/ 156 h 156"/>
                <a:gd name="T12" fmla="*/ 170 w 170"/>
                <a:gd name="T13" fmla="*/ 156 h 156"/>
                <a:gd name="T14" fmla="*/ 170 w 170"/>
                <a:gd name="T15" fmla="*/ 147 h 156"/>
                <a:gd name="T16" fmla="*/ 80 w 170"/>
                <a:gd name="T17" fmla="*/ 147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0" h="156">
                  <a:moveTo>
                    <a:pt x="80" y="147"/>
                  </a:moveTo>
                  <a:lnTo>
                    <a:pt x="80" y="0"/>
                  </a:lnTo>
                  <a:lnTo>
                    <a:pt x="0" y="0"/>
                  </a:lnTo>
                  <a:lnTo>
                    <a:pt x="0" y="10"/>
                  </a:lnTo>
                  <a:lnTo>
                    <a:pt x="71" y="10"/>
                  </a:lnTo>
                  <a:lnTo>
                    <a:pt x="71" y="156"/>
                  </a:lnTo>
                  <a:lnTo>
                    <a:pt x="170" y="156"/>
                  </a:lnTo>
                  <a:lnTo>
                    <a:pt x="170" y="147"/>
                  </a:lnTo>
                  <a:lnTo>
                    <a:pt x="80" y="147"/>
                  </a:lnTo>
                  <a:close/>
                </a:path>
              </a:pathLst>
            </a:custGeom>
            <a:solidFill>
              <a:srgbClr val="DEA307"/>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26" name="Freeform 173"/>
            <p:cNvSpPr/>
            <p:nvPr/>
          </p:nvSpPr>
          <p:spPr bwMode="auto">
            <a:xfrm>
              <a:off x="3441700" y="4067175"/>
              <a:ext cx="252413" cy="231775"/>
            </a:xfrm>
            <a:custGeom>
              <a:avLst/>
              <a:gdLst>
                <a:gd name="T0" fmla="*/ 159 w 159"/>
                <a:gd name="T1" fmla="*/ 0 h 146"/>
                <a:gd name="T2" fmla="*/ 95 w 159"/>
                <a:gd name="T3" fmla="*/ 0 h 146"/>
                <a:gd name="T4" fmla="*/ 95 w 159"/>
                <a:gd name="T5" fmla="*/ 146 h 146"/>
                <a:gd name="T6" fmla="*/ 0 w 159"/>
                <a:gd name="T7" fmla="*/ 146 h 146"/>
                <a:gd name="T8" fmla="*/ 0 w 159"/>
                <a:gd name="T9" fmla="*/ 146 h 146"/>
                <a:gd name="T10" fmla="*/ 102 w 159"/>
                <a:gd name="T11" fmla="*/ 146 h 146"/>
                <a:gd name="T12" fmla="*/ 102 w 159"/>
                <a:gd name="T13" fmla="*/ 0 h 146"/>
                <a:gd name="T14" fmla="*/ 159 w 159"/>
                <a:gd name="T15" fmla="*/ 0 h 146"/>
                <a:gd name="T16" fmla="*/ 159 w 159"/>
                <a:gd name="T17"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9" h="146">
                  <a:moveTo>
                    <a:pt x="159" y="0"/>
                  </a:moveTo>
                  <a:lnTo>
                    <a:pt x="95" y="0"/>
                  </a:lnTo>
                  <a:lnTo>
                    <a:pt x="95" y="146"/>
                  </a:lnTo>
                  <a:lnTo>
                    <a:pt x="0" y="146"/>
                  </a:lnTo>
                  <a:lnTo>
                    <a:pt x="0" y="146"/>
                  </a:lnTo>
                  <a:lnTo>
                    <a:pt x="102" y="146"/>
                  </a:lnTo>
                  <a:lnTo>
                    <a:pt x="102" y="0"/>
                  </a:lnTo>
                  <a:lnTo>
                    <a:pt x="159" y="0"/>
                  </a:lnTo>
                  <a:lnTo>
                    <a:pt x="159" y="0"/>
                  </a:lnTo>
                  <a:close/>
                </a:path>
              </a:pathLst>
            </a:custGeom>
            <a:solidFill>
              <a:srgbClr val="FDEEAC"/>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27" name="Freeform 174"/>
            <p:cNvSpPr/>
            <p:nvPr/>
          </p:nvSpPr>
          <p:spPr bwMode="auto">
            <a:xfrm>
              <a:off x="3705225" y="4235450"/>
              <a:ext cx="157163" cy="63500"/>
            </a:xfrm>
            <a:custGeom>
              <a:avLst/>
              <a:gdLst>
                <a:gd name="T0" fmla="*/ 92 w 99"/>
                <a:gd name="T1" fmla="*/ 40 h 40"/>
                <a:gd name="T2" fmla="*/ 0 w 99"/>
                <a:gd name="T3" fmla="*/ 40 h 40"/>
                <a:gd name="T4" fmla="*/ 0 w 99"/>
                <a:gd name="T5" fmla="*/ 40 h 40"/>
                <a:gd name="T6" fmla="*/ 99 w 99"/>
                <a:gd name="T7" fmla="*/ 40 h 40"/>
                <a:gd name="T8" fmla="*/ 99 w 99"/>
                <a:gd name="T9" fmla="*/ 0 h 40"/>
                <a:gd name="T10" fmla="*/ 92 w 99"/>
                <a:gd name="T11" fmla="*/ 0 h 40"/>
                <a:gd name="T12" fmla="*/ 92 w 99"/>
                <a:gd name="T13" fmla="*/ 40 h 40"/>
              </a:gdLst>
              <a:ahLst/>
              <a:cxnLst>
                <a:cxn ang="0">
                  <a:pos x="T0" y="T1"/>
                </a:cxn>
                <a:cxn ang="0">
                  <a:pos x="T2" y="T3"/>
                </a:cxn>
                <a:cxn ang="0">
                  <a:pos x="T4" y="T5"/>
                </a:cxn>
                <a:cxn ang="0">
                  <a:pos x="T6" y="T7"/>
                </a:cxn>
                <a:cxn ang="0">
                  <a:pos x="T8" y="T9"/>
                </a:cxn>
                <a:cxn ang="0">
                  <a:pos x="T10" y="T11"/>
                </a:cxn>
                <a:cxn ang="0">
                  <a:pos x="T12" y="T13"/>
                </a:cxn>
              </a:cxnLst>
              <a:rect l="0" t="0" r="r" b="b"/>
              <a:pathLst>
                <a:path w="99" h="40">
                  <a:moveTo>
                    <a:pt x="92" y="40"/>
                  </a:moveTo>
                  <a:lnTo>
                    <a:pt x="0" y="40"/>
                  </a:lnTo>
                  <a:lnTo>
                    <a:pt x="0" y="40"/>
                  </a:lnTo>
                  <a:lnTo>
                    <a:pt x="99" y="40"/>
                  </a:lnTo>
                  <a:lnTo>
                    <a:pt x="99" y="0"/>
                  </a:lnTo>
                  <a:lnTo>
                    <a:pt x="92" y="0"/>
                  </a:lnTo>
                  <a:lnTo>
                    <a:pt x="92" y="40"/>
                  </a:lnTo>
                  <a:close/>
                </a:path>
              </a:pathLst>
            </a:custGeom>
            <a:solidFill>
              <a:srgbClr val="FDEEAC"/>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28" name="Rectangle 175"/>
            <p:cNvSpPr>
              <a:spLocks noChangeArrowheads="1"/>
            </p:cNvSpPr>
            <p:nvPr/>
          </p:nvSpPr>
          <p:spPr bwMode="auto">
            <a:xfrm>
              <a:off x="3441700" y="4067175"/>
              <a:ext cx="57150" cy="1588"/>
            </a:xfrm>
            <a:prstGeom prst="rect">
              <a:avLst/>
            </a:prstGeom>
            <a:solidFill>
              <a:srgbClr val="FDEEA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229" name="Freeform 176"/>
            <p:cNvSpPr/>
            <p:nvPr/>
          </p:nvSpPr>
          <p:spPr bwMode="auto">
            <a:xfrm>
              <a:off x="3783012" y="3932238"/>
              <a:ext cx="79375" cy="303213"/>
            </a:xfrm>
            <a:custGeom>
              <a:avLst/>
              <a:gdLst>
                <a:gd name="T0" fmla="*/ 43 w 50"/>
                <a:gd name="T1" fmla="*/ 0 h 191"/>
                <a:gd name="T2" fmla="*/ 43 w 50"/>
                <a:gd name="T3" fmla="*/ 85 h 191"/>
                <a:gd name="T4" fmla="*/ 0 w 50"/>
                <a:gd name="T5" fmla="*/ 85 h 191"/>
                <a:gd name="T6" fmla="*/ 0 w 50"/>
                <a:gd name="T7" fmla="*/ 191 h 191"/>
                <a:gd name="T8" fmla="*/ 7 w 50"/>
                <a:gd name="T9" fmla="*/ 191 h 191"/>
                <a:gd name="T10" fmla="*/ 7 w 50"/>
                <a:gd name="T11" fmla="*/ 85 h 191"/>
                <a:gd name="T12" fmla="*/ 50 w 50"/>
                <a:gd name="T13" fmla="*/ 85 h 191"/>
                <a:gd name="T14" fmla="*/ 50 w 50"/>
                <a:gd name="T15" fmla="*/ 0 h 191"/>
                <a:gd name="T16" fmla="*/ 43 w 50"/>
                <a:gd name="T17" fmla="*/ 0 h 1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0" h="191">
                  <a:moveTo>
                    <a:pt x="43" y="0"/>
                  </a:moveTo>
                  <a:lnTo>
                    <a:pt x="43" y="85"/>
                  </a:lnTo>
                  <a:lnTo>
                    <a:pt x="0" y="85"/>
                  </a:lnTo>
                  <a:lnTo>
                    <a:pt x="0" y="191"/>
                  </a:lnTo>
                  <a:lnTo>
                    <a:pt x="7" y="191"/>
                  </a:lnTo>
                  <a:lnTo>
                    <a:pt x="7" y="85"/>
                  </a:lnTo>
                  <a:lnTo>
                    <a:pt x="50" y="85"/>
                  </a:lnTo>
                  <a:lnTo>
                    <a:pt x="50" y="0"/>
                  </a:lnTo>
                  <a:lnTo>
                    <a:pt x="43" y="0"/>
                  </a:lnTo>
                  <a:close/>
                </a:path>
              </a:pathLst>
            </a:custGeom>
            <a:solidFill>
              <a:srgbClr val="FDEEAC"/>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30" name="Freeform 177"/>
            <p:cNvSpPr/>
            <p:nvPr/>
          </p:nvSpPr>
          <p:spPr bwMode="auto">
            <a:xfrm>
              <a:off x="925512" y="3216275"/>
              <a:ext cx="1444625" cy="1146175"/>
            </a:xfrm>
            <a:custGeom>
              <a:avLst/>
              <a:gdLst>
                <a:gd name="T0" fmla="*/ 310 w 385"/>
                <a:gd name="T1" fmla="*/ 76 h 306"/>
                <a:gd name="T2" fmla="*/ 299 w 385"/>
                <a:gd name="T3" fmla="*/ 85 h 306"/>
                <a:gd name="T4" fmla="*/ 247 w 385"/>
                <a:gd name="T5" fmla="*/ 139 h 306"/>
                <a:gd name="T6" fmla="*/ 350 w 385"/>
                <a:gd name="T7" fmla="*/ 134 h 306"/>
                <a:gd name="T8" fmla="*/ 383 w 385"/>
                <a:gd name="T9" fmla="*/ 167 h 306"/>
                <a:gd name="T10" fmla="*/ 383 w 385"/>
                <a:gd name="T11" fmla="*/ 168 h 306"/>
                <a:gd name="T12" fmla="*/ 351 w 385"/>
                <a:gd name="T13" fmla="*/ 208 h 306"/>
                <a:gd name="T14" fmla="*/ 234 w 385"/>
                <a:gd name="T15" fmla="*/ 217 h 306"/>
                <a:gd name="T16" fmla="*/ 180 w 385"/>
                <a:gd name="T17" fmla="*/ 275 h 306"/>
                <a:gd name="T18" fmla="*/ 95 w 385"/>
                <a:gd name="T19" fmla="*/ 306 h 306"/>
                <a:gd name="T20" fmla="*/ 0 w 385"/>
                <a:gd name="T21" fmla="*/ 304 h 306"/>
                <a:gd name="T22" fmla="*/ 5 w 385"/>
                <a:gd name="T23" fmla="*/ 153 h 306"/>
                <a:gd name="T24" fmla="*/ 52 w 385"/>
                <a:gd name="T25" fmla="*/ 150 h 306"/>
                <a:gd name="T26" fmla="*/ 94 w 385"/>
                <a:gd name="T27" fmla="*/ 134 h 306"/>
                <a:gd name="T28" fmla="*/ 210 w 385"/>
                <a:gd name="T29" fmla="*/ 22 h 306"/>
                <a:gd name="T30" fmla="*/ 272 w 385"/>
                <a:gd name="T31" fmla="*/ 2 h 306"/>
                <a:gd name="T32" fmla="*/ 310 w 385"/>
                <a:gd name="T33" fmla="*/ 76 h 3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85" h="306">
                  <a:moveTo>
                    <a:pt x="310" y="76"/>
                  </a:moveTo>
                  <a:cubicBezTo>
                    <a:pt x="299" y="85"/>
                    <a:pt x="299" y="85"/>
                    <a:pt x="299" y="85"/>
                  </a:cubicBezTo>
                  <a:cubicBezTo>
                    <a:pt x="247" y="139"/>
                    <a:pt x="247" y="139"/>
                    <a:pt x="247" y="139"/>
                  </a:cubicBezTo>
                  <a:cubicBezTo>
                    <a:pt x="350" y="134"/>
                    <a:pt x="350" y="134"/>
                    <a:pt x="350" y="134"/>
                  </a:cubicBezTo>
                  <a:cubicBezTo>
                    <a:pt x="368" y="136"/>
                    <a:pt x="381" y="150"/>
                    <a:pt x="383" y="167"/>
                  </a:cubicBezTo>
                  <a:cubicBezTo>
                    <a:pt x="383" y="168"/>
                    <a:pt x="383" y="168"/>
                    <a:pt x="383" y="168"/>
                  </a:cubicBezTo>
                  <a:cubicBezTo>
                    <a:pt x="385" y="187"/>
                    <a:pt x="371" y="205"/>
                    <a:pt x="351" y="208"/>
                  </a:cubicBezTo>
                  <a:cubicBezTo>
                    <a:pt x="234" y="217"/>
                    <a:pt x="234" y="217"/>
                    <a:pt x="234" y="217"/>
                  </a:cubicBezTo>
                  <a:cubicBezTo>
                    <a:pt x="180" y="275"/>
                    <a:pt x="180" y="275"/>
                    <a:pt x="180" y="275"/>
                  </a:cubicBezTo>
                  <a:cubicBezTo>
                    <a:pt x="160" y="294"/>
                    <a:pt x="122" y="306"/>
                    <a:pt x="95" y="306"/>
                  </a:cubicBezTo>
                  <a:cubicBezTo>
                    <a:pt x="0" y="304"/>
                    <a:pt x="0" y="304"/>
                    <a:pt x="0" y="304"/>
                  </a:cubicBezTo>
                  <a:cubicBezTo>
                    <a:pt x="5" y="153"/>
                    <a:pt x="5" y="153"/>
                    <a:pt x="5" y="153"/>
                  </a:cubicBezTo>
                  <a:cubicBezTo>
                    <a:pt x="52" y="150"/>
                    <a:pt x="52" y="150"/>
                    <a:pt x="52" y="150"/>
                  </a:cubicBezTo>
                  <a:cubicBezTo>
                    <a:pt x="68" y="149"/>
                    <a:pt x="82" y="143"/>
                    <a:pt x="94" y="134"/>
                  </a:cubicBezTo>
                  <a:cubicBezTo>
                    <a:pt x="210" y="22"/>
                    <a:pt x="210" y="22"/>
                    <a:pt x="210" y="22"/>
                  </a:cubicBezTo>
                  <a:cubicBezTo>
                    <a:pt x="227" y="8"/>
                    <a:pt x="251" y="0"/>
                    <a:pt x="272" y="2"/>
                  </a:cubicBezTo>
                  <a:lnTo>
                    <a:pt x="310" y="76"/>
                  </a:lnTo>
                  <a:close/>
                </a:path>
              </a:pathLst>
            </a:custGeom>
            <a:solidFill>
              <a:srgbClr val="F8D5AC"/>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31" name="Freeform 178"/>
            <p:cNvSpPr/>
            <p:nvPr/>
          </p:nvSpPr>
          <p:spPr bwMode="auto">
            <a:xfrm>
              <a:off x="2174875" y="3775075"/>
              <a:ext cx="160338" cy="152400"/>
            </a:xfrm>
            <a:custGeom>
              <a:avLst/>
              <a:gdLst>
                <a:gd name="T0" fmla="*/ 21 w 43"/>
                <a:gd name="T1" fmla="*/ 0 h 41"/>
                <a:gd name="T2" fmla="*/ 41 w 43"/>
                <a:gd name="T3" fmla="*/ 16 h 41"/>
                <a:gd name="T4" fmla="*/ 41 w 43"/>
                <a:gd name="T5" fmla="*/ 16 h 41"/>
                <a:gd name="T6" fmla="*/ 25 w 43"/>
                <a:gd name="T7" fmla="*/ 40 h 41"/>
                <a:gd name="T8" fmla="*/ 11 w 43"/>
                <a:gd name="T9" fmla="*/ 41 h 41"/>
                <a:gd name="T10" fmla="*/ 1 w 43"/>
                <a:gd name="T11" fmla="*/ 32 h 41"/>
                <a:gd name="T12" fmla="*/ 0 w 43"/>
                <a:gd name="T13" fmla="*/ 10 h 41"/>
                <a:gd name="T14" fmla="*/ 9 w 43"/>
                <a:gd name="T15" fmla="*/ 0 h 41"/>
                <a:gd name="T16" fmla="*/ 21 w 43"/>
                <a:gd name="T17"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 h="41">
                  <a:moveTo>
                    <a:pt x="21" y="0"/>
                  </a:moveTo>
                  <a:cubicBezTo>
                    <a:pt x="31" y="0"/>
                    <a:pt x="39" y="7"/>
                    <a:pt x="41" y="16"/>
                  </a:cubicBezTo>
                  <a:cubicBezTo>
                    <a:pt x="41" y="16"/>
                    <a:pt x="41" y="16"/>
                    <a:pt x="41" y="16"/>
                  </a:cubicBezTo>
                  <a:cubicBezTo>
                    <a:pt x="43" y="27"/>
                    <a:pt x="36" y="37"/>
                    <a:pt x="25" y="40"/>
                  </a:cubicBezTo>
                  <a:cubicBezTo>
                    <a:pt x="11" y="41"/>
                    <a:pt x="11" y="41"/>
                    <a:pt x="11" y="41"/>
                  </a:cubicBezTo>
                  <a:cubicBezTo>
                    <a:pt x="6" y="41"/>
                    <a:pt x="2" y="37"/>
                    <a:pt x="1" y="32"/>
                  </a:cubicBezTo>
                  <a:cubicBezTo>
                    <a:pt x="0" y="10"/>
                    <a:pt x="0" y="10"/>
                    <a:pt x="0" y="10"/>
                  </a:cubicBezTo>
                  <a:cubicBezTo>
                    <a:pt x="0" y="5"/>
                    <a:pt x="4" y="0"/>
                    <a:pt x="9" y="0"/>
                  </a:cubicBezTo>
                  <a:lnTo>
                    <a:pt x="21"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32" name="Freeform 179"/>
            <p:cNvSpPr/>
            <p:nvPr/>
          </p:nvSpPr>
          <p:spPr bwMode="auto">
            <a:xfrm>
              <a:off x="1803400" y="3868738"/>
              <a:ext cx="558800" cy="160338"/>
            </a:xfrm>
            <a:custGeom>
              <a:avLst/>
              <a:gdLst>
                <a:gd name="T0" fmla="*/ 0 w 149"/>
                <a:gd name="T1" fmla="*/ 43 h 43"/>
                <a:gd name="T2" fmla="*/ 6 w 149"/>
                <a:gd name="T3" fmla="*/ 37 h 43"/>
                <a:gd name="T4" fmla="*/ 121 w 149"/>
                <a:gd name="T5" fmla="*/ 28 h 43"/>
                <a:gd name="T6" fmla="*/ 149 w 149"/>
                <a:gd name="T7" fmla="*/ 0 h 43"/>
                <a:gd name="T8" fmla="*/ 117 w 149"/>
                <a:gd name="T9" fmla="*/ 34 h 43"/>
                <a:gd name="T10" fmla="*/ 0 w 149"/>
                <a:gd name="T11" fmla="*/ 43 h 43"/>
              </a:gdLst>
              <a:ahLst/>
              <a:cxnLst>
                <a:cxn ang="0">
                  <a:pos x="T0" y="T1"/>
                </a:cxn>
                <a:cxn ang="0">
                  <a:pos x="T2" y="T3"/>
                </a:cxn>
                <a:cxn ang="0">
                  <a:pos x="T4" y="T5"/>
                </a:cxn>
                <a:cxn ang="0">
                  <a:pos x="T6" y="T7"/>
                </a:cxn>
                <a:cxn ang="0">
                  <a:pos x="T8" y="T9"/>
                </a:cxn>
                <a:cxn ang="0">
                  <a:pos x="T10" y="T11"/>
                </a:cxn>
              </a:cxnLst>
              <a:rect l="0" t="0" r="r" b="b"/>
              <a:pathLst>
                <a:path w="149" h="43">
                  <a:moveTo>
                    <a:pt x="0" y="43"/>
                  </a:moveTo>
                  <a:cubicBezTo>
                    <a:pt x="6" y="37"/>
                    <a:pt x="6" y="37"/>
                    <a:pt x="6" y="37"/>
                  </a:cubicBezTo>
                  <a:cubicBezTo>
                    <a:pt x="6" y="37"/>
                    <a:pt x="100" y="33"/>
                    <a:pt x="121" y="28"/>
                  </a:cubicBezTo>
                  <a:cubicBezTo>
                    <a:pt x="136" y="25"/>
                    <a:pt x="144" y="11"/>
                    <a:pt x="149" y="0"/>
                  </a:cubicBezTo>
                  <a:cubicBezTo>
                    <a:pt x="149" y="0"/>
                    <a:pt x="148" y="30"/>
                    <a:pt x="117" y="34"/>
                  </a:cubicBezTo>
                  <a:lnTo>
                    <a:pt x="0" y="43"/>
                  </a:lnTo>
                  <a:close/>
                </a:path>
              </a:pathLst>
            </a:custGeom>
            <a:solidFill>
              <a:srgbClr val="DBB58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33" name="Freeform 180"/>
            <p:cNvSpPr/>
            <p:nvPr/>
          </p:nvSpPr>
          <p:spPr bwMode="auto">
            <a:xfrm>
              <a:off x="914400" y="3763963"/>
              <a:ext cx="228600" cy="595313"/>
            </a:xfrm>
            <a:custGeom>
              <a:avLst/>
              <a:gdLst>
                <a:gd name="T0" fmla="*/ 53 w 61"/>
                <a:gd name="T1" fmla="*/ 4 h 159"/>
                <a:gd name="T2" fmla="*/ 9 w 61"/>
                <a:gd name="T3" fmla="*/ 0 h 159"/>
                <a:gd name="T4" fmla="*/ 0 w 61"/>
                <a:gd name="T5" fmla="*/ 158 h 159"/>
                <a:gd name="T6" fmla="*/ 61 w 61"/>
                <a:gd name="T7" fmla="*/ 159 h 159"/>
                <a:gd name="T8" fmla="*/ 53 w 61"/>
                <a:gd name="T9" fmla="*/ 4 h 159"/>
              </a:gdLst>
              <a:ahLst/>
              <a:cxnLst>
                <a:cxn ang="0">
                  <a:pos x="T0" y="T1"/>
                </a:cxn>
                <a:cxn ang="0">
                  <a:pos x="T2" y="T3"/>
                </a:cxn>
                <a:cxn ang="0">
                  <a:pos x="T4" y="T5"/>
                </a:cxn>
                <a:cxn ang="0">
                  <a:pos x="T6" y="T7"/>
                </a:cxn>
                <a:cxn ang="0">
                  <a:pos x="T8" y="T9"/>
                </a:cxn>
              </a:cxnLst>
              <a:rect l="0" t="0" r="r" b="b"/>
              <a:pathLst>
                <a:path w="61" h="159">
                  <a:moveTo>
                    <a:pt x="53" y="4"/>
                  </a:moveTo>
                  <a:cubicBezTo>
                    <a:pt x="9" y="0"/>
                    <a:pt x="9" y="0"/>
                    <a:pt x="9" y="0"/>
                  </a:cubicBezTo>
                  <a:cubicBezTo>
                    <a:pt x="5" y="0"/>
                    <a:pt x="0" y="158"/>
                    <a:pt x="0" y="158"/>
                  </a:cubicBezTo>
                  <a:cubicBezTo>
                    <a:pt x="61" y="159"/>
                    <a:pt x="61" y="159"/>
                    <a:pt x="61" y="159"/>
                  </a:cubicBezTo>
                  <a:lnTo>
                    <a:pt x="53" y="4"/>
                  </a:lnTo>
                  <a:close/>
                </a:path>
              </a:pathLst>
            </a:custGeom>
            <a:solidFill>
              <a:srgbClr val="ECC09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34" name="Freeform 181"/>
            <p:cNvSpPr/>
            <p:nvPr/>
          </p:nvSpPr>
          <p:spPr bwMode="auto">
            <a:xfrm>
              <a:off x="115887" y="3751263"/>
              <a:ext cx="996950" cy="709613"/>
            </a:xfrm>
            <a:custGeom>
              <a:avLst/>
              <a:gdLst>
                <a:gd name="T0" fmla="*/ 628 w 628"/>
                <a:gd name="T1" fmla="*/ 0 h 447"/>
                <a:gd name="T2" fmla="*/ 628 w 628"/>
                <a:gd name="T3" fmla="*/ 447 h 447"/>
                <a:gd name="T4" fmla="*/ 0 w 628"/>
                <a:gd name="T5" fmla="*/ 445 h 447"/>
                <a:gd name="T6" fmla="*/ 0 w 628"/>
                <a:gd name="T7" fmla="*/ 0 h 447"/>
                <a:gd name="T8" fmla="*/ 628 w 628"/>
                <a:gd name="T9" fmla="*/ 0 h 447"/>
              </a:gdLst>
              <a:ahLst/>
              <a:cxnLst>
                <a:cxn ang="0">
                  <a:pos x="T0" y="T1"/>
                </a:cxn>
                <a:cxn ang="0">
                  <a:pos x="T2" y="T3"/>
                </a:cxn>
                <a:cxn ang="0">
                  <a:pos x="T4" y="T5"/>
                </a:cxn>
                <a:cxn ang="0">
                  <a:pos x="T6" y="T7"/>
                </a:cxn>
                <a:cxn ang="0">
                  <a:pos x="T8" y="T9"/>
                </a:cxn>
              </a:cxnLst>
              <a:rect l="0" t="0" r="r" b="b"/>
              <a:pathLst>
                <a:path w="628" h="447">
                  <a:moveTo>
                    <a:pt x="628" y="0"/>
                  </a:moveTo>
                  <a:lnTo>
                    <a:pt x="628" y="447"/>
                  </a:lnTo>
                  <a:lnTo>
                    <a:pt x="0" y="445"/>
                  </a:lnTo>
                  <a:lnTo>
                    <a:pt x="0" y="0"/>
                  </a:lnTo>
                  <a:lnTo>
                    <a:pt x="628"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35" name="Rectangle 182"/>
            <p:cNvSpPr>
              <a:spLocks noChangeArrowheads="1"/>
            </p:cNvSpPr>
            <p:nvPr/>
          </p:nvSpPr>
          <p:spPr bwMode="auto">
            <a:xfrm>
              <a:off x="-1335088" y="3736975"/>
              <a:ext cx="2265363" cy="7794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236" name="Rectangle 183"/>
            <p:cNvSpPr>
              <a:spLocks noChangeArrowheads="1"/>
            </p:cNvSpPr>
            <p:nvPr/>
          </p:nvSpPr>
          <p:spPr bwMode="auto">
            <a:xfrm>
              <a:off x="-1335088" y="4243388"/>
              <a:ext cx="2265363" cy="273050"/>
            </a:xfrm>
            <a:prstGeom prst="rect">
              <a:avLst/>
            </a:prstGeom>
            <a:solidFill>
              <a:srgbClr val="26262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237" name="Freeform 184"/>
            <p:cNvSpPr/>
            <p:nvPr/>
          </p:nvSpPr>
          <p:spPr bwMode="auto">
            <a:xfrm>
              <a:off x="746125" y="4356100"/>
              <a:ext cx="112713" cy="112713"/>
            </a:xfrm>
            <a:custGeom>
              <a:avLst/>
              <a:gdLst>
                <a:gd name="T0" fmla="*/ 21 w 30"/>
                <a:gd name="T1" fmla="*/ 27 h 30"/>
                <a:gd name="T2" fmla="*/ 3 w 30"/>
                <a:gd name="T3" fmla="*/ 21 h 30"/>
                <a:gd name="T4" fmla="*/ 9 w 30"/>
                <a:gd name="T5" fmla="*/ 3 h 30"/>
                <a:gd name="T6" fmla="*/ 26 w 30"/>
                <a:gd name="T7" fmla="*/ 9 h 30"/>
                <a:gd name="T8" fmla="*/ 21 w 30"/>
                <a:gd name="T9" fmla="*/ 27 h 30"/>
              </a:gdLst>
              <a:ahLst/>
              <a:cxnLst>
                <a:cxn ang="0">
                  <a:pos x="T0" y="T1"/>
                </a:cxn>
                <a:cxn ang="0">
                  <a:pos x="T2" y="T3"/>
                </a:cxn>
                <a:cxn ang="0">
                  <a:pos x="T4" y="T5"/>
                </a:cxn>
                <a:cxn ang="0">
                  <a:pos x="T6" y="T7"/>
                </a:cxn>
                <a:cxn ang="0">
                  <a:pos x="T8" y="T9"/>
                </a:cxn>
              </a:cxnLst>
              <a:rect l="0" t="0" r="r" b="b"/>
              <a:pathLst>
                <a:path w="30" h="30">
                  <a:moveTo>
                    <a:pt x="21" y="27"/>
                  </a:moveTo>
                  <a:cubicBezTo>
                    <a:pt x="14" y="30"/>
                    <a:pt x="6" y="27"/>
                    <a:pt x="3" y="21"/>
                  </a:cubicBezTo>
                  <a:cubicBezTo>
                    <a:pt x="0" y="14"/>
                    <a:pt x="2" y="7"/>
                    <a:pt x="9" y="3"/>
                  </a:cubicBezTo>
                  <a:cubicBezTo>
                    <a:pt x="15" y="0"/>
                    <a:pt x="23" y="3"/>
                    <a:pt x="26" y="9"/>
                  </a:cubicBezTo>
                  <a:cubicBezTo>
                    <a:pt x="30" y="15"/>
                    <a:pt x="27" y="23"/>
                    <a:pt x="21" y="2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38" name="Freeform 185"/>
            <p:cNvSpPr/>
            <p:nvPr/>
          </p:nvSpPr>
          <p:spPr bwMode="auto">
            <a:xfrm>
              <a:off x="809625" y="4403725"/>
              <a:ext cx="19050" cy="23813"/>
            </a:xfrm>
            <a:custGeom>
              <a:avLst/>
              <a:gdLst>
                <a:gd name="T0" fmla="*/ 4 w 5"/>
                <a:gd name="T1" fmla="*/ 5 h 6"/>
                <a:gd name="T2" fmla="*/ 0 w 5"/>
                <a:gd name="T3" fmla="*/ 4 h 6"/>
                <a:gd name="T4" fmla="*/ 1 w 5"/>
                <a:gd name="T5" fmla="*/ 1 h 6"/>
                <a:gd name="T6" fmla="*/ 5 w 5"/>
                <a:gd name="T7" fmla="*/ 2 h 6"/>
                <a:gd name="T8" fmla="*/ 4 w 5"/>
                <a:gd name="T9" fmla="*/ 5 h 6"/>
              </a:gdLst>
              <a:ahLst/>
              <a:cxnLst>
                <a:cxn ang="0">
                  <a:pos x="T0" y="T1"/>
                </a:cxn>
                <a:cxn ang="0">
                  <a:pos x="T2" y="T3"/>
                </a:cxn>
                <a:cxn ang="0">
                  <a:pos x="T4" y="T5"/>
                </a:cxn>
                <a:cxn ang="0">
                  <a:pos x="T6" y="T7"/>
                </a:cxn>
                <a:cxn ang="0">
                  <a:pos x="T8" y="T9"/>
                </a:cxn>
              </a:cxnLst>
              <a:rect l="0" t="0" r="r" b="b"/>
              <a:pathLst>
                <a:path w="5" h="6">
                  <a:moveTo>
                    <a:pt x="4" y="5"/>
                  </a:moveTo>
                  <a:cubicBezTo>
                    <a:pt x="2" y="6"/>
                    <a:pt x="1" y="6"/>
                    <a:pt x="0" y="4"/>
                  </a:cubicBezTo>
                  <a:cubicBezTo>
                    <a:pt x="0" y="3"/>
                    <a:pt x="0" y="2"/>
                    <a:pt x="1" y="1"/>
                  </a:cubicBezTo>
                  <a:cubicBezTo>
                    <a:pt x="3" y="0"/>
                    <a:pt x="4" y="1"/>
                    <a:pt x="5" y="2"/>
                  </a:cubicBezTo>
                  <a:cubicBezTo>
                    <a:pt x="5" y="3"/>
                    <a:pt x="5" y="5"/>
                    <a:pt x="4" y="5"/>
                  </a:cubicBezTo>
                  <a:close/>
                </a:path>
              </a:pathLst>
            </a:custGeom>
            <a:solidFill>
              <a:srgbClr val="2D2D2C"/>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39" name="Freeform 186"/>
            <p:cNvSpPr/>
            <p:nvPr/>
          </p:nvSpPr>
          <p:spPr bwMode="auto">
            <a:xfrm>
              <a:off x="798512" y="4381500"/>
              <a:ext cx="19050" cy="22225"/>
            </a:xfrm>
            <a:custGeom>
              <a:avLst/>
              <a:gdLst>
                <a:gd name="T0" fmla="*/ 4 w 5"/>
                <a:gd name="T1" fmla="*/ 6 h 6"/>
                <a:gd name="T2" fmla="*/ 0 w 5"/>
                <a:gd name="T3" fmla="*/ 4 h 6"/>
                <a:gd name="T4" fmla="*/ 1 w 5"/>
                <a:gd name="T5" fmla="*/ 1 h 6"/>
                <a:gd name="T6" fmla="*/ 5 w 5"/>
                <a:gd name="T7" fmla="*/ 2 h 6"/>
                <a:gd name="T8" fmla="*/ 4 w 5"/>
                <a:gd name="T9" fmla="*/ 6 h 6"/>
              </a:gdLst>
              <a:ahLst/>
              <a:cxnLst>
                <a:cxn ang="0">
                  <a:pos x="T0" y="T1"/>
                </a:cxn>
                <a:cxn ang="0">
                  <a:pos x="T2" y="T3"/>
                </a:cxn>
                <a:cxn ang="0">
                  <a:pos x="T4" y="T5"/>
                </a:cxn>
                <a:cxn ang="0">
                  <a:pos x="T6" y="T7"/>
                </a:cxn>
                <a:cxn ang="0">
                  <a:pos x="T8" y="T9"/>
                </a:cxn>
              </a:cxnLst>
              <a:rect l="0" t="0" r="r" b="b"/>
              <a:pathLst>
                <a:path w="5" h="6">
                  <a:moveTo>
                    <a:pt x="4" y="6"/>
                  </a:moveTo>
                  <a:cubicBezTo>
                    <a:pt x="2" y="6"/>
                    <a:pt x="1" y="6"/>
                    <a:pt x="0" y="4"/>
                  </a:cubicBezTo>
                  <a:cubicBezTo>
                    <a:pt x="0" y="3"/>
                    <a:pt x="0" y="2"/>
                    <a:pt x="1" y="1"/>
                  </a:cubicBezTo>
                  <a:cubicBezTo>
                    <a:pt x="3" y="0"/>
                    <a:pt x="4" y="1"/>
                    <a:pt x="5" y="2"/>
                  </a:cubicBezTo>
                  <a:cubicBezTo>
                    <a:pt x="5" y="3"/>
                    <a:pt x="5" y="5"/>
                    <a:pt x="4" y="6"/>
                  </a:cubicBezTo>
                  <a:close/>
                </a:path>
              </a:pathLst>
            </a:custGeom>
            <a:solidFill>
              <a:srgbClr val="2D2D2C"/>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40" name="Freeform 187"/>
            <p:cNvSpPr/>
            <p:nvPr/>
          </p:nvSpPr>
          <p:spPr bwMode="auto">
            <a:xfrm>
              <a:off x="782637" y="4419600"/>
              <a:ext cx="23813" cy="19050"/>
            </a:xfrm>
            <a:custGeom>
              <a:avLst/>
              <a:gdLst>
                <a:gd name="T0" fmla="*/ 4 w 6"/>
                <a:gd name="T1" fmla="*/ 5 h 5"/>
                <a:gd name="T2" fmla="*/ 1 w 6"/>
                <a:gd name="T3" fmla="*/ 4 h 5"/>
                <a:gd name="T4" fmla="*/ 2 w 6"/>
                <a:gd name="T5" fmla="*/ 0 h 5"/>
                <a:gd name="T6" fmla="*/ 5 w 6"/>
                <a:gd name="T7" fmla="*/ 1 h 5"/>
                <a:gd name="T8" fmla="*/ 4 w 6"/>
                <a:gd name="T9" fmla="*/ 5 h 5"/>
              </a:gdLst>
              <a:ahLst/>
              <a:cxnLst>
                <a:cxn ang="0">
                  <a:pos x="T0" y="T1"/>
                </a:cxn>
                <a:cxn ang="0">
                  <a:pos x="T2" y="T3"/>
                </a:cxn>
                <a:cxn ang="0">
                  <a:pos x="T4" y="T5"/>
                </a:cxn>
                <a:cxn ang="0">
                  <a:pos x="T6" y="T7"/>
                </a:cxn>
                <a:cxn ang="0">
                  <a:pos x="T8" y="T9"/>
                </a:cxn>
              </a:cxnLst>
              <a:rect l="0" t="0" r="r" b="b"/>
              <a:pathLst>
                <a:path w="6" h="5">
                  <a:moveTo>
                    <a:pt x="4" y="5"/>
                  </a:moveTo>
                  <a:cubicBezTo>
                    <a:pt x="3" y="5"/>
                    <a:pt x="1" y="5"/>
                    <a:pt x="1" y="4"/>
                  </a:cubicBezTo>
                  <a:cubicBezTo>
                    <a:pt x="0" y="2"/>
                    <a:pt x="1" y="1"/>
                    <a:pt x="2" y="0"/>
                  </a:cubicBezTo>
                  <a:cubicBezTo>
                    <a:pt x="3" y="0"/>
                    <a:pt x="5" y="0"/>
                    <a:pt x="5" y="1"/>
                  </a:cubicBezTo>
                  <a:cubicBezTo>
                    <a:pt x="6" y="3"/>
                    <a:pt x="5" y="4"/>
                    <a:pt x="4" y="5"/>
                  </a:cubicBezTo>
                  <a:close/>
                </a:path>
              </a:pathLst>
            </a:custGeom>
            <a:solidFill>
              <a:srgbClr val="2D2D2C"/>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41" name="Freeform 188"/>
            <p:cNvSpPr/>
            <p:nvPr/>
          </p:nvSpPr>
          <p:spPr bwMode="auto">
            <a:xfrm>
              <a:off x="771525" y="4397375"/>
              <a:ext cx="22225" cy="22225"/>
            </a:xfrm>
            <a:custGeom>
              <a:avLst/>
              <a:gdLst>
                <a:gd name="T0" fmla="*/ 4 w 6"/>
                <a:gd name="T1" fmla="*/ 5 h 6"/>
                <a:gd name="T2" fmla="*/ 1 w 6"/>
                <a:gd name="T3" fmla="*/ 4 h 6"/>
                <a:gd name="T4" fmla="*/ 2 w 6"/>
                <a:gd name="T5" fmla="*/ 0 h 6"/>
                <a:gd name="T6" fmla="*/ 5 w 6"/>
                <a:gd name="T7" fmla="*/ 1 h 6"/>
                <a:gd name="T8" fmla="*/ 4 w 6"/>
                <a:gd name="T9" fmla="*/ 5 h 6"/>
              </a:gdLst>
              <a:ahLst/>
              <a:cxnLst>
                <a:cxn ang="0">
                  <a:pos x="T0" y="T1"/>
                </a:cxn>
                <a:cxn ang="0">
                  <a:pos x="T2" y="T3"/>
                </a:cxn>
                <a:cxn ang="0">
                  <a:pos x="T4" y="T5"/>
                </a:cxn>
                <a:cxn ang="0">
                  <a:pos x="T6" y="T7"/>
                </a:cxn>
                <a:cxn ang="0">
                  <a:pos x="T8" y="T9"/>
                </a:cxn>
              </a:cxnLst>
              <a:rect l="0" t="0" r="r" b="b"/>
              <a:pathLst>
                <a:path w="6" h="6">
                  <a:moveTo>
                    <a:pt x="4" y="5"/>
                  </a:moveTo>
                  <a:cubicBezTo>
                    <a:pt x="3" y="6"/>
                    <a:pt x="1" y="5"/>
                    <a:pt x="1" y="4"/>
                  </a:cubicBezTo>
                  <a:cubicBezTo>
                    <a:pt x="0" y="3"/>
                    <a:pt x="1" y="1"/>
                    <a:pt x="2" y="0"/>
                  </a:cubicBezTo>
                  <a:cubicBezTo>
                    <a:pt x="3" y="0"/>
                    <a:pt x="5" y="0"/>
                    <a:pt x="5" y="1"/>
                  </a:cubicBezTo>
                  <a:cubicBezTo>
                    <a:pt x="6" y="3"/>
                    <a:pt x="5" y="4"/>
                    <a:pt x="4" y="5"/>
                  </a:cubicBezTo>
                  <a:close/>
                </a:path>
              </a:pathLst>
            </a:custGeom>
            <a:solidFill>
              <a:srgbClr val="2D2D2C"/>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42" name="Freeform 189"/>
            <p:cNvSpPr/>
            <p:nvPr/>
          </p:nvSpPr>
          <p:spPr bwMode="auto">
            <a:xfrm>
              <a:off x="600075" y="4356100"/>
              <a:ext cx="111125" cy="112713"/>
            </a:xfrm>
            <a:custGeom>
              <a:avLst/>
              <a:gdLst>
                <a:gd name="T0" fmla="*/ 21 w 30"/>
                <a:gd name="T1" fmla="*/ 27 h 30"/>
                <a:gd name="T2" fmla="*/ 3 w 30"/>
                <a:gd name="T3" fmla="*/ 21 h 30"/>
                <a:gd name="T4" fmla="*/ 9 w 30"/>
                <a:gd name="T5" fmla="*/ 3 h 30"/>
                <a:gd name="T6" fmla="*/ 27 w 30"/>
                <a:gd name="T7" fmla="*/ 9 h 30"/>
                <a:gd name="T8" fmla="*/ 21 w 30"/>
                <a:gd name="T9" fmla="*/ 27 h 30"/>
              </a:gdLst>
              <a:ahLst/>
              <a:cxnLst>
                <a:cxn ang="0">
                  <a:pos x="T0" y="T1"/>
                </a:cxn>
                <a:cxn ang="0">
                  <a:pos x="T2" y="T3"/>
                </a:cxn>
                <a:cxn ang="0">
                  <a:pos x="T4" y="T5"/>
                </a:cxn>
                <a:cxn ang="0">
                  <a:pos x="T6" y="T7"/>
                </a:cxn>
                <a:cxn ang="0">
                  <a:pos x="T8" y="T9"/>
                </a:cxn>
              </a:cxnLst>
              <a:rect l="0" t="0" r="r" b="b"/>
              <a:pathLst>
                <a:path w="30" h="30">
                  <a:moveTo>
                    <a:pt x="21" y="27"/>
                  </a:moveTo>
                  <a:cubicBezTo>
                    <a:pt x="15" y="30"/>
                    <a:pt x="7" y="27"/>
                    <a:pt x="3" y="21"/>
                  </a:cubicBezTo>
                  <a:cubicBezTo>
                    <a:pt x="0" y="14"/>
                    <a:pt x="3" y="7"/>
                    <a:pt x="9" y="3"/>
                  </a:cubicBezTo>
                  <a:cubicBezTo>
                    <a:pt x="15" y="0"/>
                    <a:pt x="23" y="3"/>
                    <a:pt x="27" y="9"/>
                  </a:cubicBezTo>
                  <a:cubicBezTo>
                    <a:pt x="30" y="15"/>
                    <a:pt x="27" y="23"/>
                    <a:pt x="21" y="2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43" name="Freeform 190"/>
            <p:cNvSpPr/>
            <p:nvPr/>
          </p:nvSpPr>
          <p:spPr bwMode="auto">
            <a:xfrm>
              <a:off x="663575" y="4403725"/>
              <a:ext cx="22225" cy="23813"/>
            </a:xfrm>
            <a:custGeom>
              <a:avLst/>
              <a:gdLst>
                <a:gd name="T0" fmla="*/ 4 w 6"/>
                <a:gd name="T1" fmla="*/ 5 h 6"/>
                <a:gd name="T2" fmla="*/ 0 w 6"/>
                <a:gd name="T3" fmla="*/ 4 h 6"/>
                <a:gd name="T4" fmla="*/ 2 w 6"/>
                <a:gd name="T5" fmla="*/ 1 h 6"/>
                <a:gd name="T6" fmla="*/ 5 w 6"/>
                <a:gd name="T7" fmla="*/ 2 h 6"/>
                <a:gd name="T8" fmla="*/ 4 w 6"/>
                <a:gd name="T9" fmla="*/ 5 h 6"/>
              </a:gdLst>
              <a:ahLst/>
              <a:cxnLst>
                <a:cxn ang="0">
                  <a:pos x="T0" y="T1"/>
                </a:cxn>
                <a:cxn ang="0">
                  <a:pos x="T2" y="T3"/>
                </a:cxn>
                <a:cxn ang="0">
                  <a:pos x="T4" y="T5"/>
                </a:cxn>
                <a:cxn ang="0">
                  <a:pos x="T6" y="T7"/>
                </a:cxn>
                <a:cxn ang="0">
                  <a:pos x="T8" y="T9"/>
                </a:cxn>
              </a:cxnLst>
              <a:rect l="0" t="0" r="r" b="b"/>
              <a:pathLst>
                <a:path w="6" h="6">
                  <a:moveTo>
                    <a:pt x="4" y="5"/>
                  </a:moveTo>
                  <a:cubicBezTo>
                    <a:pt x="3" y="6"/>
                    <a:pt x="1" y="6"/>
                    <a:pt x="0" y="4"/>
                  </a:cubicBezTo>
                  <a:cubicBezTo>
                    <a:pt x="0" y="3"/>
                    <a:pt x="0" y="2"/>
                    <a:pt x="2" y="1"/>
                  </a:cubicBezTo>
                  <a:cubicBezTo>
                    <a:pt x="3" y="0"/>
                    <a:pt x="4" y="1"/>
                    <a:pt x="5" y="2"/>
                  </a:cubicBezTo>
                  <a:cubicBezTo>
                    <a:pt x="6" y="3"/>
                    <a:pt x="5" y="5"/>
                    <a:pt x="4" y="5"/>
                  </a:cubicBezTo>
                  <a:close/>
                </a:path>
              </a:pathLst>
            </a:custGeom>
            <a:solidFill>
              <a:srgbClr val="2D2D2C"/>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44" name="Freeform 191"/>
            <p:cNvSpPr/>
            <p:nvPr/>
          </p:nvSpPr>
          <p:spPr bwMode="auto">
            <a:xfrm>
              <a:off x="652462" y="4381500"/>
              <a:ext cx="22225" cy="22225"/>
            </a:xfrm>
            <a:custGeom>
              <a:avLst/>
              <a:gdLst>
                <a:gd name="T0" fmla="*/ 4 w 6"/>
                <a:gd name="T1" fmla="*/ 6 h 6"/>
                <a:gd name="T2" fmla="*/ 0 w 6"/>
                <a:gd name="T3" fmla="*/ 4 h 6"/>
                <a:gd name="T4" fmla="*/ 2 w 6"/>
                <a:gd name="T5" fmla="*/ 1 h 6"/>
                <a:gd name="T6" fmla="*/ 5 w 6"/>
                <a:gd name="T7" fmla="*/ 2 h 6"/>
                <a:gd name="T8" fmla="*/ 4 w 6"/>
                <a:gd name="T9" fmla="*/ 6 h 6"/>
              </a:gdLst>
              <a:ahLst/>
              <a:cxnLst>
                <a:cxn ang="0">
                  <a:pos x="T0" y="T1"/>
                </a:cxn>
                <a:cxn ang="0">
                  <a:pos x="T2" y="T3"/>
                </a:cxn>
                <a:cxn ang="0">
                  <a:pos x="T4" y="T5"/>
                </a:cxn>
                <a:cxn ang="0">
                  <a:pos x="T6" y="T7"/>
                </a:cxn>
                <a:cxn ang="0">
                  <a:pos x="T8" y="T9"/>
                </a:cxn>
              </a:cxnLst>
              <a:rect l="0" t="0" r="r" b="b"/>
              <a:pathLst>
                <a:path w="6" h="6">
                  <a:moveTo>
                    <a:pt x="4" y="6"/>
                  </a:moveTo>
                  <a:cubicBezTo>
                    <a:pt x="3" y="6"/>
                    <a:pt x="1" y="6"/>
                    <a:pt x="0" y="4"/>
                  </a:cubicBezTo>
                  <a:cubicBezTo>
                    <a:pt x="0" y="3"/>
                    <a:pt x="0" y="2"/>
                    <a:pt x="2" y="1"/>
                  </a:cubicBezTo>
                  <a:cubicBezTo>
                    <a:pt x="3" y="0"/>
                    <a:pt x="4" y="1"/>
                    <a:pt x="5" y="2"/>
                  </a:cubicBezTo>
                  <a:cubicBezTo>
                    <a:pt x="6" y="3"/>
                    <a:pt x="5" y="5"/>
                    <a:pt x="4" y="6"/>
                  </a:cubicBezTo>
                  <a:close/>
                </a:path>
              </a:pathLst>
            </a:custGeom>
            <a:solidFill>
              <a:srgbClr val="2D2D2C"/>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45" name="Freeform 192"/>
            <p:cNvSpPr/>
            <p:nvPr/>
          </p:nvSpPr>
          <p:spPr bwMode="auto">
            <a:xfrm>
              <a:off x="636587" y="4419600"/>
              <a:ext cx="22225" cy="19050"/>
            </a:xfrm>
            <a:custGeom>
              <a:avLst/>
              <a:gdLst>
                <a:gd name="T0" fmla="*/ 4 w 6"/>
                <a:gd name="T1" fmla="*/ 5 h 5"/>
                <a:gd name="T2" fmla="*/ 1 w 6"/>
                <a:gd name="T3" fmla="*/ 4 h 5"/>
                <a:gd name="T4" fmla="*/ 2 w 6"/>
                <a:gd name="T5" fmla="*/ 0 h 5"/>
                <a:gd name="T6" fmla="*/ 5 w 6"/>
                <a:gd name="T7" fmla="*/ 1 h 5"/>
                <a:gd name="T8" fmla="*/ 4 w 6"/>
                <a:gd name="T9" fmla="*/ 5 h 5"/>
              </a:gdLst>
              <a:ahLst/>
              <a:cxnLst>
                <a:cxn ang="0">
                  <a:pos x="T0" y="T1"/>
                </a:cxn>
                <a:cxn ang="0">
                  <a:pos x="T2" y="T3"/>
                </a:cxn>
                <a:cxn ang="0">
                  <a:pos x="T4" y="T5"/>
                </a:cxn>
                <a:cxn ang="0">
                  <a:pos x="T6" y="T7"/>
                </a:cxn>
                <a:cxn ang="0">
                  <a:pos x="T8" y="T9"/>
                </a:cxn>
              </a:cxnLst>
              <a:rect l="0" t="0" r="r" b="b"/>
              <a:pathLst>
                <a:path w="6" h="5">
                  <a:moveTo>
                    <a:pt x="4" y="5"/>
                  </a:moveTo>
                  <a:cubicBezTo>
                    <a:pt x="3" y="5"/>
                    <a:pt x="2" y="5"/>
                    <a:pt x="1" y="4"/>
                  </a:cubicBezTo>
                  <a:cubicBezTo>
                    <a:pt x="0" y="2"/>
                    <a:pt x="1" y="1"/>
                    <a:pt x="2" y="0"/>
                  </a:cubicBezTo>
                  <a:cubicBezTo>
                    <a:pt x="3" y="0"/>
                    <a:pt x="5" y="0"/>
                    <a:pt x="5" y="1"/>
                  </a:cubicBezTo>
                  <a:cubicBezTo>
                    <a:pt x="6" y="3"/>
                    <a:pt x="6" y="4"/>
                    <a:pt x="4" y="5"/>
                  </a:cubicBezTo>
                  <a:close/>
                </a:path>
              </a:pathLst>
            </a:custGeom>
            <a:solidFill>
              <a:srgbClr val="2D2D2C"/>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46" name="Freeform 193"/>
            <p:cNvSpPr/>
            <p:nvPr/>
          </p:nvSpPr>
          <p:spPr bwMode="auto">
            <a:xfrm>
              <a:off x="625475" y="4397375"/>
              <a:ext cx="22225" cy="22225"/>
            </a:xfrm>
            <a:custGeom>
              <a:avLst/>
              <a:gdLst>
                <a:gd name="T0" fmla="*/ 4 w 6"/>
                <a:gd name="T1" fmla="*/ 5 h 6"/>
                <a:gd name="T2" fmla="*/ 1 w 6"/>
                <a:gd name="T3" fmla="*/ 4 h 6"/>
                <a:gd name="T4" fmla="*/ 2 w 6"/>
                <a:gd name="T5" fmla="*/ 0 h 6"/>
                <a:gd name="T6" fmla="*/ 6 w 6"/>
                <a:gd name="T7" fmla="*/ 1 h 6"/>
                <a:gd name="T8" fmla="*/ 4 w 6"/>
                <a:gd name="T9" fmla="*/ 5 h 6"/>
              </a:gdLst>
              <a:ahLst/>
              <a:cxnLst>
                <a:cxn ang="0">
                  <a:pos x="T0" y="T1"/>
                </a:cxn>
                <a:cxn ang="0">
                  <a:pos x="T2" y="T3"/>
                </a:cxn>
                <a:cxn ang="0">
                  <a:pos x="T4" y="T5"/>
                </a:cxn>
                <a:cxn ang="0">
                  <a:pos x="T6" y="T7"/>
                </a:cxn>
                <a:cxn ang="0">
                  <a:pos x="T8" y="T9"/>
                </a:cxn>
              </a:cxnLst>
              <a:rect l="0" t="0" r="r" b="b"/>
              <a:pathLst>
                <a:path w="6" h="6">
                  <a:moveTo>
                    <a:pt x="4" y="5"/>
                  </a:moveTo>
                  <a:cubicBezTo>
                    <a:pt x="3" y="6"/>
                    <a:pt x="2" y="5"/>
                    <a:pt x="1" y="4"/>
                  </a:cubicBezTo>
                  <a:cubicBezTo>
                    <a:pt x="0" y="3"/>
                    <a:pt x="1" y="1"/>
                    <a:pt x="2" y="0"/>
                  </a:cubicBezTo>
                  <a:cubicBezTo>
                    <a:pt x="3" y="0"/>
                    <a:pt x="5" y="0"/>
                    <a:pt x="6" y="1"/>
                  </a:cubicBezTo>
                  <a:cubicBezTo>
                    <a:pt x="6" y="3"/>
                    <a:pt x="6" y="4"/>
                    <a:pt x="4" y="5"/>
                  </a:cubicBezTo>
                  <a:close/>
                </a:path>
              </a:pathLst>
            </a:custGeom>
            <a:solidFill>
              <a:srgbClr val="2D2D2C"/>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47" name="Freeform 194"/>
            <p:cNvSpPr/>
            <p:nvPr/>
          </p:nvSpPr>
          <p:spPr bwMode="auto">
            <a:xfrm>
              <a:off x="1776412" y="3448050"/>
              <a:ext cx="420688" cy="288925"/>
            </a:xfrm>
            <a:custGeom>
              <a:avLst/>
              <a:gdLst>
                <a:gd name="T0" fmla="*/ 80 w 112"/>
                <a:gd name="T1" fmla="*/ 1 h 77"/>
                <a:gd name="T2" fmla="*/ 112 w 112"/>
                <a:gd name="T3" fmla="*/ 0 h 77"/>
                <a:gd name="T4" fmla="*/ 87 w 112"/>
                <a:gd name="T5" fmla="*/ 11 h 77"/>
                <a:gd name="T6" fmla="*/ 72 w 112"/>
                <a:gd name="T7" fmla="*/ 23 h 77"/>
                <a:gd name="T8" fmla="*/ 45 w 112"/>
                <a:gd name="T9" fmla="*/ 55 h 77"/>
                <a:gd name="T10" fmla="*/ 20 w 112"/>
                <a:gd name="T11" fmla="*/ 77 h 77"/>
                <a:gd name="T12" fmla="*/ 15 w 112"/>
                <a:gd name="T13" fmla="*/ 75 h 77"/>
                <a:gd name="T14" fmla="*/ 1 w 112"/>
                <a:gd name="T15" fmla="*/ 66 h 77"/>
                <a:gd name="T16" fmla="*/ 3 w 112"/>
                <a:gd name="T17" fmla="*/ 59 h 77"/>
                <a:gd name="T18" fmla="*/ 50 w 112"/>
                <a:gd name="T19" fmla="*/ 13 h 77"/>
                <a:gd name="T20" fmla="*/ 80 w 112"/>
                <a:gd name="T21" fmla="*/ 1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2" h="77">
                  <a:moveTo>
                    <a:pt x="80" y="1"/>
                  </a:moveTo>
                  <a:cubicBezTo>
                    <a:pt x="93" y="1"/>
                    <a:pt x="108" y="1"/>
                    <a:pt x="112" y="0"/>
                  </a:cubicBezTo>
                  <a:cubicBezTo>
                    <a:pt x="112" y="0"/>
                    <a:pt x="94" y="6"/>
                    <a:pt x="87" y="11"/>
                  </a:cubicBezTo>
                  <a:cubicBezTo>
                    <a:pt x="81" y="15"/>
                    <a:pt x="72" y="23"/>
                    <a:pt x="72" y="23"/>
                  </a:cubicBezTo>
                  <a:cubicBezTo>
                    <a:pt x="45" y="55"/>
                    <a:pt x="45" y="55"/>
                    <a:pt x="45" y="55"/>
                  </a:cubicBezTo>
                  <a:cubicBezTo>
                    <a:pt x="20" y="77"/>
                    <a:pt x="20" y="77"/>
                    <a:pt x="20" y="77"/>
                  </a:cubicBezTo>
                  <a:cubicBezTo>
                    <a:pt x="20" y="77"/>
                    <a:pt x="16" y="76"/>
                    <a:pt x="15" y="75"/>
                  </a:cubicBezTo>
                  <a:cubicBezTo>
                    <a:pt x="8" y="73"/>
                    <a:pt x="3" y="70"/>
                    <a:pt x="1" y="66"/>
                  </a:cubicBezTo>
                  <a:cubicBezTo>
                    <a:pt x="0" y="63"/>
                    <a:pt x="1" y="61"/>
                    <a:pt x="3" y="59"/>
                  </a:cubicBezTo>
                  <a:cubicBezTo>
                    <a:pt x="50" y="13"/>
                    <a:pt x="50" y="13"/>
                    <a:pt x="50" y="13"/>
                  </a:cubicBezTo>
                  <a:cubicBezTo>
                    <a:pt x="58" y="6"/>
                    <a:pt x="69" y="1"/>
                    <a:pt x="80" y="1"/>
                  </a:cubicBezTo>
                  <a:close/>
                </a:path>
              </a:pathLst>
            </a:custGeom>
            <a:solidFill>
              <a:srgbClr val="DBB58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pic>
        <p:nvPicPr>
          <p:cNvPr id="130" name="图片 12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643649" y="714563"/>
            <a:ext cx="1568698" cy="699598"/>
          </a:xfrm>
          <a:prstGeom prst="rect">
            <a:avLst/>
          </a:prstGeom>
        </p:spPr>
      </p:pic>
    </p:spTree>
  </p:cSld>
  <p:clrMapOvr>
    <a:masterClrMapping/>
  </p:clrMapOvr>
  <p:transition spd="slow">
    <p:push/>
  </p:transition>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14:presetBounceEnd="60000">
                                      <p:stCondLst>
                                        <p:cond delay="0"/>
                                      </p:stCondLst>
                                      <p:childTnLst>
                                        <p:set>
                                          <p:cBhvr>
                                            <p:cTn id="6" dur="1" fill="hold">
                                              <p:stCondLst>
                                                <p:cond delay="0"/>
                                              </p:stCondLst>
                                            </p:cTn>
                                            <p:tgtEl>
                                              <p:spTgt spid="165"/>
                                            </p:tgtEl>
                                            <p:attrNameLst>
                                              <p:attrName>style.visibility</p:attrName>
                                            </p:attrNameLst>
                                          </p:cBhvr>
                                          <p:to>
                                            <p:strVal val="visible"/>
                                          </p:to>
                                        </p:set>
                                        <p:anim calcmode="lin" valueType="num" p14:bounceEnd="60000">
                                          <p:cBhvr additive="base">
                                            <p:cTn id="7" dur="500" fill="hold"/>
                                            <p:tgtEl>
                                              <p:spTgt spid="165"/>
                                            </p:tgtEl>
                                            <p:attrNameLst>
                                              <p:attrName>ppt_x</p:attrName>
                                            </p:attrNameLst>
                                          </p:cBhvr>
                                          <p:tavLst>
                                            <p:tav tm="0">
                                              <p:val>
                                                <p:strVal val="1+#ppt_w/2"/>
                                              </p:val>
                                            </p:tav>
                                            <p:tav tm="100000">
                                              <p:val>
                                                <p:strVal val="#ppt_x"/>
                                              </p:val>
                                            </p:tav>
                                          </p:tavLst>
                                        </p:anim>
                                        <p:anim calcmode="lin" valueType="num" p14:bounceEnd="60000">
                                          <p:cBhvr additive="base">
                                            <p:cTn id="8" dur="500" fill="hold"/>
                                            <p:tgtEl>
                                              <p:spTgt spid="165"/>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14:presetBounceEnd="60000">
                                      <p:stCondLst>
                                        <p:cond delay="600"/>
                                      </p:stCondLst>
                                      <p:childTnLst>
                                        <p:set>
                                          <p:cBhvr>
                                            <p:cTn id="10" dur="1" fill="hold">
                                              <p:stCondLst>
                                                <p:cond delay="0"/>
                                              </p:stCondLst>
                                            </p:cTn>
                                            <p:tgtEl>
                                              <p:spTgt spid="145"/>
                                            </p:tgtEl>
                                            <p:attrNameLst>
                                              <p:attrName>style.visibility</p:attrName>
                                            </p:attrNameLst>
                                          </p:cBhvr>
                                          <p:to>
                                            <p:strVal val="visible"/>
                                          </p:to>
                                        </p:set>
                                        <p:anim calcmode="lin" valueType="num" p14:bounceEnd="60000">
                                          <p:cBhvr additive="base">
                                            <p:cTn id="11" dur="500" fill="hold"/>
                                            <p:tgtEl>
                                              <p:spTgt spid="145"/>
                                            </p:tgtEl>
                                            <p:attrNameLst>
                                              <p:attrName>ppt_x</p:attrName>
                                            </p:attrNameLst>
                                          </p:cBhvr>
                                          <p:tavLst>
                                            <p:tav tm="0">
                                              <p:val>
                                                <p:strVal val="1+#ppt_w/2"/>
                                              </p:val>
                                            </p:tav>
                                            <p:tav tm="100000">
                                              <p:val>
                                                <p:strVal val="#ppt_x"/>
                                              </p:val>
                                            </p:tav>
                                          </p:tavLst>
                                        </p:anim>
                                        <p:anim calcmode="lin" valueType="num" p14:bounceEnd="60000">
                                          <p:cBhvr additive="base">
                                            <p:cTn id="12" dur="500" fill="hold"/>
                                            <p:tgtEl>
                                              <p:spTgt spid="145"/>
                                            </p:tgtEl>
                                            <p:attrNameLst>
                                              <p:attrName>ppt_y</p:attrName>
                                            </p:attrNameLst>
                                          </p:cBhvr>
                                          <p:tavLst>
                                            <p:tav tm="0">
                                              <p:val>
                                                <p:strVal val="#ppt_y"/>
                                              </p:val>
                                            </p:tav>
                                            <p:tav tm="100000">
                                              <p:val>
                                                <p:strVal val="#ppt_y"/>
                                              </p:val>
                                            </p:tav>
                                          </p:tavLst>
                                        </p:anim>
                                      </p:childTnLst>
                                    </p:cTn>
                                  </p:par>
                                  <p:par>
                                    <p:cTn id="13" presetID="53" presetClass="entr" presetSubtype="16" fill="hold" grpId="0" nodeType="withEffect">
                                      <p:stCondLst>
                                        <p:cond delay="1100"/>
                                      </p:stCondLst>
                                      <p:childTnLst>
                                        <p:set>
                                          <p:cBhvr>
                                            <p:cTn id="14" dur="1" fill="hold">
                                              <p:stCondLst>
                                                <p:cond delay="0"/>
                                              </p:stCondLst>
                                            </p:cTn>
                                            <p:tgtEl>
                                              <p:spTgt spid="146"/>
                                            </p:tgtEl>
                                            <p:attrNameLst>
                                              <p:attrName>style.visibility</p:attrName>
                                            </p:attrNameLst>
                                          </p:cBhvr>
                                          <p:to>
                                            <p:strVal val="visible"/>
                                          </p:to>
                                        </p:set>
                                        <p:anim calcmode="lin" valueType="num">
                                          <p:cBhvr>
                                            <p:cTn id="15" dur="300" fill="hold"/>
                                            <p:tgtEl>
                                              <p:spTgt spid="146"/>
                                            </p:tgtEl>
                                            <p:attrNameLst>
                                              <p:attrName>ppt_w</p:attrName>
                                            </p:attrNameLst>
                                          </p:cBhvr>
                                          <p:tavLst>
                                            <p:tav tm="0">
                                              <p:val>
                                                <p:fltVal val="0"/>
                                              </p:val>
                                            </p:tav>
                                            <p:tav tm="100000">
                                              <p:val>
                                                <p:strVal val="#ppt_w"/>
                                              </p:val>
                                            </p:tav>
                                          </p:tavLst>
                                        </p:anim>
                                        <p:anim calcmode="lin" valueType="num">
                                          <p:cBhvr>
                                            <p:cTn id="16" dur="300" fill="hold"/>
                                            <p:tgtEl>
                                              <p:spTgt spid="146"/>
                                            </p:tgtEl>
                                            <p:attrNameLst>
                                              <p:attrName>ppt_h</p:attrName>
                                            </p:attrNameLst>
                                          </p:cBhvr>
                                          <p:tavLst>
                                            <p:tav tm="0">
                                              <p:val>
                                                <p:fltVal val="0"/>
                                              </p:val>
                                            </p:tav>
                                            <p:tav tm="100000">
                                              <p:val>
                                                <p:strVal val="#ppt_h"/>
                                              </p:val>
                                            </p:tav>
                                          </p:tavLst>
                                        </p:anim>
                                        <p:animEffect transition="in" filter="fade">
                                          <p:cBhvr>
                                            <p:cTn id="17" dur="300"/>
                                            <p:tgtEl>
                                              <p:spTgt spid="146"/>
                                            </p:tgtEl>
                                          </p:cBhvr>
                                        </p:animEffect>
                                      </p:childTnLst>
                                    </p:cTn>
                                  </p:par>
                                  <p:par>
                                    <p:cTn id="18" presetID="6" presetClass="emph" presetSubtype="0" autoRev="1" fill="hold" grpId="1" nodeType="withEffect">
                                      <p:stCondLst>
                                        <p:cond delay="1400"/>
                                      </p:stCondLst>
                                      <p:childTnLst>
                                        <p:animScale>
                                          <p:cBhvr>
                                            <p:cTn id="19" dur="150" fill="hold"/>
                                            <p:tgtEl>
                                              <p:spTgt spid="146"/>
                                            </p:tgtEl>
                                          </p:cBhvr>
                                          <p:by x="110000" y="110000"/>
                                        </p:animScale>
                                      </p:childTnLst>
                                    </p:cTn>
                                  </p:par>
                                  <p:par>
                                    <p:cTn id="20" presetID="53" presetClass="entr" presetSubtype="16" fill="hold" grpId="0" nodeType="withEffect">
                                      <p:stCondLst>
                                        <p:cond delay="1400"/>
                                      </p:stCondLst>
                                      <p:childTnLst>
                                        <p:set>
                                          <p:cBhvr>
                                            <p:cTn id="21" dur="1" fill="hold">
                                              <p:stCondLst>
                                                <p:cond delay="0"/>
                                              </p:stCondLst>
                                            </p:cTn>
                                            <p:tgtEl>
                                              <p:spTgt spid="155"/>
                                            </p:tgtEl>
                                            <p:attrNameLst>
                                              <p:attrName>style.visibility</p:attrName>
                                            </p:attrNameLst>
                                          </p:cBhvr>
                                          <p:to>
                                            <p:strVal val="visible"/>
                                          </p:to>
                                        </p:set>
                                        <p:anim calcmode="lin" valueType="num">
                                          <p:cBhvr>
                                            <p:cTn id="22" dur="300" fill="hold"/>
                                            <p:tgtEl>
                                              <p:spTgt spid="155"/>
                                            </p:tgtEl>
                                            <p:attrNameLst>
                                              <p:attrName>ppt_w</p:attrName>
                                            </p:attrNameLst>
                                          </p:cBhvr>
                                          <p:tavLst>
                                            <p:tav tm="0">
                                              <p:val>
                                                <p:fltVal val="0"/>
                                              </p:val>
                                            </p:tav>
                                            <p:tav tm="100000">
                                              <p:val>
                                                <p:strVal val="#ppt_w"/>
                                              </p:val>
                                            </p:tav>
                                          </p:tavLst>
                                        </p:anim>
                                        <p:anim calcmode="lin" valueType="num">
                                          <p:cBhvr>
                                            <p:cTn id="23" dur="300" fill="hold"/>
                                            <p:tgtEl>
                                              <p:spTgt spid="155"/>
                                            </p:tgtEl>
                                            <p:attrNameLst>
                                              <p:attrName>ppt_h</p:attrName>
                                            </p:attrNameLst>
                                          </p:cBhvr>
                                          <p:tavLst>
                                            <p:tav tm="0">
                                              <p:val>
                                                <p:fltVal val="0"/>
                                              </p:val>
                                            </p:tav>
                                            <p:tav tm="100000">
                                              <p:val>
                                                <p:strVal val="#ppt_h"/>
                                              </p:val>
                                            </p:tav>
                                          </p:tavLst>
                                        </p:anim>
                                        <p:animEffect transition="in" filter="fade">
                                          <p:cBhvr>
                                            <p:cTn id="24" dur="300"/>
                                            <p:tgtEl>
                                              <p:spTgt spid="155"/>
                                            </p:tgtEl>
                                          </p:cBhvr>
                                        </p:animEffect>
                                      </p:childTnLst>
                                    </p:cTn>
                                  </p:par>
                                  <p:par>
                                    <p:cTn id="25" presetID="6" presetClass="emph" presetSubtype="0" autoRev="1" fill="hold" grpId="1" nodeType="withEffect">
                                      <p:stCondLst>
                                        <p:cond delay="1700"/>
                                      </p:stCondLst>
                                      <p:childTnLst>
                                        <p:animScale>
                                          <p:cBhvr>
                                            <p:cTn id="26" dur="150" fill="hold"/>
                                            <p:tgtEl>
                                              <p:spTgt spid="155"/>
                                            </p:tgtEl>
                                          </p:cBhvr>
                                          <p:by x="110000" y="110000"/>
                                        </p:animScale>
                                      </p:childTnLst>
                                    </p:cTn>
                                  </p:par>
                                  <p:par>
                                    <p:cTn id="27" presetID="2" presetClass="entr" presetSubtype="2" fill="hold" grpId="0" nodeType="withEffect" p14:presetBounceEnd="60000">
                                      <p:stCondLst>
                                        <p:cond delay="1700"/>
                                      </p:stCondLst>
                                      <p:childTnLst>
                                        <p:set>
                                          <p:cBhvr>
                                            <p:cTn id="28" dur="1" fill="hold">
                                              <p:stCondLst>
                                                <p:cond delay="0"/>
                                              </p:stCondLst>
                                            </p:cTn>
                                            <p:tgtEl>
                                              <p:spTgt spid="163"/>
                                            </p:tgtEl>
                                            <p:attrNameLst>
                                              <p:attrName>style.visibility</p:attrName>
                                            </p:attrNameLst>
                                          </p:cBhvr>
                                          <p:to>
                                            <p:strVal val="visible"/>
                                          </p:to>
                                        </p:set>
                                        <p:anim calcmode="lin" valueType="num" p14:bounceEnd="60000">
                                          <p:cBhvr additive="base">
                                            <p:cTn id="29" dur="500" fill="hold"/>
                                            <p:tgtEl>
                                              <p:spTgt spid="163"/>
                                            </p:tgtEl>
                                            <p:attrNameLst>
                                              <p:attrName>ppt_x</p:attrName>
                                            </p:attrNameLst>
                                          </p:cBhvr>
                                          <p:tavLst>
                                            <p:tav tm="0">
                                              <p:val>
                                                <p:strVal val="1+#ppt_w/2"/>
                                              </p:val>
                                            </p:tav>
                                            <p:tav tm="100000">
                                              <p:val>
                                                <p:strVal val="#ppt_x"/>
                                              </p:val>
                                            </p:tav>
                                          </p:tavLst>
                                        </p:anim>
                                        <p:anim calcmode="lin" valueType="num" p14:bounceEnd="60000">
                                          <p:cBhvr additive="base">
                                            <p:cTn id="30" dur="500" fill="hold"/>
                                            <p:tgtEl>
                                              <p:spTgt spid="163"/>
                                            </p:tgtEl>
                                            <p:attrNameLst>
                                              <p:attrName>ppt_y</p:attrName>
                                            </p:attrNameLst>
                                          </p:cBhvr>
                                          <p:tavLst>
                                            <p:tav tm="0">
                                              <p:val>
                                                <p:strVal val="#ppt_y"/>
                                              </p:val>
                                            </p:tav>
                                            <p:tav tm="100000">
                                              <p:val>
                                                <p:strVal val="#ppt_y"/>
                                              </p:val>
                                            </p:tav>
                                          </p:tavLst>
                                        </p:anim>
                                      </p:childTnLst>
                                    </p:cTn>
                                  </p:par>
                                  <p:par>
                                    <p:cTn id="31" presetID="55" presetClass="entr" presetSubtype="0" fill="hold" grpId="0" nodeType="withEffect">
                                      <p:stCondLst>
                                        <p:cond delay="2000"/>
                                      </p:stCondLst>
                                      <p:childTnLst>
                                        <p:set>
                                          <p:cBhvr>
                                            <p:cTn id="32" dur="1" fill="hold">
                                              <p:stCondLst>
                                                <p:cond delay="0"/>
                                              </p:stCondLst>
                                            </p:cTn>
                                            <p:tgtEl>
                                              <p:spTgt spid="164"/>
                                            </p:tgtEl>
                                            <p:attrNameLst>
                                              <p:attrName>style.visibility</p:attrName>
                                            </p:attrNameLst>
                                          </p:cBhvr>
                                          <p:to>
                                            <p:strVal val="visible"/>
                                          </p:to>
                                        </p:set>
                                        <p:anim calcmode="lin" valueType="num">
                                          <p:cBhvr>
                                            <p:cTn id="33" dur="250" fill="hold"/>
                                            <p:tgtEl>
                                              <p:spTgt spid="164"/>
                                            </p:tgtEl>
                                            <p:attrNameLst>
                                              <p:attrName>ppt_w</p:attrName>
                                            </p:attrNameLst>
                                          </p:cBhvr>
                                          <p:tavLst>
                                            <p:tav tm="0">
                                              <p:val>
                                                <p:strVal val="#ppt_w*0.70"/>
                                              </p:val>
                                            </p:tav>
                                            <p:tav tm="100000">
                                              <p:val>
                                                <p:strVal val="#ppt_w"/>
                                              </p:val>
                                            </p:tav>
                                          </p:tavLst>
                                        </p:anim>
                                        <p:anim calcmode="lin" valueType="num">
                                          <p:cBhvr>
                                            <p:cTn id="34" dur="250" fill="hold"/>
                                            <p:tgtEl>
                                              <p:spTgt spid="164"/>
                                            </p:tgtEl>
                                            <p:attrNameLst>
                                              <p:attrName>ppt_h</p:attrName>
                                            </p:attrNameLst>
                                          </p:cBhvr>
                                          <p:tavLst>
                                            <p:tav tm="0">
                                              <p:val>
                                                <p:strVal val="#ppt_h"/>
                                              </p:val>
                                            </p:tav>
                                            <p:tav tm="100000">
                                              <p:val>
                                                <p:strVal val="#ppt_h"/>
                                              </p:val>
                                            </p:tav>
                                          </p:tavLst>
                                        </p:anim>
                                        <p:animEffect transition="in" filter="fade">
                                          <p:cBhvr>
                                            <p:cTn id="35" dur="250"/>
                                            <p:tgtEl>
                                              <p:spTgt spid="164"/>
                                            </p:tgtEl>
                                          </p:cBhvr>
                                        </p:animEffect>
                                      </p:childTnLst>
                                    </p:cTn>
                                  </p:par>
                                  <p:par>
                                    <p:cTn id="36" presetID="2" presetClass="entr" presetSubtype="2" fill="hold" grpId="0" nodeType="withEffect" p14:presetBounceEnd="60000">
                                      <p:stCondLst>
                                        <p:cond delay="2000"/>
                                      </p:stCondLst>
                                      <p:childTnLst>
                                        <p:set>
                                          <p:cBhvr>
                                            <p:cTn id="37" dur="1" fill="hold">
                                              <p:stCondLst>
                                                <p:cond delay="0"/>
                                              </p:stCondLst>
                                            </p:cTn>
                                            <p:tgtEl>
                                              <p:spTgt spid="147"/>
                                            </p:tgtEl>
                                            <p:attrNameLst>
                                              <p:attrName>style.visibility</p:attrName>
                                            </p:attrNameLst>
                                          </p:cBhvr>
                                          <p:to>
                                            <p:strVal val="visible"/>
                                          </p:to>
                                        </p:set>
                                        <p:anim calcmode="lin" valueType="num" p14:bounceEnd="60000">
                                          <p:cBhvr additive="base">
                                            <p:cTn id="38" dur="500" fill="hold"/>
                                            <p:tgtEl>
                                              <p:spTgt spid="147"/>
                                            </p:tgtEl>
                                            <p:attrNameLst>
                                              <p:attrName>ppt_x</p:attrName>
                                            </p:attrNameLst>
                                          </p:cBhvr>
                                          <p:tavLst>
                                            <p:tav tm="0">
                                              <p:val>
                                                <p:strVal val="1+#ppt_w/2"/>
                                              </p:val>
                                            </p:tav>
                                            <p:tav tm="100000">
                                              <p:val>
                                                <p:strVal val="#ppt_x"/>
                                              </p:val>
                                            </p:tav>
                                          </p:tavLst>
                                        </p:anim>
                                        <p:anim calcmode="lin" valueType="num" p14:bounceEnd="60000">
                                          <p:cBhvr additive="base">
                                            <p:cTn id="39" dur="500" fill="hold"/>
                                            <p:tgtEl>
                                              <p:spTgt spid="147"/>
                                            </p:tgtEl>
                                            <p:attrNameLst>
                                              <p:attrName>ppt_y</p:attrName>
                                            </p:attrNameLst>
                                          </p:cBhvr>
                                          <p:tavLst>
                                            <p:tav tm="0">
                                              <p:val>
                                                <p:strVal val="#ppt_y"/>
                                              </p:val>
                                            </p:tav>
                                            <p:tav tm="100000">
                                              <p:val>
                                                <p:strVal val="#ppt_y"/>
                                              </p:val>
                                            </p:tav>
                                          </p:tavLst>
                                        </p:anim>
                                      </p:childTnLst>
                                    </p:cTn>
                                  </p:par>
                                  <p:par>
                                    <p:cTn id="40" presetID="53" presetClass="entr" presetSubtype="16" fill="hold" grpId="0" nodeType="withEffect">
                                      <p:stCondLst>
                                        <p:cond delay="2500"/>
                                      </p:stCondLst>
                                      <p:childTnLst>
                                        <p:set>
                                          <p:cBhvr>
                                            <p:cTn id="41" dur="1" fill="hold">
                                              <p:stCondLst>
                                                <p:cond delay="0"/>
                                              </p:stCondLst>
                                            </p:cTn>
                                            <p:tgtEl>
                                              <p:spTgt spid="148"/>
                                            </p:tgtEl>
                                            <p:attrNameLst>
                                              <p:attrName>style.visibility</p:attrName>
                                            </p:attrNameLst>
                                          </p:cBhvr>
                                          <p:to>
                                            <p:strVal val="visible"/>
                                          </p:to>
                                        </p:set>
                                        <p:anim calcmode="lin" valueType="num">
                                          <p:cBhvr>
                                            <p:cTn id="42" dur="300" fill="hold"/>
                                            <p:tgtEl>
                                              <p:spTgt spid="148"/>
                                            </p:tgtEl>
                                            <p:attrNameLst>
                                              <p:attrName>ppt_w</p:attrName>
                                            </p:attrNameLst>
                                          </p:cBhvr>
                                          <p:tavLst>
                                            <p:tav tm="0">
                                              <p:val>
                                                <p:fltVal val="0"/>
                                              </p:val>
                                            </p:tav>
                                            <p:tav tm="100000">
                                              <p:val>
                                                <p:strVal val="#ppt_w"/>
                                              </p:val>
                                            </p:tav>
                                          </p:tavLst>
                                        </p:anim>
                                        <p:anim calcmode="lin" valueType="num">
                                          <p:cBhvr>
                                            <p:cTn id="43" dur="300" fill="hold"/>
                                            <p:tgtEl>
                                              <p:spTgt spid="148"/>
                                            </p:tgtEl>
                                            <p:attrNameLst>
                                              <p:attrName>ppt_h</p:attrName>
                                            </p:attrNameLst>
                                          </p:cBhvr>
                                          <p:tavLst>
                                            <p:tav tm="0">
                                              <p:val>
                                                <p:fltVal val="0"/>
                                              </p:val>
                                            </p:tav>
                                            <p:tav tm="100000">
                                              <p:val>
                                                <p:strVal val="#ppt_h"/>
                                              </p:val>
                                            </p:tav>
                                          </p:tavLst>
                                        </p:anim>
                                        <p:animEffect transition="in" filter="fade">
                                          <p:cBhvr>
                                            <p:cTn id="44" dur="300"/>
                                            <p:tgtEl>
                                              <p:spTgt spid="148"/>
                                            </p:tgtEl>
                                          </p:cBhvr>
                                        </p:animEffect>
                                      </p:childTnLst>
                                    </p:cTn>
                                  </p:par>
                                  <p:par>
                                    <p:cTn id="45" presetID="6" presetClass="emph" presetSubtype="0" autoRev="1" fill="hold" grpId="1" nodeType="withEffect">
                                      <p:stCondLst>
                                        <p:cond delay="2800"/>
                                      </p:stCondLst>
                                      <p:childTnLst>
                                        <p:animScale>
                                          <p:cBhvr>
                                            <p:cTn id="46" dur="150" fill="hold"/>
                                            <p:tgtEl>
                                              <p:spTgt spid="148"/>
                                            </p:tgtEl>
                                          </p:cBhvr>
                                          <p:by x="110000" y="110000"/>
                                        </p:animScale>
                                      </p:childTnLst>
                                    </p:cTn>
                                  </p:par>
                                  <p:par>
                                    <p:cTn id="47" presetID="53" presetClass="entr" presetSubtype="16" fill="hold" grpId="0" nodeType="withEffect">
                                      <p:stCondLst>
                                        <p:cond delay="2800"/>
                                      </p:stCondLst>
                                      <p:childTnLst>
                                        <p:set>
                                          <p:cBhvr>
                                            <p:cTn id="48" dur="1" fill="hold">
                                              <p:stCondLst>
                                                <p:cond delay="0"/>
                                              </p:stCondLst>
                                            </p:cTn>
                                            <p:tgtEl>
                                              <p:spTgt spid="154"/>
                                            </p:tgtEl>
                                            <p:attrNameLst>
                                              <p:attrName>style.visibility</p:attrName>
                                            </p:attrNameLst>
                                          </p:cBhvr>
                                          <p:to>
                                            <p:strVal val="visible"/>
                                          </p:to>
                                        </p:set>
                                        <p:anim calcmode="lin" valueType="num">
                                          <p:cBhvr>
                                            <p:cTn id="49" dur="300" fill="hold"/>
                                            <p:tgtEl>
                                              <p:spTgt spid="154"/>
                                            </p:tgtEl>
                                            <p:attrNameLst>
                                              <p:attrName>ppt_w</p:attrName>
                                            </p:attrNameLst>
                                          </p:cBhvr>
                                          <p:tavLst>
                                            <p:tav tm="0">
                                              <p:val>
                                                <p:fltVal val="0"/>
                                              </p:val>
                                            </p:tav>
                                            <p:tav tm="100000">
                                              <p:val>
                                                <p:strVal val="#ppt_w"/>
                                              </p:val>
                                            </p:tav>
                                          </p:tavLst>
                                        </p:anim>
                                        <p:anim calcmode="lin" valueType="num">
                                          <p:cBhvr>
                                            <p:cTn id="50" dur="300" fill="hold"/>
                                            <p:tgtEl>
                                              <p:spTgt spid="154"/>
                                            </p:tgtEl>
                                            <p:attrNameLst>
                                              <p:attrName>ppt_h</p:attrName>
                                            </p:attrNameLst>
                                          </p:cBhvr>
                                          <p:tavLst>
                                            <p:tav tm="0">
                                              <p:val>
                                                <p:fltVal val="0"/>
                                              </p:val>
                                            </p:tav>
                                            <p:tav tm="100000">
                                              <p:val>
                                                <p:strVal val="#ppt_h"/>
                                              </p:val>
                                            </p:tav>
                                          </p:tavLst>
                                        </p:anim>
                                        <p:animEffect transition="in" filter="fade">
                                          <p:cBhvr>
                                            <p:cTn id="51" dur="300"/>
                                            <p:tgtEl>
                                              <p:spTgt spid="154"/>
                                            </p:tgtEl>
                                          </p:cBhvr>
                                        </p:animEffect>
                                      </p:childTnLst>
                                    </p:cTn>
                                  </p:par>
                                  <p:par>
                                    <p:cTn id="52" presetID="6" presetClass="emph" presetSubtype="0" autoRev="1" fill="hold" grpId="1" nodeType="withEffect">
                                      <p:stCondLst>
                                        <p:cond delay="3100"/>
                                      </p:stCondLst>
                                      <p:childTnLst>
                                        <p:animScale>
                                          <p:cBhvr>
                                            <p:cTn id="53" dur="150" fill="hold"/>
                                            <p:tgtEl>
                                              <p:spTgt spid="154"/>
                                            </p:tgtEl>
                                          </p:cBhvr>
                                          <p:by x="110000" y="110000"/>
                                        </p:animScale>
                                      </p:childTnLst>
                                    </p:cTn>
                                  </p:par>
                                  <p:par>
                                    <p:cTn id="54" presetID="2" presetClass="entr" presetSubtype="2" fill="hold" grpId="0" nodeType="withEffect" p14:presetBounceEnd="60000">
                                      <p:stCondLst>
                                        <p:cond delay="3100"/>
                                      </p:stCondLst>
                                      <p:childTnLst>
                                        <p:set>
                                          <p:cBhvr>
                                            <p:cTn id="55" dur="1" fill="hold">
                                              <p:stCondLst>
                                                <p:cond delay="0"/>
                                              </p:stCondLst>
                                            </p:cTn>
                                            <p:tgtEl>
                                              <p:spTgt spid="157"/>
                                            </p:tgtEl>
                                            <p:attrNameLst>
                                              <p:attrName>style.visibility</p:attrName>
                                            </p:attrNameLst>
                                          </p:cBhvr>
                                          <p:to>
                                            <p:strVal val="visible"/>
                                          </p:to>
                                        </p:set>
                                        <p:anim calcmode="lin" valueType="num" p14:bounceEnd="60000">
                                          <p:cBhvr additive="base">
                                            <p:cTn id="56" dur="500" fill="hold"/>
                                            <p:tgtEl>
                                              <p:spTgt spid="157"/>
                                            </p:tgtEl>
                                            <p:attrNameLst>
                                              <p:attrName>ppt_x</p:attrName>
                                            </p:attrNameLst>
                                          </p:cBhvr>
                                          <p:tavLst>
                                            <p:tav tm="0">
                                              <p:val>
                                                <p:strVal val="1+#ppt_w/2"/>
                                              </p:val>
                                            </p:tav>
                                            <p:tav tm="100000">
                                              <p:val>
                                                <p:strVal val="#ppt_x"/>
                                              </p:val>
                                            </p:tav>
                                          </p:tavLst>
                                        </p:anim>
                                        <p:anim calcmode="lin" valueType="num" p14:bounceEnd="60000">
                                          <p:cBhvr additive="base">
                                            <p:cTn id="57" dur="500" fill="hold"/>
                                            <p:tgtEl>
                                              <p:spTgt spid="157"/>
                                            </p:tgtEl>
                                            <p:attrNameLst>
                                              <p:attrName>ppt_y</p:attrName>
                                            </p:attrNameLst>
                                          </p:cBhvr>
                                          <p:tavLst>
                                            <p:tav tm="0">
                                              <p:val>
                                                <p:strVal val="#ppt_y"/>
                                              </p:val>
                                            </p:tav>
                                            <p:tav tm="100000">
                                              <p:val>
                                                <p:strVal val="#ppt_y"/>
                                              </p:val>
                                            </p:tav>
                                          </p:tavLst>
                                        </p:anim>
                                      </p:childTnLst>
                                    </p:cTn>
                                  </p:par>
                                  <p:par>
                                    <p:cTn id="58" presetID="55" presetClass="entr" presetSubtype="0" fill="hold" grpId="0" nodeType="withEffect">
                                      <p:stCondLst>
                                        <p:cond delay="3400"/>
                                      </p:stCondLst>
                                      <p:childTnLst>
                                        <p:set>
                                          <p:cBhvr>
                                            <p:cTn id="59" dur="1" fill="hold">
                                              <p:stCondLst>
                                                <p:cond delay="0"/>
                                              </p:stCondLst>
                                            </p:cTn>
                                            <p:tgtEl>
                                              <p:spTgt spid="158"/>
                                            </p:tgtEl>
                                            <p:attrNameLst>
                                              <p:attrName>style.visibility</p:attrName>
                                            </p:attrNameLst>
                                          </p:cBhvr>
                                          <p:to>
                                            <p:strVal val="visible"/>
                                          </p:to>
                                        </p:set>
                                        <p:anim calcmode="lin" valueType="num">
                                          <p:cBhvr>
                                            <p:cTn id="60" dur="250" fill="hold"/>
                                            <p:tgtEl>
                                              <p:spTgt spid="158"/>
                                            </p:tgtEl>
                                            <p:attrNameLst>
                                              <p:attrName>ppt_w</p:attrName>
                                            </p:attrNameLst>
                                          </p:cBhvr>
                                          <p:tavLst>
                                            <p:tav tm="0">
                                              <p:val>
                                                <p:strVal val="#ppt_w*0.70"/>
                                              </p:val>
                                            </p:tav>
                                            <p:tav tm="100000">
                                              <p:val>
                                                <p:strVal val="#ppt_w"/>
                                              </p:val>
                                            </p:tav>
                                          </p:tavLst>
                                        </p:anim>
                                        <p:anim calcmode="lin" valueType="num">
                                          <p:cBhvr>
                                            <p:cTn id="61" dur="250" fill="hold"/>
                                            <p:tgtEl>
                                              <p:spTgt spid="158"/>
                                            </p:tgtEl>
                                            <p:attrNameLst>
                                              <p:attrName>ppt_h</p:attrName>
                                            </p:attrNameLst>
                                          </p:cBhvr>
                                          <p:tavLst>
                                            <p:tav tm="0">
                                              <p:val>
                                                <p:strVal val="#ppt_h"/>
                                              </p:val>
                                            </p:tav>
                                            <p:tav tm="100000">
                                              <p:val>
                                                <p:strVal val="#ppt_h"/>
                                              </p:val>
                                            </p:tav>
                                          </p:tavLst>
                                        </p:anim>
                                        <p:animEffect transition="in" filter="fade">
                                          <p:cBhvr>
                                            <p:cTn id="62" dur="250"/>
                                            <p:tgtEl>
                                              <p:spTgt spid="158"/>
                                            </p:tgtEl>
                                          </p:cBhvr>
                                        </p:animEffect>
                                      </p:childTnLst>
                                    </p:cTn>
                                  </p:par>
                                  <p:par>
                                    <p:cTn id="63" presetID="2" presetClass="entr" presetSubtype="2" fill="hold" grpId="0" nodeType="withEffect" p14:presetBounceEnd="60000">
                                      <p:stCondLst>
                                        <p:cond delay="3400"/>
                                      </p:stCondLst>
                                      <p:childTnLst>
                                        <p:set>
                                          <p:cBhvr>
                                            <p:cTn id="64" dur="1" fill="hold">
                                              <p:stCondLst>
                                                <p:cond delay="0"/>
                                              </p:stCondLst>
                                            </p:cTn>
                                            <p:tgtEl>
                                              <p:spTgt spid="149"/>
                                            </p:tgtEl>
                                            <p:attrNameLst>
                                              <p:attrName>style.visibility</p:attrName>
                                            </p:attrNameLst>
                                          </p:cBhvr>
                                          <p:to>
                                            <p:strVal val="visible"/>
                                          </p:to>
                                        </p:set>
                                        <p:anim calcmode="lin" valueType="num" p14:bounceEnd="60000">
                                          <p:cBhvr additive="base">
                                            <p:cTn id="65" dur="500" fill="hold"/>
                                            <p:tgtEl>
                                              <p:spTgt spid="149"/>
                                            </p:tgtEl>
                                            <p:attrNameLst>
                                              <p:attrName>ppt_x</p:attrName>
                                            </p:attrNameLst>
                                          </p:cBhvr>
                                          <p:tavLst>
                                            <p:tav tm="0">
                                              <p:val>
                                                <p:strVal val="1+#ppt_w/2"/>
                                              </p:val>
                                            </p:tav>
                                            <p:tav tm="100000">
                                              <p:val>
                                                <p:strVal val="#ppt_x"/>
                                              </p:val>
                                            </p:tav>
                                          </p:tavLst>
                                        </p:anim>
                                        <p:anim calcmode="lin" valueType="num" p14:bounceEnd="60000">
                                          <p:cBhvr additive="base">
                                            <p:cTn id="66" dur="500" fill="hold"/>
                                            <p:tgtEl>
                                              <p:spTgt spid="149"/>
                                            </p:tgtEl>
                                            <p:attrNameLst>
                                              <p:attrName>ppt_y</p:attrName>
                                            </p:attrNameLst>
                                          </p:cBhvr>
                                          <p:tavLst>
                                            <p:tav tm="0">
                                              <p:val>
                                                <p:strVal val="#ppt_y"/>
                                              </p:val>
                                            </p:tav>
                                            <p:tav tm="100000">
                                              <p:val>
                                                <p:strVal val="#ppt_y"/>
                                              </p:val>
                                            </p:tav>
                                          </p:tavLst>
                                        </p:anim>
                                      </p:childTnLst>
                                    </p:cTn>
                                  </p:par>
                                  <p:par>
                                    <p:cTn id="67" presetID="53" presetClass="entr" presetSubtype="16" fill="hold" grpId="0" nodeType="withEffect">
                                      <p:stCondLst>
                                        <p:cond delay="3900"/>
                                      </p:stCondLst>
                                      <p:childTnLst>
                                        <p:set>
                                          <p:cBhvr>
                                            <p:cTn id="68" dur="1" fill="hold">
                                              <p:stCondLst>
                                                <p:cond delay="0"/>
                                              </p:stCondLst>
                                            </p:cTn>
                                            <p:tgtEl>
                                              <p:spTgt spid="150"/>
                                            </p:tgtEl>
                                            <p:attrNameLst>
                                              <p:attrName>style.visibility</p:attrName>
                                            </p:attrNameLst>
                                          </p:cBhvr>
                                          <p:to>
                                            <p:strVal val="visible"/>
                                          </p:to>
                                        </p:set>
                                        <p:anim calcmode="lin" valueType="num">
                                          <p:cBhvr>
                                            <p:cTn id="69" dur="300" fill="hold"/>
                                            <p:tgtEl>
                                              <p:spTgt spid="150"/>
                                            </p:tgtEl>
                                            <p:attrNameLst>
                                              <p:attrName>ppt_w</p:attrName>
                                            </p:attrNameLst>
                                          </p:cBhvr>
                                          <p:tavLst>
                                            <p:tav tm="0">
                                              <p:val>
                                                <p:fltVal val="0"/>
                                              </p:val>
                                            </p:tav>
                                            <p:tav tm="100000">
                                              <p:val>
                                                <p:strVal val="#ppt_w"/>
                                              </p:val>
                                            </p:tav>
                                          </p:tavLst>
                                        </p:anim>
                                        <p:anim calcmode="lin" valueType="num">
                                          <p:cBhvr>
                                            <p:cTn id="70" dur="300" fill="hold"/>
                                            <p:tgtEl>
                                              <p:spTgt spid="150"/>
                                            </p:tgtEl>
                                            <p:attrNameLst>
                                              <p:attrName>ppt_h</p:attrName>
                                            </p:attrNameLst>
                                          </p:cBhvr>
                                          <p:tavLst>
                                            <p:tav tm="0">
                                              <p:val>
                                                <p:fltVal val="0"/>
                                              </p:val>
                                            </p:tav>
                                            <p:tav tm="100000">
                                              <p:val>
                                                <p:strVal val="#ppt_h"/>
                                              </p:val>
                                            </p:tav>
                                          </p:tavLst>
                                        </p:anim>
                                        <p:animEffect transition="in" filter="fade">
                                          <p:cBhvr>
                                            <p:cTn id="71" dur="300"/>
                                            <p:tgtEl>
                                              <p:spTgt spid="150"/>
                                            </p:tgtEl>
                                          </p:cBhvr>
                                        </p:animEffect>
                                      </p:childTnLst>
                                    </p:cTn>
                                  </p:par>
                                  <p:par>
                                    <p:cTn id="72" presetID="6" presetClass="emph" presetSubtype="0" autoRev="1" fill="hold" grpId="1" nodeType="withEffect">
                                      <p:stCondLst>
                                        <p:cond delay="4200"/>
                                      </p:stCondLst>
                                      <p:childTnLst>
                                        <p:animScale>
                                          <p:cBhvr>
                                            <p:cTn id="73" dur="150" fill="hold"/>
                                            <p:tgtEl>
                                              <p:spTgt spid="150"/>
                                            </p:tgtEl>
                                          </p:cBhvr>
                                          <p:by x="110000" y="110000"/>
                                        </p:animScale>
                                      </p:childTnLst>
                                    </p:cTn>
                                  </p:par>
                                  <p:par>
                                    <p:cTn id="74" presetID="53" presetClass="entr" presetSubtype="16" fill="hold" grpId="0" nodeType="withEffect">
                                      <p:stCondLst>
                                        <p:cond delay="4200"/>
                                      </p:stCondLst>
                                      <p:childTnLst>
                                        <p:set>
                                          <p:cBhvr>
                                            <p:cTn id="75" dur="1" fill="hold">
                                              <p:stCondLst>
                                                <p:cond delay="0"/>
                                              </p:stCondLst>
                                            </p:cTn>
                                            <p:tgtEl>
                                              <p:spTgt spid="153"/>
                                            </p:tgtEl>
                                            <p:attrNameLst>
                                              <p:attrName>style.visibility</p:attrName>
                                            </p:attrNameLst>
                                          </p:cBhvr>
                                          <p:to>
                                            <p:strVal val="visible"/>
                                          </p:to>
                                        </p:set>
                                        <p:anim calcmode="lin" valueType="num">
                                          <p:cBhvr>
                                            <p:cTn id="76" dur="300" fill="hold"/>
                                            <p:tgtEl>
                                              <p:spTgt spid="153"/>
                                            </p:tgtEl>
                                            <p:attrNameLst>
                                              <p:attrName>ppt_w</p:attrName>
                                            </p:attrNameLst>
                                          </p:cBhvr>
                                          <p:tavLst>
                                            <p:tav tm="0">
                                              <p:val>
                                                <p:fltVal val="0"/>
                                              </p:val>
                                            </p:tav>
                                            <p:tav tm="100000">
                                              <p:val>
                                                <p:strVal val="#ppt_w"/>
                                              </p:val>
                                            </p:tav>
                                          </p:tavLst>
                                        </p:anim>
                                        <p:anim calcmode="lin" valueType="num">
                                          <p:cBhvr>
                                            <p:cTn id="77" dur="300" fill="hold"/>
                                            <p:tgtEl>
                                              <p:spTgt spid="153"/>
                                            </p:tgtEl>
                                            <p:attrNameLst>
                                              <p:attrName>ppt_h</p:attrName>
                                            </p:attrNameLst>
                                          </p:cBhvr>
                                          <p:tavLst>
                                            <p:tav tm="0">
                                              <p:val>
                                                <p:fltVal val="0"/>
                                              </p:val>
                                            </p:tav>
                                            <p:tav tm="100000">
                                              <p:val>
                                                <p:strVal val="#ppt_h"/>
                                              </p:val>
                                            </p:tav>
                                          </p:tavLst>
                                        </p:anim>
                                        <p:animEffect transition="in" filter="fade">
                                          <p:cBhvr>
                                            <p:cTn id="78" dur="300"/>
                                            <p:tgtEl>
                                              <p:spTgt spid="153"/>
                                            </p:tgtEl>
                                          </p:cBhvr>
                                        </p:animEffect>
                                      </p:childTnLst>
                                    </p:cTn>
                                  </p:par>
                                  <p:par>
                                    <p:cTn id="79" presetID="6" presetClass="emph" presetSubtype="0" autoRev="1" fill="hold" grpId="1" nodeType="withEffect">
                                      <p:stCondLst>
                                        <p:cond delay="4500"/>
                                      </p:stCondLst>
                                      <p:childTnLst>
                                        <p:animScale>
                                          <p:cBhvr>
                                            <p:cTn id="80" dur="150" fill="hold"/>
                                            <p:tgtEl>
                                              <p:spTgt spid="153"/>
                                            </p:tgtEl>
                                          </p:cBhvr>
                                          <p:by x="110000" y="110000"/>
                                        </p:animScale>
                                      </p:childTnLst>
                                    </p:cTn>
                                  </p:par>
                                  <p:par>
                                    <p:cTn id="81" presetID="2" presetClass="entr" presetSubtype="2" fill="hold" grpId="0" nodeType="withEffect" p14:presetBounceEnd="60000">
                                      <p:stCondLst>
                                        <p:cond delay="4500"/>
                                      </p:stCondLst>
                                      <p:childTnLst>
                                        <p:set>
                                          <p:cBhvr>
                                            <p:cTn id="82" dur="1" fill="hold">
                                              <p:stCondLst>
                                                <p:cond delay="0"/>
                                              </p:stCondLst>
                                            </p:cTn>
                                            <p:tgtEl>
                                              <p:spTgt spid="161"/>
                                            </p:tgtEl>
                                            <p:attrNameLst>
                                              <p:attrName>style.visibility</p:attrName>
                                            </p:attrNameLst>
                                          </p:cBhvr>
                                          <p:to>
                                            <p:strVal val="visible"/>
                                          </p:to>
                                        </p:set>
                                        <p:anim calcmode="lin" valueType="num" p14:bounceEnd="60000">
                                          <p:cBhvr additive="base">
                                            <p:cTn id="83" dur="500" fill="hold"/>
                                            <p:tgtEl>
                                              <p:spTgt spid="161"/>
                                            </p:tgtEl>
                                            <p:attrNameLst>
                                              <p:attrName>ppt_x</p:attrName>
                                            </p:attrNameLst>
                                          </p:cBhvr>
                                          <p:tavLst>
                                            <p:tav tm="0">
                                              <p:val>
                                                <p:strVal val="1+#ppt_w/2"/>
                                              </p:val>
                                            </p:tav>
                                            <p:tav tm="100000">
                                              <p:val>
                                                <p:strVal val="#ppt_x"/>
                                              </p:val>
                                            </p:tav>
                                          </p:tavLst>
                                        </p:anim>
                                        <p:anim calcmode="lin" valueType="num" p14:bounceEnd="60000">
                                          <p:cBhvr additive="base">
                                            <p:cTn id="84" dur="500" fill="hold"/>
                                            <p:tgtEl>
                                              <p:spTgt spid="161"/>
                                            </p:tgtEl>
                                            <p:attrNameLst>
                                              <p:attrName>ppt_y</p:attrName>
                                            </p:attrNameLst>
                                          </p:cBhvr>
                                          <p:tavLst>
                                            <p:tav tm="0">
                                              <p:val>
                                                <p:strVal val="#ppt_y"/>
                                              </p:val>
                                            </p:tav>
                                            <p:tav tm="100000">
                                              <p:val>
                                                <p:strVal val="#ppt_y"/>
                                              </p:val>
                                            </p:tav>
                                          </p:tavLst>
                                        </p:anim>
                                      </p:childTnLst>
                                    </p:cTn>
                                  </p:par>
                                  <p:par>
                                    <p:cTn id="85" presetID="55" presetClass="entr" presetSubtype="0" fill="hold" grpId="0" nodeType="withEffect">
                                      <p:stCondLst>
                                        <p:cond delay="4800"/>
                                      </p:stCondLst>
                                      <p:childTnLst>
                                        <p:set>
                                          <p:cBhvr>
                                            <p:cTn id="86" dur="1" fill="hold">
                                              <p:stCondLst>
                                                <p:cond delay="0"/>
                                              </p:stCondLst>
                                            </p:cTn>
                                            <p:tgtEl>
                                              <p:spTgt spid="162"/>
                                            </p:tgtEl>
                                            <p:attrNameLst>
                                              <p:attrName>style.visibility</p:attrName>
                                            </p:attrNameLst>
                                          </p:cBhvr>
                                          <p:to>
                                            <p:strVal val="visible"/>
                                          </p:to>
                                        </p:set>
                                        <p:anim calcmode="lin" valueType="num">
                                          <p:cBhvr>
                                            <p:cTn id="87" dur="250" fill="hold"/>
                                            <p:tgtEl>
                                              <p:spTgt spid="162"/>
                                            </p:tgtEl>
                                            <p:attrNameLst>
                                              <p:attrName>ppt_w</p:attrName>
                                            </p:attrNameLst>
                                          </p:cBhvr>
                                          <p:tavLst>
                                            <p:tav tm="0">
                                              <p:val>
                                                <p:strVal val="#ppt_w*0.70"/>
                                              </p:val>
                                            </p:tav>
                                            <p:tav tm="100000">
                                              <p:val>
                                                <p:strVal val="#ppt_w"/>
                                              </p:val>
                                            </p:tav>
                                          </p:tavLst>
                                        </p:anim>
                                        <p:anim calcmode="lin" valueType="num">
                                          <p:cBhvr>
                                            <p:cTn id="88" dur="250" fill="hold"/>
                                            <p:tgtEl>
                                              <p:spTgt spid="162"/>
                                            </p:tgtEl>
                                            <p:attrNameLst>
                                              <p:attrName>ppt_h</p:attrName>
                                            </p:attrNameLst>
                                          </p:cBhvr>
                                          <p:tavLst>
                                            <p:tav tm="0">
                                              <p:val>
                                                <p:strVal val="#ppt_h"/>
                                              </p:val>
                                            </p:tav>
                                            <p:tav tm="100000">
                                              <p:val>
                                                <p:strVal val="#ppt_h"/>
                                              </p:val>
                                            </p:tav>
                                          </p:tavLst>
                                        </p:anim>
                                        <p:animEffect transition="in" filter="fade">
                                          <p:cBhvr>
                                            <p:cTn id="89" dur="250"/>
                                            <p:tgtEl>
                                              <p:spTgt spid="162"/>
                                            </p:tgtEl>
                                          </p:cBhvr>
                                        </p:animEffect>
                                      </p:childTnLst>
                                    </p:cTn>
                                  </p:par>
                                  <p:par>
                                    <p:cTn id="90" presetID="2" presetClass="entr" presetSubtype="2" fill="hold" grpId="0" nodeType="withEffect" p14:presetBounceEnd="60000">
                                      <p:stCondLst>
                                        <p:cond delay="4800"/>
                                      </p:stCondLst>
                                      <p:childTnLst>
                                        <p:set>
                                          <p:cBhvr>
                                            <p:cTn id="91" dur="1" fill="hold">
                                              <p:stCondLst>
                                                <p:cond delay="0"/>
                                              </p:stCondLst>
                                            </p:cTn>
                                            <p:tgtEl>
                                              <p:spTgt spid="151"/>
                                            </p:tgtEl>
                                            <p:attrNameLst>
                                              <p:attrName>style.visibility</p:attrName>
                                            </p:attrNameLst>
                                          </p:cBhvr>
                                          <p:to>
                                            <p:strVal val="visible"/>
                                          </p:to>
                                        </p:set>
                                        <p:anim calcmode="lin" valueType="num" p14:bounceEnd="60000">
                                          <p:cBhvr additive="base">
                                            <p:cTn id="92" dur="500" fill="hold"/>
                                            <p:tgtEl>
                                              <p:spTgt spid="151"/>
                                            </p:tgtEl>
                                            <p:attrNameLst>
                                              <p:attrName>ppt_x</p:attrName>
                                            </p:attrNameLst>
                                          </p:cBhvr>
                                          <p:tavLst>
                                            <p:tav tm="0">
                                              <p:val>
                                                <p:strVal val="1+#ppt_w/2"/>
                                              </p:val>
                                            </p:tav>
                                            <p:tav tm="100000">
                                              <p:val>
                                                <p:strVal val="#ppt_x"/>
                                              </p:val>
                                            </p:tav>
                                          </p:tavLst>
                                        </p:anim>
                                        <p:anim calcmode="lin" valueType="num" p14:bounceEnd="60000">
                                          <p:cBhvr additive="base">
                                            <p:cTn id="93" dur="500" fill="hold"/>
                                            <p:tgtEl>
                                              <p:spTgt spid="151"/>
                                            </p:tgtEl>
                                            <p:attrNameLst>
                                              <p:attrName>ppt_y</p:attrName>
                                            </p:attrNameLst>
                                          </p:cBhvr>
                                          <p:tavLst>
                                            <p:tav tm="0">
                                              <p:val>
                                                <p:strVal val="#ppt_y"/>
                                              </p:val>
                                            </p:tav>
                                            <p:tav tm="100000">
                                              <p:val>
                                                <p:strVal val="#ppt_y"/>
                                              </p:val>
                                            </p:tav>
                                          </p:tavLst>
                                        </p:anim>
                                      </p:childTnLst>
                                    </p:cTn>
                                  </p:par>
                                  <p:par>
                                    <p:cTn id="94" presetID="53" presetClass="entr" presetSubtype="16" fill="hold" grpId="0" nodeType="withEffect">
                                      <p:stCondLst>
                                        <p:cond delay="5300"/>
                                      </p:stCondLst>
                                      <p:childTnLst>
                                        <p:set>
                                          <p:cBhvr>
                                            <p:cTn id="95" dur="1" fill="hold">
                                              <p:stCondLst>
                                                <p:cond delay="0"/>
                                              </p:stCondLst>
                                            </p:cTn>
                                            <p:tgtEl>
                                              <p:spTgt spid="152"/>
                                            </p:tgtEl>
                                            <p:attrNameLst>
                                              <p:attrName>style.visibility</p:attrName>
                                            </p:attrNameLst>
                                          </p:cBhvr>
                                          <p:to>
                                            <p:strVal val="visible"/>
                                          </p:to>
                                        </p:set>
                                        <p:anim calcmode="lin" valueType="num">
                                          <p:cBhvr>
                                            <p:cTn id="96" dur="300" fill="hold"/>
                                            <p:tgtEl>
                                              <p:spTgt spid="152"/>
                                            </p:tgtEl>
                                            <p:attrNameLst>
                                              <p:attrName>ppt_w</p:attrName>
                                            </p:attrNameLst>
                                          </p:cBhvr>
                                          <p:tavLst>
                                            <p:tav tm="0">
                                              <p:val>
                                                <p:fltVal val="0"/>
                                              </p:val>
                                            </p:tav>
                                            <p:tav tm="100000">
                                              <p:val>
                                                <p:strVal val="#ppt_w"/>
                                              </p:val>
                                            </p:tav>
                                          </p:tavLst>
                                        </p:anim>
                                        <p:anim calcmode="lin" valueType="num">
                                          <p:cBhvr>
                                            <p:cTn id="97" dur="300" fill="hold"/>
                                            <p:tgtEl>
                                              <p:spTgt spid="152"/>
                                            </p:tgtEl>
                                            <p:attrNameLst>
                                              <p:attrName>ppt_h</p:attrName>
                                            </p:attrNameLst>
                                          </p:cBhvr>
                                          <p:tavLst>
                                            <p:tav tm="0">
                                              <p:val>
                                                <p:fltVal val="0"/>
                                              </p:val>
                                            </p:tav>
                                            <p:tav tm="100000">
                                              <p:val>
                                                <p:strVal val="#ppt_h"/>
                                              </p:val>
                                            </p:tav>
                                          </p:tavLst>
                                        </p:anim>
                                        <p:animEffect transition="in" filter="fade">
                                          <p:cBhvr>
                                            <p:cTn id="98" dur="300"/>
                                            <p:tgtEl>
                                              <p:spTgt spid="152"/>
                                            </p:tgtEl>
                                          </p:cBhvr>
                                        </p:animEffect>
                                      </p:childTnLst>
                                    </p:cTn>
                                  </p:par>
                                  <p:par>
                                    <p:cTn id="99" presetID="6" presetClass="emph" presetSubtype="0" autoRev="1" fill="hold" grpId="1" nodeType="withEffect">
                                      <p:stCondLst>
                                        <p:cond delay="5600"/>
                                      </p:stCondLst>
                                      <p:childTnLst>
                                        <p:animScale>
                                          <p:cBhvr>
                                            <p:cTn id="100" dur="150" fill="hold"/>
                                            <p:tgtEl>
                                              <p:spTgt spid="152"/>
                                            </p:tgtEl>
                                          </p:cBhvr>
                                          <p:by x="110000" y="110000"/>
                                        </p:animScale>
                                      </p:childTnLst>
                                    </p:cTn>
                                  </p:par>
                                  <p:par>
                                    <p:cTn id="101" presetID="53" presetClass="entr" presetSubtype="16" fill="hold" grpId="0" nodeType="withEffect">
                                      <p:stCondLst>
                                        <p:cond delay="5600"/>
                                      </p:stCondLst>
                                      <p:childTnLst>
                                        <p:set>
                                          <p:cBhvr>
                                            <p:cTn id="102" dur="1" fill="hold">
                                              <p:stCondLst>
                                                <p:cond delay="0"/>
                                              </p:stCondLst>
                                            </p:cTn>
                                            <p:tgtEl>
                                              <p:spTgt spid="156"/>
                                            </p:tgtEl>
                                            <p:attrNameLst>
                                              <p:attrName>style.visibility</p:attrName>
                                            </p:attrNameLst>
                                          </p:cBhvr>
                                          <p:to>
                                            <p:strVal val="visible"/>
                                          </p:to>
                                        </p:set>
                                        <p:anim calcmode="lin" valueType="num">
                                          <p:cBhvr>
                                            <p:cTn id="103" dur="300" fill="hold"/>
                                            <p:tgtEl>
                                              <p:spTgt spid="156"/>
                                            </p:tgtEl>
                                            <p:attrNameLst>
                                              <p:attrName>ppt_w</p:attrName>
                                            </p:attrNameLst>
                                          </p:cBhvr>
                                          <p:tavLst>
                                            <p:tav tm="0">
                                              <p:val>
                                                <p:fltVal val="0"/>
                                              </p:val>
                                            </p:tav>
                                            <p:tav tm="100000">
                                              <p:val>
                                                <p:strVal val="#ppt_w"/>
                                              </p:val>
                                            </p:tav>
                                          </p:tavLst>
                                        </p:anim>
                                        <p:anim calcmode="lin" valueType="num">
                                          <p:cBhvr>
                                            <p:cTn id="104" dur="300" fill="hold"/>
                                            <p:tgtEl>
                                              <p:spTgt spid="156"/>
                                            </p:tgtEl>
                                            <p:attrNameLst>
                                              <p:attrName>ppt_h</p:attrName>
                                            </p:attrNameLst>
                                          </p:cBhvr>
                                          <p:tavLst>
                                            <p:tav tm="0">
                                              <p:val>
                                                <p:fltVal val="0"/>
                                              </p:val>
                                            </p:tav>
                                            <p:tav tm="100000">
                                              <p:val>
                                                <p:strVal val="#ppt_h"/>
                                              </p:val>
                                            </p:tav>
                                          </p:tavLst>
                                        </p:anim>
                                        <p:animEffect transition="in" filter="fade">
                                          <p:cBhvr>
                                            <p:cTn id="105" dur="300"/>
                                            <p:tgtEl>
                                              <p:spTgt spid="156"/>
                                            </p:tgtEl>
                                          </p:cBhvr>
                                        </p:animEffect>
                                      </p:childTnLst>
                                    </p:cTn>
                                  </p:par>
                                  <p:par>
                                    <p:cTn id="106" presetID="6" presetClass="emph" presetSubtype="0" autoRev="1" fill="hold" grpId="1" nodeType="withEffect">
                                      <p:stCondLst>
                                        <p:cond delay="5900"/>
                                      </p:stCondLst>
                                      <p:childTnLst>
                                        <p:animScale>
                                          <p:cBhvr>
                                            <p:cTn id="107" dur="150" fill="hold"/>
                                            <p:tgtEl>
                                              <p:spTgt spid="156"/>
                                            </p:tgtEl>
                                          </p:cBhvr>
                                          <p:by x="110000" y="110000"/>
                                        </p:animScale>
                                      </p:childTnLst>
                                    </p:cTn>
                                  </p:par>
                                  <p:par>
                                    <p:cTn id="108" presetID="2" presetClass="entr" presetSubtype="2" fill="hold" grpId="0" nodeType="withEffect" p14:presetBounceEnd="60000">
                                      <p:stCondLst>
                                        <p:cond delay="5900"/>
                                      </p:stCondLst>
                                      <p:childTnLst>
                                        <p:set>
                                          <p:cBhvr>
                                            <p:cTn id="109" dur="1" fill="hold">
                                              <p:stCondLst>
                                                <p:cond delay="0"/>
                                              </p:stCondLst>
                                            </p:cTn>
                                            <p:tgtEl>
                                              <p:spTgt spid="159"/>
                                            </p:tgtEl>
                                            <p:attrNameLst>
                                              <p:attrName>style.visibility</p:attrName>
                                            </p:attrNameLst>
                                          </p:cBhvr>
                                          <p:to>
                                            <p:strVal val="visible"/>
                                          </p:to>
                                        </p:set>
                                        <p:anim calcmode="lin" valueType="num" p14:bounceEnd="60000">
                                          <p:cBhvr additive="base">
                                            <p:cTn id="110" dur="500" fill="hold"/>
                                            <p:tgtEl>
                                              <p:spTgt spid="159"/>
                                            </p:tgtEl>
                                            <p:attrNameLst>
                                              <p:attrName>ppt_x</p:attrName>
                                            </p:attrNameLst>
                                          </p:cBhvr>
                                          <p:tavLst>
                                            <p:tav tm="0">
                                              <p:val>
                                                <p:strVal val="1+#ppt_w/2"/>
                                              </p:val>
                                            </p:tav>
                                            <p:tav tm="100000">
                                              <p:val>
                                                <p:strVal val="#ppt_x"/>
                                              </p:val>
                                            </p:tav>
                                          </p:tavLst>
                                        </p:anim>
                                        <p:anim calcmode="lin" valueType="num" p14:bounceEnd="60000">
                                          <p:cBhvr additive="base">
                                            <p:cTn id="111" dur="500" fill="hold"/>
                                            <p:tgtEl>
                                              <p:spTgt spid="159"/>
                                            </p:tgtEl>
                                            <p:attrNameLst>
                                              <p:attrName>ppt_y</p:attrName>
                                            </p:attrNameLst>
                                          </p:cBhvr>
                                          <p:tavLst>
                                            <p:tav tm="0">
                                              <p:val>
                                                <p:strVal val="#ppt_y"/>
                                              </p:val>
                                            </p:tav>
                                            <p:tav tm="100000">
                                              <p:val>
                                                <p:strVal val="#ppt_y"/>
                                              </p:val>
                                            </p:tav>
                                          </p:tavLst>
                                        </p:anim>
                                      </p:childTnLst>
                                    </p:cTn>
                                  </p:par>
                                  <p:par>
                                    <p:cTn id="112" presetID="55" presetClass="entr" presetSubtype="0" fill="hold" grpId="0" nodeType="withEffect">
                                      <p:stCondLst>
                                        <p:cond delay="6200"/>
                                      </p:stCondLst>
                                      <p:childTnLst>
                                        <p:set>
                                          <p:cBhvr>
                                            <p:cTn id="113" dur="1" fill="hold">
                                              <p:stCondLst>
                                                <p:cond delay="0"/>
                                              </p:stCondLst>
                                            </p:cTn>
                                            <p:tgtEl>
                                              <p:spTgt spid="160"/>
                                            </p:tgtEl>
                                            <p:attrNameLst>
                                              <p:attrName>style.visibility</p:attrName>
                                            </p:attrNameLst>
                                          </p:cBhvr>
                                          <p:to>
                                            <p:strVal val="visible"/>
                                          </p:to>
                                        </p:set>
                                        <p:anim calcmode="lin" valueType="num">
                                          <p:cBhvr>
                                            <p:cTn id="114" dur="250" fill="hold"/>
                                            <p:tgtEl>
                                              <p:spTgt spid="160"/>
                                            </p:tgtEl>
                                            <p:attrNameLst>
                                              <p:attrName>ppt_w</p:attrName>
                                            </p:attrNameLst>
                                          </p:cBhvr>
                                          <p:tavLst>
                                            <p:tav tm="0">
                                              <p:val>
                                                <p:strVal val="#ppt_w*0.70"/>
                                              </p:val>
                                            </p:tav>
                                            <p:tav tm="100000">
                                              <p:val>
                                                <p:strVal val="#ppt_w"/>
                                              </p:val>
                                            </p:tav>
                                          </p:tavLst>
                                        </p:anim>
                                        <p:anim calcmode="lin" valueType="num">
                                          <p:cBhvr>
                                            <p:cTn id="115" dur="250" fill="hold"/>
                                            <p:tgtEl>
                                              <p:spTgt spid="160"/>
                                            </p:tgtEl>
                                            <p:attrNameLst>
                                              <p:attrName>ppt_h</p:attrName>
                                            </p:attrNameLst>
                                          </p:cBhvr>
                                          <p:tavLst>
                                            <p:tav tm="0">
                                              <p:val>
                                                <p:strVal val="#ppt_h"/>
                                              </p:val>
                                            </p:tav>
                                            <p:tav tm="100000">
                                              <p:val>
                                                <p:strVal val="#ppt_h"/>
                                              </p:val>
                                            </p:tav>
                                          </p:tavLst>
                                        </p:anim>
                                        <p:animEffect transition="in" filter="fade">
                                          <p:cBhvr>
                                            <p:cTn id="116" dur="250"/>
                                            <p:tgtEl>
                                              <p:spTgt spid="160"/>
                                            </p:tgtEl>
                                          </p:cBhvr>
                                        </p:animEffect>
                                      </p:childTnLst>
                                    </p:cTn>
                                  </p:par>
                                  <p:par>
                                    <p:cTn id="117" presetID="2" presetClass="entr" presetSubtype="2" fill="hold" grpId="0" nodeType="withEffect" p14:presetBounceEnd="60000">
                                      <p:stCondLst>
                                        <p:cond delay="6200"/>
                                      </p:stCondLst>
                                      <p:childTnLst>
                                        <p:set>
                                          <p:cBhvr>
                                            <p:cTn id="118" dur="1" fill="hold">
                                              <p:stCondLst>
                                                <p:cond delay="0"/>
                                              </p:stCondLst>
                                            </p:cTn>
                                            <p:tgtEl>
                                              <p:spTgt spid="144"/>
                                            </p:tgtEl>
                                            <p:attrNameLst>
                                              <p:attrName>style.visibility</p:attrName>
                                            </p:attrNameLst>
                                          </p:cBhvr>
                                          <p:to>
                                            <p:strVal val="visible"/>
                                          </p:to>
                                        </p:set>
                                        <p:anim calcmode="lin" valueType="num" p14:bounceEnd="60000">
                                          <p:cBhvr additive="base">
                                            <p:cTn id="119" dur="500" fill="hold"/>
                                            <p:tgtEl>
                                              <p:spTgt spid="144"/>
                                            </p:tgtEl>
                                            <p:attrNameLst>
                                              <p:attrName>ppt_x</p:attrName>
                                            </p:attrNameLst>
                                          </p:cBhvr>
                                          <p:tavLst>
                                            <p:tav tm="0">
                                              <p:val>
                                                <p:strVal val="1+#ppt_w/2"/>
                                              </p:val>
                                            </p:tav>
                                            <p:tav tm="100000">
                                              <p:val>
                                                <p:strVal val="#ppt_x"/>
                                              </p:val>
                                            </p:tav>
                                          </p:tavLst>
                                        </p:anim>
                                        <p:anim calcmode="lin" valueType="num" p14:bounceEnd="60000">
                                          <p:cBhvr additive="base">
                                            <p:cTn id="120" dur="500" fill="hold"/>
                                            <p:tgtEl>
                                              <p:spTgt spid="14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1" grpId="0" animBg="1"/>
          <p:bldP spid="149" grpId="0" animBg="1"/>
          <p:bldP spid="147" grpId="0" animBg="1"/>
          <p:bldP spid="144" grpId="0" animBg="1"/>
          <p:bldP spid="145" grpId="0" animBg="1"/>
          <p:bldP spid="146" grpId="0" animBg="1"/>
          <p:bldP spid="146" grpId="1" animBg="1"/>
          <p:bldP spid="148" grpId="0" animBg="1"/>
          <p:bldP spid="148" grpId="1" animBg="1"/>
          <p:bldP spid="150" grpId="0" animBg="1"/>
          <p:bldP spid="150" grpId="1" animBg="1"/>
          <p:bldP spid="152" grpId="0" animBg="1"/>
          <p:bldP spid="152" grpId="1" animBg="1"/>
          <p:bldP spid="153" grpId="0"/>
          <p:bldP spid="153" grpId="1"/>
          <p:bldP spid="154" grpId="0"/>
          <p:bldP spid="154" grpId="1"/>
          <p:bldP spid="155" grpId="0"/>
          <p:bldP spid="155" grpId="1"/>
          <p:bldP spid="156" grpId="0"/>
          <p:bldP spid="156" grpId="1"/>
          <p:bldP spid="157" grpId="0" animBg="1"/>
          <p:bldP spid="158" grpId="0"/>
          <p:bldP spid="159" grpId="0" animBg="1"/>
          <p:bldP spid="160" grpId="0"/>
          <p:bldP spid="161" grpId="0" animBg="1"/>
          <p:bldP spid="162" grpId="0"/>
          <p:bldP spid="163" grpId="0" animBg="1"/>
          <p:bldP spid="164"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165"/>
                                            </p:tgtEl>
                                            <p:attrNameLst>
                                              <p:attrName>style.visibility</p:attrName>
                                            </p:attrNameLst>
                                          </p:cBhvr>
                                          <p:to>
                                            <p:strVal val="visible"/>
                                          </p:to>
                                        </p:set>
                                        <p:anim calcmode="lin" valueType="num">
                                          <p:cBhvr additive="base">
                                            <p:cTn id="7" dur="500" fill="hold"/>
                                            <p:tgtEl>
                                              <p:spTgt spid="165"/>
                                            </p:tgtEl>
                                            <p:attrNameLst>
                                              <p:attrName>ppt_x</p:attrName>
                                            </p:attrNameLst>
                                          </p:cBhvr>
                                          <p:tavLst>
                                            <p:tav tm="0">
                                              <p:val>
                                                <p:strVal val="1+#ppt_w/2"/>
                                              </p:val>
                                            </p:tav>
                                            <p:tav tm="100000">
                                              <p:val>
                                                <p:strVal val="#ppt_x"/>
                                              </p:val>
                                            </p:tav>
                                          </p:tavLst>
                                        </p:anim>
                                        <p:anim calcmode="lin" valueType="num">
                                          <p:cBhvr additive="base">
                                            <p:cTn id="8" dur="500" fill="hold"/>
                                            <p:tgtEl>
                                              <p:spTgt spid="165"/>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600"/>
                                      </p:stCondLst>
                                      <p:childTnLst>
                                        <p:set>
                                          <p:cBhvr>
                                            <p:cTn id="10" dur="1" fill="hold">
                                              <p:stCondLst>
                                                <p:cond delay="0"/>
                                              </p:stCondLst>
                                            </p:cTn>
                                            <p:tgtEl>
                                              <p:spTgt spid="145"/>
                                            </p:tgtEl>
                                            <p:attrNameLst>
                                              <p:attrName>style.visibility</p:attrName>
                                            </p:attrNameLst>
                                          </p:cBhvr>
                                          <p:to>
                                            <p:strVal val="visible"/>
                                          </p:to>
                                        </p:set>
                                        <p:anim calcmode="lin" valueType="num">
                                          <p:cBhvr additive="base">
                                            <p:cTn id="11" dur="500" fill="hold"/>
                                            <p:tgtEl>
                                              <p:spTgt spid="145"/>
                                            </p:tgtEl>
                                            <p:attrNameLst>
                                              <p:attrName>ppt_x</p:attrName>
                                            </p:attrNameLst>
                                          </p:cBhvr>
                                          <p:tavLst>
                                            <p:tav tm="0">
                                              <p:val>
                                                <p:strVal val="1+#ppt_w/2"/>
                                              </p:val>
                                            </p:tav>
                                            <p:tav tm="100000">
                                              <p:val>
                                                <p:strVal val="#ppt_x"/>
                                              </p:val>
                                            </p:tav>
                                          </p:tavLst>
                                        </p:anim>
                                        <p:anim calcmode="lin" valueType="num">
                                          <p:cBhvr additive="base">
                                            <p:cTn id="12" dur="500" fill="hold"/>
                                            <p:tgtEl>
                                              <p:spTgt spid="145"/>
                                            </p:tgtEl>
                                            <p:attrNameLst>
                                              <p:attrName>ppt_y</p:attrName>
                                            </p:attrNameLst>
                                          </p:cBhvr>
                                          <p:tavLst>
                                            <p:tav tm="0">
                                              <p:val>
                                                <p:strVal val="#ppt_y"/>
                                              </p:val>
                                            </p:tav>
                                            <p:tav tm="100000">
                                              <p:val>
                                                <p:strVal val="#ppt_y"/>
                                              </p:val>
                                            </p:tav>
                                          </p:tavLst>
                                        </p:anim>
                                      </p:childTnLst>
                                    </p:cTn>
                                  </p:par>
                                  <p:par>
                                    <p:cTn id="13" presetID="53" presetClass="entr" presetSubtype="16" fill="hold" grpId="0" nodeType="withEffect">
                                      <p:stCondLst>
                                        <p:cond delay="1100"/>
                                      </p:stCondLst>
                                      <p:childTnLst>
                                        <p:set>
                                          <p:cBhvr>
                                            <p:cTn id="14" dur="1" fill="hold">
                                              <p:stCondLst>
                                                <p:cond delay="0"/>
                                              </p:stCondLst>
                                            </p:cTn>
                                            <p:tgtEl>
                                              <p:spTgt spid="146"/>
                                            </p:tgtEl>
                                            <p:attrNameLst>
                                              <p:attrName>style.visibility</p:attrName>
                                            </p:attrNameLst>
                                          </p:cBhvr>
                                          <p:to>
                                            <p:strVal val="visible"/>
                                          </p:to>
                                        </p:set>
                                        <p:anim calcmode="lin" valueType="num">
                                          <p:cBhvr>
                                            <p:cTn id="15" dur="300" fill="hold"/>
                                            <p:tgtEl>
                                              <p:spTgt spid="146"/>
                                            </p:tgtEl>
                                            <p:attrNameLst>
                                              <p:attrName>ppt_w</p:attrName>
                                            </p:attrNameLst>
                                          </p:cBhvr>
                                          <p:tavLst>
                                            <p:tav tm="0">
                                              <p:val>
                                                <p:fltVal val="0"/>
                                              </p:val>
                                            </p:tav>
                                            <p:tav tm="100000">
                                              <p:val>
                                                <p:strVal val="#ppt_w"/>
                                              </p:val>
                                            </p:tav>
                                          </p:tavLst>
                                        </p:anim>
                                        <p:anim calcmode="lin" valueType="num">
                                          <p:cBhvr>
                                            <p:cTn id="16" dur="300" fill="hold"/>
                                            <p:tgtEl>
                                              <p:spTgt spid="146"/>
                                            </p:tgtEl>
                                            <p:attrNameLst>
                                              <p:attrName>ppt_h</p:attrName>
                                            </p:attrNameLst>
                                          </p:cBhvr>
                                          <p:tavLst>
                                            <p:tav tm="0">
                                              <p:val>
                                                <p:fltVal val="0"/>
                                              </p:val>
                                            </p:tav>
                                            <p:tav tm="100000">
                                              <p:val>
                                                <p:strVal val="#ppt_h"/>
                                              </p:val>
                                            </p:tav>
                                          </p:tavLst>
                                        </p:anim>
                                        <p:animEffect transition="in" filter="fade">
                                          <p:cBhvr>
                                            <p:cTn id="17" dur="300"/>
                                            <p:tgtEl>
                                              <p:spTgt spid="146"/>
                                            </p:tgtEl>
                                          </p:cBhvr>
                                        </p:animEffect>
                                      </p:childTnLst>
                                    </p:cTn>
                                  </p:par>
                                  <p:par>
                                    <p:cTn id="18" presetID="6" presetClass="emph" presetSubtype="0" autoRev="1" fill="hold" grpId="1" nodeType="withEffect">
                                      <p:stCondLst>
                                        <p:cond delay="1400"/>
                                      </p:stCondLst>
                                      <p:childTnLst>
                                        <p:animScale>
                                          <p:cBhvr>
                                            <p:cTn id="19" dur="150" fill="hold"/>
                                            <p:tgtEl>
                                              <p:spTgt spid="146"/>
                                            </p:tgtEl>
                                          </p:cBhvr>
                                          <p:by x="110000" y="110000"/>
                                        </p:animScale>
                                      </p:childTnLst>
                                    </p:cTn>
                                  </p:par>
                                  <p:par>
                                    <p:cTn id="20" presetID="53" presetClass="entr" presetSubtype="16" fill="hold" grpId="0" nodeType="withEffect">
                                      <p:stCondLst>
                                        <p:cond delay="1400"/>
                                      </p:stCondLst>
                                      <p:childTnLst>
                                        <p:set>
                                          <p:cBhvr>
                                            <p:cTn id="21" dur="1" fill="hold">
                                              <p:stCondLst>
                                                <p:cond delay="0"/>
                                              </p:stCondLst>
                                            </p:cTn>
                                            <p:tgtEl>
                                              <p:spTgt spid="155"/>
                                            </p:tgtEl>
                                            <p:attrNameLst>
                                              <p:attrName>style.visibility</p:attrName>
                                            </p:attrNameLst>
                                          </p:cBhvr>
                                          <p:to>
                                            <p:strVal val="visible"/>
                                          </p:to>
                                        </p:set>
                                        <p:anim calcmode="lin" valueType="num">
                                          <p:cBhvr>
                                            <p:cTn id="22" dur="300" fill="hold"/>
                                            <p:tgtEl>
                                              <p:spTgt spid="155"/>
                                            </p:tgtEl>
                                            <p:attrNameLst>
                                              <p:attrName>ppt_w</p:attrName>
                                            </p:attrNameLst>
                                          </p:cBhvr>
                                          <p:tavLst>
                                            <p:tav tm="0">
                                              <p:val>
                                                <p:fltVal val="0"/>
                                              </p:val>
                                            </p:tav>
                                            <p:tav tm="100000">
                                              <p:val>
                                                <p:strVal val="#ppt_w"/>
                                              </p:val>
                                            </p:tav>
                                          </p:tavLst>
                                        </p:anim>
                                        <p:anim calcmode="lin" valueType="num">
                                          <p:cBhvr>
                                            <p:cTn id="23" dur="300" fill="hold"/>
                                            <p:tgtEl>
                                              <p:spTgt spid="155"/>
                                            </p:tgtEl>
                                            <p:attrNameLst>
                                              <p:attrName>ppt_h</p:attrName>
                                            </p:attrNameLst>
                                          </p:cBhvr>
                                          <p:tavLst>
                                            <p:tav tm="0">
                                              <p:val>
                                                <p:fltVal val="0"/>
                                              </p:val>
                                            </p:tav>
                                            <p:tav tm="100000">
                                              <p:val>
                                                <p:strVal val="#ppt_h"/>
                                              </p:val>
                                            </p:tav>
                                          </p:tavLst>
                                        </p:anim>
                                        <p:animEffect transition="in" filter="fade">
                                          <p:cBhvr>
                                            <p:cTn id="24" dur="300"/>
                                            <p:tgtEl>
                                              <p:spTgt spid="155"/>
                                            </p:tgtEl>
                                          </p:cBhvr>
                                        </p:animEffect>
                                      </p:childTnLst>
                                    </p:cTn>
                                  </p:par>
                                  <p:par>
                                    <p:cTn id="25" presetID="6" presetClass="emph" presetSubtype="0" autoRev="1" fill="hold" grpId="1" nodeType="withEffect">
                                      <p:stCondLst>
                                        <p:cond delay="1700"/>
                                      </p:stCondLst>
                                      <p:childTnLst>
                                        <p:animScale>
                                          <p:cBhvr>
                                            <p:cTn id="26" dur="150" fill="hold"/>
                                            <p:tgtEl>
                                              <p:spTgt spid="155"/>
                                            </p:tgtEl>
                                          </p:cBhvr>
                                          <p:by x="110000" y="110000"/>
                                        </p:animScale>
                                      </p:childTnLst>
                                    </p:cTn>
                                  </p:par>
                                  <p:par>
                                    <p:cTn id="27" presetID="2" presetClass="entr" presetSubtype="2" fill="hold" grpId="0" nodeType="withEffect">
                                      <p:stCondLst>
                                        <p:cond delay="1700"/>
                                      </p:stCondLst>
                                      <p:childTnLst>
                                        <p:set>
                                          <p:cBhvr>
                                            <p:cTn id="28" dur="1" fill="hold">
                                              <p:stCondLst>
                                                <p:cond delay="0"/>
                                              </p:stCondLst>
                                            </p:cTn>
                                            <p:tgtEl>
                                              <p:spTgt spid="163"/>
                                            </p:tgtEl>
                                            <p:attrNameLst>
                                              <p:attrName>style.visibility</p:attrName>
                                            </p:attrNameLst>
                                          </p:cBhvr>
                                          <p:to>
                                            <p:strVal val="visible"/>
                                          </p:to>
                                        </p:set>
                                        <p:anim calcmode="lin" valueType="num">
                                          <p:cBhvr additive="base">
                                            <p:cTn id="29" dur="500" fill="hold"/>
                                            <p:tgtEl>
                                              <p:spTgt spid="163"/>
                                            </p:tgtEl>
                                            <p:attrNameLst>
                                              <p:attrName>ppt_x</p:attrName>
                                            </p:attrNameLst>
                                          </p:cBhvr>
                                          <p:tavLst>
                                            <p:tav tm="0">
                                              <p:val>
                                                <p:strVal val="1+#ppt_w/2"/>
                                              </p:val>
                                            </p:tav>
                                            <p:tav tm="100000">
                                              <p:val>
                                                <p:strVal val="#ppt_x"/>
                                              </p:val>
                                            </p:tav>
                                          </p:tavLst>
                                        </p:anim>
                                        <p:anim calcmode="lin" valueType="num">
                                          <p:cBhvr additive="base">
                                            <p:cTn id="30" dur="500" fill="hold"/>
                                            <p:tgtEl>
                                              <p:spTgt spid="163"/>
                                            </p:tgtEl>
                                            <p:attrNameLst>
                                              <p:attrName>ppt_y</p:attrName>
                                            </p:attrNameLst>
                                          </p:cBhvr>
                                          <p:tavLst>
                                            <p:tav tm="0">
                                              <p:val>
                                                <p:strVal val="#ppt_y"/>
                                              </p:val>
                                            </p:tav>
                                            <p:tav tm="100000">
                                              <p:val>
                                                <p:strVal val="#ppt_y"/>
                                              </p:val>
                                            </p:tav>
                                          </p:tavLst>
                                        </p:anim>
                                      </p:childTnLst>
                                    </p:cTn>
                                  </p:par>
                                  <p:par>
                                    <p:cTn id="31" presetID="55" presetClass="entr" presetSubtype="0" fill="hold" grpId="0" nodeType="withEffect">
                                      <p:stCondLst>
                                        <p:cond delay="2000"/>
                                      </p:stCondLst>
                                      <p:childTnLst>
                                        <p:set>
                                          <p:cBhvr>
                                            <p:cTn id="32" dur="1" fill="hold">
                                              <p:stCondLst>
                                                <p:cond delay="0"/>
                                              </p:stCondLst>
                                            </p:cTn>
                                            <p:tgtEl>
                                              <p:spTgt spid="164"/>
                                            </p:tgtEl>
                                            <p:attrNameLst>
                                              <p:attrName>style.visibility</p:attrName>
                                            </p:attrNameLst>
                                          </p:cBhvr>
                                          <p:to>
                                            <p:strVal val="visible"/>
                                          </p:to>
                                        </p:set>
                                        <p:anim calcmode="lin" valueType="num">
                                          <p:cBhvr>
                                            <p:cTn id="33" dur="250" fill="hold"/>
                                            <p:tgtEl>
                                              <p:spTgt spid="164"/>
                                            </p:tgtEl>
                                            <p:attrNameLst>
                                              <p:attrName>ppt_w</p:attrName>
                                            </p:attrNameLst>
                                          </p:cBhvr>
                                          <p:tavLst>
                                            <p:tav tm="0">
                                              <p:val>
                                                <p:strVal val="#ppt_w*0.70"/>
                                              </p:val>
                                            </p:tav>
                                            <p:tav tm="100000">
                                              <p:val>
                                                <p:strVal val="#ppt_w"/>
                                              </p:val>
                                            </p:tav>
                                          </p:tavLst>
                                        </p:anim>
                                        <p:anim calcmode="lin" valueType="num">
                                          <p:cBhvr>
                                            <p:cTn id="34" dur="250" fill="hold"/>
                                            <p:tgtEl>
                                              <p:spTgt spid="164"/>
                                            </p:tgtEl>
                                            <p:attrNameLst>
                                              <p:attrName>ppt_h</p:attrName>
                                            </p:attrNameLst>
                                          </p:cBhvr>
                                          <p:tavLst>
                                            <p:tav tm="0">
                                              <p:val>
                                                <p:strVal val="#ppt_h"/>
                                              </p:val>
                                            </p:tav>
                                            <p:tav tm="100000">
                                              <p:val>
                                                <p:strVal val="#ppt_h"/>
                                              </p:val>
                                            </p:tav>
                                          </p:tavLst>
                                        </p:anim>
                                        <p:animEffect transition="in" filter="fade">
                                          <p:cBhvr>
                                            <p:cTn id="35" dur="250"/>
                                            <p:tgtEl>
                                              <p:spTgt spid="164"/>
                                            </p:tgtEl>
                                          </p:cBhvr>
                                        </p:animEffect>
                                      </p:childTnLst>
                                    </p:cTn>
                                  </p:par>
                                  <p:par>
                                    <p:cTn id="36" presetID="2" presetClass="entr" presetSubtype="2" fill="hold" grpId="0" nodeType="withEffect">
                                      <p:stCondLst>
                                        <p:cond delay="2000"/>
                                      </p:stCondLst>
                                      <p:childTnLst>
                                        <p:set>
                                          <p:cBhvr>
                                            <p:cTn id="37" dur="1" fill="hold">
                                              <p:stCondLst>
                                                <p:cond delay="0"/>
                                              </p:stCondLst>
                                            </p:cTn>
                                            <p:tgtEl>
                                              <p:spTgt spid="147"/>
                                            </p:tgtEl>
                                            <p:attrNameLst>
                                              <p:attrName>style.visibility</p:attrName>
                                            </p:attrNameLst>
                                          </p:cBhvr>
                                          <p:to>
                                            <p:strVal val="visible"/>
                                          </p:to>
                                        </p:set>
                                        <p:anim calcmode="lin" valueType="num">
                                          <p:cBhvr additive="base">
                                            <p:cTn id="38" dur="500" fill="hold"/>
                                            <p:tgtEl>
                                              <p:spTgt spid="147"/>
                                            </p:tgtEl>
                                            <p:attrNameLst>
                                              <p:attrName>ppt_x</p:attrName>
                                            </p:attrNameLst>
                                          </p:cBhvr>
                                          <p:tavLst>
                                            <p:tav tm="0">
                                              <p:val>
                                                <p:strVal val="1+#ppt_w/2"/>
                                              </p:val>
                                            </p:tav>
                                            <p:tav tm="100000">
                                              <p:val>
                                                <p:strVal val="#ppt_x"/>
                                              </p:val>
                                            </p:tav>
                                          </p:tavLst>
                                        </p:anim>
                                        <p:anim calcmode="lin" valueType="num">
                                          <p:cBhvr additive="base">
                                            <p:cTn id="39" dur="500" fill="hold"/>
                                            <p:tgtEl>
                                              <p:spTgt spid="147"/>
                                            </p:tgtEl>
                                            <p:attrNameLst>
                                              <p:attrName>ppt_y</p:attrName>
                                            </p:attrNameLst>
                                          </p:cBhvr>
                                          <p:tavLst>
                                            <p:tav tm="0">
                                              <p:val>
                                                <p:strVal val="#ppt_y"/>
                                              </p:val>
                                            </p:tav>
                                            <p:tav tm="100000">
                                              <p:val>
                                                <p:strVal val="#ppt_y"/>
                                              </p:val>
                                            </p:tav>
                                          </p:tavLst>
                                        </p:anim>
                                      </p:childTnLst>
                                    </p:cTn>
                                  </p:par>
                                  <p:par>
                                    <p:cTn id="40" presetID="53" presetClass="entr" presetSubtype="16" fill="hold" grpId="0" nodeType="withEffect">
                                      <p:stCondLst>
                                        <p:cond delay="2500"/>
                                      </p:stCondLst>
                                      <p:childTnLst>
                                        <p:set>
                                          <p:cBhvr>
                                            <p:cTn id="41" dur="1" fill="hold">
                                              <p:stCondLst>
                                                <p:cond delay="0"/>
                                              </p:stCondLst>
                                            </p:cTn>
                                            <p:tgtEl>
                                              <p:spTgt spid="148"/>
                                            </p:tgtEl>
                                            <p:attrNameLst>
                                              <p:attrName>style.visibility</p:attrName>
                                            </p:attrNameLst>
                                          </p:cBhvr>
                                          <p:to>
                                            <p:strVal val="visible"/>
                                          </p:to>
                                        </p:set>
                                        <p:anim calcmode="lin" valueType="num">
                                          <p:cBhvr>
                                            <p:cTn id="42" dur="300" fill="hold"/>
                                            <p:tgtEl>
                                              <p:spTgt spid="148"/>
                                            </p:tgtEl>
                                            <p:attrNameLst>
                                              <p:attrName>ppt_w</p:attrName>
                                            </p:attrNameLst>
                                          </p:cBhvr>
                                          <p:tavLst>
                                            <p:tav tm="0">
                                              <p:val>
                                                <p:fltVal val="0"/>
                                              </p:val>
                                            </p:tav>
                                            <p:tav tm="100000">
                                              <p:val>
                                                <p:strVal val="#ppt_w"/>
                                              </p:val>
                                            </p:tav>
                                          </p:tavLst>
                                        </p:anim>
                                        <p:anim calcmode="lin" valueType="num">
                                          <p:cBhvr>
                                            <p:cTn id="43" dur="300" fill="hold"/>
                                            <p:tgtEl>
                                              <p:spTgt spid="148"/>
                                            </p:tgtEl>
                                            <p:attrNameLst>
                                              <p:attrName>ppt_h</p:attrName>
                                            </p:attrNameLst>
                                          </p:cBhvr>
                                          <p:tavLst>
                                            <p:tav tm="0">
                                              <p:val>
                                                <p:fltVal val="0"/>
                                              </p:val>
                                            </p:tav>
                                            <p:tav tm="100000">
                                              <p:val>
                                                <p:strVal val="#ppt_h"/>
                                              </p:val>
                                            </p:tav>
                                          </p:tavLst>
                                        </p:anim>
                                        <p:animEffect transition="in" filter="fade">
                                          <p:cBhvr>
                                            <p:cTn id="44" dur="300"/>
                                            <p:tgtEl>
                                              <p:spTgt spid="148"/>
                                            </p:tgtEl>
                                          </p:cBhvr>
                                        </p:animEffect>
                                      </p:childTnLst>
                                    </p:cTn>
                                  </p:par>
                                  <p:par>
                                    <p:cTn id="45" presetID="6" presetClass="emph" presetSubtype="0" autoRev="1" fill="hold" grpId="1" nodeType="withEffect">
                                      <p:stCondLst>
                                        <p:cond delay="2800"/>
                                      </p:stCondLst>
                                      <p:childTnLst>
                                        <p:animScale>
                                          <p:cBhvr>
                                            <p:cTn id="46" dur="150" fill="hold"/>
                                            <p:tgtEl>
                                              <p:spTgt spid="148"/>
                                            </p:tgtEl>
                                          </p:cBhvr>
                                          <p:by x="110000" y="110000"/>
                                        </p:animScale>
                                      </p:childTnLst>
                                    </p:cTn>
                                  </p:par>
                                  <p:par>
                                    <p:cTn id="47" presetID="53" presetClass="entr" presetSubtype="16" fill="hold" grpId="0" nodeType="withEffect">
                                      <p:stCondLst>
                                        <p:cond delay="2800"/>
                                      </p:stCondLst>
                                      <p:childTnLst>
                                        <p:set>
                                          <p:cBhvr>
                                            <p:cTn id="48" dur="1" fill="hold">
                                              <p:stCondLst>
                                                <p:cond delay="0"/>
                                              </p:stCondLst>
                                            </p:cTn>
                                            <p:tgtEl>
                                              <p:spTgt spid="154"/>
                                            </p:tgtEl>
                                            <p:attrNameLst>
                                              <p:attrName>style.visibility</p:attrName>
                                            </p:attrNameLst>
                                          </p:cBhvr>
                                          <p:to>
                                            <p:strVal val="visible"/>
                                          </p:to>
                                        </p:set>
                                        <p:anim calcmode="lin" valueType="num">
                                          <p:cBhvr>
                                            <p:cTn id="49" dur="300" fill="hold"/>
                                            <p:tgtEl>
                                              <p:spTgt spid="154"/>
                                            </p:tgtEl>
                                            <p:attrNameLst>
                                              <p:attrName>ppt_w</p:attrName>
                                            </p:attrNameLst>
                                          </p:cBhvr>
                                          <p:tavLst>
                                            <p:tav tm="0">
                                              <p:val>
                                                <p:fltVal val="0"/>
                                              </p:val>
                                            </p:tav>
                                            <p:tav tm="100000">
                                              <p:val>
                                                <p:strVal val="#ppt_w"/>
                                              </p:val>
                                            </p:tav>
                                          </p:tavLst>
                                        </p:anim>
                                        <p:anim calcmode="lin" valueType="num">
                                          <p:cBhvr>
                                            <p:cTn id="50" dur="300" fill="hold"/>
                                            <p:tgtEl>
                                              <p:spTgt spid="154"/>
                                            </p:tgtEl>
                                            <p:attrNameLst>
                                              <p:attrName>ppt_h</p:attrName>
                                            </p:attrNameLst>
                                          </p:cBhvr>
                                          <p:tavLst>
                                            <p:tav tm="0">
                                              <p:val>
                                                <p:fltVal val="0"/>
                                              </p:val>
                                            </p:tav>
                                            <p:tav tm="100000">
                                              <p:val>
                                                <p:strVal val="#ppt_h"/>
                                              </p:val>
                                            </p:tav>
                                          </p:tavLst>
                                        </p:anim>
                                        <p:animEffect transition="in" filter="fade">
                                          <p:cBhvr>
                                            <p:cTn id="51" dur="300"/>
                                            <p:tgtEl>
                                              <p:spTgt spid="154"/>
                                            </p:tgtEl>
                                          </p:cBhvr>
                                        </p:animEffect>
                                      </p:childTnLst>
                                    </p:cTn>
                                  </p:par>
                                  <p:par>
                                    <p:cTn id="52" presetID="6" presetClass="emph" presetSubtype="0" autoRev="1" fill="hold" grpId="1" nodeType="withEffect">
                                      <p:stCondLst>
                                        <p:cond delay="3100"/>
                                      </p:stCondLst>
                                      <p:childTnLst>
                                        <p:animScale>
                                          <p:cBhvr>
                                            <p:cTn id="53" dur="150" fill="hold"/>
                                            <p:tgtEl>
                                              <p:spTgt spid="154"/>
                                            </p:tgtEl>
                                          </p:cBhvr>
                                          <p:by x="110000" y="110000"/>
                                        </p:animScale>
                                      </p:childTnLst>
                                    </p:cTn>
                                  </p:par>
                                  <p:par>
                                    <p:cTn id="54" presetID="2" presetClass="entr" presetSubtype="2" fill="hold" grpId="0" nodeType="withEffect">
                                      <p:stCondLst>
                                        <p:cond delay="3100"/>
                                      </p:stCondLst>
                                      <p:childTnLst>
                                        <p:set>
                                          <p:cBhvr>
                                            <p:cTn id="55" dur="1" fill="hold">
                                              <p:stCondLst>
                                                <p:cond delay="0"/>
                                              </p:stCondLst>
                                            </p:cTn>
                                            <p:tgtEl>
                                              <p:spTgt spid="157"/>
                                            </p:tgtEl>
                                            <p:attrNameLst>
                                              <p:attrName>style.visibility</p:attrName>
                                            </p:attrNameLst>
                                          </p:cBhvr>
                                          <p:to>
                                            <p:strVal val="visible"/>
                                          </p:to>
                                        </p:set>
                                        <p:anim calcmode="lin" valueType="num">
                                          <p:cBhvr additive="base">
                                            <p:cTn id="56" dur="500" fill="hold"/>
                                            <p:tgtEl>
                                              <p:spTgt spid="157"/>
                                            </p:tgtEl>
                                            <p:attrNameLst>
                                              <p:attrName>ppt_x</p:attrName>
                                            </p:attrNameLst>
                                          </p:cBhvr>
                                          <p:tavLst>
                                            <p:tav tm="0">
                                              <p:val>
                                                <p:strVal val="1+#ppt_w/2"/>
                                              </p:val>
                                            </p:tav>
                                            <p:tav tm="100000">
                                              <p:val>
                                                <p:strVal val="#ppt_x"/>
                                              </p:val>
                                            </p:tav>
                                          </p:tavLst>
                                        </p:anim>
                                        <p:anim calcmode="lin" valueType="num">
                                          <p:cBhvr additive="base">
                                            <p:cTn id="57" dur="500" fill="hold"/>
                                            <p:tgtEl>
                                              <p:spTgt spid="157"/>
                                            </p:tgtEl>
                                            <p:attrNameLst>
                                              <p:attrName>ppt_y</p:attrName>
                                            </p:attrNameLst>
                                          </p:cBhvr>
                                          <p:tavLst>
                                            <p:tav tm="0">
                                              <p:val>
                                                <p:strVal val="#ppt_y"/>
                                              </p:val>
                                            </p:tav>
                                            <p:tav tm="100000">
                                              <p:val>
                                                <p:strVal val="#ppt_y"/>
                                              </p:val>
                                            </p:tav>
                                          </p:tavLst>
                                        </p:anim>
                                      </p:childTnLst>
                                    </p:cTn>
                                  </p:par>
                                  <p:par>
                                    <p:cTn id="58" presetID="55" presetClass="entr" presetSubtype="0" fill="hold" grpId="0" nodeType="withEffect">
                                      <p:stCondLst>
                                        <p:cond delay="3400"/>
                                      </p:stCondLst>
                                      <p:childTnLst>
                                        <p:set>
                                          <p:cBhvr>
                                            <p:cTn id="59" dur="1" fill="hold">
                                              <p:stCondLst>
                                                <p:cond delay="0"/>
                                              </p:stCondLst>
                                            </p:cTn>
                                            <p:tgtEl>
                                              <p:spTgt spid="158"/>
                                            </p:tgtEl>
                                            <p:attrNameLst>
                                              <p:attrName>style.visibility</p:attrName>
                                            </p:attrNameLst>
                                          </p:cBhvr>
                                          <p:to>
                                            <p:strVal val="visible"/>
                                          </p:to>
                                        </p:set>
                                        <p:anim calcmode="lin" valueType="num">
                                          <p:cBhvr>
                                            <p:cTn id="60" dur="250" fill="hold"/>
                                            <p:tgtEl>
                                              <p:spTgt spid="158"/>
                                            </p:tgtEl>
                                            <p:attrNameLst>
                                              <p:attrName>ppt_w</p:attrName>
                                            </p:attrNameLst>
                                          </p:cBhvr>
                                          <p:tavLst>
                                            <p:tav tm="0">
                                              <p:val>
                                                <p:strVal val="#ppt_w*0.70"/>
                                              </p:val>
                                            </p:tav>
                                            <p:tav tm="100000">
                                              <p:val>
                                                <p:strVal val="#ppt_w"/>
                                              </p:val>
                                            </p:tav>
                                          </p:tavLst>
                                        </p:anim>
                                        <p:anim calcmode="lin" valueType="num">
                                          <p:cBhvr>
                                            <p:cTn id="61" dur="250" fill="hold"/>
                                            <p:tgtEl>
                                              <p:spTgt spid="158"/>
                                            </p:tgtEl>
                                            <p:attrNameLst>
                                              <p:attrName>ppt_h</p:attrName>
                                            </p:attrNameLst>
                                          </p:cBhvr>
                                          <p:tavLst>
                                            <p:tav tm="0">
                                              <p:val>
                                                <p:strVal val="#ppt_h"/>
                                              </p:val>
                                            </p:tav>
                                            <p:tav tm="100000">
                                              <p:val>
                                                <p:strVal val="#ppt_h"/>
                                              </p:val>
                                            </p:tav>
                                          </p:tavLst>
                                        </p:anim>
                                        <p:animEffect transition="in" filter="fade">
                                          <p:cBhvr>
                                            <p:cTn id="62" dur="250"/>
                                            <p:tgtEl>
                                              <p:spTgt spid="158"/>
                                            </p:tgtEl>
                                          </p:cBhvr>
                                        </p:animEffect>
                                      </p:childTnLst>
                                    </p:cTn>
                                  </p:par>
                                  <p:par>
                                    <p:cTn id="63" presetID="2" presetClass="entr" presetSubtype="2" fill="hold" grpId="0" nodeType="withEffect">
                                      <p:stCondLst>
                                        <p:cond delay="3400"/>
                                      </p:stCondLst>
                                      <p:childTnLst>
                                        <p:set>
                                          <p:cBhvr>
                                            <p:cTn id="64" dur="1" fill="hold">
                                              <p:stCondLst>
                                                <p:cond delay="0"/>
                                              </p:stCondLst>
                                            </p:cTn>
                                            <p:tgtEl>
                                              <p:spTgt spid="149"/>
                                            </p:tgtEl>
                                            <p:attrNameLst>
                                              <p:attrName>style.visibility</p:attrName>
                                            </p:attrNameLst>
                                          </p:cBhvr>
                                          <p:to>
                                            <p:strVal val="visible"/>
                                          </p:to>
                                        </p:set>
                                        <p:anim calcmode="lin" valueType="num">
                                          <p:cBhvr additive="base">
                                            <p:cTn id="65" dur="500" fill="hold"/>
                                            <p:tgtEl>
                                              <p:spTgt spid="149"/>
                                            </p:tgtEl>
                                            <p:attrNameLst>
                                              <p:attrName>ppt_x</p:attrName>
                                            </p:attrNameLst>
                                          </p:cBhvr>
                                          <p:tavLst>
                                            <p:tav tm="0">
                                              <p:val>
                                                <p:strVal val="1+#ppt_w/2"/>
                                              </p:val>
                                            </p:tav>
                                            <p:tav tm="100000">
                                              <p:val>
                                                <p:strVal val="#ppt_x"/>
                                              </p:val>
                                            </p:tav>
                                          </p:tavLst>
                                        </p:anim>
                                        <p:anim calcmode="lin" valueType="num">
                                          <p:cBhvr additive="base">
                                            <p:cTn id="66" dur="500" fill="hold"/>
                                            <p:tgtEl>
                                              <p:spTgt spid="149"/>
                                            </p:tgtEl>
                                            <p:attrNameLst>
                                              <p:attrName>ppt_y</p:attrName>
                                            </p:attrNameLst>
                                          </p:cBhvr>
                                          <p:tavLst>
                                            <p:tav tm="0">
                                              <p:val>
                                                <p:strVal val="#ppt_y"/>
                                              </p:val>
                                            </p:tav>
                                            <p:tav tm="100000">
                                              <p:val>
                                                <p:strVal val="#ppt_y"/>
                                              </p:val>
                                            </p:tav>
                                          </p:tavLst>
                                        </p:anim>
                                      </p:childTnLst>
                                    </p:cTn>
                                  </p:par>
                                  <p:par>
                                    <p:cTn id="67" presetID="53" presetClass="entr" presetSubtype="16" fill="hold" grpId="0" nodeType="withEffect">
                                      <p:stCondLst>
                                        <p:cond delay="3900"/>
                                      </p:stCondLst>
                                      <p:childTnLst>
                                        <p:set>
                                          <p:cBhvr>
                                            <p:cTn id="68" dur="1" fill="hold">
                                              <p:stCondLst>
                                                <p:cond delay="0"/>
                                              </p:stCondLst>
                                            </p:cTn>
                                            <p:tgtEl>
                                              <p:spTgt spid="150"/>
                                            </p:tgtEl>
                                            <p:attrNameLst>
                                              <p:attrName>style.visibility</p:attrName>
                                            </p:attrNameLst>
                                          </p:cBhvr>
                                          <p:to>
                                            <p:strVal val="visible"/>
                                          </p:to>
                                        </p:set>
                                        <p:anim calcmode="lin" valueType="num">
                                          <p:cBhvr>
                                            <p:cTn id="69" dur="300" fill="hold"/>
                                            <p:tgtEl>
                                              <p:spTgt spid="150"/>
                                            </p:tgtEl>
                                            <p:attrNameLst>
                                              <p:attrName>ppt_w</p:attrName>
                                            </p:attrNameLst>
                                          </p:cBhvr>
                                          <p:tavLst>
                                            <p:tav tm="0">
                                              <p:val>
                                                <p:fltVal val="0"/>
                                              </p:val>
                                            </p:tav>
                                            <p:tav tm="100000">
                                              <p:val>
                                                <p:strVal val="#ppt_w"/>
                                              </p:val>
                                            </p:tav>
                                          </p:tavLst>
                                        </p:anim>
                                        <p:anim calcmode="lin" valueType="num">
                                          <p:cBhvr>
                                            <p:cTn id="70" dur="300" fill="hold"/>
                                            <p:tgtEl>
                                              <p:spTgt spid="150"/>
                                            </p:tgtEl>
                                            <p:attrNameLst>
                                              <p:attrName>ppt_h</p:attrName>
                                            </p:attrNameLst>
                                          </p:cBhvr>
                                          <p:tavLst>
                                            <p:tav tm="0">
                                              <p:val>
                                                <p:fltVal val="0"/>
                                              </p:val>
                                            </p:tav>
                                            <p:tav tm="100000">
                                              <p:val>
                                                <p:strVal val="#ppt_h"/>
                                              </p:val>
                                            </p:tav>
                                          </p:tavLst>
                                        </p:anim>
                                        <p:animEffect transition="in" filter="fade">
                                          <p:cBhvr>
                                            <p:cTn id="71" dur="300"/>
                                            <p:tgtEl>
                                              <p:spTgt spid="150"/>
                                            </p:tgtEl>
                                          </p:cBhvr>
                                        </p:animEffect>
                                      </p:childTnLst>
                                    </p:cTn>
                                  </p:par>
                                  <p:par>
                                    <p:cTn id="72" presetID="6" presetClass="emph" presetSubtype="0" autoRev="1" fill="hold" grpId="1" nodeType="withEffect">
                                      <p:stCondLst>
                                        <p:cond delay="4200"/>
                                      </p:stCondLst>
                                      <p:childTnLst>
                                        <p:animScale>
                                          <p:cBhvr>
                                            <p:cTn id="73" dur="150" fill="hold"/>
                                            <p:tgtEl>
                                              <p:spTgt spid="150"/>
                                            </p:tgtEl>
                                          </p:cBhvr>
                                          <p:by x="110000" y="110000"/>
                                        </p:animScale>
                                      </p:childTnLst>
                                    </p:cTn>
                                  </p:par>
                                  <p:par>
                                    <p:cTn id="74" presetID="53" presetClass="entr" presetSubtype="16" fill="hold" grpId="0" nodeType="withEffect">
                                      <p:stCondLst>
                                        <p:cond delay="4200"/>
                                      </p:stCondLst>
                                      <p:childTnLst>
                                        <p:set>
                                          <p:cBhvr>
                                            <p:cTn id="75" dur="1" fill="hold">
                                              <p:stCondLst>
                                                <p:cond delay="0"/>
                                              </p:stCondLst>
                                            </p:cTn>
                                            <p:tgtEl>
                                              <p:spTgt spid="153"/>
                                            </p:tgtEl>
                                            <p:attrNameLst>
                                              <p:attrName>style.visibility</p:attrName>
                                            </p:attrNameLst>
                                          </p:cBhvr>
                                          <p:to>
                                            <p:strVal val="visible"/>
                                          </p:to>
                                        </p:set>
                                        <p:anim calcmode="lin" valueType="num">
                                          <p:cBhvr>
                                            <p:cTn id="76" dur="300" fill="hold"/>
                                            <p:tgtEl>
                                              <p:spTgt spid="153"/>
                                            </p:tgtEl>
                                            <p:attrNameLst>
                                              <p:attrName>ppt_w</p:attrName>
                                            </p:attrNameLst>
                                          </p:cBhvr>
                                          <p:tavLst>
                                            <p:tav tm="0">
                                              <p:val>
                                                <p:fltVal val="0"/>
                                              </p:val>
                                            </p:tav>
                                            <p:tav tm="100000">
                                              <p:val>
                                                <p:strVal val="#ppt_w"/>
                                              </p:val>
                                            </p:tav>
                                          </p:tavLst>
                                        </p:anim>
                                        <p:anim calcmode="lin" valueType="num">
                                          <p:cBhvr>
                                            <p:cTn id="77" dur="300" fill="hold"/>
                                            <p:tgtEl>
                                              <p:spTgt spid="153"/>
                                            </p:tgtEl>
                                            <p:attrNameLst>
                                              <p:attrName>ppt_h</p:attrName>
                                            </p:attrNameLst>
                                          </p:cBhvr>
                                          <p:tavLst>
                                            <p:tav tm="0">
                                              <p:val>
                                                <p:fltVal val="0"/>
                                              </p:val>
                                            </p:tav>
                                            <p:tav tm="100000">
                                              <p:val>
                                                <p:strVal val="#ppt_h"/>
                                              </p:val>
                                            </p:tav>
                                          </p:tavLst>
                                        </p:anim>
                                        <p:animEffect transition="in" filter="fade">
                                          <p:cBhvr>
                                            <p:cTn id="78" dur="300"/>
                                            <p:tgtEl>
                                              <p:spTgt spid="153"/>
                                            </p:tgtEl>
                                          </p:cBhvr>
                                        </p:animEffect>
                                      </p:childTnLst>
                                    </p:cTn>
                                  </p:par>
                                  <p:par>
                                    <p:cTn id="79" presetID="6" presetClass="emph" presetSubtype="0" autoRev="1" fill="hold" grpId="1" nodeType="withEffect">
                                      <p:stCondLst>
                                        <p:cond delay="4500"/>
                                      </p:stCondLst>
                                      <p:childTnLst>
                                        <p:animScale>
                                          <p:cBhvr>
                                            <p:cTn id="80" dur="150" fill="hold"/>
                                            <p:tgtEl>
                                              <p:spTgt spid="153"/>
                                            </p:tgtEl>
                                          </p:cBhvr>
                                          <p:by x="110000" y="110000"/>
                                        </p:animScale>
                                      </p:childTnLst>
                                    </p:cTn>
                                  </p:par>
                                  <p:par>
                                    <p:cTn id="81" presetID="2" presetClass="entr" presetSubtype="2" fill="hold" grpId="0" nodeType="withEffect">
                                      <p:stCondLst>
                                        <p:cond delay="4500"/>
                                      </p:stCondLst>
                                      <p:childTnLst>
                                        <p:set>
                                          <p:cBhvr>
                                            <p:cTn id="82" dur="1" fill="hold">
                                              <p:stCondLst>
                                                <p:cond delay="0"/>
                                              </p:stCondLst>
                                            </p:cTn>
                                            <p:tgtEl>
                                              <p:spTgt spid="161"/>
                                            </p:tgtEl>
                                            <p:attrNameLst>
                                              <p:attrName>style.visibility</p:attrName>
                                            </p:attrNameLst>
                                          </p:cBhvr>
                                          <p:to>
                                            <p:strVal val="visible"/>
                                          </p:to>
                                        </p:set>
                                        <p:anim calcmode="lin" valueType="num">
                                          <p:cBhvr additive="base">
                                            <p:cTn id="83" dur="500" fill="hold"/>
                                            <p:tgtEl>
                                              <p:spTgt spid="161"/>
                                            </p:tgtEl>
                                            <p:attrNameLst>
                                              <p:attrName>ppt_x</p:attrName>
                                            </p:attrNameLst>
                                          </p:cBhvr>
                                          <p:tavLst>
                                            <p:tav tm="0">
                                              <p:val>
                                                <p:strVal val="1+#ppt_w/2"/>
                                              </p:val>
                                            </p:tav>
                                            <p:tav tm="100000">
                                              <p:val>
                                                <p:strVal val="#ppt_x"/>
                                              </p:val>
                                            </p:tav>
                                          </p:tavLst>
                                        </p:anim>
                                        <p:anim calcmode="lin" valueType="num">
                                          <p:cBhvr additive="base">
                                            <p:cTn id="84" dur="500" fill="hold"/>
                                            <p:tgtEl>
                                              <p:spTgt spid="161"/>
                                            </p:tgtEl>
                                            <p:attrNameLst>
                                              <p:attrName>ppt_y</p:attrName>
                                            </p:attrNameLst>
                                          </p:cBhvr>
                                          <p:tavLst>
                                            <p:tav tm="0">
                                              <p:val>
                                                <p:strVal val="#ppt_y"/>
                                              </p:val>
                                            </p:tav>
                                            <p:tav tm="100000">
                                              <p:val>
                                                <p:strVal val="#ppt_y"/>
                                              </p:val>
                                            </p:tav>
                                          </p:tavLst>
                                        </p:anim>
                                      </p:childTnLst>
                                    </p:cTn>
                                  </p:par>
                                  <p:par>
                                    <p:cTn id="85" presetID="55" presetClass="entr" presetSubtype="0" fill="hold" grpId="0" nodeType="withEffect">
                                      <p:stCondLst>
                                        <p:cond delay="4800"/>
                                      </p:stCondLst>
                                      <p:childTnLst>
                                        <p:set>
                                          <p:cBhvr>
                                            <p:cTn id="86" dur="1" fill="hold">
                                              <p:stCondLst>
                                                <p:cond delay="0"/>
                                              </p:stCondLst>
                                            </p:cTn>
                                            <p:tgtEl>
                                              <p:spTgt spid="162"/>
                                            </p:tgtEl>
                                            <p:attrNameLst>
                                              <p:attrName>style.visibility</p:attrName>
                                            </p:attrNameLst>
                                          </p:cBhvr>
                                          <p:to>
                                            <p:strVal val="visible"/>
                                          </p:to>
                                        </p:set>
                                        <p:anim calcmode="lin" valueType="num">
                                          <p:cBhvr>
                                            <p:cTn id="87" dur="250" fill="hold"/>
                                            <p:tgtEl>
                                              <p:spTgt spid="162"/>
                                            </p:tgtEl>
                                            <p:attrNameLst>
                                              <p:attrName>ppt_w</p:attrName>
                                            </p:attrNameLst>
                                          </p:cBhvr>
                                          <p:tavLst>
                                            <p:tav tm="0">
                                              <p:val>
                                                <p:strVal val="#ppt_w*0.70"/>
                                              </p:val>
                                            </p:tav>
                                            <p:tav tm="100000">
                                              <p:val>
                                                <p:strVal val="#ppt_w"/>
                                              </p:val>
                                            </p:tav>
                                          </p:tavLst>
                                        </p:anim>
                                        <p:anim calcmode="lin" valueType="num">
                                          <p:cBhvr>
                                            <p:cTn id="88" dur="250" fill="hold"/>
                                            <p:tgtEl>
                                              <p:spTgt spid="162"/>
                                            </p:tgtEl>
                                            <p:attrNameLst>
                                              <p:attrName>ppt_h</p:attrName>
                                            </p:attrNameLst>
                                          </p:cBhvr>
                                          <p:tavLst>
                                            <p:tav tm="0">
                                              <p:val>
                                                <p:strVal val="#ppt_h"/>
                                              </p:val>
                                            </p:tav>
                                            <p:tav tm="100000">
                                              <p:val>
                                                <p:strVal val="#ppt_h"/>
                                              </p:val>
                                            </p:tav>
                                          </p:tavLst>
                                        </p:anim>
                                        <p:animEffect transition="in" filter="fade">
                                          <p:cBhvr>
                                            <p:cTn id="89" dur="250"/>
                                            <p:tgtEl>
                                              <p:spTgt spid="162"/>
                                            </p:tgtEl>
                                          </p:cBhvr>
                                        </p:animEffect>
                                      </p:childTnLst>
                                    </p:cTn>
                                  </p:par>
                                  <p:par>
                                    <p:cTn id="90" presetID="2" presetClass="entr" presetSubtype="2" fill="hold" grpId="0" nodeType="withEffect">
                                      <p:stCondLst>
                                        <p:cond delay="4800"/>
                                      </p:stCondLst>
                                      <p:childTnLst>
                                        <p:set>
                                          <p:cBhvr>
                                            <p:cTn id="91" dur="1" fill="hold">
                                              <p:stCondLst>
                                                <p:cond delay="0"/>
                                              </p:stCondLst>
                                            </p:cTn>
                                            <p:tgtEl>
                                              <p:spTgt spid="151"/>
                                            </p:tgtEl>
                                            <p:attrNameLst>
                                              <p:attrName>style.visibility</p:attrName>
                                            </p:attrNameLst>
                                          </p:cBhvr>
                                          <p:to>
                                            <p:strVal val="visible"/>
                                          </p:to>
                                        </p:set>
                                        <p:anim calcmode="lin" valueType="num">
                                          <p:cBhvr additive="base">
                                            <p:cTn id="92" dur="500" fill="hold"/>
                                            <p:tgtEl>
                                              <p:spTgt spid="151"/>
                                            </p:tgtEl>
                                            <p:attrNameLst>
                                              <p:attrName>ppt_x</p:attrName>
                                            </p:attrNameLst>
                                          </p:cBhvr>
                                          <p:tavLst>
                                            <p:tav tm="0">
                                              <p:val>
                                                <p:strVal val="1+#ppt_w/2"/>
                                              </p:val>
                                            </p:tav>
                                            <p:tav tm="100000">
                                              <p:val>
                                                <p:strVal val="#ppt_x"/>
                                              </p:val>
                                            </p:tav>
                                          </p:tavLst>
                                        </p:anim>
                                        <p:anim calcmode="lin" valueType="num">
                                          <p:cBhvr additive="base">
                                            <p:cTn id="93" dur="500" fill="hold"/>
                                            <p:tgtEl>
                                              <p:spTgt spid="151"/>
                                            </p:tgtEl>
                                            <p:attrNameLst>
                                              <p:attrName>ppt_y</p:attrName>
                                            </p:attrNameLst>
                                          </p:cBhvr>
                                          <p:tavLst>
                                            <p:tav tm="0">
                                              <p:val>
                                                <p:strVal val="#ppt_y"/>
                                              </p:val>
                                            </p:tav>
                                            <p:tav tm="100000">
                                              <p:val>
                                                <p:strVal val="#ppt_y"/>
                                              </p:val>
                                            </p:tav>
                                          </p:tavLst>
                                        </p:anim>
                                      </p:childTnLst>
                                    </p:cTn>
                                  </p:par>
                                  <p:par>
                                    <p:cTn id="94" presetID="53" presetClass="entr" presetSubtype="16" fill="hold" grpId="0" nodeType="withEffect">
                                      <p:stCondLst>
                                        <p:cond delay="5300"/>
                                      </p:stCondLst>
                                      <p:childTnLst>
                                        <p:set>
                                          <p:cBhvr>
                                            <p:cTn id="95" dur="1" fill="hold">
                                              <p:stCondLst>
                                                <p:cond delay="0"/>
                                              </p:stCondLst>
                                            </p:cTn>
                                            <p:tgtEl>
                                              <p:spTgt spid="152"/>
                                            </p:tgtEl>
                                            <p:attrNameLst>
                                              <p:attrName>style.visibility</p:attrName>
                                            </p:attrNameLst>
                                          </p:cBhvr>
                                          <p:to>
                                            <p:strVal val="visible"/>
                                          </p:to>
                                        </p:set>
                                        <p:anim calcmode="lin" valueType="num">
                                          <p:cBhvr>
                                            <p:cTn id="96" dur="300" fill="hold"/>
                                            <p:tgtEl>
                                              <p:spTgt spid="152"/>
                                            </p:tgtEl>
                                            <p:attrNameLst>
                                              <p:attrName>ppt_w</p:attrName>
                                            </p:attrNameLst>
                                          </p:cBhvr>
                                          <p:tavLst>
                                            <p:tav tm="0">
                                              <p:val>
                                                <p:fltVal val="0"/>
                                              </p:val>
                                            </p:tav>
                                            <p:tav tm="100000">
                                              <p:val>
                                                <p:strVal val="#ppt_w"/>
                                              </p:val>
                                            </p:tav>
                                          </p:tavLst>
                                        </p:anim>
                                        <p:anim calcmode="lin" valueType="num">
                                          <p:cBhvr>
                                            <p:cTn id="97" dur="300" fill="hold"/>
                                            <p:tgtEl>
                                              <p:spTgt spid="152"/>
                                            </p:tgtEl>
                                            <p:attrNameLst>
                                              <p:attrName>ppt_h</p:attrName>
                                            </p:attrNameLst>
                                          </p:cBhvr>
                                          <p:tavLst>
                                            <p:tav tm="0">
                                              <p:val>
                                                <p:fltVal val="0"/>
                                              </p:val>
                                            </p:tav>
                                            <p:tav tm="100000">
                                              <p:val>
                                                <p:strVal val="#ppt_h"/>
                                              </p:val>
                                            </p:tav>
                                          </p:tavLst>
                                        </p:anim>
                                        <p:animEffect transition="in" filter="fade">
                                          <p:cBhvr>
                                            <p:cTn id="98" dur="300"/>
                                            <p:tgtEl>
                                              <p:spTgt spid="152"/>
                                            </p:tgtEl>
                                          </p:cBhvr>
                                        </p:animEffect>
                                      </p:childTnLst>
                                    </p:cTn>
                                  </p:par>
                                  <p:par>
                                    <p:cTn id="99" presetID="6" presetClass="emph" presetSubtype="0" autoRev="1" fill="hold" grpId="1" nodeType="withEffect">
                                      <p:stCondLst>
                                        <p:cond delay="5600"/>
                                      </p:stCondLst>
                                      <p:childTnLst>
                                        <p:animScale>
                                          <p:cBhvr>
                                            <p:cTn id="100" dur="150" fill="hold"/>
                                            <p:tgtEl>
                                              <p:spTgt spid="152"/>
                                            </p:tgtEl>
                                          </p:cBhvr>
                                          <p:by x="110000" y="110000"/>
                                        </p:animScale>
                                      </p:childTnLst>
                                    </p:cTn>
                                  </p:par>
                                  <p:par>
                                    <p:cTn id="101" presetID="53" presetClass="entr" presetSubtype="16" fill="hold" grpId="0" nodeType="withEffect">
                                      <p:stCondLst>
                                        <p:cond delay="5600"/>
                                      </p:stCondLst>
                                      <p:childTnLst>
                                        <p:set>
                                          <p:cBhvr>
                                            <p:cTn id="102" dur="1" fill="hold">
                                              <p:stCondLst>
                                                <p:cond delay="0"/>
                                              </p:stCondLst>
                                            </p:cTn>
                                            <p:tgtEl>
                                              <p:spTgt spid="156"/>
                                            </p:tgtEl>
                                            <p:attrNameLst>
                                              <p:attrName>style.visibility</p:attrName>
                                            </p:attrNameLst>
                                          </p:cBhvr>
                                          <p:to>
                                            <p:strVal val="visible"/>
                                          </p:to>
                                        </p:set>
                                        <p:anim calcmode="lin" valueType="num">
                                          <p:cBhvr>
                                            <p:cTn id="103" dur="300" fill="hold"/>
                                            <p:tgtEl>
                                              <p:spTgt spid="156"/>
                                            </p:tgtEl>
                                            <p:attrNameLst>
                                              <p:attrName>ppt_w</p:attrName>
                                            </p:attrNameLst>
                                          </p:cBhvr>
                                          <p:tavLst>
                                            <p:tav tm="0">
                                              <p:val>
                                                <p:fltVal val="0"/>
                                              </p:val>
                                            </p:tav>
                                            <p:tav tm="100000">
                                              <p:val>
                                                <p:strVal val="#ppt_w"/>
                                              </p:val>
                                            </p:tav>
                                          </p:tavLst>
                                        </p:anim>
                                        <p:anim calcmode="lin" valueType="num">
                                          <p:cBhvr>
                                            <p:cTn id="104" dur="300" fill="hold"/>
                                            <p:tgtEl>
                                              <p:spTgt spid="156"/>
                                            </p:tgtEl>
                                            <p:attrNameLst>
                                              <p:attrName>ppt_h</p:attrName>
                                            </p:attrNameLst>
                                          </p:cBhvr>
                                          <p:tavLst>
                                            <p:tav tm="0">
                                              <p:val>
                                                <p:fltVal val="0"/>
                                              </p:val>
                                            </p:tav>
                                            <p:tav tm="100000">
                                              <p:val>
                                                <p:strVal val="#ppt_h"/>
                                              </p:val>
                                            </p:tav>
                                          </p:tavLst>
                                        </p:anim>
                                        <p:animEffect transition="in" filter="fade">
                                          <p:cBhvr>
                                            <p:cTn id="105" dur="300"/>
                                            <p:tgtEl>
                                              <p:spTgt spid="156"/>
                                            </p:tgtEl>
                                          </p:cBhvr>
                                        </p:animEffect>
                                      </p:childTnLst>
                                    </p:cTn>
                                  </p:par>
                                  <p:par>
                                    <p:cTn id="106" presetID="6" presetClass="emph" presetSubtype="0" autoRev="1" fill="hold" grpId="1" nodeType="withEffect">
                                      <p:stCondLst>
                                        <p:cond delay="5900"/>
                                      </p:stCondLst>
                                      <p:childTnLst>
                                        <p:animScale>
                                          <p:cBhvr>
                                            <p:cTn id="107" dur="150" fill="hold"/>
                                            <p:tgtEl>
                                              <p:spTgt spid="156"/>
                                            </p:tgtEl>
                                          </p:cBhvr>
                                          <p:by x="110000" y="110000"/>
                                        </p:animScale>
                                      </p:childTnLst>
                                    </p:cTn>
                                  </p:par>
                                  <p:par>
                                    <p:cTn id="108" presetID="2" presetClass="entr" presetSubtype="2" fill="hold" grpId="0" nodeType="withEffect">
                                      <p:stCondLst>
                                        <p:cond delay="5900"/>
                                      </p:stCondLst>
                                      <p:childTnLst>
                                        <p:set>
                                          <p:cBhvr>
                                            <p:cTn id="109" dur="1" fill="hold">
                                              <p:stCondLst>
                                                <p:cond delay="0"/>
                                              </p:stCondLst>
                                            </p:cTn>
                                            <p:tgtEl>
                                              <p:spTgt spid="159"/>
                                            </p:tgtEl>
                                            <p:attrNameLst>
                                              <p:attrName>style.visibility</p:attrName>
                                            </p:attrNameLst>
                                          </p:cBhvr>
                                          <p:to>
                                            <p:strVal val="visible"/>
                                          </p:to>
                                        </p:set>
                                        <p:anim calcmode="lin" valueType="num">
                                          <p:cBhvr additive="base">
                                            <p:cTn id="110" dur="500" fill="hold"/>
                                            <p:tgtEl>
                                              <p:spTgt spid="159"/>
                                            </p:tgtEl>
                                            <p:attrNameLst>
                                              <p:attrName>ppt_x</p:attrName>
                                            </p:attrNameLst>
                                          </p:cBhvr>
                                          <p:tavLst>
                                            <p:tav tm="0">
                                              <p:val>
                                                <p:strVal val="1+#ppt_w/2"/>
                                              </p:val>
                                            </p:tav>
                                            <p:tav tm="100000">
                                              <p:val>
                                                <p:strVal val="#ppt_x"/>
                                              </p:val>
                                            </p:tav>
                                          </p:tavLst>
                                        </p:anim>
                                        <p:anim calcmode="lin" valueType="num">
                                          <p:cBhvr additive="base">
                                            <p:cTn id="111" dur="500" fill="hold"/>
                                            <p:tgtEl>
                                              <p:spTgt spid="159"/>
                                            </p:tgtEl>
                                            <p:attrNameLst>
                                              <p:attrName>ppt_y</p:attrName>
                                            </p:attrNameLst>
                                          </p:cBhvr>
                                          <p:tavLst>
                                            <p:tav tm="0">
                                              <p:val>
                                                <p:strVal val="#ppt_y"/>
                                              </p:val>
                                            </p:tav>
                                            <p:tav tm="100000">
                                              <p:val>
                                                <p:strVal val="#ppt_y"/>
                                              </p:val>
                                            </p:tav>
                                          </p:tavLst>
                                        </p:anim>
                                      </p:childTnLst>
                                    </p:cTn>
                                  </p:par>
                                  <p:par>
                                    <p:cTn id="112" presetID="55" presetClass="entr" presetSubtype="0" fill="hold" grpId="0" nodeType="withEffect">
                                      <p:stCondLst>
                                        <p:cond delay="6200"/>
                                      </p:stCondLst>
                                      <p:childTnLst>
                                        <p:set>
                                          <p:cBhvr>
                                            <p:cTn id="113" dur="1" fill="hold">
                                              <p:stCondLst>
                                                <p:cond delay="0"/>
                                              </p:stCondLst>
                                            </p:cTn>
                                            <p:tgtEl>
                                              <p:spTgt spid="160"/>
                                            </p:tgtEl>
                                            <p:attrNameLst>
                                              <p:attrName>style.visibility</p:attrName>
                                            </p:attrNameLst>
                                          </p:cBhvr>
                                          <p:to>
                                            <p:strVal val="visible"/>
                                          </p:to>
                                        </p:set>
                                        <p:anim calcmode="lin" valueType="num">
                                          <p:cBhvr>
                                            <p:cTn id="114" dur="250" fill="hold"/>
                                            <p:tgtEl>
                                              <p:spTgt spid="160"/>
                                            </p:tgtEl>
                                            <p:attrNameLst>
                                              <p:attrName>ppt_w</p:attrName>
                                            </p:attrNameLst>
                                          </p:cBhvr>
                                          <p:tavLst>
                                            <p:tav tm="0">
                                              <p:val>
                                                <p:strVal val="#ppt_w*0.70"/>
                                              </p:val>
                                            </p:tav>
                                            <p:tav tm="100000">
                                              <p:val>
                                                <p:strVal val="#ppt_w"/>
                                              </p:val>
                                            </p:tav>
                                          </p:tavLst>
                                        </p:anim>
                                        <p:anim calcmode="lin" valueType="num">
                                          <p:cBhvr>
                                            <p:cTn id="115" dur="250" fill="hold"/>
                                            <p:tgtEl>
                                              <p:spTgt spid="160"/>
                                            </p:tgtEl>
                                            <p:attrNameLst>
                                              <p:attrName>ppt_h</p:attrName>
                                            </p:attrNameLst>
                                          </p:cBhvr>
                                          <p:tavLst>
                                            <p:tav tm="0">
                                              <p:val>
                                                <p:strVal val="#ppt_h"/>
                                              </p:val>
                                            </p:tav>
                                            <p:tav tm="100000">
                                              <p:val>
                                                <p:strVal val="#ppt_h"/>
                                              </p:val>
                                            </p:tav>
                                          </p:tavLst>
                                        </p:anim>
                                        <p:animEffect transition="in" filter="fade">
                                          <p:cBhvr>
                                            <p:cTn id="116" dur="250"/>
                                            <p:tgtEl>
                                              <p:spTgt spid="160"/>
                                            </p:tgtEl>
                                          </p:cBhvr>
                                        </p:animEffect>
                                      </p:childTnLst>
                                    </p:cTn>
                                  </p:par>
                                  <p:par>
                                    <p:cTn id="117" presetID="2" presetClass="entr" presetSubtype="2" fill="hold" grpId="0" nodeType="withEffect">
                                      <p:stCondLst>
                                        <p:cond delay="6200"/>
                                      </p:stCondLst>
                                      <p:childTnLst>
                                        <p:set>
                                          <p:cBhvr>
                                            <p:cTn id="118" dur="1" fill="hold">
                                              <p:stCondLst>
                                                <p:cond delay="0"/>
                                              </p:stCondLst>
                                            </p:cTn>
                                            <p:tgtEl>
                                              <p:spTgt spid="144"/>
                                            </p:tgtEl>
                                            <p:attrNameLst>
                                              <p:attrName>style.visibility</p:attrName>
                                            </p:attrNameLst>
                                          </p:cBhvr>
                                          <p:to>
                                            <p:strVal val="visible"/>
                                          </p:to>
                                        </p:set>
                                        <p:anim calcmode="lin" valueType="num">
                                          <p:cBhvr additive="base">
                                            <p:cTn id="119" dur="500" fill="hold"/>
                                            <p:tgtEl>
                                              <p:spTgt spid="144"/>
                                            </p:tgtEl>
                                            <p:attrNameLst>
                                              <p:attrName>ppt_x</p:attrName>
                                            </p:attrNameLst>
                                          </p:cBhvr>
                                          <p:tavLst>
                                            <p:tav tm="0">
                                              <p:val>
                                                <p:strVal val="1+#ppt_w/2"/>
                                              </p:val>
                                            </p:tav>
                                            <p:tav tm="100000">
                                              <p:val>
                                                <p:strVal val="#ppt_x"/>
                                              </p:val>
                                            </p:tav>
                                          </p:tavLst>
                                        </p:anim>
                                        <p:anim calcmode="lin" valueType="num">
                                          <p:cBhvr additive="base">
                                            <p:cTn id="120" dur="500" fill="hold"/>
                                            <p:tgtEl>
                                              <p:spTgt spid="14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1" grpId="0" animBg="1"/>
          <p:bldP spid="149" grpId="0" animBg="1"/>
          <p:bldP spid="147" grpId="0" animBg="1"/>
          <p:bldP spid="144" grpId="0" animBg="1"/>
          <p:bldP spid="145" grpId="0" animBg="1"/>
          <p:bldP spid="146" grpId="0" animBg="1"/>
          <p:bldP spid="146" grpId="1" animBg="1"/>
          <p:bldP spid="148" grpId="0" animBg="1"/>
          <p:bldP spid="148" grpId="1" animBg="1"/>
          <p:bldP spid="150" grpId="0" animBg="1"/>
          <p:bldP spid="150" grpId="1" animBg="1"/>
          <p:bldP spid="152" grpId="0" animBg="1"/>
          <p:bldP spid="152" grpId="1" animBg="1"/>
          <p:bldP spid="153" grpId="0"/>
          <p:bldP spid="153" grpId="1"/>
          <p:bldP spid="154" grpId="0"/>
          <p:bldP spid="154" grpId="1"/>
          <p:bldP spid="155" grpId="0"/>
          <p:bldP spid="155" grpId="1"/>
          <p:bldP spid="156" grpId="0"/>
          <p:bldP spid="156" grpId="1"/>
          <p:bldP spid="157" grpId="0" animBg="1"/>
          <p:bldP spid="158" grpId="0"/>
          <p:bldP spid="159" grpId="0" animBg="1"/>
          <p:bldP spid="160" grpId="0"/>
          <p:bldP spid="161" grpId="0" animBg="1"/>
          <p:bldP spid="162" grpId="0"/>
          <p:bldP spid="163" grpId="0" animBg="1"/>
          <p:bldP spid="164" grpId="0"/>
        </p:bldLst>
      </p:timing>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nvCxnSpPr>
        <p:spPr>
          <a:xfrm flipH="1">
            <a:off x="0" y="2368389"/>
            <a:ext cx="390525" cy="0"/>
          </a:xfrm>
          <a:prstGeom prst="line">
            <a:avLst/>
          </a:prstGeom>
          <a:ln w="6350">
            <a:solidFill>
              <a:srgbClr val="62768C"/>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flipH="1">
            <a:off x="0" y="1977864"/>
            <a:ext cx="390525" cy="0"/>
          </a:xfrm>
          <a:prstGeom prst="line">
            <a:avLst/>
          </a:prstGeom>
          <a:ln w="6350">
            <a:solidFill>
              <a:srgbClr val="62768C"/>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H="1">
            <a:off x="0" y="2762089"/>
            <a:ext cx="390525" cy="0"/>
          </a:xfrm>
          <a:prstGeom prst="line">
            <a:avLst/>
          </a:prstGeom>
          <a:ln w="6350">
            <a:solidFill>
              <a:srgbClr val="62768C"/>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flipH="1">
            <a:off x="0" y="3152614"/>
            <a:ext cx="390525" cy="0"/>
          </a:xfrm>
          <a:prstGeom prst="line">
            <a:avLst/>
          </a:prstGeom>
          <a:ln w="6350">
            <a:solidFill>
              <a:srgbClr val="62768C"/>
            </a:solidFill>
          </a:ln>
        </p:spPr>
        <p:style>
          <a:lnRef idx="1">
            <a:schemeClr val="accent1"/>
          </a:lnRef>
          <a:fillRef idx="0">
            <a:schemeClr val="accent1"/>
          </a:fillRef>
          <a:effectRef idx="0">
            <a:schemeClr val="accent1"/>
          </a:effectRef>
          <a:fontRef idx="minor">
            <a:schemeClr val="tx1"/>
          </a:fontRef>
        </p:style>
      </p:cxnSp>
      <p:sp>
        <p:nvSpPr>
          <p:cNvPr id="37" name="矩形 36"/>
          <p:cNvSpPr/>
          <p:nvPr/>
        </p:nvSpPr>
        <p:spPr>
          <a:xfrm>
            <a:off x="-1" y="3152614"/>
            <a:ext cx="1280513" cy="390525"/>
          </a:xfrm>
          <a:prstGeom prst="rect">
            <a:avLst/>
          </a:prstGeom>
          <a:solidFill>
            <a:srgbClr val="37B0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Freeform 9"/>
          <p:cNvSpPr>
            <a:spLocks noEditPoints="1"/>
          </p:cNvSpPr>
          <p:nvPr/>
        </p:nvSpPr>
        <p:spPr bwMode="auto">
          <a:xfrm>
            <a:off x="83442" y="3272333"/>
            <a:ext cx="231878" cy="151086"/>
          </a:xfrm>
          <a:custGeom>
            <a:avLst/>
            <a:gdLst>
              <a:gd name="T0" fmla="*/ 58 w 215"/>
              <a:gd name="T1" fmla="*/ 83 h 140"/>
              <a:gd name="T2" fmla="*/ 58 w 215"/>
              <a:gd name="T3" fmla="*/ 91 h 140"/>
              <a:gd name="T4" fmla="*/ 161 w 215"/>
              <a:gd name="T5" fmla="*/ 87 h 140"/>
              <a:gd name="T6" fmla="*/ 58 w 215"/>
              <a:gd name="T7" fmla="*/ 73 h 140"/>
              <a:gd name="T8" fmla="*/ 98 w 215"/>
              <a:gd name="T9" fmla="*/ 73 h 140"/>
              <a:gd name="T10" fmla="*/ 102 w 215"/>
              <a:gd name="T11" fmla="*/ 34 h 140"/>
              <a:gd name="T12" fmla="*/ 58 w 215"/>
              <a:gd name="T13" fmla="*/ 30 h 140"/>
              <a:gd name="T14" fmla="*/ 54 w 215"/>
              <a:gd name="T15" fmla="*/ 69 h 140"/>
              <a:gd name="T16" fmla="*/ 63 w 215"/>
              <a:gd name="T17" fmla="*/ 38 h 140"/>
              <a:gd name="T18" fmla="*/ 94 w 215"/>
              <a:gd name="T19" fmla="*/ 38 h 140"/>
              <a:gd name="T20" fmla="*/ 63 w 215"/>
              <a:gd name="T21" fmla="*/ 65 h 140"/>
              <a:gd name="T22" fmla="*/ 27 w 215"/>
              <a:gd name="T23" fmla="*/ 121 h 140"/>
              <a:gd name="T24" fmla="*/ 189 w 215"/>
              <a:gd name="T25" fmla="*/ 121 h 140"/>
              <a:gd name="T26" fmla="*/ 196 w 215"/>
              <a:gd name="T27" fmla="*/ 7 h 140"/>
              <a:gd name="T28" fmla="*/ 27 w 215"/>
              <a:gd name="T29" fmla="*/ 0 h 140"/>
              <a:gd name="T30" fmla="*/ 20 w 215"/>
              <a:gd name="T31" fmla="*/ 114 h 140"/>
              <a:gd name="T32" fmla="*/ 33 w 215"/>
              <a:gd name="T33" fmla="*/ 13 h 140"/>
              <a:gd name="T34" fmla="*/ 182 w 215"/>
              <a:gd name="T35" fmla="*/ 13 h 140"/>
              <a:gd name="T36" fmla="*/ 33 w 215"/>
              <a:gd name="T37" fmla="*/ 107 h 140"/>
              <a:gd name="T38" fmla="*/ 157 w 215"/>
              <a:gd name="T39" fmla="*/ 48 h 140"/>
              <a:gd name="T40" fmla="*/ 111 w 215"/>
              <a:gd name="T41" fmla="*/ 48 h 140"/>
              <a:gd name="T42" fmla="*/ 111 w 215"/>
              <a:gd name="T43" fmla="*/ 56 h 140"/>
              <a:gd name="T44" fmla="*/ 161 w 215"/>
              <a:gd name="T45" fmla="*/ 52 h 140"/>
              <a:gd name="T46" fmla="*/ 157 w 215"/>
              <a:gd name="T47" fmla="*/ 65 h 140"/>
              <a:gd name="T48" fmla="*/ 111 w 215"/>
              <a:gd name="T49" fmla="*/ 65 h 140"/>
              <a:gd name="T50" fmla="*/ 111 w 215"/>
              <a:gd name="T51" fmla="*/ 73 h 140"/>
              <a:gd name="T52" fmla="*/ 161 w 215"/>
              <a:gd name="T53" fmla="*/ 69 h 140"/>
              <a:gd name="T54" fmla="*/ 157 w 215"/>
              <a:gd name="T55" fmla="*/ 30 h 140"/>
              <a:gd name="T56" fmla="*/ 111 w 215"/>
              <a:gd name="T57" fmla="*/ 30 h 140"/>
              <a:gd name="T58" fmla="*/ 111 w 215"/>
              <a:gd name="T59" fmla="*/ 38 h 140"/>
              <a:gd name="T60" fmla="*/ 161 w 215"/>
              <a:gd name="T61" fmla="*/ 34 h 140"/>
              <a:gd name="T62" fmla="*/ 209 w 215"/>
              <a:gd name="T63" fmla="*/ 127 h 140"/>
              <a:gd name="T64" fmla="*/ 7 w 215"/>
              <a:gd name="T65" fmla="*/ 127 h 140"/>
              <a:gd name="T66" fmla="*/ 7 w 215"/>
              <a:gd name="T67" fmla="*/ 140 h 140"/>
              <a:gd name="T68" fmla="*/ 215 w 215"/>
              <a:gd name="T69" fmla="*/ 13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15" h="140">
                <a:moveTo>
                  <a:pt x="157" y="83"/>
                </a:moveTo>
                <a:cubicBezTo>
                  <a:pt x="58" y="83"/>
                  <a:pt x="58" y="83"/>
                  <a:pt x="58" y="83"/>
                </a:cubicBezTo>
                <a:cubicBezTo>
                  <a:pt x="56" y="83"/>
                  <a:pt x="54" y="84"/>
                  <a:pt x="54" y="87"/>
                </a:cubicBezTo>
                <a:cubicBezTo>
                  <a:pt x="54" y="89"/>
                  <a:pt x="56" y="91"/>
                  <a:pt x="58" y="91"/>
                </a:cubicBezTo>
                <a:cubicBezTo>
                  <a:pt x="157" y="91"/>
                  <a:pt x="157" y="91"/>
                  <a:pt x="157" y="91"/>
                </a:cubicBezTo>
                <a:cubicBezTo>
                  <a:pt x="159" y="91"/>
                  <a:pt x="161" y="89"/>
                  <a:pt x="161" y="87"/>
                </a:cubicBezTo>
                <a:cubicBezTo>
                  <a:pt x="161" y="84"/>
                  <a:pt x="159" y="83"/>
                  <a:pt x="157" y="83"/>
                </a:cubicBezTo>
                <a:close/>
                <a:moveTo>
                  <a:pt x="58" y="73"/>
                </a:moveTo>
                <a:cubicBezTo>
                  <a:pt x="58" y="73"/>
                  <a:pt x="58" y="73"/>
                  <a:pt x="58" y="73"/>
                </a:cubicBezTo>
                <a:cubicBezTo>
                  <a:pt x="98" y="73"/>
                  <a:pt x="98" y="73"/>
                  <a:pt x="98" y="73"/>
                </a:cubicBezTo>
                <a:cubicBezTo>
                  <a:pt x="100" y="73"/>
                  <a:pt x="102" y="71"/>
                  <a:pt x="102" y="69"/>
                </a:cubicBezTo>
                <a:cubicBezTo>
                  <a:pt x="102" y="34"/>
                  <a:pt x="102" y="34"/>
                  <a:pt x="102" y="34"/>
                </a:cubicBezTo>
                <a:cubicBezTo>
                  <a:pt x="102" y="32"/>
                  <a:pt x="100" y="30"/>
                  <a:pt x="98" y="30"/>
                </a:cubicBezTo>
                <a:cubicBezTo>
                  <a:pt x="58" y="30"/>
                  <a:pt x="58" y="30"/>
                  <a:pt x="58" y="30"/>
                </a:cubicBezTo>
                <a:cubicBezTo>
                  <a:pt x="56" y="30"/>
                  <a:pt x="54" y="32"/>
                  <a:pt x="54" y="34"/>
                </a:cubicBezTo>
                <a:cubicBezTo>
                  <a:pt x="54" y="69"/>
                  <a:pt x="54" y="69"/>
                  <a:pt x="54" y="69"/>
                </a:cubicBezTo>
                <a:cubicBezTo>
                  <a:pt x="54" y="71"/>
                  <a:pt x="56" y="73"/>
                  <a:pt x="58" y="73"/>
                </a:cubicBezTo>
                <a:close/>
                <a:moveTo>
                  <a:pt x="63" y="38"/>
                </a:moveTo>
                <a:cubicBezTo>
                  <a:pt x="63" y="38"/>
                  <a:pt x="63" y="38"/>
                  <a:pt x="63" y="38"/>
                </a:cubicBezTo>
                <a:cubicBezTo>
                  <a:pt x="94" y="38"/>
                  <a:pt x="94" y="38"/>
                  <a:pt x="94" y="38"/>
                </a:cubicBezTo>
                <a:cubicBezTo>
                  <a:pt x="94" y="65"/>
                  <a:pt x="94" y="65"/>
                  <a:pt x="94" y="65"/>
                </a:cubicBezTo>
                <a:cubicBezTo>
                  <a:pt x="63" y="65"/>
                  <a:pt x="63" y="65"/>
                  <a:pt x="63" y="65"/>
                </a:cubicBezTo>
                <a:cubicBezTo>
                  <a:pt x="63" y="38"/>
                  <a:pt x="63" y="38"/>
                  <a:pt x="63" y="38"/>
                </a:cubicBezTo>
                <a:close/>
                <a:moveTo>
                  <a:pt x="27" y="121"/>
                </a:moveTo>
                <a:cubicBezTo>
                  <a:pt x="27" y="121"/>
                  <a:pt x="27" y="121"/>
                  <a:pt x="27" y="121"/>
                </a:cubicBezTo>
                <a:cubicBezTo>
                  <a:pt x="189" y="121"/>
                  <a:pt x="189" y="121"/>
                  <a:pt x="189" y="121"/>
                </a:cubicBezTo>
                <a:cubicBezTo>
                  <a:pt x="193" y="121"/>
                  <a:pt x="196" y="118"/>
                  <a:pt x="196" y="114"/>
                </a:cubicBezTo>
                <a:cubicBezTo>
                  <a:pt x="196" y="7"/>
                  <a:pt x="196" y="7"/>
                  <a:pt x="196" y="7"/>
                </a:cubicBezTo>
                <a:cubicBezTo>
                  <a:pt x="196" y="3"/>
                  <a:pt x="193" y="0"/>
                  <a:pt x="189" y="0"/>
                </a:cubicBezTo>
                <a:cubicBezTo>
                  <a:pt x="27" y="0"/>
                  <a:pt x="27" y="0"/>
                  <a:pt x="27" y="0"/>
                </a:cubicBezTo>
                <a:cubicBezTo>
                  <a:pt x="23" y="0"/>
                  <a:pt x="20" y="3"/>
                  <a:pt x="20" y="7"/>
                </a:cubicBezTo>
                <a:cubicBezTo>
                  <a:pt x="20" y="114"/>
                  <a:pt x="20" y="114"/>
                  <a:pt x="20" y="114"/>
                </a:cubicBezTo>
                <a:cubicBezTo>
                  <a:pt x="20" y="118"/>
                  <a:pt x="23" y="121"/>
                  <a:pt x="27" y="121"/>
                </a:cubicBezTo>
                <a:close/>
                <a:moveTo>
                  <a:pt x="33" y="13"/>
                </a:moveTo>
                <a:cubicBezTo>
                  <a:pt x="33" y="13"/>
                  <a:pt x="33" y="13"/>
                  <a:pt x="33" y="13"/>
                </a:cubicBezTo>
                <a:cubicBezTo>
                  <a:pt x="182" y="13"/>
                  <a:pt x="182" y="13"/>
                  <a:pt x="182" y="13"/>
                </a:cubicBezTo>
                <a:cubicBezTo>
                  <a:pt x="182" y="107"/>
                  <a:pt x="182" y="107"/>
                  <a:pt x="182" y="107"/>
                </a:cubicBezTo>
                <a:cubicBezTo>
                  <a:pt x="33" y="107"/>
                  <a:pt x="33" y="107"/>
                  <a:pt x="33" y="107"/>
                </a:cubicBezTo>
                <a:cubicBezTo>
                  <a:pt x="33" y="13"/>
                  <a:pt x="33" y="13"/>
                  <a:pt x="33" y="13"/>
                </a:cubicBezTo>
                <a:close/>
                <a:moveTo>
                  <a:pt x="157" y="48"/>
                </a:moveTo>
                <a:cubicBezTo>
                  <a:pt x="157" y="48"/>
                  <a:pt x="157" y="48"/>
                  <a:pt x="157" y="48"/>
                </a:cubicBezTo>
                <a:cubicBezTo>
                  <a:pt x="111" y="48"/>
                  <a:pt x="111" y="48"/>
                  <a:pt x="111" y="48"/>
                </a:cubicBezTo>
                <a:cubicBezTo>
                  <a:pt x="108" y="48"/>
                  <a:pt x="107" y="49"/>
                  <a:pt x="107" y="52"/>
                </a:cubicBezTo>
                <a:cubicBezTo>
                  <a:pt x="107" y="54"/>
                  <a:pt x="108" y="56"/>
                  <a:pt x="111" y="56"/>
                </a:cubicBezTo>
                <a:cubicBezTo>
                  <a:pt x="157" y="56"/>
                  <a:pt x="157" y="56"/>
                  <a:pt x="157" y="56"/>
                </a:cubicBezTo>
                <a:cubicBezTo>
                  <a:pt x="159" y="56"/>
                  <a:pt x="161" y="54"/>
                  <a:pt x="161" y="52"/>
                </a:cubicBezTo>
                <a:cubicBezTo>
                  <a:pt x="161" y="49"/>
                  <a:pt x="159" y="48"/>
                  <a:pt x="157" y="48"/>
                </a:cubicBezTo>
                <a:close/>
                <a:moveTo>
                  <a:pt x="157" y="65"/>
                </a:moveTo>
                <a:cubicBezTo>
                  <a:pt x="157" y="65"/>
                  <a:pt x="157" y="65"/>
                  <a:pt x="157" y="65"/>
                </a:cubicBezTo>
                <a:cubicBezTo>
                  <a:pt x="111" y="65"/>
                  <a:pt x="111" y="65"/>
                  <a:pt x="111" y="65"/>
                </a:cubicBezTo>
                <a:cubicBezTo>
                  <a:pt x="108" y="65"/>
                  <a:pt x="107" y="67"/>
                  <a:pt x="107" y="69"/>
                </a:cubicBezTo>
                <a:cubicBezTo>
                  <a:pt x="107" y="71"/>
                  <a:pt x="108" y="73"/>
                  <a:pt x="111" y="73"/>
                </a:cubicBezTo>
                <a:cubicBezTo>
                  <a:pt x="157" y="73"/>
                  <a:pt x="157" y="73"/>
                  <a:pt x="157" y="73"/>
                </a:cubicBezTo>
                <a:cubicBezTo>
                  <a:pt x="159" y="73"/>
                  <a:pt x="161" y="71"/>
                  <a:pt x="161" y="69"/>
                </a:cubicBezTo>
                <a:cubicBezTo>
                  <a:pt x="161" y="67"/>
                  <a:pt x="159" y="65"/>
                  <a:pt x="157" y="65"/>
                </a:cubicBezTo>
                <a:close/>
                <a:moveTo>
                  <a:pt x="157" y="30"/>
                </a:moveTo>
                <a:cubicBezTo>
                  <a:pt x="157" y="30"/>
                  <a:pt x="157" y="30"/>
                  <a:pt x="157" y="30"/>
                </a:cubicBezTo>
                <a:cubicBezTo>
                  <a:pt x="111" y="30"/>
                  <a:pt x="111" y="30"/>
                  <a:pt x="111" y="30"/>
                </a:cubicBezTo>
                <a:cubicBezTo>
                  <a:pt x="108" y="30"/>
                  <a:pt x="107" y="32"/>
                  <a:pt x="107" y="34"/>
                </a:cubicBezTo>
                <a:cubicBezTo>
                  <a:pt x="107" y="37"/>
                  <a:pt x="108" y="38"/>
                  <a:pt x="111" y="38"/>
                </a:cubicBezTo>
                <a:cubicBezTo>
                  <a:pt x="157" y="38"/>
                  <a:pt x="157" y="38"/>
                  <a:pt x="157" y="38"/>
                </a:cubicBezTo>
                <a:cubicBezTo>
                  <a:pt x="159" y="38"/>
                  <a:pt x="161" y="37"/>
                  <a:pt x="161" y="34"/>
                </a:cubicBezTo>
                <a:cubicBezTo>
                  <a:pt x="161" y="32"/>
                  <a:pt x="159" y="30"/>
                  <a:pt x="157" y="30"/>
                </a:cubicBezTo>
                <a:close/>
                <a:moveTo>
                  <a:pt x="209" y="127"/>
                </a:moveTo>
                <a:cubicBezTo>
                  <a:pt x="209" y="127"/>
                  <a:pt x="209" y="127"/>
                  <a:pt x="209" y="127"/>
                </a:cubicBezTo>
                <a:cubicBezTo>
                  <a:pt x="7" y="127"/>
                  <a:pt x="7" y="127"/>
                  <a:pt x="7" y="127"/>
                </a:cubicBezTo>
                <a:cubicBezTo>
                  <a:pt x="3" y="127"/>
                  <a:pt x="0" y="130"/>
                  <a:pt x="0" y="134"/>
                </a:cubicBezTo>
                <a:cubicBezTo>
                  <a:pt x="0" y="137"/>
                  <a:pt x="3" y="140"/>
                  <a:pt x="7" y="140"/>
                </a:cubicBezTo>
                <a:cubicBezTo>
                  <a:pt x="209" y="140"/>
                  <a:pt x="209" y="140"/>
                  <a:pt x="209" y="140"/>
                </a:cubicBezTo>
                <a:cubicBezTo>
                  <a:pt x="212" y="140"/>
                  <a:pt x="215" y="137"/>
                  <a:pt x="215" y="134"/>
                </a:cubicBezTo>
                <a:cubicBezTo>
                  <a:pt x="215" y="130"/>
                  <a:pt x="212" y="127"/>
                  <a:pt x="209" y="127"/>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9" name="Freeform 11"/>
          <p:cNvSpPr>
            <a:spLocks noEditPoints="1"/>
          </p:cNvSpPr>
          <p:nvPr/>
        </p:nvSpPr>
        <p:spPr bwMode="auto">
          <a:xfrm>
            <a:off x="124293" y="2864285"/>
            <a:ext cx="150176" cy="190798"/>
          </a:xfrm>
          <a:custGeom>
            <a:avLst/>
            <a:gdLst>
              <a:gd name="T0" fmla="*/ 104 w 139"/>
              <a:gd name="T1" fmla="*/ 99 h 177"/>
              <a:gd name="T2" fmla="*/ 91 w 139"/>
              <a:gd name="T3" fmla="*/ 160 h 177"/>
              <a:gd name="T4" fmla="*/ 133 w 139"/>
              <a:gd name="T5" fmla="*/ 164 h 177"/>
              <a:gd name="T6" fmla="*/ 133 w 139"/>
              <a:gd name="T7" fmla="*/ 177 h 177"/>
              <a:gd name="T8" fmla="*/ 0 w 139"/>
              <a:gd name="T9" fmla="*/ 170 h 177"/>
              <a:gd name="T10" fmla="*/ 51 w 139"/>
              <a:gd name="T11" fmla="*/ 164 h 177"/>
              <a:gd name="T12" fmla="*/ 81 w 139"/>
              <a:gd name="T13" fmla="*/ 151 h 177"/>
              <a:gd name="T14" fmla="*/ 10 w 139"/>
              <a:gd name="T15" fmla="*/ 147 h 177"/>
              <a:gd name="T16" fmla="*/ 10 w 139"/>
              <a:gd name="T17" fmla="*/ 139 h 177"/>
              <a:gd name="T18" fmla="*/ 94 w 139"/>
              <a:gd name="T19" fmla="*/ 120 h 177"/>
              <a:gd name="T20" fmla="*/ 84 w 139"/>
              <a:gd name="T21" fmla="*/ 92 h 177"/>
              <a:gd name="T22" fmla="*/ 69 w 139"/>
              <a:gd name="T23" fmla="*/ 94 h 177"/>
              <a:gd name="T24" fmla="*/ 53 w 139"/>
              <a:gd name="T25" fmla="*/ 113 h 177"/>
              <a:gd name="T26" fmla="*/ 46 w 139"/>
              <a:gd name="T27" fmla="*/ 117 h 177"/>
              <a:gd name="T28" fmla="*/ 24 w 139"/>
              <a:gd name="T29" fmla="*/ 109 h 177"/>
              <a:gd name="T30" fmla="*/ 26 w 139"/>
              <a:gd name="T31" fmla="*/ 97 h 177"/>
              <a:gd name="T32" fmla="*/ 21 w 139"/>
              <a:gd name="T33" fmla="*/ 89 h 177"/>
              <a:gd name="T34" fmla="*/ 63 w 139"/>
              <a:gd name="T35" fmla="*/ 24 h 177"/>
              <a:gd name="T36" fmla="*/ 67 w 139"/>
              <a:gd name="T37" fmla="*/ 26 h 177"/>
              <a:gd name="T38" fmla="*/ 69 w 139"/>
              <a:gd name="T39" fmla="*/ 14 h 177"/>
              <a:gd name="T40" fmla="*/ 76 w 139"/>
              <a:gd name="T41" fmla="*/ 2 h 177"/>
              <a:gd name="T42" fmla="*/ 109 w 139"/>
              <a:gd name="T43" fmla="*/ 29 h 177"/>
              <a:gd name="T44" fmla="*/ 96 w 139"/>
              <a:gd name="T45" fmla="*/ 30 h 177"/>
              <a:gd name="T46" fmla="*/ 94 w 139"/>
              <a:gd name="T47" fmla="*/ 42 h 177"/>
              <a:gd name="T48" fmla="*/ 87 w 139"/>
              <a:gd name="T49" fmla="*/ 63 h 177"/>
              <a:gd name="T50" fmla="*/ 92 w 139"/>
              <a:gd name="T51" fmla="*/ 81 h 177"/>
              <a:gd name="T52" fmla="*/ 89 w 139"/>
              <a:gd name="T53" fmla="*/ 26 h 177"/>
              <a:gd name="T54" fmla="*/ 74 w 139"/>
              <a:gd name="T55" fmla="*/ 30 h 177"/>
              <a:gd name="T56" fmla="*/ 89 w 139"/>
              <a:gd name="T57" fmla="*/ 26 h 177"/>
              <a:gd name="T58" fmla="*/ 80 w 139"/>
              <a:gd name="T59" fmla="*/ 59 h 177"/>
              <a:gd name="T60" fmla="*/ 62 w 139"/>
              <a:gd name="T61" fmla="*/ 33 h 177"/>
              <a:gd name="T62" fmla="*/ 54 w 139"/>
              <a:gd name="T63" fmla="*/ 104 h 177"/>
              <a:gd name="T64" fmla="*/ 56 w 139"/>
              <a:gd name="T65" fmla="*/ 76 h 177"/>
              <a:gd name="T66" fmla="*/ 62 w 139"/>
              <a:gd name="T67" fmla="*/ 63 h 177"/>
              <a:gd name="T68" fmla="*/ 82 w 139"/>
              <a:gd name="T69" fmla="*/ 69 h 177"/>
              <a:gd name="T70" fmla="*/ 67 w 139"/>
              <a:gd name="T71" fmla="*/ 69 h 177"/>
              <a:gd name="T72" fmla="*/ 67 w 139"/>
              <a:gd name="T73" fmla="*/ 69 h 177"/>
              <a:gd name="T74" fmla="*/ 75 w 139"/>
              <a:gd name="T75" fmla="*/ 86 h 177"/>
              <a:gd name="T76" fmla="*/ 82 w 139"/>
              <a:gd name="T77" fmla="*/ 83 h 177"/>
              <a:gd name="T78" fmla="*/ 82 w 139"/>
              <a:gd name="T79" fmla="*/ 69 h 177"/>
              <a:gd name="T80" fmla="*/ 33 w 139"/>
              <a:gd name="T81" fmla="*/ 101 h 177"/>
              <a:gd name="T82" fmla="*/ 31 w 139"/>
              <a:gd name="T83" fmla="*/ 104 h 177"/>
              <a:gd name="T84" fmla="*/ 42 w 139"/>
              <a:gd name="T85" fmla="*/ 106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 h="177">
                <a:moveTo>
                  <a:pt x="92" y="81"/>
                </a:moveTo>
                <a:cubicBezTo>
                  <a:pt x="97" y="87"/>
                  <a:pt x="101" y="92"/>
                  <a:pt x="104" y="99"/>
                </a:cubicBezTo>
                <a:cubicBezTo>
                  <a:pt x="106" y="106"/>
                  <a:pt x="108" y="113"/>
                  <a:pt x="108" y="120"/>
                </a:cubicBezTo>
                <a:cubicBezTo>
                  <a:pt x="108" y="136"/>
                  <a:pt x="101" y="150"/>
                  <a:pt x="91" y="160"/>
                </a:cubicBezTo>
                <a:cubicBezTo>
                  <a:pt x="90" y="162"/>
                  <a:pt x="89" y="163"/>
                  <a:pt x="88" y="164"/>
                </a:cubicBezTo>
                <a:cubicBezTo>
                  <a:pt x="133" y="164"/>
                  <a:pt x="133" y="164"/>
                  <a:pt x="133" y="164"/>
                </a:cubicBezTo>
                <a:cubicBezTo>
                  <a:pt x="136" y="164"/>
                  <a:pt x="139" y="167"/>
                  <a:pt x="139" y="170"/>
                </a:cubicBezTo>
                <a:cubicBezTo>
                  <a:pt x="139" y="174"/>
                  <a:pt x="136" y="177"/>
                  <a:pt x="133" y="177"/>
                </a:cubicBezTo>
                <a:cubicBezTo>
                  <a:pt x="91" y="177"/>
                  <a:pt x="49" y="177"/>
                  <a:pt x="7" y="177"/>
                </a:cubicBezTo>
                <a:cubicBezTo>
                  <a:pt x="3" y="177"/>
                  <a:pt x="0" y="174"/>
                  <a:pt x="0" y="170"/>
                </a:cubicBezTo>
                <a:cubicBezTo>
                  <a:pt x="0" y="167"/>
                  <a:pt x="3" y="164"/>
                  <a:pt x="7" y="164"/>
                </a:cubicBezTo>
                <a:cubicBezTo>
                  <a:pt x="51" y="164"/>
                  <a:pt x="51" y="164"/>
                  <a:pt x="51" y="164"/>
                </a:cubicBezTo>
                <a:cubicBezTo>
                  <a:pt x="51" y="164"/>
                  <a:pt x="51" y="164"/>
                  <a:pt x="51" y="164"/>
                </a:cubicBezTo>
                <a:cubicBezTo>
                  <a:pt x="63" y="164"/>
                  <a:pt x="74" y="159"/>
                  <a:pt x="81" y="151"/>
                </a:cubicBezTo>
                <a:cubicBezTo>
                  <a:pt x="83" y="150"/>
                  <a:pt x="84" y="148"/>
                  <a:pt x="85" y="147"/>
                </a:cubicBezTo>
                <a:cubicBezTo>
                  <a:pt x="10" y="147"/>
                  <a:pt x="10" y="147"/>
                  <a:pt x="10" y="147"/>
                </a:cubicBezTo>
                <a:cubicBezTo>
                  <a:pt x="8" y="147"/>
                  <a:pt x="6" y="145"/>
                  <a:pt x="6" y="143"/>
                </a:cubicBezTo>
                <a:cubicBezTo>
                  <a:pt x="6" y="141"/>
                  <a:pt x="8" y="139"/>
                  <a:pt x="10" y="139"/>
                </a:cubicBezTo>
                <a:cubicBezTo>
                  <a:pt x="90" y="139"/>
                  <a:pt x="90" y="139"/>
                  <a:pt x="90" y="139"/>
                </a:cubicBezTo>
                <a:cubicBezTo>
                  <a:pt x="93" y="133"/>
                  <a:pt x="94" y="127"/>
                  <a:pt x="94" y="120"/>
                </a:cubicBezTo>
                <a:cubicBezTo>
                  <a:pt x="94" y="114"/>
                  <a:pt x="93" y="109"/>
                  <a:pt x="91" y="104"/>
                </a:cubicBezTo>
                <a:cubicBezTo>
                  <a:pt x="89" y="100"/>
                  <a:pt x="87" y="96"/>
                  <a:pt x="84" y="92"/>
                </a:cubicBezTo>
                <a:cubicBezTo>
                  <a:pt x="81" y="94"/>
                  <a:pt x="78" y="94"/>
                  <a:pt x="75" y="94"/>
                </a:cubicBezTo>
                <a:cubicBezTo>
                  <a:pt x="73" y="94"/>
                  <a:pt x="71" y="94"/>
                  <a:pt x="69" y="94"/>
                </a:cubicBezTo>
                <a:cubicBezTo>
                  <a:pt x="59" y="111"/>
                  <a:pt x="59" y="111"/>
                  <a:pt x="59" y="111"/>
                </a:cubicBezTo>
                <a:cubicBezTo>
                  <a:pt x="58" y="113"/>
                  <a:pt x="55" y="114"/>
                  <a:pt x="53" y="113"/>
                </a:cubicBezTo>
                <a:cubicBezTo>
                  <a:pt x="50" y="111"/>
                  <a:pt x="50" y="111"/>
                  <a:pt x="50" y="111"/>
                </a:cubicBezTo>
                <a:cubicBezTo>
                  <a:pt x="46" y="117"/>
                  <a:pt x="46" y="117"/>
                  <a:pt x="46" y="117"/>
                </a:cubicBezTo>
                <a:cubicBezTo>
                  <a:pt x="45" y="119"/>
                  <a:pt x="42" y="119"/>
                  <a:pt x="40" y="118"/>
                </a:cubicBezTo>
                <a:cubicBezTo>
                  <a:pt x="24" y="109"/>
                  <a:pt x="24" y="109"/>
                  <a:pt x="24" y="109"/>
                </a:cubicBezTo>
                <a:cubicBezTo>
                  <a:pt x="22" y="108"/>
                  <a:pt x="21" y="105"/>
                  <a:pt x="22" y="103"/>
                </a:cubicBezTo>
                <a:cubicBezTo>
                  <a:pt x="26" y="97"/>
                  <a:pt x="26" y="97"/>
                  <a:pt x="26" y="97"/>
                </a:cubicBezTo>
                <a:cubicBezTo>
                  <a:pt x="22" y="95"/>
                  <a:pt x="22" y="95"/>
                  <a:pt x="22" y="95"/>
                </a:cubicBezTo>
                <a:cubicBezTo>
                  <a:pt x="20" y="94"/>
                  <a:pt x="20" y="91"/>
                  <a:pt x="21" y="89"/>
                </a:cubicBezTo>
                <a:cubicBezTo>
                  <a:pt x="57" y="26"/>
                  <a:pt x="57" y="26"/>
                  <a:pt x="57" y="26"/>
                </a:cubicBezTo>
                <a:cubicBezTo>
                  <a:pt x="58" y="24"/>
                  <a:pt x="61" y="23"/>
                  <a:pt x="63" y="24"/>
                </a:cubicBezTo>
                <a:cubicBezTo>
                  <a:pt x="63" y="24"/>
                  <a:pt x="63" y="24"/>
                  <a:pt x="63" y="24"/>
                </a:cubicBezTo>
                <a:cubicBezTo>
                  <a:pt x="67" y="26"/>
                  <a:pt x="67" y="26"/>
                  <a:pt x="67" y="26"/>
                </a:cubicBezTo>
                <a:cubicBezTo>
                  <a:pt x="73" y="16"/>
                  <a:pt x="73" y="16"/>
                  <a:pt x="73" y="16"/>
                </a:cubicBezTo>
                <a:cubicBezTo>
                  <a:pt x="69" y="14"/>
                  <a:pt x="69" y="14"/>
                  <a:pt x="69" y="14"/>
                </a:cubicBezTo>
                <a:cubicBezTo>
                  <a:pt x="66" y="12"/>
                  <a:pt x="65" y="8"/>
                  <a:pt x="66" y="5"/>
                </a:cubicBezTo>
                <a:cubicBezTo>
                  <a:pt x="68" y="1"/>
                  <a:pt x="72" y="0"/>
                  <a:pt x="76" y="2"/>
                </a:cubicBezTo>
                <a:cubicBezTo>
                  <a:pt x="86" y="8"/>
                  <a:pt x="96" y="14"/>
                  <a:pt x="107" y="20"/>
                </a:cubicBezTo>
                <a:cubicBezTo>
                  <a:pt x="110" y="22"/>
                  <a:pt x="111" y="26"/>
                  <a:pt x="109" y="29"/>
                </a:cubicBezTo>
                <a:cubicBezTo>
                  <a:pt x="107" y="33"/>
                  <a:pt x="103" y="34"/>
                  <a:pt x="100" y="32"/>
                </a:cubicBezTo>
                <a:cubicBezTo>
                  <a:pt x="96" y="30"/>
                  <a:pt x="96" y="30"/>
                  <a:pt x="96" y="30"/>
                </a:cubicBezTo>
                <a:cubicBezTo>
                  <a:pt x="90" y="40"/>
                  <a:pt x="90" y="40"/>
                  <a:pt x="90" y="40"/>
                </a:cubicBezTo>
                <a:cubicBezTo>
                  <a:pt x="94" y="42"/>
                  <a:pt x="94" y="42"/>
                  <a:pt x="94" y="42"/>
                </a:cubicBezTo>
                <a:cubicBezTo>
                  <a:pt x="96" y="43"/>
                  <a:pt x="97" y="46"/>
                  <a:pt x="96" y="48"/>
                </a:cubicBezTo>
                <a:cubicBezTo>
                  <a:pt x="87" y="63"/>
                  <a:pt x="87" y="63"/>
                  <a:pt x="87" y="63"/>
                </a:cubicBezTo>
                <a:cubicBezTo>
                  <a:pt x="91" y="66"/>
                  <a:pt x="93" y="71"/>
                  <a:pt x="93" y="76"/>
                </a:cubicBezTo>
                <a:cubicBezTo>
                  <a:pt x="93" y="78"/>
                  <a:pt x="93" y="80"/>
                  <a:pt x="92" y="81"/>
                </a:cubicBezTo>
                <a:close/>
                <a:moveTo>
                  <a:pt x="89" y="26"/>
                </a:moveTo>
                <a:cubicBezTo>
                  <a:pt x="89" y="26"/>
                  <a:pt x="89" y="26"/>
                  <a:pt x="89" y="26"/>
                </a:cubicBezTo>
                <a:cubicBezTo>
                  <a:pt x="86" y="24"/>
                  <a:pt x="83" y="22"/>
                  <a:pt x="80" y="20"/>
                </a:cubicBezTo>
                <a:cubicBezTo>
                  <a:pt x="74" y="30"/>
                  <a:pt x="74" y="30"/>
                  <a:pt x="74" y="30"/>
                </a:cubicBezTo>
                <a:cubicBezTo>
                  <a:pt x="83" y="36"/>
                  <a:pt x="83" y="36"/>
                  <a:pt x="83" y="36"/>
                </a:cubicBezTo>
                <a:cubicBezTo>
                  <a:pt x="89" y="26"/>
                  <a:pt x="89" y="26"/>
                  <a:pt x="89" y="26"/>
                </a:cubicBezTo>
                <a:close/>
                <a:moveTo>
                  <a:pt x="80" y="59"/>
                </a:moveTo>
                <a:cubicBezTo>
                  <a:pt x="80" y="59"/>
                  <a:pt x="80" y="59"/>
                  <a:pt x="80" y="59"/>
                </a:cubicBezTo>
                <a:cubicBezTo>
                  <a:pt x="87" y="47"/>
                  <a:pt x="87" y="47"/>
                  <a:pt x="87" y="47"/>
                </a:cubicBezTo>
                <a:cubicBezTo>
                  <a:pt x="78" y="43"/>
                  <a:pt x="70" y="38"/>
                  <a:pt x="62" y="33"/>
                </a:cubicBezTo>
                <a:cubicBezTo>
                  <a:pt x="30" y="90"/>
                  <a:pt x="30" y="90"/>
                  <a:pt x="30" y="90"/>
                </a:cubicBezTo>
                <a:cubicBezTo>
                  <a:pt x="38" y="94"/>
                  <a:pt x="46" y="99"/>
                  <a:pt x="54" y="104"/>
                </a:cubicBezTo>
                <a:cubicBezTo>
                  <a:pt x="62" y="90"/>
                  <a:pt x="62" y="90"/>
                  <a:pt x="62" y="90"/>
                </a:cubicBezTo>
                <a:cubicBezTo>
                  <a:pt x="58" y="86"/>
                  <a:pt x="56" y="81"/>
                  <a:pt x="56" y="76"/>
                </a:cubicBezTo>
                <a:cubicBezTo>
                  <a:pt x="56" y="71"/>
                  <a:pt x="58" y="66"/>
                  <a:pt x="62" y="63"/>
                </a:cubicBezTo>
                <a:cubicBezTo>
                  <a:pt x="62" y="63"/>
                  <a:pt x="62" y="63"/>
                  <a:pt x="62" y="63"/>
                </a:cubicBezTo>
                <a:cubicBezTo>
                  <a:pt x="67" y="58"/>
                  <a:pt x="73" y="57"/>
                  <a:pt x="80" y="59"/>
                </a:cubicBezTo>
                <a:close/>
                <a:moveTo>
                  <a:pt x="82" y="69"/>
                </a:moveTo>
                <a:cubicBezTo>
                  <a:pt x="82" y="69"/>
                  <a:pt x="82" y="69"/>
                  <a:pt x="82" y="69"/>
                </a:cubicBezTo>
                <a:cubicBezTo>
                  <a:pt x="78" y="65"/>
                  <a:pt x="71" y="65"/>
                  <a:pt x="67" y="69"/>
                </a:cubicBezTo>
                <a:cubicBezTo>
                  <a:pt x="67" y="69"/>
                  <a:pt x="67" y="69"/>
                  <a:pt x="67" y="69"/>
                </a:cubicBezTo>
                <a:cubicBezTo>
                  <a:pt x="67" y="69"/>
                  <a:pt x="67" y="69"/>
                  <a:pt x="67" y="69"/>
                </a:cubicBezTo>
                <a:cubicBezTo>
                  <a:pt x="65" y="71"/>
                  <a:pt x="64" y="73"/>
                  <a:pt x="64" y="76"/>
                </a:cubicBezTo>
                <a:cubicBezTo>
                  <a:pt x="64" y="82"/>
                  <a:pt x="69" y="86"/>
                  <a:pt x="75" y="86"/>
                </a:cubicBezTo>
                <a:cubicBezTo>
                  <a:pt x="77" y="86"/>
                  <a:pt x="80" y="85"/>
                  <a:pt x="82" y="83"/>
                </a:cubicBezTo>
                <a:cubicBezTo>
                  <a:pt x="82" y="83"/>
                  <a:pt x="82" y="83"/>
                  <a:pt x="82" y="83"/>
                </a:cubicBezTo>
                <a:cubicBezTo>
                  <a:pt x="84" y="81"/>
                  <a:pt x="85" y="79"/>
                  <a:pt x="85" y="76"/>
                </a:cubicBezTo>
                <a:cubicBezTo>
                  <a:pt x="85" y="73"/>
                  <a:pt x="84" y="71"/>
                  <a:pt x="82" y="69"/>
                </a:cubicBezTo>
                <a:cubicBezTo>
                  <a:pt x="82" y="69"/>
                  <a:pt x="82" y="69"/>
                  <a:pt x="82" y="69"/>
                </a:cubicBezTo>
                <a:close/>
                <a:moveTo>
                  <a:pt x="33" y="101"/>
                </a:moveTo>
                <a:cubicBezTo>
                  <a:pt x="33" y="101"/>
                  <a:pt x="33" y="101"/>
                  <a:pt x="33" y="101"/>
                </a:cubicBezTo>
                <a:cubicBezTo>
                  <a:pt x="31" y="104"/>
                  <a:pt x="31" y="104"/>
                  <a:pt x="31" y="104"/>
                </a:cubicBezTo>
                <a:cubicBezTo>
                  <a:pt x="41" y="109"/>
                  <a:pt x="41" y="109"/>
                  <a:pt x="41" y="109"/>
                </a:cubicBezTo>
                <a:cubicBezTo>
                  <a:pt x="42" y="106"/>
                  <a:pt x="42" y="106"/>
                  <a:pt x="42" y="106"/>
                </a:cubicBezTo>
                <a:cubicBezTo>
                  <a:pt x="33" y="101"/>
                  <a:pt x="33" y="101"/>
                  <a:pt x="33" y="101"/>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0" name="Freeform 12"/>
          <p:cNvSpPr>
            <a:spLocks noEditPoints="1"/>
          </p:cNvSpPr>
          <p:nvPr/>
        </p:nvSpPr>
        <p:spPr bwMode="auto">
          <a:xfrm>
            <a:off x="134107" y="2472073"/>
            <a:ext cx="130548" cy="187604"/>
          </a:xfrm>
          <a:custGeom>
            <a:avLst/>
            <a:gdLst>
              <a:gd name="T0" fmla="*/ 3 w 121"/>
              <a:gd name="T1" fmla="*/ 119 h 174"/>
              <a:gd name="T2" fmla="*/ 23 w 121"/>
              <a:gd name="T3" fmla="*/ 115 h 174"/>
              <a:gd name="T4" fmla="*/ 38 w 121"/>
              <a:gd name="T5" fmla="*/ 74 h 174"/>
              <a:gd name="T6" fmla="*/ 38 w 121"/>
              <a:gd name="T7" fmla="*/ 74 h 174"/>
              <a:gd name="T8" fmla="*/ 38 w 121"/>
              <a:gd name="T9" fmla="*/ 29 h 174"/>
              <a:gd name="T10" fmla="*/ 54 w 121"/>
              <a:gd name="T11" fmla="*/ 21 h 174"/>
              <a:gd name="T12" fmla="*/ 60 w 121"/>
              <a:gd name="T13" fmla="*/ 0 h 174"/>
              <a:gd name="T14" fmla="*/ 67 w 121"/>
              <a:gd name="T15" fmla="*/ 21 h 174"/>
              <a:gd name="T16" fmla="*/ 92 w 121"/>
              <a:gd name="T17" fmla="*/ 51 h 174"/>
              <a:gd name="T18" fmla="*/ 82 w 121"/>
              <a:gd name="T19" fmla="*/ 74 h 174"/>
              <a:gd name="T20" fmla="*/ 98 w 121"/>
              <a:gd name="T21" fmla="*/ 115 h 174"/>
              <a:gd name="T22" fmla="*/ 117 w 121"/>
              <a:gd name="T23" fmla="*/ 119 h 174"/>
              <a:gd name="T24" fmla="*/ 102 w 121"/>
              <a:gd name="T25" fmla="*/ 124 h 174"/>
              <a:gd name="T26" fmla="*/ 116 w 121"/>
              <a:gd name="T27" fmla="*/ 159 h 174"/>
              <a:gd name="T28" fmla="*/ 120 w 121"/>
              <a:gd name="T29" fmla="*/ 168 h 174"/>
              <a:gd name="T30" fmla="*/ 113 w 121"/>
              <a:gd name="T31" fmla="*/ 171 h 174"/>
              <a:gd name="T32" fmla="*/ 108 w 121"/>
              <a:gd name="T33" fmla="*/ 162 h 174"/>
              <a:gd name="T34" fmla="*/ 87 w 121"/>
              <a:gd name="T35" fmla="*/ 124 h 174"/>
              <a:gd name="T36" fmla="*/ 67 w 121"/>
              <a:gd name="T37" fmla="*/ 129 h 174"/>
              <a:gd name="T38" fmla="*/ 54 w 121"/>
              <a:gd name="T39" fmla="*/ 129 h 174"/>
              <a:gd name="T40" fmla="*/ 34 w 121"/>
              <a:gd name="T41" fmla="*/ 124 h 174"/>
              <a:gd name="T42" fmla="*/ 13 w 121"/>
              <a:gd name="T43" fmla="*/ 162 h 174"/>
              <a:gd name="T44" fmla="*/ 8 w 121"/>
              <a:gd name="T45" fmla="*/ 171 h 174"/>
              <a:gd name="T46" fmla="*/ 1 w 121"/>
              <a:gd name="T47" fmla="*/ 168 h 174"/>
              <a:gd name="T48" fmla="*/ 5 w 121"/>
              <a:gd name="T49" fmla="*/ 159 h 174"/>
              <a:gd name="T50" fmla="*/ 19 w 121"/>
              <a:gd name="T51" fmla="*/ 124 h 174"/>
              <a:gd name="T52" fmla="*/ 54 w 121"/>
              <a:gd name="T53" fmla="*/ 115 h 174"/>
              <a:gd name="T54" fmla="*/ 54 w 121"/>
              <a:gd name="T55" fmla="*/ 110 h 174"/>
              <a:gd name="T56" fmla="*/ 67 w 121"/>
              <a:gd name="T57" fmla="*/ 110 h 174"/>
              <a:gd name="T58" fmla="*/ 83 w 121"/>
              <a:gd name="T59" fmla="*/ 115 h 174"/>
              <a:gd name="T60" fmla="*/ 54 w 121"/>
              <a:gd name="T61" fmla="*/ 82 h 174"/>
              <a:gd name="T62" fmla="*/ 54 w 121"/>
              <a:gd name="T63" fmla="*/ 115 h 174"/>
              <a:gd name="T64" fmla="*/ 73 w 121"/>
              <a:gd name="T65" fmla="*/ 39 h 174"/>
              <a:gd name="T66" fmla="*/ 48 w 121"/>
              <a:gd name="T67" fmla="*/ 39 h 174"/>
              <a:gd name="T68" fmla="*/ 48 w 121"/>
              <a:gd name="T69" fmla="*/ 64 h 174"/>
              <a:gd name="T70" fmla="*/ 68 w 121"/>
              <a:gd name="T71" fmla="*/ 68 h 174"/>
              <a:gd name="T72" fmla="*/ 73 w 121"/>
              <a:gd name="T73" fmla="*/ 64 h 174"/>
              <a:gd name="T74" fmla="*/ 73 w 121"/>
              <a:gd name="T75" fmla="*/ 39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1" h="174">
                <a:moveTo>
                  <a:pt x="8" y="124"/>
                </a:moveTo>
                <a:cubicBezTo>
                  <a:pt x="5" y="124"/>
                  <a:pt x="3" y="122"/>
                  <a:pt x="3" y="119"/>
                </a:cubicBezTo>
                <a:cubicBezTo>
                  <a:pt x="3" y="117"/>
                  <a:pt x="5" y="115"/>
                  <a:pt x="8" y="115"/>
                </a:cubicBezTo>
                <a:cubicBezTo>
                  <a:pt x="23" y="115"/>
                  <a:pt x="23" y="115"/>
                  <a:pt x="23" y="115"/>
                </a:cubicBezTo>
                <a:cubicBezTo>
                  <a:pt x="42" y="77"/>
                  <a:pt x="42" y="77"/>
                  <a:pt x="42" y="77"/>
                </a:cubicBezTo>
                <a:cubicBezTo>
                  <a:pt x="41" y="76"/>
                  <a:pt x="40" y="75"/>
                  <a:pt x="38" y="74"/>
                </a:cubicBezTo>
                <a:cubicBezTo>
                  <a:pt x="38" y="74"/>
                  <a:pt x="38" y="74"/>
                  <a:pt x="38" y="74"/>
                </a:cubicBezTo>
                <a:cubicBezTo>
                  <a:pt x="38" y="74"/>
                  <a:pt x="38" y="74"/>
                  <a:pt x="38" y="74"/>
                </a:cubicBezTo>
                <a:cubicBezTo>
                  <a:pt x="33" y="68"/>
                  <a:pt x="29" y="60"/>
                  <a:pt x="29" y="51"/>
                </a:cubicBezTo>
                <a:cubicBezTo>
                  <a:pt x="29" y="43"/>
                  <a:pt x="33" y="35"/>
                  <a:pt x="38" y="29"/>
                </a:cubicBezTo>
                <a:cubicBezTo>
                  <a:pt x="39" y="29"/>
                  <a:pt x="39" y="29"/>
                  <a:pt x="39" y="29"/>
                </a:cubicBezTo>
                <a:cubicBezTo>
                  <a:pt x="43" y="25"/>
                  <a:pt x="48" y="22"/>
                  <a:pt x="54" y="21"/>
                </a:cubicBezTo>
                <a:cubicBezTo>
                  <a:pt x="54" y="7"/>
                  <a:pt x="54" y="7"/>
                  <a:pt x="54" y="7"/>
                </a:cubicBezTo>
                <a:cubicBezTo>
                  <a:pt x="54" y="3"/>
                  <a:pt x="57" y="0"/>
                  <a:pt x="60" y="0"/>
                </a:cubicBezTo>
                <a:cubicBezTo>
                  <a:pt x="64" y="0"/>
                  <a:pt x="67" y="3"/>
                  <a:pt x="67" y="7"/>
                </a:cubicBezTo>
                <a:cubicBezTo>
                  <a:pt x="67" y="21"/>
                  <a:pt x="67" y="21"/>
                  <a:pt x="67" y="21"/>
                </a:cubicBezTo>
                <a:cubicBezTo>
                  <a:pt x="73" y="22"/>
                  <a:pt x="78" y="25"/>
                  <a:pt x="82" y="29"/>
                </a:cubicBezTo>
                <a:cubicBezTo>
                  <a:pt x="88" y="35"/>
                  <a:pt x="92" y="43"/>
                  <a:pt x="92" y="51"/>
                </a:cubicBezTo>
                <a:cubicBezTo>
                  <a:pt x="92" y="60"/>
                  <a:pt x="88" y="68"/>
                  <a:pt x="82" y="74"/>
                </a:cubicBezTo>
                <a:cubicBezTo>
                  <a:pt x="82" y="74"/>
                  <a:pt x="82" y="74"/>
                  <a:pt x="82" y="74"/>
                </a:cubicBezTo>
                <a:cubicBezTo>
                  <a:pt x="81" y="75"/>
                  <a:pt x="80" y="76"/>
                  <a:pt x="79" y="77"/>
                </a:cubicBezTo>
                <a:cubicBezTo>
                  <a:pt x="98" y="115"/>
                  <a:pt x="98" y="115"/>
                  <a:pt x="98" y="115"/>
                </a:cubicBezTo>
                <a:cubicBezTo>
                  <a:pt x="113" y="115"/>
                  <a:pt x="113" y="115"/>
                  <a:pt x="113" y="115"/>
                </a:cubicBezTo>
                <a:cubicBezTo>
                  <a:pt x="116" y="115"/>
                  <a:pt x="117" y="117"/>
                  <a:pt x="117" y="119"/>
                </a:cubicBezTo>
                <a:cubicBezTo>
                  <a:pt x="117" y="122"/>
                  <a:pt x="116" y="124"/>
                  <a:pt x="113" y="124"/>
                </a:cubicBezTo>
                <a:cubicBezTo>
                  <a:pt x="102" y="124"/>
                  <a:pt x="102" y="124"/>
                  <a:pt x="102" y="124"/>
                </a:cubicBezTo>
                <a:cubicBezTo>
                  <a:pt x="116" y="153"/>
                  <a:pt x="116" y="153"/>
                  <a:pt x="116" y="153"/>
                </a:cubicBezTo>
                <a:cubicBezTo>
                  <a:pt x="117" y="155"/>
                  <a:pt x="117" y="157"/>
                  <a:pt x="116" y="159"/>
                </a:cubicBezTo>
                <a:cubicBezTo>
                  <a:pt x="117" y="162"/>
                  <a:pt x="117" y="162"/>
                  <a:pt x="117" y="162"/>
                </a:cubicBezTo>
                <a:cubicBezTo>
                  <a:pt x="120" y="168"/>
                  <a:pt x="120" y="168"/>
                  <a:pt x="120" y="168"/>
                </a:cubicBezTo>
                <a:cubicBezTo>
                  <a:pt x="121" y="170"/>
                  <a:pt x="120" y="172"/>
                  <a:pt x="118" y="173"/>
                </a:cubicBezTo>
                <a:cubicBezTo>
                  <a:pt x="116" y="174"/>
                  <a:pt x="114" y="173"/>
                  <a:pt x="113" y="171"/>
                </a:cubicBezTo>
                <a:cubicBezTo>
                  <a:pt x="110" y="165"/>
                  <a:pt x="110" y="165"/>
                  <a:pt x="110" y="165"/>
                </a:cubicBezTo>
                <a:cubicBezTo>
                  <a:pt x="108" y="162"/>
                  <a:pt x="108" y="162"/>
                  <a:pt x="108" y="162"/>
                </a:cubicBezTo>
                <a:cubicBezTo>
                  <a:pt x="106" y="162"/>
                  <a:pt x="104" y="160"/>
                  <a:pt x="103" y="158"/>
                </a:cubicBezTo>
                <a:cubicBezTo>
                  <a:pt x="87" y="124"/>
                  <a:pt x="87" y="124"/>
                  <a:pt x="87" y="124"/>
                </a:cubicBezTo>
                <a:cubicBezTo>
                  <a:pt x="67" y="124"/>
                  <a:pt x="67" y="124"/>
                  <a:pt x="67" y="124"/>
                </a:cubicBezTo>
                <a:cubicBezTo>
                  <a:pt x="67" y="129"/>
                  <a:pt x="67" y="129"/>
                  <a:pt x="67" y="129"/>
                </a:cubicBezTo>
                <a:cubicBezTo>
                  <a:pt x="67" y="132"/>
                  <a:pt x="64" y="136"/>
                  <a:pt x="60" y="136"/>
                </a:cubicBezTo>
                <a:cubicBezTo>
                  <a:pt x="57" y="136"/>
                  <a:pt x="54" y="132"/>
                  <a:pt x="54" y="129"/>
                </a:cubicBezTo>
                <a:cubicBezTo>
                  <a:pt x="54" y="124"/>
                  <a:pt x="54" y="124"/>
                  <a:pt x="54" y="124"/>
                </a:cubicBezTo>
                <a:cubicBezTo>
                  <a:pt x="34" y="124"/>
                  <a:pt x="34" y="124"/>
                  <a:pt x="34" y="124"/>
                </a:cubicBezTo>
                <a:cubicBezTo>
                  <a:pt x="17" y="158"/>
                  <a:pt x="17" y="158"/>
                  <a:pt x="17" y="158"/>
                </a:cubicBezTo>
                <a:cubicBezTo>
                  <a:pt x="16" y="160"/>
                  <a:pt x="15" y="162"/>
                  <a:pt x="13" y="162"/>
                </a:cubicBezTo>
                <a:cubicBezTo>
                  <a:pt x="11" y="165"/>
                  <a:pt x="11" y="165"/>
                  <a:pt x="11" y="165"/>
                </a:cubicBezTo>
                <a:cubicBezTo>
                  <a:pt x="8" y="171"/>
                  <a:pt x="8" y="171"/>
                  <a:pt x="8" y="171"/>
                </a:cubicBezTo>
                <a:cubicBezTo>
                  <a:pt x="7" y="173"/>
                  <a:pt x="5" y="174"/>
                  <a:pt x="3" y="173"/>
                </a:cubicBezTo>
                <a:cubicBezTo>
                  <a:pt x="1" y="172"/>
                  <a:pt x="0" y="170"/>
                  <a:pt x="1" y="168"/>
                </a:cubicBezTo>
                <a:cubicBezTo>
                  <a:pt x="4" y="162"/>
                  <a:pt x="4" y="162"/>
                  <a:pt x="4" y="162"/>
                </a:cubicBezTo>
                <a:cubicBezTo>
                  <a:pt x="5" y="159"/>
                  <a:pt x="5" y="159"/>
                  <a:pt x="5" y="159"/>
                </a:cubicBezTo>
                <a:cubicBezTo>
                  <a:pt x="4" y="157"/>
                  <a:pt x="4" y="155"/>
                  <a:pt x="5" y="153"/>
                </a:cubicBezTo>
                <a:cubicBezTo>
                  <a:pt x="19" y="124"/>
                  <a:pt x="19" y="124"/>
                  <a:pt x="19" y="124"/>
                </a:cubicBezTo>
                <a:cubicBezTo>
                  <a:pt x="8" y="124"/>
                  <a:pt x="8" y="124"/>
                  <a:pt x="8" y="124"/>
                </a:cubicBezTo>
                <a:close/>
                <a:moveTo>
                  <a:pt x="54" y="115"/>
                </a:moveTo>
                <a:cubicBezTo>
                  <a:pt x="54" y="115"/>
                  <a:pt x="54" y="115"/>
                  <a:pt x="54" y="115"/>
                </a:cubicBezTo>
                <a:cubicBezTo>
                  <a:pt x="54" y="110"/>
                  <a:pt x="54" y="110"/>
                  <a:pt x="54" y="110"/>
                </a:cubicBezTo>
                <a:cubicBezTo>
                  <a:pt x="54" y="107"/>
                  <a:pt x="57" y="103"/>
                  <a:pt x="60" y="103"/>
                </a:cubicBezTo>
                <a:cubicBezTo>
                  <a:pt x="64" y="103"/>
                  <a:pt x="67" y="107"/>
                  <a:pt x="67" y="110"/>
                </a:cubicBezTo>
                <a:cubicBezTo>
                  <a:pt x="67" y="115"/>
                  <a:pt x="67" y="115"/>
                  <a:pt x="67" y="115"/>
                </a:cubicBezTo>
                <a:cubicBezTo>
                  <a:pt x="83" y="115"/>
                  <a:pt x="83" y="115"/>
                  <a:pt x="83" y="115"/>
                </a:cubicBezTo>
                <a:cubicBezTo>
                  <a:pt x="67" y="82"/>
                  <a:pt x="67" y="82"/>
                  <a:pt x="67" y="82"/>
                </a:cubicBezTo>
                <a:cubicBezTo>
                  <a:pt x="63" y="83"/>
                  <a:pt x="58" y="83"/>
                  <a:pt x="54" y="82"/>
                </a:cubicBezTo>
                <a:cubicBezTo>
                  <a:pt x="38" y="115"/>
                  <a:pt x="38" y="115"/>
                  <a:pt x="38" y="115"/>
                </a:cubicBezTo>
                <a:cubicBezTo>
                  <a:pt x="54" y="115"/>
                  <a:pt x="54" y="115"/>
                  <a:pt x="54" y="115"/>
                </a:cubicBezTo>
                <a:close/>
                <a:moveTo>
                  <a:pt x="73" y="39"/>
                </a:moveTo>
                <a:cubicBezTo>
                  <a:pt x="73" y="39"/>
                  <a:pt x="73" y="39"/>
                  <a:pt x="73" y="39"/>
                </a:cubicBezTo>
                <a:cubicBezTo>
                  <a:pt x="66" y="32"/>
                  <a:pt x="55" y="32"/>
                  <a:pt x="48" y="39"/>
                </a:cubicBezTo>
                <a:cubicBezTo>
                  <a:pt x="48" y="39"/>
                  <a:pt x="48" y="39"/>
                  <a:pt x="48" y="39"/>
                </a:cubicBezTo>
                <a:cubicBezTo>
                  <a:pt x="45" y="42"/>
                  <a:pt x="43" y="47"/>
                  <a:pt x="43" y="51"/>
                </a:cubicBezTo>
                <a:cubicBezTo>
                  <a:pt x="43" y="56"/>
                  <a:pt x="45" y="61"/>
                  <a:pt x="48" y="64"/>
                </a:cubicBezTo>
                <a:cubicBezTo>
                  <a:pt x="53" y="69"/>
                  <a:pt x="61" y="71"/>
                  <a:pt x="67" y="68"/>
                </a:cubicBezTo>
                <a:cubicBezTo>
                  <a:pt x="68" y="68"/>
                  <a:pt x="68" y="68"/>
                  <a:pt x="68" y="68"/>
                </a:cubicBezTo>
                <a:cubicBezTo>
                  <a:pt x="69" y="67"/>
                  <a:pt x="71" y="66"/>
                  <a:pt x="73" y="64"/>
                </a:cubicBezTo>
                <a:cubicBezTo>
                  <a:pt x="73" y="64"/>
                  <a:pt x="73" y="64"/>
                  <a:pt x="73" y="64"/>
                </a:cubicBezTo>
                <a:cubicBezTo>
                  <a:pt x="76" y="61"/>
                  <a:pt x="78" y="56"/>
                  <a:pt x="78" y="51"/>
                </a:cubicBezTo>
                <a:cubicBezTo>
                  <a:pt x="78" y="47"/>
                  <a:pt x="76" y="42"/>
                  <a:pt x="73" y="39"/>
                </a:cubicBezTo>
                <a:cubicBezTo>
                  <a:pt x="73" y="39"/>
                  <a:pt x="73" y="39"/>
                  <a:pt x="73" y="39"/>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1" name="Freeform 13"/>
          <p:cNvSpPr>
            <a:spLocks noEditPoints="1"/>
          </p:cNvSpPr>
          <p:nvPr/>
        </p:nvSpPr>
        <p:spPr bwMode="auto">
          <a:xfrm>
            <a:off x="93026" y="1695727"/>
            <a:ext cx="212710" cy="176648"/>
          </a:xfrm>
          <a:custGeom>
            <a:avLst/>
            <a:gdLst>
              <a:gd name="T0" fmla="*/ 111 w 197"/>
              <a:gd name="T1" fmla="*/ 11 h 164"/>
              <a:gd name="T2" fmla="*/ 0 w 197"/>
              <a:gd name="T3" fmla="*/ 15 h 164"/>
              <a:gd name="T4" fmla="*/ 105 w 197"/>
              <a:gd name="T5" fmla="*/ 164 h 164"/>
              <a:gd name="T6" fmla="*/ 136 w 197"/>
              <a:gd name="T7" fmla="*/ 159 h 164"/>
              <a:gd name="T8" fmla="*/ 196 w 197"/>
              <a:gd name="T9" fmla="*/ 142 h 164"/>
              <a:gd name="T10" fmla="*/ 52 w 197"/>
              <a:gd name="T11" fmla="*/ 150 h 164"/>
              <a:gd name="T12" fmla="*/ 52 w 197"/>
              <a:gd name="T13" fmla="*/ 22 h 164"/>
              <a:gd name="T14" fmla="*/ 99 w 197"/>
              <a:gd name="T15" fmla="*/ 150 h 164"/>
              <a:gd name="T16" fmla="*/ 99 w 197"/>
              <a:gd name="T17" fmla="*/ 22 h 164"/>
              <a:gd name="T18" fmla="*/ 147 w 197"/>
              <a:gd name="T19" fmla="*/ 149 h 164"/>
              <a:gd name="T20" fmla="*/ 181 w 197"/>
              <a:gd name="T21" fmla="*/ 139 h 164"/>
              <a:gd name="T22" fmla="*/ 23 w 197"/>
              <a:gd name="T23" fmla="*/ 133 h 164"/>
              <a:gd name="T24" fmla="*/ 42 w 197"/>
              <a:gd name="T25" fmla="*/ 134 h 164"/>
              <a:gd name="T26" fmla="*/ 43 w 197"/>
              <a:gd name="T27" fmla="*/ 114 h 164"/>
              <a:gd name="T28" fmla="*/ 23 w 197"/>
              <a:gd name="T29" fmla="*/ 114 h 164"/>
              <a:gd name="T30" fmla="*/ 29 w 197"/>
              <a:gd name="T31" fmla="*/ 120 h 164"/>
              <a:gd name="T32" fmla="*/ 37 w 197"/>
              <a:gd name="T33" fmla="*/ 120 h 164"/>
              <a:gd name="T34" fmla="*/ 37 w 197"/>
              <a:gd name="T35" fmla="*/ 128 h 164"/>
              <a:gd name="T36" fmla="*/ 29 w 197"/>
              <a:gd name="T37" fmla="*/ 127 h 164"/>
              <a:gd name="T38" fmla="*/ 32 w 197"/>
              <a:gd name="T39" fmla="*/ 91 h 164"/>
              <a:gd name="T40" fmla="*/ 36 w 197"/>
              <a:gd name="T41" fmla="*/ 38 h 164"/>
              <a:gd name="T42" fmla="*/ 28 w 197"/>
              <a:gd name="T43" fmla="*/ 87 h 164"/>
              <a:gd name="T44" fmla="*/ 134 w 197"/>
              <a:gd name="T45" fmla="*/ 31 h 164"/>
              <a:gd name="T46" fmla="*/ 149 w 197"/>
              <a:gd name="T47" fmla="*/ 86 h 164"/>
              <a:gd name="T48" fmla="*/ 134 w 197"/>
              <a:gd name="T49" fmla="*/ 31 h 164"/>
              <a:gd name="T50" fmla="*/ 69 w 197"/>
              <a:gd name="T51" fmla="*/ 133 h 164"/>
              <a:gd name="T52" fmla="*/ 88 w 197"/>
              <a:gd name="T53" fmla="*/ 133 h 164"/>
              <a:gd name="T54" fmla="*/ 79 w 197"/>
              <a:gd name="T55" fmla="*/ 110 h 164"/>
              <a:gd name="T56" fmla="*/ 65 w 197"/>
              <a:gd name="T57" fmla="*/ 124 h 164"/>
              <a:gd name="T58" fmla="*/ 75 w 197"/>
              <a:gd name="T59" fmla="*/ 120 h 164"/>
              <a:gd name="T60" fmla="*/ 82 w 197"/>
              <a:gd name="T61" fmla="*/ 120 h 164"/>
              <a:gd name="T62" fmla="*/ 82 w 197"/>
              <a:gd name="T63" fmla="*/ 128 h 164"/>
              <a:gd name="T64" fmla="*/ 74 w 197"/>
              <a:gd name="T65" fmla="*/ 127 h 164"/>
              <a:gd name="T66" fmla="*/ 81 w 197"/>
              <a:gd name="T67" fmla="*/ 91 h 164"/>
              <a:gd name="T68" fmla="*/ 85 w 197"/>
              <a:gd name="T69" fmla="*/ 38 h 164"/>
              <a:gd name="T70" fmla="*/ 77 w 197"/>
              <a:gd name="T71" fmla="*/ 87 h 164"/>
              <a:gd name="T72" fmla="*/ 148 w 197"/>
              <a:gd name="T73" fmla="*/ 109 h 164"/>
              <a:gd name="T74" fmla="*/ 148 w 197"/>
              <a:gd name="T75" fmla="*/ 128 h 164"/>
              <a:gd name="T76" fmla="*/ 167 w 197"/>
              <a:gd name="T77" fmla="*/ 128 h 164"/>
              <a:gd name="T78" fmla="*/ 168 w 197"/>
              <a:gd name="T79" fmla="*/ 109 h 164"/>
              <a:gd name="T80" fmla="*/ 158 w 197"/>
              <a:gd name="T81" fmla="*/ 105 h 164"/>
              <a:gd name="T82" fmla="*/ 154 w 197"/>
              <a:gd name="T83" fmla="*/ 114 h 164"/>
              <a:gd name="T84" fmla="*/ 163 w 197"/>
              <a:gd name="T85" fmla="*/ 118 h 164"/>
              <a:gd name="T86" fmla="*/ 154 w 197"/>
              <a:gd name="T87" fmla="*/ 122 h 164"/>
              <a:gd name="T88" fmla="*/ 154 w 197"/>
              <a:gd name="T89" fmla="*/ 114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97" h="164">
                <a:moveTo>
                  <a:pt x="159" y="6"/>
                </a:moveTo>
                <a:cubicBezTo>
                  <a:pt x="158" y="2"/>
                  <a:pt x="155" y="0"/>
                  <a:pt x="151" y="1"/>
                </a:cubicBezTo>
                <a:cubicBezTo>
                  <a:pt x="111" y="11"/>
                  <a:pt x="111" y="11"/>
                  <a:pt x="111" y="11"/>
                </a:cubicBezTo>
                <a:cubicBezTo>
                  <a:pt x="110" y="10"/>
                  <a:pt x="108" y="8"/>
                  <a:pt x="105" y="8"/>
                </a:cubicBezTo>
                <a:cubicBezTo>
                  <a:pt x="7" y="8"/>
                  <a:pt x="7" y="8"/>
                  <a:pt x="7" y="8"/>
                </a:cubicBezTo>
                <a:cubicBezTo>
                  <a:pt x="3" y="8"/>
                  <a:pt x="0" y="11"/>
                  <a:pt x="0" y="15"/>
                </a:cubicBezTo>
                <a:cubicBezTo>
                  <a:pt x="0" y="157"/>
                  <a:pt x="0" y="157"/>
                  <a:pt x="0" y="157"/>
                </a:cubicBezTo>
                <a:cubicBezTo>
                  <a:pt x="0" y="161"/>
                  <a:pt x="3" y="164"/>
                  <a:pt x="7" y="164"/>
                </a:cubicBezTo>
                <a:cubicBezTo>
                  <a:pt x="105" y="164"/>
                  <a:pt x="105" y="164"/>
                  <a:pt x="105" y="164"/>
                </a:cubicBezTo>
                <a:cubicBezTo>
                  <a:pt x="109" y="164"/>
                  <a:pt x="112" y="161"/>
                  <a:pt x="112" y="157"/>
                </a:cubicBezTo>
                <a:cubicBezTo>
                  <a:pt x="112" y="71"/>
                  <a:pt x="112" y="71"/>
                  <a:pt x="112" y="71"/>
                </a:cubicBezTo>
                <a:cubicBezTo>
                  <a:pt x="136" y="159"/>
                  <a:pt x="136" y="159"/>
                  <a:pt x="136" y="159"/>
                </a:cubicBezTo>
                <a:cubicBezTo>
                  <a:pt x="136" y="162"/>
                  <a:pt x="140" y="164"/>
                  <a:pt x="144" y="163"/>
                </a:cubicBezTo>
                <a:cubicBezTo>
                  <a:pt x="191" y="151"/>
                  <a:pt x="191" y="151"/>
                  <a:pt x="191" y="151"/>
                </a:cubicBezTo>
                <a:cubicBezTo>
                  <a:pt x="195" y="150"/>
                  <a:pt x="197" y="146"/>
                  <a:pt x="196" y="142"/>
                </a:cubicBezTo>
                <a:cubicBezTo>
                  <a:pt x="159" y="6"/>
                  <a:pt x="159" y="6"/>
                  <a:pt x="159" y="6"/>
                </a:cubicBezTo>
                <a:close/>
                <a:moveTo>
                  <a:pt x="52" y="150"/>
                </a:moveTo>
                <a:cubicBezTo>
                  <a:pt x="52" y="150"/>
                  <a:pt x="52" y="150"/>
                  <a:pt x="52" y="150"/>
                </a:cubicBezTo>
                <a:cubicBezTo>
                  <a:pt x="14" y="150"/>
                  <a:pt x="14" y="150"/>
                  <a:pt x="14" y="150"/>
                </a:cubicBezTo>
                <a:cubicBezTo>
                  <a:pt x="14" y="22"/>
                  <a:pt x="14" y="22"/>
                  <a:pt x="14" y="22"/>
                </a:cubicBezTo>
                <a:cubicBezTo>
                  <a:pt x="52" y="22"/>
                  <a:pt x="52" y="22"/>
                  <a:pt x="52" y="22"/>
                </a:cubicBezTo>
                <a:cubicBezTo>
                  <a:pt x="52" y="150"/>
                  <a:pt x="52" y="150"/>
                  <a:pt x="52" y="150"/>
                </a:cubicBezTo>
                <a:close/>
                <a:moveTo>
                  <a:pt x="99" y="150"/>
                </a:moveTo>
                <a:cubicBezTo>
                  <a:pt x="99" y="150"/>
                  <a:pt x="99" y="150"/>
                  <a:pt x="99" y="150"/>
                </a:cubicBezTo>
                <a:cubicBezTo>
                  <a:pt x="60" y="150"/>
                  <a:pt x="60" y="150"/>
                  <a:pt x="60" y="150"/>
                </a:cubicBezTo>
                <a:cubicBezTo>
                  <a:pt x="60" y="22"/>
                  <a:pt x="60" y="22"/>
                  <a:pt x="60" y="22"/>
                </a:cubicBezTo>
                <a:cubicBezTo>
                  <a:pt x="99" y="22"/>
                  <a:pt x="99" y="22"/>
                  <a:pt x="99" y="22"/>
                </a:cubicBezTo>
                <a:cubicBezTo>
                  <a:pt x="99" y="150"/>
                  <a:pt x="99" y="150"/>
                  <a:pt x="99" y="150"/>
                </a:cubicBezTo>
                <a:close/>
                <a:moveTo>
                  <a:pt x="147" y="149"/>
                </a:moveTo>
                <a:cubicBezTo>
                  <a:pt x="147" y="149"/>
                  <a:pt x="147" y="149"/>
                  <a:pt x="147" y="149"/>
                </a:cubicBezTo>
                <a:cubicBezTo>
                  <a:pt x="114" y="25"/>
                  <a:pt x="114" y="25"/>
                  <a:pt x="114" y="25"/>
                </a:cubicBezTo>
                <a:cubicBezTo>
                  <a:pt x="148" y="16"/>
                  <a:pt x="148" y="16"/>
                  <a:pt x="148" y="16"/>
                </a:cubicBezTo>
                <a:cubicBezTo>
                  <a:pt x="181" y="139"/>
                  <a:pt x="181" y="139"/>
                  <a:pt x="181" y="139"/>
                </a:cubicBezTo>
                <a:cubicBezTo>
                  <a:pt x="147" y="149"/>
                  <a:pt x="147" y="149"/>
                  <a:pt x="147" y="149"/>
                </a:cubicBezTo>
                <a:close/>
                <a:moveTo>
                  <a:pt x="23" y="133"/>
                </a:moveTo>
                <a:cubicBezTo>
                  <a:pt x="23" y="133"/>
                  <a:pt x="23" y="133"/>
                  <a:pt x="23" y="133"/>
                </a:cubicBezTo>
                <a:cubicBezTo>
                  <a:pt x="23" y="133"/>
                  <a:pt x="23" y="133"/>
                  <a:pt x="23" y="133"/>
                </a:cubicBezTo>
                <a:cubicBezTo>
                  <a:pt x="26" y="136"/>
                  <a:pt x="29" y="137"/>
                  <a:pt x="33" y="137"/>
                </a:cubicBezTo>
                <a:cubicBezTo>
                  <a:pt x="37" y="137"/>
                  <a:pt x="40" y="136"/>
                  <a:pt x="42" y="134"/>
                </a:cubicBezTo>
                <a:cubicBezTo>
                  <a:pt x="43" y="133"/>
                  <a:pt x="43" y="133"/>
                  <a:pt x="43" y="133"/>
                </a:cubicBezTo>
                <a:cubicBezTo>
                  <a:pt x="45" y="131"/>
                  <a:pt x="47" y="127"/>
                  <a:pt x="47" y="124"/>
                </a:cubicBezTo>
                <a:cubicBezTo>
                  <a:pt x="47" y="120"/>
                  <a:pt x="45" y="116"/>
                  <a:pt x="43" y="114"/>
                </a:cubicBezTo>
                <a:cubicBezTo>
                  <a:pt x="42" y="114"/>
                  <a:pt x="42" y="114"/>
                  <a:pt x="42" y="114"/>
                </a:cubicBezTo>
                <a:cubicBezTo>
                  <a:pt x="40" y="112"/>
                  <a:pt x="37" y="110"/>
                  <a:pt x="33" y="110"/>
                </a:cubicBezTo>
                <a:cubicBezTo>
                  <a:pt x="29" y="110"/>
                  <a:pt x="26" y="112"/>
                  <a:pt x="23" y="114"/>
                </a:cubicBezTo>
                <a:cubicBezTo>
                  <a:pt x="21" y="116"/>
                  <a:pt x="19" y="120"/>
                  <a:pt x="19" y="124"/>
                </a:cubicBezTo>
                <a:cubicBezTo>
                  <a:pt x="19" y="127"/>
                  <a:pt x="21" y="131"/>
                  <a:pt x="23" y="133"/>
                </a:cubicBezTo>
                <a:close/>
                <a:moveTo>
                  <a:pt x="29" y="120"/>
                </a:moveTo>
                <a:cubicBezTo>
                  <a:pt x="29" y="120"/>
                  <a:pt x="29" y="120"/>
                  <a:pt x="29" y="120"/>
                </a:cubicBezTo>
                <a:cubicBezTo>
                  <a:pt x="30" y="119"/>
                  <a:pt x="31" y="118"/>
                  <a:pt x="33" y="118"/>
                </a:cubicBezTo>
                <a:cubicBezTo>
                  <a:pt x="34" y="118"/>
                  <a:pt x="36" y="119"/>
                  <a:pt x="37" y="120"/>
                </a:cubicBezTo>
                <a:cubicBezTo>
                  <a:pt x="37" y="120"/>
                  <a:pt x="37" y="120"/>
                  <a:pt x="37" y="120"/>
                </a:cubicBezTo>
                <a:cubicBezTo>
                  <a:pt x="38" y="121"/>
                  <a:pt x="38" y="122"/>
                  <a:pt x="38" y="124"/>
                </a:cubicBezTo>
                <a:cubicBezTo>
                  <a:pt x="38" y="125"/>
                  <a:pt x="38" y="127"/>
                  <a:pt x="37" y="128"/>
                </a:cubicBezTo>
                <a:cubicBezTo>
                  <a:pt x="36" y="129"/>
                  <a:pt x="34" y="129"/>
                  <a:pt x="33" y="129"/>
                </a:cubicBezTo>
                <a:cubicBezTo>
                  <a:pt x="31" y="129"/>
                  <a:pt x="30" y="129"/>
                  <a:pt x="29" y="128"/>
                </a:cubicBezTo>
                <a:cubicBezTo>
                  <a:pt x="29" y="127"/>
                  <a:pt x="29" y="127"/>
                  <a:pt x="29" y="127"/>
                </a:cubicBezTo>
                <a:cubicBezTo>
                  <a:pt x="28" y="126"/>
                  <a:pt x="27" y="125"/>
                  <a:pt x="27" y="124"/>
                </a:cubicBezTo>
                <a:cubicBezTo>
                  <a:pt x="27" y="122"/>
                  <a:pt x="28" y="121"/>
                  <a:pt x="29" y="120"/>
                </a:cubicBezTo>
                <a:close/>
                <a:moveTo>
                  <a:pt x="32" y="91"/>
                </a:moveTo>
                <a:cubicBezTo>
                  <a:pt x="32" y="91"/>
                  <a:pt x="32" y="91"/>
                  <a:pt x="32" y="91"/>
                </a:cubicBezTo>
                <a:cubicBezTo>
                  <a:pt x="34" y="91"/>
                  <a:pt x="36" y="89"/>
                  <a:pt x="36" y="87"/>
                </a:cubicBezTo>
                <a:cubicBezTo>
                  <a:pt x="36" y="38"/>
                  <a:pt x="36" y="38"/>
                  <a:pt x="36" y="38"/>
                </a:cubicBezTo>
                <a:cubicBezTo>
                  <a:pt x="36" y="35"/>
                  <a:pt x="34" y="34"/>
                  <a:pt x="32" y="34"/>
                </a:cubicBezTo>
                <a:cubicBezTo>
                  <a:pt x="29" y="34"/>
                  <a:pt x="28" y="35"/>
                  <a:pt x="28" y="38"/>
                </a:cubicBezTo>
                <a:cubicBezTo>
                  <a:pt x="28" y="87"/>
                  <a:pt x="28" y="87"/>
                  <a:pt x="28" y="87"/>
                </a:cubicBezTo>
                <a:cubicBezTo>
                  <a:pt x="28" y="89"/>
                  <a:pt x="29" y="91"/>
                  <a:pt x="32" y="91"/>
                </a:cubicBezTo>
                <a:close/>
                <a:moveTo>
                  <a:pt x="134" y="31"/>
                </a:moveTo>
                <a:cubicBezTo>
                  <a:pt x="134" y="31"/>
                  <a:pt x="134" y="31"/>
                  <a:pt x="134" y="31"/>
                </a:cubicBezTo>
                <a:cubicBezTo>
                  <a:pt x="132" y="32"/>
                  <a:pt x="131" y="34"/>
                  <a:pt x="131" y="36"/>
                </a:cubicBezTo>
                <a:cubicBezTo>
                  <a:pt x="144" y="84"/>
                  <a:pt x="144" y="84"/>
                  <a:pt x="144" y="84"/>
                </a:cubicBezTo>
                <a:cubicBezTo>
                  <a:pt x="144" y="86"/>
                  <a:pt x="146" y="87"/>
                  <a:pt x="149" y="86"/>
                </a:cubicBezTo>
                <a:cubicBezTo>
                  <a:pt x="151" y="86"/>
                  <a:pt x="152" y="84"/>
                  <a:pt x="152" y="82"/>
                </a:cubicBezTo>
                <a:cubicBezTo>
                  <a:pt x="139" y="34"/>
                  <a:pt x="139" y="34"/>
                  <a:pt x="139" y="34"/>
                </a:cubicBezTo>
                <a:cubicBezTo>
                  <a:pt x="138" y="32"/>
                  <a:pt x="136" y="31"/>
                  <a:pt x="134" y="31"/>
                </a:cubicBezTo>
                <a:close/>
                <a:moveTo>
                  <a:pt x="69" y="133"/>
                </a:moveTo>
                <a:cubicBezTo>
                  <a:pt x="69" y="133"/>
                  <a:pt x="69" y="133"/>
                  <a:pt x="69" y="133"/>
                </a:cubicBezTo>
                <a:cubicBezTo>
                  <a:pt x="69" y="133"/>
                  <a:pt x="69" y="133"/>
                  <a:pt x="69" y="133"/>
                </a:cubicBezTo>
                <a:cubicBezTo>
                  <a:pt x="71" y="136"/>
                  <a:pt x="75" y="137"/>
                  <a:pt x="79" y="137"/>
                </a:cubicBezTo>
                <a:cubicBezTo>
                  <a:pt x="82" y="137"/>
                  <a:pt x="86" y="136"/>
                  <a:pt x="88" y="134"/>
                </a:cubicBezTo>
                <a:cubicBezTo>
                  <a:pt x="88" y="133"/>
                  <a:pt x="88" y="133"/>
                  <a:pt x="88" y="133"/>
                </a:cubicBezTo>
                <a:cubicBezTo>
                  <a:pt x="91" y="131"/>
                  <a:pt x="92" y="127"/>
                  <a:pt x="92" y="124"/>
                </a:cubicBezTo>
                <a:cubicBezTo>
                  <a:pt x="92" y="120"/>
                  <a:pt x="91" y="116"/>
                  <a:pt x="88" y="114"/>
                </a:cubicBezTo>
                <a:cubicBezTo>
                  <a:pt x="86" y="112"/>
                  <a:pt x="82" y="110"/>
                  <a:pt x="79" y="110"/>
                </a:cubicBezTo>
                <a:cubicBezTo>
                  <a:pt x="75" y="110"/>
                  <a:pt x="71" y="112"/>
                  <a:pt x="69" y="114"/>
                </a:cubicBezTo>
                <a:cubicBezTo>
                  <a:pt x="69" y="114"/>
                  <a:pt x="69" y="114"/>
                  <a:pt x="69" y="114"/>
                </a:cubicBezTo>
                <a:cubicBezTo>
                  <a:pt x="66" y="116"/>
                  <a:pt x="65" y="120"/>
                  <a:pt x="65" y="124"/>
                </a:cubicBezTo>
                <a:cubicBezTo>
                  <a:pt x="65" y="127"/>
                  <a:pt x="66" y="131"/>
                  <a:pt x="69" y="133"/>
                </a:cubicBezTo>
                <a:close/>
                <a:moveTo>
                  <a:pt x="75" y="120"/>
                </a:moveTo>
                <a:cubicBezTo>
                  <a:pt x="75" y="120"/>
                  <a:pt x="75" y="120"/>
                  <a:pt x="75" y="120"/>
                </a:cubicBezTo>
                <a:cubicBezTo>
                  <a:pt x="76" y="119"/>
                  <a:pt x="77" y="118"/>
                  <a:pt x="79" y="118"/>
                </a:cubicBezTo>
                <a:cubicBezTo>
                  <a:pt x="80" y="118"/>
                  <a:pt x="81" y="119"/>
                  <a:pt x="82" y="120"/>
                </a:cubicBezTo>
                <a:cubicBezTo>
                  <a:pt x="82" y="120"/>
                  <a:pt x="82" y="120"/>
                  <a:pt x="82" y="120"/>
                </a:cubicBezTo>
                <a:cubicBezTo>
                  <a:pt x="84" y="121"/>
                  <a:pt x="84" y="122"/>
                  <a:pt x="84" y="124"/>
                </a:cubicBezTo>
                <a:cubicBezTo>
                  <a:pt x="84" y="125"/>
                  <a:pt x="84" y="127"/>
                  <a:pt x="83" y="128"/>
                </a:cubicBezTo>
                <a:cubicBezTo>
                  <a:pt x="82" y="128"/>
                  <a:pt x="82" y="128"/>
                  <a:pt x="82" y="128"/>
                </a:cubicBezTo>
                <a:cubicBezTo>
                  <a:pt x="81" y="129"/>
                  <a:pt x="80" y="129"/>
                  <a:pt x="79" y="129"/>
                </a:cubicBezTo>
                <a:cubicBezTo>
                  <a:pt x="77" y="129"/>
                  <a:pt x="76" y="129"/>
                  <a:pt x="75" y="128"/>
                </a:cubicBezTo>
                <a:cubicBezTo>
                  <a:pt x="74" y="127"/>
                  <a:pt x="74" y="127"/>
                  <a:pt x="74" y="127"/>
                </a:cubicBezTo>
                <a:cubicBezTo>
                  <a:pt x="74" y="126"/>
                  <a:pt x="73" y="125"/>
                  <a:pt x="73" y="124"/>
                </a:cubicBezTo>
                <a:cubicBezTo>
                  <a:pt x="73" y="122"/>
                  <a:pt x="74" y="121"/>
                  <a:pt x="75" y="120"/>
                </a:cubicBezTo>
                <a:close/>
                <a:moveTo>
                  <a:pt x="81" y="91"/>
                </a:moveTo>
                <a:cubicBezTo>
                  <a:pt x="81" y="91"/>
                  <a:pt x="81" y="91"/>
                  <a:pt x="81" y="91"/>
                </a:cubicBezTo>
                <a:cubicBezTo>
                  <a:pt x="83" y="91"/>
                  <a:pt x="85" y="89"/>
                  <a:pt x="85" y="87"/>
                </a:cubicBezTo>
                <a:cubicBezTo>
                  <a:pt x="85" y="38"/>
                  <a:pt x="85" y="38"/>
                  <a:pt x="85" y="38"/>
                </a:cubicBezTo>
                <a:cubicBezTo>
                  <a:pt x="85" y="35"/>
                  <a:pt x="83" y="34"/>
                  <a:pt x="81" y="34"/>
                </a:cubicBezTo>
                <a:cubicBezTo>
                  <a:pt x="79" y="34"/>
                  <a:pt x="77" y="35"/>
                  <a:pt x="77" y="38"/>
                </a:cubicBezTo>
                <a:cubicBezTo>
                  <a:pt x="77" y="87"/>
                  <a:pt x="77" y="87"/>
                  <a:pt x="77" y="87"/>
                </a:cubicBezTo>
                <a:cubicBezTo>
                  <a:pt x="77" y="89"/>
                  <a:pt x="79" y="91"/>
                  <a:pt x="81" y="91"/>
                </a:cubicBezTo>
                <a:close/>
                <a:moveTo>
                  <a:pt x="148" y="109"/>
                </a:moveTo>
                <a:cubicBezTo>
                  <a:pt x="148" y="109"/>
                  <a:pt x="148" y="109"/>
                  <a:pt x="148" y="109"/>
                </a:cubicBezTo>
                <a:cubicBezTo>
                  <a:pt x="146" y="111"/>
                  <a:pt x="144" y="114"/>
                  <a:pt x="144" y="118"/>
                </a:cubicBezTo>
                <a:cubicBezTo>
                  <a:pt x="144" y="122"/>
                  <a:pt x="146" y="125"/>
                  <a:pt x="148" y="128"/>
                </a:cubicBezTo>
                <a:cubicBezTo>
                  <a:pt x="148" y="128"/>
                  <a:pt x="148" y="128"/>
                  <a:pt x="148" y="128"/>
                </a:cubicBezTo>
                <a:cubicBezTo>
                  <a:pt x="151" y="130"/>
                  <a:pt x="154" y="132"/>
                  <a:pt x="158" y="132"/>
                </a:cubicBezTo>
                <a:cubicBezTo>
                  <a:pt x="161" y="132"/>
                  <a:pt x="165" y="131"/>
                  <a:pt x="167" y="128"/>
                </a:cubicBezTo>
                <a:cubicBezTo>
                  <a:pt x="167" y="128"/>
                  <a:pt x="167" y="128"/>
                  <a:pt x="167" y="128"/>
                </a:cubicBezTo>
                <a:cubicBezTo>
                  <a:pt x="168" y="128"/>
                  <a:pt x="168" y="128"/>
                  <a:pt x="168" y="128"/>
                </a:cubicBezTo>
                <a:cubicBezTo>
                  <a:pt x="170" y="126"/>
                  <a:pt x="171" y="122"/>
                  <a:pt x="171" y="118"/>
                </a:cubicBezTo>
                <a:cubicBezTo>
                  <a:pt x="171" y="114"/>
                  <a:pt x="170" y="111"/>
                  <a:pt x="168" y="109"/>
                </a:cubicBezTo>
                <a:cubicBezTo>
                  <a:pt x="168" y="109"/>
                  <a:pt x="168" y="109"/>
                  <a:pt x="168" y="109"/>
                </a:cubicBezTo>
                <a:cubicBezTo>
                  <a:pt x="168" y="109"/>
                  <a:pt x="168" y="109"/>
                  <a:pt x="168" y="109"/>
                </a:cubicBezTo>
                <a:cubicBezTo>
                  <a:pt x="165" y="106"/>
                  <a:pt x="162" y="105"/>
                  <a:pt x="158" y="105"/>
                </a:cubicBezTo>
                <a:cubicBezTo>
                  <a:pt x="154" y="105"/>
                  <a:pt x="151" y="106"/>
                  <a:pt x="148" y="109"/>
                </a:cubicBezTo>
                <a:close/>
                <a:moveTo>
                  <a:pt x="154" y="114"/>
                </a:moveTo>
                <a:cubicBezTo>
                  <a:pt x="154" y="114"/>
                  <a:pt x="154" y="114"/>
                  <a:pt x="154" y="114"/>
                </a:cubicBezTo>
                <a:cubicBezTo>
                  <a:pt x="155" y="113"/>
                  <a:pt x="156" y="113"/>
                  <a:pt x="158" y="113"/>
                </a:cubicBezTo>
                <a:cubicBezTo>
                  <a:pt x="159" y="113"/>
                  <a:pt x="161" y="113"/>
                  <a:pt x="162" y="114"/>
                </a:cubicBezTo>
                <a:cubicBezTo>
                  <a:pt x="163" y="115"/>
                  <a:pt x="163" y="117"/>
                  <a:pt x="163" y="118"/>
                </a:cubicBezTo>
                <a:cubicBezTo>
                  <a:pt x="163" y="120"/>
                  <a:pt x="163" y="121"/>
                  <a:pt x="162" y="122"/>
                </a:cubicBezTo>
                <a:cubicBezTo>
                  <a:pt x="161" y="123"/>
                  <a:pt x="159" y="124"/>
                  <a:pt x="158" y="124"/>
                </a:cubicBezTo>
                <a:cubicBezTo>
                  <a:pt x="156" y="124"/>
                  <a:pt x="155" y="123"/>
                  <a:pt x="154" y="122"/>
                </a:cubicBezTo>
                <a:cubicBezTo>
                  <a:pt x="154" y="122"/>
                  <a:pt x="154" y="122"/>
                  <a:pt x="154" y="122"/>
                </a:cubicBezTo>
                <a:cubicBezTo>
                  <a:pt x="153" y="121"/>
                  <a:pt x="152" y="120"/>
                  <a:pt x="152" y="118"/>
                </a:cubicBezTo>
                <a:cubicBezTo>
                  <a:pt x="152" y="117"/>
                  <a:pt x="153" y="115"/>
                  <a:pt x="154" y="114"/>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8" name="Freeform 10"/>
          <p:cNvSpPr>
            <a:spLocks noEditPoints="1"/>
          </p:cNvSpPr>
          <p:nvPr/>
        </p:nvSpPr>
        <p:spPr bwMode="auto">
          <a:xfrm>
            <a:off x="107850" y="2091788"/>
            <a:ext cx="174824" cy="175280"/>
          </a:xfrm>
          <a:custGeom>
            <a:avLst/>
            <a:gdLst>
              <a:gd name="T0" fmla="*/ 47 w 162"/>
              <a:gd name="T1" fmla="*/ 34 h 163"/>
              <a:gd name="T2" fmla="*/ 34 w 162"/>
              <a:gd name="T3" fmla="*/ 47 h 163"/>
              <a:gd name="T4" fmla="*/ 32 w 162"/>
              <a:gd name="T5" fmla="*/ 61 h 163"/>
              <a:gd name="T6" fmla="*/ 41 w 162"/>
              <a:gd name="T7" fmla="*/ 52 h 163"/>
              <a:gd name="T8" fmla="*/ 52 w 162"/>
              <a:gd name="T9" fmla="*/ 41 h 163"/>
              <a:gd name="T10" fmla="*/ 60 w 162"/>
              <a:gd name="T11" fmla="*/ 32 h 163"/>
              <a:gd name="T12" fmla="*/ 160 w 162"/>
              <a:gd name="T13" fmla="*/ 150 h 163"/>
              <a:gd name="T14" fmla="*/ 130 w 162"/>
              <a:gd name="T15" fmla="*/ 121 h 163"/>
              <a:gd name="T16" fmla="*/ 147 w 162"/>
              <a:gd name="T17" fmla="*/ 74 h 163"/>
              <a:gd name="T18" fmla="*/ 142 w 162"/>
              <a:gd name="T19" fmla="*/ 46 h 163"/>
              <a:gd name="T20" fmla="*/ 126 w 162"/>
              <a:gd name="T21" fmla="*/ 22 h 163"/>
              <a:gd name="T22" fmla="*/ 74 w 162"/>
              <a:gd name="T23" fmla="*/ 0 h 163"/>
              <a:gd name="T24" fmla="*/ 6 w 162"/>
              <a:gd name="T25" fmla="*/ 46 h 163"/>
              <a:gd name="T26" fmla="*/ 5 w 162"/>
              <a:gd name="T27" fmla="*/ 102 h 163"/>
              <a:gd name="T28" fmla="*/ 21 w 162"/>
              <a:gd name="T29" fmla="*/ 126 h 163"/>
              <a:gd name="T30" fmla="*/ 45 w 162"/>
              <a:gd name="T31" fmla="*/ 142 h 163"/>
              <a:gd name="T32" fmla="*/ 45 w 162"/>
              <a:gd name="T33" fmla="*/ 142 h 163"/>
              <a:gd name="T34" fmla="*/ 102 w 162"/>
              <a:gd name="T35" fmla="*/ 142 h 163"/>
              <a:gd name="T36" fmla="*/ 150 w 162"/>
              <a:gd name="T37" fmla="*/ 160 h 163"/>
              <a:gd name="T38" fmla="*/ 160 w 162"/>
              <a:gd name="T39" fmla="*/ 150 h 163"/>
              <a:gd name="T40" fmla="*/ 116 w 162"/>
              <a:gd name="T41" fmla="*/ 117 h 163"/>
              <a:gd name="T42" fmla="*/ 97 w 162"/>
              <a:gd name="T43" fmla="*/ 130 h 163"/>
              <a:gd name="T44" fmla="*/ 51 w 162"/>
              <a:gd name="T45" fmla="*/ 130 h 163"/>
              <a:gd name="T46" fmla="*/ 31 w 162"/>
              <a:gd name="T47" fmla="*/ 117 h 163"/>
              <a:gd name="T48" fmla="*/ 31 w 162"/>
              <a:gd name="T49" fmla="*/ 117 h 163"/>
              <a:gd name="T50" fmla="*/ 18 w 162"/>
              <a:gd name="T51" fmla="*/ 97 h 163"/>
              <a:gd name="T52" fmla="*/ 18 w 162"/>
              <a:gd name="T53" fmla="*/ 51 h 163"/>
              <a:gd name="T54" fmla="*/ 74 w 162"/>
              <a:gd name="T55" fmla="*/ 14 h 163"/>
              <a:gd name="T56" fmla="*/ 116 w 162"/>
              <a:gd name="T57" fmla="*/ 31 h 163"/>
              <a:gd name="T58" fmla="*/ 129 w 162"/>
              <a:gd name="T59" fmla="*/ 51 h 163"/>
              <a:gd name="T60" fmla="*/ 134 w 162"/>
              <a:gd name="T61" fmla="*/ 74 h 163"/>
              <a:gd name="T62" fmla="*/ 116 w 162"/>
              <a:gd name="T63" fmla="*/ 117 h 163"/>
              <a:gd name="T64" fmla="*/ 117 w 162"/>
              <a:gd name="T65" fmla="*/ 70 h 163"/>
              <a:gd name="T66" fmla="*/ 110 w 162"/>
              <a:gd name="T67" fmla="*/ 89 h 163"/>
              <a:gd name="T68" fmla="*/ 102 w 162"/>
              <a:gd name="T69" fmla="*/ 102 h 163"/>
              <a:gd name="T70" fmla="*/ 74 w 162"/>
              <a:gd name="T71" fmla="*/ 114 h 163"/>
              <a:gd name="T72" fmla="*/ 74 w 162"/>
              <a:gd name="T73" fmla="*/ 122 h 163"/>
              <a:gd name="T74" fmla="*/ 107 w 162"/>
              <a:gd name="T75" fmla="*/ 108 h 163"/>
              <a:gd name="T76" fmla="*/ 118 w 162"/>
              <a:gd name="T77" fmla="*/ 92 h 163"/>
              <a:gd name="T78" fmla="*/ 117 w 162"/>
              <a:gd name="T79" fmla="*/ 70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62" h="163">
                <a:moveTo>
                  <a:pt x="55" y="30"/>
                </a:moveTo>
                <a:cubicBezTo>
                  <a:pt x="52" y="31"/>
                  <a:pt x="50" y="33"/>
                  <a:pt x="47" y="34"/>
                </a:cubicBezTo>
                <a:cubicBezTo>
                  <a:pt x="44" y="36"/>
                  <a:pt x="42" y="38"/>
                  <a:pt x="40" y="40"/>
                </a:cubicBezTo>
                <a:cubicBezTo>
                  <a:pt x="38" y="42"/>
                  <a:pt x="36" y="45"/>
                  <a:pt x="34" y="47"/>
                </a:cubicBezTo>
                <a:cubicBezTo>
                  <a:pt x="32" y="50"/>
                  <a:pt x="31" y="53"/>
                  <a:pt x="30" y="55"/>
                </a:cubicBezTo>
                <a:cubicBezTo>
                  <a:pt x="29" y="57"/>
                  <a:pt x="30" y="60"/>
                  <a:pt x="32" y="61"/>
                </a:cubicBezTo>
                <a:cubicBezTo>
                  <a:pt x="34" y="62"/>
                  <a:pt x="36" y="61"/>
                  <a:pt x="37" y="59"/>
                </a:cubicBezTo>
                <a:cubicBezTo>
                  <a:pt x="38" y="56"/>
                  <a:pt x="39" y="54"/>
                  <a:pt x="41" y="52"/>
                </a:cubicBezTo>
                <a:cubicBezTo>
                  <a:pt x="42" y="50"/>
                  <a:pt x="44" y="48"/>
                  <a:pt x="46" y="46"/>
                </a:cubicBezTo>
                <a:cubicBezTo>
                  <a:pt x="48" y="44"/>
                  <a:pt x="49" y="43"/>
                  <a:pt x="52" y="41"/>
                </a:cubicBezTo>
                <a:cubicBezTo>
                  <a:pt x="54" y="40"/>
                  <a:pt x="56" y="38"/>
                  <a:pt x="58" y="37"/>
                </a:cubicBezTo>
                <a:cubicBezTo>
                  <a:pt x="60" y="37"/>
                  <a:pt x="61" y="34"/>
                  <a:pt x="60" y="32"/>
                </a:cubicBezTo>
                <a:cubicBezTo>
                  <a:pt x="59" y="30"/>
                  <a:pt x="57" y="29"/>
                  <a:pt x="55" y="30"/>
                </a:cubicBezTo>
                <a:close/>
                <a:moveTo>
                  <a:pt x="160" y="150"/>
                </a:moveTo>
                <a:cubicBezTo>
                  <a:pt x="160" y="150"/>
                  <a:pt x="160" y="150"/>
                  <a:pt x="160" y="150"/>
                </a:cubicBezTo>
                <a:cubicBezTo>
                  <a:pt x="130" y="121"/>
                  <a:pt x="130" y="121"/>
                  <a:pt x="130" y="121"/>
                </a:cubicBezTo>
                <a:cubicBezTo>
                  <a:pt x="135" y="115"/>
                  <a:pt x="139" y="109"/>
                  <a:pt x="142" y="102"/>
                </a:cubicBezTo>
                <a:cubicBezTo>
                  <a:pt x="145" y="93"/>
                  <a:pt x="147" y="84"/>
                  <a:pt x="147" y="74"/>
                </a:cubicBezTo>
                <a:cubicBezTo>
                  <a:pt x="147" y="64"/>
                  <a:pt x="145" y="55"/>
                  <a:pt x="142" y="46"/>
                </a:cubicBezTo>
                <a:cubicBezTo>
                  <a:pt x="142" y="46"/>
                  <a:pt x="142" y="46"/>
                  <a:pt x="142" y="46"/>
                </a:cubicBezTo>
                <a:cubicBezTo>
                  <a:pt x="138" y="37"/>
                  <a:pt x="133" y="29"/>
                  <a:pt x="126" y="22"/>
                </a:cubicBezTo>
                <a:cubicBezTo>
                  <a:pt x="126" y="22"/>
                  <a:pt x="126" y="22"/>
                  <a:pt x="126" y="22"/>
                </a:cubicBezTo>
                <a:cubicBezTo>
                  <a:pt x="119" y="15"/>
                  <a:pt x="111" y="10"/>
                  <a:pt x="102" y="6"/>
                </a:cubicBezTo>
                <a:cubicBezTo>
                  <a:pt x="93" y="2"/>
                  <a:pt x="84" y="0"/>
                  <a:pt x="74" y="0"/>
                </a:cubicBezTo>
                <a:cubicBezTo>
                  <a:pt x="53" y="0"/>
                  <a:pt x="35" y="8"/>
                  <a:pt x="21" y="22"/>
                </a:cubicBezTo>
                <a:cubicBezTo>
                  <a:pt x="15" y="29"/>
                  <a:pt x="9" y="37"/>
                  <a:pt x="6" y="46"/>
                </a:cubicBezTo>
                <a:cubicBezTo>
                  <a:pt x="2" y="55"/>
                  <a:pt x="0" y="64"/>
                  <a:pt x="0" y="74"/>
                </a:cubicBezTo>
                <a:cubicBezTo>
                  <a:pt x="0" y="84"/>
                  <a:pt x="2" y="93"/>
                  <a:pt x="5" y="102"/>
                </a:cubicBezTo>
                <a:cubicBezTo>
                  <a:pt x="6" y="102"/>
                  <a:pt x="6" y="102"/>
                  <a:pt x="6" y="102"/>
                </a:cubicBezTo>
                <a:cubicBezTo>
                  <a:pt x="9" y="111"/>
                  <a:pt x="15" y="119"/>
                  <a:pt x="21" y="126"/>
                </a:cubicBezTo>
                <a:cubicBezTo>
                  <a:pt x="22" y="126"/>
                  <a:pt x="22" y="126"/>
                  <a:pt x="22" y="126"/>
                </a:cubicBezTo>
                <a:cubicBezTo>
                  <a:pt x="28" y="133"/>
                  <a:pt x="36" y="138"/>
                  <a:pt x="45" y="142"/>
                </a:cubicBezTo>
                <a:cubicBezTo>
                  <a:pt x="45" y="142"/>
                  <a:pt x="45" y="142"/>
                  <a:pt x="45" y="142"/>
                </a:cubicBezTo>
                <a:cubicBezTo>
                  <a:pt x="45" y="142"/>
                  <a:pt x="45" y="142"/>
                  <a:pt x="45" y="142"/>
                </a:cubicBezTo>
                <a:cubicBezTo>
                  <a:pt x="54" y="146"/>
                  <a:pt x="64" y="148"/>
                  <a:pt x="74" y="148"/>
                </a:cubicBezTo>
                <a:cubicBezTo>
                  <a:pt x="84" y="148"/>
                  <a:pt x="93" y="146"/>
                  <a:pt x="102" y="142"/>
                </a:cubicBezTo>
                <a:cubicBezTo>
                  <a:pt x="109" y="139"/>
                  <a:pt x="115" y="135"/>
                  <a:pt x="121" y="131"/>
                </a:cubicBezTo>
                <a:cubicBezTo>
                  <a:pt x="150" y="160"/>
                  <a:pt x="150" y="160"/>
                  <a:pt x="150" y="160"/>
                </a:cubicBezTo>
                <a:cubicBezTo>
                  <a:pt x="153" y="163"/>
                  <a:pt x="157" y="163"/>
                  <a:pt x="160" y="160"/>
                </a:cubicBezTo>
                <a:cubicBezTo>
                  <a:pt x="162" y="157"/>
                  <a:pt x="162" y="153"/>
                  <a:pt x="160" y="150"/>
                </a:cubicBezTo>
                <a:close/>
                <a:moveTo>
                  <a:pt x="116" y="117"/>
                </a:moveTo>
                <a:cubicBezTo>
                  <a:pt x="116" y="117"/>
                  <a:pt x="116" y="117"/>
                  <a:pt x="116" y="117"/>
                </a:cubicBezTo>
                <a:cubicBezTo>
                  <a:pt x="116" y="117"/>
                  <a:pt x="116" y="117"/>
                  <a:pt x="116" y="117"/>
                </a:cubicBezTo>
                <a:cubicBezTo>
                  <a:pt x="111" y="122"/>
                  <a:pt x="104" y="127"/>
                  <a:pt x="97" y="130"/>
                </a:cubicBezTo>
                <a:cubicBezTo>
                  <a:pt x="90" y="133"/>
                  <a:pt x="82" y="134"/>
                  <a:pt x="74" y="134"/>
                </a:cubicBezTo>
                <a:cubicBezTo>
                  <a:pt x="65" y="134"/>
                  <a:pt x="58" y="133"/>
                  <a:pt x="51" y="130"/>
                </a:cubicBezTo>
                <a:cubicBezTo>
                  <a:pt x="51" y="130"/>
                  <a:pt x="51" y="130"/>
                  <a:pt x="51" y="130"/>
                </a:cubicBezTo>
                <a:cubicBezTo>
                  <a:pt x="43" y="127"/>
                  <a:pt x="37" y="122"/>
                  <a:pt x="31" y="117"/>
                </a:cubicBezTo>
                <a:cubicBezTo>
                  <a:pt x="31" y="117"/>
                  <a:pt x="31" y="117"/>
                  <a:pt x="31" y="117"/>
                </a:cubicBezTo>
                <a:cubicBezTo>
                  <a:pt x="31" y="117"/>
                  <a:pt x="31" y="117"/>
                  <a:pt x="31" y="117"/>
                </a:cubicBezTo>
                <a:cubicBezTo>
                  <a:pt x="26" y="111"/>
                  <a:pt x="21" y="104"/>
                  <a:pt x="18" y="97"/>
                </a:cubicBezTo>
                <a:cubicBezTo>
                  <a:pt x="18" y="97"/>
                  <a:pt x="18" y="97"/>
                  <a:pt x="18" y="97"/>
                </a:cubicBezTo>
                <a:cubicBezTo>
                  <a:pt x="15" y="90"/>
                  <a:pt x="13" y="82"/>
                  <a:pt x="13" y="74"/>
                </a:cubicBezTo>
                <a:cubicBezTo>
                  <a:pt x="13" y="66"/>
                  <a:pt x="15" y="58"/>
                  <a:pt x="18" y="51"/>
                </a:cubicBezTo>
                <a:cubicBezTo>
                  <a:pt x="21" y="44"/>
                  <a:pt x="26" y="37"/>
                  <a:pt x="31" y="31"/>
                </a:cubicBezTo>
                <a:cubicBezTo>
                  <a:pt x="42" y="21"/>
                  <a:pt x="57" y="14"/>
                  <a:pt x="74" y="14"/>
                </a:cubicBezTo>
                <a:cubicBezTo>
                  <a:pt x="82" y="14"/>
                  <a:pt x="90" y="15"/>
                  <a:pt x="97" y="18"/>
                </a:cubicBezTo>
                <a:cubicBezTo>
                  <a:pt x="104" y="21"/>
                  <a:pt x="111" y="26"/>
                  <a:pt x="116" y="31"/>
                </a:cubicBezTo>
                <a:cubicBezTo>
                  <a:pt x="117" y="32"/>
                  <a:pt x="117" y="32"/>
                  <a:pt x="117" y="32"/>
                </a:cubicBezTo>
                <a:cubicBezTo>
                  <a:pt x="122" y="37"/>
                  <a:pt x="126" y="44"/>
                  <a:pt x="129" y="51"/>
                </a:cubicBezTo>
                <a:cubicBezTo>
                  <a:pt x="129" y="51"/>
                  <a:pt x="129" y="51"/>
                  <a:pt x="129" y="51"/>
                </a:cubicBezTo>
                <a:cubicBezTo>
                  <a:pt x="132" y="58"/>
                  <a:pt x="134" y="66"/>
                  <a:pt x="134" y="74"/>
                </a:cubicBezTo>
                <a:cubicBezTo>
                  <a:pt x="134" y="82"/>
                  <a:pt x="132" y="90"/>
                  <a:pt x="129" y="97"/>
                </a:cubicBezTo>
                <a:cubicBezTo>
                  <a:pt x="126" y="104"/>
                  <a:pt x="122" y="111"/>
                  <a:pt x="116" y="117"/>
                </a:cubicBezTo>
                <a:close/>
                <a:moveTo>
                  <a:pt x="117" y="70"/>
                </a:moveTo>
                <a:cubicBezTo>
                  <a:pt x="117" y="70"/>
                  <a:pt x="117" y="70"/>
                  <a:pt x="117" y="70"/>
                </a:cubicBezTo>
                <a:cubicBezTo>
                  <a:pt x="115" y="70"/>
                  <a:pt x="113" y="72"/>
                  <a:pt x="113" y="74"/>
                </a:cubicBezTo>
                <a:cubicBezTo>
                  <a:pt x="113" y="79"/>
                  <a:pt x="112" y="84"/>
                  <a:pt x="110" y="89"/>
                </a:cubicBezTo>
                <a:cubicBezTo>
                  <a:pt x="110" y="89"/>
                  <a:pt x="110" y="89"/>
                  <a:pt x="110" y="89"/>
                </a:cubicBezTo>
                <a:cubicBezTo>
                  <a:pt x="108" y="94"/>
                  <a:pt x="105" y="98"/>
                  <a:pt x="102" y="102"/>
                </a:cubicBezTo>
                <a:cubicBezTo>
                  <a:pt x="98" y="106"/>
                  <a:pt x="94" y="109"/>
                  <a:pt x="89" y="111"/>
                </a:cubicBezTo>
                <a:cubicBezTo>
                  <a:pt x="84" y="113"/>
                  <a:pt x="79" y="114"/>
                  <a:pt x="74" y="114"/>
                </a:cubicBezTo>
                <a:cubicBezTo>
                  <a:pt x="71" y="114"/>
                  <a:pt x="70" y="115"/>
                  <a:pt x="70" y="118"/>
                </a:cubicBezTo>
                <a:cubicBezTo>
                  <a:pt x="70" y="120"/>
                  <a:pt x="71" y="122"/>
                  <a:pt x="74" y="122"/>
                </a:cubicBezTo>
                <a:cubicBezTo>
                  <a:pt x="80" y="122"/>
                  <a:pt x="86" y="120"/>
                  <a:pt x="92" y="118"/>
                </a:cubicBezTo>
                <a:cubicBezTo>
                  <a:pt x="98" y="116"/>
                  <a:pt x="103" y="112"/>
                  <a:pt x="107" y="108"/>
                </a:cubicBezTo>
                <a:cubicBezTo>
                  <a:pt x="112" y="103"/>
                  <a:pt x="115" y="98"/>
                  <a:pt x="118" y="92"/>
                </a:cubicBezTo>
                <a:cubicBezTo>
                  <a:pt x="118" y="92"/>
                  <a:pt x="118" y="92"/>
                  <a:pt x="118" y="92"/>
                </a:cubicBezTo>
                <a:cubicBezTo>
                  <a:pt x="120" y="86"/>
                  <a:pt x="121" y="80"/>
                  <a:pt x="121" y="74"/>
                </a:cubicBezTo>
                <a:cubicBezTo>
                  <a:pt x="121" y="72"/>
                  <a:pt x="120" y="70"/>
                  <a:pt x="117" y="70"/>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grpSp>
        <p:nvGrpSpPr>
          <p:cNvPr id="25" name="组合 24"/>
          <p:cNvGrpSpPr/>
          <p:nvPr/>
        </p:nvGrpSpPr>
        <p:grpSpPr>
          <a:xfrm>
            <a:off x="8632482" y="346839"/>
            <a:ext cx="156623" cy="156623"/>
            <a:chOff x="8689063" y="2493438"/>
            <a:chExt cx="156623" cy="156623"/>
          </a:xfrm>
        </p:grpSpPr>
        <p:sp>
          <p:nvSpPr>
            <p:cNvPr id="27" name="矩形 26"/>
            <p:cNvSpPr/>
            <p:nvPr/>
          </p:nvSpPr>
          <p:spPr>
            <a:xfrm>
              <a:off x="8689063" y="2493438"/>
              <a:ext cx="156623" cy="156623"/>
            </a:xfrm>
            <a:prstGeom prst="rect">
              <a:avLst/>
            </a:prstGeom>
            <a:solidFill>
              <a:srgbClr val="586B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任意多边形 27"/>
            <p:cNvSpPr/>
            <p:nvPr/>
          </p:nvSpPr>
          <p:spPr>
            <a:xfrm rot="10800000">
              <a:off x="8737889" y="2531868"/>
              <a:ext cx="58967" cy="79764"/>
            </a:xfrm>
            <a:custGeom>
              <a:avLst/>
              <a:gdLst>
                <a:gd name="connsiteX0" fmla="*/ 0 w 78581"/>
                <a:gd name="connsiteY0" fmla="*/ 0 h 152400"/>
                <a:gd name="connsiteX1" fmla="*/ 78581 w 78581"/>
                <a:gd name="connsiteY1" fmla="*/ 78581 h 152400"/>
                <a:gd name="connsiteX2" fmla="*/ 4762 w 78581"/>
                <a:gd name="connsiteY2" fmla="*/ 152400 h 152400"/>
              </a:gdLst>
              <a:ahLst/>
              <a:cxnLst>
                <a:cxn ang="0">
                  <a:pos x="connsiteX0" y="connsiteY0"/>
                </a:cxn>
                <a:cxn ang="0">
                  <a:pos x="connsiteX1" y="connsiteY1"/>
                </a:cxn>
                <a:cxn ang="0">
                  <a:pos x="connsiteX2" y="connsiteY2"/>
                </a:cxn>
              </a:cxnLst>
              <a:rect l="l" t="t" r="r" b="b"/>
              <a:pathLst>
                <a:path w="78581" h="152400">
                  <a:moveTo>
                    <a:pt x="0" y="0"/>
                  </a:moveTo>
                  <a:lnTo>
                    <a:pt x="78581" y="78581"/>
                  </a:lnTo>
                  <a:lnTo>
                    <a:pt x="4762" y="152400"/>
                  </a:lnTo>
                </a:path>
              </a:pathLst>
            </a:cu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9" name="组合 28"/>
          <p:cNvGrpSpPr/>
          <p:nvPr/>
        </p:nvGrpSpPr>
        <p:grpSpPr>
          <a:xfrm>
            <a:off x="8789105" y="346839"/>
            <a:ext cx="156623" cy="156623"/>
            <a:chOff x="8845686" y="2493438"/>
            <a:chExt cx="156623" cy="156623"/>
          </a:xfrm>
        </p:grpSpPr>
        <p:sp>
          <p:nvSpPr>
            <p:cNvPr id="39" name="矩形 38"/>
            <p:cNvSpPr/>
            <p:nvPr/>
          </p:nvSpPr>
          <p:spPr>
            <a:xfrm>
              <a:off x="8845686" y="2493438"/>
              <a:ext cx="156623" cy="156623"/>
            </a:xfrm>
            <a:prstGeom prst="rect">
              <a:avLst/>
            </a:prstGeom>
            <a:solidFill>
              <a:srgbClr val="37B0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任意多边形 39"/>
            <p:cNvSpPr/>
            <p:nvPr/>
          </p:nvSpPr>
          <p:spPr>
            <a:xfrm>
              <a:off x="8894513" y="2531868"/>
              <a:ext cx="58967" cy="79764"/>
            </a:xfrm>
            <a:custGeom>
              <a:avLst/>
              <a:gdLst>
                <a:gd name="connsiteX0" fmla="*/ 0 w 78581"/>
                <a:gd name="connsiteY0" fmla="*/ 0 h 152400"/>
                <a:gd name="connsiteX1" fmla="*/ 78581 w 78581"/>
                <a:gd name="connsiteY1" fmla="*/ 78581 h 152400"/>
                <a:gd name="connsiteX2" fmla="*/ 4762 w 78581"/>
                <a:gd name="connsiteY2" fmla="*/ 152400 h 152400"/>
              </a:gdLst>
              <a:ahLst/>
              <a:cxnLst>
                <a:cxn ang="0">
                  <a:pos x="connsiteX0" y="connsiteY0"/>
                </a:cxn>
                <a:cxn ang="0">
                  <a:pos x="connsiteX1" y="connsiteY1"/>
                </a:cxn>
                <a:cxn ang="0">
                  <a:pos x="connsiteX2" y="connsiteY2"/>
                </a:cxn>
              </a:cxnLst>
              <a:rect l="l" t="t" r="r" b="b"/>
              <a:pathLst>
                <a:path w="78581" h="152400">
                  <a:moveTo>
                    <a:pt x="0" y="0"/>
                  </a:moveTo>
                  <a:lnTo>
                    <a:pt x="78581" y="78581"/>
                  </a:lnTo>
                  <a:lnTo>
                    <a:pt x="4762" y="152400"/>
                  </a:lnTo>
                </a:path>
              </a:pathLst>
            </a:cu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1" name="矩形 40">
            <a:hlinkClick r:id="" action="ppaction://hlinkshowjump?jump=previousslide"/>
          </p:cNvPr>
          <p:cNvSpPr/>
          <p:nvPr/>
        </p:nvSpPr>
        <p:spPr>
          <a:xfrm>
            <a:off x="8632479" y="340203"/>
            <a:ext cx="156623" cy="166239"/>
          </a:xfrm>
          <a:prstGeom prst="rect">
            <a:avLst/>
          </a:prstGeom>
          <a:solidFill>
            <a:srgbClr val="37B0E8">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矩形 41">
            <a:hlinkClick r:id="" action="ppaction://hlinkshowjump?jump=nextslide"/>
          </p:cNvPr>
          <p:cNvSpPr/>
          <p:nvPr/>
        </p:nvSpPr>
        <p:spPr>
          <a:xfrm>
            <a:off x="8789102" y="340203"/>
            <a:ext cx="156623" cy="166239"/>
          </a:xfrm>
          <a:prstGeom prst="rect">
            <a:avLst/>
          </a:prstGeom>
          <a:solidFill>
            <a:srgbClr val="37B0E8">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矩形 42"/>
          <p:cNvSpPr/>
          <p:nvPr/>
        </p:nvSpPr>
        <p:spPr>
          <a:xfrm>
            <a:off x="5867400" y="262034"/>
            <a:ext cx="2665040" cy="285078"/>
          </a:xfrm>
          <a:prstGeom prst="rect">
            <a:avLst/>
          </a:prstGeom>
        </p:spPr>
        <p:txBody>
          <a:bodyPr wrap="square" lIns="0" tIns="0" rIns="0" bIns="0" anchor="ctr" anchorCtr="0">
            <a:spAutoFit/>
          </a:bodyPr>
          <a:lstStyle/>
          <a:p>
            <a:pPr algn="r">
              <a:lnSpc>
                <a:spcPct val="150000"/>
              </a:lnSpc>
            </a:pPr>
            <a:r>
              <a:rPr lang="zh-CN" altLang="en-US" sz="1400" b="1" dirty="0">
                <a:solidFill>
                  <a:srgbClr val="354454"/>
                </a:solidFill>
                <a:latin typeface="微软雅黑" pitchFamily="34" charset="-122"/>
                <a:ea typeface="微软雅黑" pitchFamily="34" charset="-122"/>
              </a:rPr>
              <a:t>研究总结</a:t>
            </a:r>
          </a:p>
        </p:txBody>
      </p:sp>
      <p:sp>
        <p:nvSpPr>
          <p:cNvPr id="26" name="矩形 25"/>
          <p:cNvSpPr/>
          <p:nvPr/>
        </p:nvSpPr>
        <p:spPr>
          <a:xfrm>
            <a:off x="614945" y="1653245"/>
            <a:ext cx="441146" cy="246221"/>
          </a:xfrm>
          <a:prstGeom prst="rect">
            <a:avLst/>
          </a:prstGeom>
        </p:spPr>
        <p:txBody>
          <a:bodyPr wrap="none">
            <a:spAutoFit/>
          </a:bodyPr>
          <a:lstStyle/>
          <a:p>
            <a:pPr algn="ctr"/>
            <a:r>
              <a:rPr lang="zh-CN" altLang="en-US" sz="1000" dirty="0">
                <a:ln w="6350">
                  <a:noFill/>
                </a:ln>
                <a:solidFill>
                  <a:srgbClr val="586B7F"/>
                </a:solidFill>
                <a:latin typeface="Impact" pitchFamily="34" charset="0"/>
                <a:ea typeface="微软雅黑" pitchFamily="34" charset="-122"/>
              </a:rPr>
              <a:t>绪论</a:t>
            </a:r>
          </a:p>
        </p:txBody>
      </p:sp>
      <p:sp>
        <p:nvSpPr>
          <p:cNvPr id="30" name="矩形 29"/>
          <p:cNvSpPr/>
          <p:nvPr/>
        </p:nvSpPr>
        <p:spPr>
          <a:xfrm>
            <a:off x="422584" y="2036065"/>
            <a:ext cx="825867" cy="246221"/>
          </a:xfrm>
          <a:prstGeom prst="rect">
            <a:avLst/>
          </a:prstGeom>
        </p:spPr>
        <p:txBody>
          <a:bodyPr wrap="none">
            <a:spAutoFit/>
          </a:bodyPr>
          <a:lstStyle/>
          <a:p>
            <a:pPr algn="ctr"/>
            <a:r>
              <a:rPr lang="zh-CN" altLang="en-US" sz="1000" dirty="0">
                <a:ln w="6350">
                  <a:noFill/>
                </a:ln>
                <a:solidFill>
                  <a:srgbClr val="586B7F"/>
                </a:solidFill>
                <a:latin typeface="Impact" pitchFamily="34" charset="0"/>
                <a:ea typeface="微软雅黑" pitchFamily="34" charset="-122"/>
              </a:rPr>
              <a:t>思路与方法</a:t>
            </a:r>
          </a:p>
        </p:txBody>
      </p:sp>
      <p:sp>
        <p:nvSpPr>
          <p:cNvPr id="31" name="矩形 30"/>
          <p:cNvSpPr/>
          <p:nvPr/>
        </p:nvSpPr>
        <p:spPr>
          <a:xfrm>
            <a:off x="422585" y="2823369"/>
            <a:ext cx="825867" cy="246221"/>
          </a:xfrm>
          <a:prstGeom prst="rect">
            <a:avLst/>
          </a:prstGeom>
        </p:spPr>
        <p:txBody>
          <a:bodyPr wrap="none">
            <a:spAutoFit/>
          </a:bodyPr>
          <a:lstStyle/>
          <a:p>
            <a:pPr algn="ctr"/>
            <a:r>
              <a:rPr lang="zh-CN" altLang="en-US" sz="1000" dirty="0">
                <a:ln w="6350">
                  <a:noFill/>
                </a:ln>
                <a:solidFill>
                  <a:srgbClr val="586B7F"/>
                </a:solidFill>
                <a:latin typeface="Impact" pitchFamily="34" charset="0"/>
                <a:ea typeface="微软雅黑" pitchFamily="34" charset="-122"/>
              </a:rPr>
              <a:t>成果与应用</a:t>
            </a:r>
          </a:p>
        </p:txBody>
      </p:sp>
      <p:sp>
        <p:nvSpPr>
          <p:cNvPr id="32" name="矩形 31"/>
          <p:cNvSpPr/>
          <p:nvPr/>
        </p:nvSpPr>
        <p:spPr>
          <a:xfrm>
            <a:off x="422585" y="2432846"/>
            <a:ext cx="825867" cy="246221"/>
          </a:xfrm>
          <a:prstGeom prst="rect">
            <a:avLst/>
          </a:prstGeom>
        </p:spPr>
        <p:txBody>
          <a:bodyPr wrap="none">
            <a:spAutoFit/>
          </a:bodyPr>
          <a:lstStyle/>
          <a:p>
            <a:pPr algn="ctr"/>
            <a:r>
              <a:rPr lang="zh-CN" altLang="en-US" sz="1000" dirty="0">
                <a:ln w="6350">
                  <a:noFill/>
                </a:ln>
                <a:solidFill>
                  <a:srgbClr val="586B7F"/>
                </a:solidFill>
                <a:latin typeface="Impact" pitchFamily="34" charset="0"/>
                <a:ea typeface="微软雅黑" pitchFamily="34" charset="-122"/>
              </a:rPr>
              <a:t>技术与难点</a:t>
            </a:r>
          </a:p>
        </p:txBody>
      </p:sp>
      <p:sp>
        <p:nvSpPr>
          <p:cNvPr id="33" name="矩形 32"/>
          <p:cNvSpPr/>
          <p:nvPr/>
        </p:nvSpPr>
        <p:spPr>
          <a:xfrm>
            <a:off x="422585" y="3224765"/>
            <a:ext cx="825867" cy="246221"/>
          </a:xfrm>
          <a:prstGeom prst="rect">
            <a:avLst/>
          </a:prstGeom>
        </p:spPr>
        <p:txBody>
          <a:bodyPr wrap="none">
            <a:spAutoFit/>
          </a:bodyPr>
          <a:lstStyle/>
          <a:p>
            <a:pPr algn="ctr"/>
            <a:r>
              <a:rPr lang="zh-CN" altLang="en-US" sz="1000" dirty="0">
                <a:ln w="6350">
                  <a:noFill/>
                </a:ln>
                <a:solidFill>
                  <a:schemeClr val="bg1"/>
                </a:solidFill>
                <a:latin typeface="Impact" pitchFamily="34" charset="0"/>
                <a:ea typeface="微软雅黑" pitchFamily="34" charset="-122"/>
              </a:rPr>
              <a:t>建议与总结</a:t>
            </a:r>
          </a:p>
        </p:txBody>
      </p:sp>
      <p:sp>
        <p:nvSpPr>
          <p:cNvPr id="34" name="圆角矩形 33"/>
          <p:cNvSpPr/>
          <p:nvPr/>
        </p:nvSpPr>
        <p:spPr>
          <a:xfrm>
            <a:off x="2255040" y="1260239"/>
            <a:ext cx="1547483" cy="2657181"/>
          </a:xfrm>
          <a:prstGeom prst="roundRect">
            <a:avLst>
              <a:gd name="adj" fmla="val 0"/>
            </a:avLst>
          </a:prstGeom>
          <a:solidFill>
            <a:srgbClr val="37B0E8"/>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ln w="6350">
                <a:noFill/>
              </a:ln>
              <a:solidFill>
                <a:schemeClr val="bg1"/>
              </a:solidFill>
              <a:latin typeface="Impact" pitchFamily="34" charset="0"/>
              <a:ea typeface="微软雅黑" pitchFamily="34" charset="-122"/>
            </a:endParaRPr>
          </a:p>
        </p:txBody>
      </p:sp>
      <p:sp>
        <p:nvSpPr>
          <p:cNvPr id="35" name="Rectangle 21"/>
          <p:cNvSpPr>
            <a:spLocks noChangeArrowheads="1"/>
          </p:cNvSpPr>
          <p:nvPr/>
        </p:nvSpPr>
        <p:spPr bwMode="auto">
          <a:xfrm>
            <a:off x="2419620" y="1690452"/>
            <a:ext cx="1218322" cy="21544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just" fontAlgn="base">
              <a:spcBef>
                <a:spcPct val="0"/>
              </a:spcBef>
              <a:spcAft>
                <a:spcPct val="0"/>
              </a:spcAft>
            </a:pPr>
            <a:r>
              <a:rPr lang="zh-CN" altLang="en-US" sz="1000" dirty="0">
                <a:solidFill>
                  <a:schemeClr val="bg1"/>
                </a:solidFill>
                <a:latin typeface="Arial" pitchFamily="34" charset="0"/>
                <a:ea typeface="微软雅黑" pitchFamily="34" charset="-122"/>
              </a:rPr>
              <a:t>此处可输入相关说明文本内容，或者复制文本内容后粘贴，并选择只保留文字。文本内容建议简洁明了、提纲挈领，尽量保持整体风格统一。此处可输入相关说明文本内容，或者复制文本内容后粘贴，并选择只保留文字。文本内容建议简洁明了、提纲挈领，尽量保持整体风格统一。</a:t>
            </a:r>
            <a:endParaRPr lang="zh-CN" altLang="zh-CN" sz="1000" dirty="0">
              <a:solidFill>
                <a:schemeClr val="bg1"/>
              </a:solidFill>
              <a:latin typeface="Arial" pitchFamily="34" charset="0"/>
              <a:ea typeface="微软雅黑" pitchFamily="34" charset="-122"/>
            </a:endParaRPr>
          </a:p>
        </p:txBody>
      </p:sp>
      <p:sp>
        <p:nvSpPr>
          <p:cNvPr id="36" name="圆角矩形 35"/>
          <p:cNvSpPr/>
          <p:nvPr/>
        </p:nvSpPr>
        <p:spPr>
          <a:xfrm>
            <a:off x="2551258" y="1374540"/>
            <a:ext cx="955046" cy="246226"/>
          </a:xfrm>
          <a:prstGeom prst="roundRect">
            <a:avLst>
              <a:gd name="adj" fmla="val 0"/>
            </a:avLst>
          </a:prstGeom>
          <a:solidFill>
            <a:srgbClr val="37B0E8"/>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ln w="6350">
                  <a:noFill/>
                </a:ln>
                <a:solidFill>
                  <a:schemeClr val="bg1"/>
                </a:solidFill>
                <a:latin typeface="Impact" pitchFamily="34" charset="0"/>
                <a:ea typeface="微软雅黑" pitchFamily="34" charset="-122"/>
              </a:rPr>
              <a:t>添加关键词</a:t>
            </a:r>
          </a:p>
        </p:txBody>
      </p:sp>
      <p:sp>
        <p:nvSpPr>
          <p:cNvPr id="38" name="圆角矩形 37"/>
          <p:cNvSpPr/>
          <p:nvPr/>
        </p:nvSpPr>
        <p:spPr>
          <a:xfrm>
            <a:off x="1780718" y="1260240"/>
            <a:ext cx="396205" cy="396205"/>
          </a:xfrm>
          <a:prstGeom prst="roundRect">
            <a:avLst>
              <a:gd name="adj" fmla="val 0"/>
            </a:avLst>
          </a:prstGeom>
          <a:solidFill>
            <a:srgbClr val="37B0E8"/>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ln w="6350">
                  <a:noFill/>
                </a:ln>
                <a:solidFill>
                  <a:schemeClr val="bg1"/>
                </a:solidFill>
                <a:latin typeface="Impact" pitchFamily="34" charset="0"/>
                <a:ea typeface="微软雅黑" pitchFamily="34" charset="-122"/>
              </a:rPr>
              <a:t>01</a:t>
            </a:r>
            <a:endParaRPr lang="zh-CN" altLang="en-US" sz="1400" dirty="0">
              <a:ln w="6350">
                <a:noFill/>
              </a:ln>
              <a:solidFill>
                <a:schemeClr val="bg1"/>
              </a:solidFill>
              <a:latin typeface="Impact" pitchFamily="34" charset="0"/>
              <a:ea typeface="微软雅黑" pitchFamily="34" charset="-122"/>
            </a:endParaRPr>
          </a:p>
        </p:txBody>
      </p:sp>
      <p:sp>
        <p:nvSpPr>
          <p:cNvPr id="44" name="圆角矩形 43"/>
          <p:cNvSpPr/>
          <p:nvPr/>
        </p:nvSpPr>
        <p:spPr>
          <a:xfrm>
            <a:off x="3880640" y="1746469"/>
            <a:ext cx="1547483" cy="2657181"/>
          </a:xfrm>
          <a:prstGeom prst="roundRect">
            <a:avLst>
              <a:gd name="adj" fmla="val 0"/>
            </a:avLst>
          </a:prstGeom>
          <a:solidFill>
            <a:schemeClr val="bg1"/>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0" dirty="0">
              <a:ln w="6350">
                <a:noFill/>
              </a:ln>
              <a:solidFill>
                <a:schemeClr val="tx1">
                  <a:lumMod val="65000"/>
                  <a:lumOff val="35000"/>
                </a:schemeClr>
              </a:solidFill>
              <a:latin typeface="Impact" pitchFamily="34" charset="0"/>
              <a:ea typeface="微软雅黑" pitchFamily="34" charset="-122"/>
            </a:endParaRPr>
          </a:p>
        </p:txBody>
      </p:sp>
      <p:sp>
        <p:nvSpPr>
          <p:cNvPr id="45" name="Rectangle 21"/>
          <p:cNvSpPr>
            <a:spLocks noChangeArrowheads="1"/>
          </p:cNvSpPr>
          <p:nvPr/>
        </p:nvSpPr>
        <p:spPr bwMode="auto">
          <a:xfrm>
            <a:off x="4045220" y="2176682"/>
            <a:ext cx="1218322" cy="21544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just" fontAlgn="base">
              <a:spcBef>
                <a:spcPct val="0"/>
              </a:spcBef>
              <a:spcAft>
                <a:spcPct val="0"/>
              </a:spcAft>
            </a:pPr>
            <a:r>
              <a:rPr lang="zh-CN" altLang="en-US" sz="1000" dirty="0">
                <a:solidFill>
                  <a:schemeClr val="tx1">
                    <a:lumMod val="65000"/>
                    <a:lumOff val="35000"/>
                  </a:schemeClr>
                </a:solidFill>
                <a:latin typeface="Arial" pitchFamily="34" charset="0"/>
                <a:ea typeface="微软雅黑" pitchFamily="34" charset="-122"/>
              </a:rPr>
              <a:t>此处可输入相关说明文本内容，或者复制文本内容后粘贴，并选择只保留文字。文本内容建议简洁明了、提纲挈领，尽量保持整体风格统一。此处可输入相关说明文本内容，或者复制文本内容后粘贴，并选择只保留文字。文本内容建议简洁明了、提纲挈领，尽量保持整体风格统一。</a:t>
            </a:r>
            <a:endParaRPr lang="zh-CN" altLang="zh-CN" sz="1000" dirty="0">
              <a:solidFill>
                <a:schemeClr val="tx1">
                  <a:lumMod val="65000"/>
                  <a:lumOff val="35000"/>
                </a:schemeClr>
              </a:solidFill>
              <a:latin typeface="Arial" pitchFamily="34" charset="0"/>
              <a:ea typeface="微软雅黑" pitchFamily="34" charset="-122"/>
            </a:endParaRPr>
          </a:p>
        </p:txBody>
      </p:sp>
      <p:sp>
        <p:nvSpPr>
          <p:cNvPr id="46" name="圆角矩形 45"/>
          <p:cNvSpPr/>
          <p:nvPr/>
        </p:nvSpPr>
        <p:spPr>
          <a:xfrm>
            <a:off x="4176858" y="1860770"/>
            <a:ext cx="955046" cy="246226"/>
          </a:xfrm>
          <a:prstGeom prst="roundRect">
            <a:avLst>
              <a:gd name="adj" fmla="val 0"/>
            </a:avLst>
          </a:prstGeom>
          <a:solidFill>
            <a:schemeClr val="bg1"/>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ln w="6350">
                  <a:noFill/>
                </a:ln>
                <a:solidFill>
                  <a:schemeClr val="tx1">
                    <a:lumMod val="65000"/>
                    <a:lumOff val="35000"/>
                  </a:schemeClr>
                </a:solidFill>
                <a:latin typeface="Impact" pitchFamily="34" charset="0"/>
                <a:ea typeface="微软雅黑" pitchFamily="34" charset="-122"/>
              </a:rPr>
              <a:t>添加关键词</a:t>
            </a:r>
          </a:p>
        </p:txBody>
      </p:sp>
      <p:sp>
        <p:nvSpPr>
          <p:cNvPr id="47" name="圆角矩形 46"/>
          <p:cNvSpPr/>
          <p:nvPr/>
        </p:nvSpPr>
        <p:spPr>
          <a:xfrm>
            <a:off x="3406318" y="4007444"/>
            <a:ext cx="396205" cy="396205"/>
          </a:xfrm>
          <a:prstGeom prst="roundRect">
            <a:avLst>
              <a:gd name="adj" fmla="val 0"/>
            </a:avLst>
          </a:prstGeom>
          <a:solidFill>
            <a:schemeClr val="bg1"/>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ln w="6350">
                  <a:noFill/>
                </a:ln>
                <a:solidFill>
                  <a:schemeClr val="tx1">
                    <a:lumMod val="65000"/>
                    <a:lumOff val="35000"/>
                  </a:schemeClr>
                </a:solidFill>
                <a:latin typeface="Impact" pitchFamily="34" charset="0"/>
                <a:ea typeface="微软雅黑" pitchFamily="34" charset="-122"/>
              </a:rPr>
              <a:t>02</a:t>
            </a:r>
            <a:endParaRPr lang="zh-CN" altLang="en-US" sz="1400" dirty="0">
              <a:ln w="6350">
                <a:noFill/>
              </a:ln>
              <a:solidFill>
                <a:schemeClr val="tx1">
                  <a:lumMod val="65000"/>
                  <a:lumOff val="35000"/>
                </a:schemeClr>
              </a:solidFill>
              <a:latin typeface="Impact" pitchFamily="34" charset="0"/>
              <a:ea typeface="微软雅黑" pitchFamily="34" charset="-122"/>
            </a:endParaRPr>
          </a:p>
        </p:txBody>
      </p:sp>
      <p:sp>
        <p:nvSpPr>
          <p:cNvPr id="48" name="圆角矩形 47"/>
          <p:cNvSpPr/>
          <p:nvPr/>
        </p:nvSpPr>
        <p:spPr>
          <a:xfrm>
            <a:off x="5493540" y="1260239"/>
            <a:ext cx="1547483" cy="2657181"/>
          </a:xfrm>
          <a:prstGeom prst="roundRect">
            <a:avLst>
              <a:gd name="adj" fmla="val 0"/>
            </a:avLst>
          </a:prstGeom>
          <a:solidFill>
            <a:srgbClr val="37B0E8"/>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ln w="6350">
                <a:noFill/>
              </a:ln>
              <a:solidFill>
                <a:schemeClr val="bg1"/>
              </a:solidFill>
              <a:latin typeface="Impact" pitchFamily="34" charset="0"/>
              <a:ea typeface="微软雅黑" pitchFamily="34" charset="-122"/>
            </a:endParaRPr>
          </a:p>
        </p:txBody>
      </p:sp>
      <p:sp>
        <p:nvSpPr>
          <p:cNvPr id="49" name="Rectangle 21"/>
          <p:cNvSpPr>
            <a:spLocks noChangeArrowheads="1"/>
          </p:cNvSpPr>
          <p:nvPr/>
        </p:nvSpPr>
        <p:spPr bwMode="auto">
          <a:xfrm>
            <a:off x="5658120" y="1690452"/>
            <a:ext cx="1218322" cy="21544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just" fontAlgn="base">
              <a:spcBef>
                <a:spcPct val="0"/>
              </a:spcBef>
              <a:spcAft>
                <a:spcPct val="0"/>
              </a:spcAft>
            </a:pPr>
            <a:r>
              <a:rPr lang="zh-CN" altLang="en-US" sz="1000" dirty="0">
                <a:solidFill>
                  <a:schemeClr val="bg1"/>
                </a:solidFill>
                <a:latin typeface="Arial" pitchFamily="34" charset="0"/>
                <a:ea typeface="微软雅黑" pitchFamily="34" charset="-122"/>
              </a:rPr>
              <a:t>此处可输入相关说明文本内容，或者复制文本内容后粘贴，并选择只保留文字。文本内容建议简洁明了、提纲挈领，尽量保持整体风格统一。此处可输入相关说明文本内容，或者复制文本内容后粘贴，并选择只保留文字。文本内容建议简洁明了、提纲挈领，尽量保持整体风格统一。</a:t>
            </a:r>
            <a:endParaRPr lang="zh-CN" altLang="zh-CN" sz="1000" dirty="0">
              <a:solidFill>
                <a:schemeClr val="bg1"/>
              </a:solidFill>
              <a:latin typeface="Arial" pitchFamily="34" charset="0"/>
              <a:ea typeface="微软雅黑" pitchFamily="34" charset="-122"/>
            </a:endParaRPr>
          </a:p>
        </p:txBody>
      </p:sp>
      <p:sp>
        <p:nvSpPr>
          <p:cNvPr id="50" name="圆角矩形 49"/>
          <p:cNvSpPr/>
          <p:nvPr/>
        </p:nvSpPr>
        <p:spPr>
          <a:xfrm>
            <a:off x="5789758" y="1374540"/>
            <a:ext cx="955046" cy="246226"/>
          </a:xfrm>
          <a:prstGeom prst="roundRect">
            <a:avLst>
              <a:gd name="adj" fmla="val 0"/>
            </a:avLst>
          </a:prstGeom>
          <a:solidFill>
            <a:srgbClr val="37B0E8"/>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ln w="6350">
                  <a:noFill/>
                </a:ln>
                <a:solidFill>
                  <a:schemeClr val="bg1"/>
                </a:solidFill>
                <a:latin typeface="Impact" pitchFamily="34" charset="0"/>
                <a:ea typeface="微软雅黑" pitchFamily="34" charset="-122"/>
              </a:rPr>
              <a:t>添加关键词</a:t>
            </a:r>
          </a:p>
        </p:txBody>
      </p:sp>
      <p:sp>
        <p:nvSpPr>
          <p:cNvPr id="51" name="圆角矩形 50"/>
          <p:cNvSpPr/>
          <p:nvPr/>
        </p:nvSpPr>
        <p:spPr>
          <a:xfrm>
            <a:off x="5019218" y="1260240"/>
            <a:ext cx="396205" cy="396205"/>
          </a:xfrm>
          <a:prstGeom prst="roundRect">
            <a:avLst>
              <a:gd name="adj" fmla="val 0"/>
            </a:avLst>
          </a:prstGeom>
          <a:solidFill>
            <a:srgbClr val="37B0E8"/>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ln w="6350">
                  <a:noFill/>
                </a:ln>
                <a:solidFill>
                  <a:schemeClr val="bg1"/>
                </a:solidFill>
                <a:latin typeface="Impact" pitchFamily="34" charset="0"/>
                <a:ea typeface="微软雅黑" pitchFamily="34" charset="-122"/>
              </a:rPr>
              <a:t>03</a:t>
            </a:r>
            <a:endParaRPr lang="zh-CN" altLang="en-US" sz="1400" dirty="0">
              <a:ln w="6350">
                <a:noFill/>
              </a:ln>
              <a:solidFill>
                <a:schemeClr val="bg1"/>
              </a:solidFill>
              <a:latin typeface="Impact" pitchFamily="34" charset="0"/>
              <a:ea typeface="微软雅黑" pitchFamily="34" charset="-122"/>
            </a:endParaRPr>
          </a:p>
        </p:txBody>
      </p:sp>
      <p:sp>
        <p:nvSpPr>
          <p:cNvPr id="52" name="圆角矩形 51"/>
          <p:cNvSpPr/>
          <p:nvPr/>
        </p:nvSpPr>
        <p:spPr>
          <a:xfrm>
            <a:off x="7119140" y="1746469"/>
            <a:ext cx="1547483" cy="2657181"/>
          </a:xfrm>
          <a:prstGeom prst="roundRect">
            <a:avLst>
              <a:gd name="adj" fmla="val 0"/>
            </a:avLst>
          </a:prstGeom>
          <a:solidFill>
            <a:schemeClr val="bg1"/>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0" dirty="0">
              <a:ln w="6350">
                <a:noFill/>
              </a:ln>
              <a:solidFill>
                <a:schemeClr val="tx1">
                  <a:lumMod val="65000"/>
                  <a:lumOff val="35000"/>
                </a:schemeClr>
              </a:solidFill>
              <a:latin typeface="Impact" pitchFamily="34" charset="0"/>
              <a:ea typeface="微软雅黑" pitchFamily="34" charset="-122"/>
            </a:endParaRPr>
          </a:p>
        </p:txBody>
      </p:sp>
      <p:sp>
        <p:nvSpPr>
          <p:cNvPr id="53" name="Rectangle 21"/>
          <p:cNvSpPr>
            <a:spLocks noChangeArrowheads="1"/>
          </p:cNvSpPr>
          <p:nvPr/>
        </p:nvSpPr>
        <p:spPr bwMode="auto">
          <a:xfrm>
            <a:off x="7283720" y="2176682"/>
            <a:ext cx="1218322" cy="21544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just" fontAlgn="base">
              <a:spcBef>
                <a:spcPct val="0"/>
              </a:spcBef>
              <a:spcAft>
                <a:spcPct val="0"/>
              </a:spcAft>
            </a:pPr>
            <a:r>
              <a:rPr lang="zh-CN" altLang="en-US" sz="1000" dirty="0">
                <a:solidFill>
                  <a:schemeClr val="tx1">
                    <a:lumMod val="65000"/>
                    <a:lumOff val="35000"/>
                  </a:schemeClr>
                </a:solidFill>
                <a:latin typeface="Arial" pitchFamily="34" charset="0"/>
                <a:ea typeface="微软雅黑" pitchFamily="34" charset="-122"/>
              </a:rPr>
              <a:t>此处可输入相关说明文本内容，或者复制文本内容后粘贴，并选择只保留文字。文本内容建议简洁明了、提纲挈领，尽量保持整体风格统一。此处可输入相关说明文本内容，或者复制文本内容后粘贴，并选择只保留文字。文本内容建议简洁明了、提纲挈领，尽量保持整体风格统一。</a:t>
            </a:r>
            <a:endParaRPr lang="zh-CN" altLang="zh-CN" sz="1000" dirty="0">
              <a:solidFill>
                <a:schemeClr val="tx1">
                  <a:lumMod val="65000"/>
                  <a:lumOff val="35000"/>
                </a:schemeClr>
              </a:solidFill>
              <a:latin typeface="Arial" pitchFamily="34" charset="0"/>
              <a:ea typeface="微软雅黑" pitchFamily="34" charset="-122"/>
            </a:endParaRPr>
          </a:p>
        </p:txBody>
      </p:sp>
      <p:sp>
        <p:nvSpPr>
          <p:cNvPr id="54" name="圆角矩形 53"/>
          <p:cNvSpPr/>
          <p:nvPr/>
        </p:nvSpPr>
        <p:spPr>
          <a:xfrm>
            <a:off x="7415358" y="1860770"/>
            <a:ext cx="955046" cy="246226"/>
          </a:xfrm>
          <a:prstGeom prst="roundRect">
            <a:avLst>
              <a:gd name="adj" fmla="val 0"/>
            </a:avLst>
          </a:prstGeom>
          <a:solidFill>
            <a:schemeClr val="bg1"/>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ln w="6350">
                  <a:noFill/>
                </a:ln>
                <a:solidFill>
                  <a:schemeClr val="tx1">
                    <a:lumMod val="65000"/>
                    <a:lumOff val="35000"/>
                  </a:schemeClr>
                </a:solidFill>
                <a:latin typeface="Impact" pitchFamily="34" charset="0"/>
                <a:ea typeface="微软雅黑" pitchFamily="34" charset="-122"/>
              </a:rPr>
              <a:t>添加关键词</a:t>
            </a:r>
          </a:p>
        </p:txBody>
      </p:sp>
      <p:sp>
        <p:nvSpPr>
          <p:cNvPr id="55" name="圆角矩形 54"/>
          <p:cNvSpPr/>
          <p:nvPr/>
        </p:nvSpPr>
        <p:spPr>
          <a:xfrm>
            <a:off x="6644818" y="4007444"/>
            <a:ext cx="396205" cy="396205"/>
          </a:xfrm>
          <a:prstGeom prst="roundRect">
            <a:avLst>
              <a:gd name="adj" fmla="val 0"/>
            </a:avLst>
          </a:prstGeom>
          <a:solidFill>
            <a:schemeClr val="bg1"/>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ln w="6350">
                  <a:noFill/>
                </a:ln>
                <a:solidFill>
                  <a:schemeClr val="tx1">
                    <a:lumMod val="65000"/>
                    <a:lumOff val="35000"/>
                  </a:schemeClr>
                </a:solidFill>
                <a:latin typeface="Impact" pitchFamily="34" charset="0"/>
                <a:ea typeface="微软雅黑" pitchFamily="34" charset="-122"/>
              </a:rPr>
              <a:t>04</a:t>
            </a:r>
            <a:endParaRPr lang="zh-CN" altLang="en-US" sz="1400" dirty="0">
              <a:ln w="6350">
                <a:noFill/>
              </a:ln>
              <a:solidFill>
                <a:schemeClr val="tx1">
                  <a:lumMod val="65000"/>
                  <a:lumOff val="35000"/>
                </a:schemeClr>
              </a:solidFill>
              <a:latin typeface="Impact" pitchFamily="34" charset="0"/>
              <a:ea typeface="微软雅黑" pitchFamily="34" charset="-122"/>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withEffect">
                                  <p:stCondLst>
                                    <p:cond delay="300"/>
                                  </p:stCondLst>
                                  <p:childTnLst>
                                    <p:set>
                                      <p:cBhvr>
                                        <p:cTn id="6" dur="1" fill="hold">
                                          <p:stCondLst>
                                            <p:cond delay="0"/>
                                          </p:stCondLst>
                                        </p:cTn>
                                        <p:tgtEl>
                                          <p:spTgt spid="36"/>
                                        </p:tgtEl>
                                        <p:attrNameLst>
                                          <p:attrName>style.visibility</p:attrName>
                                        </p:attrNameLst>
                                      </p:cBhvr>
                                      <p:to>
                                        <p:strVal val="visible"/>
                                      </p:to>
                                    </p:set>
                                    <p:animEffect transition="in" filter="fade">
                                      <p:cBhvr>
                                        <p:cTn id="7" dur="500"/>
                                        <p:tgtEl>
                                          <p:spTgt spid="36"/>
                                        </p:tgtEl>
                                      </p:cBhvr>
                                    </p:animEffect>
                                    <p:anim calcmode="lin" valueType="num">
                                      <p:cBhvr>
                                        <p:cTn id="8" dur="500" fill="hold"/>
                                        <p:tgtEl>
                                          <p:spTgt spid="36"/>
                                        </p:tgtEl>
                                        <p:attrNameLst>
                                          <p:attrName>ppt_x</p:attrName>
                                        </p:attrNameLst>
                                      </p:cBhvr>
                                      <p:tavLst>
                                        <p:tav tm="0">
                                          <p:val>
                                            <p:strVal val="#ppt_x"/>
                                          </p:val>
                                        </p:tav>
                                        <p:tav tm="100000">
                                          <p:val>
                                            <p:strVal val="#ppt_x"/>
                                          </p:val>
                                        </p:tav>
                                      </p:tavLst>
                                    </p:anim>
                                    <p:anim calcmode="lin" valueType="num">
                                      <p:cBhvr>
                                        <p:cTn id="9" dur="500" fill="hold"/>
                                        <p:tgtEl>
                                          <p:spTgt spid="36"/>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300"/>
                                  </p:stCondLst>
                                  <p:childTnLst>
                                    <p:set>
                                      <p:cBhvr>
                                        <p:cTn id="11" dur="1" fill="hold">
                                          <p:stCondLst>
                                            <p:cond delay="0"/>
                                          </p:stCondLst>
                                        </p:cTn>
                                        <p:tgtEl>
                                          <p:spTgt spid="35"/>
                                        </p:tgtEl>
                                        <p:attrNameLst>
                                          <p:attrName>style.visibility</p:attrName>
                                        </p:attrNameLst>
                                      </p:cBhvr>
                                      <p:to>
                                        <p:strVal val="visible"/>
                                      </p:to>
                                    </p:set>
                                    <p:animEffect transition="in" filter="fade">
                                      <p:cBhvr>
                                        <p:cTn id="12" dur="500"/>
                                        <p:tgtEl>
                                          <p:spTgt spid="35"/>
                                        </p:tgtEl>
                                      </p:cBhvr>
                                    </p:animEffect>
                                    <p:anim calcmode="lin" valueType="num">
                                      <p:cBhvr>
                                        <p:cTn id="13" dur="500" fill="hold"/>
                                        <p:tgtEl>
                                          <p:spTgt spid="35"/>
                                        </p:tgtEl>
                                        <p:attrNameLst>
                                          <p:attrName>ppt_x</p:attrName>
                                        </p:attrNameLst>
                                      </p:cBhvr>
                                      <p:tavLst>
                                        <p:tav tm="0">
                                          <p:val>
                                            <p:strVal val="#ppt_x"/>
                                          </p:val>
                                        </p:tav>
                                        <p:tav tm="100000">
                                          <p:val>
                                            <p:strVal val="#ppt_x"/>
                                          </p:val>
                                        </p:tav>
                                      </p:tavLst>
                                    </p:anim>
                                    <p:anim calcmode="lin" valueType="num">
                                      <p:cBhvr>
                                        <p:cTn id="14" dur="500" fill="hold"/>
                                        <p:tgtEl>
                                          <p:spTgt spid="35"/>
                                        </p:tgtEl>
                                        <p:attrNameLst>
                                          <p:attrName>ppt_y</p:attrName>
                                        </p:attrNameLst>
                                      </p:cBhvr>
                                      <p:tavLst>
                                        <p:tav tm="0">
                                          <p:val>
                                            <p:strVal val="#ppt_y+.1"/>
                                          </p:val>
                                        </p:tav>
                                        <p:tav tm="100000">
                                          <p:val>
                                            <p:strVal val="#ppt_y"/>
                                          </p:val>
                                        </p:tav>
                                      </p:tavLst>
                                    </p:anim>
                                  </p:childTnLst>
                                </p:cTn>
                              </p:par>
                              <p:par>
                                <p:cTn id="15" presetID="12" presetClass="entr" presetSubtype="1" fill="hold" grpId="0" nodeType="withEffect">
                                  <p:stCondLst>
                                    <p:cond delay="300"/>
                                  </p:stCondLst>
                                  <p:childTnLst>
                                    <p:set>
                                      <p:cBhvr>
                                        <p:cTn id="16" dur="1" fill="hold">
                                          <p:stCondLst>
                                            <p:cond delay="0"/>
                                          </p:stCondLst>
                                        </p:cTn>
                                        <p:tgtEl>
                                          <p:spTgt spid="34"/>
                                        </p:tgtEl>
                                        <p:attrNameLst>
                                          <p:attrName>style.visibility</p:attrName>
                                        </p:attrNameLst>
                                      </p:cBhvr>
                                      <p:to>
                                        <p:strVal val="visible"/>
                                      </p:to>
                                    </p:set>
                                    <p:anim calcmode="lin" valueType="num">
                                      <p:cBhvr additive="base">
                                        <p:cTn id="17" dur="500"/>
                                        <p:tgtEl>
                                          <p:spTgt spid="34"/>
                                        </p:tgtEl>
                                        <p:attrNameLst>
                                          <p:attrName>ppt_y</p:attrName>
                                        </p:attrNameLst>
                                      </p:cBhvr>
                                      <p:tavLst>
                                        <p:tav tm="0">
                                          <p:val>
                                            <p:strVal val="#ppt_y-#ppt_h*1.125000"/>
                                          </p:val>
                                        </p:tav>
                                        <p:tav tm="100000">
                                          <p:val>
                                            <p:strVal val="#ppt_y"/>
                                          </p:val>
                                        </p:tav>
                                      </p:tavLst>
                                    </p:anim>
                                    <p:animEffect transition="in" filter="wipe(down)">
                                      <p:cBhvr>
                                        <p:cTn id="18" dur="500"/>
                                        <p:tgtEl>
                                          <p:spTgt spid="34"/>
                                        </p:tgtEl>
                                      </p:cBhvr>
                                    </p:animEffect>
                                  </p:childTnLst>
                                </p:cTn>
                              </p:par>
                              <p:par>
                                <p:cTn id="19" presetID="53" presetClass="entr" presetSubtype="16" fill="hold" grpId="0" nodeType="withEffect">
                                  <p:stCondLst>
                                    <p:cond delay="0"/>
                                  </p:stCondLst>
                                  <p:childTnLst>
                                    <p:set>
                                      <p:cBhvr>
                                        <p:cTn id="20" dur="1" fill="hold">
                                          <p:stCondLst>
                                            <p:cond delay="0"/>
                                          </p:stCondLst>
                                        </p:cTn>
                                        <p:tgtEl>
                                          <p:spTgt spid="38"/>
                                        </p:tgtEl>
                                        <p:attrNameLst>
                                          <p:attrName>style.visibility</p:attrName>
                                        </p:attrNameLst>
                                      </p:cBhvr>
                                      <p:to>
                                        <p:strVal val="visible"/>
                                      </p:to>
                                    </p:set>
                                    <p:anim calcmode="lin" valueType="num">
                                      <p:cBhvr>
                                        <p:cTn id="21" dur="300" fill="hold"/>
                                        <p:tgtEl>
                                          <p:spTgt spid="38"/>
                                        </p:tgtEl>
                                        <p:attrNameLst>
                                          <p:attrName>ppt_w</p:attrName>
                                        </p:attrNameLst>
                                      </p:cBhvr>
                                      <p:tavLst>
                                        <p:tav tm="0">
                                          <p:val>
                                            <p:fltVal val="0"/>
                                          </p:val>
                                        </p:tav>
                                        <p:tav tm="100000">
                                          <p:val>
                                            <p:strVal val="#ppt_w"/>
                                          </p:val>
                                        </p:tav>
                                      </p:tavLst>
                                    </p:anim>
                                    <p:anim calcmode="lin" valueType="num">
                                      <p:cBhvr>
                                        <p:cTn id="22" dur="300" fill="hold"/>
                                        <p:tgtEl>
                                          <p:spTgt spid="38"/>
                                        </p:tgtEl>
                                        <p:attrNameLst>
                                          <p:attrName>ppt_h</p:attrName>
                                        </p:attrNameLst>
                                      </p:cBhvr>
                                      <p:tavLst>
                                        <p:tav tm="0">
                                          <p:val>
                                            <p:fltVal val="0"/>
                                          </p:val>
                                        </p:tav>
                                        <p:tav tm="100000">
                                          <p:val>
                                            <p:strVal val="#ppt_h"/>
                                          </p:val>
                                        </p:tav>
                                      </p:tavLst>
                                    </p:anim>
                                    <p:animEffect transition="in" filter="fade">
                                      <p:cBhvr>
                                        <p:cTn id="23" dur="300"/>
                                        <p:tgtEl>
                                          <p:spTgt spid="38"/>
                                        </p:tgtEl>
                                      </p:cBhvr>
                                    </p:animEffect>
                                  </p:childTnLst>
                                </p:cTn>
                              </p:par>
                              <p:par>
                                <p:cTn id="24" presetID="6" presetClass="emph" presetSubtype="0" autoRev="1" fill="hold" grpId="1" nodeType="withEffect">
                                  <p:stCondLst>
                                    <p:cond delay="300"/>
                                  </p:stCondLst>
                                  <p:childTnLst>
                                    <p:animScale>
                                      <p:cBhvr>
                                        <p:cTn id="25" dur="150" fill="hold"/>
                                        <p:tgtEl>
                                          <p:spTgt spid="38"/>
                                        </p:tgtEl>
                                      </p:cBhvr>
                                      <p:by x="110000" y="110000"/>
                                    </p:animScale>
                                  </p:childTnLst>
                                </p:cTn>
                              </p:par>
                              <p:par>
                                <p:cTn id="26" presetID="53" presetClass="entr" presetSubtype="16" fill="hold" grpId="0" nodeType="withEffect">
                                  <p:stCondLst>
                                    <p:cond delay="800"/>
                                  </p:stCondLst>
                                  <p:childTnLst>
                                    <p:set>
                                      <p:cBhvr>
                                        <p:cTn id="27" dur="1" fill="hold">
                                          <p:stCondLst>
                                            <p:cond delay="0"/>
                                          </p:stCondLst>
                                        </p:cTn>
                                        <p:tgtEl>
                                          <p:spTgt spid="47"/>
                                        </p:tgtEl>
                                        <p:attrNameLst>
                                          <p:attrName>style.visibility</p:attrName>
                                        </p:attrNameLst>
                                      </p:cBhvr>
                                      <p:to>
                                        <p:strVal val="visible"/>
                                      </p:to>
                                    </p:set>
                                    <p:anim calcmode="lin" valueType="num">
                                      <p:cBhvr>
                                        <p:cTn id="28" dur="300" fill="hold"/>
                                        <p:tgtEl>
                                          <p:spTgt spid="47"/>
                                        </p:tgtEl>
                                        <p:attrNameLst>
                                          <p:attrName>ppt_w</p:attrName>
                                        </p:attrNameLst>
                                      </p:cBhvr>
                                      <p:tavLst>
                                        <p:tav tm="0">
                                          <p:val>
                                            <p:fltVal val="0"/>
                                          </p:val>
                                        </p:tav>
                                        <p:tav tm="100000">
                                          <p:val>
                                            <p:strVal val="#ppt_w"/>
                                          </p:val>
                                        </p:tav>
                                      </p:tavLst>
                                    </p:anim>
                                    <p:anim calcmode="lin" valueType="num">
                                      <p:cBhvr>
                                        <p:cTn id="29" dur="300" fill="hold"/>
                                        <p:tgtEl>
                                          <p:spTgt spid="47"/>
                                        </p:tgtEl>
                                        <p:attrNameLst>
                                          <p:attrName>ppt_h</p:attrName>
                                        </p:attrNameLst>
                                      </p:cBhvr>
                                      <p:tavLst>
                                        <p:tav tm="0">
                                          <p:val>
                                            <p:fltVal val="0"/>
                                          </p:val>
                                        </p:tav>
                                        <p:tav tm="100000">
                                          <p:val>
                                            <p:strVal val="#ppt_h"/>
                                          </p:val>
                                        </p:tav>
                                      </p:tavLst>
                                    </p:anim>
                                    <p:animEffect transition="in" filter="fade">
                                      <p:cBhvr>
                                        <p:cTn id="30" dur="300"/>
                                        <p:tgtEl>
                                          <p:spTgt spid="47"/>
                                        </p:tgtEl>
                                      </p:cBhvr>
                                    </p:animEffect>
                                  </p:childTnLst>
                                </p:cTn>
                              </p:par>
                              <p:par>
                                <p:cTn id="31" presetID="6" presetClass="emph" presetSubtype="0" autoRev="1" fill="hold" grpId="1" nodeType="withEffect">
                                  <p:stCondLst>
                                    <p:cond delay="1100"/>
                                  </p:stCondLst>
                                  <p:childTnLst>
                                    <p:animScale>
                                      <p:cBhvr>
                                        <p:cTn id="32" dur="150" fill="hold"/>
                                        <p:tgtEl>
                                          <p:spTgt spid="47"/>
                                        </p:tgtEl>
                                      </p:cBhvr>
                                      <p:by x="110000" y="110000"/>
                                    </p:animScale>
                                  </p:childTnLst>
                                </p:cTn>
                              </p:par>
                              <p:par>
                                <p:cTn id="33" presetID="12" presetClass="entr" presetSubtype="1" fill="hold" grpId="0" nodeType="withEffect">
                                  <p:stCondLst>
                                    <p:cond delay="1100"/>
                                  </p:stCondLst>
                                  <p:childTnLst>
                                    <p:set>
                                      <p:cBhvr>
                                        <p:cTn id="34" dur="1" fill="hold">
                                          <p:stCondLst>
                                            <p:cond delay="0"/>
                                          </p:stCondLst>
                                        </p:cTn>
                                        <p:tgtEl>
                                          <p:spTgt spid="44"/>
                                        </p:tgtEl>
                                        <p:attrNameLst>
                                          <p:attrName>style.visibility</p:attrName>
                                        </p:attrNameLst>
                                      </p:cBhvr>
                                      <p:to>
                                        <p:strVal val="visible"/>
                                      </p:to>
                                    </p:set>
                                    <p:anim calcmode="lin" valueType="num">
                                      <p:cBhvr additive="base">
                                        <p:cTn id="35" dur="500"/>
                                        <p:tgtEl>
                                          <p:spTgt spid="44"/>
                                        </p:tgtEl>
                                        <p:attrNameLst>
                                          <p:attrName>ppt_y</p:attrName>
                                        </p:attrNameLst>
                                      </p:cBhvr>
                                      <p:tavLst>
                                        <p:tav tm="0">
                                          <p:val>
                                            <p:strVal val="#ppt_y-#ppt_h*1.125000"/>
                                          </p:val>
                                        </p:tav>
                                        <p:tav tm="100000">
                                          <p:val>
                                            <p:strVal val="#ppt_y"/>
                                          </p:val>
                                        </p:tav>
                                      </p:tavLst>
                                    </p:anim>
                                    <p:animEffect transition="in" filter="wipe(down)">
                                      <p:cBhvr>
                                        <p:cTn id="36" dur="500"/>
                                        <p:tgtEl>
                                          <p:spTgt spid="44"/>
                                        </p:tgtEl>
                                      </p:cBhvr>
                                    </p:animEffect>
                                  </p:childTnLst>
                                </p:cTn>
                              </p:par>
                              <p:par>
                                <p:cTn id="37" presetID="42" presetClass="entr" presetSubtype="0" fill="hold" grpId="0" nodeType="withEffect">
                                  <p:stCondLst>
                                    <p:cond delay="1100"/>
                                  </p:stCondLst>
                                  <p:childTnLst>
                                    <p:set>
                                      <p:cBhvr>
                                        <p:cTn id="38" dur="1" fill="hold">
                                          <p:stCondLst>
                                            <p:cond delay="0"/>
                                          </p:stCondLst>
                                        </p:cTn>
                                        <p:tgtEl>
                                          <p:spTgt spid="45"/>
                                        </p:tgtEl>
                                        <p:attrNameLst>
                                          <p:attrName>style.visibility</p:attrName>
                                        </p:attrNameLst>
                                      </p:cBhvr>
                                      <p:to>
                                        <p:strVal val="visible"/>
                                      </p:to>
                                    </p:set>
                                    <p:animEffect transition="in" filter="fade">
                                      <p:cBhvr>
                                        <p:cTn id="39" dur="500"/>
                                        <p:tgtEl>
                                          <p:spTgt spid="45"/>
                                        </p:tgtEl>
                                      </p:cBhvr>
                                    </p:animEffect>
                                    <p:anim calcmode="lin" valueType="num">
                                      <p:cBhvr>
                                        <p:cTn id="40" dur="500" fill="hold"/>
                                        <p:tgtEl>
                                          <p:spTgt spid="45"/>
                                        </p:tgtEl>
                                        <p:attrNameLst>
                                          <p:attrName>ppt_x</p:attrName>
                                        </p:attrNameLst>
                                      </p:cBhvr>
                                      <p:tavLst>
                                        <p:tav tm="0">
                                          <p:val>
                                            <p:strVal val="#ppt_x"/>
                                          </p:val>
                                        </p:tav>
                                        <p:tav tm="100000">
                                          <p:val>
                                            <p:strVal val="#ppt_x"/>
                                          </p:val>
                                        </p:tav>
                                      </p:tavLst>
                                    </p:anim>
                                    <p:anim calcmode="lin" valueType="num">
                                      <p:cBhvr>
                                        <p:cTn id="41" dur="500" fill="hold"/>
                                        <p:tgtEl>
                                          <p:spTgt spid="45"/>
                                        </p:tgtEl>
                                        <p:attrNameLst>
                                          <p:attrName>ppt_y</p:attrName>
                                        </p:attrNameLst>
                                      </p:cBhvr>
                                      <p:tavLst>
                                        <p:tav tm="0">
                                          <p:val>
                                            <p:strVal val="#ppt_y+.1"/>
                                          </p:val>
                                        </p:tav>
                                        <p:tav tm="100000">
                                          <p:val>
                                            <p:strVal val="#ppt_y"/>
                                          </p:val>
                                        </p:tav>
                                      </p:tavLst>
                                    </p:anim>
                                  </p:childTnLst>
                                </p:cTn>
                              </p:par>
                              <p:par>
                                <p:cTn id="42" presetID="47" presetClass="entr" presetSubtype="0" fill="hold" grpId="0" nodeType="withEffect">
                                  <p:stCondLst>
                                    <p:cond delay="1100"/>
                                  </p:stCondLst>
                                  <p:childTnLst>
                                    <p:set>
                                      <p:cBhvr>
                                        <p:cTn id="43" dur="1" fill="hold">
                                          <p:stCondLst>
                                            <p:cond delay="0"/>
                                          </p:stCondLst>
                                        </p:cTn>
                                        <p:tgtEl>
                                          <p:spTgt spid="46"/>
                                        </p:tgtEl>
                                        <p:attrNameLst>
                                          <p:attrName>style.visibility</p:attrName>
                                        </p:attrNameLst>
                                      </p:cBhvr>
                                      <p:to>
                                        <p:strVal val="visible"/>
                                      </p:to>
                                    </p:set>
                                    <p:animEffect transition="in" filter="fade">
                                      <p:cBhvr>
                                        <p:cTn id="44" dur="500"/>
                                        <p:tgtEl>
                                          <p:spTgt spid="46"/>
                                        </p:tgtEl>
                                      </p:cBhvr>
                                    </p:animEffect>
                                    <p:anim calcmode="lin" valueType="num">
                                      <p:cBhvr>
                                        <p:cTn id="45" dur="500" fill="hold"/>
                                        <p:tgtEl>
                                          <p:spTgt spid="46"/>
                                        </p:tgtEl>
                                        <p:attrNameLst>
                                          <p:attrName>ppt_x</p:attrName>
                                        </p:attrNameLst>
                                      </p:cBhvr>
                                      <p:tavLst>
                                        <p:tav tm="0">
                                          <p:val>
                                            <p:strVal val="#ppt_x"/>
                                          </p:val>
                                        </p:tav>
                                        <p:tav tm="100000">
                                          <p:val>
                                            <p:strVal val="#ppt_x"/>
                                          </p:val>
                                        </p:tav>
                                      </p:tavLst>
                                    </p:anim>
                                    <p:anim calcmode="lin" valueType="num">
                                      <p:cBhvr>
                                        <p:cTn id="46" dur="500" fill="hold"/>
                                        <p:tgtEl>
                                          <p:spTgt spid="46"/>
                                        </p:tgtEl>
                                        <p:attrNameLst>
                                          <p:attrName>ppt_y</p:attrName>
                                        </p:attrNameLst>
                                      </p:cBhvr>
                                      <p:tavLst>
                                        <p:tav tm="0">
                                          <p:val>
                                            <p:strVal val="#ppt_y-.1"/>
                                          </p:val>
                                        </p:tav>
                                        <p:tav tm="100000">
                                          <p:val>
                                            <p:strVal val="#ppt_y"/>
                                          </p:val>
                                        </p:tav>
                                      </p:tavLst>
                                    </p:anim>
                                  </p:childTnLst>
                                </p:cTn>
                              </p:par>
                              <p:par>
                                <p:cTn id="47" presetID="53" presetClass="entr" presetSubtype="16" fill="hold" grpId="0" nodeType="withEffect">
                                  <p:stCondLst>
                                    <p:cond delay="1600"/>
                                  </p:stCondLst>
                                  <p:childTnLst>
                                    <p:set>
                                      <p:cBhvr>
                                        <p:cTn id="48" dur="1" fill="hold">
                                          <p:stCondLst>
                                            <p:cond delay="0"/>
                                          </p:stCondLst>
                                        </p:cTn>
                                        <p:tgtEl>
                                          <p:spTgt spid="51"/>
                                        </p:tgtEl>
                                        <p:attrNameLst>
                                          <p:attrName>style.visibility</p:attrName>
                                        </p:attrNameLst>
                                      </p:cBhvr>
                                      <p:to>
                                        <p:strVal val="visible"/>
                                      </p:to>
                                    </p:set>
                                    <p:anim calcmode="lin" valueType="num">
                                      <p:cBhvr>
                                        <p:cTn id="49" dur="300" fill="hold"/>
                                        <p:tgtEl>
                                          <p:spTgt spid="51"/>
                                        </p:tgtEl>
                                        <p:attrNameLst>
                                          <p:attrName>ppt_w</p:attrName>
                                        </p:attrNameLst>
                                      </p:cBhvr>
                                      <p:tavLst>
                                        <p:tav tm="0">
                                          <p:val>
                                            <p:fltVal val="0"/>
                                          </p:val>
                                        </p:tav>
                                        <p:tav tm="100000">
                                          <p:val>
                                            <p:strVal val="#ppt_w"/>
                                          </p:val>
                                        </p:tav>
                                      </p:tavLst>
                                    </p:anim>
                                    <p:anim calcmode="lin" valueType="num">
                                      <p:cBhvr>
                                        <p:cTn id="50" dur="300" fill="hold"/>
                                        <p:tgtEl>
                                          <p:spTgt spid="51"/>
                                        </p:tgtEl>
                                        <p:attrNameLst>
                                          <p:attrName>ppt_h</p:attrName>
                                        </p:attrNameLst>
                                      </p:cBhvr>
                                      <p:tavLst>
                                        <p:tav tm="0">
                                          <p:val>
                                            <p:fltVal val="0"/>
                                          </p:val>
                                        </p:tav>
                                        <p:tav tm="100000">
                                          <p:val>
                                            <p:strVal val="#ppt_h"/>
                                          </p:val>
                                        </p:tav>
                                      </p:tavLst>
                                    </p:anim>
                                    <p:animEffect transition="in" filter="fade">
                                      <p:cBhvr>
                                        <p:cTn id="51" dur="300"/>
                                        <p:tgtEl>
                                          <p:spTgt spid="51"/>
                                        </p:tgtEl>
                                      </p:cBhvr>
                                    </p:animEffect>
                                  </p:childTnLst>
                                </p:cTn>
                              </p:par>
                              <p:par>
                                <p:cTn id="52" presetID="6" presetClass="emph" presetSubtype="0" autoRev="1" fill="hold" grpId="1" nodeType="withEffect">
                                  <p:stCondLst>
                                    <p:cond delay="1900"/>
                                  </p:stCondLst>
                                  <p:childTnLst>
                                    <p:animScale>
                                      <p:cBhvr>
                                        <p:cTn id="53" dur="150" fill="hold"/>
                                        <p:tgtEl>
                                          <p:spTgt spid="51"/>
                                        </p:tgtEl>
                                      </p:cBhvr>
                                      <p:by x="110000" y="110000"/>
                                    </p:animScale>
                                  </p:childTnLst>
                                </p:cTn>
                              </p:par>
                              <p:par>
                                <p:cTn id="54" presetID="12" presetClass="entr" presetSubtype="1" fill="hold" grpId="0" nodeType="withEffect">
                                  <p:stCondLst>
                                    <p:cond delay="1900"/>
                                  </p:stCondLst>
                                  <p:childTnLst>
                                    <p:set>
                                      <p:cBhvr>
                                        <p:cTn id="55" dur="1" fill="hold">
                                          <p:stCondLst>
                                            <p:cond delay="0"/>
                                          </p:stCondLst>
                                        </p:cTn>
                                        <p:tgtEl>
                                          <p:spTgt spid="48"/>
                                        </p:tgtEl>
                                        <p:attrNameLst>
                                          <p:attrName>style.visibility</p:attrName>
                                        </p:attrNameLst>
                                      </p:cBhvr>
                                      <p:to>
                                        <p:strVal val="visible"/>
                                      </p:to>
                                    </p:set>
                                    <p:anim calcmode="lin" valueType="num">
                                      <p:cBhvr additive="base">
                                        <p:cTn id="56" dur="500"/>
                                        <p:tgtEl>
                                          <p:spTgt spid="48"/>
                                        </p:tgtEl>
                                        <p:attrNameLst>
                                          <p:attrName>ppt_y</p:attrName>
                                        </p:attrNameLst>
                                      </p:cBhvr>
                                      <p:tavLst>
                                        <p:tav tm="0">
                                          <p:val>
                                            <p:strVal val="#ppt_y-#ppt_h*1.125000"/>
                                          </p:val>
                                        </p:tav>
                                        <p:tav tm="100000">
                                          <p:val>
                                            <p:strVal val="#ppt_y"/>
                                          </p:val>
                                        </p:tav>
                                      </p:tavLst>
                                    </p:anim>
                                    <p:animEffect transition="in" filter="wipe(down)">
                                      <p:cBhvr>
                                        <p:cTn id="57" dur="500"/>
                                        <p:tgtEl>
                                          <p:spTgt spid="48"/>
                                        </p:tgtEl>
                                      </p:cBhvr>
                                    </p:animEffect>
                                  </p:childTnLst>
                                </p:cTn>
                              </p:par>
                              <p:par>
                                <p:cTn id="58" presetID="47" presetClass="entr" presetSubtype="0" fill="hold" grpId="0" nodeType="withEffect">
                                  <p:stCondLst>
                                    <p:cond delay="1900"/>
                                  </p:stCondLst>
                                  <p:childTnLst>
                                    <p:set>
                                      <p:cBhvr>
                                        <p:cTn id="59" dur="1" fill="hold">
                                          <p:stCondLst>
                                            <p:cond delay="0"/>
                                          </p:stCondLst>
                                        </p:cTn>
                                        <p:tgtEl>
                                          <p:spTgt spid="50"/>
                                        </p:tgtEl>
                                        <p:attrNameLst>
                                          <p:attrName>style.visibility</p:attrName>
                                        </p:attrNameLst>
                                      </p:cBhvr>
                                      <p:to>
                                        <p:strVal val="visible"/>
                                      </p:to>
                                    </p:set>
                                    <p:animEffect transition="in" filter="fade">
                                      <p:cBhvr>
                                        <p:cTn id="60" dur="500"/>
                                        <p:tgtEl>
                                          <p:spTgt spid="50"/>
                                        </p:tgtEl>
                                      </p:cBhvr>
                                    </p:animEffect>
                                    <p:anim calcmode="lin" valueType="num">
                                      <p:cBhvr>
                                        <p:cTn id="61" dur="500" fill="hold"/>
                                        <p:tgtEl>
                                          <p:spTgt spid="50"/>
                                        </p:tgtEl>
                                        <p:attrNameLst>
                                          <p:attrName>ppt_x</p:attrName>
                                        </p:attrNameLst>
                                      </p:cBhvr>
                                      <p:tavLst>
                                        <p:tav tm="0">
                                          <p:val>
                                            <p:strVal val="#ppt_x"/>
                                          </p:val>
                                        </p:tav>
                                        <p:tav tm="100000">
                                          <p:val>
                                            <p:strVal val="#ppt_x"/>
                                          </p:val>
                                        </p:tav>
                                      </p:tavLst>
                                    </p:anim>
                                    <p:anim calcmode="lin" valueType="num">
                                      <p:cBhvr>
                                        <p:cTn id="62" dur="500" fill="hold"/>
                                        <p:tgtEl>
                                          <p:spTgt spid="50"/>
                                        </p:tgtEl>
                                        <p:attrNameLst>
                                          <p:attrName>ppt_y</p:attrName>
                                        </p:attrNameLst>
                                      </p:cBhvr>
                                      <p:tavLst>
                                        <p:tav tm="0">
                                          <p:val>
                                            <p:strVal val="#ppt_y-.1"/>
                                          </p:val>
                                        </p:tav>
                                        <p:tav tm="100000">
                                          <p:val>
                                            <p:strVal val="#ppt_y"/>
                                          </p:val>
                                        </p:tav>
                                      </p:tavLst>
                                    </p:anim>
                                  </p:childTnLst>
                                </p:cTn>
                              </p:par>
                              <p:par>
                                <p:cTn id="63" presetID="42" presetClass="entr" presetSubtype="0" fill="hold" grpId="0" nodeType="withEffect">
                                  <p:stCondLst>
                                    <p:cond delay="1900"/>
                                  </p:stCondLst>
                                  <p:childTnLst>
                                    <p:set>
                                      <p:cBhvr>
                                        <p:cTn id="64" dur="1" fill="hold">
                                          <p:stCondLst>
                                            <p:cond delay="0"/>
                                          </p:stCondLst>
                                        </p:cTn>
                                        <p:tgtEl>
                                          <p:spTgt spid="49"/>
                                        </p:tgtEl>
                                        <p:attrNameLst>
                                          <p:attrName>style.visibility</p:attrName>
                                        </p:attrNameLst>
                                      </p:cBhvr>
                                      <p:to>
                                        <p:strVal val="visible"/>
                                      </p:to>
                                    </p:set>
                                    <p:animEffect transition="in" filter="fade">
                                      <p:cBhvr>
                                        <p:cTn id="65" dur="500"/>
                                        <p:tgtEl>
                                          <p:spTgt spid="49"/>
                                        </p:tgtEl>
                                      </p:cBhvr>
                                    </p:animEffect>
                                    <p:anim calcmode="lin" valueType="num">
                                      <p:cBhvr>
                                        <p:cTn id="66" dur="500" fill="hold"/>
                                        <p:tgtEl>
                                          <p:spTgt spid="49"/>
                                        </p:tgtEl>
                                        <p:attrNameLst>
                                          <p:attrName>ppt_x</p:attrName>
                                        </p:attrNameLst>
                                      </p:cBhvr>
                                      <p:tavLst>
                                        <p:tav tm="0">
                                          <p:val>
                                            <p:strVal val="#ppt_x"/>
                                          </p:val>
                                        </p:tav>
                                        <p:tav tm="100000">
                                          <p:val>
                                            <p:strVal val="#ppt_x"/>
                                          </p:val>
                                        </p:tav>
                                      </p:tavLst>
                                    </p:anim>
                                    <p:anim calcmode="lin" valueType="num">
                                      <p:cBhvr>
                                        <p:cTn id="67" dur="500" fill="hold"/>
                                        <p:tgtEl>
                                          <p:spTgt spid="49"/>
                                        </p:tgtEl>
                                        <p:attrNameLst>
                                          <p:attrName>ppt_y</p:attrName>
                                        </p:attrNameLst>
                                      </p:cBhvr>
                                      <p:tavLst>
                                        <p:tav tm="0">
                                          <p:val>
                                            <p:strVal val="#ppt_y+.1"/>
                                          </p:val>
                                        </p:tav>
                                        <p:tav tm="100000">
                                          <p:val>
                                            <p:strVal val="#ppt_y"/>
                                          </p:val>
                                        </p:tav>
                                      </p:tavLst>
                                    </p:anim>
                                  </p:childTnLst>
                                </p:cTn>
                              </p:par>
                              <p:par>
                                <p:cTn id="68" presetID="53" presetClass="entr" presetSubtype="16" fill="hold" grpId="0" nodeType="withEffect">
                                  <p:stCondLst>
                                    <p:cond delay="2400"/>
                                  </p:stCondLst>
                                  <p:childTnLst>
                                    <p:set>
                                      <p:cBhvr>
                                        <p:cTn id="69" dur="1" fill="hold">
                                          <p:stCondLst>
                                            <p:cond delay="0"/>
                                          </p:stCondLst>
                                        </p:cTn>
                                        <p:tgtEl>
                                          <p:spTgt spid="55"/>
                                        </p:tgtEl>
                                        <p:attrNameLst>
                                          <p:attrName>style.visibility</p:attrName>
                                        </p:attrNameLst>
                                      </p:cBhvr>
                                      <p:to>
                                        <p:strVal val="visible"/>
                                      </p:to>
                                    </p:set>
                                    <p:anim calcmode="lin" valueType="num">
                                      <p:cBhvr>
                                        <p:cTn id="70" dur="300" fill="hold"/>
                                        <p:tgtEl>
                                          <p:spTgt spid="55"/>
                                        </p:tgtEl>
                                        <p:attrNameLst>
                                          <p:attrName>ppt_w</p:attrName>
                                        </p:attrNameLst>
                                      </p:cBhvr>
                                      <p:tavLst>
                                        <p:tav tm="0">
                                          <p:val>
                                            <p:fltVal val="0"/>
                                          </p:val>
                                        </p:tav>
                                        <p:tav tm="100000">
                                          <p:val>
                                            <p:strVal val="#ppt_w"/>
                                          </p:val>
                                        </p:tav>
                                      </p:tavLst>
                                    </p:anim>
                                    <p:anim calcmode="lin" valueType="num">
                                      <p:cBhvr>
                                        <p:cTn id="71" dur="300" fill="hold"/>
                                        <p:tgtEl>
                                          <p:spTgt spid="55"/>
                                        </p:tgtEl>
                                        <p:attrNameLst>
                                          <p:attrName>ppt_h</p:attrName>
                                        </p:attrNameLst>
                                      </p:cBhvr>
                                      <p:tavLst>
                                        <p:tav tm="0">
                                          <p:val>
                                            <p:fltVal val="0"/>
                                          </p:val>
                                        </p:tav>
                                        <p:tav tm="100000">
                                          <p:val>
                                            <p:strVal val="#ppt_h"/>
                                          </p:val>
                                        </p:tav>
                                      </p:tavLst>
                                    </p:anim>
                                    <p:animEffect transition="in" filter="fade">
                                      <p:cBhvr>
                                        <p:cTn id="72" dur="300"/>
                                        <p:tgtEl>
                                          <p:spTgt spid="55"/>
                                        </p:tgtEl>
                                      </p:cBhvr>
                                    </p:animEffect>
                                  </p:childTnLst>
                                </p:cTn>
                              </p:par>
                              <p:par>
                                <p:cTn id="73" presetID="6" presetClass="emph" presetSubtype="0" autoRev="1" fill="hold" grpId="1" nodeType="withEffect">
                                  <p:stCondLst>
                                    <p:cond delay="2700"/>
                                  </p:stCondLst>
                                  <p:childTnLst>
                                    <p:animScale>
                                      <p:cBhvr>
                                        <p:cTn id="74" dur="150" fill="hold"/>
                                        <p:tgtEl>
                                          <p:spTgt spid="55"/>
                                        </p:tgtEl>
                                      </p:cBhvr>
                                      <p:by x="110000" y="110000"/>
                                    </p:animScale>
                                  </p:childTnLst>
                                </p:cTn>
                              </p:par>
                              <p:par>
                                <p:cTn id="75" presetID="12" presetClass="entr" presetSubtype="1" fill="hold" grpId="0" nodeType="withEffect">
                                  <p:stCondLst>
                                    <p:cond delay="2700"/>
                                  </p:stCondLst>
                                  <p:childTnLst>
                                    <p:set>
                                      <p:cBhvr>
                                        <p:cTn id="76" dur="1" fill="hold">
                                          <p:stCondLst>
                                            <p:cond delay="0"/>
                                          </p:stCondLst>
                                        </p:cTn>
                                        <p:tgtEl>
                                          <p:spTgt spid="52"/>
                                        </p:tgtEl>
                                        <p:attrNameLst>
                                          <p:attrName>style.visibility</p:attrName>
                                        </p:attrNameLst>
                                      </p:cBhvr>
                                      <p:to>
                                        <p:strVal val="visible"/>
                                      </p:to>
                                    </p:set>
                                    <p:anim calcmode="lin" valueType="num">
                                      <p:cBhvr additive="base">
                                        <p:cTn id="77" dur="500"/>
                                        <p:tgtEl>
                                          <p:spTgt spid="52"/>
                                        </p:tgtEl>
                                        <p:attrNameLst>
                                          <p:attrName>ppt_y</p:attrName>
                                        </p:attrNameLst>
                                      </p:cBhvr>
                                      <p:tavLst>
                                        <p:tav tm="0">
                                          <p:val>
                                            <p:strVal val="#ppt_y-#ppt_h*1.125000"/>
                                          </p:val>
                                        </p:tav>
                                        <p:tav tm="100000">
                                          <p:val>
                                            <p:strVal val="#ppt_y"/>
                                          </p:val>
                                        </p:tav>
                                      </p:tavLst>
                                    </p:anim>
                                    <p:animEffect transition="in" filter="wipe(down)">
                                      <p:cBhvr>
                                        <p:cTn id="78" dur="500"/>
                                        <p:tgtEl>
                                          <p:spTgt spid="52"/>
                                        </p:tgtEl>
                                      </p:cBhvr>
                                    </p:animEffect>
                                  </p:childTnLst>
                                </p:cTn>
                              </p:par>
                              <p:par>
                                <p:cTn id="79" presetID="47" presetClass="entr" presetSubtype="0" fill="hold" grpId="0" nodeType="withEffect">
                                  <p:stCondLst>
                                    <p:cond delay="2700"/>
                                  </p:stCondLst>
                                  <p:childTnLst>
                                    <p:set>
                                      <p:cBhvr>
                                        <p:cTn id="80" dur="1" fill="hold">
                                          <p:stCondLst>
                                            <p:cond delay="0"/>
                                          </p:stCondLst>
                                        </p:cTn>
                                        <p:tgtEl>
                                          <p:spTgt spid="54"/>
                                        </p:tgtEl>
                                        <p:attrNameLst>
                                          <p:attrName>style.visibility</p:attrName>
                                        </p:attrNameLst>
                                      </p:cBhvr>
                                      <p:to>
                                        <p:strVal val="visible"/>
                                      </p:to>
                                    </p:set>
                                    <p:animEffect transition="in" filter="fade">
                                      <p:cBhvr>
                                        <p:cTn id="81" dur="500"/>
                                        <p:tgtEl>
                                          <p:spTgt spid="54"/>
                                        </p:tgtEl>
                                      </p:cBhvr>
                                    </p:animEffect>
                                    <p:anim calcmode="lin" valueType="num">
                                      <p:cBhvr>
                                        <p:cTn id="82" dur="500" fill="hold"/>
                                        <p:tgtEl>
                                          <p:spTgt spid="54"/>
                                        </p:tgtEl>
                                        <p:attrNameLst>
                                          <p:attrName>ppt_x</p:attrName>
                                        </p:attrNameLst>
                                      </p:cBhvr>
                                      <p:tavLst>
                                        <p:tav tm="0">
                                          <p:val>
                                            <p:strVal val="#ppt_x"/>
                                          </p:val>
                                        </p:tav>
                                        <p:tav tm="100000">
                                          <p:val>
                                            <p:strVal val="#ppt_x"/>
                                          </p:val>
                                        </p:tav>
                                      </p:tavLst>
                                    </p:anim>
                                    <p:anim calcmode="lin" valueType="num">
                                      <p:cBhvr>
                                        <p:cTn id="83" dur="500" fill="hold"/>
                                        <p:tgtEl>
                                          <p:spTgt spid="54"/>
                                        </p:tgtEl>
                                        <p:attrNameLst>
                                          <p:attrName>ppt_y</p:attrName>
                                        </p:attrNameLst>
                                      </p:cBhvr>
                                      <p:tavLst>
                                        <p:tav tm="0">
                                          <p:val>
                                            <p:strVal val="#ppt_y-.1"/>
                                          </p:val>
                                        </p:tav>
                                        <p:tav tm="100000">
                                          <p:val>
                                            <p:strVal val="#ppt_y"/>
                                          </p:val>
                                        </p:tav>
                                      </p:tavLst>
                                    </p:anim>
                                  </p:childTnLst>
                                </p:cTn>
                              </p:par>
                              <p:par>
                                <p:cTn id="84" presetID="42" presetClass="entr" presetSubtype="0" fill="hold" grpId="0" nodeType="withEffect">
                                  <p:stCondLst>
                                    <p:cond delay="2700"/>
                                  </p:stCondLst>
                                  <p:childTnLst>
                                    <p:set>
                                      <p:cBhvr>
                                        <p:cTn id="85" dur="1" fill="hold">
                                          <p:stCondLst>
                                            <p:cond delay="0"/>
                                          </p:stCondLst>
                                        </p:cTn>
                                        <p:tgtEl>
                                          <p:spTgt spid="53"/>
                                        </p:tgtEl>
                                        <p:attrNameLst>
                                          <p:attrName>style.visibility</p:attrName>
                                        </p:attrNameLst>
                                      </p:cBhvr>
                                      <p:to>
                                        <p:strVal val="visible"/>
                                      </p:to>
                                    </p:set>
                                    <p:animEffect transition="in" filter="fade">
                                      <p:cBhvr>
                                        <p:cTn id="86" dur="500"/>
                                        <p:tgtEl>
                                          <p:spTgt spid="53"/>
                                        </p:tgtEl>
                                      </p:cBhvr>
                                    </p:animEffect>
                                    <p:anim calcmode="lin" valueType="num">
                                      <p:cBhvr>
                                        <p:cTn id="87" dur="500" fill="hold"/>
                                        <p:tgtEl>
                                          <p:spTgt spid="53"/>
                                        </p:tgtEl>
                                        <p:attrNameLst>
                                          <p:attrName>ppt_x</p:attrName>
                                        </p:attrNameLst>
                                      </p:cBhvr>
                                      <p:tavLst>
                                        <p:tav tm="0">
                                          <p:val>
                                            <p:strVal val="#ppt_x"/>
                                          </p:val>
                                        </p:tav>
                                        <p:tav tm="100000">
                                          <p:val>
                                            <p:strVal val="#ppt_x"/>
                                          </p:val>
                                        </p:tav>
                                      </p:tavLst>
                                    </p:anim>
                                    <p:anim calcmode="lin" valueType="num">
                                      <p:cBhvr>
                                        <p:cTn id="88" dur="500" fill="hold"/>
                                        <p:tgtEl>
                                          <p:spTgt spid="5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P spid="36" grpId="0" animBg="1"/>
      <p:bldP spid="38" grpId="0" animBg="1"/>
      <p:bldP spid="38" grpId="1" animBg="1"/>
      <p:bldP spid="44" grpId="0" animBg="1"/>
      <p:bldP spid="45" grpId="0"/>
      <p:bldP spid="46" grpId="0" animBg="1"/>
      <p:bldP spid="47" grpId="0" animBg="1"/>
      <p:bldP spid="47" grpId="1" animBg="1"/>
      <p:bldP spid="48" grpId="0" animBg="1"/>
      <p:bldP spid="49" grpId="0"/>
      <p:bldP spid="50" grpId="0" animBg="1"/>
      <p:bldP spid="51" grpId="0" animBg="1"/>
      <p:bldP spid="51" grpId="1" animBg="1"/>
      <p:bldP spid="52" grpId="0" animBg="1"/>
      <p:bldP spid="53" grpId="0"/>
      <p:bldP spid="54" grpId="0" animBg="1"/>
      <p:bldP spid="55" grpId="0" animBg="1"/>
      <p:bldP spid="55" grpId="1"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nvCxnSpPr>
        <p:spPr>
          <a:xfrm flipH="1">
            <a:off x="0" y="2368389"/>
            <a:ext cx="390525" cy="0"/>
          </a:xfrm>
          <a:prstGeom prst="line">
            <a:avLst/>
          </a:prstGeom>
          <a:ln w="6350">
            <a:solidFill>
              <a:srgbClr val="62768C"/>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flipH="1">
            <a:off x="0" y="1977864"/>
            <a:ext cx="390525" cy="0"/>
          </a:xfrm>
          <a:prstGeom prst="line">
            <a:avLst/>
          </a:prstGeom>
          <a:ln w="6350">
            <a:solidFill>
              <a:srgbClr val="62768C"/>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H="1">
            <a:off x="0" y="2762089"/>
            <a:ext cx="390525" cy="0"/>
          </a:xfrm>
          <a:prstGeom prst="line">
            <a:avLst/>
          </a:prstGeom>
          <a:ln w="6350">
            <a:solidFill>
              <a:srgbClr val="62768C"/>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flipH="1">
            <a:off x="0" y="3152614"/>
            <a:ext cx="390525" cy="0"/>
          </a:xfrm>
          <a:prstGeom prst="line">
            <a:avLst/>
          </a:prstGeom>
          <a:ln w="6350">
            <a:solidFill>
              <a:srgbClr val="62768C"/>
            </a:solidFill>
          </a:ln>
        </p:spPr>
        <p:style>
          <a:lnRef idx="1">
            <a:schemeClr val="accent1"/>
          </a:lnRef>
          <a:fillRef idx="0">
            <a:schemeClr val="accent1"/>
          </a:fillRef>
          <a:effectRef idx="0">
            <a:schemeClr val="accent1"/>
          </a:effectRef>
          <a:fontRef idx="minor">
            <a:schemeClr val="tx1"/>
          </a:fontRef>
        </p:style>
      </p:cxnSp>
      <p:sp>
        <p:nvSpPr>
          <p:cNvPr id="37" name="矩形 36"/>
          <p:cNvSpPr/>
          <p:nvPr/>
        </p:nvSpPr>
        <p:spPr>
          <a:xfrm>
            <a:off x="-1" y="3152614"/>
            <a:ext cx="1280513" cy="390525"/>
          </a:xfrm>
          <a:prstGeom prst="rect">
            <a:avLst/>
          </a:prstGeom>
          <a:solidFill>
            <a:srgbClr val="37B0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Freeform 9"/>
          <p:cNvSpPr>
            <a:spLocks noEditPoints="1"/>
          </p:cNvSpPr>
          <p:nvPr/>
        </p:nvSpPr>
        <p:spPr bwMode="auto">
          <a:xfrm>
            <a:off x="83442" y="3272333"/>
            <a:ext cx="231878" cy="151086"/>
          </a:xfrm>
          <a:custGeom>
            <a:avLst/>
            <a:gdLst>
              <a:gd name="T0" fmla="*/ 58 w 215"/>
              <a:gd name="T1" fmla="*/ 83 h 140"/>
              <a:gd name="T2" fmla="*/ 58 w 215"/>
              <a:gd name="T3" fmla="*/ 91 h 140"/>
              <a:gd name="T4" fmla="*/ 161 w 215"/>
              <a:gd name="T5" fmla="*/ 87 h 140"/>
              <a:gd name="T6" fmla="*/ 58 w 215"/>
              <a:gd name="T7" fmla="*/ 73 h 140"/>
              <a:gd name="T8" fmla="*/ 98 w 215"/>
              <a:gd name="T9" fmla="*/ 73 h 140"/>
              <a:gd name="T10" fmla="*/ 102 w 215"/>
              <a:gd name="T11" fmla="*/ 34 h 140"/>
              <a:gd name="T12" fmla="*/ 58 w 215"/>
              <a:gd name="T13" fmla="*/ 30 h 140"/>
              <a:gd name="T14" fmla="*/ 54 w 215"/>
              <a:gd name="T15" fmla="*/ 69 h 140"/>
              <a:gd name="T16" fmla="*/ 63 w 215"/>
              <a:gd name="T17" fmla="*/ 38 h 140"/>
              <a:gd name="T18" fmla="*/ 94 w 215"/>
              <a:gd name="T19" fmla="*/ 38 h 140"/>
              <a:gd name="T20" fmla="*/ 63 w 215"/>
              <a:gd name="T21" fmla="*/ 65 h 140"/>
              <a:gd name="T22" fmla="*/ 27 w 215"/>
              <a:gd name="T23" fmla="*/ 121 h 140"/>
              <a:gd name="T24" fmla="*/ 189 w 215"/>
              <a:gd name="T25" fmla="*/ 121 h 140"/>
              <a:gd name="T26" fmla="*/ 196 w 215"/>
              <a:gd name="T27" fmla="*/ 7 h 140"/>
              <a:gd name="T28" fmla="*/ 27 w 215"/>
              <a:gd name="T29" fmla="*/ 0 h 140"/>
              <a:gd name="T30" fmla="*/ 20 w 215"/>
              <a:gd name="T31" fmla="*/ 114 h 140"/>
              <a:gd name="T32" fmla="*/ 33 w 215"/>
              <a:gd name="T33" fmla="*/ 13 h 140"/>
              <a:gd name="T34" fmla="*/ 182 w 215"/>
              <a:gd name="T35" fmla="*/ 13 h 140"/>
              <a:gd name="T36" fmla="*/ 33 w 215"/>
              <a:gd name="T37" fmla="*/ 107 h 140"/>
              <a:gd name="T38" fmla="*/ 157 w 215"/>
              <a:gd name="T39" fmla="*/ 48 h 140"/>
              <a:gd name="T40" fmla="*/ 111 w 215"/>
              <a:gd name="T41" fmla="*/ 48 h 140"/>
              <a:gd name="T42" fmla="*/ 111 w 215"/>
              <a:gd name="T43" fmla="*/ 56 h 140"/>
              <a:gd name="T44" fmla="*/ 161 w 215"/>
              <a:gd name="T45" fmla="*/ 52 h 140"/>
              <a:gd name="T46" fmla="*/ 157 w 215"/>
              <a:gd name="T47" fmla="*/ 65 h 140"/>
              <a:gd name="T48" fmla="*/ 111 w 215"/>
              <a:gd name="T49" fmla="*/ 65 h 140"/>
              <a:gd name="T50" fmla="*/ 111 w 215"/>
              <a:gd name="T51" fmla="*/ 73 h 140"/>
              <a:gd name="T52" fmla="*/ 161 w 215"/>
              <a:gd name="T53" fmla="*/ 69 h 140"/>
              <a:gd name="T54" fmla="*/ 157 w 215"/>
              <a:gd name="T55" fmla="*/ 30 h 140"/>
              <a:gd name="T56" fmla="*/ 111 w 215"/>
              <a:gd name="T57" fmla="*/ 30 h 140"/>
              <a:gd name="T58" fmla="*/ 111 w 215"/>
              <a:gd name="T59" fmla="*/ 38 h 140"/>
              <a:gd name="T60" fmla="*/ 161 w 215"/>
              <a:gd name="T61" fmla="*/ 34 h 140"/>
              <a:gd name="T62" fmla="*/ 209 w 215"/>
              <a:gd name="T63" fmla="*/ 127 h 140"/>
              <a:gd name="T64" fmla="*/ 7 w 215"/>
              <a:gd name="T65" fmla="*/ 127 h 140"/>
              <a:gd name="T66" fmla="*/ 7 w 215"/>
              <a:gd name="T67" fmla="*/ 140 h 140"/>
              <a:gd name="T68" fmla="*/ 215 w 215"/>
              <a:gd name="T69" fmla="*/ 13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15" h="140">
                <a:moveTo>
                  <a:pt x="157" y="83"/>
                </a:moveTo>
                <a:cubicBezTo>
                  <a:pt x="58" y="83"/>
                  <a:pt x="58" y="83"/>
                  <a:pt x="58" y="83"/>
                </a:cubicBezTo>
                <a:cubicBezTo>
                  <a:pt x="56" y="83"/>
                  <a:pt x="54" y="84"/>
                  <a:pt x="54" y="87"/>
                </a:cubicBezTo>
                <a:cubicBezTo>
                  <a:pt x="54" y="89"/>
                  <a:pt x="56" y="91"/>
                  <a:pt x="58" y="91"/>
                </a:cubicBezTo>
                <a:cubicBezTo>
                  <a:pt x="157" y="91"/>
                  <a:pt x="157" y="91"/>
                  <a:pt x="157" y="91"/>
                </a:cubicBezTo>
                <a:cubicBezTo>
                  <a:pt x="159" y="91"/>
                  <a:pt x="161" y="89"/>
                  <a:pt x="161" y="87"/>
                </a:cubicBezTo>
                <a:cubicBezTo>
                  <a:pt x="161" y="84"/>
                  <a:pt x="159" y="83"/>
                  <a:pt x="157" y="83"/>
                </a:cubicBezTo>
                <a:close/>
                <a:moveTo>
                  <a:pt x="58" y="73"/>
                </a:moveTo>
                <a:cubicBezTo>
                  <a:pt x="58" y="73"/>
                  <a:pt x="58" y="73"/>
                  <a:pt x="58" y="73"/>
                </a:cubicBezTo>
                <a:cubicBezTo>
                  <a:pt x="98" y="73"/>
                  <a:pt x="98" y="73"/>
                  <a:pt x="98" y="73"/>
                </a:cubicBezTo>
                <a:cubicBezTo>
                  <a:pt x="100" y="73"/>
                  <a:pt x="102" y="71"/>
                  <a:pt x="102" y="69"/>
                </a:cubicBezTo>
                <a:cubicBezTo>
                  <a:pt x="102" y="34"/>
                  <a:pt x="102" y="34"/>
                  <a:pt x="102" y="34"/>
                </a:cubicBezTo>
                <a:cubicBezTo>
                  <a:pt x="102" y="32"/>
                  <a:pt x="100" y="30"/>
                  <a:pt x="98" y="30"/>
                </a:cubicBezTo>
                <a:cubicBezTo>
                  <a:pt x="58" y="30"/>
                  <a:pt x="58" y="30"/>
                  <a:pt x="58" y="30"/>
                </a:cubicBezTo>
                <a:cubicBezTo>
                  <a:pt x="56" y="30"/>
                  <a:pt x="54" y="32"/>
                  <a:pt x="54" y="34"/>
                </a:cubicBezTo>
                <a:cubicBezTo>
                  <a:pt x="54" y="69"/>
                  <a:pt x="54" y="69"/>
                  <a:pt x="54" y="69"/>
                </a:cubicBezTo>
                <a:cubicBezTo>
                  <a:pt x="54" y="71"/>
                  <a:pt x="56" y="73"/>
                  <a:pt x="58" y="73"/>
                </a:cubicBezTo>
                <a:close/>
                <a:moveTo>
                  <a:pt x="63" y="38"/>
                </a:moveTo>
                <a:cubicBezTo>
                  <a:pt x="63" y="38"/>
                  <a:pt x="63" y="38"/>
                  <a:pt x="63" y="38"/>
                </a:cubicBezTo>
                <a:cubicBezTo>
                  <a:pt x="94" y="38"/>
                  <a:pt x="94" y="38"/>
                  <a:pt x="94" y="38"/>
                </a:cubicBezTo>
                <a:cubicBezTo>
                  <a:pt x="94" y="65"/>
                  <a:pt x="94" y="65"/>
                  <a:pt x="94" y="65"/>
                </a:cubicBezTo>
                <a:cubicBezTo>
                  <a:pt x="63" y="65"/>
                  <a:pt x="63" y="65"/>
                  <a:pt x="63" y="65"/>
                </a:cubicBezTo>
                <a:cubicBezTo>
                  <a:pt x="63" y="38"/>
                  <a:pt x="63" y="38"/>
                  <a:pt x="63" y="38"/>
                </a:cubicBezTo>
                <a:close/>
                <a:moveTo>
                  <a:pt x="27" y="121"/>
                </a:moveTo>
                <a:cubicBezTo>
                  <a:pt x="27" y="121"/>
                  <a:pt x="27" y="121"/>
                  <a:pt x="27" y="121"/>
                </a:cubicBezTo>
                <a:cubicBezTo>
                  <a:pt x="189" y="121"/>
                  <a:pt x="189" y="121"/>
                  <a:pt x="189" y="121"/>
                </a:cubicBezTo>
                <a:cubicBezTo>
                  <a:pt x="193" y="121"/>
                  <a:pt x="196" y="118"/>
                  <a:pt x="196" y="114"/>
                </a:cubicBezTo>
                <a:cubicBezTo>
                  <a:pt x="196" y="7"/>
                  <a:pt x="196" y="7"/>
                  <a:pt x="196" y="7"/>
                </a:cubicBezTo>
                <a:cubicBezTo>
                  <a:pt x="196" y="3"/>
                  <a:pt x="193" y="0"/>
                  <a:pt x="189" y="0"/>
                </a:cubicBezTo>
                <a:cubicBezTo>
                  <a:pt x="27" y="0"/>
                  <a:pt x="27" y="0"/>
                  <a:pt x="27" y="0"/>
                </a:cubicBezTo>
                <a:cubicBezTo>
                  <a:pt x="23" y="0"/>
                  <a:pt x="20" y="3"/>
                  <a:pt x="20" y="7"/>
                </a:cubicBezTo>
                <a:cubicBezTo>
                  <a:pt x="20" y="114"/>
                  <a:pt x="20" y="114"/>
                  <a:pt x="20" y="114"/>
                </a:cubicBezTo>
                <a:cubicBezTo>
                  <a:pt x="20" y="118"/>
                  <a:pt x="23" y="121"/>
                  <a:pt x="27" y="121"/>
                </a:cubicBezTo>
                <a:close/>
                <a:moveTo>
                  <a:pt x="33" y="13"/>
                </a:moveTo>
                <a:cubicBezTo>
                  <a:pt x="33" y="13"/>
                  <a:pt x="33" y="13"/>
                  <a:pt x="33" y="13"/>
                </a:cubicBezTo>
                <a:cubicBezTo>
                  <a:pt x="182" y="13"/>
                  <a:pt x="182" y="13"/>
                  <a:pt x="182" y="13"/>
                </a:cubicBezTo>
                <a:cubicBezTo>
                  <a:pt x="182" y="107"/>
                  <a:pt x="182" y="107"/>
                  <a:pt x="182" y="107"/>
                </a:cubicBezTo>
                <a:cubicBezTo>
                  <a:pt x="33" y="107"/>
                  <a:pt x="33" y="107"/>
                  <a:pt x="33" y="107"/>
                </a:cubicBezTo>
                <a:cubicBezTo>
                  <a:pt x="33" y="13"/>
                  <a:pt x="33" y="13"/>
                  <a:pt x="33" y="13"/>
                </a:cubicBezTo>
                <a:close/>
                <a:moveTo>
                  <a:pt x="157" y="48"/>
                </a:moveTo>
                <a:cubicBezTo>
                  <a:pt x="157" y="48"/>
                  <a:pt x="157" y="48"/>
                  <a:pt x="157" y="48"/>
                </a:cubicBezTo>
                <a:cubicBezTo>
                  <a:pt x="111" y="48"/>
                  <a:pt x="111" y="48"/>
                  <a:pt x="111" y="48"/>
                </a:cubicBezTo>
                <a:cubicBezTo>
                  <a:pt x="108" y="48"/>
                  <a:pt x="107" y="49"/>
                  <a:pt x="107" y="52"/>
                </a:cubicBezTo>
                <a:cubicBezTo>
                  <a:pt x="107" y="54"/>
                  <a:pt x="108" y="56"/>
                  <a:pt x="111" y="56"/>
                </a:cubicBezTo>
                <a:cubicBezTo>
                  <a:pt x="157" y="56"/>
                  <a:pt x="157" y="56"/>
                  <a:pt x="157" y="56"/>
                </a:cubicBezTo>
                <a:cubicBezTo>
                  <a:pt x="159" y="56"/>
                  <a:pt x="161" y="54"/>
                  <a:pt x="161" y="52"/>
                </a:cubicBezTo>
                <a:cubicBezTo>
                  <a:pt x="161" y="49"/>
                  <a:pt x="159" y="48"/>
                  <a:pt x="157" y="48"/>
                </a:cubicBezTo>
                <a:close/>
                <a:moveTo>
                  <a:pt x="157" y="65"/>
                </a:moveTo>
                <a:cubicBezTo>
                  <a:pt x="157" y="65"/>
                  <a:pt x="157" y="65"/>
                  <a:pt x="157" y="65"/>
                </a:cubicBezTo>
                <a:cubicBezTo>
                  <a:pt x="111" y="65"/>
                  <a:pt x="111" y="65"/>
                  <a:pt x="111" y="65"/>
                </a:cubicBezTo>
                <a:cubicBezTo>
                  <a:pt x="108" y="65"/>
                  <a:pt x="107" y="67"/>
                  <a:pt x="107" y="69"/>
                </a:cubicBezTo>
                <a:cubicBezTo>
                  <a:pt x="107" y="71"/>
                  <a:pt x="108" y="73"/>
                  <a:pt x="111" y="73"/>
                </a:cubicBezTo>
                <a:cubicBezTo>
                  <a:pt x="157" y="73"/>
                  <a:pt x="157" y="73"/>
                  <a:pt x="157" y="73"/>
                </a:cubicBezTo>
                <a:cubicBezTo>
                  <a:pt x="159" y="73"/>
                  <a:pt x="161" y="71"/>
                  <a:pt x="161" y="69"/>
                </a:cubicBezTo>
                <a:cubicBezTo>
                  <a:pt x="161" y="67"/>
                  <a:pt x="159" y="65"/>
                  <a:pt x="157" y="65"/>
                </a:cubicBezTo>
                <a:close/>
                <a:moveTo>
                  <a:pt x="157" y="30"/>
                </a:moveTo>
                <a:cubicBezTo>
                  <a:pt x="157" y="30"/>
                  <a:pt x="157" y="30"/>
                  <a:pt x="157" y="30"/>
                </a:cubicBezTo>
                <a:cubicBezTo>
                  <a:pt x="111" y="30"/>
                  <a:pt x="111" y="30"/>
                  <a:pt x="111" y="30"/>
                </a:cubicBezTo>
                <a:cubicBezTo>
                  <a:pt x="108" y="30"/>
                  <a:pt x="107" y="32"/>
                  <a:pt x="107" y="34"/>
                </a:cubicBezTo>
                <a:cubicBezTo>
                  <a:pt x="107" y="37"/>
                  <a:pt x="108" y="38"/>
                  <a:pt x="111" y="38"/>
                </a:cubicBezTo>
                <a:cubicBezTo>
                  <a:pt x="157" y="38"/>
                  <a:pt x="157" y="38"/>
                  <a:pt x="157" y="38"/>
                </a:cubicBezTo>
                <a:cubicBezTo>
                  <a:pt x="159" y="38"/>
                  <a:pt x="161" y="37"/>
                  <a:pt x="161" y="34"/>
                </a:cubicBezTo>
                <a:cubicBezTo>
                  <a:pt x="161" y="32"/>
                  <a:pt x="159" y="30"/>
                  <a:pt x="157" y="30"/>
                </a:cubicBezTo>
                <a:close/>
                <a:moveTo>
                  <a:pt x="209" y="127"/>
                </a:moveTo>
                <a:cubicBezTo>
                  <a:pt x="209" y="127"/>
                  <a:pt x="209" y="127"/>
                  <a:pt x="209" y="127"/>
                </a:cubicBezTo>
                <a:cubicBezTo>
                  <a:pt x="7" y="127"/>
                  <a:pt x="7" y="127"/>
                  <a:pt x="7" y="127"/>
                </a:cubicBezTo>
                <a:cubicBezTo>
                  <a:pt x="3" y="127"/>
                  <a:pt x="0" y="130"/>
                  <a:pt x="0" y="134"/>
                </a:cubicBezTo>
                <a:cubicBezTo>
                  <a:pt x="0" y="137"/>
                  <a:pt x="3" y="140"/>
                  <a:pt x="7" y="140"/>
                </a:cubicBezTo>
                <a:cubicBezTo>
                  <a:pt x="209" y="140"/>
                  <a:pt x="209" y="140"/>
                  <a:pt x="209" y="140"/>
                </a:cubicBezTo>
                <a:cubicBezTo>
                  <a:pt x="212" y="140"/>
                  <a:pt x="215" y="137"/>
                  <a:pt x="215" y="134"/>
                </a:cubicBezTo>
                <a:cubicBezTo>
                  <a:pt x="215" y="130"/>
                  <a:pt x="212" y="127"/>
                  <a:pt x="209" y="127"/>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9" name="Freeform 11"/>
          <p:cNvSpPr>
            <a:spLocks noEditPoints="1"/>
          </p:cNvSpPr>
          <p:nvPr/>
        </p:nvSpPr>
        <p:spPr bwMode="auto">
          <a:xfrm>
            <a:off x="124293" y="2864285"/>
            <a:ext cx="150176" cy="190798"/>
          </a:xfrm>
          <a:custGeom>
            <a:avLst/>
            <a:gdLst>
              <a:gd name="T0" fmla="*/ 104 w 139"/>
              <a:gd name="T1" fmla="*/ 99 h 177"/>
              <a:gd name="T2" fmla="*/ 91 w 139"/>
              <a:gd name="T3" fmla="*/ 160 h 177"/>
              <a:gd name="T4" fmla="*/ 133 w 139"/>
              <a:gd name="T5" fmla="*/ 164 h 177"/>
              <a:gd name="T6" fmla="*/ 133 w 139"/>
              <a:gd name="T7" fmla="*/ 177 h 177"/>
              <a:gd name="T8" fmla="*/ 0 w 139"/>
              <a:gd name="T9" fmla="*/ 170 h 177"/>
              <a:gd name="T10" fmla="*/ 51 w 139"/>
              <a:gd name="T11" fmla="*/ 164 h 177"/>
              <a:gd name="T12" fmla="*/ 81 w 139"/>
              <a:gd name="T13" fmla="*/ 151 h 177"/>
              <a:gd name="T14" fmla="*/ 10 w 139"/>
              <a:gd name="T15" fmla="*/ 147 h 177"/>
              <a:gd name="T16" fmla="*/ 10 w 139"/>
              <a:gd name="T17" fmla="*/ 139 h 177"/>
              <a:gd name="T18" fmla="*/ 94 w 139"/>
              <a:gd name="T19" fmla="*/ 120 h 177"/>
              <a:gd name="T20" fmla="*/ 84 w 139"/>
              <a:gd name="T21" fmla="*/ 92 h 177"/>
              <a:gd name="T22" fmla="*/ 69 w 139"/>
              <a:gd name="T23" fmla="*/ 94 h 177"/>
              <a:gd name="T24" fmla="*/ 53 w 139"/>
              <a:gd name="T25" fmla="*/ 113 h 177"/>
              <a:gd name="T26" fmla="*/ 46 w 139"/>
              <a:gd name="T27" fmla="*/ 117 h 177"/>
              <a:gd name="T28" fmla="*/ 24 w 139"/>
              <a:gd name="T29" fmla="*/ 109 h 177"/>
              <a:gd name="T30" fmla="*/ 26 w 139"/>
              <a:gd name="T31" fmla="*/ 97 h 177"/>
              <a:gd name="T32" fmla="*/ 21 w 139"/>
              <a:gd name="T33" fmla="*/ 89 h 177"/>
              <a:gd name="T34" fmla="*/ 63 w 139"/>
              <a:gd name="T35" fmla="*/ 24 h 177"/>
              <a:gd name="T36" fmla="*/ 67 w 139"/>
              <a:gd name="T37" fmla="*/ 26 h 177"/>
              <a:gd name="T38" fmla="*/ 69 w 139"/>
              <a:gd name="T39" fmla="*/ 14 h 177"/>
              <a:gd name="T40" fmla="*/ 76 w 139"/>
              <a:gd name="T41" fmla="*/ 2 h 177"/>
              <a:gd name="T42" fmla="*/ 109 w 139"/>
              <a:gd name="T43" fmla="*/ 29 h 177"/>
              <a:gd name="T44" fmla="*/ 96 w 139"/>
              <a:gd name="T45" fmla="*/ 30 h 177"/>
              <a:gd name="T46" fmla="*/ 94 w 139"/>
              <a:gd name="T47" fmla="*/ 42 h 177"/>
              <a:gd name="T48" fmla="*/ 87 w 139"/>
              <a:gd name="T49" fmla="*/ 63 h 177"/>
              <a:gd name="T50" fmla="*/ 92 w 139"/>
              <a:gd name="T51" fmla="*/ 81 h 177"/>
              <a:gd name="T52" fmla="*/ 89 w 139"/>
              <a:gd name="T53" fmla="*/ 26 h 177"/>
              <a:gd name="T54" fmla="*/ 74 w 139"/>
              <a:gd name="T55" fmla="*/ 30 h 177"/>
              <a:gd name="T56" fmla="*/ 89 w 139"/>
              <a:gd name="T57" fmla="*/ 26 h 177"/>
              <a:gd name="T58" fmla="*/ 80 w 139"/>
              <a:gd name="T59" fmla="*/ 59 h 177"/>
              <a:gd name="T60" fmla="*/ 62 w 139"/>
              <a:gd name="T61" fmla="*/ 33 h 177"/>
              <a:gd name="T62" fmla="*/ 54 w 139"/>
              <a:gd name="T63" fmla="*/ 104 h 177"/>
              <a:gd name="T64" fmla="*/ 56 w 139"/>
              <a:gd name="T65" fmla="*/ 76 h 177"/>
              <a:gd name="T66" fmla="*/ 62 w 139"/>
              <a:gd name="T67" fmla="*/ 63 h 177"/>
              <a:gd name="T68" fmla="*/ 82 w 139"/>
              <a:gd name="T69" fmla="*/ 69 h 177"/>
              <a:gd name="T70" fmla="*/ 67 w 139"/>
              <a:gd name="T71" fmla="*/ 69 h 177"/>
              <a:gd name="T72" fmla="*/ 67 w 139"/>
              <a:gd name="T73" fmla="*/ 69 h 177"/>
              <a:gd name="T74" fmla="*/ 75 w 139"/>
              <a:gd name="T75" fmla="*/ 86 h 177"/>
              <a:gd name="T76" fmla="*/ 82 w 139"/>
              <a:gd name="T77" fmla="*/ 83 h 177"/>
              <a:gd name="T78" fmla="*/ 82 w 139"/>
              <a:gd name="T79" fmla="*/ 69 h 177"/>
              <a:gd name="T80" fmla="*/ 33 w 139"/>
              <a:gd name="T81" fmla="*/ 101 h 177"/>
              <a:gd name="T82" fmla="*/ 31 w 139"/>
              <a:gd name="T83" fmla="*/ 104 h 177"/>
              <a:gd name="T84" fmla="*/ 42 w 139"/>
              <a:gd name="T85" fmla="*/ 106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 h="177">
                <a:moveTo>
                  <a:pt x="92" y="81"/>
                </a:moveTo>
                <a:cubicBezTo>
                  <a:pt x="97" y="87"/>
                  <a:pt x="101" y="92"/>
                  <a:pt x="104" y="99"/>
                </a:cubicBezTo>
                <a:cubicBezTo>
                  <a:pt x="106" y="106"/>
                  <a:pt x="108" y="113"/>
                  <a:pt x="108" y="120"/>
                </a:cubicBezTo>
                <a:cubicBezTo>
                  <a:pt x="108" y="136"/>
                  <a:pt x="101" y="150"/>
                  <a:pt x="91" y="160"/>
                </a:cubicBezTo>
                <a:cubicBezTo>
                  <a:pt x="90" y="162"/>
                  <a:pt x="89" y="163"/>
                  <a:pt x="88" y="164"/>
                </a:cubicBezTo>
                <a:cubicBezTo>
                  <a:pt x="133" y="164"/>
                  <a:pt x="133" y="164"/>
                  <a:pt x="133" y="164"/>
                </a:cubicBezTo>
                <a:cubicBezTo>
                  <a:pt x="136" y="164"/>
                  <a:pt x="139" y="167"/>
                  <a:pt x="139" y="170"/>
                </a:cubicBezTo>
                <a:cubicBezTo>
                  <a:pt x="139" y="174"/>
                  <a:pt x="136" y="177"/>
                  <a:pt x="133" y="177"/>
                </a:cubicBezTo>
                <a:cubicBezTo>
                  <a:pt x="91" y="177"/>
                  <a:pt x="49" y="177"/>
                  <a:pt x="7" y="177"/>
                </a:cubicBezTo>
                <a:cubicBezTo>
                  <a:pt x="3" y="177"/>
                  <a:pt x="0" y="174"/>
                  <a:pt x="0" y="170"/>
                </a:cubicBezTo>
                <a:cubicBezTo>
                  <a:pt x="0" y="167"/>
                  <a:pt x="3" y="164"/>
                  <a:pt x="7" y="164"/>
                </a:cubicBezTo>
                <a:cubicBezTo>
                  <a:pt x="51" y="164"/>
                  <a:pt x="51" y="164"/>
                  <a:pt x="51" y="164"/>
                </a:cubicBezTo>
                <a:cubicBezTo>
                  <a:pt x="51" y="164"/>
                  <a:pt x="51" y="164"/>
                  <a:pt x="51" y="164"/>
                </a:cubicBezTo>
                <a:cubicBezTo>
                  <a:pt x="63" y="164"/>
                  <a:pt x="74" y="159"/>
                  <a:pt x="81" y="151"/>
                </a:cubicBezTo>
                <a:cubicBezTo>
                  <a:pt x="83" y="150"/>
                  <a:pt x="84" y="148"/>
                  <a:pt x="85" y="147"/>
                </a:cubicBezTo>
                <a:cubicBezTo>
                  <a:pt x="10" y="147"/>
                  <a:pt x="10" y="147"/>
                  <a:pt x="10" y="147"/>
                </a:cubicBezTo>
                <a:cubicBezTo>
                  <a:pt x="8" y="147"/>
                  <a:pt x="6" y="145"/>
                  <a:pt x="6" y="143"/>
                </a:cubicBezTo>
                <a:cubicBezTo>
                  <a:pt x="6" y="141"/>
                  <a:pt x="8" y="139"/>
                  <a:pt x="10" y="139"/>
                </a:cubicBezTo>
                <a:cubicBezTo>
                  <a:pt x="90" y="139"/>
                  <a:pt x="90" y="139"/>
                  <a:pt x="90" y="139"/>
                </a:cubicBezTo>
                <a:cubicBezTo>
                  <a:pt x="93" y="133"/>
                  <a:pt x="94" y="127"/>
                  <a:pt x="94" y="120"/>
                </a:cubicBezTo>
                <a:cubicBezTo>
                  <a:pt x="94" y="114"/>
                  <a:pt x="93" y="109"/>
                  <a:pt x="91" y="104"/>
                </a:cubicBezTo>
                <a:cubicBezTo>
                  <a:pt x="89" y="100"/>
                  <a:pt x="87" y="96"/>
                  <a:pt x="84" y="92"/>
                </a:cubicBezTo>
                <a:cubicBezTo>
                  <a:pt x="81" y="94"/>
                  <a:pt x="78" y="94"/>
                  <a:pt x="75" y="94"/>
                </a:cubicBezTo>
                <a:cubicBezTo>
                  <a:pt x="73" y="94"/>
                  <a:pt x="71" y="94"/>
                  <a:pt x="69" y="94"/>
                </a:cubicBezTo>
                <a:cubicBezTo>
                  <a:pt x="59" y="111"/>
                  <a:pt x="59" y="111"/>
                  <a:pt x="59" y="111"/>
                </a:cubicBezTo>
                <a:cubicBezTo>
                  <a:pt x="58" y="113"/>
                  <a:pt x="55" y="114"/>
                  <a:pt x="53" y="113"/>
                </a:cubicBezTo>
                <a:cubicBezTo>
                  <a:pt x="50" y="111"/>
                  <a:pt x="50" y="111"/>
                  <a:pt x="50" y="111"/>
                </a:cubicBezTo>
                <a:cubicBezTo>
                  <a:pt x="46" y="117"/>
                  <a:pt x="46" y="117"/>
                  <a:pt x="46" y="117"/>
                </a:cubicBezTo>
                <a:cubicBezTo>
                  <a:pt x="45" y="119"/>
                  <a:pt x="42" y="119"/>
                  <a:pt x="40" y="118"/>
                </a:cubicBezTo>
                <a:cubicBezTo>
                  <a:pt x="24" y="109"/>
                  <a:pt x="24" y="109"/>
                  <a:pt x="24" y="109"/>
                </a:cubicBezTo>
                <a:cubicBezTo>
                  <a:pt x="22" y="108"/>
                  <a:pt x="21" y="105"/>
                  <a:pt x="22" y="103"/>
                </a:cubicBezTo>
                <a:cubicBezTo>
                  <a:pt x="26" y="97"/>
                  <a:pt x="26" y="97"/>
                  <a:pt x="26" y="97"/>
                </a:cubicBezTo>
                <a:cubicBezTo>
                  <a:pt x="22" y="95"/>
                  <a:pt x="22" y="95"/>
                  <a:pt x="22" y="95"/>
                </a:cubicBezTo>
                <a:cubicBezTo>
                  <a:pt x="20" y="94"/>
                  <a:pt x="20" y="91"/>
                  <a:pt x="21" y="89"/>
                </a:cubicBezTo>
                <a:cubicBezTo>
                  <a:pt x="57" y="26"/>
                  <a:pt x="57" y="26"/>
                  <a:pt x="57" y="26"/>
                </a:cubicBezTo>
                <a:cubicBezTo>
                  <a:pt x="58" y="24"/>
                  <a:pt x="61" y="23"/>
                  <a:pt x="63" y="24"/>
                </a:cubicBezTo>
                <a:cubicBezTo>
                  <a:pt x="63" y="24"/>
                  <a:pt x="63" y="24"/>
                  <a:pt x="63" y="24"/>
                </a:cubicBezTo>
                <a:cubicBezTo>
                  <a:pt x="67" y="26"/>
                  <a:pt x="67" y="26"/>
                  <a:pt x="67" y="26"/>
                </a:cubicBezTo>
                <a:cubicBezTo>
                  <a:pt x="73" y="16"/>
                  <a:pt x="73" y="16"/>
                  <a:pt x="73" y="16"/>
                </a:cubicBezTo>
                <a:cubicBezTo>
                  <a:pt x="69" y="14"/>
                  <a:pt x="69" y="14"/>
                  <a:pt x="69" y="14"/>
                </a:cubicBezTo>
                <a:cubicBezTo>
                  <a:pt x="66" y="12"/>
                  <a:pt x="65" y="8"/>
                  <a:pt x="66" y="5"/>
                </a:cubicBezTo>
                <a:cubicBezTo>
                  <a:pt x="68" y="1"/>
                  <a:pt x="72" y="0"/>
                  <a:pt x="76" y="2"/>
                </a:cubicBezTo>
                <a:cubicBezTo>
                  <a:pt x="86" y="8"/>
                  <a:pt x="96" y="14"/>
                  <a:pt x="107" y="20"/>
                </a:cubicBezTo>
                <a:cubicBezTo>
                  <a:pt x="110" y="22"/>
                  <a:pt x="111" y="26"/>
                  <a:pt x="109" y="29"/>
                </a:cubicBezTo>
                <a:cubicBezTo>
                  <a:pt x="107" y="33"/>
                  <a:pt x="103" y="34"/>
                  <a:pt x="100" y="32"/>
                </a:cubicBezTo>
                <a:cubicBezTo>
                  <a:pt x="96" y="30"/>
                  <a:pt x="96" y="30"/>
                  <a:pt x="96" y="30"/>
                </a:cubicBezTo>
                <a:cubicBezTo>
                  <a:pt x="90" y="40"/>
                  <a:pt x="90" y="40"/>
                  <a:pt x="90" y="40"/>
                </a:cubicBezTo>
                <a:cubicBezTo>
                  <a:pt x="94" y="42"/>
                  <a:pt x="94" y="42"/>
                  <a:pt x="94" y="42"/>
                </a:cubicBezTo>
                <a:cubicBezTo>
                  <a:pt x="96" y="43"/>
                  <a:pt x="97" y="46"/>
                  <a:pt x="96" y="48"/>
                </a:cubicBezTo>
                <a:cubicBezTo>
                  <a:pt x="87" y="63"/>
                  <a:pt x="87" y="63"/>
                  <a:pt x="87" y="63"/>
                </a:cubicBezTo>
                <a:cubicBezTo>
                  <a:pt x="91" y="66"/>
                  <a:pt x="93" y="71"/>
                  <a:pt x="93" y="76"/>
                </a:cubicBezTo>
                <a:cubicBezTo>
                  <a:pt x="93" y="78"/>
                  <a:pt x="93" y="80"/>
                  <a:pt x="92" y="81"/>
                </a:cubicBezTo>
                <a:close/>
                <a:moveTo>
                  <a:pt x="89" y="26"/>
                </a:moveTo>
                <a:cubicBezTo>
                  <a:pt x="89" y="26"/>
                  <a:pt x="89" y="26"/>
                  <a:pt x="89" y="26"/>
                </a:cubicBezTo>
                <a:cubicBezTo>
                  <a:pt x="86" y="24"/>
                  <a:pt x="83" y="22"/>
                  <a:pt x="80" y="20"/>
                </a:cubicBezTo>
                <a:cubicBezTo>
                  <a:pt x="74" y="30"/>
                  <a:pt x="74" y="30"/>
                  <a:pt x="74" y="30"/>
                </a:cubicBezTo>
                <a:cubicBezTo>
                  <a:pt x="83" y="36"/>
                  <a:pt x="83" y="36"/>
                  <a:pt x="83" y="36"/>
                </a:cubicBezTo>
                <a:cubicBezTo>
                  <a:pt x="89" y="26"/>
                  <a:pt x="89" y="26"/>
                  <a:pt x="89" y="26"/>
                </a:cubicBezTo>
                <a:close/>
                <a:moveTo>
                  <a:pt x="80" y="59"/>
                </a:moveTo>
                <a:cubicBezTo>
                  <a:pt x="80" y="59"/>
                  <a:pt x="80" y="59"/>
                  <a:pt x="80" y="59"/>
                </a:cubicBezTo>
                <a:cubicBezTo>
                  <a:pt x="87" y="47"/>
                  <a:pt x="87" y="47"/>
                  <a:pt x="87" y="47"/>
                </a:cubicBezTo>
                <a:cubicBezTo>
                  <a:pt x="78" y="43"/>
                  <a:pt x="70" y="38"/>
                  <a:pt x="62" y="33"/>
                </a:cubicBezTo>
                <a:cubicBezTo>
                  <a:pt x="30" y="90"/>
                  <a:pt x="30" y="90"/>
                  <a:pt x="30" y="90"/>
                </a:cubicBezTo>
                <a:cubicBezTo>
                  <a:pt x="38" y="94"/>
                  <a:pt x="46" y="99"/>
                  <a:pt x="54" y="104"/>
                </a:cubicBezTo>
                <a:cubicBezTo>
                  <a:pt x="62" y="90"/>
                  <a:pt x="62" y="90"/>
                  <a:pt x="62" y="90"/>
                </a:cubicBezTo>
                <a:cubicBezTo>
                  <a:pt x="58" y="86"/>
                  <a:pt x="56" y="81"/>
                  <a:pt x="56" y="76"/>
                </a:cubicBezTo>
                <a:cubicBezTo>
                  <a:pt x="56" y="71"/>
                  <a:pt x="58" y="66"/>
                  <a:pt x="62" y="63"/>
                </a:cubicBezTo>
                <a:cubicBezTo>
                  <a:pt x="62" y="63"/>
                  <a:pt x="62" y="63"/>
                  <a:pt x="62" y="63"/>
                </a:cubicBezTo>
                <a:cubicBezTo>
                  <a:pt x="67" y="58"/>
                  <a:pt x="73" y="57"/>
                  <a:pt x="80" y="59"/>
                </a:cubicBezTo>
                <a:close/>
                <a:moveTo>
                  <a:pt x="82" y="69"/>
                </a:moveTo>
                <a:cubicBezTo>
                  <a:pt x="82" y="69"/>
                  <a:pt x="82" y="69"/>
                  <a:pt x="82" y="69"/>
                </a:cubicBezTo>
                <a:cubicBezTo>
                  <a:pt x="78" y="65"/>
                  <a:pt x="71" y="65"/>
                  <a:pt x="67" y="69"/>
                </a:cubicBezTo>
                <a:cubicBezTo>
                  <a:pt x="67" y="69"/>
                  <a:pt x="67" y="69"/>
                  <a:pt x="67" y="69"/>
                </a:cubicBezTo>
                <a:cubicBezTo>
                  <a:pt x="67" y="69"/>
                  <a:pt x="67" y="69"/>
                  <a:pt x="67" y="69"/>
                </a:cubicBezTo>
                <a:cubicBezTo>
                  <a:pt x="65" y="71"/>
                  <a:pt x="64" y="73"/>
                  <a:pt x="64" y="76"/>
                </a:cubicBezTo>
                <a:cubicBezTo>
                  <a:pt x="64" y="82"/>
                  <a:pt x="69" y="86"/>
                  <a:pt x="75" y="86"/>
                </a:cubicBezTo>
                <a:cubicBezTo>
                  <a:pt x="77" y="86"/>
                  <a:pt x="80" y="85"/>
                  <a:pt x="82" y="83"/>
                </a:cubicBezTo>
                <a:cubicBezTo>
                  <a:pt x="82" y="83"/>
                  <a:pt x="82" y="83"/>
                  <a:pt x="82" y="83"/>
                </a:cubicBezTo>
                <a:cubicBezTo>
                  <a:pt x="84" y="81"/>
                  <a:pt x="85" y="79"/>
                  <a:pt x="85" y="76"/>
                </a:cubicBezTo>
                <a:cubicBezTo>
                  <a:pt x="85" y="73"/>
                  <a:pt x="84" y="71"/>
                  <a:pt x="82" y="69"/>
                </a:cubicBezTo>
                <a:cubicBezTo>
                  <a:pt x="82" y="69"/>
                  <a:pt x="82" y="69"/>
                  <a:pt x="82" y="69"/>
                </a:cubicBezTo>
                <a:close/>
                <a:moveTo>
                  <a:pt x="33" y="101"/>
                </a:moveTo>
                <a:cubicBezTo>
                  <a:pt x="33" y="101"/>
                  <a:pt x="33" y="101"/>
                  <a:pt x="33" y="101"/>
                </a:cubicBezTo>
                <a:cubicBezTo>
                  <a:pt x="31" y="104"/>
                  <a:pt x="31" y="104"/>
                  <a:pt x="31" y="104"/>
                </a:cubicBezTo>
                <a:cubicBezTo>
                  <a:pt x="41" y="109"/>
                  <a:pt x="41" y="109"/>
                  <a:pt x="41" y="109"/>
                </a:cubicBezTo>
                <a:cubicBezTo>
                  <a:pt x="42" y="106"/>
                  <a:pt x="42" y="106"/>
                  <a:pt x="42" y="106"/>
                </a:cubicBezTo>
                <a:cubicBezTo>
                  <a:pt x="33" y="101"/>
                  <a:pt x="33" y="101"/>
                  <a:pt x="33" y="101"/>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0" name="Freeform 12"/>
          <p:cNvSpPr>
            <a:spLocks noEditPoints="1"/>
          </p:cNvSpPr>
          <p:nvPr/>
        </p:nvSpPr>
        <p:spPr bwMode="auto">
          <a:xfrm>
            <a:off x="134107" y="2472073"/>
            <a:ext cx="130548" cy="187604"/>
          </a:xfrm>
          <a:custGeom>
            <a:avLst/>
            <a:gdLst>
              <a:gd name="T0" fmla="*/ 3 w 121"/>
              <a:gd name="T1" fmla="*/ 119 h 174"/>
              <a:gd name="T2" fmla="*/ 23 w 121"/>
              <a:gd name="T3" fmla="*/ 115 h 174"/>
              <a:gd name="T4" fmla="*/ 38 w 121"/>
              <a:gd name="T5" fmla="*/ 74 h 174"/>
              <a:gd name="T6" fmla="*/ 38 w 121"/>
              <a:gd name="T7" fmla="*/ 74 h 174"/>
              <a:gd name="T8" fmla="*/ 38 w 121"/>
              <a:gd name="T9" fmla="*/ 29 h 174"/>
              <a:gd name="T10" fmla="*/ 54 w 121"/>
              <a:gd name="T11" fmla="*/ 21 h 174"/>
              <a:gd name="T12" fmla="*/ 60 w 121"/>
              <a:gd name="T13" fmla="*/ 0 h 174"/>
              <a:gd name="T14" fmla="*/ 67 w 121"/>
              <a:gd name="T15" fmla="*/ 21 h 174"/>
              <a:gd name="T16" fmla="*/ 92 w 121"/>
              <a:gd name="T17" fmla="*/ 51 h 174"/>
              <a:gd name="T18" fmla="*/ 82 w 121"/>
              <a:gd name="T19" fmla="*/ 74 h 174"/>
              <a:gd name="T20" fmla="*/ 98 w 121"/>
              <a:gd name="T21" fmla="*/ 115 h 174"/>
              <a:gd name="T22" fmla="*/ 117 w 121"/>
              <a:gd name="T23" fmla="*/ 119 h 174"/>
              <a:gd name="T24" fmla="*/ 102 w 121"/>
              <a:gd name="T25" fmla="*/ 124 h 174"/>
              <a:gd name="T26" fmla="*/ 116 w 121"/>
              <a:gd name="T27" fmla="*/ 159 h 174"/>
              <a:gd name="T28" fmla="*/ 120 w 121"/>
              <a:gd name="T29" fmla="*/ 168 h 174"/>
              <a:gd name="T30" fmla="*/ 113 w 121"/>
              <a:gd name="T31" fmla="*/ 171 h 174"/>
              <a:gd name="T32" fmla="*/ 108 w 121"/>
              <a:gd name="T33" fmla="*/ 162 h 174"/>
              <a:gd name="T34" fmla="*/ 87 w 121"/>
              <a:gd name="T35" fmla="*/ 124 h 174"/>
              <a:gd name="T36" fmla="*/ 67 w 121"/>
              <a:gd name="T37" fmla="*/ 129 h 174"/>
              <a:gd name="T38" fmla="*/ 54 w 121"/>
              <a:gd name="T39" fmla="*/ 129 h 174"/>
              <a:gd name="T40" fmla="*/ 34 w 121"/>
              <a:gd name="T41" fmla="*/ 124 h 174"/>
              <a:gd name="T42" fmla="*/ 13 w 121"/>
              <a:gd name="T43" fmla="*/ 162 h 174"/>
              <a:gd name="T44" fmla="*/ 8 w 121"/>
              <a:gd name="T45" fmla="*/ 171 h 174"/>
              <a:gd name="T46" fmla="*/ 1 w 121"/>
              <a:gd name="T47" fmla="*/ 168 h 174"/>
              <a:gd name="T48" fmla="*/ 5 w 121"/>
              <a:gd name="T49" fmla="*/ 159 h 174"/>
              <a:gd name="T50" fmla="*/ 19 w 121"/>
              <a:gd name="T51" fmla="*/ 124 h 174"/>
              <a:gd name="T52" fmla="*/ 54 w 121"/>
              <a:gd name="T53" fmla="*/ 115 h 174"/>
              <a:gd name="T54" fmla="*/ 54 w 121"/>
              <a:gd name="T55" fmla="*/ 110 h 174"/>
              <a:gd name="T56" fmla="*/ 67 w 121"/>
              <a:gd name="T57" fmla="*/ 110 h 174"/>
              <a:gd name="T58" fmla="*/ 83 w 121"/>
              <a:gd name="T59" fmla="*/ 115 h 174"/>
              <a:gd name="T60" fmla="*/ 54 w 121"/>
              <a:gd name="T61" fmla="*/ 82 h 174"/>
              <a:gd name="T62" fmla="*/ 54 w 121"/>
              <a:gd name="T63" fmla="*/ 115 h 174"/>
              <a:gd name="T64" fmla="*/ 73 w 121"/>
              <a:gd name="T65" fmla="*/ 39 h 174"/>
              <a:gd name="T66" fmla="*/ 48 w 121"/>
              <a:gd name="T67" fmla="*/ 39 h 174"/>
              <a:gd name="T68" fmla="*/ 48 w 121"/>
              <a:gd name="T69" fmla="*/ 64 h 174"/>
              <a:gd name="T70" fmla="*/ 68 w 121"/>
              <a:gd name="T71" fmla="*/ 68 h 174"/>
              <a:gd name="T72" fmla="*/ 73 w 121"/>
              <a:gd name="T73" fmla="*/ 64 h 174"/>
              <a:gd name="T74" fmla="*/ 73 w 121"/>
              <a:gd name="T75" fmla="*/ 39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1" h="174">
                <a:moveTo>
                  <a:pt x="8" y="124"/>
                </a:moveTo>
                <a:cubicBezTo>
                  <a:pt x="5" y="124"/>
                  <a:pt x="3" y="122"/>
                  <a:pt x="3" y="119"/>
                </a:cubicBezTo>
                <a:cubicBezTo>
                  <a:pt x="3" y="117"/>
                  <a:pt x="5" y="115"/>
                  <a:pt x="8" y="115"/>
                </a:cubicBezTo>
                <a:cubicBezTo>
                  <a:pt x="23" y="115"/>
                  <a:pt x="23" y="115"/>
                  <a:pt x="23" y="115"/>
                </a:cubicBezTo>
                <a:cubicBezTo>
                  <a:pt x="42" y="77"/>
                  <a:pt x="42" y="77"/>
                  <a:pt x="42" y="77"/>
                </a:cubicBezTo>
                <a:cubicBezTo>
                  <a:pt x="41" y="76"/>
                  <a:pt x="40" y="75"/>
                  <a:pt x="38" y="74"/>
                </a:cubicBezTo>
                <a:cubicBezTo>
                  <a:pt x="38" y="74"/>
                  <a:pt x="38" y="74"/>
                  <a:pt x="38" y="74"/>
                </a:cubicBezTo>
                <a:cubicBezTo>
                  <a:pt x="38" y="74"/>
                  <a:pt x="38" y="74"/>
                  <a:pt x="38" y="74"/>
                </a:cubicBezTo>
                <a:cubicBezTo>
                  <a:pt x="33" y="68"/>
                  <a:pt x="29" y="60"/>
                  <a:pt x="29" y="51"/>
                </a:cubicBezTo>
                <a:cubicBezTo>
                  <a:pt x="29" y="43"/>
                  <a:pt x="33" y="35"/>
                  <a:pt x="38" y="29"/>
                </a:cubicBezTo>
                <a:cubicBezTo>
                  <a:pt x="39" y="29"/>
                  <a:pt x="39" y="29"/>
                  <a:pt x="39" y="29"/>
                </a:cubicBezTo>
                <a:cubicBezTo>
                  <a:pt x="43" y="25"/>
                  <a:pt x="48" y="22"/>
                  <a:pt x="54" y="21"/>
                </a:cubicBezTo>
                <a:cubicBezTo>
                  <a:pt x="54" y="7"/>
                  <a:pt x="54" y="7"/>
                  <a:pt x="54" y="7"/>
                </a:cubicBezTo>
                <a:cubicBezTo>
                  <a:pt x="54" y="3"/>
                  <a:pt x="57" y="0"/>
                  <a:pt x="60" y="0"/>
                </a:cubicBezTo>
                <a:cubicBezTo>
                  <a:pt x="64" y="0"/>
                  <a:pt x="67" y="3"/>
                  <a:pt x="67" y="7"/>
                </a:cubicBezTo>
                <a:cubicBezTo>
                  <a:pt x="67" y="21"/>
                  <a:pt x="67" y="21"/>
                  <a:pt x="67" y="21"/>
                </a:cubicBezTo>
                <a:cubicBezTo>
                  <a:pt x="73" y="22"/>
                  <a:pt x="78" y="25"/>
                  <a:pt x="82" y="29"/>
                </a:cubicBezTo>
                <a:cubicBezTo>
                  <a:pt x="88" y="35"/>
                  <a:pt x="92" y="43"/>
                  <a:pt x="92" y="51"/>
                </a:cubicBezTo>
                <a:cubicBezTo>
                  <a:pt x="92" y="60"/>
                  <a:pt x="88" y="68"/>
                  <a:pt x="82" y="74"/>
                </a:cubicBezTo>
                <a:cubicBezTo>
                  <a:pt x="82" y="74"/>
                  <a:pt x="82" y="74"/>
                  <a:pt x="82" y="74"/>
                </a:cubicBezTo>
                <a:cubicBezTo>
                  <a:pt x="81" y="75"/>
                  <a:pt x="80" y="76"/>
                  <a:pt x="79" y="77"/>
                </a:cubicBezTo>
                <a:cubicBezTo>
                  <a:pt x="98" y="115"/>
                  <a:pt x="98" y="115"/>
                  <a:pt x="98" y="115"/>
                </a:cubicBezTo>
                <a:cubicBezTo>
                  <a:pt x="113" y="115"/>
                  <a:pt x="113" y="115"/>
                  <a:pt x="113" y="115"/>
                </a:cubicBezTo>
                <a:cubicBezTo>
                  <a:pt x="116" y="115"/>
                  <a:pt x="117" y="117"/>
                  <a:pt x="117" y="119"/>
                </a:cubicBezTo>
                <a:cubicBezTo>
                  <a:pt x="117" y="122"/>
                  <a:pt x="116" y="124"/>
                  <a:pt x="113" y="124"/>
                </a:cubicBezTo>
                <a:cubicBezTo>
                  <a:pt x="102" y="124"/>
                  <a:pt x="102" y="124"/>
                  <a:pt x="102" y="124"/>
                </a:cubicBezTo>
                <a:cubicBezTo>
                  <a:pt x="116" y="153"/>
                  <a:pt x="116" y="153"/>
                  <a:pt x="116" y="153"/>
                </a:cubicBezTo>
                <a:cubicBezTo>
                  <a:pt x="117" y="155"/>
                  <a:pt x="117" y="157"/>
                  <a:pt x="116" y="159"/>
                </a:cubicBezTo>
                <a:cubicBezTo>
                  <a:pt x="117" y="162"/>
                  <a:pt x="117" y="162"/>
                  <a:pt x="117" y="162"/>
                </a:cubicBezTo>
                <a:cubicBezTo>
                  <a:pt x="120" y="168"/>
                  <a:pt x="120" y="168"/>
                  <a:pt x="120" y="168"/>
                </a:cubicBezTo>
                <a:cubicBezTo>
                  <a:pt x="121" y="170"/>
                  <a:pt x="120" y="172"/>
                  <a:pt x="118" y="173"/>
                </a:cubicBezTo>
                <a:cubicBezTo>
                  <a:pt x="116" y="174"/>
                  <a:pt x="114" y="173"/>
                  <a:pt x="113" y="171"/>
                </a:cubicBezTo>
                <a:cubicBezTo>
                  <a:pt x="110" y="165"/>
                  <a:pt x="110" y="165"/>
                  <a:pt x="110" y="165"/>
                </a:cubicBezTo>
                <a:cubicBezTo>
                  <a:pt x="108" y="162"/>
                  <a:pt x="108" y="162"/>
                  <a:pt x="108" y="162"/>
                </a:cubicBezTo>
                <a:cubicBezTo>
                  <a:pt x="106" y="162"/>
                  <a:pt x="104" y="160"/>
                  <a:pt x="103" y="158"/>
                </a:cubicBezTo>
                <a:cubicBezTo>
                  <a:pt x="87" y="124"/>
                  <a:pt x="87" y="124"/>
                  <a:pt x="87" y="124"/>
                </a:cubicBezTo>
                <a:cubicBezTo>
                  <a:pt x="67" y="124"/>
                  <a:pt x="67" y="124"/>
                  <a:pt x="67" y="124"/>
                </a:cubicBezTo>
                <a:cubicBezTo>
                  <a:pt x="67" y="129"/>
                  <a:pt x="67" y="129"/>
                  <a:pt x="67" y="129"/>
                </a:cubicBezTo>
                <a:cubicBezTo>
                  <a:pt x="67" y="132"/>
                  <a:pt x="64" y="136"/>
                  <a:pt x="60" y="136"/>
                </a:cubicBezTo>
                <a:cubicBezTo>
                  <a:pt x="57" y="136"/>
                  <a:pt x="54" y="132"/>
                  <a:pt x="54" y="129"/>
                </a:cubicBezTo>
                <a:cubicBezTo>
                  <a:pt x="54" y="124"/>
                  <a:pt x="54" y="124"/>
                  <a:pt x="54" y="124"/>
                </a:cubicBezTo>
                <a:cubicBezTo>
                  <a:pt x="34" y="124"/>
                  <a:pt x="34" y="124"/>
                  <a:pt x="34" y="124"/>
                </a:cubicBezTo>
                <a:cubicBezTo>
                  <a:pt x="17" y="158"/>
                  <a:pt x="17" y="158"/>
                  <a:pt x="17" y="158"/>
                </a:cubicBezTo>
                <a:cubicBezTo>
                  <a:pt x="16" y="160"/>
                  <a:pt x="15" y="162"/>
                  <a:pt x="13" y="162"/>
                </a:cubicBezTo>
                <a:cubicBezTo>
                  <a:pt x="11" y="165"/>
                  <a:pt x="11" y="165"/>
                  <a:pt x="11" y="165"/>
                </a:cubicBezTo>
                <a:cubicBezTo>
                  <a:pt x="8" y="171"/>
                  <a:pt x="8" y="171"/>
                  <a:pt x="8" y="171"/>
                </a:cubicBezTo>
                <a:cubicBezTo>
                  <a:pt x="7" y="173"/>
                  <a:pt x="5" y="174"/>
                  <a:pt x="3" y="173"/>
                </a:cubicBezTo>
                <a:cubicBezTo>
                  <a:pt x="1" y="172"/>
                  <a:pt x="0" y="170"/>
                  <a:pt x="1" y="168"/>
                </a:cubicBezTo>
                <a:cubicBezTo>
                  <a:pt x="4" y="162"/>
                  <a:pt x="4" y="162"/>
                  <a:pt x="4" y="162"/>
                </a:cubicBezTo>
                <a:cubicBezTo>
                  <a:pt x="5" y="159"/>
                  <a:pt x="5" y="159"/>
                  <a:pt x="5" y="159"/>
                </a:cubicBezTo>
                <a:cubicBezTo>
                  <a:pt x="4" y="157"/>
                  <a:pt x="4" y="155"/>
                  <a:pt x="5" y="153"/>
                </a:cubicBezTo>
                <a:cubicBezTo>
                  <a:pt x="19" y="124"/>
                  <a:pt x="19" y="124"/>
                  <a:pt x="19" y="124"/>
                </a:cubicBezTo>
                <a:cubicBezTo>
                  <a:pt x="8" y="124"/>
                  <a:pt x="8" y="124"/>
                  <a:pt x="8" y="124"/>
                </a:cubicBezTo>
                <a:close/>
                <a:moveTo>
                  <a:pt x="54" y="115"/>
                </a:moveTo>
                <a:cubicBezTo>
                  <a:pt x="54" y="115"/>
                  <a:pt x="54" y="115"/>
                  <a:pt x="54" y="115"/>
                </a:cubicBezTo>
                <a:cubicBezTo>
                  <a:pt x="54" y="110"/>
                  <a:pt x="54" y="110"/>
                  <a:pt x="54" y="110"/>
                </a:cubicBezTo>
                <a:cubicBezTo>
                  <a:pt x="54" y="107"/>
                  <a:pt x="57" y="103"/>
                  <a:pt x="60" y="103"/>
                </a:cubicBezTo>
                <a:cubicBezTo>
                  <a:pt x="64" y="103"/>
                  <a:pt x="67" y="107"/>
                  <a:pt x="67" y="110"/>
                </a:cubicBezTo>
                <a:cubicBezTo>
                  <a:pt x="67" y="115"/>
                  <a:pt x="67" y="115"/>
                  <a:pt x="67" y="115"/>
                </a:cubicBezTo>
                <a:cubicBezTo>
                  <a:pt x="83" y="115"/>
                  <a:pt x="83" y="115"/>
                  <a:pt x="83" y="115"/>
                </a:cubicBezTo>
                <a:cubicBezTo>
                  <a:pt x="67" y="82"/>
                  <a:pt x="67" y="82"/>
                  <a:pt x="67" y="82"/>
                </a:cubicBezTo>
                <a:cubicBezTo>
                  <a:pt x="63" y="83"/>
                  <a:pt x="58" y="83"/>
                  <a:pt x="54" y="82"/>
                </a:cubicBezTo>
                <a:cubicBezTo>
                  <a:pt x="38" y="115"/>
                  <a:pt x="38" y="115"/>
                  <a:pt x="38" y="115"/>
                </a:cubicBezTo>
                <a:cubicBezTo>
                  <a:pt x="54" y="115"/>
                  <a:pt x="54" y="115"/>
                  <a:pt x="54" y="115"/>
                </a:cubicBezTo>
                <a:close/>
                <a:moveTo>
                  <a:pt x="73" y="39"/>
                </a:moveTo>
                <a:cubicBezTo>
                  <a:pt x="73" y="39"/>
                  <a:pt x="73" y="39"/>
                  <a:pt x="73" y="39"/>
                </a:cubicBezTo>
                <a:cubicBezTo>
                  <a:pt x="66" y="32"/>
                  <a:pt x="55" y="32"/>
                  <a:pt x="48" y="39"/>
                </a:cubicBezTo>
                <a:cubicBezTo>
                  <a:pt x="48" y="39"/>
                  <a:pt x="48" y="39"/>
                  <a:pt x="48" y="39"/>
                </a:cubicBezTo>
                <a:cubicBezTo>
                  <a:pt x="45" y="42"/>
                  <a:pt x="43" y="47"/>
                  <a:pt x="43" y="51"/>
                </a:cubicBezTo>
                <a:cubicBezTo>
                  <a:pt x="43" y="56"/>
                  <a:pt x="45" y="61"/>
                  <a:pt x="48" y="64"/>
                </a:cubicBezTo>
                <a:cubicBezTo>
                  <a:pt x="53" y="69"/>
                  <a:pt x="61" y="71"/>
                  <a:pt x="67" y="68"/>
                </a:cubicBezTo>
                <a:cubicBezTo>
                  <a:pt x="68" y="68"/>
                  <a:pt x="68" y="68"/>
                  <a:pt x="68" y="68"/>
                </a:cubicBezTo>
                <a:cubicBezTo>
                  <a:pt x="69" y="67"/>
                  <a:pt x="71" y="66"/>
                  <a:pt x="73" y="64"/>
                </a:cubicBezTo>
                <a:cubicBezTo>
                  <a:pt x="73" y="64"/>
                  <a:pt x="73" y="64"/>
                  <a:pt x="73" y="64"/>
                </a:cubicBezTo>
                <a:cubicBezTo>
                  <a:pt x="76" y="61"/>
                  <a:pt x="78" y="56"/>
                  <a:pt x="78" y="51"/>
                </a:cubicBezTo>
                <a:cubicBezTo>
                  <a:pt x="78" y="47"/>
                  <a:pt x="76" y="42"/>
                  <a:pt x="73" y="39"/>
                </a:cubicBezTo>
                <a:cubicBezTo>
                  <a:pt x="73" y="39"/>
                  <a:pt x="73" y="39"/>
                  <a:pt x="73" y="39"/>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1" name="Freeform 13"/>
          <p:cNvSpPr>
            <a:spLocks noEditPoints="1"/>
          </p:cNvSpPr>
          <p:nvPr/>
        </p:nvSpPr>
        <p:spPr bwMode="auto">
          <a:xfrm>
            <a:off x="93026" y="1695727"/>
            <a:ext cx="212710" cy="176648"/>
          </a:xfrm>
          <a:custGeom>
            <a:avLst/>
            <a:gdLst>
              <a:gd name="T0" fmla="*/ 111 w 197"/>
              <a:gd name="T1" fmla="*/ 11 h 164"/>
              <a:gd name="T2" fmla="*/ 0 w 197"/>
              <a:gd name="T3" fmla="*/ 15 h 164"/>
              <a:gd name="T4" fmla="*/ 105 w 197"/>
              <a:gd name="T5" fmla="*/ 164 h 164"/>
              <a:gd name="T6" fmla="*/ 136 w 197"/>
              <a:gd name="T7" fmla="*/ 159 h 164"/>
              <a:gd name="T8" fmla="*/ 196 w 197"/>
              <a:gd name="T9" fmla="*/ 142 h 164"/>
              <a:gd name="T10" fmla="*/ 52 w 197"/>
              <a:gd name="T11" fmla="*/ 150 h 164"/>
              <a:gd name="T12" fmla="*/ 52 w 197"/>
              <a:gd name="T13" fmla="*/ 22 h 164"/>
              <a:gd name="T14" fmla="*/ 99 w 197"/>
              <a:gd name="T15" fmla="*/ 150 h 164"/>
              <a:gd name="T16" fmla="*/ 99 w 197"/>
              <a:gd name="T17" fmla="*/ 22 h 164"/>
              <a:gd name="T18" fmla="*/ 147 w 197"/>
              <a:gd name="T19" fmla="*/ 149 h 164"/>
              <a:gd name="T20" fmla="*/ 181 w 197"/>
              <a:gd name="T21" fmla="*/ 139 h 164"/>
              <a:gd name="T22" fmla="*/ 23 w 197"/>
              <a:gd name="T23" fmla="*/ 133 h 164"/>
              <a:gd name="T24" fmla="*/ 42 w 197"/>
              <a:gd name="T25" fmla="*/ 134 h 164"/>
              <a:gd name="T26" fmla="*/ 43 w 197"/>
              <a:gd name="T27" fmla="*/ 114 h 164"/>
              <a:gd name="T28" fmla="*/ 23 w 197"/>
              <a:gd name="T29" fmla="*/ 114 h 164"/>
              <a:gd name="T30" fmla="*/ 29 w 197"/>
              <a:gd name="T31" fmla="*/ 120 h 164"/>
              <a:gd name="T32" fmla="*/ 37 w 197"/>
              <a:gd name="T33" fmla="*/ 120 h 164"/>
              <a:gd name="T34" fmla="*/ 37 w 197"/>
              <a:gd name="T35" fmla="*/ 128 h 164"/>
              <a:gd name="T36" fmla="*/ 29 w 197"/>
              <a:gd name="T37" fmla="*/ 127 h 164"/>
              <a:gd name="T38" fmla="*/ 32 w 197"/>
              <a:gd name="T39" fmla="*/ 91 h 164"/>
              <a:gd name="T40" fmla="*/ 36 w 197"/>
              <a:gd name="T41" fmla="*/ 38 h 164"/>
              <a:gd name="T42" fmla="*/ 28 w 197"/>
              <a:gd name="T43" fmla="*/ 87 h 164"/>
              <a:gd name="T44" fmla="*/ 134 w 197"/>
              <a:gd name="T45" fmla="*/ 31 h 164"/>
              <a:gd name="T46" fmla="*/ 149 w 197"/>
              <a:gd name="T47" fmla="*/ 86 h 164"/>
              <a:gd name="T48" fmla="*/ 134 w 197"/>
              <a:gd name="T49" fmla="*/ 31 h 164"/>
              <a:gd name="T50" fmla="*/ 69 w 197"/>
              <a:gd name="T51" fmla="*/ 133 h 164"/>
              <a:gd name="T52" fmla="*/ 88 w 197"/>
              <a:gd name="T53" fmla="*/ 133 h 164"/>
              <a:gd name="T54" fmla="*/ 79 w 197"/>
              <a:gd name="T55" fmla="*/ 110 h 164"/>
              <a:gd name="T56" fmla="*/ 65 w 197"/>
              <a:gd name="T57" fmla="*/ 124 h 164"/>
              <a:gd name="T58" fmla="*/ 75 w 197"/>
              <a:gd name="T59" fmla="*/ 120 h 164"/>
              <a:gd name="T60" fmla="*/ 82 w 197"/>
              <a:gd name="T61" fmla="*/ 120 h 164"/>
              <a:gd name="T62" fmla="*/ 82 w 197"/>
              <a:gd name="T63" fmla="*/ 128 h 164"/>
              <a:gd name="T64" fmla="*/ 74 w 197"/>
              <a:gd name="T65" fmla="*/ 127 h 164"/>
              <a:gd name="T66" fmla="*/ 81 w 197"/>
              <a:gd name="T67" fmla="*/ 91 h 164"/>
              <a:gd name="T68" fmla="*/ 85 w 197"/>
              <a:gd name="T69" fmla="*/ 38 h 164"/>
              <a:gd name="T70" fmla="*/ 77 w 197"/>
              <a:gd name="T71" fmla="*/ 87 h 164"/>
              <a:gd name="T72" fmla="*/ 148 w 197"/>
              <a:gd name="T73" fmla="*/ 109 h 164"/>
              <a:gd name="T74" fmla="*/ 148 w 197"/>
              <a:gd name="T75" fmla="*/ 128 h 164"/>
              <a:gd name="T76" fmla="*/ 167 w 197"/>
              <a:gd name="T77" fmla="*/ 128 h 164"/>
              <a:gd name="T78" fmla="*/ 168 w 197"/>
              <a:gd name="T79" fmla="*/ 109 h 164"/>
              <a:gd name="T80" fmla="*/ 158 w 197"/>
              <a:gd name="T81" fmla="*/ 105 h 164"/>
              <a:gd name="T82" fmla="*/ 154 w 197"/>
              <a:gd name="T83" fmla="*/ 114 h 164"/>
              <a:gd name="T84" fmla="*/ 163 w 197"/>
              <a:gd name="T85" fmla="*/ 118 h 164"/>
              <a:gd name="T86" fmla="*/ 154 w 197"/>
              <a:gd name="T87" fmla="*/ 122 h 164"/>
              <a:gd name="T88" fmla="*/ 154 w 197"/>
              <a:gd name="T89" fmla="*/ 114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97" h="164">
                <a:moveTo>
                  <a:pt x="159" y="6"/>
                </a:moveTo>
                <a:cubicBezTo>
                  <a:pt x="158" y="2"/>
                  <a:pt x="155" y="0"/>
                  <a:pt x="151" y="1"/>
                </a:cubicBezTo>
                <a:cubicBezTo>
                  <a:pt x="111" y="11"/>
                  <a:pt x="111" y="11"/>
                  <a:pt x="111" y="11"/>
                </a:cubicBezTo>
                <a:cubicBezTo>
                  <a:pt x="110" y="10"/>
                  <a:pt x="108" y="8"/>
                  <a:pt x="105" y="8"/>
                </a:cubicBezTo>
                <a:cubicBezTo>
                  <a:pt x="7" y="8"/>
                  <a:pt x="7" y="8"/>
                  <a:pt x="7" y="8"/>
                </a:cubicBezTo>
                <a:cubicBezTo>
                  <a:pt x="3" y="8"/>
                  <a:pt x="0" y="11"/>
                  <a:pt x="0" y="15"/>
                </a:cubicBezTo>
                <a:cubicBezTo>
                  <a:pt x="0" y="157"/>
                  <a:pt x="0" y="157"/>
                  <a:pt x="0" y="157"/>
                </a:cubicBezTo>
                <a:cubicBezTo>
                  <a:pt x="0" y="161"/>
                  <a:pt x="3" y="164"/>
                  <a:pt x="7" y="164"/>
                </a:cubicBezTo>
                <a:cubicBezTo>
                  <a:pt x="105" y="164"/>
                  <a:pt x="105" y="164"/>
                  <a:pt x="105" y="164"/>
                </a:cubicBezTo>
                <a:cubicBezTo>
                  <a:pt x="109" y="164"/>
                  <a:pt x="112" y="161"/>
                  <a:pt x="112" y="157"/>
                </a:cubicBezTo>
                <a:cubicBezTo>
                  <a:pt x="112" y="71"/>
                  <a:pt x="112" y="71"/>
                  <a:pt x="112" y="71"/>
                </a:cubicBezTo>
                <a:cubicBezTo>
                  <a:pt x="136" y="159"/>
                  <a:pt x="136" y="159"/>
                  <a:pt x="136" y="159"/>
                </a:cubicBezTo>
                <a:cubicBezTo>
                  <a:pt x="136" y="162"/>
                  <a:pt x="140" y="164"/>
                  <a:pt x="144" y="163"/>
                </a:cubicBezTo>
                <a:cubicBezTo>
                  <a:pt x="191" y="151"/>
                  <a:pt x="191" y="151"/>
                  <a:pt x="191" y="151"/>
                </a:cubicBezTo>
                <a:cubicBezTo>
                  <a:pt x="195" y="150"/>
                  <a:pt x="197" y="146"/>
                  <a:pt x="196" y="142"/>
                </a:cubicBezTo>
                <a:cubicBezTo>
                  <a:pt x="159" y="6"/>
                  <a:pt x="159" y="6"/>
                  <a:pt x="159" y="6"/>
                </a:cubicBezTo>
                <a:close/>
                <a:moveTo>
                  <a:pt x="52" y="150"/>
                </a:moveTo>
                <a:cubicBezTo>
                  <a:pt x="52" y="150"/>
                  <a:pt x="52" y="150"/>
                  <a:pt x="52" y="150"/>
                </a:cubicBezTo>
                <a:cubicBezTo>
                  <a:pt x="14" y="150"/>
                  <a:pt x="14" y="150"/>
                  <a:pt x="14" y="150"/>
                </a:cubicBezTo>
                <a:cubicBezTo>
                  <a:pt x="14" y="22"/>
                  <a:pt x="14" y="22"/>
                  <a:pt x="14" y="22"/>
                </a:cubicBezTo>
                <a:cubicBezTo>
                  <a:pt x="52" y="22"/>
                  <a:pt x="52" y="22"/>
                  <a:pt x="52" y="22"/>
                </a:cubicBezTo>
                <a:cubicBezTo>
                  <a:pt x="52" y="150"/>
                  <a:pt x="52" y="150"/>
                  <a:pt x="52" y="150"/>
                </a:cubicBezTo>
                <a:close/>
                <a:moveTo>
                  <a:pt x="99" y="150"/>
                </a:moveTo>
                <a:cubicBezTo>
                  <a:pt x="99" y="150"/>
                  <a:pt x="99" y="150"/>
                  <a:pt x="99" y="150"/>
                </a:cubicBezTo>
                <a:cubicBezTo>
                  <a:pt x="60" y="150"/>
                  <a:pt x="60" y="150"/>
                  <a:pt x="60" y="150"/>
                </a:cubicBezTo>
                <a:cubicBezTo>
                  <a:pt x="60" y="22"/>
                  <a:pt x="60" y="22"/>
                  <a:pt x="60" y="22"/>
                </a:cubicBezTo>
                <a:cubicBezTo>
                  <a:pt x="99" y="22"/>
                  <a:pt x="99" y="22"/>
                  <a:pt x="99" y="22"/>
                </a:cubicBezTo>
                <a:cubicBezTo>
                  <a:pt x="99" y="150"/>
                  <a:pt x="99" y="150"/>
                  <a:pt x="99" y="150"/>
                </a:cubicBezTo>
                <a:close/>
                <a:moveTo>
                  <a:pt x="147" y="149"/>
                </a:moveTo>
                <a:cubicBezTo>
                  <a:pt x="147" y="149"/>
                  <a:pt x="147" y="149"/>
                  <a:pt x="147" y="149"/>
                </a:cubicBezTo>
                <a:cubicBezTo>
                  <a:pt x="114" y="25"/>
                  <a:pt x="114" y="25"/>
                  <a:pt x="114" y="25"/>
                </a:cubicBezTo>
                <a:cubicBezTo>
                  <a:pt x="148" y="16"/>
                  <a:pt x="148" y="16"/>
                  <a:pt x="148" y="16"/>
                </a:cubicBezTo>
                <a:cubicBezTo>
                  <a:pt x="181" y="139"/>
                  <a:pt x="181" y="139"/>
                  <a:pt x="181" y="139"/>
                </a:cubicBezTo>
                <a:cubicBezTo>
                  <a:pt x="147" y="149"/>
                  <a:pt x="147" y="149"/>
                  <a:pt x="147" y="149"/>
                </a:cubicBezTo>
                <a:close/>
                <a:moveTo>
                  <a:pt x="23" y="133"/>
                </a:moveTo>
                <a:cubicBezTo>
                  <a:pt x="23" y="133"/>
                  <a:pt x="23" y="133"/>
                  <a:pt x="23" y="133"/>
                </a:cubicBezTo>
                <a:cubicBezTo>
                  <a:pt x="23" y="133"/>
                  <a:pt x="23" y="133"/>
                  <a:pt x="23" y="133"/>
                </a:cubicBezTo>
                <a:cubicBezTo>
                  <a:pt x="26" y="136"/>
                  <a:pt x="29" y="137"/>
                  <a:pt x="33" y="137"/>
                </a:cubicBezTo>
                <a:cubicBezTo>
                  <a:pt x="37" y="137"/>
                  <a:pt x="40" y="136"/>
                  <a:pt x="42" y="134"/>
                </a:cubicBezTo>
                <a:cubicBezTo>
                  <a:pt x="43" y="133"/>
                  <a:pt x="43" y="133"/>
                  <a:pt x="43" y="133"/>
                </a:cubicBezTo>
                <a:cubicBezTo>
                  <a:pt x="45" y="131"/>
                  <a:pt x="47" y="127"/>
                  <a:pt x="47" y="124"/>
                </a:cubicBezTo>
                <a:cubicBezTo>
                  <a:pt x="47" y="120"/>
                  <a:pt x="45" y="116"/>
                  <a:pt x="43" y="114"/>
                </a:cubicBezTo>
                <a:cubicBezTo>
                  <a:pt x="42" y="114"/>
                  <a:pt x="42" y="114"/>
                  <a:pt x="42" y="114"/>
                </a:cubicBezTo>
                <a:cubicBezTo>
                  <a:pt x="40" y="112"/>
                  <a:pt x="37" y="110"/>
                  <a:pt x="33" y="110"/>
                </a:cubicBezTo>
                <a:cubicBezTo>
                  <a:pt x="29" y="110"/>
                  <a:pt x="26" y="112"/>
                  <a:pt x="23" y="114"/>
                </a:cubicBezTo>
                <a:cubicBezTo>
                  <a:pt x="21" y="116"/>
                  <a:pt x="19" y="120"/>
                  <a:pt x="19" y="124"/>
                </a:cubicBezTo>
                <a:cubicBezTo>
                  <a:pt x="19" y="127"/>
                  <a:pt x="21" y="131"/>
                  <a:pt x="23" y="133"/>
                </a:cubicBezTo>
                <a:close/>
                <a:moveTo>
                  <a:pt x="29" y="120"/>
                </a:moveTo>
                <a:cubicBezTo>
                  <a:pt x="29" y="120"/>
                  <a:pt x="29" y="120"/>
                  <a:pt x="29" y="120"/>
                </a:cubicBezTo>
                <a:cubicBezTo>
                  <a:pt x="30" y="119"/>
                  <a:pt x="31" y="118"/>
                  <a:pt x="33" y="118"/>
                </a:cubicBezTo>
                <a:cubicBezTo>
                  <a:pt x="34" y="118"/>
                  <a:pt x="36" y="119"/>
                  <a:pt x="37" y="120"/>
                </a:cubicBezTo>
                <a:cubicBezTo>
                  <a:pt x="37" y="120"/>
                  <a:pt x="37" y="120"/>
                  <a:pt x="37" y="120"/>
                </a:cubicBezTo>
                <a:cubicBezTo>
                  <a:pt x="38" y="121"/>
                  <a:pt x="38" y="122"/>
                  <a:pt x="38" y="124"/>
                </a:cubicBezTo>
                <a:cubicBezTo>
                  <a:pt x="38" y="125"/>
                  <a:pt x="38" y="127"/>
                  <a:pt x="37" y="128"/>
                </a:cubicBezTo>
                <a:cubicBezTo>
                  <a:pt x="36" y="129"/>
                  <a:pt x="34" y="129"/>
                  <a:pt x="33" y="129"/>
                </a:cubicBezTo>
                <a:cubicBezTo>
                  <a:pt x="31" y="129"/>
                  <a:pt x="30" y="129"/>
                  <a:pt x="29" y="128"/>
                </a:cubicBezTo>
                <a:cubicBezTo>
                  <a:pt x="29" y="127"/>
                  <a:pt x="29" y="127"/>
                  <a:pt x="29" y="127"/>
                </a:cubicBezTo>
                <a:cubicBezTo>
                  <a:pt x="28" y="126"/>
                  <a:pt x="27" y="125"/>
                  <a:pt x="27" y="124"/>
                </a:cubicBezTo>
                <a:cubicBezTo>
                  <a:pt x="27" y="122"/>
                  <a:pt x="28" y="121"/>
                  <a:pt x="29" y="120"/>
                </a:cubicBezTo>
                <a:close/>
                <a:moveTo>
                  <a:pt x="32" y="91"/>
                </a:moveTo>
                <a:cubicBezTo>
                  <a:pt x="32" y="91"/>
                  <a:pt x="32" y="91"/>
                  <a:pt x="32" y="91"/>
                </a:cubicBezTo>
                <a:cubicBezTo>
                  <a:pt x="34" y="91"/>
                  <a:pt x="36" y="89"/>
                  <a:pt x="36" y="87"/>
                </a:cubicBezTo>
                <a:cubicBezTo>
                  <a:pt x="36" y="38"/>
                  <a:pt x="36" y="38"/>
                  <a:pt x="36" y="38"/>
                </a:cubicBezTo>
                <a:cubicBezTo>
                  <a:pt x="36" y="35"/>
                  <a:pt x="34" y="34"/>
                  <a:pt x="32" y="34"/>
                </a:cubicBezTo>
                <a:cubicBezTo>
                  <a:pt x="29" y="34"/>
                  <a:pt x="28" y="35"/>
                  <a:pt x="28" y="38"/>
                </a:cubicBezTo>
                <a:cubicBezTo>
                  <a:pt x="28" y="87"/>
                  <a:pt x="28" y="87"/>
                  <a:pt x="28" y="87"/>
                </a:cubicBezTo>
                <a:cubicBezTo>
                  <a:pt x="28" y="89"/>
                  <a:pt x="29" y="91"/>
                  <a:pt x="32" y="91"/>
                </a:cubicBezTo>
                <a:close/>
                <a:moveTo>
                  <a:pt x="134" y="31"/>
                </a:moveTo>
                <a:cubicBezTo>
                  <a:pt x="134" y="31"/>
                  <a:pt x="134" y="31"/>
                  <a:pt x="134" y="31"/>
                </a:cubicBezTo>
                <a:cubicBezTo>
                  <a:pt x="132" y="32"/>
                  <a:pt x="131" y="34"/>
                  <a:pt x="131" y="36"/>
                </a:cubicBezTo>
                <a:cubicBezTo>
                  <a:pt x="144" y="84"/>
                  <a:pt x="144" y="84"/>
                  <a:pt x="144" y="84"/>
                </a:cubicBezTo>
                <a:cubicBezTo>
                  <a:pt x="144" y="86"/>
                  <a:pt x="146" y="87"/>
                  <a:pt x="149" y="86"/>
                </a:cubicBezTo>
                <a:cubicBezTo>
                  <a:pt x="151" y="86"/>
                  <a:pt x="152" y="84"/>
                  <a:pt x="152" y="82"/>
                </a:cubicBezTo>
                <a:cubicBezTo>
                  <a:pt x="139" y="34"/>
                  <a:pt x="139" y="34"/>
                  <a:pt x="139" y="34"/>
                </a:cubicBezTo>
                <a:cubicBezTo>
                  <a:pt x="138" y="32"/>
                  <a:pt x="136" y="31"/>
                  <a:pt x="134" y="31"/>
                </a:cubicBezTo>
                <a:close/>
                <a:moveTo>
                  <a:pt x="69" y="133"/>
                </a:moveTo>
                <a:cubicBezTo>
                  <a:pt x="69" y="133"/>
                  <a:pt x="69" y="133"/>
                  <a:pt x="69" y="133"/>
                </a:cubicBezTo>
                <a:cubicBezTo>
                  <a:pt x="69" y="133"/>
                  <a:pt x="69" y="133"/>
                  <a:pt x="69" y="133"/>
                </a:cubicBezTo>
                <a:cubicBezTo>
                  <a:pt x="71" y="136"/>
                  <a:pt x="75" y="137"/>
                  <a:pt x="79" y="137"/>
                </a:cubicBezTo>
                <a:cubicBezTo>
                  <a:pt x="82" y="137"/>
                  <a:pt x="86" y="136"/>
                  <a:pt x="88" y="134"/>
                </a:cubicBezTo>
                <a:cubicBezTo>
                  <a:pt x="88" y="133"/>
                  <a:pt x="88" y="133"/>
                  <a:pt x="88" y="133"/>
                </a:cubicBezTo>
                <a:cubicBezTo>
                  <a:pt x="91" y="131"/>
                  <a:pt x="92" y="127"/>
                  <a:pt x="92" y="124"/>
                </a:cubicBezTo>
                <a:cubicBezTo>
                  <a:pt x="92" y="120"/>
                  <a:pt x="91" y="116"/>
                  <a:pt x="88" y="114"/>
                </a:cubicBezTo>
                <a:cubicBezTo>
                  <a:pt x="86" y="112"/>
                  <a:pt x="82" y="110"/>
                  <a:pt x="79" y="110"/>
                </a:cubicBezTo>
                <a:cubicBezTo>
                  <a:pt x="75" y="110"/>
                  <a:pt x="71" y="112"/>
                  <a:pt x="69" y="114"/>
                </a:cubicBezTo>
                <a:cubicBezTo>
                  <a:pt x="69" y="114"/>
                  <a:pt x="69" y="114"/>
                  <a:pt x="69" y="114"/>
                </a:cubicBezTo>
                <a:cubicBezTo>
                  <a:pt x="66" y="116"/>
                  <a:pt x="65" y="120"/>
                  <a:pt x="65" y="124"/>
                </a:cubicBezTo>
                <a:cubicBezTo>
                  <a:pt x="65" y="127"/>
                  <a:pt x="66" y="131"/>
                  <a:pt x="69" y="133"/>
                </a:cubicBezTo>
                <a:close/>
                <a:moveTo>
                  <a:pt x="75" y="120"/>
                </a:moveTo>
                <a:cubicBezTo>
                  <a:pt x="75" y="120"/>
                  <a:pt x="75" y="120"/>
                  <a:pt x="75" y="120"/>
                </a:cubicBezTo>
                <a:cubicBezTo>
                  <a:pt x="76" y="119"/>
                  <a:pt x="77" y="118"/>
                  <a:pt x="79" y="118"/>
                </a:cubicBezTo>
                <a:cubicBezTo>
                  <a:pt x="80" y="118"/>
                  <a:pt x="81" y="119"/>
                  <a:pt x="82" y="120"/>
                </a:cubicBezTo>
                <a:cubicBezTo>
                  <a:pt x="82" y="120"/>
                  <a:pt x="82" y="120"/>
                  <a:pt x="82" y="120"/>
                </a:cubicBezTo>
                <a:cubicBezTo>
                  <a:pt x="84" y="121"/>
                  <a:pt x="84" y="122"/>
                  <a:pt x="84" y="124"/>
                </a:cubicBezTo>
                <a:cubicBezTo>
                  <a:pt x="84" y="125"/>
                  <a:pt x="84" y="127"/>
                  <a:pt x="83" y="128"/>
                </a:cubicBezTo>
                <a:cubicBezTo>
                  <a:pt x="82" y="128"/>
                  <a:pt x="82" y="128"/>
                  <a:pt x="82" y="128"/>
                </a:cubicBezTo>
                <a:cubicBezTo>
                  <a:pt x="81" y="129"/>
                  <a:pt x="80" y="129"/>
                  <a:pt x="79" y="129"/>
                </a:cubicBezTo>
                <a:cubicBezTo>
                  <a:pt x="77" y="129"/>
                  <a:pt x="76" y="129"/>
                  <a:pt x="75" y="128"/>
                </a:cubicBezTo>
                <a:cubicBezTo>
                  <a:pt x="74" y="127"/>
                  <a:pt x="74" y="127"/>
                  <a:pt x="74" y="127"/>
                </a:cubicBezTo>
                <a:cubicBezTo>
                  <a:pt x="74" y="126"/>
                  <a:pt x="73" y="125"/>
                  <a:pt x="73" y="124"/>
                </a:cubicBezTo>
                <a:cubicBezTo>
                  <a:pt x="73" y="122"/>
                  <a:pt x="74" y="121"/>
                  <a:pt x="75" y="120"/>
                </a:cubicBezTo>
                <a:close/>
                <a:moveTo>
                  <a:pt x="81" y="91"/>
                </a:moveTo>
                <a:cubicBezTo>
                  <a:pt x="81" y="91"/>
                  <a:pt x="81" y="91"/>
                  <a:pt x="81" y="91"/>
                </a:cubicBezTo>
                <a:cubicBezTo>
                  <a:pt x="83" y="91"/>
                  <a:pt x="85" y="89"/>
                  <a:pt x="85" y="87"/>
                </a:cubicBezTo>
                <a:cubicBezTo>
                  <a:pt x="85" y="38"/>
                  <a:pt x="85" y="38"/>
                  <a:pt x="85" y="38"/>
                </a:cubicBezTo>
                <a:cubicBezTo>
                  <a:pt x="85" y="35"/>
                  <a:pt x="83" y="34"/>
                  <a:pt x="81" y="34"/>
                </a:cubicBezTo>
                <a:cubicBezTo>
                  <a:pt x="79" y="34"/>
                  <a:pt x="77" y="35"/>
                  <a:pt x="77" y="38"/>
                </a:cubicBezTo>
                <a:cubicBezTo>
                  <a:pt x="77" y="87"/>
                  <a:pt x="77" y="87"/>
                  <a:pt x="77" y="87"/>
                </a:cubicBezTo>
                <a:cubicBezTo>
                  <a:pt x="77" y="89"/>
                  <a:pt x="79" y="91"/>
                  <a:pt x="81" y="91"/>
                </a:cubicBezTo>
                <a:close/>
                <a:moveTo>
                  <a:pt x="148" y="109"/>
                </a:moveTo>
                <a:cubicBezTo>
                  <a:pt x="148" y="109"/>
                  <a:pt x="148" y="109"/>
                  <a:pt x="148" y="109"/>
                </a:cubicBezTo>
                <a:cubicBezTo>
                  <a:pt x="146" y="111"/>
                  <a:pt x="144" y="114"/>
                  <a:pt x="144" y="118"/>
                </a:cubicBezTo>
                <a:cubicBezTo>
                  <a:pt x="144" y="122"/>
                  <a:pt x="146" y="125"/>
                  <a:pt x="148" y="128"/>
                </a:cubicBezTo>
                <a:cubicBezTo>
                  <a:pt x="148" y="128"/>
                  <a:pt x="148" y="128"/>
                  <a:pt x="148" y="128"/>
                </a:cubicBezTo>
                <a:cubicBezTo>
                  <a:pt x="151" y="130"/>
                  <a:pt x="154" y="132"/>
                  <a:pt x="158" y="132"/>
                </a:cubicBezTo>
                <a:cubicBezTo>
                  <a:pt x="161" y="132"/>
                  <a:pt x="165" y="131"/>
                  <a:pt x="167" y="128"/>
                </a:cubicBezTo>
                <a:cubicBezTo>
                  <a:pt x="167" y="128"/>
                  <a:pt x="167" y="128"/>
                  <a:pt x="167" y="128"/>
                </a:cubicBezTo>
                <a:cubicBezTo>
                  <a:pt x="168" y="128"/>
                  <a:pt x="168" y="128"/>
                  <a:pt x="168" y="128"/>
                </a:cubicBezTo>
                <a:cubicBezTo>
                  <a:pt x="170" y="126"/>
                  <a:pt x="171" y="122"/>
                  <a:pt x="171" y="118"/>
                </a:cubicBezTo>
                <a:cubicBezTo>
                  <a:pt x="171" y="114"/>
                  <a:pt x="170" y="111"/>
                  <a:pt x="168" y="109"/>
                </a:cubicBezTo>
                <a:cubicBezTo>
                  <a:pt x="168" y="109"/>
                  <a:pt x="168" y="109"/>
                  <a:pt x="168" y="109"/>
                </a:cubicBezTo>
                <a:cubicBezTo>
                  <a:pt x="168" y="109"/>
                  <a:pt x="168" y="109"/>
                  <a:pt x="168" y="109"/>
                </a:cubicBezTo>
                <a:cubicBezTo>
                  <a:pt x="165" y="106"/>
                  <a:pt x="162" y="105"/>
                  <a:pt x="158" y="105"/>
                </a:cubicBezTo>
                <a:cubicBezTo>
                  <a:pt x="154" y="105"/>
                  <a:pt x="151" y="106"/>
                  <a:pt x="148" y="109"/>
                </a:cubicBezTo>
                <a:close/>
                <a:moveTo>
                  <a:pt x="154" y="114"/>
                </a:moveTo>
                <a:cubicBezTo>
                  <a:pt x="154" y="114"/>
                  <a:pt x="154" y="114"/>
                  <a:pt x="154" y="114"/>
                </a:cubicBezTo>
                <a:cubicBezTo>
                  <a:pt x="155" y="113"/>
                  <a:pt x="156" y="113"/>
                  <a:pt x="158" y="113"/>
                </a:cubicBezTo>
                <a:cubicBezTo>
                  <a:pt x="159" y="113"/>
                  <a:pt x="161" y="113"/>
                  <a:pt x="162" y="114"/>
                </a:cubicBezTo>
                <a:cubicBezTo>
                  <a:pt x="163" y="115"/>
                  <a:pt x="163" y="117"/>
                  <a:pt x="163" y="118"/>
                </a:cubicBezTo>
                <a:cubicBezTo>
                  <a:pt x="163" y="120"/>
                  <a:pt x="163" y="121"/>
                  <a:pt x="162" y="122"/>
                </a:cubicBezTo>
                <a:cubicBezTo>
                  <a:pt x="161" y="123"/>
                  <a:pt x="159" y="124"/>
                  <a:pt x="158" y="124"/>
                </a:cubicBezTo>
                <a:cubicBezTo>
                  <a:pt x="156" y="124"/>
                  <a:pt x="155" y="123"/>
                  <a:pt x="154" y="122"/>
                </a:cubicBezTo>
                <a:cubicBezTo>
                  <a:pt x="154" y="122"/>
                  <a:pt x="154" y="122"/>
                  <a:pt x="154" y="122"/>
                </a:cubicBezTo>
                <a:cubicBezTo>
                  <a:pt x="153" y="121"/>
                  <a:pt x="152" y="120"/>
                  <a:pt x="152" y="118"/>
                </a:cubicBezTo>
                <a:cubicBezTo>
                  <a:pt x="152" y="117"/>
                  <a:pt x="153" y="115"/>
                  <a:pt x="154" y="114"/>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8" name="Freeform 10"/>
          <p:cNvSpPr>
            <a:spLocks noEditPoints="1"/>
          </p:cNvSpPr>
          <p:nvPr/>
        </p:nvSpPr>
        <p:spPr bwMode="auto">
          <a:xfrm>
            <a:off x="107850" y="2091788"/>
            <a:ext cx="174824" cy="175280"/>
          </a:xfrm>
          <a:custGeom>
            <a:avLst/>
            <a:gdLst>
              <a:gd name="T0" fmla="*/ 47 w 162"/>
              <a:gd name="T1" fmla="*/ 34 h 163"/>
              <a:gd name="T2" fmla="*/ 34 w 162"/>
              <a:gd name="T3" fmla="*/ 47 h 163"/>
              <a:gd name="T4" fmla="*/ 32 w 162"/>
              <a:gd name="T5" fmla="*/ 61 h 163"/>
              <a:gd name="T6" fmla="*/ 41 w 162"/>
              <a:gd name="T7" fmla="*/ 52 h 163"/>
              <a:gd name="T8" fmla="*/ 52 w 162"/>
              <a:gd name="T9" fmla="*/ 41 h 163"/>
              <a:gd name="T10" fmla="*/ 60 w 162"/>
              <a:gd name="T11" fmla="*/ 32 h 163"/>
              <a:gd name="T12" fmla="*/ 160 w 162"/>
              <a:gd name="T13" fmla="*/ 150 h 163"/>
              <a:gd name="T14" fmla="*/ 130 w 162"/>
              <a:gd name="T15" fmla="*/ 121 h 163"/>
              <a:gd name="T16" fmla="*/ 147 w 162"/>
              <a:gd name="T17" fmla="*/ 74 h 163"/>
              <a:gd name="T18" fmla="*/ 142 w 162"/>
              <a:gd name="T19" fmla="*/ 46 h 163"/>
              <a:gd name="T20" fmla="*/ 126 w 162"/>
              <a:gd name="T21" fmla="*/ 22 h 163"/>
              <a:gd name="T22" fmla="*/ 74 w 162"/>
              <a:gd name="T23" fmla="*/ 0 h 163"/>
              <a:gd name="T24" fmla="*/ 6 w 162"/>
              <a:gd name="T25" fmla="*/ 46 h 163"/>
              <a:gd name="T26" fmla="*/ 5 w 162"/>
              <a:gd name="T27" fmla="*/ 102 h 163"/>
              <a:gd name="T28" fmla="*/ 21 w 162"/>
              <a:gd name="T29" fmla="*/ 126 h 163"/>
              <a:gd name="T30" fmla="*/ 45 w 162"/>
              <a:gd name="T31" fmla="*/ 142 h 163"/>
              <a:gd name="T32" fmla="*/ 45 w 162"/>
              <a:gd name="T33" fmla="*/ 142 h 163"/>
              <a:gd name="T34" fmla="*/ 102 w 162"/>
              <a:gd name="T35" fmla="*/ 142 h 163"/>
              <a:gd name="T36" fmla="*/ 150 w 162"/>
              <a:gd name="T37" fmla="*/ 160 h 163"/>
              <a:gd name="T38" fmla="*/ 160 w 162"/>
              <a:gd name="T39" fmla="*/ 150 h 163"/>
              <a:gd name="T40" fmla="*/ 116 w 162"/>
              <a:gd name="T41" fmla="*/ 117 h 163"/>
              <a:gd name="T42" fmla="*/ 97 w 162"/>
              <a:gd name="T43" fmla="*/ 130 h 163"/>
              <a:gd name="T44" fmla="*/ 51 w 162"/>
              <a:gd name="T45" fmla="*/ 130 h 163"/>
              <a:gd name="T46" fmla="*/ 31 w 162"/>
              <a:gd name="T47" fmla="*/ 117 h 163"/>
              <a:gd name="T48" fmla="*/ 31 w 162"/>
              <a:gd name="T49" fmla="*/ 117 h 163"/>
              <a:gd name="T50" fmla="*/ 18 w 162"/>
              <a:gd name="T51" fmla="*/ 97 h 163"/>
              <a:gd name="T52" fmla="*/ 18 w 162"/>
              <a:gd name="T53" fmla="*/ 51 h 163"/>
              <a:gd name="T54" fmla="*/ 74 w 162"/>
              <a:gd name="T55" fmla="*/ 14 h 163"/>
              <a:gd name="T56" fmla="*/ 116 w 162"/>
              <a:gd name="T57" fmla="*/ 31 h 163"/>
              <a:gd name="T58" fmla="*/ 129 w 162"/>
              <a:gd name="T59" fmla="*/ 51 h 163"/>
              <a:gd name="T60" fmla="*/ 134 w 162"/>
              <a:gd name="T61" fmla="*/ 74 h 163"/>
              <a:gd name="T62" fmla="*/ 116 w 162"/>
              <a:gd name="T63" fmla="*/ 117 h 163"/>
              <a:gd name="T64" fmla="*/ 117 w 162"/>
              <a:gd name="T65" fmla="*/ 70 h 163"/>
              <a:gd name="T66" fmla="*/ 110 w 162"/>
              <a:gd name="T67" fmla="*/ 89 h 163"/>
              <a:gd name="T68" fmla="*/ 102 w 162"/>
              <a:gd name="T69" fmla="*/ 102 h 163"/>
              <a:gd name="T70" fmla="*/ 74 w 162"/>
              <a:gd name="T71" fmla="*/ 114 h 163"/>
              <a:gd name="T72" fmla="*/ 74 w 162"/>
              <a:gd name="T73" fmla="*/ 122 h 163"/>
              <a:gd name="T74" fmla="*/ 107 w 162"/>
              <a:gd name="T75" fmla="*/ 108 h 163"/>
              <a:gd name="T76" fmla="*/ 118 w 162"/>
              <a:gd name="T77" fmla="*/ 92 h 163"/>
              <a:gd name="T78" fmla="*/ 117 w 162"/>
              <a:gd name="T79" fmla="*/ 70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62" h="163">
                <a:moveTo>
                  <a:pt x="55" y="30"/>
                </a:moveTo>
                <a:cubicBezTo>
                  <a:pt x="52" y="31"/>
                  <a:pt x="50" y="33"/>
                  <a:pt x="47" y="34"/>
                </a:cubicBezTo>
                <a:cubicBezTo>
                  <a:pt x="44" y="36"/>
                  <a:pt x="42" y="38"/>
                  <a:pt x="40" y="40"/>
                </a:cubicBezTo>
                <a:cubicBezTo>
                  <a:pt x="38" y="42"/>
                  <a:pt x="36" y="45"/>
                  <a:pt x="34" y="47"/>
                </a:cubicBezTo>
                <a:cubicBezTo>
                  <a:pt x="32" y="50"/>
                  <a:pt x="31" y="53"/>
                  <a:pt x="30" y="55"/>
                </a:cubicBezTo>
                <a:cubicBezTo>
                  <a:pt x="29" y="57"/>
                  <a:pt x="30" y="60"/>
                  <a:pt x="32" y="61"/>
                </a:cubicBezTo>
                <a:cubicBezTo>
                  <a:pt x="34" y="62"/>
                  <a:pt x="36" y="61"/>
                  <a:pt x="37" y="59"/>
                </a:cubicBezTo>
                <a:cubicBezTo>
                  <a:pt x="38" y="56"/>
                  <a:pt x="39" y="54"/>
                  <a:pt x="41" y="52"/>
                </a:cubicBezTo>
                <a:cubicBezTo>
                  <a:pt x="42" y="50"/>
                  <a:pt x="44" y="48"/>
                  <a:pt x="46" y="46"/>
                </a:cubicBezTo>
                <a:cubicBezTo>
                  <a:pt x="48" y="44"/>
                  <a:pt x="49" y="43"/>
                  <a:pt x="52" y="41"/>
                </a:cubicBezTo>
                <a:cubicBezTo>
                  <a:pt x="54" y="40"/>
                  <a:pt x="56" y="38"/>
                  <a:pt x="58" y="37"/>
                </a:cubicBezTo>
                <a:cubicBezTo>
                  <a:pt x="60" y="37"/>
                  <a:pt x="61" y="34"/>
                  <a:pt x="60" y="32"/>
                </a:cubicBezTo>
                <a:cubicBezTo>
                  <a:pt x="59" y="30"/>
                  <a:pt x="57" y="29"/>
                  <a:pt x="55" y="30"/>
                </a:cubicBezTo>
                <a:close/>
                <a:moveTo>
                  <a:pt x="160" y="150"/>
                </a:moveTo>
                <a:cubicBezTo>
                  <a:pt x="160" y="150"/>
                  <a:pt x="160" y="150"/>
                  <a:pt x="160" y="150"/>
                </a:cubicBezTo>
                <a:cubicBezTo>
                  <a:pt x="130" y="121"/>
                  <a:pt x="130" y="121"/>
                  <a:pt x="130" y="121"/>
                </a:cubicBezTo>
                <a:cubicBezTo>
                  <a:pt x="135" y="115"/>
                  <a:pt x="139" y="109"/>
                  <a:pt x="142" y="102"/>
                </a:cubicBezTo>
                <a:cubicBezTo>
                  <a:pt x="145" y="93"/>
                  <a:pt x="147" y="84"/>
                  <a:pt x="147" y="74"/>
                </a:cubicBezTo>
                <a:cubicBezTo>
                  <a:pt x="147" y="64"/>
                  <a:pt x="145" y="55"/>
                  <a:pt x="142" y="46"/>
                </a:cubicBezTo>
                <a:cubicBezTo>
                  <a:pt x="142" y="46"/>
                  <a:pt x="142" y="46"/>
                  <a:pt x="142" y="46"/>
                </a:cubicBezTo>
                <a:cubicBezTo>
                  <a:pt x="138" y="37"/>
                  <a:pt x="133" y="29"/>
                  <a:pt x="126" y="22"/>
                </a:cubicBezTo>
                <a:cubicBezTo>
                  <a:pt x="126" y="22"/>
                  <a:pt x="126" y="22"/>
                  <a:pt x="126" y="22"/>
                </a:cubicBezTo>
                <a:cubicBezTo>
                  <a:pt x="119" y="15"/>
                  <a:pt x="111" y="10"/>
                  <a:pt x="102" y="6"/>
                </a:cubicBezTo>
                <a:cubicBezTo>
                  <a:pt x="93" y="2"/>
                  <a:pt x="84" y="0"/>
                  <a:pt x="74" y="0"/>
                </a:cubicBezTo>
                <a:cubicBezTo>
                  <a:pt x="53" y="0"/>
                  <a:pt x="35" y="8"/>
                  <a:pt x="21" y="22"/>
                </a:cubicBezTo>
                <a:cubicBezTo>
                  <a:pt x="15" y="29"/>
                  <a:pt x="9" y="37"/>
                  <a:pt x="6" y="46"/>
                </a:cubicBezTo>
                <a:cubicBezTo>
                  <a:pt x="2" y="55"/>
                  <a:pt x="0" y="64"/>
                  <a:pt x="0" y="74"/>
                </a:cubicBezTo>
                <a:cubicBezTo>
                  <a:pt x="0" y="84"/>
                  <a:pt x="2" y="93"/>
                  <a:pt x="5" y="102"/>
                </a:cubicBezTo>
                <a:cubicBezTo>
                  <a:pt x="6" y="102"/>
                  <a:pt x="6" y="102"/>
                  <a:pt x="6" y="102"/>
                </a:cubicBezTo>
                <a:cubicBezTo>
                  <a:pt x="9" y="111"/>
                  <a:pt x="15" y="119"/>
                  <a:pt x="21" y="126"/>
                </a:cubicBezTo>
                <a:cubicBezTo>
                  <a:pt x="22" y="126"/>
                  <a:pt x="22" y="126"/>
                  <a:pt x="22" y="126"/>
                </a:cubicBezTo>
                <a:cubicBezTo>
                  <a:pt x="28" y="133"/>
                  <a:pt x="36" y="138"/>
                  <a:pt x="45" y="142"/>
                </a:cubicBezTo>
                <a:cubicBezTo>
                  <a:pt x="45" y="142"/>
                  <a:pt x="45" y="142"/>
                  <a:pt x="45" y="142"/>
                </a:cubicBezTo>
                <a:cubicBezTo>
                  <a:pt x="45" y="142"/>
                  <a:pt x="45" y="142"/>
                  <a:pt x="45" y="142"/>
                </a:cubicBezTo>
                <a:cubicBezTo>
                  <a:pt x="54" y="146"/>
                  <a:pt x="64" y="148"/>
                  <a:pt x="74" y="148"/>
                </a:cubicBezTo>
                <a:cubicBezTo>
                  <a:pt x="84" y="148"/>
                  <a:pt x="93" y="146"/>
                  <a:pt x="102" y="142"/>
                </a:cubicBezTo>
                <a:cubicBezTo>
                  <a:pt x="109" y="139"/>
                  <a:pt x="115" y="135"/>
                  <a:pt x="121" y="131"/>
                </a:cubicBezTo>
                <a:cubicBezTo>
                  <a:pt x="150" y="160"/>
                  <a:pt x="150" y="160"/>
                  <a:pt x="150" y="160"/>
                </a:cubicBezTo>
                <a:cubicBezTo>
                  <a:pt x="153" y="163"/>
                  <a:pt x="157" y="163"/>
                  <a:pt x="160" y="160"/>
                </a:cubicBezTo>
                <a:cubicBezTo>
                  <a:pt x="162" y="157"/>
                  <a:pt x="162" y="153"/>
                  <a:pt x="160" y="150"/>
                </a:cubicBezTo>
                <a:close/>
                <a:moveTo>
                  <a:pt x="116" y="117"/>
                </a:moveTo>
                <a:cubicBezTo>
                  <a:pt x="116" y="117"/>
                  <a:pt x="116" y="117"/>
                  <a:pt x="116" y="117"/>
                </a:cubicBezTo>
                <a:cubicBezTo>
                  <a:pt x="116" y="117"/>
                  <a:pt x="116" y="117"/>
                  <a:pt x="116" y="117"/>
                </a:cubicBezTo>
                <a:cubicBezTo>
                  <a:pt x="111" y="122"/>
                  <a:pt x="104" y="127"/>
                  <a:pt x="97" y="130"/>
                </a:cubicBezTo>
                <a:cubicBezTo>
                  <a:pt x="90" y="133"/>
                  <a:pt x="82" y="134"/>
                  <a:pt x="74" y="134"/>
                </a:cubicBezTo>
                <a:cubicBezTo>
                  <a:pt x="65" y="134"/>
                  <a:pt x="58" y="133"/>
                  <a:pt x="51" y="130"/>
                </a:cubicBezTo>
                <a:cubicBezTo>
                  <a:pt x="51" y="130"/>
                  <a:pt x="51" y="130"/>
                  <a:pt x="51" y="130"/>
                </a:cubicBezTo>
                <a:cubicBezTo>
                  <a:pt x="43" y="127"/>
                  <a:pt x="37" y="122"/>
                  <a:pt x="31" y="117"/>
                </a:cubicBezTo>
                <a:cubicBezTo>
                  <a:pt x="31" y="117"/>
                  <a:pt x="31" y="117"/>
                  <a:pt x="31" y="117"/>
                </a:cubicBezTo>
                <a:cubicBezTo>
                  <a:pt x="31" y="117"/>
                  <a:pt x="31" y="117"/>
                  <a:pt x="31" y="117"/>
                </a:cubicBezTo>
                <a:cubicBezTo>
                  <a:pt x="26" y="111"/>
                  <a:pt x="21" y="104"/>
                  <a:pt x="18" y="97"/>
                </a:cubicBezTo>
                <a:cubicBezTo>
                  <a:pt x="18" y="97"/>
                  <a:pt x="18" y="97"/>
                  <a:pt x="18" y="97"/>
                </a:cubicBezTo>
                <a:cubicBezTo>
                  <a:pt x="15" y="90"/>
                  <a:pt x="13" y="82"/>
                  <a:pt x="13" y="74"/>
                </a:cubicBezTo>
                <a:cubicBezTo>
                  <a:pt x="13" y="66"/>
                  <a:pt x="15" y="58"/>
                  <a:pt x="18" y="51"/>
                </a:cubicBezTo>
                <a:cubicBezTo>
                  <a:pt x="21" y="44"/>
                  <a:pt x="26" y="37"/>
                  <a:pt x="31" y="31"/>
                </a:cubicBezTo>
                <a:cubicBezTo>
                  <a:pt x="42" y="21"/>
                  <a:pt x="57" y="14"/>
                  <a:pt x="74" y="14"/>
                </a:cubicBezTo>
                <a:cubicBezTo>
                  <a:pt x="82" y="14"/>
                  <a:pt x="90" y="15"/>
                  <a:pt x="97" y="18"/>
                </a:cubicBezTo>
                <a:cubicBezTo>
                  <a:pt x="104" y="21"/>
                  <a:pt x="111" y="26"/>
                  <a:pt x="116" y="31"/>
                </a:cubicBezTo>
                <a:cubicBezTo>
                  <a:pt x="117" y="32"/>
                  <a:pt x="117" y="32"/>
                  <a:pt x="117" y="32"/>
                </a:cubicBezTo>
                <a:cubicBezTo>
                  <a:pt x="122" y="37"/>
                  <a:pt x="126" y="44"/>
                  <a:pt x="129" y="51"/>
                </a:cubicBezTo>
                <a:cubicBezTo>
                  <a:pt x="129" y="51"/>
                  <a:pt x="129" y="51"/>
                  <a:pt x="129" y="51"/>
                </a:cubicBezTo>
                <a:cubicBezTo>
                  <a:pt x="132" y="58"/>
                  <a:pt x="134" y="66"/>
                  <a:pt x="134" y="74"/>
                </a:cubicBezTo>
                <a:cubicBezTo>
                  <a:pt x="134" y="82"/>
                  <a:pt x="132" y="90"/>
                  <a:pt x="129" y="97"/>
                </a:cubicBezTo>
                <a:cubicBezTo>
                  <a:pt x="126" y="104"/>
                  <a:pt x="122" y="111"/>
                  <a:pt x="116" y="117"/>
                </a:cubicBezTo>
                <a:close/>
                <a:moveTo>
                  <a:pt x="117" y="70"/>
                </a:moveTo>
                <a:cubicBezTo>
                  <a:pt x="117" y="70"/>
                  <a:pt x="117" y="70"/>
                  <a:pt x="117" y="70"/>
                </a:cubicBezTo>
                <a:cubicBezTo>
                  <a:pt x="115" y="70"/>
                  <a:pt x="113" y="72"/>
                  <a:pt x="113" y="74"/>
                </a:cubicBezTo>
                <a:cubicBezTo>
                  <a:pt x="113" y="79"/>
                  <a:pt x="112" y="84"/>
                  <a:pt x="110" y="89"/>
                </a:cubicBezTo>
                <a:cubicBezTo>
                  <a:pt x="110" y="89"/>
                  <a:pt x="110" y="89"/>
                  <a:pt x="110" y="89"/>
                </a:cubicBezTo>
                <a:cubicBezTo>
                  <a:pt x="108" y="94"/>
                  <a:pt x="105" y="98"/>
                  <a:pt x="102" y="102"/>
                </a:cubicBezTo>
                <a:cubicBezTo>
                  <a:pt x="98" y="106"/>
                  <a:pt x="94" y="109"/>
                  <a:pt x="89" y="111"/>
                </a:cubicBezTo>
                <a:cubicBezTo>
                  <a:pt x="84" y="113"/>
                  <a:pt x="79" y="114"/>
                  <a:pt x="74" y="114"/>
                </a:cubicBezTo>
                <a:cubicBezTo>
                  <a:pt x="71" y="114"/>
                  <a:pt x="70" y="115"/>
                  <a:pt x="70" y="118"/>
                </a:cubicBezTo>
                <a:cubicBezTo>
                  <a:pt x="70" y="120"/>
                  <a:pt x="71" y="122"/>
                  <a:pt x="74" y="122"/>
                </a:cubicBezTo>
                <a:cubicBezTo>
                  <a:pt x="80" y="122"/>
                  <a:pt x="86" y="120"/>
                  <a:pt x="92" y="118"/>
                </a:cubicBezTo>
                <a:cubicBezTo>
                  <a:pt x="98" y="116"/>
                  <a:pt x="103" y="112"/>
                  <a:pt x="107" y="108"/>
                </a:cubicBezTo>
                <a:cubicBezTo>
                  <a:pt x="112" y="103"/>
                  <a:pt x="115" y="98"/>
                  <a:pt x="118" y="92"/>
                </a:cubicBezTo>
                <a:cubicBezTo>
                  <a:pt x="118" y="92"/>
                  <a:pt x="118" y="92"/>
                  <a:pt x="118" y="92"/>
                </a:cubicBezTo>
                <a:cubicBezTo>
                  <a:pt x="120" y="86"/>
                  <a:pt x="121" y="80"/>
                  <a:pt x="121" y="74"/>
                </a:cubicBezTo>
                <a:cubicBezTo>
                  <a:pt x="121" y="72"/>
                  <a:pt x="120" y="70"/>
                  <a:pt x="117" y="70"/>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grpSp>
        <p:nvGrpSpPr>
          <p:cNvPr id="25" name="组合 24"/>
          <p:cNvGrpSpPr/>
          <p:nvPr/>
        </p:nvGrpSpPr>
        <p:grpSpPr>
          <a:xfrm>
            <a:off x="8632482" y="346839"/>
            <a:ext cx="156623" cy="156623"/>
            <a:chOff x="8689063" y="2493438"/>
            <a:chExt cx="156623" cy="156623"/>
          </a:xfrm>
        </p:grpSpPr>
        <p:sp>
          <p:nvSpPr>
            <p:cNvPr id="27" name="矩形 26"/>
            <p:cNvSpPr/>
            <p:nvPr/>
          </p:nvSpPr>
          <p:spPr>
            <a:xfrm>
              <a:off x="8689063" y="2493438"/>
              <a:ext cx="156623" cy="156623"/>
            </a:xfrm>
            <a:prstGeom prst="rect">
              <a:avLst/>
            </a:prstGeom>
            <a:solidFill>
              <a:srgbClr val="586B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任意多边形 27"/>
            <p:cNvSpPr/>
            <p:nvPr/>
          </p:nvSpPr>
          <p:spPr>
            <a:xfrm rot="10800000">
              <a:off x="8737889" y="2531868"/>
              <a:ext cx="58967" cy="79764"/>
            </a:xfrm>
            <a:custGeom>
              <a:avLst/>
              <a:gdLst>
                <a:gd name="connsiteX0" fmla="*/ 0 w 78581"/>
                <a:gd name="connsiteY0" fmla="*/ 0 h 152400"/>
                <a:gd name="connsiteX1" fmla="*/ 78581 w 78581"/>
                <a:gd name="connsiteY1" fmla="*/ 78581 h 152400"/>
                <a:gd name="connsiteX2" fmla="*/ 4762 w 78581"/>
                <a:gd name="connsiteY2" fmla="*/ 152400 h 152400"/>
              </a:gdLst>
              <a:ahLst/>
              <a:cxnLst>
                <a:cxn ang="0">
                  <a:pos x="connsiteX0" y="connsiteY0"/>
                </a:cxn>
                <a:cxn ang="0">
                  <a:pos x="connsiteX1" y="connsiteY1"/>
                </a:cxn>
                <a:cxn ang="0">
                  <a:pos x="connsiteX2" y="connsiteY2"/>
                </a:cxn>
              </a:cxnLst>
              <a:rect l="l" t="t" r="r" b="b"/>
              <a:pathLst>
                <a:path w="78581" h="152400">
                  <a:moveTo>
                    <a:pt x="0" y="0"/>
                  </a:moveTo>
                  <a:lnTo>
                    <a:pt x="78581" y="78581"/>
                  </a:lnTo>
                  <a:lnTo>
                    <a:pt x="4762" y="152400"/>
                  </a:lnTo>
                </a:path>
              </a:pathLst>
            </a:cu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9" name="组合 28"/>
          <p:cNvGrpSpPr/>
          <p:nvPr/>
        </p:nvGrpSpPr>
        <p:grpSpPr>
          <a:xfrm>
            <a:off x="8789105" y="346839"/>
            <a:ext cx="156623" cy="156623"/>
            <a:chOff x="8845686" y="2493438"/>
            <a:chExt cx="156623" cy="156623"/>
          </a:xfrm>
        </p:grpSpPr>
        <p:sp>
          <p:nvSpPr>
            <p:cNvPr id="39" name="矩形 38"/>
            <p:cNvSpPr/>
            <p:nvPr/>
          </p:nvSpPr>
          <p:spPr>
            <a:xfrm>
              <a:off x="8845686" y="2493438"/>
              <a:ext cx="156623" cy="156623"/>
            </a:xfrm>
            <a:prstGeom prst="rect">
              <a:avLst/>
            </a:prstGeom>
            <a:solidFill>
              <a:srgbClr val="37B0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任意多边形 39"/>
            <p:cNvSpPr/>
            <p:nvPr/>
          </p:nvSpPr>
          <p:spPr>
            <a:xfrm>
              <a:off x="8894513" y="2531868"/>
              <a:ext cx="58967" cy="79764"/>
            </a:xfrm>
            <a:custGeom>
              <a:avLst/>
              <a:gdLst>
                <a:gd name="connsiteX0" fmla="*/ 0 w 78581"/>
                <a:gd name="connsiteY0" fmla="*/ 0 h 152400"/>
                <a:gd name="connsiteX1" fmla="*/ 78581 w 78581"/>
                <a:gd name="connsiteY1" fmla="*/ 78581 h 152400"/>
                <a:gd name="connsiteX2" fmla="*/ 4762 w 78581"/>
                <a:gd name="connsiteY2" fmla="*/ 152400 h 152400"/>
              </a:gdLst>
              <a:ahLst/>
              <a:cxnLst>
                <a:cxn ang="0">
                  <a:pos x="connsiteX0" y="connsiteY0"/>
                </a:cxn>
                <a:cxn ang="0">
                  <a:pos x="connsiteX1" y="connsiteY1"/>
                </a:cxn>
                <a:cxn ang="0">
                  <a:pos x="connsiteX2" y="connsiteY2"/>
                </a:cxn>
              </a:cxnLst>
              <a:rect l="l" t="t" r="r" b="b"/>
              <a:pathLst>
                <a:path w="78581" h="152400">
                  <a:moveTo>
                    <a:pt x="0" y="0"/>
                  </a:moveTo>
                  <a:lnTo>
                    <a:pt x="78581" y="78581"/>
                  </a:lnTo>
                  <a:lnTo>
                    <a:pt x="4762" y="152400"/>
                  </a:lnTo>
                </a:path>
              </a:pathLst>
            </a:cu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1" name="矩形 40">
            <a:hlinkClick r:id="" action="ppaction://hlinkshowjump?jump=previousslide"/>
          </p:cNvPr>
          <p:cNvSpPr/>
          <p:nvPr/>
        </p:nvSpPr>
        <p:spPr>
          <a:xfrm>
            <a:off x="8632479" y="340203"/>
            <a:ext cx="156623" cy="166239"/>
          </a:xfrm>
          <a:prstGeom prst="rect">
            <a:avLst/>
          </a:prstGeom>
          <a:solidFill>
            <a:srgbClr val="37B0E8">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矩形 41">
            <a:hlinkClick r:id="" action="ppaction://hlinkshowjump?jump=nextslide"/>
          </p:cNvPr>
          <p:cNvSpPr/>
          <p:nvPr/>
        </p:nvSpPr>
        <p:spPr>
          <a:xfrm>
            <a:off x="8789102" y="340203"/>
            <a:ext cx="156623" cy="166239"/>
          </a:xfrm>
          <a:prstGeom prst="rect">
            <a:avLst/>
          </a:prstGeom>
          <a:solidFill>
            <a:srgbClr val="37B0E8">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矩形 42"/>
          <p:cNvSpPr/>
          <p:nvPr/>
        </p:nvSpPr>
        <p:spPr>
          <a:xfrm>
            <a:off x="5867400" y="262034"/>
            <a:ext cx="2665040" cy="285078"/>
          </a:xfrm>
          <a:prstGeom prst="rect">
            <a:avLst/>
          </a:prstGeom>
        </p:spPr>
        <p:txBody>
          <a:bodyPr wrap="square" lIns="0" tIns="0" rIns="0" bIns="0" anchor="ctr" anchorCtr="0">
            <a:spAutoFit/>
          </a:bodyPr>
          <a:lstStyle/>
          <a:p>
            <a:pPr algn="r">
              <a:lnSpc>
                <a:spcPct val="150000"/>
              </a:lnSpc>
            </a:pPr>
            <a:r>
              <a:rPr lang="zh-CN" altLang="en-US" sz="1400" b="1" dirty="0">
                <a:solidFill>
                  <a:srgbClr val="354454"/>
                </a:solidFill>
                <a:latin typeface="微软雅黑" pitchFamily="34" charset="-122"/>
                <a:ea typeface="微软雅黑" pitchFamily="34" charset="-122"/>
              </a:rPr>
              <a:t>成绩与思考</a:t>
            </a:r>
          </a:p>
        </p:txBody>
      </p:sp>
      <p:sp>
        <p:nvSpPr>
          <p:cNvPr id="26" name="矩形 25"/>
          <p:cNvSpPr/>
          <p:nvPr/>
        </p:nvSpPr>
        <p:spPr>
          <a:xfrm>
            <a:off x="614945" y="1653245"/>
            <a:ext cx="441146" cy="246221"/>
          </a:xfrm>
          <a:prstGeom prst="rect">
            <a:avLst/>
          </a:prstGeom>
        </p:spPr>
        <p:txBody>
          <a:bodyPr wrap="none">
            <a:spAutoFit/>
          </a:bodyPr>
          <a:lstStyle/>
          <a:p>
            <a:pPr algn="ctr"/>
            <a:r>
              <a:rPr lang="zh-CN" altLang="en-US" sz="1000" dirty="0">
                <a:ln w="6350">
                  <a:noFill/>
                </a:ln>
                <a:solidFill>
                  <a:srgbClr val="586B7F"/>
                </a:solidFill>
                <a:latin typeface="Impact" pitchFamily="34" charset="0"/>
                <a:ea typeface="微软雅黑" pitchFamily="34" charset="-122"/>
              </a:rPr>
              <a:t>绪论</a:t>
            </a:r>
          </a:p>
        </p:txBody>
      </p:sp>
      <p:sp>
        <p:nvSpPr>
          <p:cNvPr id="30" name="矩形 29"/>
          <p:cNvSpPr/>
          <p:nvPr/>
        </p:nvSpPr>
        <p:spPr>
          <a:xfrm>
            <a:off x="422584" y="2036065"/>
            <a:ext cx="825867" cy="246221"/>
          </a:xfrm>
          <a:prstGeom prst="rect">
            <a:avLst/>
          </a:prstGeom>
        </p:spPr>
        <p:txBody>
          <a:bodyPr wrap="none">
            <a:spAutoFit/>
          </a:bodyPr>
          <a:lstStyle/>
          <a:p>
            <a:pPr algn="ctr"/>
            <a:r>
              <a:rPr lang="zh-CN" altLang="en-US" sz="1000" dirty="0">
                <a:ln w="6350">
                  <a:noFill/>
                </a:ln>
                <a:solidFill>
                  <a:srgbClr val="586B7F"/>
                </a:solidFill>
                <a:latin typeface="Impact" pitchFamily="34" charset="0"/>
                <a:ea typeface="微软雅黑" pitchFamily="34" charset="-122"/>
              </a:rPr>
              <a:t>思路与方法</a:t>
            </a:r>
          </a:p>
        </p:txBody>
      </p:sp>
      <p:sp>
        <p:nvSpPr>
          <p:cNvPr id="31" name="矩形 30"/>
          <p:cNvSpPr/>
          <p:nvPr/>
        </p:nvSpPr>
        <p:spPr>
          <a:xfrm>
            <a:off x="422585" y="2823369"/>
            <a:ext cx="825867" cy="246221"/>
          </a:xfrm>
          <a:prstGeom prst="rect">
            <a:avLst/>
          </a:prstGeom>
        </p:spPr>
        <p:txBody>
          <a:bodyPr wrap="none">
            <a:spAutoFit/>
          </a:bodyPr>
          <a:lstStyle/>
          <a:p>
            <a:pPr algn="ctr"/>
            <a:r>
              <a:rPr lang="zh-CN" altLang="en-US" sz="1000" dirty="0">
                <a:ln w="6350">
                  <a:noFill/>
                </a:ln>
                <a:solidFill>
                  <a:srgbClr val="586B7F"/>
                </a:solidFill>
                <a:latin typeface="Impact" pitchFamily="34" charset="0"/>
                <a:ea typeface="微软雅黑" pitchFamily="34" charset="-122"/>
              </a:rPr>
              <a:t>成果与应用</a:t>
            </a:r>
          </a:p>
        </p:txBody>
      </p:sp>
      <p:sp>
        <p:nvSpPr>
          <p:cNvPr id="32" name="矩形 31"/>
          <p:cNvSpPr/>
          <p:nvPr/>
        </p:nvSpPr>
        <p:spPr>
          <a:xfrm>
            <a:off x="422585" y="2432846"/>
            <a:ext cx="825867" cy="246221"/>
          </a:xfrm>
          <a:prstGeom prst="rect">
            <a:avLst/>
          </a:prstGeom>
        </p:spPr>
        <p:txBody>
          <a:bodyPr wrap="none">
            <a:spAutoFit/>
          </a:bodyPr>
          <a:lstStyle/>
          <a:p>
            <a:pPr algn="ctr"/>
            <a:r>
              <a:rPr lang="zh-CN" altLang="en-US" sz="1000" dirty="0">
                <a:ln w="6350">
                  <a:noFill/>
                </a:ln>
                <a:solidFill>
                  <a:srgbClr val="586B7F"/>
                </a:solidFill>
                <a:latin typeface="Impact" pitchFamily="34" charset="0"/>
                <a:ea typeface="微软雅黑" pitchFamily="34" charset="-122"/>
              </a:rPr>
              <a:t>技术与难点</a:t>
            </a:r>
          </a:p>
        </p:txBody>
      </p:sp>
      <p:sp>
        <p:nvSpPr>
          <p:cNvPr id="33" name="矩形 32"/>
          <p:cNvSpPr/>
          <p:nvPr/>
        </p:nvSpPr>
        <p:spPr>
          <a:xfrm>
            <a:off x="422585" y="3224765"/>
            <a:ext cx="825867" cy="246221"/>
          </a:xfrm>
          <a:prstGeom prst="rect">
            <a:avLst/>
          </a:prstGeom>
        </p:spPr>
        <p:txBody>
          <a:bodyPr wrap="none">
            <a:spAutoFit/>
          </a:bodyPr>
          <a:lstStyle/>
          <a:p>
            <a:pPr algn="ctr"/>
            <a:r>
              <a:rPr lang="zh-CN" altLang="en-US" sz="1000" dirty="0">
                <a:ln w="6350">
                  <a:noFill/>
                </a:ln>
                <a:solidFill>
                  <a:schemeClr val="bg1"/>
                </a:solidFill>
                <a:latin typeface="Impact" pitchFamily="34" charset="0"/>
                <a:ea typeface="微软雅黑" pitchFamily="34" charset="-122"/>
              </a:rPr>
              <a:t>建议与总结</a:t>
            </a:r>
          </a:p>
        </p:txBody>
      </p:sp>
      <p:sp>
        <p:nvSpPr>
          <p:cNvPr id="34" name="Freeform 6"/>
          <p:cNvSpPr/>
          <p:nvPr/>
        </p:nvSpPr>
        <p:spPr bwMode="auto">
          <a:xfrm rot="1320000">
            <a:off x="5113865" y="1546717"/>
            <a:ext cx="888220" cy="572777"/>
          </a:xfrm>
          <a:custGeom>
            <a:avLst/>
            <a:gdLst>
              <a:gd name="T0" fmla="*/ 272 w 272"/>
              <a:gd name="T1" fmla="*/ 36 h 175"/>
              <a:gd name="T2" fmla="*/ 0 w 272"/>
              <a:gd name="T3" fmla="*/ 36 h 175"/>
              <a:gd name="T4" fmla="*/ 56 w 272"/>
              <a:gd name="T5" fmla="*/ 170 h 175"/>
              <a:gd name="T6" fmla="*/ 125 w 272"/>
              <a:gd name="T7" fmla="*/ 156 h 175"/>
              <a:gd name="T8" fmla="*/ 130 w 272"/>
              <a:gd name="T9" fmla="*/ 164 h 175"/>
              <a:gd name="T10" fmla="*/ 136 w 272"/>
              <a:gd name="T11" fmla="*/ 175 h 175"/>
              <a:gd name="T12" fmla="*/ 142 w 272"/>
              <a:gd name="T13" fmla="*/ 164 h 175"/>
              <a:gd name="T14" fmla="*/ 147 w 272"/>
              <a:gd name="T15" fmla="*/ 156 h 175"/>
              <a:gd name="T16" fmla="*/ 216 w 272"/>
              <a:gd name="T17" fmla="*/ 170 h 175"/>
              <a:gd name="T18" fmla="*/ 272 w 272"/>
              <a:gd name="T19" fmla="*/ 36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72" h="175">
                <a:moveTo>
                  <a:pt x="272" y="36"/>
                </a:moveTo>
                <a:cubicBezTo>
                  <a:pt x="187" y="2"/>
                  <a:pt x="91" y="0"/>
                  <a:pt x="0" y="36"/>
                </a:cubicBezTo>
                <a:cubicBezTo>
                  <a:pt x="56" y="170"/>
                  <a:pt x="56" y="170"/>
                  <a:pt x="56" y="170"/>
                </a:cubicBezTo>
                <a:cubicBezTo>
                  <a:pt x="79" y="161"/>
                  <a:pt x="102" y="157"/>
                  <a:pt x="125" y="156"/>
                </a:cubicBezTo>
                <a:cubicBezTo>
                  <a:pt x="130" y="164"/>
                  <a:pt x="130" y="164"/>
                  <a:pt x="130" y="164"/>
                </a:cubicBezTo>
                <a:cubicBezTo>
                  <a:pt x="136" y="175"/>
                  <a:pt x="136" y="175"/>
                  <a:pt x="136" y="175"/>
                </a:cubicBezTo>
                <a:cubicBezTo>
                  <a:pt x="142" y="164"/>
                  <a:pt x="142" y="164"/>
                  <a:pt x="142" y="164"/>
                </a:cubicBezTo>
                <a:cubicBezTo>
                  <a:pt x="147" y="156"/>
                  <a:pt x="147" y="156"/>
                  <a:pt x="147" y="156"/>
                </a:cubicBezTo>
                <a:cubicBezTo>
                  <a:pt x="171" y="157"/>
                  <a:pt x="194" y="162"/>
                  <a:pt x="216" y="170"/>
                </a:cubicBezTo>
                <a:lnTo>
                  <a:pt x="272" y="36"/>
                </a:lnTo>
                <a:close/>
              </a:path>
            </a:pathLst>
          </a:custGeom>
          <a:solidFill>
            <a:schemeClr val="bg1"/>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0">
              <a:ln w="6350">
                <a:noFill/>
              </a:ln>
              <a:solidFill>
                <a:schemeClr val="tx1">
                  <a:lumMod val="65000"/>
                  <a:lumOff val="35000"/>
                </a:schemeClr>
              </a:solidFill>
              <a:latin typeface="Impact" pitchFamily="34" charset="0"/>
              <a:ea typeface="微软雅黑" pitchFamily="34" charset="-122"/>
            </a:endParaRPr>
          </a:p>
        </p:txBody>
      </p:sp>
      <p:sp>
        <p:nvSpPr>
          <p:cNvPr id="35" name="Freeform 7"/>
          <p:cNvSpPr/>
          <p:nvPr/>
        </p:nvSpPr>
        <p:spPr bwMode="auto">
          <a:xfrm rot="1320000">
            <a:off x="4408479" y="1396893"/>
            <a:ext cx="809359" cy="810742"/>
          </a:xfrm>
          <a:custGeom>
            <a:avLst/>
            <a:gdLst>
              <a:gd name="T0" fmla="*/ 189 w 248"/>
              <a:gd name="T1" fmla="*/ 173 h 248"/>
              <a:gd name="T2" fmla="*/ 248 w 248"/>
              <a:gd name="T3" fmla="*/ 135 h 248"/>
              <a:gd name="T4" fmla="*/ 192 w 248"/>
              <a:gd name="T5" fmla="*/ 0 h 248"/>
              <a:gd name="T6" fmla="*/ 0 w 248"/>
              <a:gd name="T7" fmla="*/ 192 h 248"/>
              <a:gd name="T8" fmla="*/ 135 w 248"/>
              <a:gd name="T9" fmla="*/ 248 h 248"/>
              <a:gd name="T10" fmla="*/ 173 w 248"/>
              <a:gd name="T11" fmla="*/ 189 h 248"/>
              <a:gd name="T12" fmla="*/ 183 w 248"/>
              <a:gd name="T13" fmla="*/ 192 h 248"/>
              <a:gd name="T14" fmla="*/ 195 w 248"/>
              <a:gd name="T15" fmla="*/ 195 h 248"/>
              <a:gd name="T16" fmla="*/ 192 w 248"/>
              <a:gd name="T17" fmla="*/ 182 h 248"/>
              <a:gd name="T18" fmla="*/ 189 w 248"/>
              <a:gd name="T19" fmla="*/ 173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8" h="248">
                <a:moveTo>
                  <a:pt x="189" y="173"/>
                </a:moveTo>
                <a:cubicBezTo>
                  <a:pt x="206" y="158"/>
                  <a:pt x="226" y="145"/>
                  <a:pt x="248" y="135"/>
                </a:cubicBezTo>
                <a:cubicBezTo>
                  <a:pt x="192" y="0"/>
                  <a:pt x="192" y="0"/>
                  <a:pt x="192" y="0"/>
                </a:cubicBezTo>
                <a:cubicBezTo>
                  <a:pt x="103" y="39"/>
                  <a:pt x="37" y="109"/>
                  <a:pt x="0" y="192"/>
                </a:cubicBezTo>
                <a:cubicBezTo>
                  <a:pt x="135" y="248"/>
                  <a:pt x="135" y="248"/>
                  <a:pt x="135" y="248"/>
                </a:cubicBezTo>
                <a:cubicBezTo>
                  <a:pt x="144" y="226"/>
                  <a:pt x="157" y="207"/>
                  <a:pt x="173" y="189"/>
                </a:cubicBezTo>
                <a:cubicBezTo>
                  <a:pt x="183" y="192"/>
                  <a:pt x="183" y="192"/>
                  <a:pt x="183" y="192"/>
                </a:cubicBezTo>
                <a:cubicBezTo>
                  <a:pt x="195" y="195"/>
                  <a:pt x="195" y="195"/>
                  <a:pt x="195" y="195"/>
                </a:cubicBezTo>
                <a:cubicBezTo>
                  <a:pt x="192" y="182"/>
                  <a:pt x="192" y="182"/>
                  <a:pt x="192" y="182"/>
                </a:cubicBezTo>
                <a:lnTo>
                  <a:pt x="189" y="173"/>
                </a:lnTo>
                <a:close/>
              </a:path>
            </a:pathLst>
          </a:custGeom>
          <a:solidFill>
            <a:srgbClr val="37B0E8"/>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n w="6350">
                <a:noFill/>
              </a:ln>
              <a:solidFill>
                <a:schemeClr val="bg1"/>
              </a:solidFill>
              <a:latin typeface="Impact" pitchFamily="34" charset="0"/>
              <a:ea typeface="微软雅黑" pitchFamily="34" charset="-122"/>
            </a:endParaRPr>
          </a:p>
        </p:txBody>
      </p:sp>
      <p:sp>
        <p:nvSpPr>
          <p:cNvPr id="36" name="Freeform 8"/>
          <p:cNvSpPr/>
          <p:nvPr/>
        </p:nvSpPr>
        <p:spPr bwMode="auto">
          <a:xfrm rot="1320000">
            <a:off x="4033032" y="1914814"/>
            <a:ext cx="571394" cy="885452"/>
          </a:xfrm>
          <a:custGeom>
            <a:avLst/>
            <a:gdLst>
              <a:gd name="T0" fmla="*/ 164 w 175"/>
              <a:gd name="T1" fmla="*/ 142 h 271"/>
              <a:gd name="T2" fmla="*/ 175 w 175"/>
              <a:gd name="T3" fmla="*/ 136 h 271"/>
              <a:gd name="T4" fmla="*/ 164 w 175"/>
              <a:gd name="T5" fmla="*/ 129 h 271"/>
              <a:gd name="T6" fmla="*/ 156 w 175"/>
              <a:gd name="T7" fmla="*/ 125 h 271"/>
              <a:gd name="T8" fmla="*/ 170 w 175"/>
              <a:gd name="T9" fmla="*/ 56 h 271"/>
              <a:gd name="T10" fmla="*/ 36 w 175"/>
              <a:gd name="T11" fmla="*/ 0 h 271"/>
              <a:gd name="T12" fmla="*/ 36 w 175"/>
              <a:gd name="T13" fmla="*/ 271 h 271"/>
              <a:gd name="T14" fmla="*/ 170 w 175"/>
              <a:gd name="T15" fmla="*/ 216 h 271"/>
              <a:gd name="T16" fmla="*/ 156 w 175"/>
              <a:gd name="T17" fmla="*/ 147 h 271"/>
              <a:gd name="T18" fmla="*/ 164 w 175"/>
              <a:gd name="T19" fmla="*/ 142 h 2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5" h="271">
                <a:moveTo>
                  <a:pt x="164" y="142"/>
                </a:moveTo>
                <a:cubicBezTo>
                  <a:pt x="175" y="136"/>
                  <a:pt x="175" y="136"/>
                  <a:pt x="175" y="136"/>
                </a:cubicBezTo>
                <a:cubicBezTo>
                  <a:pt x="164" y="129"/>
                  <a:pt x="164" y="129"/>
                  <a:pt x="164" y="129"/>
                </a:cubicBezTo>
                <a:cubicBezTo>
                  <a:pt x="156" y="125"/>
                  <a:pt x="156" y="125"/>
                  <a:pt x="156" y="125"/>
                </a:cubicBezTo>
                <a:cubicBezTo>
                  <a:pt x="157" y="101"/>
                  <a:pt x="162" y="78"/>
                  <a:pt x="170" y="56"/>
                </a:cubicBezTo>
                <a:cubicBezTo>
                  <a:pt x="36" y="0"/>
                  <a:pt x="36" y="0"/>
                  <a:pt x="36" y="0"/>
                </a:cubicBezTo>
                <a:cubicBezTo>
                  <a:pt x="3" y="84"/>
                  <a:pt x="0" y="181"/>
                  <a:pt x="36" y="271"/>
                </a:cubicBezTo>
                <a:cubicBezTo>
                  <a:pt x="170" y="216"/>
                  <a:pt x="170" y="216"/>
                  <a:pt x="170" y="216"/>
                </a:cubicBezTo>
                <a:cubicBezTo>
                  <a:pt x="162" y="193"/>
                  <a:pt x="157" y="170"/>
                  <a:pt x="156" y="147"/>
                </a:cubicBezTo>
                <a:lnTo>
                  <a:pt x="164" y="142"/>
                </a:lnTo>
                <a:close/>
              </a:path>
            </a:pathLst>
          </a:custGeom>
          <a:solidFill>
            <a:schemeClr val="bg1"/>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0">
              <a:ln w="6350">
                <a:noFill/>
              </a:ln>
              <a:solidFill>
                <a:schemeClr val="tx1">
                  <a:lumMod val="65000"/>
                  <a:lumOff val="35000"/>
                </a:schemeClr>
              </a:solidFill>
              <a:latin typeface="Impact" pitchFamily="34" charset="0"/>
              <a:ea typeface="微软雅黑" pitchFamily="34" charset="-122"/>
            </a:endParaRPr>
          </a:p>
        </p:txBody>
      </p:sp>
      <p:sp>
        <p:nvSpPr>
          <p:cNvPr id="38" name="Freeform 9"/>
          <p:cNvSpPr/>
          <p:nvPr/>
        </p:nvSpPr>
        <p:spPr bwMode="auto">
          <a:xfrm rot="1320000">
            <a:off x="3882949" y="2699010"/>
            <a:ext cx="809359" cy="807975"/>
          </a:xfrm>
          <a:custGeom>
            <a:avLst/>
            <a:gdLst>
              <a:gd name="T0" fmla="*/ 189 w 248"/>
              <a:gd name="T1" fmla="*/ 75 h 247"/>
              <a:gd name="T2" fmla="*/ 192 w 248"/>
              <a:gd name="T3" fmla="*/ 65 h 247"/>
              <a:gd name="T4" fmla="*/ 195 w 248"/>
              <a:gd name="T5" fmla="*/ 53 h 247"/>
              <a:gd name="T6" fmla="*/ 183 w 248"/>
              <a:gd name="T7" fmla="*/ 56 h 247"/>
              <a:gd name="T8" fmla="*/ 173 w 248"/>
              <a:gd name="T9" fmla="*/ 59 h 247"/>
              <a:gd name="T10" fmla="*/ 135 w 248"/>
              <a:gd name="T11" fmla="*/ 0 h 247"/>
              <a:gd name="T12" fmla="*/ 0 w 248"/>
              <a:gd name="T13" fmla="*/ 56 h 247"/>
              <a:gd name="T14" fmla="*/ 192 w 248"/>
              <a:gd name="T15" fmla="*/ 247 h 247"/>
              <a:gd name="T16" fmla="*/ 248 w 248"/>
              <a:gd name="T17" fmla="*/ 113 h 247"/>
              <a:gd name="T18" fmla="*/ 189 w 248"/>
              <a:gd name="T19" fmla="*/ 75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8" h="247">
                <a:moveTo>
                  <a:pt x="189" y="75"/>
                </a:moveTo>
                <a:cubicBezTo>
                  <a:pt x="192" y="65"/>
                  <a:pt x="192" y="65"/>
                  <a:pt x="192" y="65"/>
                </a:cubicBezTo>
                <a:cubicBezTo>
                  <a:pt x="195" y="53"/>
                  <a:pt x="195" y="53"/>
                  <a:pt x="195" y="53"/>
                </a:cubicBezTo>
                <a:cubicBezTo>
                  <a:pt x="183" y="56"/>
                  <a:pt x="183" y="56"/>
                  <a:pt x="183" y="56"/>
                </a:cubicBezTo>
                <a:cubicBezTo>
                  <a:pt x="173" y="59"/>
                  <a:pt x="173" y="59"/>
                  <a:pt x="173" y="59"/>
                </a:cubicBezTo>
                <a:cubicBezTo>
                  <a:pt x="158" y="42"/>
                  <a:pt x="145" y="22"/>
                  <a:pt x="135" y="0"/>
                </a:cubicBezTo>
                <a:cubicBezTo>
                  <a:pt x="0" y="56"/>
                  <a:pt x="0" y="56"/>
                  <a:pt x="0" y="56"/>
                </a:cubicBezTo>
                <a:cubicBezTo>
                  <a:pt x="39" y="145"/>
                  <a:pt x="109" y="211"/>
                  <a:pt x="192" y="247"/>
                </a:cubicBezTo>
                <a:cubicBezTo>
                  <a:pt x="248" y="113"/>
                  <a:pt x="248" y="113"/>
                  <a:pt x="248" y="113"/>
                </a:cubicBezTo>
                <a:cubicBezTo>
                  <a:pt x="227" y="104"/>
                  <a:pt x="207" y="91"/>
                  <a:pt x="189" y="75"/>
                </a:cubicBezTo>
                <a:close/>
              </a:path>
            </a:pathLst>
          </a:custGeom>
          <a:solidFill>
            <a:srgbClr val="37B0E8"/>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n w="6350">
                <a:noFill/>
              </a:ln>
              <a:solidFill>
                <a:schemeClr val="bg1"/>
              </a:solidFill>
              <a:latin typeface="Impact" pitchFamily="34" charset="0"/>
              <a:ea typeface="微软雅黑" pitchFamily="34" charset="-122"/>
            </a:endParaRPr>
          </a:p>
        </p:txBody>
      </p:sp>
      <p:sp>
        <p:nvSpPr>
          <p:cNvPr id="44" name="Freeform 10"/>
          <p:cNvSpPr/>
          <p:nvPr/>
        </p:nvSpPr>
        <p:spPr bwMode="auto">
          <a:xfrm rot="1320000">
            <a:off x="4400201" y="3313100"/>
            <a:ext cx="888220" cy="572777"/>
          </a:xfrm>
          <a:custGeom>
            <a:avLst/>
            <a:gdLst>
              <a:gd name="T0" fmla="*/ 216 w 272"/>
              <a:gd name="T1" fmla="*/ 5 h 175"/>
              <a:gd name="T2" fmla="*/ 147 w 272"/>
              <a:gd name="T3" fmla="*/ 19 h 175"/>
              <a:gd name="T4" fmla="*/ 142 w 272"/>
              <a:gd name="T5" fmla="*/ 11 h 175"/>
              <a:gd name="T6" fmla="*/ 136 w 272"/>
              <a:gd name="T7" fmla="*/ 0 h 175"/>
              <a:gd name="T8" fmla="*/ 130 w 272"/>
              <a:gd name="T9" fmla="*/ 11 h 175"/>
              <a:gd name="T10" fmla="*/ 125 w 272"/>
              <a:gd name="T11" fmla="*/ 19 h 175"/>
              <a:gd name="T12" fmla="*/ 56 w 272"/>
              <a:gd name="T13" fmla="*/ 5 h 175"/>
              <a:gd name="T14" fmla="*/ 0 w 272"/>
              <a:gd name="T15" fmla="*/ 139 h 175"/>
              <a:gd name="T16" fmla="*/ 272 w 272"/>
              <a:gd name="T17" fmla="*/ 139 h 175"/>
              <a:gd name="T18" fmla="*/ 216 w 272"/>
              <a:gd name="T19" fmla="*/ 5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72" h="175">
                <a:moveTo>
                  <a:pt x="216" y="5"/>
                </a:moveTo>
                <a:cubicBezTo>
                  <a:pt x="193" y="13"/>
                  <a:pt x="170" y="18"/>
                  <a:pt x="147" y="19"/>
                </a:cubicBezTo>
                <a:cubicBezTo>
                  <a:pt x="142" y="11"/>
                  <a:pt x="142" y="11"/>
                  <a:pt x="142" y="11"/>
                </a:cubicBezTo>
                <a:cubicBezTo>
                  <a:pt x="136" y="0"/>
                  <a:pt x="136" y="0"/>
                  <a:pt x="136" y="0"/>
                </a:cubicBezTo>
                <a:cubicBezTo>
                  <a:pt x="130" y="11"/>
                  <a:pt x="130" y="11"/>
                  <a:pt x="130" y="11"/>
                </a:cubicBezTo>
                <a:cubicBezTo>
                  <a:pt x="125" y="19"/>
                  <a:pt x="125" y="19"/>
                  <a:pt x="125" y="19"/>
                </a:cubicBezTo>
                <a:cubicBezTo>
                  <a:pt x="101" y="18"/>
                  <a:pt x="78" y="13"/>
                  <a:pt x="56" y="5"/>
                </a:cubicBezTo>
                <a:cubicBezTo>
                  <a:pt x="0" y="139"/>
                  <a:pt x="0" y="139"/>
                  <a:pt x="0" y="139"/>
                </a:cubicBezTo>
                <a:cubicBezTo>
                  <a:pt x="85" y="172"/>
                  <a:pt x="181" y="175"/>
                  <a:pt x="272" y="139"/>
                </a:cubicBezTo>
                <a:lnTo>
                  <a:pt x="216" y="5"/>
                </a:lnTo>
                <a:close/>
              </a:path>
            </a:pathLst>
          </a:custGeom>
          <a:solidFill>
            <a:schemeClr val="bg1"/>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0">
              <a:ln w="6350">
                <a:noFill/>
              </a:ln>
              <a:solidFill>
                <a:schemeClr val="tx1">
                  <a:lumMod val="65000"/>
                  <a:lumOff val="35000"/>
                </a:schemeClr>
              </a:solidFill>
              <a:latin typeface="Impact" pitchFamily="34" charset="0"/>
              <a:ea typeface="微软雅黑" pitchFamily="34" charset="-122"/>
            </a:endParaRPr>
          </a:p>
        </p:txBody>
      </p:sp>
      <p:sp>
        <p:nvSpPr>
          <p:cNvPr id="45" name="Freeform 11"/>
          <p:cNvSpPr/>
          <p:nvPr/>
        </p:nvSpPr>
        <p:spPr bwMode="auto">
          <a:xfrm rot="1320000">
            <a:off x="5184967" y="3225060"/>
            <a:ext cx="809359" cy="807975"/>
          </a:xfrm>
          <a:custGeom>
            <a:avLst/>
            <a:gdLst>
              <a:gd name="T0" fmla="*/ 113 w 248"/>
              <a:gd name="T1" fmla="*/ 0 h 247"/>
              <a:gd name="T2" fmla="*/ 75 w 248"/>
              <a:gd name="T3" fmla="*/ 59 h 247"/>
              <a:gd name="T4" fmla="*/ 65 w 248"/>
              <a:gd name="T5" fmla="*/ 56 h 247"/>
              <a:gd name="T6" fmla="*/ 53 w 248"/>
              <a:gd name="T7" fmla="*/ 53 h 247"/>
              <a:gd name="T8" fmla="*/ 56 w 248"/>
              <a:gd name="T9" fmla="*/ 65 h 247"/>
              <a:gd name="T10" fmla="*/ 59 w 248"/>
              <a:gd name="T11" fmla="*/ 75 h 247"/>
              <a:gd name="T12" fmla="*/ 0 w 248"/>
              <a:gd name="T13" fmla="*/ 113 h 247"/>
              <a:gd name="T14" fmla="*/ 56 w 248"/>
              <a:gd name="T15" fmla="*/ 247 h 247"/>
              <a:gd name="T16" fmla="*/ 248 w 248"/>
              <a:gd name="T17" fmla="*/ 56 h 247"/>
              <a:gd name="T18" fmla="*/ 113 w 248"/>
              <a:gd name="T19" fmla="*/ 0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8" h="247">
                <a:moveTo>
                  <a:pt x="113" y="0"/>
                </a:moveTo>
                <a:cubicBezTo>
                  <a:pt x="104" y="21"/>
                  <a:pt x="91" y="41"/>
                  <a:pt x="75" y="59"/>
                </a:cubicBezTo>
                <a:cubicBezTo>
                  <a:pt x="65" y="56"/>
                  <a:pt x="65" y="56"/>
                  <a:pt x="65" y="56"/>
                </a:cubicBezTo>
                <a:cubicBezTo>
                  <a:pt x="53" y="53"/>
                  <a:pt x="53" y="53"/>
                  <a:pt x="53" y="53"/>
                </a:cubicBezTo>
                <a:cubicBezTo>
                  <a:pt x="56" y="65"/>
                  <a:pt x="56" y="65"/>
                  <a:pt x="56" y="65"/>
                </a:cubicBezTo>
                <a:cubicBezTo>
                  <a:pt x="59" y="75"/>
                  <a:pt x="59" y="75"/>
                  <a:pt x="59" y="75"/>
                </a:cubicBezTo>
                <a:cubicBezTo>
                  <a:pt x="42" y="90"/>
                  <a:pt x="22" y="103"/>
                  <a:pt x="0" y="113"/>
                </a:cubicBezTo>
                <a:cubicBezTo>
                  <a:pt x="56" y="247"/>
                  <a:pt x="56" y="247"/>
                  <a:pt x="56" y="247"/>
                </a:cubicBezTo>
                <a:cubicBezTo>
                  <a:pt x="145" y="209"/>
                  <a:pt x="212" y="139"/>
                  <a:pt x="248" y="56"/>
                </a:cubicBezTo>
                <a:lnTo>
                  <a:pt x="113" y="0"/>
                </a:lnTo>
                <a:close/>
              </a:path>
            </a:pathLst>
          </a:custGeom>
          <a:solidFill>
            <a:srgbClr val="37B0E8"/>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n w="6350">
                <a:noFill/>
              </a:ln>
              <a:solidFill>
                <a:schemeClr val="bg1"/>
              </a:solidFill>
              <a:latin typeface="Impact" pitchFamily="34" charset="0"/>
              <a:ea typeface="微软雅黑" pitchFamily="34" charset="-122"/>
            </a:endParaRPr>
          </a:p>
        </p:txBody>
      </p:sp>
      <p:sp>
        <p:nvSpPr>
          <p:cNvPr id="46" name="Freeform 12"/>
          <p:cNvSpPr/>
          <p:nvPr/>
        </p:nvSpPr>
        <p:spPr bwMode="auto">
          <a:xfrm rot="1320000">
            <a:off x="5798082" y="2628221"/>
            <a:ext cx="572777" cy="885452"/>
          </a:xfrm>
          <a:custGeom>
            <a:avLst/>
            <a:gdLst>
              <a:gd name="T0" fmla="*/ 139 w 175"/>
              <a:gd name="T1" fmla="*/ 0 h 271"/>
              <a:gd name="T2" fmla="*/ 5 w 175"/>
              <a:gd name="T3" fmla="*/ 56 h 271"/>
              <a:gd name="T4" fmla="*/ 19 w 175"/>
              <a:gd name="T5" fmla="*/ 125 h 271"/>
              <a:gd name="T6" fmla="*/ 11 w 175"/>
              <a:gd name="T7" fmla="*/ 129 h 271"/>
              <a:gd name="T8" fmla="*/ 0 w 175"/>
              <a:gd name="T9" fmla="*/ 136 h 271"/>
              <a:gd name="T10" fmla="*/ 11 w 175"/>
              <a:gd name="T11" fmla="*/ 142 h 271"/>
              <a:gd name="T12" fmla="*/ 19 w 175"/>
              <a:gd name="T13" fmla="*/ 147 h 271"/>
              <a:gd name="T14" fmla="*/ 5 w 175"/>
              <a:gd name="T15" fmla="*/ 216 h 271"/>
              <a:gd name="T16" fmla="*/ 139 w 175"/>
              <a:gd name="T17" fmla="*/ 271 h 271"/>
              <a:gd name="T18" fmla="*/ 139 w 175"/>
              <a:gd name="T19" fmla="*/ 0 h 2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5" h="271">
                <a:moveTo>
                  <a:pt x="139" y="0"/>
                </a:moveTo>
                <a:cubicBezTo>
                  <a:pt x="5" y="56"/>
                  <a:pt x="5" y="56"/>
                  <a:pt x="5" y="56"/>
                </a:cubicBezTo>
                <a:cubicBezTo>
                  <a:pt x="13" y="78"/>
                  <a:pt x="18" y="102"/>
                  <a:pt x="19" y="125"/>
                </a:cubicBezTo>
                <a:cubicBezTo>
                  <a:pt x="11" y="129"/>
                  <a:pt x="11" y="129"/>
                  <a:pt x="11" y="129"/>
                </a:cubicBezTo>
                <a:cubicBezTo>
                  <a:pt x="0" y="136"/>
                  <a:pt x="0" y="136"/>
                  <a:pt x="0" y="136"/>
                </a:cubicBezTo>
                <a:cubicBezTo>
                  <a:pt x="11" y="142"/>
                  <a:pt x="11" y="142"/>
                  <a:pt x="11" y="142"/>
                </a:cubicBezTo>
                <a:cubicBezTo>
                  <a:pt x="19" y="147"/>
                  <a:pt x="19" y="147"/>
                  <a:pt x="19" y="147"/>
                </a:cubicBezTo>
                <a:cubicBezTo>
                  <a:pt x="18" y="171"/>
                  <a:pt x="13" y="194"/>
                  <a:pt x="5" y="216"/>
                </a:cubicBezTo>
                <a:cubicBezTo>
                  <a:pt x="139" y="271"/>
                  <a:pt x="139" y="271"/>
                  <a:pt x="139" y="271"/>
                </a:cubicBezTo>
                <a:cubicBezTo>
                  <a:pt x="172" y="187"/>
                  <a:pt x="175" y="91"/>
                  <a:pt x="139" y="0"/>
                </a:cubicBezTo>
                <a:close/>
              </a:path>
            </a:pathLst>
          </a:custGeom>
          <a:solidFill>
            <a:schemeClr val="bg1"/>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0">
              <a:ln w="6350">
                <a:noFill/>
              </a:ln>
              <a:solidFill>
                <a:schemeClr val="tx1">
                  <a:lumMod val="65000"/>
                  <a:lumOff val="35000"/>
                </a:schemeClr>
              </a:solidFill>
              <a:latin typeface="Impact" pitchFamily="34" charset="0"/>
              <a:ea typeface="微软雅黑" pitchFamily="34" charset="-122"/>
            </a:endParaRPr>
          </a:p>
        </p:txBody>
      </p:sp>
      <p:sp>
        <p:nvSpPr>
          <p:cNvPr id="47" name="Freeform 13"/>
          <p:cNvSpPr/>
          <p:nvPr/>
        </p:nvSpPr>
        <p:spPr bwMode="auto">
          <a:xfrm rot="1320000">
            <a:off x="5710598" y="1922424"/>
            <a:ext cx="806592" cy="810742"/>
          </a:xfrm>
          <a:custGeom>
            <a:avLst/>
            <a:gdLst>
              <a:gd name="T0" fmla="*/ 247 w 247"/>
              <a:gd name="T1" fmla="*/ 192 h 248"/>
              <a:gd name="T2" fmla="*/ 56 w 247"/>
              <a:gd name="T3" fmla="*/ 0 h 248"/>
              <a:gd name="T4" fmla="*/ 0 w 247"/>
              <a:gd name="T5" fmla="*/ 135 h 248"/>
              <a:gd name="T6" fmla="*/ 59 w 247"/>
              <a:gd name="T7" fmla="*/ 173 h 248"/>
              <a:gd name="T8" fmla="*/ 56 w 247"/>
              <a:gd name="T9" fmla="*/ 182 h 248"/>
              <a:gd name="T10" fmla="*/ 53 w 247"/>
              <a:gd name="T11" fmla="*/ 195 h 248"/>
              <a:gd name="T12" fmla="*/ 65 w 247"/>
              <a:gd name="T13" fmla="*/ 192 h 248"/>
              <a:gd name="T14" fmla="*/ 75 w 247"/>
              <a:gd name="T15" fmla="*/ 189 h 248"/>
              <a:gd name="T16" fmla="*/ 113 w 247"/>
              <a:gd name="T17" fmla="*/ 248 h 248"/>
              <a:gd name="T18" fmla="*/ 247 w 247"/>
              <a:gd name="T19" fmla="*/ 192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7" h="248">
                <a:moveTo>
                  <a:pt x="247" y="192"/>
                </a:moveTo>
                <a:cubicBezTo>
                  <a:pt x="209" y="103"/>
                  <a:pt x="139" y="36"/>
                  <a:pt x="56" y="0"/>
                </a:cubicBezTo>
                <a:cubicBezTo>
                  <a:pt x="0" y="135"/>
                  <a:pt x="0" y="135"/>
                  <a:pt x="0" y="135"/>
                </a:cubicBezTo>
                <a:cubicBezTo>
                  <a:pt x="21" y="144"/>
                  <a:pt x="41" y="157"/>
                  <a:pt x="59" y="173"/>
                </a:cubicBezTo>
                <a:cubicBezTo>
                  <a:pt x="56" y="182"/>
                  <a:pt x="56" y="182"/>
                  <a:pt x="56" y="182"/>
                </a:cubicBezTo>
                <a:cubicBezTo>
                  <a:pt x="53" y="195"/>
                  <a:pt x="53" y="195"/>
                  <a:pt x="53" y="195"/>
                </a:cubicBezTo>
                <a:cubicBezTo>
                  <a:pt x="65" y="192"/>
                  <a:pt x="65" y="192"/>
                  <a:pt x="65" y="192"/>
                </a:cubicBezTo>
                <a:cubicBezTo>
                  <a:pt x="75" y="189"/>
                  <a:pt x="75" y="189"/>
                  <a:pt x="75" y="189"/>
                </a:cubicBezTo>
                <a:cubicBezTo>
                  <a:pt x="90" y="206"/>
                  <a:pt x="103" y="226"/>
                  <a:pt x="113" y="248"/>
                </a:cubicBezTo>
                <a:lnTo>
                  <a:pt x="247" y="192"/>
                </a:lnTo>
                <a:close/>
              </a:path>
            </a:pathLst>
          </a:custGeom>
          <a:solidFill>
            <a:srgbClr val="37B0E8"/>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n w="6350">
                <a:noFill/>
              </a:ln>
              <a:solidFill>
                <a:schemeClr val="bg1"/>
              </a:solidFill>
              <a:latin typeface="Impact" pitchFamily="34" charset="0"/>
              <a:ea typeface="微软雅黑" pitchFamily="34" charset="-122"/>
            </a:endParaRPr>
          </a:p>
        </p:txBody>
      </p:sp>
      <p:grpSp>
        <p:nvGrpSpPr>
          <p:cNvPr id="48" name="组合 47"/>
          <p:cNvGrpSpPr/>
          <p:nvPr/>
        </p:nvGrpSpPr>
        <p:grpSpPr>
          <a:xfrm>
            <a:off x="4918568" y="2337108"/>
            <a:ext cx="574674" cy="761798"/>
            <a:chOff x="1703388" y="2746375"/>
            <a:chExt cx="1028700" cy="1363663"/>
          </a:xfrm>
        </p:grpSpPr>
        <p:sp>
          <p:nvSpPr>
            <p:cNvPr id="49" name="Freeform 18"/>
            <p:cNvSpPr>
              <a:spLocks noEditPoints="1"/>
            </p:cNvSpPr>
            <p:nvPr/>
          </p:nvSpPr>
          <p:spPr bwMode="auto">
            <a:xfrm>
              <a:off x="1703388" y="2746375"/>
              <a:ext cx="1028700" cy="992188"/>
            </a:xfrm>
            <a:custGeom>
              <a:avLst/>
              <a:gdLst>
                <a:gd name="T0" fmla="*/ 180 w 274"/>
                <a:gd name="T1" fmla="*/ 154 h 265"/>
                <a:gd name="T2" fmla="*/ 274 w 274"/>
                <a:gd name="T3" fmla="*/ 24 h 265"/>
                <a:gd name="T4" fmla="*/ 274 w 274"/>
                <a:gd name="T5" fmla="*/ 16 h 265"/>
                <a:gd name="T6" fmla="*/ 274 w 274"/>
                <a:gd name="T7" fmla="*/ 8 h 265"/>
                <a:gd name="T8" fmla="*/ 220 w 274"/>
                <a:gd name="T9" fmla="*/ 8 h 265"/>
                <a:gd name="T10" fmla="*/ 218 w 274"/>
                <a:gd name="T11" fmla="*/ 0 h 265"/>
                <a:gd name="T12" fmla="*/ 57 w 274"/>
                <a:gd name="T13" fmla="*/ 0 h 265"/>
                <a:gd name="T14" fmla="*/ 54 w 274"/>
                <a:gd name="T15" fmla="*/ 8 h 265"/>
                <a:gd name="T16" fmla="*/ 1 w 274"/>
                <a:gd name="T17" fmla="*/ 8 h 265"/>
                <a:gd name="T18" fmla="*/ 1 w 274"/>
                <a:gd name="T19" fmla="*/ 16 h 265"/>
                <a:gd name="T20" fmla="*/ 0 w 274"/>
                <a:gd name="T21" fmla="*/ 24 h 265"/>
                <a:gd name="T22" fmla="*/ 95 w 274"/>
                <a:gd name="T23" fmla="*/ 154 h 265"/>
                <a:gd name="T24" fmla="*/ 125 w 274"/>
                <a:gd name="T25" fmla="*/ 177 h 265"/>
                <a:gd name="T26" fmla="*/ 125 w 274"/>
                <a:gd name="T27" fmla="*/ 238 h 265"/>
                <a:gd name="T28" fmla="*/ 99 w 274"/>
                <a:gd name="T29" fmla="*/ 238 h 265"/>
                <a:gd name="T30" fmla="*/ 99 w 274"/>
                <a:gd name="T31" fmla="*/ 246 h 265"/>
                <a:gd name="T32" fmla="*/ 78 w 274"/>
                <a:gd name="T33" fmla="*/ 246 h 265"/>
                <a:gd name="T34" fmla="*/ 70 w 274"/>
                <a:gd name="T35" fmla="*/ 256 h 265"/>
                <a:gd name="T36" fmla="*/ 70 w 274"/>
                <a:gd name="T37" fmla="*/ 265 h 265"/>
                <a:gd name="T38" fmla="*/ 205 w 274"/>
                <a:gd name="T39" fmla="*/ 265 h 265"/>
                <a:gd name="T40" fmla="*/ 205 w 274"/>
                <a:gd name="T41" fmla="*/ 256 h 265"/>
                <a:gd name="T42" fmla="*/ 197 w 274"/>
                <a:gd name="T43" fmla="*/ 246 h 265"/>
                <a:gd name="T44" fmla="*/ 176 w 274"/>
                <a:gd name="T45" fmla="*/ 246 h 265"/>
                <a:gd name="T46" fmla="*/ 176 w 274"/>
                <a:gd name="T47" fmla="*/ 238 h 265"/>
                <a:gd name="T48" fmla="*/ 150 w 274"/>
                <a:gd name="T49" fmla="*/ 238 h 265"/>
                <a:gd name="T50" fmla="*/ 150 w 274"/>
                <a:gd name="T51" fmla="*/ 177 h 265"/>
                <a:gd name="T52" fmla="*/ 180 w 274"/>
                <a:gd name="T53" fmla="*/ 154 h 265"/>
                <a:gd name="T54" fmla="*/ 225 w 274"/>
                <a:gd name="T55" fmla="*/ 45 h 265"/>
                <a:gd name="T56" fmla="*/ 223 w 274"/>
                <a:gd name="T57" fmla="*/ 25 h 265"/>
                <a:gd name="T58" fmla="*/ 258 w 274"/>
                <a:gd name="T59" fmla="*/ 25 h 265"/>
                <a:gd name="T60" fmla="*/ 201 w 274"/>
                <a:gd name="T61" fmla="*/ 128 h 265"/>
                <a:gd name="T62" fmla="*/ 225 w 274"/>
                <a:gd name="T63" fmla="*/ 45 h 265"/>
                <a:gd name="T64" fmla="*/ 17 w 274"/>
                <a:gd name="T65" fmla="*/ 25 h 265"/>
                <a:gd name="T66" fmla="*/ 51 w 274"/>
                <a:gd name="T67" fmla="*/ 25 h 265"/>
                <a:gd name="T68" fmla="*/ 50 w 274"/>
                <a:gd name="T69" fmla="*/ 45 h 265"/>
                <a:gd name="T70" fmla="*/ 74 w 274"/>
                <a:gd name="T71" fmla="*/ 128 h 265"/>
                <a:gd name="T72" fmla="*/ 17 w 274"/>
                <a:gd name="T73" fmla="*/ 25 h 2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74" h="265">
                  <a:moveTo>
                    <a:pt x="180" y="154"/>
                  </a:moveTo>
                  <a:cubicBezTo>
                    <a:pt x="235" y="140"/>
                    <a:pt x="274" y="87"/>
                    <a:pt x="274" y="24"/>
                  </a:cubicBezTo>
                  <a:cubicBezTo>
                    <a:pt x="274" y="22"/>
                    <a:pt x="274" y="19"/>
                    <a:pt x="274" y="16"/>
                  </a:cubicBezTo>
                  <a:cubicBezTo>
                    <a:pt x="274" y="8"/>
                    <a:pt x="274" y="8"/>
                    <a:pt x="274" y="8"/>
                  </a:cubicBezTo>
                  <a:cubicBezTo>
                    <a:pt x="220" y="8"/>
                    <a:pt x="220" y="8"/>
                    <a:pt x="220" y="8"/>
                  </a:cubicBezTo>
                  <a:cubicBezTo>
                    <a:pt x="220" y="5"/>
                    <a:pt x="219" y="3"/>
                    <a:pt x="218" y="0"/>
                  </a:cubicBezTo>
                  <a:cubicBezTo>
                    <a:pt x="57" y="0"/>
                    <a:pt x="57" y="0"/>
                    <a:pt x="57" y="0"/>
                  </a:cubicBezTo>
                  <a:cubicBezTo>
                    <a:pt x="56" y="3"/>
                    <a:pt x="55" y="5"/>
                    <a:pt x="54" y="8"/>
                  </a:cubicBezTo>
                  <a:cubicBezTo>
                    <a:pt x="1" y="8"/>
                    <a:pt x="1" y="8"/>
                    <a:pt x="1" y="8"/>
                  </a:cubicBezTo>
                  <a:cubicBezTo>
                    <a:pt x="1" y="16"/>
                    <a:pt x="1" y="16"/>
                    <a:pt x="1" y="16"/>
                  </a:cubicBezTo>
                  <a:cubicBezTo>
                    <a:pt x="0" y="19"/>
                    <a:pt x="0" y="21"/>
                    <a:pt x="0" y="24"/>
                  </a:cubicBezTo>
                  <a:cubicBezTo>
                    <a:pt x="0" y="87"/>
                    <a:pt x="40" y="140"/>
                    <a:pt x="95" y="154"/>
                  </a:cubicBezTo>
                  <a:cubicBezTo>
                    <a:pt x="104" y="163"/>
                    <a:pt x="114" y="171"/>
                    <a:pt x="125" y="177"/>
                  </a:cubicBezTo>
                  <a:cubicBezTo>
                    <a:pt x="125" y="238"/>
                    <a:pt x="125" y="238"/>
                    <a:pt x="125" y="238"/>
                  </a:cubicBezTo>
                  <a:cubicBezTo>
                    <a:pt x="99" y="238"/>
                    <a:pt x="99" y="238"/>
                    <a:pt x="99" y="238"/>
                  </a:cubicBezTo>
                  <a:cubicBezTo>
                    <a:pt x="99" y="246"/>
                    <a:pt x="99" y="246"/>
                    <a:pt x="99" y="246"/>
                  </a:cubicBezTo>
                  <a:cubicBezTo>
                    <a:pt x="78" y="246"/>
                    <a:pt x="78" y="246"/>
                    <a:pt x="78" y="246"/>
                  </a:cubicBezTo>
                  <a:cubicBezTo>
                    <a:pt x="73" y="246"/>
                    <a:pt x="70" y="251"/>
                    <a:pt x="70" y="256"/>
                  </a:cubicBezTo>
                  <a:cubicBezTo>
                    <a:pt x="70" y="265"/>
                    <a:pt x="70" y="265"/>
                    <a:pt x="70" y="265"/>
                  </a:cubicBezTo>
                  <a:cubicBezTo>
                    <a:pt x="205" y="265"/>
                    <a:pt x="205" y="265"/>
                    <a:pt x="205" y="265"/>
                  </a:cubicBezTo>
                  <a:cubicBezTo>
                    <a:pt x="205" y="256"/>
                    <a:pt x="205" y="256"/>
                    <a:pt x="205" y="256"/>
                  </a:cubicBezTo>
                  <a:cubicBezTo>
                    <a:pt x="205" y="251"/>
                    <a:pt x="201" y="246"/>
                    <a:pt x="197" y="246"/>
                  </a:cubicBezTo>
                  <a:cubicBezTo>
                    <a:pt x="176" y="246"/>
                    <a:pt x="176" y="246"/>
                    <a:pt x="176" y="246"/>
                  </a:cubicBezTo>
                  <a:cubicBezTo>
                    <a:pt x="176" y="238"/>
                    <a:pt x="176" y="238"/>
                    <a:pt x="176" y="238"/>
                  </a:cubicBezTo>
                  <a:cubicBezTo>
                    <a:pt x="150" y="238"/>
                    <a:pt x="150" y="238"/>
                    <a:pt x="150" y="238"/>
                  </a:cubicBezTo>
                  <a:cubicBezTo>
                    <a:pt x="150" y="177"/>
                    <a:pt x="150" y="177"/>
                    <a:pt x="150" y="177"/>
                  </a:cubicBezTo>
                  <a:cubicBezTo>
                    <a:pt x="161" y="171"/>
                    <a:pt x="171" y="163"/>
                    <a:pt x="180" y="154"/>
                  </a:cubicBezTo>
                  <a:close/>
                  <a:moveTo>
                    <a:pt x="225" y="45"/>
                  </a:moveTo>
                  <a:cubicBezTo>
                    <a:pt x="225" y="38"/>
                    <a:pt x="224" y="32"/>
                    <a:pt x="223" y="25"/>
                  </a:cubicBezTo>
                  <a:cubicBezTo>
                    <a:pt x="258" y="25"/>
                    <a:pt x="258" y="25"/>
                    <a:pt x="258" y="25"/>
                  </a:cubicBezTo>
                  <a:cubicBezTo>
                    <a:pt x="257" y="69"/>
                    <a:pt x="235" y="108"/>
                    <a:pt x="201" y="128"/>
                  </a:cubicBezTo>
                  <a:cubicBezTo>
                    <a:pt x="216" y="104"/>
                    <a:pt x="225" y="76"/>
                    <a:pt x="225" y="45"/>
                  </a:cubicBezTo>
                  <a:close/>
                  <a:moveTo>
                    <a:pt x="17" y="25"/>
                  </a:moveTo>
                  <a:cubicBezTo>
                    <a:pt x="51" y="25"/>
                    <a:pt x="51" y="25"/>
                    <a:pt x="51" y="25"/>
                  </a:cubicBezTo>
                  <a:cubicBezTo>
                    <a:pt x="50" y="32"/>
                    <a:pt x="50" y="38"/>
                    <a:pt x="50" y="45"/>
                  </a:cubicBezTo>
                  <a:cubicBezTo>
                    <a:pt x="50" y="76"/>
                    <a:pt x="59" y="104"/>
                    <a:pt x="74" y="128"/>
                  </a:cubicBezTo>
                  <a:cubicBezTo>
                    <a:pt x="40" y="108"/>
                    <a:pt x="17" y="69"/>
                    <a:pt x="17" y="25"/>
                  </a:cubicBezTo>
                  <a:close/>
                </a:path>
              </a:pathLst>
            </a:custGeom>
            <a:solidFill>
              <a:srgbClr val="1672AA"/>
            </a:solidFill>
            <a:ln>
              <a:noFill/>
            </a:ln>
          </p:spPr>
          <p:txBody>
            <a:bodyPr vert="horz" wrap="square" lIns="91440" tIns="45720" rIns="91440" bIns="45720" numCol="1" anchor="t" anchorCtr="0" compatLnSpc="1"/>
            <a:lstStyle/>
            <a:p>
              <a:endParaRPr lang="zh-CN" altLang="en-US"/>
            </a:p>
          </p:txBody>
        </p:sp>
        <p:sp>
          <p:nvSpPr>
            <p:cNvPr id="50" name="Freeform 19"/>
            <p:cNvSpPr/>
            <p:nvPr/>
          </p:nvSpPr>
          <p:spPr bwMode="auto">
            <a:xfrm>
              <a:off x="1890713" y="2746375"/>
              <a:ext cx="323850" cy="892175"/>
            </a:xfrm>
            <a:custGeom>
              <a:avLst/>
              <a:gdLst>
                <a:gd name="T0" fmla="*/ 7 w 86"/>
                <a:gd name="T1" fmla="*/ 0 h 238"/>
                <a:gd name="T2" fmla="*/ 0 w 86"/>
                <a:gd name="T3" fmla="*/ 45 h 238"/>
                <a:gd name="T4" fmla="*/ 75 w 86"/>
                <a:gd name="T5" fmla="*/ 177 h 238"/>
                <a:gd name="T6" fmla="*/ 75 w 86"/>
                <a:gd name="T7" fmla="*/ 238 h 238"/>
                <a:gd name="T8" fmla="*/ 86 w 86"/>
                <a:gd name="T9" fmla="*/ 238 h 238"/>
                <a:gd name="T10" fmla="*/ 86 w 86"/>
                <a:gd name="T11" fmla="*/ 152 h 238"/>
                <a:gd name="T12" fmla="*/ 86 w 86"/>
                <a:gd name="T13" fmla="*/ 0 h 238"/>
                <a:gd name="T14" fmla="*/ 7 w 86"/>
                <a:gd name="T15" fmla="*/ 0 h 2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6" h="238">
                  <a:moveTo>
                    <a:pt x="7" y="0"/>
                  </a:moveTo>
                  <a:cubicBezTo>
                    <a:pt x="2" y="14"/>
                    <a:pt x="0" y="29"/>
                    <a:pt x="0" y="45"/>
                  </a:cubicBezTo>
                  <a:cubicBezTo>
                    <a:pt x="0" y="102"/>
                    <a:pt x="30" y="151"/>
                    <a:pt x="75" y="177"/>
                  </a:cubicBezTo>
                  <a:cubicBezTo>
                    <a:pt x="75" y="238"/>
                    <a:pt x="75" y="238"/>
                    <a:pt x="75" y="238"/>
                  </a:cubicBezTo>
                  <a:cubicBezTo>
                    <a:pt x="86" y="238"/>
                    <a:pt x="86" y="238"/>
                    <a:pt x="86" y="238"/>
                  </a:cubicBezTo>
                  <a:cubicBezTo>
                    <a:pt x="86" y="152"/>
                    <a:pt x="86" y="152"/>
                    <a:pt x="86" y="152"/>
                  </a:cubicBezTo>
                  <a:cubicBezTo>
                    <a:pt x="86" y="0"/>
                    <a:pt x="86" y="0"/>
                    <a:pt x="86" y="0"/>
                  </a:cubicBezTo>
                  <a:lnTo>
                    <a:pt x="7" y="0"/>
                  </a:lnTo>
                  <a:close/>
                </a:path>
              </a:pathLst>
            </a:custGeom>
            <a:solidFill>
              <a:srgbClr val="37B0E8"/>
            </a:solidFill>
            <a:ln>
              <a:noFill/>
            </a:ln>
          </p:spPr>
          <p:txBody>
            <a:bodyPr vert="horz" wrap="square" lIns="91440" tIns="45720" rIns="91440" bIns="45720" numCol="1" anchor="t" anchorCtr="0" compatLnSpc="1"/>
            <a:lstStyle/>
            <a:p>
              <a:endParaRPr lang="zh-CN" altLang="en-US"/>
            </a:p>
          </p:txBody>
        </p:sp>
        <p:sp>
          <p:nvSpPr>
            <p:cNvPr id="51" name="Freeform 20"/>
            <p:cNvSpPr/>
            <p:nvPr/>
          </p:nvSpPr>
          <p:spPr bwMode="auto">
            <a:xfrm>
              <a:off x="1966913" y="3667125"/>
              <a:ext cx="247650" cy="71438"/>
            </a:xfrm>
            <a:custGeom>
              <a:avLst/>
              <a:gdLst>
                <a:gd name="T0" fmla="*/ 29 w 66"/>
                <a:gd name="T1" fmla="*/ 0 h 19"/>
                <a:gd name="T2" fmla="*/ 8 w 66"/>
                <a:gd name="T3" fmla="*/ 0 h 19"/>
                <a:gd name="T4" fmla="*/ 0 w 66"/>
                <a:gd name="T5" fmla="*/ 10 h 19"/>
                <a:gd name="T6" fmla="*/ 0 w 66"/>
                <a:gd name="T7" fmla="*/ 19 h 19"/>
                <a:gd name="T8" fmla="*/ 66 w 66"/>
                <a:gd name="T9" fmla="*/ 19 h 19"/>
                <a:gd name="T10" fmla="*/ 66 w 66"/>
                <a:gd name="T11" fmla="*/ 0 h 19"/>
                <a:gd name="T12" fmla="*/ 55 w 66"/>
                <a:gd name="T13" fmla="*/ 0 h 19"/>
                <a:gd name="T14" fmla="*/ 29 w 66"/>
                <a:gd name="T15" fmla="*/ 0 h 1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6" h="19">
                  <a:moveTo>
                    <a:pt x="29" y="0"/>
                  </a:moveTo>
                  <a:cubicBezTo>
                    <a:pt x="8" y="0"/>
                    <a:pt x="8" y="0"/>
                    <a:pt x="8" y="0"/>
                  </a:cubicBezTo>
                  <a:cubicBezTo>
                    <a:pt x="3" y="0"/>
                    <a:pt x="0" y="5"/>
                    <a:pt x="0" y="10"/>
                  </a:cubicBezTo>
                  <a:cubicBezTo>
                    <a:pt x="0" y="19"/>
                    <a:pt x="0" y="19"/>
                    <a:pt x="0" y="19"/>
                  </a:cubicBezTo>
                  <a:cubicBezTo>
                    <a:pt x="66" y="19"/>
                    <a:pt x="66" y="19"/>
                    <a:pt x="66" y="19"/>
                  </a:cubicBezTo>
                  <a:cubicBezTo>
                    <a:pt x="66" y="0"/>
                    <a:pt x="66" y="0"/>
                    <a:pt x="66" y="0"/>
                  </a:cubicBezTo>
                  <a:cubicBezTo>
                    <a:pt x="55" y="0"/>
                    <a:pt x="55" y="0"/>
                    <a:pt x="55" y="0"/>
                  </a:cubicBezTo>
                  <a:lnTo>
                    <a:pt x="29" y="0"/>
                  </a:lnTo>
                  <a:close/>
                </a:path>
              </a:pathLst>
            </a:custGeom>
            <a:solidFill>
              <a:srgbClr val="1672AA"/>
            </a:solidFill>
            <a:ln>
              <a:noFill/>
            </a:ln>
          </p:spPr>
          <p:txBody>
            <a:bodyPr vert="horz" wrap="square" lIns="91440" tIns="45720" rIns="91440" bIns="45720" numCol="1" anchor="t" anchorCtr="0" compatLnSpc="1"/>
            <a:lstStyle/>
            <a:p>
              <a:endParaRPr lang="zh-CN" altLang="en-US"/>
            </a:p>
          </p:txBody>
        </p:sp>
        <p:sp>
          <p:nvSpPr>
            <p:cNvPr id="52" name="Rectangle 21"/>
            <p:cNvSpPr>
              <a:spLocks noChangeArrowheads="1"/>
            </p:cNvSpPr>
            <p:nvPr/>
          </p:nvSpPr>
          <p:spPr bwMode="auto">
            <a:xfrm>
              <a:off x="1898651" y="3735388"/>
              <a:ext cx="638175" cy="311150"/>
            </a:xfrm>
            <a:prstGeom prst="rect">
              <a:avLst/>
            </a:prstGeom>
            <a:solidFill>
              <a:srgbClr val="62768C"/>
            </a:solidFill>
            <a:ln>
              <a:noFill/>
            </a:ln>
          </p:spPr>
          <p:txBody>
            <a:bodyPr vert="horz" wrap="square" lIns="91440" tIns="45720" rIns="91440" bIns="45720" numCol="1" anchor="t" anchorCtr="0" compatLnSpc="1"/>
            <a:lstStyle/>
            <a:p>
              <a:endParaRPr lang="zh-CN" altLang="en-US"/>
            </a:p>
          </p:txBody>
        </p:sp>
        <p:sp>
          <p:nvSpPr>
            <p:cNvPr id="53" name="Rectangle 22"/>
            <p:cNvSpPr>
              <a:spLocks noChangeArrowheads="1"/>
            </p:cNvSpPr>
            <p:nvPr/>
          </p:nvSpPr>
          <p:spPr bwMode="auto">
            <a:xfrm>
              <a:off x="1973263" y="3810000"/>
              <a:ext cx="487363" cy="161925"/>
            </a:xfrm>
            <a:prstGeom prst="rect">
              <a:avLst/>
            </a:prstGeom>
            <a:solidFill>
              <a:schemeClr val="bg1"/>
            </a:solidFill>
            <a:ln>
              <a:noFill/>
            </a:ln>
          </p:spPr>
          <p:txBody>
            <a:bodyPr vert="horz" wrap="square" lIns="91440" tIns="45720" rIns="91440" bIns="45720" numCol="1" anchor="t" anchorCtr="0" compatLnSpc="1"/>
            <a:lstStyle/>
            <a:p>
              <a:endParaRPr lang="zh-CN" altLang="en-US"/>
            </a:p>
          </p:txBody>
        </p:sp>
        <p:sp>
          <p:nvSpPr>
            <p:cNvPr id="54" name="Rectangle 23"/>
            <p:cNvSpPr>
              <a:spLocks noChangeArrowheads="1"/>
            </p:cNvSpPr>
            <p:nvPr/>
          </p:nvSpPr>
          <p:spPr bwMode="auto">
            <a:xfrm>
              <a:off x="1876426" y="4035425"/>
              <a:ext cx="685800" cy="74613"/>
            </a:xfrm>
            <a:prstGeom prst="rect">
              <a:avLst/>
            </a:prstGeom>
            <a:solidFill>
              <a:srgbClr val="354454"/>
            </a:solidFill>
            <a:ln>
              <a:noFill/>
            </a:ln>
          </p:spPr>
          <p:txBody>
            <a:bodyPr vert="horz" wrap="square" lIns="91440" tIns="45720" rIns="91440" bIns="45720" numCol="1" anchor="t" anchorCtr="0" compatLnSpc="1"/>
            <a:lstStyle/>
            <a:p>
              <a:endParaRPr lang="zh-CN" altLang="en-US"/>
            </a:p>
          </p:txBody>
        </p:sp>
      </p:grpSp>
      <p:sp>
        <p:nvSpPr>
          <p:cNvPr id="55" name="矩形 54"/>
          <p:cNvSpPr/>
          <p:nvPr/>
        </p:nvSpPr>
        <p:spPr>
          <a:xfrm>
            <a:off x="4631400" y="1665987"/>
            <a:ext cx="373820" cy="338554"/>
          </a:xfrm>
          <a:prstGeom prst="rect">
            <a:avLst/>
          </a:prstGeom>
        </p:spPr>
        <p:txBody>
          <a:bodyPr wrap="none">
            <a:spAutoFit/>
          </a:bodyPr>
          <a:lstStyle/>
          <a:p>
            <a:pPr lvl="0" algn="ctr" fontAlgn="base">
              <a:spcBef>
                <a:spcPct val="0"/>
              </a:spcBef>
              <a:spcAft>
                <a:spcPct val="0"/>
              </a:spcAft>
            </a:pPr>
            <a:r>
              <a:rPr lang="en-US" altLang="zh-CN" sz="1600" dirty="0">
                <a:solidFill>
                  <a:schemeClr val="bg1"/>
                </a:solidFill>
                <a:latin typeface="Impact" pitchFamily="34" charset="0"/>
                <a:ea typeface="微软雅黑" pitchFamily="34" charset="-122"/>
              </a:rPr>
              <a:t>01</a:t>
            </a:r>
            <a:endParaRPr lang="zh-CN" altLang="zh-CN" sz="1600" dirty="0">
              <a:solidFill>
                <a:schemeClr val="bg1"/>
              </a:solidFill>
              <a:latin typeface="Impact" pitchFamily="34" charset="0"/>
              <a:ea typeface="微软雅黑" pitchFamily="34" charset="-122"/>
            </a:endParaRPr>
          </a:p>
        </p:txBody>
      </p:sp>
      <p:sp>
        <p:nvSpPr>
          <p:cNvPr id="56" name="矩形 55"/>
          <p:cNvSpPr/>
          <p:nvPr/>
        </p:nvSpPr>
        <p:spPr>
          <a:xfrm>
            <a:off x="4087158" y="2188263"/>
            <a:ext cx="397865" cy="338554"/>
          </a:xfrm>
          <a:prstGeom prst="rect">
            <a:avLst/>
          </a:prstGeom>
        </p:spPr>
        <p:txBody>
          <a:bodyPr wrap="none">
            <a:spAutoFit/>
          </a:bodyPr>
          <a:lstStyle/>
          <a:p>
            <a:pPr lvl="0" algn="ctr" fontAlgn="base">
              <a:spcBef>
                <a:spcPct val="0"/>
              </a:spcBef>
              <a:spcAft>
                <a:spcPct val="0"/>
              </a:spcAft>
            </a:pPr>
            <a:r>
              <a:rPr lang="en-US" altLang="zh-CN" sz="1600" dirty="0">
                <a:solidFill>
                  <a:schemeClr val="tx1">
                    <a:lumMod val="65000"/>
                    <a:lumOff val="35000"/>
                  </a:schemeClr>
                </a:solidFill>
                <a:latin typeface="Impact" pitchFamily="34" charset="0"/>
                <a:ea typeface="微软雅黑" pitchFamily="34" charset="-122"/>
              </a:rPr>
              <a:t>02</a:t>
            </a:r>
            <a:endParaRPr lang="zh-CN" altLang="zh-CN" sz="1600" dirty="0">
              <a:solidFill>
                <a:schemeClr val="tx1">
                  <a:lumMod val="65000"/>
                  <a:lumOff val="35000"/>
                </a:schemeClr>
              </a:solidFill>
              <a:latin typeface="Impact" pitchFamily="34" charset="0"/>
              <a:ea typeface="微软雅黑" pitchFamily="34" charset="-122"/>
            </a:endParaRPr>
          </a:p>
        </p:txBody>
      </p:sp>
      <p:sp>
        <p:nvSpPr>
          <p:cNvPr id="57" name="矩形 56"/>
          <p:cNvSpPr/>
          <p:nvPr/>
        </p:nvSpPr>
        <p:spPr>
          <a:xfrm>
            <a:off x="4116590" y="2908788"/>
            <a:ext cx="404278" cy="338554"/>
          </a:xfrm>
          <a:prstGeom prst="rect">
            <a:avLst/>
          </a:prstGeom>
        </p:spPr>
        <p:txBody>
          <a:bodyPr wrap="none">
            <a:spAutoFit/>
          </a:bodyPr>
          <a:lstStyle/>
          <a:p>
            <a:pPr lvl="0" algn="ctr" fontAlgn="base">
              <a:spcBef>
                <a:spcPct val="0"/>
              </a:spcBef>
              <a:spcAft>
                <a:spcPct val="0"/>
              </a:spcAft>
            </a:pPr>
            <a:r>
              <a:rPr lang="en-US" altLang="zh-CN" sz="1600" dirty="0">
                <a:solidFill>
                  <a:schemeClr val="bg1"/>
                </a:solidFill>
                <a:latin typeface="Impact" pitchFamily="34" charset="0"/>
                <a:ea typeface="微软雅黑" pitchFamily="34" charset="-122"/>
              </a:rPr>
              <a:t>03</a:t>
            </a:r>
            <a:endParaRPr lang="zh-CN" altLang="zh-CN" sz="1600" dirty="0">
              <a:solidFill>
                <a:schemeClr val="bg1"/>
              </a:solidFill>
              <a:latin typeface="Impact" pitchFamily="34" charset="0"/>
              <a:ea typeface="微软雅黑" pitchFamily="34" charset="-122"/>
            </a:endParaRPr>
          </a:p>
        </p:txBody>
      </p:sp>
      <p:sp>
        <p:nvSpPr>
          <p:cNvPr id="58" name="矩形 57"/>
          <p:cNvSpPr/>
          <p:nvPr/>
        </p:nvSpPr>
        <p:spPr>
          <a:xfrm>
            <a:off x="4619377" y="3430211"/>
            <a:ext cx="397866" cy="338554"/>
          </a:xfrm>
          <a:prstGeom prst="rect">
            <a:avLst/>
          </a:prstGeom>
        </p:spPr>
        <p:txBody>
          <a:bodyPr wrap="none">
            <a:spAutoFit/>
          </a:bodyPr>
          <a:lstStyle/>
          <a:p>
            <a:pPr lvl="0" algn="ctr" fontAlgn="base">
              <a:spcBef>
                <a:spcPct val="0"/>
              </a:spcBef>
              <a:spcAft>
                <a:spcPct val="0"/>
              </a:spcAft>
            </a:pPr>
            <a:r>
              <a:rPr lang="en-US" altLang="zh-CN" sz="1600" dirty="0">
                <a:solidFill>
                  <a:schemeClr val="tx1">
                    <a:lumMod val="65000"/>
                    <a:lumOff val="35000"/>
                  </a:schemeClr>
                </a:solidFill>
                <a:latin typeface="Impact" pitchFamily="34" charset="0"/>
                <a:ea typeface="微软雅黑" pitchFamily="34" charset="-122"/>
              </a:rPr>
              <a:t>04</a:t>
            </a:r>
            <a:endParaRPr lang="zh-CN" altLang="zh-CN" sz="1600" dirty="0">
              <a:solidFill>
                <a:schemeClr val="tx1">
                  <a:lumMod val="65000"/>
                  <a:lumOff val="35000"/>
                </a:schemeClr>
              </a:solidFill>
              <a:latin typeface="Impact" pitchFamily="34" charset="0"/>
              <a:ea typeface="微软雅黑" pitchFamily="34" charset="-122"/>
            </a:endParaRPr>
          </a:p>
        </p:txBody>
      </p:sp>
      <p:sp>
        <p:nvSpPr>
          <p:cNvPr id="59" name="矩形 58"/>
          <p:cNvSpPr/>
          <p:nvPr/>
        </p:nvSpPr>
        <p:spPr>
          <a:xfrm>
            <a:off x="5355035" y="3430211"/>
            <a:ext cx="405880" cy="338554"/>
          </a:xfrm>
          <a:prstGeom prst="rect">
            <a:avLst/>
          </a:prstGeom>
        </p:spPr>
        <p:txBody>
          <a:bodyPr wrap="none">
            <a:spAutoFit/>
          </a:bodyPr>
          <a:lstStyle/>
          <a:p>
            <a:pPr lvl="0" algn="ctr" fontAlgn="base">
              <a:spcBef>
                <a:spcPct val="0"/>
              </a:spcBef>
              <a:spcAft>
                <a:spcPct val="0"/>
              </a:spcAft>
            </a:pPr>
            <a:r>
              <a:rPr lang="en-US" altLang="zh-CN" sz="1600" dirty="0">
                <a:solidFill>
                  <a:schemeClr val="bg1"/>
                </a:solidFill>
                <a:latin typeface="Impact" pitchFamily="34" charset="0"/>
                <a:ea typeface="微软雅黑" pitchFamily="34" charset="-122"/>
              </a:rPr>
              <a:t>05</a:t>
            </a:r>
            <a:endParaRPr lang="zh-CN" altLang="zh-CN" sz="1600" dirty="0">
              <a:solidFill>
                <a:schemeClr val="bg1"/>
              </a:solidFill>
              <a:latin typeface="Impact" pitchFamily="34" charset="0"/>
              <a:ea typeface="微软雅黑" pitchFamily="34" charset="-122"/>
            </a:endParaRPr>
          </a:p>
        </p:txBody>
      </p:sp>
      <p:sp>
        <p:nvSpPr>
          <p:cNvPr id="60" name="矩形 59"/>
          <p:cNvSpPr/>
          <p:nvPr/>
        </p:nvSpPr>
        <p:spPr>
          <a:xfrm>
            <a:off x="5887439" y="2908788"/>
            <a:ext cx="405880" cy="338554"/>
          </a:xfrm>
          <a:prstGeom prst="rect">
            <a:avLst/>
          </a:prstGeom>
        </p:spPr>
        <p:txBody>
          <a:bodyPr wrap="none">
            <a:spAutoFit/>
          </a:bodyPr>
          <a:lstStyle/>
          <a:p>
            <a:pPr lvl="0" algn="ctr" fontAlgn="base">
              <a:spcBef>
                <a:spcPct val="0"/>
              </a:spcBef>
              <a:spcAft>
                <a:spcPct val="0"/>
              </a:spcAft>
            </a:pPr>
            <a:r>
              <a:rPr lang="en-US" altLang="zh-CN" sz="1600" dirty="0">
                <a:solidFill>
                  <a:schemeClr val="tx1">
                    <a:lumMod val="65000"/>
                    <a:lumOff val="35000"/>
                  </a:schemeClr>
                </a:solidFill>
                <a:latin typeface="Impact" pitchFamily="34" charset="0"/>
                <a:ea typeface="微软雅黑" pitchFamily="34" charset="-122"/>
              </a:rPr>
              <a:t>06</a:t>
            </a:r>
            <a:endParaRPr lang="zh-CN" altLang="zh-CN" sz="1600" dirty="0">
              <a:solidFill>
                <a:schemeClr val="tx1">
                  <a:lumMod val="65000"/>
                  <a:lumOff val="35000"/>
                </a:schemeClr>
              </a:solidFill>
              <a:latin typeface="Impact" pitchFamily="34" charset="0"/>
              <a:ea typeface="微软雅黑" pitchFamily="34" charset="-122"/>
            </a:endParaRPr>
          </a:p>
        </p:txBody>
      </p:sp>
      <p:sp>
        <p:nvSpPr>
          <p:cNvPr id="61" name="矩形 60"/>
          <p:cNvSpPr/>
          <p:nvPr/>
        </p:nvSpPr>
        <p:spPr>
          <a:xfrm>
            <a:off x="5908129" y="2188263"/>
            <a:ext cx="375424" cy="338554"/>
          </a:xfrm>
          <a:prstGeom prst="rect">
            <a:avLst/>
          </a:prstGeom>
        </p:spPr>
        <p:txBody>
          <a:bodyPr wrap="none">
            <a:spAutoFit/>
          </a:bodyPr>
          <a:lstStyle/>
          <a:p>
            <a:pPr lvl="0" algn="ctr" fontAlgn="base">
              <a:spcBef>
                <a:spcPct val="0"/>
              </a:spcBef>
              <a:spcAft>
                <a:spcPct val="0"/>
              </a:spcAft>
            </a:pPr>
            <a:r>
              <a:rPr lang="en-US" altLang="zh-CN" sz="1600" dirty="0">
                <a:solidFill>
                  <a:schemeClr val="bg1"/>
                </a:solidFill>
                <a:latin typeface="Impact" pitchFamily="34" charset="0"/>
                <a:ea typeface="微软雅黑" pitchFamily="34" charset="-122"/>
              </a:rPr>
              <a:t>07</a:t>
            </a:r>
            <a:endParaRPr lang="zh-CN" altLang="zh-CN" sz="1600" dirty="0">
              <a:solidFill>
                <a:schemeClr val="bg1"/>
              </a:solidFill>
              <a:latin typeface="Impact" pitchFamily="34" charset="0"/>
              <a:ea typeface="微软雅黑" pitchFamily="34" charset="-122"/>
            </a:endParaRPr>
          </a:p>
        </p:txBody>
      </p:sp>
      <p:sp>
        <p:nvSpPr>
          <p:cNvPr id="62" name="矩形 61"/>
          <p:cNvSpPr/>
          <p:nvPr/>
        </p:nvSpPr>
        <p:spPr>
          <a:xfrm>
            <a:off x="5349596" y="1665987"/>
            <a:ext cx="404278" cy="338554"/>
          </a:xfrm>
          <a:prstGeom prst="rect">
            <a:avLst/>
          </a:prstGeom>
        </p:spPr>
        <p:txBody>
          <a:bodyPr wrap="none">
            <a:spAutoFit/>
          </a:bodyPr>
          <a:lstStyle/>
          <a:p>
            <a:pPr lvl="0" algn="ctr" fontAlgn="base">
              <a:spcBef>
                <a:spcPct val="0"/>
              </a:spcBef>
              <a:spcAft>
                <a:spcPct val="0"/>
              </a:spcAft>
            </a:pPr>
            <a:r>
              <a:rPr lang="en-US" altLang="zh-CN" sz="1600" dirty="0">
                <a:solidFill>
                  <a:schemeClr val="tx1">
                    <a:lumMod val="65000"/>
                    <a:lumOff val="35000"/>
                  </a:schemeClr>
                </a:solidFill>
                <a:latin typeface="Impact" pitchFamily="34" charset="0"/>
                <a:ea typeface="微软雅黑" pitchFamily="34" charset="-122"/>
              </a:rPr>
              <a:t>08</a:t>
            </a:r>
            <a:endParaRPr lang="zh-CN" altLang="zh-CN" sz="1600" dirty="0">
              <a:solidFill>
                <a:schemeClr val="tx1">
                  <a:lumMod val="65000"/>
                  <a:lumOff val="35000"/>
                </a:schemeClr>
              </a:solidFill>
              <a:latin typeface="Impact" pitchFamily="34" charset="0"/>
              <a:ea typeface="微软雅黑" pitchFamily="34" charset="-122"/>
            </a:endParaRPr>
          </a:p>
        </p:txBody>
      </p:sp>
      <p:sp>
        <p:nvSpPr>
          <p:cNvPr id="63" name="Rectangle 66"/>
          <p:cNvSpPr>
            <a:spLocks noChangeArrowheads="1"/>
          </p:cNvSpPr>
          <p:nvPr/>
        </p:nvSpPr>
        <p:spPr bwMode="auto">
          <a:xfrm>
            <a:off x="6077031" y="1134254"/>
            <a:ext cx="2220951"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lvl="0" algn="just" fontAlgn="base">
              <a:spcBef>
                <a:spcPct val="0"/>
              </a:spcBef>
              <a:spcAft>
                <a:spcPct val="0"/>
              </a:spcAft>
            </a:pPr>
            <a:r>
              <a:rPr lang="zh-CN" altLang="en-US" sz="1000" dirty="0">
                <a:solidFill>
                  <a:schemeClr val="bg1">
                    <a:lumMod val="50000"/>
                  </a:schemeClr>
                </a:solidFill>
                <a:latin typeface="Arial" pitchFamily="34" charset="0"/>
                <a:ea typeface="微软雅黑" pitchFamily="34" charset="-122"/>
              </a:rPr>
              <a:t>此处可输入相关说明文本内容，或者复制文本内容后粘贴，并选择只保留文字。文本内容建议简洁明了、提纲挈领，尽量保持整体风格统一</a:t>
            </a:r>
            <a:r>
              <a:rPr lang="zh-CN" altLang="en-US" sz="1000" dirty="0">
                <a:solidFill>
                  <a:prstClr val="black">
                    <a:lumMod val="50000"/>
                    <a:lumOff val="50000"/>
                  </a:prstClr>
                </a:solidFill>
                <a:latin typeface="Arial" pitchFamily="34" charset="0"/>
                <a:ea typeface="微软雅黑" pitchFamily="34" charset="-122"/>
              </a:rPr>
              <a:t>。</a:t>
            </a:r>
            <a:endParaRPr lang="zh-CN" altLang="zh-CN" sz="1000" dirty="0">
              <a:solidFill>
                <a:prstClr val="black">
                  <a:lumMod val="50000"/>
                  <a:lumOff val="50000"/>
                </a:prstClr>
              </a:solidFill>
              <a:latin typeface="Arial" pitchFamily="34" charset="0"/>
              <a:ea typeface="微软雅黑" pitchFamily="34" charset="-122"/>
            </a:endParaRPr>
          </a:p>
        </p:txBody>
      </p:sp>
      <p:sp>
        <p:nvSpPr>
          <p:cNvPr id="64" name="圆角矩形 63"/>
          <p:cNvSpPr/>
          <p:nvPr/>
        </p:nvSpPr>
        <p:spPr>
          <a:xfrm>
            <a:off x="6093596" y="803831"/>
            <a:ext cx="1052375" cy="246226"/>
          </a:xfrm>
          <a:prstGeom prst="roundRect">
            <a:avLst>
              <a:gd name="adj" fmla="val 0"/>
            </a:avLst>
          </a:prstGeom>
          <a:solidFill>
            <a:schemeClr val="bg1"/>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ln w="6350">
                  <a:noFill/>
                </a:ln>
                <a:solidFill>
                  <a:schemeClr val="tx1">
                    <a:lumMod val="65000"/>
                    <a:lumOff val="35000"/>
                  </a:schemeClr>
                </a:solidFill>
                <a:latin typeface="Impact" pitchFamily="34" charset="0"/>
                <a:ea typeface="微软雅黑" pitchFamily="34" charset="-122"/>
              </a:rPr>
              <a:t>成绩八</a:t>
            </a:r>
          </a:p>
        </p:txBody>
      </p:sp>
      <p:sp>
        <p:nvSpPr>
          <p:cNvPr id="65" name="Rectangle 66"/>
          <p:cNvSpPr>
            <a:spLocks noChangeArrowheads="1"/>
          </p:cNvSpPr>
          <p:nvPr/>
        </p:nvSpPr>
        <p:spPr bwMode="auto">
          <a:xfrm>
            <a:off x="6499290" y="2205007"/>
            <a:ext cx="2220951"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lvl="0" algn="just" fontAlgn="base">
              <a:spcBef>
                <a:spcPct val="0"/>
              </a:spcBef>
              <a:spcAft>
                <a:spcPct val="0"/>
              </a:spcAft>
            </a:pPr>
            <a:r>
              <a:rPr lang="zh-CN" altLang="en-US" sz="1000" dirty="0">
                <a:solidFill>
                  <a:schemeClr val="bg1">
                    <a:lumMod val="50000"/>
                  </a:schemeClr>
                </a:solidFill>
                <a:latin typeface="Arial" pitchFamily="34" charset="0"/>
                <a:ea typeface="微软雅黑" pitchFamily="34" charset="-122"/>
              </a:rPr>
              <a:t>此处可输入相关说明文本内容，或者复制文本内容后粘贴，并选择只保留文字。文本内容建议简洁明了、提纲挈领，尽量保持整体风格统一</a:t>
            </a:r>
            <a:r>
              <a:rPr lang="zh-CN" altLang="en-US" sz="1000" dirty="0">
                <a:solidFill>
                  <a:prstClr val="black">
                    <a:lumMod val="50000"/>
                    <a:lumOff val="50000"/>
                  </a:prstClr>
                </a:solidFill>
                <a:latin typeface="Arial" pitchFamily="34" charset="0"/>
                <a:ea typeface="微软雅黑" pitchFamily="34" charset="-122"/>
              </a:rPr>
              <a:t>。</a:t>
            </a:r>
            <a:endParaRPr lang="zh-CN" altLang="zh-CN" sz="1000" dirty="0">
              <a:solidFill>
                <a:prstClr val="black">
                  <a:lumMod val="50000"/>
                  <a:lumOff val="50000"/>
                </a:prstClr>
              </a:solidFill>
              <a:latin typeface="Arial" pitchFamily="34" charset="0"/>
              <a:ea typeface="微软雅黑" pitchFamily="34" charset="-122"/>
            </a:endParaRPr>
          </a:p>
        </p:txBody>
      </p:sp>
      <p:sp>
        <p:nvSpPr>
          <p:cNvPr id="66" name="圆角矩形 65"/>
          <p:cNvSpPr/>
          <p:nvPr/>
        </p:nvSpPr>
        <p:spPr>
          <a:xfrm>
            <a:off x="6515855" y="1874584"/>
            <a:ext cx="1052375" cy="246226"/>
          </a:xfrm>
          <a:prstGeom prst="roundRect">
            <a:avLst>
              <a:gd name="adj" fmla="val 0"/>
            </a:avLst>
          </a:prstGeom>
          <a:solidFill>
            <a:srgbClr val="37B0E8"/>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ln w="6350">
                  <a:noFill/>
                </a:ln>
                <a:solidFill>
                  <a:schemeClr val="bg1"/>
                </a:solidFill>
                <a:latin typeface="Impact" pitchFamily="34" charset="0"/>
                <a:ea typeface="微软雅黑" pitchFamily="34" charset="-122"/>
              </a:rPr>
              <a:t>成绩七</a:t>
            </a:r>
          </a:p>
        </p:txBody>
      </p:sp>
      <p:sp>
        <p:nvSpPr>
          <p:cNvPr id="67" name="Rectangle 66"/>
          <p:cNvSpPr>
            <a:spLocks noChangeArrowheads="1"/>
          </p:cNvSpPr>
          <p:nvPr/>
        </p:nvSpPr>
        <p:spPr bwMode="auto">
          <a:xfrm>
            <a:off x="6499290" y="3260795"/>
            <a:ext cx="2220951"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lvl="0" algn="just" fontAlgn="base">
              <a:spcBef>
                <a:spcPct val="0"/>
              </a:spcBef>
              <a:spcAft>
                <a:spcPct val="0"/>
              </a:spcAft>
            </a:pPr>
            <a:r>
              <a:rPr lang="zh-CN" altLang="en-US" sz="1000" dirty="0">
                <a:solidFill>
                  <a:schemeClr val="bg1">
                    <a:lumMod val="50000"/>
                  </a:schemeClr>
                </a:solidFill>
                <a:latin typeface="Arial" pitchFamily="34" charset="0"/>
                <a:ea typeface="微软雅黑" pitchFamily="34" charset="-122"/>
              </a:rPr>
              <a:t>此处可输入相关说明文本内容，或者复制文本内容后粘贴，并选择只保留文字。文本内容建议简洁明了、提纲挈领，尽量保持整体风格统一</a:t>
            </a:r>
            <a:r>
              <a:rPr lang="zh-CN" altLang="en-US" sz="1000" dirty="0">
                <a:solidFill>
                  <a:prstClr val="black">
                    <a:lumMod val="50000"/>
                    <a:lumOff val="50000"/>
                  </a:prstClr>
                </a:solidFill>
                <a:latin typeface="Arial" pitchFamily="34" charset="0"/>
                <a:ea typeface="微软雅黑" pitchFamily="34" charset="-122"/>
              </a:rPr>
              <a:t>。</a:t>
            </a:r>
            <a:endParaRPr lang="zh-CN" altLang="zh-CN" sz="1000" dirty="0">
              <a:solidFill>
                <a:prstClr val="black">
                  <a:lumMod val="50000"/>
                  <a:lumOff val="50000"/>
                </a:prstClr>
              </a:solidFill>
              <a:latin typeface="Arial" pitchFamily="34" charset="0"/>
              <a:ea typeface="微软雅黑" pitchFamily="34" charset="-122"/>
            </a:endParaRPr>
          </a:p>
        </p:txBody>
      </p:sp>
      <p:sp>
        <p:nvSpPr>
          <p:cNvPr id="68" name="圆角矩形 67"/>
          <p:cNvSpPr/>
          <p:nvPr/>
        </p:nvSpPr>
        <p:spPr>
          <a:xfrm>
            <a:off x="6515855" y="2930372"/>
            <a:ext cx="1052375" cy="246226"/>
          </a:xfrm>
          <a:prstGeom prst="roundRect">
            <a:avLst>
              <a:gd name="adj" fmla="val 0"/>
            </a:avLst>
          </a:prstGeom>
          <a:solidFill>
            <a:schemeClr val="bg1"/>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ln w="6350">
                  <a:noFill/>
                </a:ln>
                <a:solidFill>
                  <a:schemeClr val="tx1">
                    <a:lumMod val="65000"/>
                    <a:lumOff val="35000"/>
                  </a:schemeClr>
                </a:solidFill>
                <a:latin typeface="Impact" pitchFamily="34" charset="0"/>
                <a:ea typeface="微软雅黑" pitchFamily="34" charset="-122"/>
              </a:rPr>
              <a:t>成绩六</a:t>
            </a:r>
          </a:p>
        </p:txBody>
      </p:sp>
      <p:sp>
        <p:nvSpPr>
          <p:cNvPr id="69" name="Rectangle 66"/>
          <p:cNvSpPr>
            <a:spLocks noChangeArrowheads="1"/>
          </p:cNvSpPr>
          <p:nvPr/>
        </p:nvSpPr>
        <p:spPr bwMode="auto">
          <a:xfrm>
            <a:off x="5663417" y="4323231"/>
            <a:ext cx="2220951"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lvl="0" algn="just" fontAlgn="base">
              <a:spcBef>
                <a:spcPct val="0"/>
              </a:spcBef>
              <a:spcAft>
                <a:spcPct val="0"/>
              </a:spcAft>
            </a:pPr>
            <a:r>
              <a:rPr lang="zh-CN" altLang="en-US" sz="1000" dirty="0">
                <a:solidFill>
                  <a:schemeClr val="bg1">
                    <a:lumMod val="50000"/>
                  </a:schemeClr>
                </a:solidFill>
                <a:latin typeface="Arial" pitchFamily="34" charset="0"/>
                <a:ea typeface="微软雅黑" pitchFamily="34" charset="-122"/>
              </a:rPr>
              <a:t>此处可输入相关说明文本内容，或者复制文本内容后粘贴，并选择只保留文字。文本内容建议简洁明了、提纲挈领，尽量保持整体风格统一</a:t>
            </a:r>
            <a:r>
              <a:rPr lang="zh-CN" altLang="en-US" sz="1000" dirty="0">
                <a:solidFill>
                  <a:prstClr val="black">
                    <a:lumMod val="50000"/>
                    <a:lumOff val="50000"/>
                  </a:prstClr>
                </a:solidFill>
                <a:latin typeface="Arial" pitchFamily="34" charset="0"/>
                <a:ea typeface="微软雅黑" pitchFamily="34" charset="-122"/>
              </a:rPr>
              <a:t>。</a:t>
            </a:r>
            <a:endParaRPr lang="zh-CN" altLang="zh-CN" sz="1000" dirty="0">
              <a:solidFill>
                <a:prstClr val="black">
                  <a:lumMod val="50000"/>
                  <a:lumOff val="50000"/>
                </a:prstClr>
              </a:solidFill>
              <a:latin typeface="Arial" pitchFamily="34" charset="0"/>
              <a:ea typeface="微软雅黑" pitchFamily="34" charset="-122"/>
            </a:endParaRPr>
          </a:p>
        </p:txBody>
      </p:sp>
      <p:sp>
        <p:nvSpPr>
          <p:cNvPr id="70" name="圆角矩形 69"/>
          <p:cNvSpPr/>
          <p:nvPr/>
        </p:nvSpPr>
        <p:spPr>
          <a:xfrm>
            <a:off x="5679982" y="3992808"/>
            <a:ext cx="1052375" cy="246226"/>
          </a:xfrm>
          <a:prstGeom prst="roundRect">
            <a:avLst>
              <a:gd name="adj" fmla="val 0"/>
            </a:avLst>
          </a:prstGeom>
          <a:solidFill>
            <a:srgbClr val="37B0E8"/>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ln w="6350">
                  <a:noFill/>
                </a:ln>
                <a:solidFill>
                  <a:schemeClr val="bg1"/>
                </a:solidFill>
                <a:latin typeface="Impact" pitchFamily="34" charset="0"/>
                <a:ea typeface="微软雅黑" pitchFamily="34" charset="-122"/>
              </a:rPr>
              <a:t>成绩五</a:t>
            </a:r>
          </a:p>
        </p:txBody>
      </p:sp>
      <p:sp>
        <p:nvSpPr>
          <p:cNvPr id="71" name="Rectangle 66"/>
          <p:cNvSpPr>
            <a:spLocks noChangeArrowheads="1"/>
          </p:cNvSpPr>
          <p:nvPr/>
        </p:nvSpPr>
        <p:spPr bwMode="auto">
          <a:xfrm>
            <a:off x="2113885" y="1134254"/>
            <a:ext cx="2211372"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lvl="0" algn="just" fontAlgn="base">
              <a:spcBef>
                <a:spcPct val="0"/>
              </a:spcBef>
              <a:spcAft>
                <a:spcPct val="0"/>
              </a:spcAft>
            </a:pPr>
            <a:r>
              <a:rPr lang="zh-CN" altLang="en-US" sz="1000" dirty="0">
                <a:solidFill>
                  <a:schemeClr val="bg1">
                    <a:lumMod val="50000"/>
                  </a:schemeClr>
                </a:solidFill>
                <a:latin typeface="Arial" pitchFamily="34" charset="0"/>
                <a:ea typeface="微软雅黑" pitchFamily="34" charset="-122"/>
              </a:rPr>
              <a:t>此处可输入相关说明文本内容，或者复制文本内容后粘贴，并选择只保留文字。文本内容建议简洁明了、提纲挈领，尽量保持整体风格统一</a:t>
            </a:r>
            <a:r>
              <a:rPr lang="zh-CN" altLang="en-US" sz="1000" dirty="0">
                <a:solidFill>
                  <a:prstClr val="black">
                    <a:lumMod val="50000"/>
                    <a:lumOff val="50000"/>
                  </a:prstClr>
                </a:solidFill>
                <a:latin typeface="Arial" pitchFamily="34" charset="0"/>
                <a:ea typeface="微软雅黑" pitchFamily="34" charset="-122"/>
              </a:rPr>
              <a:t>。</a:t>
            </a:r>
            <a:endParaRPr lang="zh-CN" altLang="zh-CN" sz="1000" dirty="0">
              <a:solidFill>
                <a:prstClr val="black">
                  <a:lumMod val="50000"/>
                  <a:lumOff val="50000"/>
                </a:prstClr>
              </a:solidFill>
              <a:latin typeface="Arial" pitchFamily="34" charset="0"/>
              <a:ea typeface="微软雅黑" pitchFamily="34" charset="-122"/>
            </a:endParaRPr>
          </a:p>
        </p:txBody>
      </p:sp>
      <p:sp>
        <p:nvSpPr>
          <p:cNvPr id="72" name="圆角矩形 71"/>
          <p:cNvSpPr/>
          <p:nvPr/>
        </p:nvSpPr>
        <p:spPr>
          <a:xfrm>
            <a:off x="3272882" y="803831"/>
            <a:ext cx="1052375" cy="246226"/>
          </a:xfrm>
          <a:prstGeom prst="roundRect">
            <a:avLst>
              <a:gd name="adj" fmla="val 0"/>
            </a:avLst>
          </a:prstGeom>
          <a:solidFill>
            <a:srgbClr val="37B0E8"/>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ln w="6350">
                  <a:noFill/>
                </a:ln>
                <a:solidFill>
                  <a:schemeClr val="bg1"/>
                </a:solidFill>
                <a:latin typeface="Impact" pitchFamily="34" charset="0"/>
                <a:ea typeface="微软雅黑" pitchFamily="34" charset="-122"/>
              </a:rPr>
              <a:t>成绩一</a:t>
            </a:r>
          </a:p>
        </p:txBody>
      </p:sp>
      <p:sp>
        <p:nvSpPr>
          <p:cNvPr id="73" name="Rectangle 66"/>
          <p:cNvSpPr>
            <a:spLocks noChangeArrowheads="1"/>
          </p:cNvSpPr>
          <p:nvPr/>
        </p:nvSpPr>
        <p:spPr bwMode="auto">
          <a:xfrm>
            <a:off x="1691680" y="2205007"/>
            <a:ext cx="2211372"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lvl="0" algn="just" fontAlgn="base">
              <a:spcBef>
                <a:spcPct val="0"/>
              </a:spcBef>
              <a:spcAft>
                <a:spcPct val="0"/>
              </a:spcAft>
            </a:pPr>
            <a:r>
              <a:rPr lang="zh-CN" altLang="en-US" sz="1000" dirty="0">
                <a:solidFill>
                  <a:schemeClr val="bg1">
                    <a:lumMod val="50000"/>
                  </a:schemeClr>
                </a:solidFill>
                <a:latin typeface="Arial" pitchFamily="34" charset="0"/>
                <a:ea typeface="微软雅黑" pitchFamily="34" charset="-122"/>
              </a:rPr>
              <a:t>此处可输入相关说明文本内容，或者复制文本内容后粘贴，并选择只保留文字。文本内容建议简洁明了、提纲挈领，尽量保持整体风格统一</a:t>
            </a:r>
            <a:r>
              <a:rPr lang="zh-CN" altLang="en-US" sz="1000" dirty="0">
                <a:solidFill>
                  <a:prstClr val="black">
                    <a:lumMod val="50000"/>
                    <a:lumOff val="50000"/>
                  </a:prstClr>
                </a:solidFill>
                <a:latin typeface="Arial" pitchFamily="34" charset="0"/>
                <a:ea typeface="微软雅黑" pitchFamily="34" charset="-122"/>
              </a:rPr>
              <a:t>。</a:t>
            </a:r>
            <a:endParaRPr lang="zh-CN" altLang="zh-CN" sz="1000" dirty="0">
              <a:solidFill>
                <a:prstClr val="black">
                  <a:lumMod val="50000"/>
                  <a:lumOff val="50000"/>
                </a:prstClr>
              </a:solidFill>
              <a:latin typeface="Arial" pitchFamily="34" charset="0"/>
              <a:ea typeface="微软雅黑" pitchFamily="34" charset="-122"/>
            </a:endParaRPr>
          </a:p>
        </p:txBody>
      </p:sp>
      <p:sp>
        <p:nvSpPr>
          <p:cNvPr id="74" name="圆角矩形 73"/>
          <p:cNvSpPr/>
          <p:nvPr/>
        </p:nvSpPr>
        <p:spPr>
          <a:xfrm>
            <a:off x="2835613" y="1874584"/>
            <a:ext cx="1052375" cy="246226"/>
          </a:xfrm>
          <a:prstGeom prst="roundRect">
            <a:avLst>
              <a:gd name="adj" fmla="val 0"/>
            </a:avLst>
          </a:prstGeom>
          <a:solidFill>
            <a:schemeClr val="bg1"/>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ln w="6350">
                  <a:noFill/>
                </a:ln>
                <a:solidFill>
                  <a:schemeClr val="tx1">
                    <a:lumMod val="65000"/>
                    <a:lumOff val="35000"/>
                  </a:schemeClr>
                </a:solidFill>
                <a:latin typeface="Impact" pitchFamily="34" charset="0"/>
                <a:ea typeface="微软雅黑" pitchFamily="34" charset="-122"/>
              </a:rPr>
              <a:t>成绩二</a:t>
            </a:r>
          </a:p>
        </p:txBody>
      </p:sp>
      <p:sp>
        <p:nvSpPr>
          <p:cNvPr id="75" name="Rectangle 66"/>
          <p:cNvSpPr>
            <a:spLocks noChangeArrowheads="1"/>
          </p:cNvSpPr>
          <p:nvPr/>
        </p:nvSpPr>
        <p:spPr bwMode="auto">
          <a:xfrm>
            <a:off x="1691680" y="3260795"/>
            <a:ext cx="2211372"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lvl="0" algn="just" fontAlgn="base">
              <a:spcBef>
                <a:spcPct val="0"/>
              </a:spcBef>
              <a:spcAft>
                <a:spcPct val="0"/>
              </a:spcAft>
            </a:pPr>
            <a:r>
              <a:rPr lang="zh-CN" altLang="en-US" sz="1000" dirty="0">
                <a:solidFill>
                  <a:schemeClr val="bg1">
                    <a:lumMod val="50000"/>
                  </a:schemeClr>
                </a:solidFill>
                <a:latin typeface="Arial" pitchFamily="34" charset="0"/>
                <a:ea typeface="微软雅黑" pitchFamily="34" charset="-122"/>
              </a:rPr>
              <a:t>此处可输入相关说明文本内容，或者复制文本内容后粘贴，并选择只保留文字。文本内容建议简洁明了、提纲挈领，尽量保持整体风格统一</a:t>
            </a:r>
            <a:r>
              <a:rPr lang="zh-CN" altLang="en-US" sz="1000" dirty="0">
                <a:solidFill>
                  <a:prstClr val="black">
                    <a:lumMod val="50000"/>
                    <a:lumOff val="50000"/>
                  </a:prstClr>
                </a:solidFill>
                <a:latin typeface="Arial" pitchFamily="34" charset="0"/>
                <a:ea typeface="微软雅黑" pitchFamily="34" charset="-122"/>
              </a:rPr>
              <a:t>。</a:t>
            </a:r>
            <a:endParaRPr lang="zh-CN" altLang="zh-CN" sz="1000" dirty="0">
              <a:solidFill>
                <a:prstClr val="black">
                  <a:lumMod val="50000"/>
                  <a:lumOff val="50000"/>
                </a:prstClr>
              </a:solidFill>
              <a:latin typeface="Arial" pitchFamily="34" charset="0"/>
              <a:ea typeface="微软雅黑" pitchFamily="34" charset="-122"/>
            </a:endParaRPr>
          </a:p>
        </p:txBody>
      </p:sp>
      <p:sp>
        <p:nvSpPr>
          <p:cNvPr id="76" name="圆角矩形 75"/>
          <p:cNvSpPr/>
          <p:nvPr/>
        </p:nvSpPr>
        <p:spPr>
          <a:xfrm>
            <a:off x="2850677" y="2930372"/>
            <a:ext cx="1052375" cy="246226"/>
          </a:xfrm>
          <a:prstGeom prst="roundRect">
            <a:avLst>
              <a:gd name="adj" fmla="val 0"/>
            </a:avLst>
          </a:prstGeom>
          <a:solidFill>
            <a:srgbClr val="37B0E8"/>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ln w="6350">
                  <a:noFill/>
                </a:ln>
                <a:solidFill>
                  <a:schemeClr val="bg1"/>
                </a:solidFill>
                <a:latin typeface="Impact" pitchFamily="34" charset="0"/>
                <a:ea typeface="微软雅黑" pitchFamily="34" charset="-122"/>
              </a:rPr>
              <a:t>成绩三</a:t>
            </a:r>
          </a:p>
        </p:txBody>
      </p:sp>
      <p:sp>
        <p:nvSpPr>
          <p:cNvPr id="77" name="Rectangle 66"/>
          <p:cNvSpPr>
            <a:spLocks noChangeArrowheads="1"/>
          </p:cNvSpPr>
          <p:nvPr/>
        </p:nvSpPr>
        <p:spPr bwMode="auto">
          <a:xfrm>
            <a:off x="2523241" y="4323231"/>
            <a:ext cx="2211372"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lvl="0" algn="just" fontAlgn="base">
              <a:spcBef>
                <a:spcPct val="0"/>
              </a:spcBef>
              <a:spcAft>
                <a:spcPct val="0"/>
              </a:spcAft>
            </a:pPr>
            <a:r>
              <a:rPr lang="zh-CN" altLang="en-US" sz="1000" dirty="0">
                <a:solidFill>
                  <a:schemeClr val="bg1">
                    <a:lumMod val="50000"/>
                  </a:schemeClr>
                </a:solidFill>
                <a:latin typeface="Arial" pitchFamily="34" charset="0"/>
                <a:ea typeface="微软雅黑" pitchFamily="34" charset="-122"/>
              </a:rPr>
              <a:t>此处可输入相关说明文本内容，或者复制文本内容后粘贴，并选择只保留文字。文本内容建议简洁明了、提纲挈领，尽量保持整体风格统一</a:t>
            </a:r>
            <a:r>
              <a:rPr lang="zh-CN" altLang="en-US" sz="1000" dirty="0">
                <a:solidFill>
                  <a:prstClr val="black">
                    <a:lumMod val="50000"/>
                    <a:lumOff val="50000"/>
                  </a:prstClr>
                </a:solidFill>
                <a:latin typeface="Arial" pitchFamily="34" charset="0"/>
                <a:ea typeface="微软雅黑" pitchFamily="34" charset="-122"/>
              </a:rPr>
              <a:t>。</a:t>
            </a:r>
            <a:endParaRPr lang="zh-CN" altLang="zh-CN" sz="1000" dirty="0">
              <a:solidFill>
                <a:prstClr val="black">
                  <a:lumMod val="50000"/>
                  <a:lumOff val="50000"/>
                </a:prstClr>
              </a:solidFill>
              <a:latin typeface="Arial" pitchFamily="34" charset="0"/>
              <a:ea typeface="微软雅黑" pitchFamily="34" charset="-122"/>
            </a:endParaRPr>
          </a:p>
        </p:txBody>
      </p:sp>
      <p:sp>
        <p:nvSpPr>
          <p:cNvPr id="78" name="圆角矩形 77"/>
          <p:cNvSpPr/>
          <p:nvPr/>
        </p:nvSpPr>
        <p:spPr>
          <a:xfrm>
            <a:off x="3682238" y="3992808"/>
            <a:ext cx="1052375" cy="246226"/>
          </a:xfrm>
          <a:prstGeom prst="roundRect">
            <a:avLst>
              <a:gd name="adj" fmla="val 0"/>
            </a:avLst>
          </a:prstGeom>
          <a:solidFill>
            <a:schemeClr val="bg1"/>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ln w="6350">
                  <a:noFill/>
                </a:ln>
                <a:solidFill>
                  <a:schemeClr val="tx1">
                    <a:lumMod val="65000"/>
                    <a:lumOff val="35000"/>
                  </a:schemeClr>
                </a:solidFill>
                <a:latin typeface="Impact" pitchFamily="34" charset="0"/>
                <a:ea typeface="微软雅黑" pitchFamily="34" charset="-122"/>
              </a:rPr>
              <a:t>成绩四</a:t>
            </a:r>
          </a:p>
        </p:txBody>
      </p:sp>
    </p:spTree>
  </p:cSld>
  <p:clrMapOvr>
    <a:masterClrMapping/>
  </p:clrMapOvr>
  <p:transition spd="slow">
    <p:push dir="u"/>
  </p:transition>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48"/>
                                            </p:tgtEl>
                                            <p:attrNameLst>
                                              <p:attrName>style.visibility</p:attrName>
                                            </p:attrNameLst>
                                          </p:cBhvr>
                                          <p:to>
                                            <p:strVal val="visible"/>
                                          </p:to>
                                        </p:set>
                                        <p:anim calcmode="lin" valueType="num">
                                          <p:cBhvr>
                                            <p:cTn id="7" dur="300" fill="hold"/>
                                            <p:tgtEl>
                                              <p:spTgt spid="48"/>
                                            </p:tgtEl>
                                            <p:attrNameLst>
                                              <p:attrName>ppt_w</p:attrName>
                                            </p:attrNameLst>
                                          </p:cBhvr>
                                          <p:tavLst>
                                            <p:tav tm="0">
                                              <p:val>
                                                <p:fltVal val="0"/>
                                              </p:val>
                                            </p:tav>
                                            <p:tav tm="100000">
                                              <p:val>
                                                <p:strVal val="#ppt_w"/>
                                              </p:val>
                                            </p:tav>
                                          </p:tavLst>
                                        </p:anim>
                                        <p:anim calcmode="lin" valueType="num">
                                          <p:cBhvr>
                                            <p:cTn id="8" dur="300" fill="hold"/>
                                            <p:tgtEl>
                                              <p:spTgt spid="48"/>
                                            </p:tgtEl>
                                            <p:attrNameLst>
                                              <p:attrName>ppt_h</p:attrName>
                                            </p:attrNameLst>
                                          </p:cBhvr>
                                          <p:tavLst>
                                            <p:tav tm="0">
                                              <p:val>
                                                <p:fltVal val="0"/>
                                              </p:val>
                                            </p:tav>
                                            <p:tav tm="100000">
                                              <p:val>
                                                <p:strVal val="#ppt_h"/>
                                              </p:val>
                                            </p:tav>
                                          </p:tavLst>
                                        </p:anim>
                                        <p:animEffect transition="in" filter="fade">
                                          <p:cBhvr>
                                            <p:cTn id="9" dur="300"/>
                                            <p:tgtEl>
                                              <p:spTgt spid="48"/>
                                            </p:tgtEl>
                                          </p:cBhvr>
                                        </p:animEffect>
                                      </p:childTnLst>
                                    </p:cTn>
                                  </p:par>
                                  <p:par>
                                    <p:cTn id="10" presetID="6" presetClass="emph" presetSubtype="0" autoRev="1" fill="hold" nodeType="withEffect">
                                      <p:stCondLst>
                                        <p:cond delay="300"/>
                                      </p:stCondLst>
                                      <p:childTnLst>
                                        <p:animScale>
                                          <p:cBhvr>
                                            <p:cTn id="11" dur="150" fill="hold"/>
                                            <p:tgtEl>
                                              <p:spTgt spid="48"/>
                                            </p:tgtEl>
                                          </p:cBhvr>
                                          <p:by x="110000" y="110000"/>
                                        </p:animScale>
                                      </p:childTnLst>
                                    </p:cTn>
                                  </p:par>
                                  <p:par>
                                    <p:cTn id="12" presetID="53" presetClass="entr" presetSubtype="528" fill="hold" grpId="0" nodeType="withEffect">
                                      <p:stCondLst>
                                        <p:cond delay="300"/>
                                      </p:stCondLst>
                                      <p:childTnLst>
                                        <p:set>
                                          <p:cBhvr>
                                            <p:cTn id="13" dur="1" fill="hold">
                                              <p:stCondLst>
                                                <p:cond delay="0"/>
                                              </p:stCondLst>
                                            </p:cTn>
                                            <p:tgtEl>
                                              <p:spTgt spid="35"/>
                                            </p:tgtEl>
                                            <p:attrNameLst>
                                              <p:attrName>style.visibility</p:attrName>
                                            </p:attrNameLst>
                                          </p:cBhvr>
                                          <p:to>
                                            <p:strVal val="visible"/>
                                          </p:to>
                                        </p:set>
                                        <p:anim calcmode="lin" valueType="num">
                                          <p:cBhvr>
                                            <p:cTn id="14" dur="250" fill="hold"/>
                                            <p:tgtEl>
                                              <p:spTgt spid="35"/>
                                            </p:tgtEl>
                                            <p:attrNameLst>
                                              <p:attrName>ppt_w</p:attrName>
                                            </p:attrNameLst>
                                          </p:cBhvr>
                                          <p:tavLst>
                                            <p:tav tm="0">
                                              <p:val>
                                                <p:fltVal val="0"/>
                                              </p:val>
                                            </p:tav>
                                            <p:tav tm="100000">
                                              <p:val>
                                                <p:strVal val="#ppt_w"/>
                                              </p:val>
                                            </p:tav>
                                          </p:tavLst>
                                        </p:anim>
                                        <p:anim calcmode="lin" valueType="num">
                                          <p:cBhvr>
                                            <p:cTn id="15" dur="250" fill="hold"/>
                                            <p:tgtEl>
                                              <p:spTgt spid="35"/>
                                            </p:tgtEl>
                                            <p:attrNameLst>
                                              <p:attrName>ppt_h</p:attrName>
                                            </p:attrNameLst>
                                          </p:cBhvr>
                                          <p:tavLst>
                                            <p:tav tm="0">
                                              <p:val>
                                                <p:fltVal val="0"/>
                                              </p:val>
                                            </p:tav>
                                            <p:tav tm="100000">
                                              <p:val>
                                                <p:strVal val="#ppt_h"/>
                                              </p:val>
                                            </p:tav>
                                          </p:tavLst>
                                        </p:anim>
                                        <p:animEffect transition="in" filter="fade">
                                          <p:cBhvr>
                                            <p:cTn id="16" dur="250"/>
                                            <p:tgtEl>
                                              <p:spTgt spid="35"/>
                                            </p:tgtEl>
                                          </p:cBhvr>
                                        </p:animEffect>
                                        <p:anim calcmode="lin" valueType="num">
                                          <p:cBhvr>
                                            <p:cTn id="17" dur="250" fill="hold"/>
                                            <p:tgtEl>
                                              <p:spTgt spid="35"/>
                                            </p:tgtEl>
                                            <p:attrNameLst>
                                              <p:attrName>ppt_x</p:attrName>
                                            </p:attrNameLst>
                                          </p:cBhvr>
                                          <p:tavLst>
                                            <p:tav tm="0">
                                              <p:val>
                                                <p:fltVal val="0.5"/>
                                              </p:val>
                                            </p:tav>
                                            <p:tav tm="100000">
                                              <p:val>
                                                <p:strVal val="#ppt_x"/>
                                              </p:val>
                                            </p:tav>
                                          </p:tavLst>
                                        </p:anim>
                                        <p:anim calcmode="lin" valueType="num">
                                          <p:cBhvr>
                                            <p:cTn id="18" dur="250" fill="hold"/>
                                            <p:tgtEl>
                                              <p:spTgt spid="35"/>
                                            </p:tgtEl>
                                            <p:attrNameLst>
                                              <p:attrName>ppt_y</p:attrName>
                                            </p:attrNameLst>
                                          </p:cBhvr>
                                          <p:tavLst>
                                            <p:tav tm="0">
                                              <p:val>
                                                <p:fltVal val="0.5"/>
                                              </p:val>
                                            </p:tav>
                                            <p:tav tm="100000">
                                              <p:val>
                                                <p:strVal val="#ppt_y"/>
                                              </p:val>
                                            </p:tav>
                                          </p:tavLst>
                                        </p:anim>
                                      </p:childTnLst>
                                    </p:cTn>
                                  </p:par>
                                  <p:par>
                                    <p:cTn id="19" presetID="53" presetClass="entr" presetSubtype="528" fill="hold" grpId="0" nodeType="withEffect">
                                      <p:stCondLst>
                                        <p:cond delay="400"/>
                                      </p:stCondLst>
                                      <p:childTnLst>
                                        <p:set>
                                          <p:cBhvr>
                                            <p:cTn id="20" dur="1" fill="hold">
                                              <p:stCondLst>
                                                <p:cond delay="0"/>
                                              </p:stCondLst>
                                            </p:cTn>
                                            <p:tgtEl>
                                              <p:spTgt spid="36"/>
                                            </p:tgtEl>
                                            <p:attrNameLst>
                                              <p:attrName>style.visibility</p:attrName>
                                            </p:attrNameLst>
                                          </p:cBhvr>
                                          <p:to>
                                            <p:strVal val="visible"/>
                                          </p:to>
                                        </p:set>
                                        <p:anim calcmode="lin" valueType="num">
                                          <p:cBhvr>
                                            <p:cTn id="21" dur="250" fill="hold"/>
                                            <p:tgtEl>
                                              <p:spTgt spid="36"/>
                                            </p:tgtEl>
                                            <p:attrNameLst>
                                              <p:attrName>ppt_w</p:attrName>
                                            </p:attrNameLst>
                                          </p:cBhvr>
                                          <p:tavLst>
                                            <p:tav tm="0">
                                              <p:val>
                                                <p:fltVal val="0"/>
                                              </p:val>
                                            </p:tav>
                                            <p:tav tm="100000">
                                              <p:val>
                                                <p:strVal val="#ppt_w"/>
                                              </p:val>
                                            </p:tav>
                                          </p:tavLst>
                                        </p:anim>
                                        <p:anim calcmode="lin" valueType="num">
                                          <p:cBhvr>
                                            <p:cTn id="22" dur="250" fill="hold"/>
                                            <p:tgtEl>
                                              <p:spTgt spid="36"/>
                                            </p:tgtEl>
                                            <p:attrNameLst>
                                              <p:attrName>ppt_h</p:attrName>
                                            </p:attrNameLst>
                                          </p:cBhvr>
                                          <p:tavLst>
                                            <p:tav tm="0">
                                              <p:val>
                                                <p:fltVal val="0"/>
                                              </p:val>
                                            </p:tav>
                                            <p:tav tm="100000">
                                              <p:val>
                                                <p:strVal val="#ppt_h"/>
                                              </p:val>
                                            </p:tav>
                                          </p:tavLst>
                                        </p:anim>
                                        <p:animEffect transition="in" filter="fade">
                                          <p:cBhvr>
                                            <p:cTn id="23" dur="250"/>
                                            <p:tgtEl>
                                              <p:spTgt spid="36"/>
                                            </p:tgtEl>
                                          </p:cBhvr>
                                        </p:animEffect>
                                        <p:anim calcmode="lin" valueType="num">
                                          <p:cBhvr>
                                            <p:cTn id="24" dur="250" fill="hold"/>
                                            <p:tgtEl>
                                              <p:spTgt spid="36"/>
                                            </p:tgtEl>
                                            <p:attrNameLst>
                                              <p:attrName>ppt_x</p:attrName>
                                            </p:attrNameLst>
                                          </p:cBhvr>
                                          <p:tavLst>
                                            <p:tav tm="0">
                                              <p:val>
                                                <p:fltVal val="0.5"/>
                                              </p:val>
                                            </p:tav>
                                            <p:tav tm="100000">
                                              <p:val>
                                                <p:strVal val="#ppt_x"/>
                                              </p:val>
                                            </p:tav>
                                          </p:tavLst>
                                        </p:anim>
                                        <p:anim calcmode="lin" valueType="num">
                                          <p:cBhvr>
                                            <p:cTn id="25" dur="250" fill="hold"/>
                                            <p:tgtEl>
                                              <p:spTgt spid="36"/>
                                            </p:tgtEl>
                                            <p:attrNameLst>
                                              <p:attrName>ppt_y</p:attrName>
                                            </p:attrNameLst>
                                          </p:cBhvr>
                                          <p:tavLst>
                                            <p:tav tm="0">
                                              <p:val>
                                                <p:fltVal val="0.5"/>
                                              </p:val>
                                            </p:tav>
                                            <p:tav tm="100000">
                                              <p:val>
                                                <p:strVal val="#ppt_y"/>
                                              </p:val>
                                            </p:tav>
                                          </p:tavLst>
                                        </p:anim>
                                      </p:childTnLst>
                                    </p:cTn>
                                  </p:par>
                                  <p:par>
                                    <p:cTn id="26" presetID="53" presetClass="entr" presetSubtype="528" fill="hold" grpId="0" nodeType="withEffect">
                                      <p:stCondLst>
                                        <p:cond delay="500"/>
                                      </p:stCondLst>
                                      <p:childTnLst>
                                        <p:set>
                                          <p:cBhvr>
                                            <p:cTn id="27" dur="1" fill="hold">
                                              <p:stCondLst>
                                                <p:cond delay="0"/>
                                              </p:stCondLst>
                                            </p:cTn>
                                            <p:tgtEl>
                                              <p:spTgt spid="38"/>
                                            </p:tgtEl>
                                            <p:attrNameLst>
                                              <p:attrName>style.visibility</p:attrName>
                                            </p:attrNameLst>
                                          </p:cBhvr>
                                          <p:to>
                                            <p:strVal val="visible"/>
                                          </p:to>
                                        </p:set>
                                        <p:anim calcmode="lin" valueType="num">
                                          <p:cBhvr>
                                            <p:cTn id="28" dur="250" fill="hold"/>
                                            <p:tgtEl>
                                              <p:spTgt spid="38"/>
                                            </p:tgtEl>
                                            <p:attrNameLst>
                                              <p:attrName>ppt_w</p:attrName>
                                            </p:attrNameLst>
                                          </p:cBhvr>
                                          <p:tavLst>
                                            <p:tav tm="0">
                                              <p:val>
                                                <p:fltVal val="0"/>
                                              </p:val>
                                            </p:tav>
                                            <p:tav tm="100000">
                                              <p:val>
                                                <p:strVal val="#ppt_w"/>
                                              </p:val>
                                            </p:tav>
                                          </p:tavLst>
                                        </p:anim>
                                        <p:anim calcmode="lin" valueType="num">
                                          <p:cBhvr>
                                            <p:cTn id="29" dur="250" fill="hold"/>
                                            <p:tgtEl>
                                              <p:spTgt spid="38"/>
                                            </p:tgtEl>
                                            <p:attrNameLst>
                                              <p:attrName>ppt_h</p:attrName>
                                            </p:attrNameLst>
                                          </p:cBhvr>
                                          <p:tavLst>
                                            <p:tav tm="0">
                                              <p:val>
                                                <p:fltVal val="0"/>
                                              </p:val>
                                            </p:tav>
                                            <p:tav tm="100000">
                                              <p:val>
                                                <p:strVal val="#ppt_h"/>
                                              </p:val>
                                            </p:tav>
                                          </p:tavLst>
                                        </p:anim>
                                        <p:animEffect transition="in" filter="fade">
                                          <p:cBhvr>
                                            <p:cTn id="30" dur="250"/>
                                            <p:tgtEl>
                                              <p:spTgt spid="38"/>
                                            </p:tgtEl>
                                          </p:cBhvr>
                                        </p:animEffect>
                                        <p:anim calcmode="lin" valueType="num">
                                          <p:cBhvr>
                                            <p:cTn id="31" dur="250" fill="hold"/>
                                            <p:tgtEl>
                                              <p:spTgt spid="38"/>
                                            </p:tgtEl>
                                            <p:attrNameLst>
                                              <p:attrName>ppt_x</p:attrName>
                                            </p:attrNameLst>
                                          </p:cBhvr>
                                          <p:tavLst>
                                            <p:tav tm="0">
                                              <p:val>
                                                <p:fltVal val="0.5"/>
                                              </p:val>
                                            </p:tav>
                                            <p:tav tm="100000">
                                              <p:val>
                                                <p:strVal val="#ppt_x"/>
                                              </p:val>
                                            </p:tav>
                                          </p:tavLst>
                                        </p:anim>
                                        <p:anim calcmode="lin" valueType="num">
                                          <p:cBhvr>
                                            <p:cTn id="32" dur="250" fill="hold"/>
                                            <p:tgtEl>
                                              <p:spTgt spid="38"/>
                                            </p:tgtEl>
                                            <p:attrNameLst>
                                              <p:attrName>ppt_y</p:attrName>
                                            </p:attrNameLst>
                                          </p:cBhvr>
                                          <p:tavLst>
                                            <p:tav tm="0">
                                              <p:val>
                                                <p:fltVal val="0.5"/>
                                              </p:val>
                                            </p:tav>
                                            <p:tav tm="100000">
                                              <p:val>
                                                <p:strVal val="#ppt_y"/>
                                              </p:val>
                                            </p:tav>
                                          </p:tavLst>
                                        </p:anim>
                                      </p:childTnLst>
                                    </p:cTn>
                                  </p:par>
                                  <p:par>
                                    <p:cTn id="33" presetID="53" presetClass="entr" presetSubtype="528" fill="hold" grpId="0" nodeType="withEffect">
                                      <p:stCondLst>
                                        <p:cond delay="600"/>
                                      </p:stCondLst>
                                      <p:childTnLst>
                                        <p:set>
                                          <p:cBhvr>
                                            <p:cTn id="34" dur="1" fill="hold">
                                              <p:stCondLst>
                                                <p:cond delay="0"/>
                                              </p:stCondLst>
                                            </p:cTn>
                                            <p:tgtEl>
                                              <p:spTgt spid="44"/>
                                            </p:tgtEl>
                                            <p:attrNameLst>
                                              <p:attrName>style.visibility</p:attrName>
                                            </p:attrNameLst>
                                          </p:cBhvr>
                                          <p:to>
                                            <p:strVal val="visible"/>
                                          </p:to>
                                        </p:set>
                                        <p:anim calcmode="lin" valueType="num">
                                          <p:cBhvr>
                                            <p:cTn id="35" dur="250" fill="hold"/>
                                            <p:tgtEl>
                                              <p:spTgt spid="44"/>
                                            </p:tgtEl>
                                            <p:attrNameLst>
                                              <p:attrName>ppt_w</p:attrName>
                                            </p:attrNameLst>
                                          </p:cBhvr>
                                          <p:tavLst>
                                            <p:tav tm="0">
                                              <p:val>
                                                <p:fltVal val="0"/>
                                              </p:val>
                                            </p:tav>
                                            <p:tav tm="100000">
                                              <p:val>
                                                <p:strVal val="#ppt_w"/>
                                              </p:val>
                                            </p:tav>
                                          </p:tavLst>
                                        </p:anim>
                                        <p:anim calcmode="lin" valueType="num">
                                          <p:cBhvr>
                                            <p:cTn id="36" dur="250" fill="hold"/>
                                            <p:tgtEl>
                                              <p:spTgt spid="44"/>
                                            </p:tgtEl>
                                            <p:attrNameLst>
                                              <p:attrName>ppt_h</p:attrName>
                                            </p:attrNameLst>
                                          </p:cBhvr>
                                          <p:tavLst>
                                            <p:tav tm="0">
                                              <p:val>
                                                <p:fltVal val="0"/>
                                              </p:val>
                                            </p:tav>
                                            <p:tav tm="100000">
                                              <p:val>
                                                <p:strVal val="#ppt_h"/>
                                              </p:val>
                                            </p:tav>
                                          </p:tavLst>
                                        </p:anim>
                                        <p:animEffect transition="in" filter="fade">
                                          <p:cBhvr>
                                            <p:cTn id="37" dur="250"/>
                                            <p:tgtEl>
                                              <p:spTgt spid="44"/>
                                            </p:tgtEl>
                                          </p:cBhvr>
                                        </p:animEffect>
                                        <p:anim calcmode="lin" valueType="num">
                                          <p:cBhvr>
                                            <p:cTn id="38" dur="250" fill="hold"/>
                                            <p:tgtEl>
                                              <p:spTgt spid="44"/>
                                            </p:tgtEl>
                                            <p:attrNameLst>
                                              <p:attrName>ppt_x</p:attrName>
                                            </p:attrNameLst>
                                          </p:cBhvr>
                                          <p:tavLst>
                                            <p:tav tm="0">
                                              <p:val>
                                                <p:fltVal val="0.5"/>
                                              </p:val>
                                            </p:tav>
                                            <p:tav tm="100000">
                                              <p:val>
                                                <p:strVal val="#ppt_x"/>
                                              </p:val>
                                            </p:tav>
                                          </p:tavLst>
                                        </p:anim>
                                        <p:anim calcmode="lin" valueType="num">
                                          <p:cBhvr>
                                            <p:cTn id="39" dur="250" fill="hold"/>
                                            <p:tgtEl>
                                              <p:spTgt spid="44"/>
                                            </p:tgtEl>
                                            <p:attrNameLst>
                                              <p:attrName>ppt_y</p:attrName>
                                            </p:attrNameLst>
                                          </p:cBhvr>
                                          <p:tavLst>
                                            <p:tav tm="0">
                                              <p:val>
                                                <p:fltVal val="0.5"/>
                                              </p:val>
                                            </p:tav>
                                            <p:tav tm="100000">
                                              <p:val>
                                                <p:strVal val="#ppt_y"/>
                                              </p:val>
                                            </p:tav>
                                          </p:tavLst>
                                        </p:anim>
                                      </p:childTnLst>
                                    </p:cTn>
                                  </p:par>
                                  <p:par>
                                    <p:cTn id="40" presetID="53" presetClass="entr" presetSubtype="528" fill="hold" grpId="0" nodeType="withEffect">
                                      <p:stCondLst>
                                        <p:cond delay="700"/>
                                      </p:stCondLst>
                                      <p:childTnLst>
                                        <p:set>
                                          <p:cBhvr>
                                            <p:cTn id="41" dur="1" fill="hold">
                                              <p:stCondLst>
                                                <p:cond delay="0"/>
                                              </p:stCondLst>
                                            </p:cTn>
                                            <p:tgtEl>
                                              <p:spTgt spid="45"/>
                                            </p:tgtEl>
                                            <p:attrNameLst>
                                              <p:attrName>style.visibility</p:attrName>
                                            </p:attrNameLst>
                                          </p:cBhvr>
                                          <p:to>
                                            <p:strVal val="visible"/>
                                          </p:to>
                                        </p:set>
                                        <p:anim calcmode="lin" valueType="num">
                                          <p:cBhvr>
                                            <p:cTn id="42" dur="250" fill="hold"/>
                                            <p:tgtEl>
                                              <p:spTgt spid="45"/>
                                            </p:tgtEl>
                                            <p:attrNameLst>
                                              <p:attrName>ppt_w</p:attrName>
                                            </p:attrNameLst>
                                          </p:cBhvr>
                                          <p:tavLst>
                                            <p:tav tm="0">
                                              <p:val>
                                                <p:fltVal val="0"/>
                                              </p:val>
                                            </p:tav>
                                            <p:tav tm="100000">
                                              <p:val>
                                                <p:strVal val="#ppt_w"/>
                                              </p:val>
                                            </p:tav>
                                          </p:tavLst>
                                        </p:anim>
                                        <p:anim calcmode="lin" valueType="num">
                                          <p:cBhvr>
                                            <p:cTn id="43" dur="250" fill="hold"/>
                                            <p:tgtEl>
                                              <p:spTgt spid="45"/>
                                            </p:tgtEl>
                                            <p:attrNameLst>
                                              <p:attrName>ppt_h</p:attrName>
                                            </p:attrNameLst>
                                          </p:cBhvr>
                                          <p:tavLst>
                                            <p:tav tm="0">
                                              <p:val>
                                                <p:fltVal val="0"/>
                                              </p:val>
                                            </p:tav>
                                            <p:tav tm="100000">
                                              <p:val>
                                                <p:strVal val="#ppt_h"/>
                                              </p:val>
                                            </p:tav>
                                          </p:tavLst>
                                        </p:anim>
                                        <p:animEffect transition="in" filter="fade">
                                          <p:cBhvr>
                                            <p:cTn id="44" dur="250"/>
                                            <p:tgtEl>
                                              <p:spTgt spid="45"/>
                                            </p:tgtEl>
                                          </p:cBhvr>
                                        </p:animEffect>
                                        <p:anim calcmode="lin" valueType="num">
                                          <p:cBhvr>
                                            <p:cTn id="45" dur="250" fill="hold"/>
                                            <p:tgtEl>
                                              <p:spTgt spid="45"/>
                                            </p:tgtEl>
                                            <p:attrNameLst>
                                              <p:attrName>ppt_x</p:attrName>
                                            </p:attrNameLst>
                                          </p:cBhvr>
                                          <p:tavLst>
                                            <p:tav tm="0">
                                              <p:val>
                                                <p:fltVal val="0.5"/>
                                              </p:val>
                                            </p:tav>
                                            <p:tav tm="100000">
                                              <p:val>
                                                <p:strVal val="#ppt_x"/>
                                              </p:val>
                                            </p:tav>
                                          </p:tavLst>
                                        </p:anim>
                                        <p:anim calcmode="lin" valueType="num">
                                          <p:cBhvr>
                                            <p:cTn id="46" dur="250" fill="hold"/>
                                            <p:tgtEl>
                                              <p:spTgt spid="45"/>
                                            </p:tgtEl>
                                            <p:attrNameLst>
                                              <p:attrName>ppt_y</p:attrName>
                                            </p:attrNameLst>
                                          </p:cBhvr>
                                          <p:tavLst>
                                            <p:tav tm="0">
                                              <p:val>
                                                <p:fltVal val="0.5"/>
                                              </p:val>
                                            </p:tav>
                                            <p:tav tm="100000">
                                              <p:val>
                                                <p:strVal val="#ppt_y"/>
                                              </p:val>
                                            </p:tav>
                                          </p:tavLst>
                                        </p:anim>
                                      </p:childTnLst>
                                    </p:cTn>
                                  </p:par>
                                  <p:par>
                                    <p:cTn id="47" presetID="53" presetClass="entr" presetSubtype="528" fill="hold" grpId="0" nodeType="withEffect">
                                      <p:stCondLst>
                                        <p:cond delay="800"/>
                                      </p:stCondLst>
                                      <p:childTnLst>
                                        <p:set>
                                          <p:cBhvr>
                                            <p:cTn id="48" dur="1" fill="hold">
                                              <p:stCondLst>
                                                <p:cond delay="0"/>
                                              </p:stCondLst>
                                            </p:cTn>
                                            <p:tgtEl>
                                              <p:spTgt spid="46"/>
                                            </p:tgtEl>
                                            <p:attrNameLst>
                                              <p:attrName>style.visibility</p:attrName>
                                            </p:attrNameLst>
                                          </p:cBhvr>
                                          <p:to>
                                            <p:strVal val="visible"/>
                                          </p:to>
                                        </p:set>
                                        <p:anim calcmode="lin" valueType="num">
                                          <p:cBhvr>
                                            <p:cTn id="49" dur="250" fill="hold"/>
                                            <p:tgtEl>
                                              <p:spTgt spid="46"/>
                                            </p:tgtEl>
                                            <p:attrNameLst>
                                              <p:attrName>ppt_w</p:attrName>
                                            </p:attrNameLst>
                                          </p:cBhvr>
                                          <p:tavLst>
                                            <p:tav tm="0">
                                              <p:val>
                                                <p:fltVal val="0"/>
                                              </p:val>
                                            </p:tav>
                                            <p:tav tm="100000">
                                              <p:val>
                                                <p:strVal val="#ppt_w"/>
                                              </p:val>
                                            </p:tav>
                                          </p:tavLst>
                                        </p:anim>
                                        <p:anim calcmode="lin" valueType="num">
                                          <p:cBhvr>
                                            <p:cTn id="50" dur="250" fill="hold"/>
                                            <p:tgtEl>
                                              <p:spTgt spid="46"/>
                                            </p:tgtEl>
                                            <p:attrNameLst>
                                              <p:attrName>ppt_h</p:attrName>
                                            </p:attrNameLst>
                                          </p:cBhvr>
                                          <p:tavLst>
                                            <p:tav tm="0">
                                              <p:val>
                                                <p:fltVal val="0"/>
                                              </p:val>
                                            </p:tav>
                                            <p:tav tm="100000">
                                              <p:val>
                                                <p:strVal val="#ppt_h"/>
                                              </p:val>
                                            </p:tav>
                                          </p:tavLst>
                                        </p:anim>
                                        <p:animEffect transition="in" filter="fade">
                                          <p:cBhvr>
                                            <p:cTn id="51" dur="250"/>
                                            <p:tgtEl>
                                              <p:spTgt spid="46"/>
                                            </p:tgtEl>
                                          </p:cBhvr>
                                        </p:animEffect>
                                        <p:anim calcmode="lin" valueType="num">
                                          <p:cBhvr>
                                            <p:cTn id="52" dur="250" fill="hold"/>
                                            <p:tgtEl>
                                              <p:spTgt spid="46"/>
                                            </p:tgtEl>
                                            <p:attrNameLst>
                                              <p:attrName>ppt_x</p:attrName>
                                            </p:attrNameLst>
                                          </p:cBhvr>
                                          <p:tavLst>
                                            <p:tav tm="0">
                                              <p:val>
                                                <p:fltVal val="0.5"/>
                                              </p:val>
                                            </p:tav>
                                            <p:tav tm="100000">
                                              <p:val>
                                                <p:strVal val="#ppt_x"/>
                                              </p:val>
                                            </p:tav>
                                          </p:tavLst>
                                        </p:anim>
                                        <p:anim calcmode="lin" valueType="num">
                                          <p:cBhvr>
                                            <p:cTn id="53" dur="250" fill="hold"/>
                                            <p:tgtEl>
                                              <p:spTgt spid="46"/>
                                            </p:tgtEl>
                                            <p:attrNameLst>
                                              <p:attrName>ppt_y</p:attrName>
                                            </p:attrNameLst>
                                          </p:cBhvr>
                                          <p:tavLst>
                                            <p:tav tm="0">
                                              <p:val>
                                                <p:fltVal val="0.5"/>
                                              </p:val>
                                            </p:tav>
                                            <p:tav tm="100000">
                                              <p:val>
                                                <p:strVal val="#ppt_y"/>
                                              </p:val>
                                            </p:tav>
                                          </p:tavLst>
                                        </p:anim>
                                      </p:childTnLst>
                                    </p:cTn>
                                  </p:par>
                                  <p:par>
                                    <p:cTn id="54" presetID="53" presetClass="entr" presetSubtype="528" fill="hold" grpId="0" nodeType="withEffect">
                                      <p:stCondLst>
                                        <p:cond delay="900"/>
                                      </p:stCondLst>
                                      <p:childTnLst>
                                        <p:set>
                                          <p:cBhvr>
                                            <p:cTn id="55" dur="1" fill="hold">
                                              <p:stCondLst>
                                                <p:cond delay="0"/>
                                              </p:stCondLst>
                                            </p:cTn>
                                            <p:tgtEl>
                                              <p:spTgt spid="47"/>
                                            </p:tgtEl>
                                            <p:attrNameLst>
                                              <p:attrName>style.visibility</p:attrName>
                                            </p:attrNameLst>
                                          </p:cBhvr>
                                          <p:to>
                                            <p:strVal val="visible"/>
                                          </p:to>
                                        </p:set>
                                        <p:anim calcmode="lin" valueType="num">
                                          <p:cBhvr>
                                            <p:cTn id="56" dur="250" fill="hold"/>
                                            <p:tgtEl>
                                              <p:spTgt spid="47"/>
                                            </p:tgtEl>
                                            <p:attrNameLst>
                                              <p:attrName>ppt_w</p:attrName>
                                            </p:attrNameLst>
                                          </p:cBhvr>
                                          <p:tavLst>
                                            <p:tav tm="0">
                                              <p:val>
                                                <p:fltVal val="0"/>
                                              </p:val>
                                            </p:tav>
                                            <p:tav tm="100000">
                                              <p:val>
                                                <p:strVal val="#ppt_w"/>
                                              </p:val>
                                            </p:tav>
                                          </p:tavLst>
                                        </p:anim>
                                        <p:anim calcmode="lin" valueType="num">
                                          <p:cBhvr>
                                            <p:cTn id="57" dur="250" fill="hold"/>
                                            <p:tgtEl>
                                              <p:spTgt spid="47"/>
                                            </p:tgtEl>
                                            <p:attrNameLst>
                                              <p:attrName>ppt_h</p:attrName>
                                            </p:attrNameLst>
                                          </p:cBhvr>
                                          <p:tavLst>
                                            <p:tav tm="0">
                                              <p:val>
                                                <p:fltVal val="0"/>
                                              </p:val>
                                            </p:tav>
                                            <p:tav tm="100000">
                                              <p:val>
                                                <p:strVal val="#ppt_h"/>
                                              </p:val>
                                            </p:tav>
                                          </p:tavLst>
                                        </p:anim>
                                        <p:animEffect transition="in" filter="fade">
                                          <p:cBhvr>
                                            <p:cTn id="58" dur="250"/>
                                            <p:tgtEl>
                                              <p:spTgt spid="47"/>
                                            </p:tgtEl>
                                          </p:cBhvr>
                                        </p:animEffect>
                                        <p:anim calcmode="lin" valueType="num">
                                          <p:cBhvr>
                                            <p:cTn id="59" dur="250" fill="hold"/>
                                            <p:tgtEl>
                                              <p:spTgt spid="47"/>
                                            </p:tgtEl>
                                            <p:attrNameLst>
                                              <p:attrName>ppt_x</p:attrName>
                                            </p:attrNameLst>
                                          </p:cBhvr>
                                          <p:tavLst>
                                            <p:tav tm="0">
                                              <p:val>
                                                <p:fltVal val="0.5"/>
                                              </p:val>
                                            </p:tav>
                                            <p:tav tm="100000">
                                              <p:val>
                                                <p:strVal val="#ppt_x"/>
                                              </p:val>
                                            </p:tav>
                                          </p:tavLst>
                                        </p:anim>
                                        <p:anim calcmode="lin" valueType="num">
                                          <p:cBhvr>
                                            <p:cTn id="60" dur="250" fill="hold"/>
                                            <p:tgtEl>
                                              <p:spTgt spid="47"/>
                                            </p:tgtEl>
                                            <p:attrNameLst>
                                              <p:attrName>ppt_y</p:attrName>
                                            </p:attrNameLst>
                                          </p:cBhvr>
                                          <p:tavLst>
                                            <p:tav tm="0">
                                              <p:val>
                                                <p:fltVal val="0.5"/>
                                              </p:val>
                                            </p:tav>
                                            <p:tav tm="100000">
                                              <p:val>
                                                <p:strVal val="#ppt_y"/>
                                              </p:val>
                                            </p:tav>
                                          </p:tavLst>
                                        </p:anim>
                                      </p:childTnLst>
                                    </p:cTn>
                                  </p:par>
                                  <p:par>
                                    <p:cTn id="61" presetID="53" presetClass="entr" presetSubtype="528" fill="hold" grpId="0" nodeType="withEffect">
                                      <p:stCondLst>
                                        <p:cond delay="1000"/>
                                      </p:stCondLst>
                                      <p:childTnLst>
                                        <p:set>
                                          <p:cBhvr>
                                            <p:cTn id="62" dur="1" fill="hold">
                                              <p:stCondLst>
                                                <p:cond delay="0"/>
                                              </p:stCondLst>
                                            </p:cTn>
                                            <p:tgtEl>
                                              <p:spTgt spid="34"/>
                                            </p:tgtEl>
                                            <p:attrNameLst>
                                              <p:attrName>style.visibility</p:attrName>
                                            </p:attrNameLst>
                                          </p:cBhvr>
                                          <p:to>
                                            <p:strVal val="visible"/>
                                          </p:to>
                                        </p:set>
                                        <p:anim calcmode="lin" valueType="num">
                                          <p:cBhvr>
                                            <p:cTn id="63" dur="250" fill="hold"/>
                                            <p:tgtEl>
                                              <p:spTgt spid="34"/>
                                            </p:tgtEl>
                                            <p:attrNameLst>
                                              <p:attrName>ppt_w</p:attrName>
                                            </p:attrNameLst>
                                          </p:cBhvr>
                                          <p:tavLst>
                                            <p:tav tm="0">
                                              <p:val>
                                                <p:fltVal val="0"/>
                                              </p:val>
                                            </p:tav>
                                            <p:tav tm="100000">
                                              <p:val>
                                                <p:strVal val="#ppt_w"/>
                                              </p:val>
                                            </p:tav>
                                          </p:tavLst>
                                        </p:anim>
                                        <p:anim calcmode="lin" valueType="num">
                                          <p:cBhvr>
                                            <p:cTn id="64" dur="250" fill="hold"/>
                                            <p:tgtEl>
                                              <p:spTgt spid="34"/>
                                            </p:tgtEl>
                                            <p:attrNameLst>
                                              <p:attrName>ppt_h</p:attrName>
                                            </p:attrNameLst>
                                          </p:cBhvr>
                                          <p:tavLst>
                                            <p:tav tm="0">
                                              <p:val>
                                                <p:fltVal val="0"/>
                                              </p:val>
                                            </p:tav>
                                            <p:tav tm="100000">
                                              <p:val>
                                                <p:strVal val="#ppt_h"/>
                                              </p:val>
                                            </p:tav>
                                          </p:tavLst>
                                        </p:anim>
                                        <p:animEffect transition="in" filter="fade">
                                          <p:cBhvr>
                                            <p:cTn id="65" dur="250"/>
                                            <p:tgtEl>
                                              <p:spTgt spid="34"/>
                                            </p:tgtEl>
                                          </p:cBhvr>
                                        </p:animEffect>
                                        <p:anim calcmode="lin" valueType="num">
                                          <p:cBhvr>
                                            <p:cTn id="66" dur="250" fill="hold"/>
                                            <p:tgtEl>
                                              <p:spTgt spid="34"/>
                                            </p:tgtEl>
                                            <p:attrNameLst>
                                              <p:attrName>ppt_x</p:attrName>
                                            </p:attrNameLst>
                                          </p:cBhvr>
                                          <p:tavLst>
                                            <p:tav tm="0">
                                              <p:val>
                                                <p:fltVal val="0.5"/>
                                              </p:val>
                                            </p:tav>
                                            <p:tav tm="100000">
                                              <p:val>
                                                <p:strVal val="#ppt_x"/>
                                              </p:val>
                                            </p:tav>
                                          </p:tavLst>
                                        </p:anim>
                                        <p:anim calcmode="lin" valueType="num">
                                          <p:cBhvr>
                                            <p:cTn id="67" dur="250" fill="hold"/>
                                            <p:tgtEl>
                                              <p:spTgt spid="34"/>
                                            </p:tgtEl>
                                            <p:attrNameLst>
                                              <p:attrName>ppt_y</p:attrName>
                                            </p:attrNameLst>
                                          </p:cBhvr>
                                          <p:tavLst>
                                            <p:tav tm="0">
                                              <p:val>
                                                <p:fltVal val="0.5"/>
                                              </p:val>
                                            </p:tav>
                                            <p:tav tm="100000">
                                              <p:val>
                                                <p:strVal val="#ppt_y"/>
                                              </p:val>
                                            </p:tav>
                                          </p:tavLst>
                                        </p:anim>
                                      </p:childTnLst>
                                    </p:cTn>
                                  </p:par>
                                  <p:par>
                                    <p:cTn id="68" presetID="53" presetClass="entr" presetSubtype="16" fill="hold" grpId="0" nodeType="withEffect">
                                      <p:stCondLst>
                                        <p:cond delay="1300"/>
                                      </p:stCondLst>
                                      <p:childTnLst>
                                        <p:set>
                                          <p:cBhvr>
                                            <p:cTn id="69" dur="1" fill="hold">
                                              <p:stCondLst>
                                                <p:cond delay="0"/>
                                              </p:stCondLst>
                                            </p:cTn>
                                            <p:tgtEl>
                                              <p:spTgt spid="55"/>
                                            </p:tgtEl>
                                            <p:attrNameLst>
                                              <p:attrName>style.visibility</p:attrName>
                                            </p:attrNameLst>
                                          </p:cBhvr>
                                          <p:to>
                                            <p:strVal val="visible"/>
                                          </p:to>
                                        </p:set>
                                        <p:anim calcmode="lin" valueType="num">
                                          <p:cBhvr>
                                            <p:cTn id="70" dur="300" fill="hold"/>
                                            <p:tgtEl>
                                              <p:spTgt spid="55"/>
                                            </p:tgtEl>
                                            <p:attrNameLst>
                                              <p:attrName>ppt_w</p:attrName>
                                            </p:attrNameLst>
                                          </p:cBhvr>
                                          <p:tavLst>
                                            <p:tav tm="0">
                                              <p:val>
                                                <p:fltVal val="0"/>
                                              </p:val>
                                            </p:tav>
                                            <p:tav tm="100000">
                                              <p:val>
                                                <p:strVal val="#ppt_w"/>
                                              </p:val>
                                            </p:tav>
                                          </p:tavLst>
                                        </p:anim>
                                        <p:anim calcmode="lin" valueType="num">
                                          <p:cBhvr>
                                            <p:cTn id="71" dur="300" fill="hold"/>
                                            <p:tgtEl>
                                              <p:spTgt spid="55"/>
                                            </p:tgtEl>
                                            <p:attrNameLst>
                                              <p:attrName>ppt_h</p:attrName>
                                            </p:attrNameLst>
                                          </p:cBhvr>
                                          <p:tavLst>
                                            <p:tav tm="0">
                                              <p:val>
                                                <p:fltVal val="0"/>
                                              </p:val>
                                            </p:tav>
                                            <p:tav tm="100000">
                                              <p:val>
                                                <p:strVal val="#ppt_h"/>
                                              </p:val>
                                            </p:tav>
                                          </p:tavLst>
                                        </p:anim>
                                        <p:animEffect transition="in" filter="fade">
                                          <p:cBhvr>
                                            <p:cTn id="72" dur="300"/>
                                            <p:tgtEl>
                                              <p:spTgt spid="55"/>
                                            </p:tgtEl>
                                          </p:cBhvr>
                                        </p:animEffect>
                                      </p:childTnLst>
                                    </p:cTn>
                                  </p:par>
                                  <p:par>
                                    <p:cTn id="73" presetID="6" presetClass="emph" presetSubtype="0" autoRev="1" fill="hold" grpId="1" nodeType="withEffect">
                                      <p:stCondLst>
                                        <p:cond delay="1600"/>
                                      </p:stCondLst>
                                      <p:childTnLst>
                                        <p:animScale>
                                          <p:cBhvr>
                                            <p:cTn id="74" dur="150" fill="hold"/>
                                            <p:tgtEl>
                                              <p:spTgt spid="55"/>
                                            </p:tgtEl>
                                          </p:cBhvr>
                                          <p:by x="110000" y="110000"/>
                                        </p:animScale>
                                      </p:childTnLst>
                                    </p:cTn>
                                  </p:par>
                                  <p:par>
                                    <p:cTn id="75" presetID="53" presetClass="entr" presetSubtype="16" fill="hold" grpId="0" nodeType="withEffect">
                                      <p:stCondLst>
                                        <p:cond delay="1300"/>
                                      </p:stCondLst>
                                      <p:childTnLst>
                                        <p:set>
                                          <p:cBhvr>
                                            <p:cTn id="76" dur="1" fill="hold">
                                              <p:stCondLst>
                                                <p:cond delay="0"/>
                                              </p:stCondLst>
                                            </p:cTn>
                                            <p:tgtEl>
                                              <p:spTgt spid="56"/>
                                            </p:tgtEl>
                                            <p:attrNameLst>
                                              <p:attrName>style.visibility</p:attrName>
                                            </p:attrNameLst>
                                          </p:cBhvr>
                                          <p:to>
                                            <p:strVal val="visible"/>
                                          </p:to>
                                        </p:set>
                                        <p:anim calcmode="lin" valueType="num">
                                          <p:cBhvr>
                                            <p:cTn id="77" dur="300" fill="hold"/>
                                            <p:tgtEl>
                                              <p:spTgt spid="56"/>
                                            </p:tgtEl>
                                            <p:attrNameLst>
                                              <p:attrName>ppt_w</p:attrName>
                                            </p:attrNameLst>
                                          </p:cBhvr>
                                          <p:tavLst>
                                            <p:tav tm="0">
                                              <p:val>
                                                <p:fltVal val="0"/>
                                              </p:val>
                                            </p:tav>
                                            <p:tav tm="100000">
                                              <p:val>
                                                <p:strVal val="#ppt_w"/>
                                              </p:val>
                                            </p:tav>
                                          </p:tavLst>
                                        </p:anim>
                                        <p:anim calcmode="lin" valueType="num">
                                          <p:cBhvr>
                                            <p:cTn id="78" dur="300" fill="hold"/>
                                            <p:tgtEl>
                                              <p:spTgt spid="56"/>
                                            </p:tgtEl>
                                            <p:attrNameLst>
                                              <p:attrName>ppt_h</p:attrName>
                                            </p:attrNameLst>
                                          </p:cBhvr>
                                          <p:tavLst>
                                            <p:tav tm="0">
                                              <p:val>
                                                <p:fltVal val="0"/>
                                              </p:val>
                                            </p:tav>
                                            <p:tav tm="100000">
                                              <p:val>
                                                <p:strVal val="#ppt_h"/>
                                              </p:val>
                                            </p:tav>
                                          </p:tavLst>
                                        </p:anim>
                                        <p:animEffect transition="in" filter="fade">
                                          <p:cBhvr>
                                            <p:cTn id="79" dur="300"/>
                                            <p:tgtEl>
                                              <p:spTgt spid="56"/>
                                            </p:tgtEl>
                                          </p:cBhvr>
                                        </p:animEffect>
                                      </p:childTnLst>
                                    </p:cTn>
                                  </p:par>
                                  <p:par>
                                    <p:cTn id="80" presetID="6" presetClass="emph" presetSubtype="0" autoRev="1" fill="hold" grpId="1" nodeType="withEffect">
                                      <p:stCondLst>
                                        <p:cond delay="1600"/>
                                      </p:stCondLst>
                                      <p:childTnLst>
                                        <p:animScale>
                                          <p:cBhvr>
                                            <p:cTn id="81" dur="150" fill="hold"/>
                                            <p:tgtEl>
                                              <p:spTgt spid="56"/>
                                            </p:tgtEl>
                                          </p:cBhvr>
                                          <p:by x="110000" y="110000"/>
                                        </p:animScale>
                                      </p:childTnLst>
                                    </p:cTn>
                                  </p:par>
                                  <p:par>
                                    <p:cTn id="82" presetID="53" presetClass="entr" presetSubtype="16" fill="hold" grpId="0" nodeType="withEffect">
                                      <p:stCondLst>
                                        <p:cond delay="1300"/>
                                      </p:stCondLst>
                                      <p:childTnLst>
                                        <p:set>
                                          <p:cBhvr>
                                            <p:cTn id="83" dur="1" fill="hold">
                                              <p:stCondLst>
                                                <p:cond delay="0"/>
                                              </p:stCondLst>
                                            </p:cTn>
                                            <p:tgtEl>
                                              <p:spTgt spid="57"/>
                                            </p:tgtEl>
                                            <p:attrNameLst>
                                              <p:attrName>style.visibility</p:attrName>
                                            </p:attrNameLst>
                                          </p:cBhvr>
                                          <p:to>
                                            <p:strVal val="visible"/>
                                          </p:to>
                                        </p:set>
                                        <p:anim calcmode="lin" valueType="num">
                                          <p:cBhvr>
                                            <p:cTn id="84" dur="300" fill="hold"/>
                                            <p:tgtEl>
                                              <p:spTgt spid="57"/>
                                            </p:tgtEl>
                                            <p:attrNameLst>
                                              <p:attrName>ppt_w</p:attrName>
                                            </p:attrNameLst>
                                          </p:cBhvr>
                                          <p:tavLst>
                                            <p:tav tm="0">
                                              <p:val>
                                                <p:fltVal val="0"/>
                                              </p:val>
                                            </p:tav>
                                            <p:tav tm="100000">
                                              <p:val>
                                                <p:strVal val="#ppt_w"/>
                                              </p:val>
                                            </p:tav>
                                          </p:tavLst>
                                        </p:anim>
                                        <p:anim calcmode="lin" valueType="num">
                                          <p:cBhvr>
                                            <p:cTn id="85" dur="300" fill="hold"/>
                                            <p:tgtEl>
                                              <p:spTgt spid="57"/>
                                            </p:tgtEl>
                                            <p:attrNameLst>
                                              <p:attrName>ppt_h</p:attrName>
                                            </p:attrNameLst>
                                          </p:cBhvr>
                                          <p:tavLst>
                                            <p:tav tm="0">
                                              <p:val>
                                                <p:fltVal val="0"/>
                                              </p:val>
                                            </p:tav>
                                            <p:tav tm="100000">
                                              <p:val>
                                                <p:strVal val="#ppt_h"/>
                                              </p:val>
                                            </p:tav>
                                          </p:tavLst>
                                        </p:anim>
                                        <p:animEffect transition="in" filter="fade">
                                          <p:cBhvr>
                                            <p:cTn id="86" dur="300"/>
                                            <p:tgtEl>
                                              <p:spTgt spid="57"/>
                                            </p:tgtEl>
                                          </p:cBhvr>
                                        </p:animEffect>
                                      </p:childTnLst>
                                    </p:cTn>
                                  </p:par>
                                  <p:par>
                                    <p:cTn id="87" presetID="6" presetClass="emph" presetSubtype="0" autoRev="1" fill="hold" grpId="1" nodeType="withEffect">
                                      <p:stCondLst>
                                        <p:cond delay="1600"/>
                                      </p:stCondLst>
                                      <p:childTnLst>
                                        <p:animScale>
                                          <p:cBhvr>
                                            <p:cTn id="88" dur="150" fill="hold"/>
                                            <p:tgtEl>
                                              <p:spTgt spid="57"/>
                                            </p:tgtEl>
                                          </p:cBhvr>
                                          <p:by x="110000" y="110000"/>
                                        </p:animScale>
                                      </p:childTnLst>
                                    </p:cTn>
                                  </p:par>
                                  <p:par>
                                    <p:cTn id="89" presetID="53" presetClass="entr" presetSubtype="16" fill="hold" grpId="0" nodeType="withEffect">
                                      <p:stCondLst>
                                        <p:cond delay="1300"/>
                                      </p:stCondLst>
                                      <p:childTnLst>
                                        <p:set>
                                          <p:cBhvr>
                                            <p:cTn id="90" dur="1" fill="hold">
                                              <p:stCondLst>
                                                <p:cond delay="0"/>
                                              </p:stCondLst>
                                            </p:cTn>
                                            <p:tgtEl>
                                              <p:spTgt spid="58"/>
                                            </p:tgtEl>
                                            <p:attrNameLst>
                                              <p:attrName>style.visibility</p:attrName>
                                            </p:attrNameLst>
                                          </p:cBhvr>
                                          <p:to>
                                            <p:strVal val="visible"/>
                                          </p:to>
                                        </p:set>
                                        <p:anim calcmode="lin" valueType="num">
                                          <p:cBhvr>
                                            <p:cTn id="91" dur="300" fill="hold"/>
                                            <p:tgtEl>
                                              <p:spTgt spid="58"/>
                                            </p:tgtEl>
                                            <p:attrNameLst>
                                              <p:attrName>ppt_w</p:attrName>
                                            </p:attrNameLst>
                                          </p:cBhvr>
                                          <p:tavLst>
                                            <p:tav tm="0">
                                              <p:val>
                                                <p:fltVal val="0"/>
                                              </p:val>
                                            </p:tav>
                                            <p:tav tm="100000">
                                              <p:val>
                                                <p:strVal val="#ppt_w"/>
                                              </p:val>
                                            </p:tav>
                                          </p:tavLst>
                                        </p:anim>
                                        <p:anim calcmode="lin" valueType="num">
                                          <p:cBhvr>
                                            <p:cTn id="92" dur="300" fill="hold"/>
                                            <p:tgtEl>
                                              <p:spTgt spid="58"/>
                                            </p:tgtEl>
                                            <p:attrNameLst>
                                              <p:attrName>ppt_h</p:attrName>
                                            </p:attrNameLst>
                                          </p:cBhvr>
                                          <p:tavLst>
                                            <p:tav tm="0">
                                              <p:val>
                                                <p:fltVal val="0"/>
                                              </p:val>
                                            </p:tav>
                                            <p:tav tm="100000">
                                              <p:val>
                                                <p:strVal val="#ppt_h"/>
                                              </p:val>
                                            </p:tav>
                                          </p:tavLst>
                                        </p:anim>
                                        <p:animEffect transition="in" filter="fade">
                                          <p:cBhvr>
                                            <p:cTn id="93" dur="300"/>
                                            <p:tgtEl>
                                              <p:spTgt spid="58"/>
                                            </p:tgtEl>
                                          </p:cBhvr>
                                        </p:animEffect>
                                      </p:childTnLst>
                                    </p:cTn>
                                  </p:par>
                                  <p:par>
                                    <p:cTn id="94" presetID="6" presetClass="emph" presetSubtype="0" autoRev="1" fill="hold" grpId="1" nodeType="withEffect">
                                      <p:stCondLst>
                                        <p:cond delay="1600"/>
                                      </p:stCondLst>
                                      <p:childTnLst>
                                        <p:animScale>
                                          <p:cBhvr>
                                            <p:cTn id="95" dur="150" fill="hold"/>
                                            <p:tgtEl>
                                              <p:spTgt spid="58"/>
                                            </p:tgtEl>
                                          </p:cBhvr>
                                          <p:by x="110000" y="110000"/>
                                        </p:animScale>
                                      </p:childTnLst>
                                    </p:cTn>
                                  </p:par>
                                  <p:par>
                                    <p:cTn id="96" presetID="53" presetClass="entr" presetSubtype="16" fill="hold" grpId="0" nodeType="withEffect">
                                      <p:stCondLst>
                                        <p:cond delay="1300"/>
                                      </p:stCondLst>
                                      <p:childTnLst>
                                        <p:set>
                                          <p:cBhvr>
                                            <p:cTn id="97" dur="1" fill="hold">
                                              <p:stCondLst>
                                                <p:cond delay="0"/>
                                              </p:stCondLst>
                                            </p:cTn>
                                            <p:tgtEl>
                                              <p:spTgt spid="59"/>
                                            </p:tgtEl>
                                            <p:attrNameLst>
                                              <p:attrName>style.visibility</p:attrName>
                                            </p:attrNameLst>
                                          </p:cBhvr>
                                          <p:to>
                                            <p:strVal val="visible"/>
                                          </p:to>
                                        </p:set>
                                        <p:anim calcmode="lin" valueType="num">
                                          <p:cBhvr>
                                            <p:cTn id="98" dur="300" fill="hold"/>
                                            <p:tgtEl>
                                              <p:spTgt spid="59"/>
                                            </p:tgtEl>
                                            <p:attrNameLst>
                                              <p:attrName>ppt_w</p:attrName>
                                            </p:attrNameLst>
                                          </p:cBhvr>
                                          <p:tavLst>
                                            <p:tav tm="0">
                                              <p:val>
                                                <p:fltVal val="0"/>
                                              </p:val>
                                            </p:tav>
                                            <p:tav tm="100000">
                                              <p:val>
                                                <p:strVal val="#ppt_w"/>
                                              </p:val>
                                            </p:tav>
                                          </p:tavLst>
                                        </p:anim>
                                        <p:anim calcmode="lin" valueType="num">
                                          <p:cBhvr>
                                            <p:cTn id="99" dur="300" fill="hold"/>
                                            <p:tgtEl>
                                              <p:spTgt spid="59"/>
                                            </p:tgtEl>
                                            <p:attrNameLst>
                                              <p:attrName>ppt_h</p:attrName>
                                            </p:attrNameLst>
                                          </p:cBhvr>
                                          <p:tavLst>
                                            <p:tav tm="0">
                                              <p:val>
                                                <p:fltVal val="0"/>
                                              </p:val>
                                            </p:tav>
                                            <p:tav tm="100000">
                                              <p:val>
                                                <p:strVal val="#ppt_h"/>
                                              </p:val>
                                            </p:tav>
                                          </p:tavLst>
                                        </p:anim>
                                        <p:animEffect transition="in" filter="fade">
                                          <p:cBhvr>
                                            <p:cTn id="100" dur="300"/>
                                            <p:tgtEl>
                                              <p:spTgt spid="59"/>
                                            </p:tgtEl>
                                          </p:cBhvr>
                                        </p:animEffect>
                                      </p:childTnLst>
                                    </p:cTn>
                                  </p:par>
                                  <p:par>
                                    <p:cTn id="101" presetID="6" presetClass="emph" presetSubtype="0" autoRev="1" fill="hold" grpId="1" nodeType="withEffect">
                                      <p:stCondLst>
                                        <p:cond delay="1600"/>
                                      </p:stCondLst>
                                      <p:childTnLst>
                                        <p:animScale>
                                          <p:cBhvr>
                                            <p:cTn id="102" dur="150" fill="hold"/>
                                            <p:tgtEl>
                                              <p:spTgt spid="59"/>
                                            </p:tgtEl>
                                          </p:cBhvr>
                                          <p:by x="110000" y="110000"/>
                                        </p:animScale>
                                      </p:childTnLst>
                                    </p:cTn>
                                  </p:par>
                                  <p:par>
                                    <p:cTn id="103" presetID="53" presetClass="entr" presetSubtype="16" fill="hold" grpId="0" nodeType="withEffect">
                                      <p:stCondLst>
                                        <p:cond delay="1300"/>
                                      </p:stCondLst>
                                      <p:childTnLst>
                                        <p:set>
                                          <p:cBhvr>
                                            <p:cTn id="104" dur="1" fill="hold">
                                              <p:stCondLst>
                                                <p:cond delay="0"/>
                                              </p:stCondLst>
                                            </p:cTn>
                                            <p:tgtEl>
                                              <p:spTgt spid="60"/>
                                            </p:tgtEl>
                                            <p:attrNameLst>
                                              <p:attrName>style.visibility</p:attrName>
                                            </p:attrNameLst>
                                          </p:cBhvr>
                                          <p:to>
                                            <p:strVal val="visible"/>
                                          </p:to>
                                        </p:set>
                                        <p:anim calcmode="lin" valueType="num">
                                          <p:cBhvr>
                                            <p:cTn id="105" dur="300" fill="hold"/>
                                            <p:tgtEl>
                                              <p:spTgt spid="60"/>
                                            </p:tgtEl>
                                            <p:attrNameLst>
                                              <p:attrName>ppt_w</p:attrName>
                                            </p:attrNameLst>
                                          </p:cBhvr>
                                          <p:tavLst>
                                            <p:tav tm="0">
                                              <p:val>
                                                <p:fltVal val="0"/>
                                              </p:val>
                                            </p:tav>
                                            <p:tav tm="100000">
                                              <p:val>
                                                <p:strVal val="#ppt_w"/>
                                              </p:val>
                                            </p:tav>
                                          </p:tavLst>
                                        </p:anim>
                                        <p:anim calcmode="lin" valueType="num">
                                          <p:cBhvr>
                                            <p:cTn id="106" dur="300" fill="hold"/>
                                            <p:tgtEl>
                                              <p:spTgt spid="60"/>
                                            </p:tgtEl>
                                            <p:attrNameLst>
                                              <p:attrName>ppt_h</p:attrName>
                                            </p:attrNameLst>
                                          </p:cBhvr>
                                          <p:tavLst>
                                            <p:tav tm="0">
                                              <p:val>
                                                <p:fltVal val="0"/>
                                              </p:val>
                                            </p:tav>
                                            <p:tav tm="100000">
                                              <p:val>
                                                <p:strVal val="#ppt_h"/>
                                              </p:val>
                                            </p:tav>
                                          </p:tavLst>
                                        </p:anim>
                                        <p:animEffect transition="in" filter="fade">
                                          <p:cBhvr>
                                            <p:cTn id="107" dur="300"/>
                                            <p:tgtEl>
                                              <p:spTgt spid="60"/>
                                            </p:tgtEl>
                                          </p:cBhvr>
                                        </p:animEffect>
                                      </p:childTnLst>
                                    </p:cTn>
                                  </p:par>
                                  <p:par>
                                    <p:cTn id="108" presetID="6" presetClass="emph" presetSubtype="0" autoRev="1" fill="hold" grpId="1" nodeType="withEffect">
                                      <p:stCondLst>
                                        <p:cond delay="1600"/>
                                      </p:stCondLst>
                                      <p:childTnLst>
                                        <p:animScale>
                                          <p:cBhvr>
                                            <p:cTn id="109" dur="150" fill="hold"/>
                                            <p:tgtEl>
                                              <p:spTgt spid="60"/>
                                            </p:tgtEl>
                                          </p:cBhvr>
                                          <p:by x="110000" y="110000"/>
                                        </p:animScale>
                                      </p:childTnLst>
                                    </p:cTn>
                                  </p:par>
                                  <p:par>
                                    <p:cTn id="110" presetID="53" presetClass="entr" presetSubtype="16" fill="hold" grpId="0" nodeType="withEffect">
                                      <p:stCondLst>
                                        <p:cond delay="1300"/>
                                      </p:stCondLst>
                                      <p:childTnLst>
                                        <p:set>
                                          <p:cBhvr>
                                            <p:cTn id="111" dur="1" fill="hold">
                                              <p:stCondLst>
                                                <p:cond delay="0"/>
                                              </p:stCondLst>
                                            </p:cTn>
                                            <p:tgtEl>
                                              <p:spTgt spid="61"/>
                                            </p:tgtEl>
                                            <p:attrNameLst>
                                              <p:attrName>style.visibility</p:attrName>
                                            </p:attrNameLst>
                                          </p:cBhvr>
                                          <p:to>
                                            <p:strVal val="visible"/>
                                          </p:to>
                                        </p:set>
                                        <p:anim calcmode="lin" valueType="num">
                                          <p:cBhvr>
                                            <p:cTn id="112" dur="300" fill="hold"/>
                                            <p:tgtEl>
                                              <p:spTgt spid="61"/>
                                            </p:tgtEl>
                                            <p:attrNameLst>
                                              <p:attrName>ppt_w</p:attrName>
                                            </p:attrNameLst>
                                          </p:cBhvr>
                                          <p:tavLst>
                                            <p:tav tm="0">
                                              <p:val>
                                                <p:fltVal val="0"/>
                                              </p:val>
                                            </p:tav>
                                            <p:tav tm="100000">
                                              <p:val>
                                                <p:strVal val="#ppt_w"/>
                                              </p:val>
                                            </p:tav>
                                          </p:tavLst>
                                        </p:anim>
                                        <p:anim calcmode="lin" valueType="num">
                                          <p:cBhvr>
                                            <p:cTn id="113" dur="300" fill="hold"/>
                                            <p:tgtEl>
                                              <p:spTgt spid="61"/>
                                            </p:tgtEl>
                                            <p:attrNameLst>
                                              <p:attrName>ppt_h</p:attrName>
                                            </p:attrNameLst>
                                          </p:cBhvr>
                                          <p:tavLst>
                                            <p:tav tm="0">
                                              <p:val>
                                                <p:fltVal val="0"/>
                                              </p:val>
                                            </p:tav>
                                            <p:tav tm="100000">
                                              <p:val>
                                                <p:strVal val="#ppt_h"/>
                                              </p:val>
                                            </p:tav>
                                          </p:tavLst>
                                        </p:anim>
                                        <p:animEffect transition="in" filter="fade">
                                          <p:cBhvr>
                                            <p:cTn id="114" dur="300"/>
                                            <p:tgtEl>
                                              <p:spTgt spid="61"/>
                                            </p:tgtEl>
                                          </p:cBhvr>
                                        </p:animEffect>
                                      </p:childTnLst>
                                    </p:cTn>
                                  </p:par>
                                  <p:par>
                                    <p:cTn id="115" presetID="6" presetClass="emph" presetSubtype="0" autoRev="1" fill="hold" grpId="1" nodeType="withEffect">
                                      <p:stCondLst>
                                        <p:cond delay="1600"/>
                                      </p:stCondLst>
                                      <p:childTnLst>
                                        <p:animScale>
                                          <p:cBhvr>
                                            <p:cTn id="116" dur="150" fill="hold"/>
                                            <p:tgtEl>
                                              <p:spTgt spid="61"/>
                                            </p:tgtEl>
                                          </p:cBhvr>
                                          <p:by x="110000" y="110000"/>
                                        </p:animScale>
                                      </p:childTnLst>
                                    </p:cTn>
                                  </p:par>
                                  <p:par>
                                    <p:cTn id="117" presetID="53" presetClass="entr" presetSubtype="16" fill="hold" grpId="0" nodeType="withEffect">
                                      <p:stCondLst>
                                        <p:cond delay="1300"/>
                                      </p:stCondLst>
                                      <p:childTnLst>
                                        <p:set>
                                          <p:cBhvr>
                                            <p:cTn id="118" dur="1" fill="hold">
                                              <p:stCondLst>
                                                <p:cond delay="0"/>
                                              </p:stCondLst>
                                            </p:cTn>
                                            <p:tgtEl>
                                              <p:spTgt spid="62"/>
                                            </p:tgtEl>
                                            <p:attrNameLst>
                                              <p:attrName>style.visibility</p:attrName>
                                            </p:attrNameLst>
                                          </p:cBhvr>
                                          <p:to>
                                            <p:strVal val="visible"/>
                                          </p:to>
                                        </p:set>
                                        <p:anim calcmode="lin" valueType="num">
                                          <p:cBhvr>
                                            <p:cTn id="119" dur="300" fill="hold"/>
                                            <p:tgtEl>
                                              <p:spTgt spid="62"/>
                                            </p:tgtEl>
                                            <p:attrNameLst>
                                              <p:attrName>ppt_w</p:attrName>
                                            </p:attrNameLst>
                                          </p:cBhvr>
                                          <p:tavLst>
                                            <p:tav tm="0">
                                              <p:val>
                                                <p:fltVal val="0"/>
                                              </p:val>
                                            </p:tav>
                                            <p:tav tm="100000">
                                              <p:val>
                                                <p:strVal val="#ppt_w"/>
                                              </p:val>
                                            </p:tav>
                                          </p:tavLst>
                                        </p:anim>
                                        <p:anim calcmode="lin" valueType="num">
                                          <p:cBhvr>
                                            <p:cTn id="120" dur="300" fill="hold"/>
                                            <p:tgtEl>
                                              <p:spTgt spid="62"/>
                                            </p:tgtEl>
                                            <p:attrNameLst>
                                              <p:attrName>ppt_h</p:attrName>
                                            </p:attrNameLst>
                                          </p:cBhvr>
                                          <p:tavLst>
                                            <p:tav tm="0">
                                              <p:val>
                                                <p:fltVal val="0"/>
                                              </p:val>
                                            </p:tav>
                                            <p:tav tm="100000">
                                              <p:val>
                                                <p:strVal val="#ppt_h"/>
                                              </p:val>
                                            </p:tav>
                                          </p:tavLst>
                                        </p:anim>
                                        <p:animEffect transition="in" filter="fade">
                                          <p:cBhvr>
                                            <p:cTn id="121" dur="300"/>
                                            <p:tgtEl>
                                              <p:spTgt spid="62"/>
                                            </p:tgtEl>
                                          </p:cBhvr>
                                        </p:animEffect>
                                      </p:childTnLst>
                                    </p:cTn>
                                  </p:par>
                                  <p:par>
                                    <p:cTn id="122" presetID="6" presetClass="emph" presetSubtype="0" autoRev="1" fill="hold" grpId="1" nodeType="withEffect">
                                      <p:stCondLst>
                                        <p:cond delay="1600"/>
                                      </p:stCondLst>
                                      <p:childTnLst>
                                        <p:animScale>
                                          <p:cBhvr>
                                            <p:cTn id="123" dur="150" fill="hold"/>
                                            <p:tgtEl>
                                              <p:spTgt spid="62"/>
                                            </p:tgtEl>
                                          </p:cBhvr>
                                          <p:by x="110000" y="110000"/>
                                        </p:animScale>
                                      </p:childTnLst>
                                    </p:cTn>
                                  </p:par>
                                  <p:par>
                                    <p:cTn id="124" presetID="2" presetClass="entr" presetSubtype="2" fill="hold" grpId="0" nodeType="withEffect" p14:presetBounceEnd="60000">
                                      <p:stCondLst>
                                        <p:cond delay="1700"/>
                                      </p:stCondLst>
                                      <p:childTnLst>
                                        <p:set>
                                          <p:cBhvr>
                                            <p:cTn id="125" dur="1" fill="hold">
                                              <p:stCondLst>
                                                <p:cond delay="0"/>
                                              </p:stCondLst>
                                            </p:cTn>
                                            <p:tgtEl>
                                              <p:spTgt spid="64"/>
                                            </p:tgtEl>
                                            <p:attrNameLst>
                                              <p:attrName>style.visibility</p:attrName>
                                            </p:attrNameLst>
                                          </p:cBhvr>
                                          <p:to>
                                            <p:strVal val="visible"/>
                                          </p:to>
                                        </p:set>
                                        <p:anim calcmode="lin" valueType="num" p14:bounceEnd="60000">
                                          <p:cBhvr additive="base">
                                            <p:cTn id="126" dur="500" fill="hold"/>
                                            <p:tgtEl>
                                              <p:spTgt spid="64"/>
                                            </p:tgtEl>
                                            <p:attrNameLst>
                                              <p:attrName>ppt_x</p:attrName>
                                            </p:attrNameLst>
                                          </p:cBhvr>
                                          <p:tavLst>
                                            <p:tav tm="0">
                                              <p:val>
                                                <p:strVal val="1+#ppt_w/2"/>
                                              </p:val>
                                            </p:tav>
                                            <p:tav tm="100000">
                                              <p:val>
                                                <p:strVal val="#ppt_x"/>
                                              </p:val>
                                            </p:tav>
                                          </p:tavLst>
                                        </p:anim>
                                        <p:anim calcmode="lin" valueType="num" p14:bounceEnd="60000">
                                          <p:cBhvr additive="base">
                                            <p:cTn id="127" dur="500" fill="hold"/>
                                            <p:tgtEl>
                                              <p:spTgt spid="64"/>
                                            </p:tgtEl>
                                            <p:attrNameLst>
                                              <p:attrName>ppt_y</p:attrName>
                                            </p:attrNameLst>
                                          </p:cBhvr>
                                          <p:tavLst>
                                            <p:tav tm="0">
                                              <p:val>
                                                <p:strVal val="#ppt_y"/>
                                              </p:val>
                                            </p:tav>
                                            <p:tav tm="100000">
                                              <p:val>
                                                <p:strVal val="#ppt_y"/>
                                              </p:val>
                                            </p:tav>
                                          </p:tavLst>
                                        </p:anim>
                                      </p:childTnLst>
                                    </p:cTn>
                                  </p:par>
                                  <p:par>
                                    <p:cTn id="128" presetID="55" presetClass="entr" presetSubtype="0" fill="hold" grpId="0" nodeType="withEffect">
                                      <p:stCondLst>
                                        <p:cond delay="2100"/>
                                      </p:stCondLst>
                                      <p:childTnLst>
                                        <p:set>
                                          <p:cBhvr>
                                            <p:cTn id="129" dur="1" fill="hold">
                                              <p:stCondLst>
                                                <p:cond delay="0"/>
                                              </p:stCondLst>
                                            </p:cTn>
                                            <p:tgtEl>
                                              <p:spTgt spid="63"/>
                                            </p:tgtEl>
                                            <p:attrNameLst>
                                              <p:attrName>style.visibility</p:attrName>
                                            </p:attrNameLst>
                                          </p:cBhvr>
                                          <p:to>
                                            <p:strVal val="visible"/>
                                          </p:to>
                                        </p:set>
                                        <p:anim calcmode="lin" valueType="num">
                                          <p:cBhvr>
                                            <p:cTn id="130" dur="500" fill="hold"/>
                                            <p:tgtEl>
                                              <p:spTgt spid="63"/>
                                            </p:tgtEl>
                                            <p:attrNameLst>
                                              <p:attrName>ppt_w</p:attrName>
                                            </p:attrNameLst>
                                          </p:cBhvr>
                                          <p:tavLst>
                                            <p:tav tm="0">
                                              <p:val>
                                                <p:strVal val="#ppt_w*0.70"/>
                                              </p:val>
                                            </p:tav>
                                            <p:tav tm="100000">
                                              <p:val>
                                                <p:strVal val="#ppt_w"/>
                                              </p:val>
                                            </p:tav>
                                          </p:tavLst>
                                        </p:anim>
                                        <p:anim calcmode="lin" valueType="num">
                                          <p:cBhvr>
                                            <p:cTn id="131" dur="500" fill="hold"/>
                                            <p:tgtEl>
                                              <p:spTgt spid="63"/>
                                            </p:tgtEl>
                                            <p:attrNameLst>
                                              <p:attrName>ppt_h</p:attrName>
                                            </p:attrNameLst>
                                          </p:cBhvr>
                                          <p:tavLst>
                                            <p:tav tm="0">
                                              <p:val>
                                                <p:strVal val="#ppt_h"/>
                                              </p:val>
                                            </p:tav>
                                            <p:tav tm="100000">
                                              <p:val>
                                                <p:strVal val="#ppt_h"/>
                                              </p:val>
                                            </p:tav>
                                          </p:tavLst>
                                        </p:anim>
                                        <p:animEffect transition="in" filter="fade">
                                          <p:cBhvr>
                                            <p:cTn id="132" dur="500"/>
                                            <p:tgtEl>
                                              <p:spTgt spid="63"/>
                                            </p:tgtEl>
                                          </p:cBhvr>
                                        </p:animEffect>
                                      </p:childTnLst>
                                    </p:cTn>
                                  </p:par>
                                  <p:par>
                                    <p:cTn id="133" presetID="2" presetClass="entr" presetSubtype="2" fill="hold" grpId="0" nodeType="withEffect" p14:presetBounceEnd="60000">
                                      <p:stCondLst>
                                        <p:cond delay="1700"/>
                                      </p:stCondLst>
                                      <p:childTnLst>
                                        <p:set>
                                          <p:cBhvr>
                                            <p:cTn id="134" dur="1" fill="hold">
                                              <p:stCondLst>
                                                <p:cond delay="0"/>
                                              </p:stCondLst>
                                            </p:cTn>
                                            <p:tgtEl>
                                              <p:spTgt spid="66"/>
                                            </p:tgtEl>
                                            <p:attrNameLst>
                                              <p:attrName>style.visibility</p:attrName>
                                            </p:attrNameLst>
                                          </p:cBhvr>
                                          <p:to>
                                            <p:strVal val="visible"/>
                                          </p:to>
                                        </p:set>
                                        <p:anim calcmode="lin" valueType="num" p14:bounceEnd="60000">
                                          <p:cBhvr additive="base">
                                            <p:cTn id="135" dur="500" fill="hold"/>
                                            <p:tgtEl>
                                              <p:spTgt spid="66"/>
                                            </p:tgtEl>
                                            <p:attrNameLst>
                                              <p:attrName>ppt_x</p:attrName>
                                            </p:attrNameLst>
                                          </p:cBhvr>
                                          <p:tavLst>
                                            <p:tav tm="0">
                                              <p:val>
                                                <p:strVal val="1+#ppt_w/2"/>
                                              </p:val>
                                            </p:tav>
                                            <p:tav tm="100000">
                                              <p:val>
                                                <p:strVal val="#ppt_x"/>
                                              </p:val>
                                            </p:tav>
                                          </p:tavLst>
                                        </p:anim>
                                        <p:anim calcmode="lin" valueType="num" p14:bounceEnd="60000">
                                          <p:cBhvr additive="base">
                                            <p:cTn id="136" dur="500" fill="hold"/>
                                            <p:tgtEl>
                                              <p:spTgt spid="66"/>
                                            </p:tgtEl>
                                            <p:attrNameLst>
                                              <p:attrName>ppt_y</p:attrName>
                                            </p:attrNameLst>
                                          </p:cBhvr>
                                          <p:tavLst>
                                            <p:tav tm="0">
                                              <p:val>
                                                <p:strVal val="#ppt_y"/>
                                              </p:val>
                                            </p:tav>
                                            <p:tav tm="100000">
                                              <p:val>
                                                <p:strVal val="#ppt_y"/>
                                              </p:val>
                                            </p:tav>
                                          </p:tavLst>
                                        </p:anim>
                                      </p:childTnLst>
                                    </p:cTn>
                                  </p:par>
                                  <p:par>
                                    <p:cTn id="137" presetID="55" presetClass="entr" presetSubtype="0" fill="hold" grpId="0" nodeType="withEffect">
                                      <p:stCondLst>
                                        <p:cond delay="2100"/>
                                      </p:stCondLst>
                                      <p:childTnLst>
                                        <p:set>
                                          <p:cBhvr>
                                            <p:cTn id="138" dur="1" fill="hold">
                                              <p:stCondLst>
                                                <p:cond delay="0"/>
                                              </p:stCondLst>
                                            </p:cTn>
                                            <p:tgtEl>
                                              <p:spTgt spid="65"/>
                                            </p:tgtEl>
                                            <p:attrNameLst>
                                              <p:attrName>style.visibility</p:attrName>
                                            </p:attrNameLst>
                                          </p:cBhvr>
                                          <p:to>
                                            <p:strVal val="visible"/>
                                          </p:to>
                                        </p:set>
                                        <p:anim calcmode="lin" valueType="num">
                                          <p:cBhvr>
                                            <p:cTn id="139" dur="500" fill="hold"/>
                                            <p:tgtEl>
                                              <p:spTgt spid="65"/>
                                            </p:tgtEl>
                                            <p:attrNameLst>
                                              <p:attrName>ppt_w</p:attrName>
                                            </p:attrNameLst>
                                          </p:cBhvr>
                                          <p:tavLst>
                                            <p:tav tm="0">
                                              <p:val>
                                                <p:strVal val="#ppt_w*0.70"/>
                                              </p:val>
                                            </p:tav>
                                            <p:tav tm="100000">
                                              <p:val>
                                                <p:strVal val="#ppt_w"/>
                                              </p:val>
                                            </p:tav>
                                          </p:tavLst>
                                        </p:anim>
                                        <p:anim calcmode="lin" valueType="num">
                                          <p:cBhvr>
                                            <p:cTn id="140" dur="500" fill="hold"/>
                                            <p:tgtEl>
                                              <p:spTgt spid="65"/>
                                            </p:tgtEl>
                                            <p:attrNameLst>
                                              <p:attrName>ppt_h</p:attrName>
                                            </p:attrNameLst>
                                          </p:cBhvr>
                                          <p:tavLst>
                                            <p:tav tm="0">
                                              <p:val>
                                                <p:strVal val="#ppt_h"/>
                                              </p:val>
                                            </p:tav>
                                            <p:tav tm="100000">
                                              <p:val>
                                                <p:strVal val="#ppt_h"/>
                                              </p:val>
                                            </p:tav>
                                          </p:tavLst>
                                        </p:anim>
                                        <p:animEffect transition="in" filter="fade">
                                          <p:cBhvr>
                                            <p:cTn id="141" dur="500"/>
                                            <p:tgtEl>
                                              <p:spTgt spid="65"/>
                                            </p:tgtEl>
                                          </p:cBhvr>
                                        </p:animEffect>
                                      </p:childTnLst>
                                    </p:cTn>
                                  </p:par>
                                  <p:par>
                                    <p:cTn id="142" presetID="2" presetClass="entr" presetSubtype="2" fill="hold" grpId="0" nodeType="withEffect" p14:presetBounceEnd="60000">
                                      <p:stCondLst>
                                        <p:cond delay="1700"/>
                                      </p:stCondLst>
                                      <p:childTnLst>
                                        <p:set>
                                          <p:cBhvr>
                                            <p:cTn id="143" dur="1" fill="hold">
                                              <p:stCondLst>
                                                <p:cond delay="0"/>
                                              </p:stCondLst>
                                            </p:cTn>
                                            <p:tgtEl>
                                              <p:spTgt spid="68"/>
                                            </p:tgtEl>
                                            <p:attrNameLst>
                                              <p:attrName>style.visibility</p:attrName>
                                            </p:attrNameLst>
                                          </p:cBhvr>
                                          <p:to>
                                            <p:strVal val="visible"/>
                                          </p:to>
                                        </p:set>
                                        <p:anim calcmode="lin" valueType="num" p14:bounceEnd="60000">
                                          <p:cBhvr additive="base">
                                            <p:cTn id="144" dur="500" fill="hold"/>
                                            <p:tgtEl>
                                              <p:spTgt spid="68"/>
                                            </p:tgtEl>
                                            <p:attrNameLst>
                                              <p:attrName>ppt_x</p:attrName>
                                            </p:attrNameLst>
                                          </p:cBhvr>
                                          <p:tavLst>
                                            <p:tav tm="0">
                                              <p:val>
                                                <p:strVal val="1+#ppt_w/2"/>
                                              </p:val>
                                            </p:tav>
                                            <p:tav tm="100000">
                                              <p:val>
                                                <p:strVal val="#ppt_x"/>
                                              </p:val>
                                            </p:tav>
                                          </p:tavLst>
                                        </p:anim>
                                        <p:anim calcmode="lin" valueType="num" p14:bounceEnd="60000">
                                          <p:cBhvr additive="base">
                                            <p:cTn id="145" dur="500" fill="hold"/>
                                            <p:tgtEl>
                                              <p:spTgt spid="68"/>
                                            </p:tgtEl>
                                            <p:attrNameLst>
                                              <p:attrName>ppt_y</p:attrName>
                                            </p:attrNameLst>
                                          </p:cBhvr>
                                          <p:tavLst>
                                            <p:tav tm="0">
                                              <p:val>
                                                <p:strVal val="#ppt_y"/>
                                              </p:val>
                                            </p:tav>
                                            <p:tav tm="100000">
                                              <p:val>
                                                <p:strVal val="#ppt_y"/>
                                              </p:val>
                                            </p:tav>
                                          </p:tavLst>
                                        </p:anim>
                                      </p:childTnLst>
                                    </p:cTn>
                                  </p:par>
                                  <p:par>
                                    <p:cTn id="146" presetID="55" presetClass="entr" presetSubtype="0" fill="hold" grpId="0" nodeType="withEffect">
                                      <p:stCondLst>
                                        <p:cond delay="2100"/>
                                      </p:stCondLst>
                                      <p:childTnLst>
                                        <p:set>
                                          <p:cBhvr>
                                            <p:cTn id="147" dur="1" fill="hold">
                                              <p:stCondLst>
                                                <p:cond delay="0"/>
                                              </p:stCondLst>
                                            </p:cTn>
                                            <p:tgtEl>
                                              <p:spTgt spid="67"/>
                                            </p:tgtEl>
                                            <p:attrNameLst>
                                              <p:attrName>style.visibility</p:attrName>
                                            </p:attrNameLst>
                                          </p:cBhvr>
                                          <p:to>
                                            <p:strVal val="visible"/>
                                          </p:to>
                                        </p:set>
                                        <p:anim calcmode="lin" valueType="num">
                                          <p:cBhvr>
                                            <p:cTn id="148" dur="500" fill="hold"/>
                                            <p:tgtEl>
                                              <p:spTgt spid="67"/>
                                            </p:tgtEl>
                                            <p:attrNameLst>
                                              <p:attrName>ppt_w</p:attrName>
                                            </p:attrNameLst>
                                          </p:cBhvr>
                                          <p:tavLst>
                                            <p:tav tm="0">
                                              <p:val>
                                                <p:strVal val="#ppt_w*0.70"/>
                                              </p:val>
                                            </p:tav>
                                            <p:tav tm="100000">
                                              <p:val>
                                                <p:strVal val="#ppt_w"/>
                                              </p:val>
                                            </p:tav>
                                          </p:tavLst>
                                        </p:anim>
                                        <p:anim calcmode="lin" valueType="num">
                                          <p:cBhvr>
                                            <p:cTn id="149" dur="500" fill="hold"/>
                                            <p:tgtEl>
                                              <p:spTgt spid="67"/>
                                            </p:tgtEl>
                                            <p:attrNameLst>
                                              <p:attrName>ppt_h</p:attrName>
                                            </p:attrNameLst>
                                          </p:cBhvr>
                                          <p:tavLst>
                                            <p:tav tm="0">
                                              <p:val>
                                                <p:strVal val="#ppt_h"/>
                                              </p:val>
                                            </p:tav>
                                            <p:tav tm="100000">
                                              <p:val>
                                                <p:strVal val="#ppt_h"/>
                                              </p:val>
                                            </p:tav>
                                          </p:tavLst>
                                        </p:anim>
                                        <p:animEffect transition="in" filter="fade">
                                          <p:cBhvr>
                                            <p:cTn id="150" dur="500"/>
                                            <p:tgtEl>
                                              <p:spTgt spid="67"/>
                                            </p:tgtEl>
                                          </p:cBhvr>
                                        </p:animEffect>
                                      </p:childTnLst>
                                    </p:cTn>
                                  </p:par>
                                  <p:par>
                                    <p:cTn id="151" presetID="2" presetClass="entr" presetSubtype="2" fill="hold" grpId="0" nodeType="withEffect" p14:presetBounceEnd="60000">
                                      <p:stCondLst>
                                        <p:cond delay="1700"/>
                                      </p:stCondLst>
                                      <p:childTnLst>
                                        <p:set>
                                          <p:cBhvr>
                                            <p:cTn id="152" dur="1" fill="hold">
                                              <p:stCondLst>
                                                <p:cond delay="0"/>
                                              </p:stCondLst>
                                            </p:cTn>
                                            <p:tgtEl>
                                              <p:spTgt spid="70"/>
                                            </p:tgtEl>
                                            <p:attrNameLst>
                                              <p:attrName>style.visibility</p:attrName>
                                            </p:attrNameLst>
                                          </p:cBhvr>
                                          <p:to>
                                            <p:strVal val="visible"/>
                                          </p:to>
                                        </p:set>
                                        <p:anim calcmode="lin" valueType="num" p14:bounceEnd="60000">
                                          <p:cBhvr additive="base">
                                            <p:cTn id="153" dur="500" fill="hold"/>
                                            <p:tgtEl>
                                              <p:spTgt spid="70"/>
                                            </p:tgtEl>
                                            <p:attrNameLst>
                                              <p:attrName>ppt_x</p:attrName>
                                            </p:attrNameLst>
                                          </p:cBhvr>
                                          <p:tavLst>
                                            <p:tav tm="0">
                                              <p:val>
                                                <p:strVal val="1+#ppt_w/2"/>
                                              </p:val>
                                            </p:tav>
                                            <p:tav tm="100000">
                                              <p:val>
                                                <p:strVal val="#ppt_x"/>
                                              </p:val>
                                            </p:tav>
                                          </p:tavLst>
                                        </p:anim>
                                        <p:anim calcmode="lin" valueType="num" p14:bounceEnd="60000">
                                          <p:cBhvr additive="base">
                                            <p:cTn id="154" dur="500" fill="hold"/>
                                            <p:tgtEl>
                                              <p:spTgt spid="70"/>
                                            </p:tgtEl>
                                            <p:attrNameLst>
                                              <p:attrName>ppt_y</p:attrName>
                                            </p:attrNameLst>
                                          </p:cBhvr>
                                          <p:tavLst>
                                            <p:tav tm="0">
                                              <p:val>
                                                <p:strVal val="#ppt_y"/>
                                              </p:val>
                                            </p:tav>
                                            <p:tav tm="100000">
                                              <p:val>
                                                <p:strVal val="#ppt_y"/>
                                              </p:val>
                                            </p:tav>
                                          </p:tavLst>
                                        </p:anim>
                                      </p:childTnLst>
                                    </p:cTn>
                                  </p:par>
                                  <p:par>
                                    <p:cTn id="155" presetID="55" presetClass="entr" presetSubtype="0" fill="hold" grpId="0" nodeType="withEffect">
                                      <p:stCondLst>
                                        <p:cond delay="2100"/>
                                      </p:stCondLst>
                                      <p:childTnLst>
                                        <p:set>
                                          <p:cBhvr>
                                            <p:cTn id="156" dur="1" fill="hold">
                                              <p:stCondLst>
                                                <p:cond delay="0"/>
                                              </p:stCondLst>
                                            </p:cTn>
                                            <p:tgtEl>
                                              <p:spTgt spid="69"/>
                                            </p:tgtEl>
                                            <p:attrNameLst>
                                              <p:attrName>style.visibility</p:attrName>
                                            </p:attrNameLst>
                                          </p:cBhvr>
                                          <p:to>
                                            <p:strVal val="visible"/>
                                          </p:to>
                                        </p:set>
                                        <p:anim calcmode="lin" valueType="num">
                                          <p:cBhvr>
                                            <p:cTn id="157" dur="500" fill="hold"/>
                                            <p:tgtEl>
                                              <p:spTgt spid="69"/>
                                            </p:tgtEl>
                                            <p:attrNameLst>
                                              <p:attrName>ppt_w</p:attrName>
                                            </p:attrNameLst>
                                          </p:cBhvr>
                                          <p:tavLst>
                                            <p:tav tm="0">
                                              <p:val>
                                                <p:strVal val="#ppt_w*0.70"/>
                                              </p:val>
                                            </p:tav>
                                            <p:tav tm="100000">
                                              <p:val>
                                                <p:strVal val="#ppt_w"/>
                                              </p:val>
                                            </p:tav>
                                          </p:tavLst>
                                        </p:anim>
                                        <p:anim calcmode="lin" valueType="num">
                                          <p:cBhvr>
                                            <p:cTn id="158" dur="500" fill="hold"/>
                                            <p:tgtEl>
                                              <p:spTgt spid="69"/>
                                            </p:tgtEl>
                                            <p:attrNameLst>
                                              <p:attrName>ppt_h</p:attrName>
                                            </p:attrNameLst>
                                          </p:cBhvr>
                                          <p:tavLst>
                                            <p:tav tm="0">
                                              <p:val>
                                                <p:strVal val="#ppt_h"/>
                                              </p:val>
                                            </p:tav>
                                            <p:tav tm="100000">
                                              <p:val>
                                                <p:strVal val="#ppt_h"/>
                                              </p:val>
                                            </p:tav>
                                          </p:tavLst>
                                        </p:anim>
                                        <p:animEffect transition="in" filter="fade">
                                          <p:cBhvr>
                                            <p:cTn id="159" dur="500"/>
                                            <p:tgtEl>
                                              <p:spTgt spid="69"/>
                                            </p:tgtEl>
                                          </p:cBhvr>
                                        </p:animEffect>
                                      </p:childTnLst>
                                    </p:cTn>
                                  </p:par>
                                  <p:par>
                                    <p:cTn id="160" presetID="2" presetClass="entr" presetSubtype="8" fill="hold" grpId="0" nodeType="withEffect" p14:presetBounceEnd="60000">
                                      <p:stCondLst>
                                        <p:cond delay="1700"/>
                                      </p:stCondLst>
                                      <p:childTnLst>
                                        <p:set>
                                          <p:cBhvr>
                                            <p:cTn id="161" dur="1" fill="hold">
                                              <p:stCondLst>
                                                <p:cond delay="0"/>
                                              </p:stCondLst>
                                            </p:cTn>
                                            <p:tgtEl>
                                              <p:spTgt spid="72"/>
                                            </p:tgtEl>
                                            <p:attrNameLst>
                                              <p:attrName>style.visibility</p:attrName>
                                            </p:attrNameLst>
                                          </p:cBhvr>
                                          <p:to>
                                            <p:strVal val="visible"/>
                                          </p:to>
                                        </p:set>
                                        <p:anim calcmode="lin" valueType="num" p14:bounceEnd="60000">
                                          <p:cBhvr additive="base">
                                            <p:cTn id="162" dur="500" fill="hold"/>
                                            <p:tgtEl>
                                              <p:spTgt spid="72"/>
                                            </p:tgtEl>
                                            <p:attrNameLst>
                                              <p:attrName>ppt_x</p:attrName>
                                            </p:attrNameLst>
                                          </p:cBhvr>
                                          <p:tavLst>
                                            <p:tav tm="0">
                                              <p:val>
                                                <p:strVal val="0-#ppt_w/2"/>
                                              </p:val>
                                            </p:tav>
                                            <p:tav tm="100000">
                                              <p:val>
                                                <p:strVal val="#ppt_x"/>
                                              </p:val>
                                            </p:tav>
                                          </p:tavLst>
                                        </p:anim>
                                        <p:anim calcmode="lin" valueType="num" p14:bounceEnd="60000">
                                          <p:cBhvr additive="base">
                                            <p:cTn id="163" dur="500" fill="hold"/>
                                            <p:tgtEl>
                                              <p:spTgt spid="72"/>
                                            </p:tgtEl>
                                            <p:attrNameLst>
                                              <p:attrName>ppt_y</p:attrName>
                                            </p:attrNameLst>
                                          </p:cBhvr>
                                          <p:tavLst>
                                            <p:tav tm="0">
                                              <p:val>
                                                <p:strVal val="#ppt_y"/>
                                              </p:val>
                                            </p:tav>
                                            <p:tav tm="100000">
                                              <p:val>
                                                <p:strVal val="#ppt_y"/>
                                              </p:val>
                                            </p:tav>
                                          </p:tavLst>
                                        </p:anim>
                                      </p:childTnLst>
                                    </p:cTn>
                                  </p:par>
                                  <p:par>
                                    <p:cTn id="164" presetID="55" presetClass="entr" presetSubtype="0" fill="hold" grpId="0" nodeType="withEffect">
                                      <p:stCondLst>
                                        <p:cond delay="2100"/>
                                      </p:stCondLst>
                                      <p:childTnLst>
                                        <p:set>
                                          <p:cBhvr>
                                            <p:cTn id="165" dur="1" fill="hold">
                                              <p:stCondLst>
                                                <p:cond delay="0"/>
                                              </p:stCondLst>
                                            </p:cTn>
                                            <p:tgtEl>
                                              <p:spTgt spid="71"/>
                                            </p:tgtEl>
                                            <p:attrNameLst>
                                              <p:attrName>style.visibility</p:attrName>
                                            </p:attrNameLst>
                                          </p:cBhvr>
                                          <p:to>
                                            <p:strVal val="visible"/>
                                          </p:to>
                                        </p:set>
                                        <p:anim calcmode="lin" valueType="num">
                                          <p:cBhvr>
                                            <p:cTn id="166" dur="500" fill="hold"/>
                                            <p:tgtEl>
                                              <p:spTgt spid="71"/>
                                            </p:tgtEl>
                                            <p:attrNameLst>
                                              <p:attrName>ppt_w</p:attrName>
                                            </p:attrNameLst>
                                          </p:cBhvr>
                                          <p:tavLst>
                                            <p:tav tm="0">
                                              <p:val>
                                                <p:strVal val="#ppt_w*0.70"/>
                                              </p:val>
                                            </p:tav>
                                            <p:tav tm="100000">
                                              <p:val>
                                                <p:strVal val="#ppt_w"/>
                                              </p:val>
                                            </p:tav>
                                          </p:tavLst>
                                        </p:anim>
                                        <p:anim calcmode="lin" valueType="num">
                                          <p:cBhvr>
                                            <p:cTn id="167" dur="500" fill="hold"/>
                                            <p:tgtEl>
                                              <p:spTgt spid="71"/>
                                            </p:tgtEl>
                                            <p:attrNameLst>
                                              <p:attrName>ppt_h</p:attrName>
                                            </p:attrNameLst>
                                          </p:cBhvr>
                                          <p:tavLst>
                                            <p:tav tm="0">
                                              <p:val>
                                                <p:strVal val="#ppt_h"/>
                                              </p:val>
                                            </p:tav>
                                            <p:tav tm="100000">
                                              <p:val>
                                                <p:strVal val="#ppt_h"/>
                                              </p:val>
                                            </p:tav>
                                          </p:tavLst>
                                        </p:anim>
                                        <p:animEffect transition="in" filter="fade">
                                          <p:cBhvr>
                                            <p:cTn id="168" dur="500"/>
                                            <p:tgtEl>
                                              <p:spTgt spid="71"/>
                                            </p:tgtEl>
                                          </p:cBhvr>
                                        </p:animEffect>
                                      </p:childTnLst>
                                    </p:cTn>
                                  </p:par>
                                  <p:par>
                                    <p:cTn id="169" presetID="2" presetClass="entr" presetSubtype="8" fill="hold" grpId="0" nodeType="withEffect" p14:presetBounceEnd="60000">
                                      <p:stCondLst>
                                        <p:cond delay="1700"/>
                                      </p:stCondLst>
                                      <p:childTnLst>
                                        <p:set>
                                          <p:cBhvr>
                                            <p:cTn id="170" dur="1" fill="hold">
                                              <p:stCondLst>
                                                <p:cond delay="0"/>
                                              </p:stCondLst>
                                            </p:cTn>
                                            <p:tgtEl>
                                              <p:spTgt spid="74"/>
                                            </p:tgtEl>
                                            <p:attrNameLst>
                                              <p:attrName>style.visibility</p:attrName>
                                            </p:attrNameLst>
                                          </p:cBhvr>
                                          <p:to>
                                            <p:strVal val="visible"/>
                                          </p:to>
                                        </p:set>
                                        <p:anim calcmode="lin" valueType="num" p14:bounceEnd="60000">
                                          <p:cBhvr additive="base">
                                            <p:cTn id="171" dur="500" fill="hold"/>
                                            <p:tgtEl>
                                              <p:spTgt spid="74"/>
                                            </p:tgtEl>
                                            <p:attrNameLst>
                                              <p:attrName>ppt_x</p:attrName>
                                            </p:attrNameLst>
                                          </p:cBhvr>
                                          <p:tavLst>
                                            <p:tav tm="0">
                                              <p:val>
                                                <p:strVal val="0-#ppt_w/2"/>
                                              </p:val>
                                            </p:tav>
                                            <p:tav tm="100000">
                                              <p:val>
                                                <p:strVal val="#ppt_x"/>
                                              </p:val>
                                            </p:tav>
                                          </p:tavLst>
                                        </p:anim>
                                        <p:anim calcmode="lin" valueType="num" p14:bounceEnd="60000">
                                          <p:cBhvr additive="base">
                                            <p:cTn id="172" dur="500" fill="hold"/>
                                            <p:tgtEl>
                                              <p:spTgt spid="74"/>
                                            </p:tgtEl>
                                            <p:attrNameLst>
                                              <p:attrName>ppt_y</p:attrName>
                                            </p:attrNameLst>
                                          </p:cBhvr>
                                          <p:tavLst>
                                            <p:tav tm="0">
                                              <p:val>
                                                <p:strVal val="#ppt_y"/>
                                              </p:val>
                                            </p:tav>
                                            <p:tav tm="100000">
                                              <p:val>
                                                <p:strVal val="#ppt_y"/>
                                              </p:val>
                                            </p:tav>
                                          </p:tavLst>
                                        </p:anim>
                                      </p:childTnLst>
                                    </p:cTn>
                                  </p:par>
                                  <p:par>
                                    <p:cTn id="173" presetID="55" presetClass="entr" presetSubtype="0" fill="hold" grpId="0" nodeType="withEffect">
                                      <p:stCondLst>
                                        <p:cond delay="2100"/>
                                      </p:stCondLst>
                                      <p:childTnLst>
                                        <p:set>
                                          <p:cBhvr>
                                            <p:cTn id="174" dur="1" fill="hold">
                                              <p:stCondLst>
                                                <p:cond delay="0"/>
                                              </p:stCondLst>
                                            </p:cTn>
                                            <p:tgtEl>
                                              <p:spTgt spid="73"/>
                                            </p:tgtEl>
                                            <p:attrNameLst>
                                              <p:attrName>style.visibility</p:attrName>
                                            </p:attrNameLst>
                                          </p:cBhvr>
                                          <p:to>
                                            <p:strVal val="visible"/>
                                          </p:to>
                                        </p:set>
                                        <p:anim calcmode="lin" valueType="num">
                                          <p:cBhvr>
                                            <p:cTn id="175" dur="500" fill="hold"/>
                                            <p:tgtEl>
                                              <p:spTgt spid="73"/>
                                            </p:tgtEl>
                                            <p:attrNameLst>
                                              <p:attrName>ppt_w</p:attrName>
                                            </p:attrNameLst>
                                          </p:cBhvr>
                                          <p:tavLst>
                                            <p:tav tm="0">
                                              <p:val>
                                                <p:strVal val="#ppt_w*0.70"/>
                                              </p:val>
                                            </p:tav>
                                            <p:tav tm="100000">
                                              <p:val>
                                                <p:strVal val="#ppt_w"/>
                                              </p:val>
                                            </p:tav>
                                          </p:tavLst>
                                        </p:anim>
                                        <p:anim calcmode="lin" valueType="num">
                                          <p:cBhvr>
                                            <p:cTn id="176" dur="500" fill="hold"/>
                                            <p:tgtEl>
                                              <p:spTgt spid="73"/>
                                            </p:tgtEl>
                                            <p:attrNameLst>
                                              <p:attrName>ppt_h</p:attrName>
                                            </p:attrNameLst>
                                          </p:cBhvr>
                                          <p:tavLst>
                                            <p:tav tm="0">
                                              <p:val>
                                                <p:strVal val="#ppt_h"/>
                                              </p:val>
                                            </p:tav>
                                            <p:tav tm="100000">
                                              <p:val>
                                                <p:strVal val="#ppt_h"/>
                                              </p:val>
                                            </p:tav>
                                          </p:tavLst>
                                        </p:anim>
                                        <p:animEffect transition="in" filter="fade">
                                          <p:cBhvr>
                                            <p:cTn id="177" dur="500"/>
                                            <p:tgtEl>
                                              <p:spTgt spid="73"/>
                                            </p:tgtEl>
                                          </p:cBhvr>
                                        </p:animEffect>
                                      </p:childTnLst>
                                    </p:cTn>
                                  </p:par>
                                  <p:par>
                                    <p:cTn id="178" presetID="2" presetClass="entr" presetSubtype="8" fill="hold" grpId="0" nodeType="withEffect" p14:presetBounceEnd="60000">
                                      <p:stCondLst>
                                        <p:cond delay="1700"/>
                                      </p:stCondLst>
                                      <p:childTnLst>
                                        <p:set>
                                          <p:cBhvr>
                                            <p:cTn id="179" dur="1" fill="hold">
                                              <p:stCondLst>
                                                <p:cond delay="0"/>
                                              </p:stCondLst>
                                            </p:cTn>
                                            <p:tgtEl>
                                              <p:spTgt spid="76"/>
                                            </p:tgtEl>
                                            <p:attrNameLst>
                                              <p:attrName>style.visibility</p:attrName>
                                            </p:attrNameLst>
                                          </p:cBhvr>
                                          <p:to>
                                            <p:strVal val="visible"/>
                                          </p:to>
                                        </p:set>
                                        <p:anim calcmode="lin" valueType="num" p14:bounceEnd="60000">
                                          <p:cBhvr additive="base">
                                            <p:cTn id="180" dur="500" fill="hold"/>
                                            <p:tgtEl>
                                              <p:spTgt spid="76"/>
                                            </p:tgtEl>
                                            <p:attrNameLst>
                                              <p:attrName>ppt_x</p:attrName>
                                            </p:attrNameLst>
                                          </p:cBhvr>
                                          <p:tavLst>
                                            <p:tav tm="0">
                                              <p:val>
                                                <p:strVal val="0-#ppt_w/2"/>
                                              </p:val>
                                            </p:tav>
                                            <p:tav tm="100000">
                                              <p:val>
                                                <p:strVal val="#ppt_x"/>
                                              </p:val>
                                            </p:tav>
                                          </p:tavLst>
                                        </p:anim>
                                        <p:anim calcmode="lin" valueType="num" p14:bounceEnd="60000">
                                          <p:cBhvr additive="base">
                                            <p:cTn id="181" dur="500" fill="hold"/>
                                            <p:tgtEl>
                                              <p:spTgt spid="76"/>
                                            </p:tgtEl>
                                            <p:attrNameLst>
                                              <p:attrName>ppt_y</p:attrName>
                                            </p:attrNameLst>
                                          </p:cBhvr>
                                          <p:tavLst>
                                            <p:tav tm="0">
                                              <p:val>
                                                <p:strVal val="#ppt_y"/>
                                              </p:val>
                                            </p:tav>
                                            <p:tav tm="100000">
                                              <p:val>
                                                <p:strVal val="#ppt_y"/>
                                              </p:val>
                                            </p:tav>
                                          </p:tavLst>
                                        </p:anim>
                                      </p:childTnLst>
                                    </p:cTn>
                                  </p:par>
                                  <p:par>
                                    <p:cTn id="182" presetID="55" presetClass="entr" presetSubtype="0" fill="hold" grpId="0" nodeType="withEffect">
                                      <p:stCondLst>
                                        <p:cond delay="2100"/>
                                      </p:stCondLst>
                                      <p:childTnLst>
                                        <p:set>
                                          <p:cBhvr>
                                            <p:cTn id="183" dur="1" fill="hold">
                                              <p:stCondLst>
                                                <p:cond delay="0"/>
                                              </p:stCondLst>
                                            </p:cTn>
                                            <p:tgtEl>
                                              <p:spTgt spid="75"/>
                                            </p:tgtEl>
                                            <p:attrNameLst>
                                              <p:attrName>style.visibility</p:attrName>
                                            </p:attrNameLst>
                                          </p:cBhvr>
                                          <p:to>
                                            <p:strVal val="visible"/>
                                          </p:to>
                                        </p:set>
                                        <p:anim calcmode="lin" valueType="num">
                                          <p:cBhvr>
                                            <p:cTn id="184" dur="500" fill="hold"/>
                                            <p:tgtEl>
                                              <p:spTgt spid="75"/>
                                            </p:tgtEl>
                                            <p:attrNameLst>
                                              <p:attrName>ppt_w</p:attrName>
                                            </p:attrNameLst>
                                          </p:cBhvr>
                                          <p:tavLst>
                                            <p:tav tm="0">
                                              <p:val>
                                                <p:strVal val="#ppt_w*0.70"/>
                                              </p:val>
                                            </p:tav>
                                            <p:tav tm="100000">
                                              <p:val>
                                                <p:strVal val="#ppt_w"/>
                                              </p:val>
                                            </p:tav>
                                          </p:tavLst>
                                        </p:anim>
                                        <p:anim calcmode="lin" valueType="num">
                                          <p:cBhvr>
                                            <p:cTn id="185" dur="500" fill="hold"/>
                                            <p:tgtEl>
                                              <p:spTgt spid="75"/>
                                            </p:tgtEl>
                                            <p:attrNameLst>
                                              <p:attrName>ppt_h</p:attrName>
                                            </p:attrNameLst>
                                          </p:cBhvr>
                                          <p:tavLst>
                                            <p:tav tm="0">
                                              <p:val>
                                                <p:strVal val="#ppt_h"/>
                                              </p:val>
                                            </p:tav>
                                            <p:tav tm="100000">
                                              <p:val>
                                                <p:strVal val="#ppt_h"/>
                                              </p:val>
                                            </p:tav>
                                          </p:tavLst>
                                        </p:anim>
                                        <p:animEffect transition="in" filter="fade">
                                          <p:cBhvr>
                                            <p:cTn id="186" dur="500"/>
                                            <p:tgtEl>
                                              <p:spTgt spid="75"/>
                                            </p:tgtEl>
                                          </p:cBhvr>
                                        </p:animEffect>
                                      </p:childTnLst>
                                    </p:cTn>
                                  </p:par>
                                  <p:par>
                                    <p:cTn id="187" presetID="2" presetClass="entr" presetSubtype="8" fill="hold" grpId="0" nodeType="withEffect" p14:presetBounceEnd="60000">
                                      <p:stCondLst>
                                        <p:cond delay="1700"/>
                                      </p:stCondLst>
                                      <p:childTnLst>
                                        <p:set>
                                          <p:cBhvr>
                                            <p:cTn id="188" dur="1" fill="hold">
                                              <p:stCondLst>
                                                <p:cond delay="0"/>
                                              </p:stCondLst>
                                            </p:cTn>
                                            <p:tgtEl>
                                              <p:spTgt spid="78"/>
                                            </p:tgtEl>
                                            <p:attrNameLst>
                                              <p:attrName>style.visibility</p:attrName>
                                            </p:attrNameLst>
                                          </p:cBhvr>
                                          <p:to>
                                            <p:strVal val="visible"/>
                                          </p:to>
                                        </p:set>
                                        <p:anim calcmode="lin" valueType="num" p14:bounceEnd="60000">
                                          <p:cBhvr additive="base">
                                            <p:cTn id="189" dur="500" fill="hold"/>
                                            <p:tgtEl>
                                              <p:spTgt spid="78"/>
                                            </p:tgtEl>
                                            <p:attrNameLst>
                                              <p:attrName>ppt_x</p:attrName>
                                            </p:attrNameLst>
                                          </p:cBhvr>
                                          <p:tavLst>
                                            <p:tav tm="0">
                                              <p:val>
                                                <p:strVal val="0-#ppt_w/2"/>
                                              </p:val>
                                            </p:tav>
                                            <p:tav tm="100000">
                                              <p:val>
                                                <p:strVal val="#ppt_x"/>
                                              </p:val>
                                            </p:tav>
                                          </p:tavLst>
                                        </p:anim>
                                        <p:anim calcmode="lin" valueType="num" p14:bounceEnd="60000">
                                          <p:cBhvr additive="base">
                                            <p:cTn id="190" dur="500" fill="hold"/>
                                            <p:tgtEl>
                                              <p:spTgt spid="78"/>
                                            </p:tgtEl>
                                            <p:attrNameLst>
                                              <p:attrName>ppt_y</p:attrName>
                                            </p:attrNameLst>
                                          </p:cBhvr>
                                          <p:tavLst>
                                            <p:tav tm="0">
                                              <p:val>
                                                <p:strVal val="#ppt_y"/>
                                              </p:val>
                                            </p:tav>
                                            <p:tav tm="100000">
                                              <p:val>
                                                <p:strVal val="#ppt_y"/>
                                              </p:val>
                                            </p:tav>
                                          </p:tavLst>
                                        </p:anim>
                                      </p:childTnLst>
                                    </p:cTn>
                                  </p:par>
                                  <p:par>
                                    <p:cTn id="191" presetID="55" presetClass="entr" presetSubtype="0" fill="hold" grpId="0" nodeType="withEffect">
                                      <p:stCondLst>
                                        <p:cond delay="2100"/>
                                      </p:stCondLst>
                                      <p:childTnLst>
                                        <p:set>
                                          <p:cBhvr>
                                            <p:cTn id="192" dur="1" fill="hold">
                                              <p:stCondLst>
                                                <p:cond delay="0"/>
                                              </p:stCondLst>
                                            </p:cTn>
                                            <p:tgtEl>
                                              <p:spTgt spid="77"/>
                                            </p:tgtEl>
                                            <p:attrNameLst>
                                              <p:attrName>style.visibility</p:attrName>
                                            </p:attrNameLst>
                                          </p:cBhvr>
                                          <p:to>
                                            <p:strVal val="visible"/>
                                          </p:to>
                                        </p:set>
                                        <p:anim calcmode="lin" valueType="num">
                                          <p:cBhvr>
                                            <p:cTn id="193" dur="500" fill="hold"/>
                                            <p:tgtEl>
                                              <p:spTgt spid="77"/>
                                            </p:tgtEl>
                                            <p:attrNameLst>
                                              <p:attrName>ppt_w</p:attrName>
                                            </p:attrNameLst>
                                          </p:cBhvr>
                                          <p:tavLst>
                                            <p:tav tm="0">
                                              <p:val>
                                                <p:strVal val="#ppt_w*0.70"/>
                                              </p:val>
                                            </p:tav>
                                            <p:tav tm="100000">
                                              <p:val>
                                                <p:strVal val="#ppt_w"/>
                                              </p:val>
                                            </p:tav>
                                          </p:tavLst>
                                        </p:anim>
                                        <p:anim calcmode="lin" valueType="num">
                                          <p:cBhvr>
                                            <p:cTn id="194" dur="500" fill="hold"/>
                                            <p:tgtEl>
                                              <p:spTgt spid="77"/>
                                            </p:tgtEl>
                                            <p:attrNameLst>
                                              <p:attrName>ppt_h</p:attrName>
                                            </p:attrNameLst>
                                          </p:cBhvr>
                                          <p:tavLst>
                                            <p:tav tm="0">
                                              <p:val>
                                                <p:strVal val="#ppt_h"/>
                                              </p:val>
                                            </p:tav>
                                            <p:tav tm="100000">
                                              <p:val>
                                                <p:strVal val="#ppt_h"/>
                                              </p:val>
                                            </p:tav>
                                          </p:tavLst>
                                        </p:anim>
                                        <p:animEffect transition="in" filter="fade">
                                          <p:cBhvr>
                                            <p:cTn id="195" dur="500"/>
                                            <p:tgtEl>
                                              <p:spTgt spid="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animBg="1"/>
          <p:bldP spid="36" grpId="0" animBg="1"/>
          <p:bldP spid="38" grpId="0" animBg="1"/>
          <p:bldP spid="44" grpId="0" animBg="1"/>
          <p:bldP spid="45" grpId="0" animBg="1"/>
          <p:bldP spid="46" grpId="0" animBg="1"/>
          <p:bldP spid="47" grpId="0" animBg="1"/>
          <p:bldP spid="55" grpId="0"/>
          <p:bldP spid="55" grpId="1"/>
          <p:bldP spid="56" grpId="0"/>
          <p:bldP spid="56" grpId="1"/>
          <p:bldP spid="57" grpId="0"/>
          <p:bldP spid="57" grpId="1"/>
          <p:bldP spid="58" grpId="0"/>
          <p:bldP spid="58" grpId="1"/>
          <p:bldP spid="59" grpId="0"/>
          <p:bldP spid="59" grpId="1"/>
          <p:bldP spid="60" grpId="0"/>
          <p:bldP spid="60" grpId="1"/>
          <p:bldP spid="61" grpId="0"/>
          <p:bldP spid="61" grpId="1"/>
          <p:bldP spid="62" grpId="0"/>
          <p:bldP spid="62" grpId="1"/>
          <p:bldP spid="63" grpId="0"/>
          <p:bldP spid="64" grpId="0" animBg="1"/>
          <p:bldP spid="65" grpId="0"/>
          <p:bldP spid="66" grpId="0" animBg="1"/>
          <p:bldP spid="67" grpId="0"/>
          <p:bldP spid="68" grpId="0" animBg="1"/>
          <p:bldP spid="69" grpId="0"/>
          <p:bldP spid="70" grpId="0" animBg="1"/>
          <p:bldP spid="71" grpId="0"/>
          <p:bldP spid="72" grpId="0" animBg="1"/>
          <p:bldP spid="73" grpId="0"/>
          <p:bldP spid="74" grpId="0" animBg="1"/>
          <p:bldP spid="75" grpId="0"/>
          <p:bldP spid="76" grpId="0" animBg="1"/>
          <p:bldP spid="77" grpId="0"/>
          <p:bldP spid="78" grpId="0"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48"/>
                                            </p:tgtEl>
                                            <p:attrNameLst>
                                              <p:attrName>style.visibility</p:attrName>
                                            </p:attrNameLst>
                                          </p:cBhvr>
                                          <p:to>
                                            <p:strVal val="visible"/>
                                          </p:to>
                                        </p:set>
                                        <p:anim calcmode="lin" valueType="num">
                                          <p:cBhvr>
                                            <p:cTn id="7" dur="300" fill="hold"/>
                                            <p:tgtEl>
                                              <p:spTgt spid="48"/>
                                            </p:tgtEl>
                                            <p:attrNameLst>
                                              <p:attrName>ppt_w</p:attrName>
                                            </p:attrNameLst>
                                          </p:cBhvr>
                                          <p:tavLst>
                                            <p:tav tm="0">
                                              <p:val>
                                                <p:fltVal val="0"/>
                                              </p:val>
                                            </p:tav>
                                            <p:tav tm="100000">
                                              <p:val>
                                                <p:strVal val="#ppt_w"/>
                                              </p:val>
                                            </p:tav>
                                          </p:tavLst>
                                        </p:anim>
                                        <p:anim calcmode="lin" valueType="num">
                                          <p:cBhvr>
                                            <p:cTn id="8" dur="300" fill="hold"/>
                                            <p:tgtEl>
                                              <p:spTgt spid="48"/>
                                            </p:tgtEl>
                                            <p:attrNameLst>
                                              <p:attrName>ppt_h</p:attrName>
                                            </p:attrNameLst>
                                          </p:cBhvr>
                                          <p:tavLst>
                                            <p:tav tm="0">
                                              <p:val>
                                                <p:fltVal val="0"/>
                                              </p:val>
                                            </p:tav>
                                            <p:tav tm="100000">
                                              <p:val>
                                                <p:strVal val="#ppt_h"/>
                                              </p:val>
                                            </p:tav>
                                          </p:tavLst>
                                        </p:anim>
                                        <p:animEffect transition="in" filter="fade">
                                          <p:cBhvr>
                                            <p:cTn id="9" dur="300"/>
                                            <p:tgtEl>
                                              <p:spTgt spid="48"/>
                                            </p:tgtEl>
                                          </p:cBhvr>
                                        </p:animEffect>
                                      </p:childTnLst>
                                    </p:cTn>
                                  </p:par>
                                  <p:par>
                                    <p:cTn id="10" presetID="6" presetClass="emph" presetSubtype="0" autoRev="1" fill="hold" nodeType="withEffect">
                                      <p:stCondLst>
                                        <p:cond delay="300"/>
                                      </p:stCondLst>
                                      <p:childTnLst>
                                        <p:animScale>
                                          <p:cBhvr>
                                            <p:cTn id="11" dur="150" fill="hold"/>
                                            <p:tgtEl>
                                              <p:spTgt spid="48"/>
                                            </p:tgtEl>
                                          </p:cBhvr>
                                          <p:by x="110000" y="110000"/>
                                        </p:animScale>
                                      </p:childTnLst>
                                    </p:cTn>
                                  </p:par>
                                  <p:par>
                                    <p:cTn id="12" presetID="53" presetClass="entr" presetSubtype="528" fill="hold" grpId="0" nodeType="withEffect">
                                      <p:stCondLst>
                                        <p:cond delay="300"/>
                                      </p:stCondLst>
                                      <p:childTnLst>
                                        <p:set>
                                          <p:cBhvr>
                                            <p:cTn id="13" dur="1" fill="hold">
                                              <p:stCondLst>
                                                <p:cond delay="0"/>
                                              </p:stCondLst>
                                            </p:cTn>
                                            <p:tgtEl>
                                              <p:spTgt spid="35"/>
                                            </p:tgtEl>
                                            <p:attrNameLst>
                                              <p:attrName>style.visibility</p:attrName>
                                            </p:attrNameLst>
                                          </p:cBhvr>
                                          <p:to>
                                            <p:strVal val="visible"/>
                                          </p:to>
                                        </p:set>
                                        <p:anim calcmode="lin" valueType="num">
                                          <p:cBhvr>
                                            <p:cTn id="14" dur="250" fill="hold"/>
                                            <p:tgtEl>
                                              <p:spTgt spid="35"/>
                                            </p:tgtEl>
                                            <p:attrNameLst>
                                              <p:attrName>ppt_w</p:attrName>
                                            </p:attrNameLst>
                                          </p:cBhvr>
                                          <p:tavLst>
                                            <p:tav tm="0">
                                              <p:val>
                                                <p:fltVal val="0"/>
                                              </p:val>
                                            </p:tav>
                                            <p:tav tm="100000">
                                              <p:val>
                                                <p:strVal val="#ppt_w"/>
                                              </p:val>
                                            </p:tav>
                                          </p:tavLst>
                                        </p:anim>
                                        <p:anim calcmode="lin" valueType="num">
                                          <p:cBhvr>
                                            <p:cTn id="15" dur="250" fill="hold"/>
                                            <p:tgtEl>
                                              <p:spTgt spid="35"/>
                                            </p:tgtEl>
                                            <p:attrNameLst>
                                              <p:attrName>ppt_h</p:attrName>
                                            </p:attrNameLst>
                                          </p:cBhvr>
                                          <p:tavLst>
                                            <p:tav tm="0">
                                              <p:val>
                                                <p:fltVal val="0"/>
                                              </p:val>
                                            </p:tav>
                                            <p:tav tm="100000">
                                              <p:val>
                                                <p:strVal val="#ppt_h"/>
                                              </p:val>
                                            </p:tav>
                                          </p:tavLst>
                                        </p:anim>
                                        <p:animEffect transition="in" filter="fade">
                                          <p:cBhvr>
                                            <p:cTn id="16" dur="250"/>
                                            <p:tgtEl>
                                              <p:spTgt spid="35"/>
                                            </p:tgtEl>
                                          </p:cBhvr>
                                        </p:animEffect>
                                        <p:anim calcmode="lin" valueType="num">
                                          <p:cBhvr>
                                            <p:cTn id="17" dur="250" fill="hold"/>
                                            <p:tgtEl>
                                              <p:spTgt spid="35"/>
                                            </p:tgtEl>
                                            <p:attrNameLst>
                                              <p:attrName>ppt_x</p:attrName>
                                            </p:attrNameLst>
                                          </p:cBhvr>
                                          <p:tavLst>
                                            <p:tav tm="0">
                                              <p:val>
                                                <p:fltVal val="0.5"/>
                                              </p:val>
                                            </p:tav>
                                            <p:tav tm="100000">
                                              <p:val>
                                                <p:strVal val="#ppt_x"/>
                                              </p:val>
                                            </p:tav>
                                          </p:tavLst>
                                        </p:anim>
                                        <p:anim calcmode="lin" valueType="num">
                                          <p:cBhvr>
                                            <p:cTn id="18" dur="250" fill="hold"/>
                                            <p:tgtEl>
                                              <p:spTgt spid="35"/>
                                            </p:tgtEl>
                                            <p:attrNameLst>
                                              <p:attrName>ppt_y</p:attrName>
                                            </p:attrNameLst>
                                          </p:cBhvr>
                                          <p:tavLst>
                                            <p:tav tm="0">
                                              <p:val>
                                                <p:fltVal val="0.5"/>
                                              </p:val>
                                            </p:tav>
                                            <p:tav tm="100000">
                                              <p:val>
                                                <p:strVal val="#ppt_y"/>
                                              </p:val>
                                            </p:tav>
                                          </p:tavLst>
                                        </p:anim>
                                      </p:childTnLst>
                                    </p:cTn>
                                  </p:par>
                                  <p:par>
                                    <p:cTn id="19" presetID="53" presetClass="entr" presetSubtype="528" fill="hold" grpId="0" nodeType="withEffect">
                                      <p:stCondLst>
                                        <p:cond delay="400"/>
                                      </p:stCondLst>
                                      <p:childTnLst>
                                        <p:set>
                                          <p:cBhvr>
                                            <p:cTn id="20" dur="1" fill="hold">
                                              <p:stCondLst>
                                                <p:cond delay="0"/>
                                              </p:stCondLst>
                                            </p:cTn>
                                            <p:tgtEl>
                                              <p:spTgt spid="36"/>
                                            </p:tgtEl>
                                            <p:attrNameLst>
                                              <p:attrName>style.visibility</p:attrName>
                                            </p:attrNameLst>
                                          </p:cBhvr>
                                          <p:to>
                                            <p:strVal val="visible"/>
                                          </p:to>
                                        </p:set>
                                        <p:anim calcmode="lin" valueType="num">
                                          <p:cBhvr>
                                            <p:cTn id="21" dur="250" fill="hold"/>
                                            <p:tgtEl>
                                              <p:spTgt spid="36"/>
                                            </p:tgtEl>
                                            <p:attrNameLst>
                                              <p:attrName>ppt_w</p:attrName>
                                            </p:attrNameLst>
                                          </p:cBhvr>
                                          <p:tavLst>
                                            <p:tav tm="0">
                                              <p:val>
                                                <p:fltVal val="0"/>
                                              </p:val>
                                            </p:tav>
                                            <p:tav tm="100000">
                                              <p:val>
                                                <p:strVal val="#ppt_w"/>
                                              </p:val>
                                            </p:tav>
                                          </p:tavLst>
                                        </p:anim>
                                        <p:anim calcmode="lin" valueType="num">
                                          <p:cBhvr>
                                            <p:cTn id="22" dur="250" fill="hold"/>
                                            <p:tgtEl>
                                              <p:spTgt spid="36"/>
                                            </p:tgtEl>
                                            <p:attrNameLst>
                                              <p:attrName>ppt_h</p:attrName>
                                            </p:attrNameLst>
                                          </p:cBhvr>
                                          <p:tavLst>
                                            <p:tav tm="0">
                                              <p:val>
                                                <p:fltVal val="0"/>
                                              </p:val>
                                            </p:tav>
                                            <p:tav tm="100000">
                                              <p:val>
                                                <p:strVal val="#ppt_h"/>
                                              </p:val>
                                            </p:tav>
                                          </p:tavLst>
                                        </p:anim>
                                        <p:animEffect transition="in" filter="fade">
                                          <p:cBhvr>
                                            <p:cTn id="23" dur="250"/>
                                            <p:tgtEl>
                                              <p:spTgt spid="36"/>
                                            </p:tgtEl>
                                          </p:cBhvr>
                                        </p:animEffect>
                                        <p:anim calcmode="lin" valueType="num">
                                          <p:cBhvr>
                                            <p:cTn id="24" dur="250" fill="hold"/>
                                            <p:tgtEl>
                                              <p:spTgt spid="36"/>
                                            </p:tgtEl>
                                            <p:attrNameLst>
                                              <p:attrName>ppt_x</p:attrName>
                                            </p:attrNameLst>
                                          </p:cBhvr>
                                          <p:tavLst>
                                            <p:tav tm="0">
                                              <p:val>
                                                <p:fltVal val="0.5"/>
                                              </p:val>
                                            </p:tav>
                                            <p:tav tm="100000">
                                              <p:val>
                                                <p:strVal val="#ppt_x"/>
                                              </p:val>
                                            </p:tav>
                                          </p:tavLst>
                                        </p:anim>
                                        <p:anim calcmode="lin" valueType="num">
                                          <p:cBhvr>
                                            <p:cTn id="25" dur="250" fill="hold"/>
                                            <p:tgtEl>
                                              <p:spTgt spid="36"/>
                                            </p:tgtEl>
                                            <p:attrNameLst>
                                              <p:attrName>ppt_y</p:attrName>
                                            </p:attrNameLst>
                                          </p:cBhvr>
                                          <p:tavLst>
                                            <p:tav tm="0">
                                              <p:val>
                                                <p:fltVal val="0.5"/>
                                              </p:val>
                                            </p:tav>
                                            <p:tav tm="100000">
                                              <p:val>
                                                <p:strVal val="#ppt_y"/>
                                              </p:val>
                                            </p:tav>
                                          </p:tavLst>
                                        </p:anim>
                                      </p:childTnLst>
                                    </p:cTn>
                                  </p:par>
                                  <p:par>
                                    <p:cTn id="26" presetID="53" presetClass="entr" presetSubtype="528" fill="hold" grpId="0" nodeType="withEffect">
                                      <p:stCondLst>
                                        <p:cond delay="500"/>
                                      </p:stCondLst>
                                      <p:childTnLst>
                                        <p:set>
                                          <p:cBhvr>
                                            <p:cTn id="27" dur="1" fill="hold">
                                              <p:stCondLst>
                                                <p:cond delay="0"/>
                                              </p:stCondLst>
                                            </p:cTn>
                                            <p:tgtEl>
                                              <p:spTgt spid="38"/>
                                            </p:tgtEl>
                                            <p:attrNameLst>
                                              <p:attrName>style.visibility</p:attrName>
                                            </p:attrNameLst>
                                          </p:cBhvr>
                                          <p:to>
                                            <p:strVal val="visible"/>
                                          </p:to>
                                        </p:set>
                                        <p:anim calcmode="lin" valueType="num">
                                          <p:cBhvr>
                                            <p:cTn id="28" dur="250" fill="hold"/>
                                            <p:tgtEl>
                                              <p:spTgt spid="38"/>
                                            </p:tgtEl>
                                            <p:attrNameLst>
                                              <p:attrName>ppt_w</p:attrName>
                                            </p:attrNameLst>
                                          </p:cBhvr>
                                          <p:tavLst>
                                            <p:tav tm="0">
                                              <p:val>
                                                <p:fltVal val="0"/>
                                              </p:val>
                                            </p:tav>
                                            <p:tav tm="100000">
                                              <p:val>
                                                <p:strVal val="#ppt_w"/>
                                              </p:val>
                                            </p:tav>
                                          </p:tavLst>
                                        </p:anim>
                                        <p:anim calcmode="lin" valueType="num">
                                          <p:cBhvr>
                                            <p:cTn id="29" dur="250" fill="hold"/>
                                            <p:tgtEl>
                                              <p:spTgt spid="38"/>
                                            </p:tgtEl>
                                            <p:attrNameLst>
                                              <p:attrName>ppt_h</p:attrName>
                                            </p:attrNameLst>
                                          </p:cBhvr>
                                          <p:tavLst>
                                            <p:tav tm="0">
                                              <p:val>
                                                <p:fltVal val="0"/>
                                              </p:val>
                                            </p:tav>
                                            <p:tav tm="100000">
                                              <p:val>
                                                <p:strVal val="#ppt_h"/>
                                              </p:val>
                                            </p:tav>
                                          </p:tavLst>
                                        </p:anim>
                                        <p:animEffect transition="in" filter="fade">
                                          <p:cBhvr>
                                            <p:cTn id="30" dur="250"/>
                                            <p:tgtEl>
                                              <p:spTgt spid="38"/>
                                            </p:tgtEl>
                                          </p:cBhvr>
                                        </p:animEffect>
                                        <p:anim calcmode="lin" valueType="num">
                                          <p:cBhvr>
                                            <p:cTn id="31" dur="250" fill="hold"/>
                                            <p:tgtEl>
                                              <p:spTgt spid="38"/>
                                            </p:tgtEl>
                                            <p:attrNameLst>
                                              <p:attrName>ppt_x</p:attrName>
                                            </p:attrNameLst>
                                          </p:cBhvr>
                                          <p:tavLst>
                                            <p:tav tm="0">
                                              <p:val>
                                                <p:fltVal val="0.5"/>
                                              </p:val>
                                            </p:tav>
                                            <p:tav tm="100000">
                                              <p:val>
                                                <p:strVal val="#ppt_x"/>
                                              </p:val>
                                            </p:tav>
                                          </p:tavLst>
                                        </p:anim>
                                        <p:anim calcmode="lin" valueType="num">
                                          <p:cBhvr>
                                            <p:cTn id="32" dur="250" fill="hold"/>
                                            <p:tgtEl>
                                              <p:spTgt spid="38"/>
                                            </p:tgtEl>
                                            <p:attrNameLst>
                                              <p:attrName>ppt_y</p:attrName>
                                            </p:attrNameLst>
                                          </p:cBhvr>
                                          <p:tavLst>
                                            <p:tav tm="0">
                                              <p:val>
                                                <p:fltVal val="0.5"/>
                                              </p:val>
                                            </p:tav>
                                            <p:tav tm="100000">
                                              <p:val>
                                                <p:strVal val="#ppt_y"/>
                                              </p:val>
                                            </p:tav>
                                          </p:tavLst>
                                        </p:anim>
                                      </p:childTnLst>
                                    </p:cTn>
                                  </p:par>
                                  <p:par>
                                    <p:cTn id="33" presetID="53" presetClass="entr" presetSubtype="528" fill="hold" grpId="0" nodeType="withEffect">
                                      <p:stCondLst>
                                        <p:cond delay="600"/>
                                      </p:stCondLst>
                                      <p:childTnLst>
                                        <p:set>
                                          <p:cBhvr>
                                            <p:cTn id="34" dur="1" fill="hold">
                                              <p:stCondLst>
                                                <p:cond delay="0"/>
                                              </p:stCondLst>
                                            </p:cTn>
                                            <p:tgtEl>
                                              <p:spTgt spid="44"/>
                                            </p:tgtEl>
                                            <p:attrNameLst>
                                              <p:attrName>style.visibility</p:attrName>
                                            </p:attrNameLst>
                                          </p:cBhvr>
                                          <p:to>
                                            <p:strVal val="visible"/>
                                          </p:to>
                                        </p:set>
                                        <p:anim calcmode="lin" valueType="num">
                                          <p:cBhvr>
                                            <p:cTn id="35" dur="250" fill="hold"/>
                                            <p:tgtEl>
                                              <p:spTgt spid="44"/>
                                            </p:tgtEl>
                                            <p:attrNameLst>
                                              <p:attrName>ppt_w</p:attrName>
                                            </p:attrNameLst>
                                          </p:cBhvr>
                                          <p:tavLst>
                                            <p:tav tm="0">
                                              <p:val>
                                                <p:fltVal val="0"/>
                                              </p:val>
                                            </p:tav>
                                            <p:tav tm="100000">
                                              <p:val>
                                                <p:strVal val="#ppt_w"/>
                                              </p:val>
                                            </p:tav>
                                          </p:tavLst>
                                        </p:anim>
                                        <p:anim calcmode="lin" valueType="num">
                                          <p:cBhvr>
                                            <p:cTn id="36" dur="250" fill="hold"/>
                                            <p:tgtEl>
                                              <p:spTgt spid="44"/>
                                            </p:tgtEl>
                                            <p:attrNameLst>
                                              <p:attrName>ppt_h</p:attrName>
                                            </p:attrNameLst>
                                          </p:cBhvr>
                                          <p:tavLst>
                                            <p:tav tm="0">
                                              <p:val>
                                                <p:fltVal val="0"/>
                                              </p:val>
                                            </p:tav>
                                            <p:tav tm="100000">
                                              <p:val>
                                                <p:strVal val="#ppt_h"/>
                                              </p:val>
                                            </p:tav>
                                          </p:tavLst>
                                        </p:anim>
                                        <p:animEffect transition="in" filter="fade">
                                          <p:cBhvr>
                                            <p:cTn id="37" dur="250"/>
                                            <p:tgtEl>
                                              <p:spTgt spid="44"/>
                                            </p:tgtEl>
                                          </p:cBhvr>
                                        </p:animEffect>
                                        <p:anim calcmode="lin" valueType="num">
                                          <p:cBhvr>
                                            <p:cTn id="38" dur="250" fill="hold"/>
                                            <p:tgtEl>
                                              <p:spTgt spid="44"/>
                                            </p:tgtEl>
                                            <p:attrNameLst>
                                              <p:attrName>ppt_x</p:attrName>
                                            </p:attrNameLst>
                                          </p:cBhvr>
                                          <p:tavLst>
                                            <p:tav tm="0">
                                              <p:val>
                                                <p:fltVal val="0.5"/>
                                              </p:val>
                                            </p:tav>
                                            <p:tav tm="100000">
                                              <p:val>
                                                <p:strVal val="#ppt_x"/>
                                              </p:val>
                                            </p:tav>
                                          </p:tavLst>
                                        </p:anim>
                                        <p:anim calcmode="lin" valueType="num">
                                          <p:cBhvr>
                                            <p:cTn id="39" dur="250" fill="hold"/>
                                            <p:tgtEl>
                                              <p:spTgt spid="44"/>
                                            </p:tgtEl>
                                            <p:attrNameLst>
                                              <p:attrName>ppt_y</p:attrName>
                                            </p:attrNameLst>
                                          </p:cBhvr>
                                          <p:tavLst>
                                            <p:tav tm="0">
                                              <p:val>
                                                <p:fltVal val="0.5"/>
                                              </p:val>
                                            </p:tav>
                                            <p:tav tm="100000">
                                              <p:val>
                                                <p:strVal val="#ppt_y"/>
                                              </p:val>
                                            </p:tav>
                                          </p:tavLst>
                                        </p:anim>
                                      </p:childTnLst>
                                    </p:cTn>
                                  </p:par>
                                  <p:par>
                                    <p:cTn id="40" presetID="53" presetClass="entr" presetSubtype="528" fill="hold" grpId="0" nodeType="withEffect">
                                      <p:stCondLst>
                                        <p:cond delay="700"/>
                                      </p:stCondLst>
                                      <p:childTnLst>
                                        <p:set>
                                          <p:cBhvr>
                                            <p:cTn id="41" dur="1" fill="hold">
                                              <p:stCondLst>
                                                <p:cond delay="0"/>
                                              </p:stCondLst>
                                            </p:cTn>
                                            <p:tgtEl>
                                              <p:spTgt spid="45"/>
                                            </p:tgtEl>
                                            <p:attrNameLst>
                                              <p:attrName>style.visibility</p:attrName>
                                            </p:attrNameLst>
                                          </p:cBhvr>
                                          <p:to>
                                            <p:strVal val="visible"/>
                                          </p:to>
                                        </p:set>
                                        <p:anim calcmode="lin" valueType="num">
                                          <p:cBhvr>
                                            <p:cTn id="42" dur="250" fill="hold"/>
                                            <p:tgtEl>
                                              <p:spTgt spid="45"/>
                                            </p:tgtEl>
                                            <p:attrNameLst>
                                              <p:attrName>ppt_w</p:attrName>
                                            </p:attrNameLst>
                                          </p:cBhvr>
                                          <p:tavLst>
                                            <p:tav tm="0">
                                              <p:val>
                                                <p:fltVal val="0"/>
                                              </p:val>
                                            </p:tav>
                                            <p:tav tm="100000">
                                              <p:val>
                                                <p:strVal val="#ppt_w"/>
                                              </p:val>
                                            </p:tav>
                                          </p:tavLst>
                                        </p:anim>
                                        <p:anim calcmode="lin" valueType="num">
                                          <p:cBhvr>
                                            <p:cTn id="43" dur="250" fill="hold"/>
                                            <p:tgtEl>
                                              <p:spTgt spid="45"/>
                                            </p:tgtEl>
                                            <p:attrNameLst>
                                              <p:attrName>ppt_h</p:attrName>
                                            </p:attrNameLst>
                                          </p:cBhvr>
                                          <p:tavLst>
                                            <p:tav tm="0">
                                              <p:val>
                                                <p:fltVal val="0"/>
                                              </p:val>
                                            </p:tav>
                                            <p:tav tm="100000">
                                              <p:val>
                                                <p:strVal val="#ppt_h"/>
                                              </p:val>
                                            </p:tav>
                                          </p:tavLst>
                                        </p:anim>
                                        <p:animEffect transition="in" filter="fade">
                                          <p:cBhvr>
                                            <p:cTn id="44" dur="250"/>
                                            <p:tgtEl>
                                              <p:spTgt spid="45"/>
                                            </p:tgtEl>
                                          </p:cBhvr>
                                        </p:animEffect>
                                        <p:anim calcmode="lin" valueType="num">
                                          <p:cBhvr>
                                            <p:cTn id="45" dur="250" fill="hold"/>
                                            <p:tgtEl>
                                              <p:spTgt spid="45"/>
                                            </p:tgtEl>
                                            <p:attrNameLst>
                                              <p:attrName>ppt_x</p:attrName>
                                            </p:attrNameLst>
                                          </p:cBhvr>
                                          <p:tavLst>
                                            <p:tav tm="0">
                                              <p:val>
                                                <p:fltVal val="0.5"/>
                                              </p:val>
                                            </p:tav>
                                            <p:tav tm="100000">
                                              <p:val>
                                                <p:strVal val="#ppt_x"/>
                                              </p:val>
                                            </p:tav>
                                          </p:tavLst>
                                        </p:anim>
                                        <p:anim calcmode="lin" valueType="num">
                                          <p:cBhvr>
                                            <p:cTn id="46" dur="250" fill="hold"/>
                                            <p:tgtEl>
                                              <p:spTgt spid="45"/>
                                            </p:tgtEl>
                                            <p:attrNameLst>
                                              <p:attrName>ppt_y</p:attrName>
                                            </p:attrNameLst>
                                          </p:cBhvr>
                                          <p:tavLst>
                                            <p:tav tm="0">
                                              <p:val>
                                                <p:fltVal val="0.5"/>
                                              </p:val>
                                            </p:tav>
                                            <p:tav tm="100000">
                                              <p:val>
                                                <p:strVal val="#ppt_y"/>
                                              </p:val>
                                            </p:tav>
                                          </p:tavLst>
                                        </p:anim>
                                      </p:childTnLst>
                                    </p:cTn>
                                  </p:par>
                                  <p:par>
                                    <p:cTn id="47" presetID="53" presetClass="entr" presetSubtype="528" fill="hold" grpId="0" nodeType="withEffect">
                                      <p:stCondLst>
                                        <p:cond delay="800"/>
                                      </p:stCondLst>
                                      <p:childTnLst>
                                        <p:set>
                                          <p:cBhvr>
                                            <p:cTn id="48" dur="1" fill="hold">
                                              <p:stCondLst>
                                                <p:cond delay="0"/>
                                              </p:stCondLst>
                                            </p:cTn>
                                            <p:tgtEl>
                                              <p:spTgt spid="46"/>
                                            </p:tgtEl>
                                            <p:attrNameLst>
                                              <p:attrName>style.visibility</p:attrName>
                                            </p:attrNameLst>
                                          </p:cBhvr>
                                          <p:to>
                                            <p:strVal val="visible"/>
                                          </p:to>
                                        </p:set>
                                        <p:anim calcmode="lin" valueType="num">
                                          <p:cBhvr>
                                            <p:cTn id="49" dur="250" fill="hold"/>
                                            <p:tgtEl>
                                              <p:spTgt spid="46"/>
                                            </p:tgtEl>
                                            <p:attrNameLst>
                                              <p:attrName>ppt_w</p:attrName>
                                            </p:attrNameLst>
                                          </p:cBhvr>
                                          <p:tavLst>
                                            <p:tav tm="0">
                                              <p:val>
                                                <p:fltVal val="0"/>
                                              </p:val>
                                            </p:tav>
                                            <p:tav tm="100000">
                                              <p:val>
                                                <p:strVal val="#ppt_w"/>
                                              </p:val>
                                            </p:tav>
                                          </p:tavLst>
                                        </p:anim>
                                        <p:anim calcmode="lin" valueType="num">
                                          <p:cBhvr>
                                            <p:cTn id="50" dur="250" fill="hold"/>
                                            <p:tgtEl>
                                              <p:spTgt spid="46"/>
                                            </p:tgtEl>
                                            <p:attrNameLst>
                                              <p:attrName>ppt_h</p:attrName>
                                            </p:attrNameLst>
                                          </p:cBhvr>
                                          <p:tavLst>
                                            <p:tav tm="0">
                                              <p:val>
                                                <p:fltVal val="0"/>
                                              </p:val>
                                            </p:tav>
                                            <p:tav tm="100000">
                                              <p:val>
                                                <p:strVal val="#ppt_h"/>
                                              </p:val>
                                            </p:tav>
                                          </p:tavLst>
                                        </p:anim>
                                        <p:animEffect transition="in" filter="fade">
                                          <p:cBhvr>
                                            <p:cTn id="51" dur="250"/>
                                            <p:tgtEl>
                                              <p:spTgt spid="46"/>
                                            </p:tgtEl>
                                          </p:cBhvr>
                                        </p:animEffect>
                                        <p:anim calcmode="lin" valueType="num">
                                          <p:cBhvr>
                                            <p:cTn id="52" dur="250" fill="hold"/>
                                            <p:tgtEl>
                                              <p:spTgt spid="46"/>
                                            </p:tgtEl>
                                            <p:attrNameLst>
                                              <p:attrName>ppt_x</p:attrName>
                                            </p:attrNameLst>
                                          </p:cBhvr>
                                          <p:tavLst>
                                            <p:tav tm="0">
                                              <p:val>
                                                <p:fltVal val="0.5"/>
                                              </p:val>
                                            </p:tav>
                                            <p:tav tm="100000">
                                              <p:val>
                                                <p:strVal val="#ppt_x"/>
                                              </p:val>
                                            </p:tav>
                                          </p:tavLst>
                                        </p:anim>
                                        <p:anim calcmode="lin" valueType="num">
                                          <p:cBhvr>
                                            <p:cTn id="53" dur="250" fill="hold"/>
                                            <p:tgtEl>
                                              <p:spTgt spid="46"/>
                                            </p:tgtEl>
                                            <p:attrNameLst>
                                              <p:attrName>ppt_y</p:attrName>
                                            </p:attrNameLst>
                                          </p:cBhvr>
                                          <p:tavLst>
                                            <p:tav tm="0">
                                              <p:val>
                                                <p:fltVal val="0.5"/>
                                              </p:val>
                                            </p:tav>
                                            <p:tav tm="100000">
                                              <p:val>
                                                <p:strVal val="#ppt_y"/>
                                              </p:val>
                                            </p:tav>
                                          </p:tavLst>
                                        </p:anim>
                                      </p:childTnLst>
                                    </p:cTn>
                                  </p:par>
                                  <p:par>
                                    <p:cTn id="54" presetID="53" presetClass="entr" presetSubtype="528" fill="hold" grpId="0" nodeType="withEffect">
                                      <p:stCondLst>
                                        <p:cond delay="900"/>
                                      </p:stCondLst>
                                      <p:childTnLst>
                                        <p:set>
                                          <p:cBhvr>
                                            <p:cTn id="55" dur="1" fill="hold">
                                              <p:stCondLst>
                                                <p:cond delay="0"/>
                                              </p:stCondLst>
                                            </p:cTn>
                                            <p:tgtEl>
                                              <p:spTgt spid="47"/>
                                            </p:tgtEl>
                                            <p:attrNameLst>
                                              <p:attrName>style.visibility</p:attrName>
                                            </p:attrNameLst>
                                          </p:cBhvr>
                                          <p:to>
                                            <p:strVal val="visible"/>
                                          </p:to>
                                        </p:set>
                                        <p:anim calcmode="lin" valueType="num">
                                          <p:cBhvr>
                                            <p:cTn id="56" dur="250" fill="hold"/>
                                            <p:tgtEl>
                                              <p:spTgt spid="47"/>
                                            </p:tgtEl>
                                            <p:attrNameLst>
                                              <p:attrName>ppt_w</p:attrName>
                                            </p:attrNameLst>
                                          </p:cBhvr>
                                          <p:tavLst>
                                            <p:tav tm="0">
                                              <p:val>
                                                <p:fltVal val="0"/>
                                              </p:val>
                                            </p:tav>
                                            <p:tav tm="100000">
                                              <p:val>
                                                <p:strVal val="#ppt_w"/>
                                              </p:val>
                                            </p:tav>
                                          </p:tavLst>
                                        </p:anim>
                                        <p:anim calcmode="lin" valueType="num">
                                          <p:cBhvr>
                                            <p:cTn id="57" dur="250" fill="hold"/>
                                            <p:tgtEl>
                                              <p:spTgt spid="47"/>
                                            </p:tgtEl>
                                            <p:attrNameLst>
                                              <p:attrName>ppt_h</p:attrName>
                                            </p:attrNameLst>
                                          </p:cBhvr>
                                          <p:tavLst>
                                            <p:tav tm="0">
                                              <p:val>
                                                <p:fltVal val="0"/>
                                              </p:val>
                                            </p:tav>
                                            <p:tav tm="100000">
                                              <p:val>
                                                <p:strVal val="#ppt_h"/>
                                              </p:val>
                                            </p:tav>
                                          </p:tavLst>
                                        </p:anim>
                                        <p:animEffect transition="in" filter="fade">
                                          <p:cBhvr>
                                            <p:cTn id="58" dur="250"/>
                                            <p:tgtEl>
                                              <p:spTgt spid="47"/>
                                            </p:tgtEl>
                                          </p:cBhvr>
                                        </p:animEffect>
                                        <p:anim calcmode="lin" valueType="num">
                                          <p:cBhvr>
                                            <p:cTn id="59" dur="250" fill="hold"/>
                                            <p:tgtEl>
                                              <p:spTgt spid="47"/>
                                            </p:tgtEl>
                                            <p:attrNameLst>
                                              <p:attrName>ppt_x</p:attrName>
                                            </p:attrNameLst>
                                          </p:cBhvr>
                                          <p:tavLst>
                                            <p:tav tm="0">
                                              <p:val>
                                                <p:fltVal val="0.5"/>
                                              </p:val>
                                            </p:tav>
                                            <p:tav tm="100000">
                                              <p:val>
                                                <p:strVal val="#ppt_x"/>
                                              </p:val>
                                            </p:tav>
                                          </p:tavLst>
                                        </p:anim>
                                        <p:anim calcmode="lin" valueType="num">
                                          <p:cBhvr>
                                            <p:cTn id="60" dur="250" fill="hold"/>
                                            <p:tgtEl>
                                              <p:spTgt spid="47"/>
                                            </p:tgtEl>
                                            <p:attrNameLst>
                                              <p:attrName>ppt_y</p:attrName>
                                            </p:attrNameLst>
                                          </p:cBhvr>
                                          <p:tavLst>
                                            <p:tav tm="0">
                                              <p:val>
                                                <p:fltVal val="0.5"/>
                                              </p:val>
                                            </p:tav>
                                            <p:tav tm="100000">
                                              <p:val>
                                                <p:strVal val="#ppt_y"/>
                                              </p:val>
                                            </p:tav>
                                          </p:tavLst>
                                        </p:anim>
                                      </p:childTnLst>
                                    </p:cTn>
                                  </p:par>
                                  <p:par>
                                    <p:cTn id="61" presetID="53" presetClass="entr" presetSubtype="528" fill="hold" grpId="0" nodeType="withEffect">
                                      <p:stCondLst>
                                        <p:cond delay="1000"/>
                                      </p:stCondLst>
                                      <p:childTnLst>
                                        <p:set>
                                          <p:cBhvr>
                                            <p:cTn id="62" dur="1" fill="hold">
                                              <p:stCondLst>
                                                <p:cond delay="0"/>
                                              </p:stCondLst>
                                            </p:cTn>
                                            <p:tgtEl>
                                              <p:spTgt spid="34"/>
                                            </p:tgtEl>
                                            <p:attrNameLst>
                                              <p:attrName>style.visibility</p:attrName>
                                            </p:attrNameLst>
                                          </p:cBhvr>
                                          <p:to>
                                            <p:strVal val="visible"/>
                                          </p:to>
                                        </p:set>
                                        <p:anim calcmode="lin" valueType="num">
                                          <p:cBhvr>
                                            <p:cTn id="63" dur="250" fill="hold"/>
                                            <p:tgtEl>
                                              <p:spTgt spid="34"/>
                                            </p:tgtEl>
                                            <p:attrNameLst>
                                              <p:attrName>ppt_w</p:attrName>
                                            </p:attrNameLst>
                                          </p:cBhvr>
                                          <p:tavLst>
                                            <p:tav tm="0">
                                              <p:val>
                                                <p:fltVal val="0"/>
                                              </p:val>
                                            </p:tav>
                                            <p:tav tm="100000">
                                              <p:val>
                                                <p:strVal val="#ppt_w"/>
                                              </p:val>
                                            </p:tav>
                                          </p:tavLst>
                                        </p:anim>
                                        <p:anim calcmode="lin" valueType="num">
                                          <p:cBhvr>
                                            <p:cTn id="64" dur="250" fill="hold"/>
                                            <p:tgtEl>
                                              <p:spTgt spid="34"/>
                                            </p:tgtEl>
                                            <p:attrNameLst>
                                              <p:attrName>ppt_h</p:attrName>
                                            </p:attrNameLst>
                                          </p:cBhvr>
                                          <p:tavLst>
                                            <p:tav tm="0">
                                              <p:val>
                                                <p:fltVal val="0"/>
                                              </p:val>
                                            </p:tav>
                                            <p:tav tm="100000">
                                              <p:val>
                                                <p:strVal val="#ppt_h"/>
                                              </p:val>
                                            </p:tav>
                                          </p:tavLst>
                                        </p:anim>
                                        <p:animEffect transition="in" filter="fade">
                                          <p:cBhvr>
                                            <p:cTn id="65" dur="250"/>
                                            <p:tgtEl>
                                              <p:spTgt spid="34"/>
                                            </p:tgtEl>
                                          </p:cBhvr>
                                        </p:animEffect>
                                        <p:anim calcmode="lin" valueType="num">
                                          <p:cBhvr>
                                            <p:cTn id="66" dur="250" fill="hold"/>
                                            <p:tgtEl>
                                              <p:spTgt spid="34"/>
                                            </p:tgtEl>
                                            <p:attrNameLst>
                                              <p:attrName>ppt_x</p:attrName>
                                            </p:attrNameLst>
                                          </p:cBhvr>
                                          <p:tavLst>
                                            <p:tav tm="0">
                                              <p:val>
                                                <p:fltVal val="0.5"/>
                                              </p:val>
                                            </p:tav>
                                            <p:tav tm="100000">
                                              <p:val>
                                                <p:strVal val="#ppt_x"/>
                                              </p:val>
                                            </p:tav>
                                          </p:tavLst>
                                        </p:anim>
                                        <p:anim calcmode="lin" valueType="num">
                                          <p:cBhvr>
                                            <p:cTn id="67" dur="250" fill="hold"/>
                                            <p:tgtEl>
                                              <p:spTgt spid="34"/>
                                            </p:tgtEl>
                                            <p:attrNameLst>
                                              <p:attrName>ppt_y</p:attrName>
                                            </p:attrNameLst>
                                          </p:cBhvr>
                                          <p:tavLst>
                                            <p:tav tm="0">
                                              <p:val>
                                                <p:fltVal val="0.5"/>
                                              </p:val>
                                            </p:tav>
                                            <p:tav tm="100000">
                                              <p:val>
                                                <p:strVal val="#ppt_y"/>
                                              </p:val>
                                            </p:tav>
                                          </p:tavLst>
                                        </p:anim>
                                      </p:childTnLst>
                                    </p:cTn>
                                  </p:par>
                                  <p:par>
                                    <p:cTn id="68" presetID="53" presetClass="entr" presetSubtype="16" fill="hold" grpId="0" nodeType="withEffect">
                                      <p:stCondLst>
                                        <p:cond delay="1300"/>
                                      </p:stCondLst>
                                      <p:childTnLst>
                                        <p:set>
                                          <p:cBhvr>
                                            <p:cTn id="69" dur="1" fill="hold">
                                              <p:stCondLst>
                                                <p:cond delay="0"/>
                                              </p:stCondLst>
                                            </p:cTn>
                                            <p:tgtEl>
                                              <p:spTgt spid="55"/>
                                            </p:tgtEl>
                                            <p:attrNameLst>
                                              <p:attrName>style.visibility</p:attrName>
                                            </p:attrNameLst>
                                          </p:cBhvr>
                                          <p:to>
                                            <p:strVal val="visible"/>
                                          </p:to>
                                        </p:set>
                                        <p:anim calcmode="lin" valueType="num">
                                          <p:cBhvr>
                                            <p:cTn id="70" dur="300" fill="hold"/>
                                            <p:tgtEl>
                                              <p:spTgt spid="55"/>
                                            </p:tgtEl>
                                            <p:attrNameLst>
                                              <p:attrName>ppt_w</p:attrName>
                                            </p:attrNameLst>
                                          </p:cBhvr>
                                          <p:tavLst>
                                            <p:tav tm="0">
                                              <p:val>
                                                <p:fltVal val="0"/>
                                              </p:val>
                                            </p:tav>
                                            <p:tav tm="100000">
                                              <p:val>
                                                <p:strVal val="#ppt_w"/>
                                              </p:val>
                                            </p:tav>
                                          </p:tavLst>
                                        </p:anim>
                                        <p:anim calcmode="lin" valueType="num">
                                          <p:cBhvr>
                                            <p:cTn id="71" dur="300" fill="hold"/>
                                            <p:tgtEl>
                                              <p:spTgt spid="55"/>
                                            </p:tgtEl>
                                            <p:attrNameLst>
                                              <p:attrName>ppt_h</p:attrName>
                                            </p:attrNameLst>
                                          </p:cBhvr>
                                          <p:tavLst>
                                            <p:tav tm="0">
                                              <p:val>
                                                <p:fltVal val="0"/>
                                              </p:val>
                                            </p:tav>
                                            <p:tav tm="100000">
                                              <p:val>
                                                <p:strVal val="#ppt_h"/>
                                              </p:val>
                                            </p:tav>
                                          </p:tavLst>
                                        </p:anim>
                                        <p:animEffect transition="in" filter="fade">
                                          <p:cBhvr>
                                            <p:cTn id="72" dur="300"/>
                                            <p:tgtEl>
                                              <p:spTgt spid="55"/>
                                            </p:tgtEl>
                                          </p:cBhvr>
                                        </p:animEffect>
                                      </p:childTnLst>
                                    </p:cTn>
                                  </p:par>
                                  <p:par>
                                    <p:cTn id="73" presetID="6" presetClass="emph" presetSubtype="0" autoRev="1" fill="hold" grpId="1" nodeType="withEffect">
                                      <p:stCondLst>
                                        <p:cond delay="1600"/>
                                      </p:stCondLst>
                                      <p:childTnLst>
                                        <p:animScale>
                                          <p:cBhvr>
                                            <p:cTn id="74" dur="150" fill="hold"/>
                                            <p:tgtEl>
                                              <p:spTgt spid="55"/>
                                            </p:tgtEl>
                                          </p:cBhvr>
                                          <p:by x="110000" y="110000"/>
                                        </p:animScale>
                                      </p:childTnLst>
                                    </p:cTn>
                                  </p:par>
                                  <p:par>
                                    <p:cTn id="75" presetID="53" presetClass="entr" presetSubtype="16" fill="hold" grpId="0" nodeType="withEffect">
                                      <p:stCondLst>
                                        <p:cond delay="1300"/>
                                      </p:stCondLst>
                                      <p:childTnLst>
                                        <p:set>
                                          <p:cBhvr>
                                            <p:cTn id="76" dur="1" fill="hold">
                                              <p:stCondLst>
                                                <p:cond delay="0"/>
                                              </p:stCondLst>
                                            </p:cTn>
                                            <p:tgtEl>
                                              <p:spTgt spid="56"/>
                                            </p:tgtEl>
                                            <p:attrNameLst>
                                              <p:attrName>style.visibility</p:attrName>
                                            </p:attrNameLst>
                                          </p:cBhvr>
                                          <p:to>
                                            <p:strVal val="visible"/>
                                          </p:to>
                                        </p:set>
                                        <p:anim calcmode="lin" valueType="num">
                                          <p:cBhvr>
                                            <p:cTn id="77" dur="300" fill="hold"/>
                                            <p:tgtEl>
                                              <p:spTgt spid="56"/>
                                            </p:tgtEl>
                                            <p:attrNameLst>
                                              <p:attrName>ppt_w</p:attrName>
                                            </p:attrNameLst>
                                          </p:cBhvr>
                                          <p:tavLst>
                                            <p:tav tm="0">
                                              <p:val>
                                                <p:fltVal val="0"/>
                                              </p:val>
                                            </p:tav>
                                            <p:tav tm="100000">
                                              <p:val>
                                                <p:strVal val="#ppt_w"/>
                                              </p:val>
                                            </p:tav>
                                          </p:tavLst>
                                        </p:anim>
                                        <p:anim calcmode="lin" valueType="num">
                                          <p:cBhvr>
                                            <p:cTn id="78" dur="300" fill="hold"/>
                                            <p:tgtEl>
                                              <p:spTgt spid="56"/>
                                            </p:tgtEl>
                                            <p:attrNameLst>
                                              <p:attrName>ppt_h</p:attrName>
                                            </p:attrNameLst>
                                          </p:cBhvr>
                                          <p:tavLst>
                                            <p:tav tm="0">
                                              <p:val>
                                                <p:fltVal val="0"/>
                                              </p:val>
                                            </p:tav>
                                            <p:tav tm="100000">
                                              <p:val>
                                                <p:strVal val="#ppt_h"/>
                                              </p:val>
                                            </p:tav>
                                          </p:tavLst>
                                        </p:anim>
                                        <p:animEffect transition="in" filter="fade">
                                          <p:cBhvr>
                                            <p:cTn id="79" dur="300"/>
                                            <p:tgtEl>
                                              <p:spTgt spid="56"/>
                                            </p:tgtEl>
                                          </p:cBhvr>
                                        </p:animEffect>
                                      </p:childTnLst>
                                    </p:cTn>
                                  </p:par>
                                  <p:par>
                                    <p:cTn id="80" presetID="6" presetClass="emph" presetSubtype="0" autoRev="1" fill="hold" grpId="1" nodeType="withEffect">
                                      <p:stCondLst>
                                        <p:cond delay="1600"/>
                                      </p:stCondLst>
                                      <p:childTnLst>
                                        <p:animScale>
                                          <p:cBhvr>
                                            <p:cTn id="81" dur="150" fill="hold"/>
                                            <p:tgtEl>
                                              <p:spTgt spid="56"/>
                                            </p:tgtEl>
                                          </p:cBhvr>
                                          <p:by x="110000" y="110000"/>
                                        </p:animScale>
                                      </p:childTnLst>
                                    </p:cTn>
                                  </p:par>
                                  <p:par>
                                    <p:cTn id="82" presetID="53" presetClass="entr" presetSubtype="16" fill="hold" grpId="0" nodeType="withEffect">
                                      <p:stCondLst>
                                        <p:cond delay="1300"/>
                                      </p:stCondLst>
                                      <p:childTnLst>
                                        <p:set>
                                          <p:cBhvr>
                                            <p:cTn id="83" dur="1" fill="hold">
                                              <p:stCondLst>
                                                <p:cond delay="0"/>
                                              </p:stCondLst>
                                            </p:cTn>
                                            <p:tgtEl>
                                              <p:spTgt spid="57"/>
                                            </p:tgtEl>
                                            <p:attrNameLst>
                                              <p:attrName>style.visibility</p:attrName>
                                            </p:attrNameLst>
                                          </p:cBhvr>
                                          <p:to>
                                            <p:strVal val="visible"/>
                                          </p:to>
                                        </p:set>
                                        <p:anim calcmode="lin" valueType="num">
                                          <p:cBhvr>
                                            <p:cTn id="84" dur="300" fill="hold"/>
                                            <p:tgtEl>
                                              <p:spTgt spid="57"/>
                                            </p:tgtEl>
                                            <p:attrNameLst>
                                              <p:attrName>ppt_w</p:attrName>
                                            </p:attrNameLst>
                                          </p:cBhvr>
                                          <p:tavLst>
                                            <p:tav tm="0">
                                              <p:val>
                                                <p:fltVal val="0"/>
                                              </p:val>
                                            </p:tav>
                                            <p:tav tm="100000">
                                              <p:val>
                                                <p:strVal val="#ppt_w"/>
                                              </p:val>
                                            </p:tav>
                                          </p:tavLst>
                                        </p:anim>
                                        <p:anim calcmode="lin" valueType="num">
                                          <p:cBhvr>
                                            <p:cTn id="85" dur="300" fill="hold"/>
                                            <p:tgtEl>
                                              <p:spTgt spid="57"/>
                                            </p:tgtEl>
                                            <p:attrNameLst>
                                              <p:attrName>ppt_h</p:attrName>
                                            </p:attrNameLst>
                                          </p:cBhvr>
                                          <p:tavLst>
                                            <p:tav tm="0">
                                              <p:val>
                                                <p:fltVal val="0"/>
                                              </p:val>
                                            </p:tav>
                                            <p:tav tm="100000">
                                              <p:val>
                                                <p:strVal val="#ppt_h"/>
                                              </p:val>
                                            </p:tav>
                                          </p:tavLst>
                                        </p:anim>
                                        <p:animEffect transition="in" filter="fade">
                                          <p:cBhvr>
                                            <p:cTn id="86" dur="300"/>
                                            <p:tgtEl>
                                              <p:spTgt spid="57"/>
                                            </p:tgtEl>
                                          </p:cBhvr>
                                        </p:animEffect>
                                      </p:childTnLst>
                                    </p:cTn>
                                  </p:par>
                                  <p:par>
                                    <p:cTn id="87" presetID="6" presetClass="emph" presetSubtype="0" autoRev="1" fill="hold" grpId="1" nodeType="withEffect">
                                      <p:stCondLst>
                                        <p:cond delay="1600"/>
                                      </p:stCondLst>
                                      <p:childTnLst>
                                        <p:animScale>
                                          <p:cBhvr>
                                            <p:cTn id="88" dur="150" fill="hold"/>
                                            <p:tgtEl>
                                              <p:spTgt spid="57"/>
                                            </p:tgtEl>
                                          </p:cBhvr>
                                          <p:by x="110000" y="110000"/>
                                        </p:animScale>
                                      </p:childTnLst>
                                    </p:cTn>
                                  </p:par>
                                  <p:par>
                                    <p:cTn id="89" presetID="53" presetClass="entr" presetSubtype="16" fill="hold" grpId="0" nodeType="withEffect">
                                      <p:stCondLst>
                                        <p:cond delay="1300"/>
                                      </p:stCondLst>
                                      <p:childTnLst>
                                        <p:set>
                                          <p:cBhvr>
                                            <p:cTn id="90" dur="1" fill="hold">
                                              <p:stCondLst>
                                                <p:cond delay="0"/>
                                              </p:stCondLst>
                                            </p:cTn>
                                            <p:tgtEl>
                                              <p:spTgt spid="58"/>
                                            </p:tgtEl>
                                            <p:attrNameLst>
                                              <p:attrName>style.visibility</p:attrName>
                                            </p:attrNameLst>
                                          </p:cBhvr>
                                          <p:to>
                                            <p:strVal val="visible"/>
                                          </p:to>
                                        </p:set>
                                        <p:anim calcmode="lin" valueType="num">
                                          <p:cBhvr>
                                            <p:cTn id="91" dur="300" fill="hold"/>
                                            <p:tgtEl>
                                              <p:spTgt spid="58"/>
                                            </p:tgtEl>
                                            <p:attrNameLst>
                                              <p:attrName>ppt_w</p:attrName>
                                            </p:attrNameLst>
                                          </p:cBhvr>
                                          <p:tavLst>
                                            <p:tav tm="0">
                                              <p:val>
                                                <p:fltVal val="0"/>
                                              </p:val>
                                            </p:tav>
                                            <p:tav tm="100000">
                                              <p:val>
                                                <p:strVal val="#ppt_w"/>
                                              </p:val>
                                            </p:tav>
                                          </p:tavLst>
                                        </p:anim>
                                        <p:anim calcmode="lin" valueType="num">
                                          <p:cBhvr>
                                            <p:cTn id="92" dur="300" fill="hold"/>
                                            <p:tgtEl>
                                              <p:spTgt spid="58"/>
                                            </p:tgtEl>
                                            <p:attrNameLst>
                                              <p:attrName>ppt_h</p:attrName>
                                            </p:attrNameLst>
                                          </p:cBhvr>
                                          <p:tavLst>
                                            <p:tav tm="0">
                                              <p:val>
                                                <p:fltVal val="0"/>
                                              </p:val>
                                            </p:tav>
                                            <p:tav tm="100000">
                                              <p:val>
                                                <p:strVal val="#ppt_h"/>
                                              </p:val>
                                            </p:tav>
                                          </p:tavLst>
                                        </p:anim>
                                        <p:animEffect transition="in" filter="fade">
                                          <p:cBhvr>
                                            <p:cTn id="93" dur="300"/>
                                            <p:tgtEl>
                                              <p:spTgt spid="58"/>
                                            </p:tgtEl>
                                          </p:cBhvr>
                                        </p:animEffect>
                                      </p:childTnLst>
                                    </p:cTn>
                                  </p:par>
                                  <p:par>
                                    <p:cTn id="94" presetID="6" presetClass="emph" presetSubtype="0" autoRev="1" fill="hold" grpId="1" nodeType="withEffect">
                                      <p:stCondLst>
                                        <p:cond delay="1600"/>
                                      </p:stCondLst>
                                      <p:childTnLst>
                                        <p:animScale>
                                          <p:cBhvr>
                                            <p:cTn id="95" dur="150" fill="hold"/>
                                            <p:tgtEl>
                                              <p:spTgt spid="58"/>
                                            </p:tgtEl>
                                          </p:cBhvr>
                                          <p:by x="110000" y="110000"/>
                                        </p:animScale>
                                      </p:childTnLst>
                                    </p:cTn>
                                  </p:par>
                                  <p:par>
                                    <p:cTn id="96" presetID="53" presetClass="entr" presetSubtype="16" fill="hold" grpId="0" nodeType="withEffect">
                                      <p:stCondLst>
                                        <p:cond delay="1300"/>
                                      </p:stCondLst>
                                      <p:childTnLst>
                                        <p:set>
                                          <p:cBhvr>
                                            <p:cTn id="97" dur="1" fill="hold">
                                              <p:stCondLst>
                                                <p:cond delay="0"/>
                                              </p:stCondLst>
                                            </p:cTn>
                                            <p:tgtEl>
                                              <p:spTgt spid="59"/>
                                            </p:tgtEl>
                                            <p:attrNameLst>
                                              <p:attrName>style.visibility</p:attrName>
                                            </p:attrNameLst>
                                          </p:cBhvr>
                                          <p:to>
                                            <p:strVal val="visible"/>
                                          </p:to>
                                        </p:set>
                                        <p:anim calcmode="lin" valueType="num">
                                          <p:cBhvr>
                                            <p:cTn id="98" dur="300" fill="hold"/>
                                            <p:tgtEl>
                                              <p:spTgt spid="59"/>
                                            </p:tgtEl>
                                            <p:attrNameLst>
                                              <p:attrName>ppt_w</p:attrName>
                                            </p:attrNameLst>
                                          </p:cBhvr>
                                          <p:tavLst>
                                            <p:tav tm="0">
                                              <p:val>
                                                <p:fltVal val="0"/>
                                              </p:val>
                                            </p:tav>
                                            <p:tav tm="100000">
                                              <p:val>
                                                <p:strVal val="#ppt_w"/>
                                              </p:val>
                                            </p:tav>
                                          </p:tavLst>
                                        </p:anim>
                                        <p:anim calcmode="lin" valueType="num">
                                          <p:cBhvr>
                                            <p:cTn id="99" dur="300" fill="hold"/>
                                            <p:tgtEl>
                                              <p:spTgt spid="59"/>
                                            </p:tgtEl>
                                            <p:attrNameLst>
                                              <p:attrName>ppt_h</p:attrName>
                                            </p:attrNameLst>
                                          </p:cBhvr>
                                          <p:tavLst>
                                            <p:tav tm="0">
                                              <p:val>
                                                <p:fltVal val="0"/>
                                              </p:val>
                                            </p:tav>
                                            <p:tav tm="100000">
                                              <p:val>
                                                <p:strVal val="#ppt_h"/>
                                              </p:val>
                                            </p:tav>
                                          </p:tavLst>
                                        </p:anim>
                                        <p:animEffect transition="in" filter="fade">
                                          <p:cBhvr>
                                            <p:cTn id="100" dur="300"/>
                                            <p:tgtEl>
                                              <p:spTgt spid="59"/>
                                            </p:tgtEl>
                                          </p:cBhvr>
                                        </p:animEffect>
                                      </p:childTnLst>
                                    </p:cTn>
                                  </p:par>
                                  <p:par>
                                    <p:cTn id="101" presetID="6" presetClass="emph" presetSubtype="0" autoRev="1" fill="hold" grpId="1" nodeType="withEffect">
                                      <p:stCondLst>
                                        <p:cond delay="1600"/>
                                      </p:stCondLst>
                                      <p:childTnLst>
                                        <p:animScale>
                                          <p:cBhvr>
                                            <p:cTn id="102" dur="150" fill="hold"/>
                                            <p:tgtEl>
                                              <p:spTgt spid="59"/>
                                            </p:tgtEl>
                                          </p:cBhvr>
                                          <p:by x="110000" y="110000"/>
                                        </p:animScale>
                                      </p:childTnLst>
                                    </p:cTn>
                                  </p:par>
                                  <p:par>
                                    <p:cTn id="103" presetID="53" presetClass="entr" presetSubtype="16" fill="hold" grpId="0" nodeType="withEffect">
                                      <p:stCondLst>
                                        <p:cond delay="1300"/>
                                      </p:stCondLst>
                                      <p:childTnLst>
                                        <p:set>
                                          <p:cBhvr>
                                            <p:cTn id="104" dur="1" fill="hold">
                                              <p:stCondLst>
                                                <p:cond delay="0"/>
                                              </p:stCondLst>
                                            </p:cTn>
                                            <p:tgtEl>
                                              <p:spTgt spid="60"/>
                                            </p:tgtEl>
                                            <p:attrNameLst>
                                              <p:attrName>style.visibility</p:attrName>
                                            </p:attrNameLst>
                                          </p:cBhvr>
                                          <p:to>
                                            <p:strVal val="visible"/>
                                          </p:to>
                                        </p:set>
                                        <p:anim calcmode="lin" valueType="num">
                                          <p:cBhvr>
                                            <p:cTn id="105" dur="300" fill="hold"/>
                                            <p:tgtEl>
                                              <p:spTgt spid="60"/>
                                            </p:tgtEl>
                                            <p:attrNameLst>
                                              <p:attrName>ppt_w</p:attrName>
                                            </p:attrNameLst>
                                          </p:cBhvr>
                                          <p:tavLst>
                                            <p:tav tm="0">
                                              <p:val>
                                                <p:fltVal val="0"/>
                                              </p:val>
                                            </p:tav>
                                            <p:tav tm="100000">
                                              <p:val>
                                                <p:strVal val="#ppt_w"/>
                                              </p:val>
                                            </p:tav>
                                          </p:tavLst>
                                        </p:anim>
                                        <p:anim calcmode="lin" valueType="num">
                                          <p:cBhvr>
                                            <p:cTn id="106" dur="300" fill="hold"/>
                                            <p:tgtEl>
                                              <p:spTgt spid="60"/>
                                            </p:tgtEl>
                                            <p:attrNameLst>
                                              <p:attrName>ppt_h</p:attrName>
                                            </p:attrNameLst>
                                          </p:cBhvr>
                                          <p:tavLst>
                                            <p:tav tm="0">
                                              <p:val>
                                                <p:fltVal val="0"/>
                                              </p:val>
                                            </p:tav>
                                            <p:tav tm="100000">
                                              <p:val>
                                                <p:strVal val="#ppt_h"/>
                                              </p:val>
                                            </p:tav>
                                          </p:tavLst>
                                        </p:anim>
                                        <p:animEffect transition="in" filter="fade">
                                          <p:cBhvr>
                                            <p:cTn id="107" dur="300"/>
                                            <p:tgtEl>
                                              <p:spTgt spid="60"/>
                                            </p:tgtEl>
                                          </p:cBhvr>
                                        </p:animEffect>
                                      </p:childTnLst>
                                    </p:cTn>
                                  </p:par>
                                  <p:par>
                                    <p:cTn id="108" presetID="6" presetClass="emph" presetSubtype="0" autoRev="1" fill="hold" grpId="1" nodeType="withEffect">
                                      <p:stCondLst>
                                        <p:cond delay="1600"/>
                                      </p:stCondLst>
                                      <p:childTnLst>
                                        <p:animScale>
                                          <p:cBhvr>
                                            <p:cTn id="109" dur="150" fill="hold"/>
                                            <p:tgtEl>
                                              <p:spTgt spid="60"/>
                                            </p:tgtEl>
                                          </p:cBhvr>
                                          <p:by x="110000" y="110000"/>
                                        </p:animScale>
                                      </p:childTnLst>
                                    </p:cTn>
                                  </p:par>
                                  <p:par>
                                    <p:cTn id="110" presetID="53" presetClass="entr" presetSubtype="16" fill="hold" grpId="0" nodeType="withEffect">
                                      <p:stCondLst>
                                        <p:cond delay="1300"/>
                                      </p:stCondLst>
                                      <p:childTnLst>
                                        <p:set>
                                          <p:cBhvr>
                                            <p:cTn id="111" dur="1" fill="hold">
                                              <p:stCondLst>
                                                <p:cond delay="0"/>
                                              </p:stCondLst>
                                            </p:cTn>
                                            <p:tgtEl>
                                              <p:spTgt spid="61"/>
                                            </p:tgtEl>
                                            <p:attrNameLst>
                                              <p:attrName>style.visibility</p:attrName>
                                            </p:attrNameLst>
                                          </p:cBhvr>
                                          <p:to>
                                            <p:strVal val="visible"/>
                                          </p:to>
                                        </p:set>
                                        <p:anim calcmode="lin" valueType="num">
                                          <p:cBhvr>
                                            <p:cTn id="112" dur="300" fill="hold"/>
                                            <p:tgtEl>
                                              <p:spTgt spid="61"/>
                                            </p:tgtEl>
                                            <p:attrNameLst>
                                              <p:attrName>ppt_w</p:attrName>
                                            </p:attrNameLst>
                                          </p:cBhvr>
                                          <p:tavLst>
                                            <p:tav tm="0">
                                              <p:val>
                                                <p:fltVal val="0"/>
                                              </p:val>
                                            </p:tav>
                                            <p:tav tm="100000">
                                              <p:val>
                                                <p:strVal val="#ppt_w"/>
                                              </p:val>
                                            </p:tav>
                                          </p:tavLst>
                                        </p:anim>
                                        <p:anim calcmode="lin" valueType="num">
                                          <p:cBhvr>
                                            <p:cTn id="113" dur="300" fill="hold"/>
                                            <p:tgtEl>
                                              <p:spTgt spid="61"/>
                                            </p:tgtEl>
                                            <p:attrNameLst>
                                              <p:attrName>ppt_h</p:attrName>
                                            </p:attrNameLst>
                                          </p:cBhvr>
                                          <p:tavLst>
                                            <p:tav tm="0">
                                              <p:val>
                                                <p:fltVal val="0"/>
                                              </p:val>
                                            </p:tav>
                                            <p:tav tm="100000">
                                              <p:val>
                                                <p:strVal val="#ppt_h"/>
                                              </p:val>
                                            </p:tav>
                                          </p:tavLst>
                                        </p:anim>
                                        <p:animEffect transition="in" filter="fade">
                                          <p:cBhvr>
                                            <p:cTn id="114" dur="300"/>
                                            <p:tgtEl>
                                              <p:spTgt spid="61"/>
                                            </p:tgtEl>
                                          </p:cBhvr>
                                        </p:animEffect>
                                      </p:childTnLst>
                                    </p:cTn>
                                  </p:par>
                                  <p:par>
                                    <p:cTn id="115" presetID="6" presetClass="emph" presetSubtype="0" autoRev="1" fill="hold" grpId="1" nodeType="withEffect">
                                      <p:stCondLst>
                                        <p:cond delay="1600"/>
                                      </p:stCondLst>
                                      <p:childTnLst>
                                        <p:animScale>
                                          <p:cBhvr>
                                            <p:cTn id="116" dur="150" fill="hold"/>
                                            <p:tgtEl>
                                              <p:spTgt spid="61"/>
                                            </p:tgtEl>
                                          </p:cBhvr>
                                          <p:by x="110000" y="110000"/>
                                        </p:animScale>
                                      </p:childTnLst>
                                    </p:cTn>
                                  </p:par>
                                  <p:par>
                                    <p:cTn id="117" presetID="53" presetClass="entr" presetSubtype="16" fill="hold" grpId="0" nodeType="withEffect">
                                      <p:stCondLst>
                                        <p:cond delay="1300"/>
                                      </p:stCondLst>
                                      <p:childTnLst>
                                        <p:set>
                                          <p:cBhvr>
                                            <p:cTn id="118" dur="1" fill="hold">
                                              <p:stCondLst>
                                                <p:cond delay="0"/>
                                              </p:stCondLst>
                                            </p:cTn>
                                            <p:tgtEl>
                                              <p:spTgt spid="62"/>
                                            </p:tgtEl>
                                            <p:attrNameLst>
                                              <p:attrName>style.visibility</p:attrName>
                                            </p:attrNameLst>
                                          </p:cBhvr>
                                          <p:to>
                                            <p:strVal val="visible"/>
                                          </p:to>
                                        </p:set>
                                        <p:anim calcmode="lin" valueType="num">
                                          <p:cBhvr>
                                            <p:cTn id="119" dur="300" fill="hold"/>
                                            <p:tgtEl>
                                              <p:spTgt spid="62"/>
                                            </p:tgtEl>
                                            <p:attrNameLst>
                                              <p:attrName>ppt_w</p:attrName>
                                            </p:attrNameLst>
                                          </p:cBhvr>
                                          <p:tavLst>
                                            <p:tav tm="0">
                                              <p:val>
                                                <p:fltVal val="0"/>
                                              </p:val>
                                            </p:tav>
                                            <p:tav tm="100000">
                                              <p:val>
                                                <p:strVal val="#ppt_w"/>
                                              </p:val>
                                            </p:tav>
                                          </p:tavLst>
                                        </p:anim>
                                        <p:anim calcmode="lin" valueType="num">
                                          <p:cBhvr>
                                            <p:cTn id="120" dur="300" fill="hold"/>
                                            <p:tgtEl>
                                              <p:spTgt spid="62"/>
                                            </p:tgtEl>
                                            <p:attrNameLst>
                                              <p:attrName>ppt_h</p:attrName>
                                            </p:attrNameLst>
                                          </p:cBhvr>
                                          <p:tavLst>
                                            <p:tav tm="0">
                                              <p:val>
                                                <p:fltVal val="0"/>
                                              </p:val>
                                            </p:tav>
                                            <p:tav tm="100000">
                                              <p:val>
                                                <p:strVal val="#ppt_h"/>
                                              </p:val>
                                            </p:tav>
                                          </p:tavLst>
                                        </p:anim>
                                        <p:animEffect transition="in" filter="fade">
                                          <p:cBhvr>
                                            <p:cTn id="121" dur="300"/>
                                            <p:tgtEl>
                                              <p:spTgt spid="62"/>
                                            </p:tgtEl>
                                          </p:cBhvr>
                                        </p:animEffect>
                                      </p:childTnLst>
                                    </p:cTn>
                                  </p:par>
                                  <p:par>
                                    <p:cTn id="122" presetID="6" presetClass="emph" presetSubtype="0" autoRev="1" fill="hold" grpId="1" nodeType="withEffect">
                                      <p:stCondLst>
                                        <p:cond delay="1600"/>
                                      </p:stCondLst>
                                      <p:childTnLst>
                                        <p:animScale>
                                          <p:cBhvr>
                                            <p:cTn id="123" dur="150" fill="hold"/>
                                            <p:tgtEl>
                                              <p:spTgt spid="62"/>
                                            </p:tgtEl>
                                          </p:cBhvr>
                                          <p:by x="110000" y="110000"/>
                                        </p:animScale>
                                      </p:childTnLst>
                                    </p:cTn>
                                  </p:par>
                                  <p:par>
                                    <p:cTn id="124" presetID="2" presetClass="entr" presetSubtype="2" fill="hold" grpId="0" nodeType="withEffect">
                                      <p:stCondLst>
                                        <p:cond delay="1700"/>
                                      </p:stCondLst>
                                      <p:childTnLst>
                                        <p:set>
                                          <p:cBhvr>
                                            <p:cTn id="125" dur="1" fill="hold">
                                              <p:stCondLst>
                                                <p:cond delay="0"/>
                                              </p:stCondLst>
                                            </p:cTn>
                                            <p:tgtEl>
                                              <p:spTgt spid="64"/>
                                            </p:tgtEl>
                                            <p:attrNameLst>
                                              <p:attrName>style.visibility</p:attrName>
                                            </p:attrNameLst>
                                          </p:cBhvr>
                                          <p:to>
                                            <p:strVal val="visible"/>
                                          </p:to>
                                        </p:set>
                                        <p:anim calcmode="lin" valueType="num">
                                          <p:cBhvr additive="base">
                                            <p:cTn id="126" dur="500" fill="hold"/>
                                            <p:tgtEl>
                                              <p:spTgt spid="64"/>
                                            </p:tgtEl>
                                            <p:attrNameLst>
                                              <p:attrName>ppt_x</p:attrName>
                                            </p:attrNameLst>
                                          </p:cBhvr>
                                          <p:tavLst>
                                            <p:tav tm="0">
                                              <p:val>
                                                <p:strVal val="1+#ppt_w/2"/>
                                              </p:val>
                                            </p:tav>
                                            <p:tav tm="100000">
                                              <p:val>
                                                <p:strVal val="#ppt_x"/>
                                              </p:val>
                                            </p:tav>
                                          </p:tavLst>
                                        </p:anim>
                                        <p:anim calcmode="lin" valueType="num">
                                          <p:cBhvr additive="base">
                                            <p:cTn id="127" dur="500" fill="hold"/>
                                            <p:tgtEl>
                                              <p:spTgt spid="64"/>
                                            </p:tgtEl>
                                            <p:attrNameLst>
                                              <p:attrName>ppt_y</p:attrName>
                                            </p:attrNameLst>
                                          </p:cBhvr>
                                          <p:tavLst>
                                            <p:tav tm="0">
                                              <p:val>
                                                <p:strVal val="#ppt_y"/>
                                              </p:val>
                                            </p:tav>
                                            <p:tav tm="100000">
                                              <p:val>
                                                <p:strVal val="#ppt_y"/>
                                              </p:val>
                                            </p:tav>
                                          </p:tavLst>
                                        </p:anim>
                                      </p:childTnLst>
                                    </p:cTn>
                                  </p:par>
                                  <p:par>
                                    <p:cTn id="128" presetID="55" presetClass="entr" presetSubtype="0" fill="hold" grpId="0" nodeType="withEffect">
                                      <p:stCondLst>
                                        <p:cond delay="2100"/>
                                      </p:stCondLst>
                                      <p:childTnLst>
                                        <p:set>
                                          <p:cBhvr>
                                            <p:cTn id="129" dur="1" fill="hold">
                                              <p:stCondLst>
                                                <p:cond delay="0"/>
                                              </p:stCondLst>
                                            </p:cTn>
                                            <p:tgtEl>
                                              <p:spTgt spid="63"/>
                                            </p:tgtEl>
                                            <p:attrNameLst>
                                              <p:attrName>style.visibility</p:attrName>
                                            </p:attrNameLst>
                                          </p:cBhvr>
                                          <p:to>
                                            <p:strVal val="visible"/>
                                          </p:to>
                                        </p:set>
                                        <p:anim calcmode="lin" valueType="num">
                                          <p:cBhvr>
                                            <p:cTn id="130" dur="500" fill="hold"/>
                                            <p:tgtEl>
                                              <p:spTgt spid="63"/>
                                            </p:tgtEl>
                                            <p:attrNameLst>
                                              <p:attrName>ppt_w</p:attrName>
                                            </p:attrNameLst>
                                          </p:cBhvr>
                                          <p:tavLst>
                                            <p:tav tm="0">
                                              <p:val>
                                                <p:strVal val="#ppt_w*0.70"/>
                                              </p:val>
                                            </p:tav>
                                            <p:tav tm="100000">
                                              <p:val>
                                                <p:strVal val="#ppt_w"/>
                                              </p:val>
                                            </p:tav>
                                          </p:tavLst>
                                        </p:anim>
                                        <p:anim calcmode="lin" valueType="num">
                                          <p:cBhvr>
                                            <p:cTn id="131" dur="500" fill="hold"/>
                                            <p:tgtEl>
                                              <p:spTgt spid="63"/>
                                            </p:tgtEl>
                                            <p:attrNameLst>
                                              <p:attrName>ppt_h</p:attrName>
                                            </p:attrNameLst>
                                          </p:cBhvr>
                                          <p:tavLst>
                                            <p:tav tm="0">
                                              <p:val>
                                                <p:strVal val="#ppt_h"/>
                                              </p:val>
                                            </p:tav>
                                            <p:tav tm="100000">
                                              <p:val>
                                                <p:strVal val="#ppt_h"/>
                                              </p:val>
                                            </p:tav>
                                          </p:tavLst>
                                        </p:anim>
                                        <p:animEffect transition="in" filter="fade">
                                          <p:cBhvr>
                                            <p:cTn id="132" dur="500"/>
                                            <p:tgtEl>
                                              <p:spTgt spid="63"/>
                                            </p:tgtEl>
                                          </p:cBhvr>
                                        </p:animEffect>
                                      </p:childTnLst>
                                    </p:cTn>
                                  </p:par>
                                  <p:par>
                                    <p:cTn id="133" presetID="2" presetClass="entr" presetSubtype="2" fill="hold" grpId="0" nodeType="withEffect">
                                      <p:stCondLst>
                                        <p:cond delay="1700"/>
                                      </p:stCondLst>
                                      <p:childTnLst>
                                        <p:set>
                                          <p:cBhvr>
                                            <p:cTn id="134" dur="1" fill="hold">
                                              <p:stCondLst>
                                                <p:cond delay="0"/>
                                              </p:stCondLst>
                                            </p:cTn>
                                            <p:tgtEl>
                                              <p:spTgt spid="66"/>
                                            </p:tgtEl>
                                            <p:attrNameLst>
                                              <p:attrName>style.visibility</p:attrName>
                                            </p:attrNameLst>
                                          </p:cBhvr>
                                          <p:to>
                                            <p:strVal val="visible"/>
                                          </p:to>
                                        </p:set>
                                        <p:anim calcmode="lin" valueType="num">
                                          <p:cBhvr additive="base">
                                            <p:cTn id="135" dur="500" fill="hold"/>
                                            <p:tgtEl>
                                              <p:spTgt spid="66"/>
                                            </p:tgtEl>
                                            <p:attrNameLst>
                                              <p:attrName>ppt_x</p:attrName>
                                            </p:attrNameLst>
                                          </p:cBhvr>
                                          <p:tavLst>
                                            <p:tav tm="0">
                                              <p:val>
                                                <p:strVal val="1+#ppt_w/2"/>
                                              </p:val>
                                            </p:tav>
                                            <p:tav tm="100000">
                                              <p:val>
                                                <p:strVal val="#ppt_x"/>
                                              </p:val>
                                            </p:tav>
                                          </p:tavLst>
                                        </p:anim>
                                        <p:anim calcmode="lin" valueType="num">
                                          <p:cBhvr additive="base">
                                            <p:cTn id="136" dur="500" fill="hold"/>
                                            <p:tgtEl>
                                              <p:spTgt spid="66"/>
                                            </p:tgtEl>
                                            <p:attrNameLst>
                                              <p:attrName>ppt_y</p:attrName>
                                            </p:attrNameLst>
                                          </p:cBhvr>
                                          <p:tavLst>
                                            <p:tav tm="0">
                                              <p:val>
                                                <p:strVal val="#ppt_y"/>
                                              </p:val>
                                            </p:tav>
                                            <p:tav tm="100000">
                                              <p:val>
                                                <p:strVal val="#ppt_y"/>
                                              </p:val>
                                            </p:tav>
                                          </p:tavLst>
                                        </p:anim>
                                      </p:childTnLst>
                                    </p:cTn>
                                  </p:par>
                                  <p:par>
                                    <p:cTn id="137" presetID="55" presetClass="entr" presetSubtype="0" fill="hold" grpId="0" nodeType="withEffect">
                                      <p:stCondLst>
                                        <p:cond delay="2100"/>
                                      </p:stCondLst>
                                      <p:childTnLst>
                                        <p:set>
                                          <p:cBhvr>
                                            <p:cTn id="138" dur="1" fill="hold">
                                              <p:stCondLst>
                                                <p:cond delay="0"/>
                                              </p:stCondLst>
                                            </p:cTn>
                                            <p:tgtEl>
                                              <p:spTgt spid="65"/>
                                            </p:tgtEl>
                                            <p:attrNameLst>
                                              <p:attrName>style.visibility</p:attrName>
                                            </p:attrNameLst>
                                          </p:cBhvr>
                                          <p:to>
                                            <p:strVal val="visible"/>
                                          </p:to>
                                        </p:set>
                                        <p:anim calcmode="lin" valueType="num">
                                          <p:cBhvr>
                                            <p:cTn id="139" dur="500" fill="hold"/>
                                            <p:tgtEl>
                                              <p:spTgt spid="65"/>
                                            </p:tgtEl>
                                            <p:attrNameLst>
                                              <p:attrName>ppt_w</p:attrName>
                                            </p:attrNameLst>
                                          </p:cBhvr>
                                          <p:tavLst>
                                            <p:tav tm="0">
                                              <p:val>
                                                <p:strVal val="#ppt_w*0.70"/>
                                              </p:val>
                                            </p:tav>
                                            <p:tav tm="100000">
                                              <p:val>
                                                <p:strVal val="#ppt_w"/>
                                              </p:val>
                                            </p:tav>
                                          </p:tavLst>
                                        </p:anim>
                                        <p:anim calcmode="lin" valueType="num">
                                          <p:cBhvr>
                                            <p:cTn id="140" dur="500" fill="hold"/>
                                            <p:tgtEl>
                                              <p:spTgt spid="65"/>
                                            </p:tgtEl>
                                            <p:attrNameLst>
                                              <p:attrName>ppt_h</p:attrName>
                                            </p:attrNameLst>
                                          </p:cBhvr>
                                          <p:tavLst>
                                            <p:tav tm="0">
                                              <p:val>
                                                <p:strVal val="#ppt_h"/>
                                              </p:val>
                                            </p:tav>
                                            <p:tav tm="100000">
                                              <p:val>
                                                <p:strVal val="#ppt_h"/>
                                              </p:val>
                                            </p:tav>
                                          </p:tavLst>
                                        </p:anim>
                                        <p:animEffect transition="in" filter="fade">
                                          <p:cBhvr>
                                            <p:cTn id="141" dur="500"/>
                                            <p:tgtEl>
                                              <p:spTgt spid="65"/>
                                            </p:tgtEl>
                                          </p:cBhvr>
                                        </p:animEffect>
                                      </p:childTnLst>
                                    </p:cTn>
                                  </p:par>
                                  <p:par>
                                    <p:cTn id="142" presetID="2" presetClass="entr" presetSubtype="2" fill="hold" grpId="0" nodeType="withEffect">
                                      <p:stCondLst>
                                        <p:cond delay="1700"/>
                                      </p:stCondLst>
                                      <p:childTnLst>
                                        <p:set>
                                          <p:cBhvr>
                                            <p:cTn id="143" dur="1" fill="hold">
                                              <p:stCondLst>
                                                <p:cond delay="0"/>
                                              </p:stCondLst>
                                            </p:cTn>
                                            <p:tgtEl>
                                              <p:spTgt spid="68"/>
                                            </p:tgtEl>
                                            <p:attrNameLst>
                                              <p:attrName>style.visibility</p:attrName>
                                            </p:attrNameLst>
                                          </p:cBhvr>
                                          <p:to>
                                            <p:strVal val="visible"/>
                                          </p:to>
                                        </p:set>
                                        <p:anim calcmode="lin" valueType="num">
                                          <p:cBhvr additive="base">
                                            <p:cTn id="144" dur="500" fill="hold"/>
                                            <p:tgtEl>
                                              <p:spTgt spid="68"/>
                                            </p:tgtEl>
                                            <p:attrNameLst>
                                              <p:attrName>ppt_x</p:attrName>
                                            </p:attrNameLst>
                                          </p:cBhvr>
                                          <p:tavLst>
                                            <p:tav tm="0">
                                              <p:val>
                                                <p:strVal val="1+#ppt_w/2"/>
                                              </p:val>
                                            </p:tav>
                                            <p:tav tm="100000">
                                              <p:val>
                                                <p:strVal val="#ppt_x"/>
                                              </p:val>
                                            </p:tav>
                                          </p:tavLst>
                                        </p:anim>
                                        <p:anim calcmode="lin" valueType="num">
                                          <p:cBhvr additive="base">
                                            <p:cTn id="145" dur="500" fill="hold"/>
                                            <p:tgtEl>
                                              <p:spTgt spid="68"/>
                                            </p:tgtEl>
                                            <p:attrNameLst>
                                              <p:attrName>ppt_y</p:attrName>
                                            </p:attrNameLst>
                                          </p:cBhvr>
                                          <p:tavLst>
                                            <p:tav tm="0">
                                              <p:val>
                                                <p:strVal val="#ppt_y"/>
                                              </p:val>
                                            </p:tav>
                                            <p:tav tm="100000">
                                              <p:val>
                                                <p:strVal val="#ppt_y"/>
                                              </p:val>
                                            </p:tav>
                                          </p:tavLst>
                                        </p:anim>
                                      </p:childTnLst>
                                    </p:cTn>
                                  </p:par>
                                  <p:par>
                                    <p:cTn id="146" presetID="55" presetClass="entr" presetSubtype="0" fill="hold" grpId="0" nodeType="withEffect">
                                      <p:stCondLst>
                                        <p:cond delay="2100"/>
                                      </p:stCondLst>
                                      <p:childTnLst>
                                        <p:set>
                                          <p:cBhvr>
                                            <p:cTn id="147" dur="1" fill="hold">
                                              <p:stCondLst>
                                                <p:cond delay="0"/>
                                              </p:stCondLst>
                                            </p:cTn>
                                            <p:tgtEl>
                                              <p:spTgt spid="67"/>
                                            </p:tgtEl>
                                            <p:attrNameLst>
                                              <p:attrName>style.visibility</p:attrName>
                                            </p:attrNameLst>
                                          </p:cBhvr>
                                          <p:to>
                                            <p:strVal val="visible"/>
                                          </p:to>
                                        </p:set>
                                        <p:anim calcmode="lin" valueType="num">
                                          <p:cBhvr>
                                            <p:cTn id="148" dur="500" fill="hold"/>
                                            <p:tgtEl>
                                              <p:spTgt spid="67"/>
                                            </p:tgtEl>
                                            <p:attrNameLst>
                                              <p:attrName>ppt_w</p:attrName>
                                            </p:attrNameLst>
                                          </p:cBhvr>
                                          <p:tavLst>
                                            <p:tav tm="0">
                                              <p:val>
                                                <p:strVal val="#ppt_w*0.70"/>
                                              </p:val>
                                            </p:tav>
                                            <p:tav tm="100000">
                                              <p:val>
                                                <p:strVal val="#ppt_w"/>
                                              </p:val>
                                            </p:tav>
                                          </p:tavLst>
                                        </p:anim>
                                        <p:anim calcmode="lin" valueType="num">
                                          <p:cBhvr>
                                            <p:cTn id="149" dur="500" fill="hold"/>
                                            <p:tgtEl>
                                              <p:spTgt spid="67"/>
                                            </p:tgtEl>
                                            <p:attrNameLst>
                                              <p:attrName>ppt_h</p:attrName>
                                            </p:attrNameLst>
                                          </p:cBhvr>
                                          <p:tavLst>
                                            <p:tav tm="0">
                                              <p:val>
                                                <p:strVal val="#ppt_h"/>
                                              </p:val>
                                            </p:tav>
                                            <p:tav tm="100000">
                                              <p:val>
                                                <p:strVal val="#ppt_h"/>
                                              </p:val>
                                            </p:tav>
                                          </p:tavLst>
                                        </p:anim>
                                        <p:animEffect transition="in" filter="fade">
                                          <p:cBhvr>
                                            <p:cTn id="150" dur="500"/>
                                            <p:tgtEl>
                                              <p:spTgt spid="67"/>
                                            </p:tgtEl>
                                          </p:cBhvr>
                                        </p:animEffect>
                                      </p:childTnLst>
                                    </p:cTn>
                                  </p:par>
                                  <p:par>
                                    <p:cTn id="151" presetID="2" presetClass="entr" presetSubtype="2" fill="hold" grpId="0" nodeType="withEffect">
                                      <p:stCondLst>
                                        <p:cond delay="1700"/>
                                      </p:stCondLst>
                                      <p:childTnLst>
                                        <p:set>
                                          <p:cBhvr>
                                            <p:cTn id="152" dur="1" fill="hold">
                                              <p:stCondLst>
                                                <p:cond delay="0"/>
                                              </p:stCondLst>
                                            </p:cTn>
                                            <p:tgtEl>
                                              <p:spTgt spid="70"/>
                                            </p:tgtEl>
                                            <p:attrNameLst>
                                              <p:attrName>style.visibility</p:attrName>
                                            </p:attrNameLst>
                                          </p:cBhvr>
                                          <p:to>
                                            <p:strVal val="visible"/>
                                          </p:to>
                                        </p:set>
                                        <p:anim calcmode="lin" valueType="num">
                                          <p:cBhvr additive="base">
                                            <p:cTn id="153" dur="500" fill="hold"/>
                                            <p:tgtEl>
                                              <p:spTgt spid="70"/>
                                            </p:tgtEl>
                                            <p:attrNameLst>
                                              <p:attrName>ppt_x</p:attrName>
                                            </p:attrNameLst>
                                          </p:cBhvr>
                                          <p:tavLst>
                                            <p:tav tm="0">
                                              <p:val>
                                                <p:strVal val="1+#ppt_w/2"/>
                                              </p:val>
                                            </p:tav>
                                            <p:tav tm="100000">
                                              <p:val>
                                                <p:strVal val="#ppt_x"/>
                                              </p:val>
                                            </p:tav>
                                          </p:tavLst>
                                        </p:anim>
                                        <p:anim calcmode="lin" valueType="num">
                                          <p:cBhvr additive="base">
                                            <p:cTn id="154" dur="500" fill="hold"/>
                                            <p:tgtEl>
                                              <p:spTgt spid="70"/>
                                            </p:tgtEl>
                                            <p:attrNameLst>
                                              <p:attrName>ppt_y</p:attrName>
                                            </p:attrNameLst>
                                          </p:cBhvr>
                                          <p:tavLst>
                                            <p:tav tm="0">
                                              <p:val>
                                                <p:strVal val="#ppt_y"/>
                                              </p:val>
                                            </p:tav>
                                            <p:tav tm="100000">
                                              <p:val>
                                                <p:strVal val="#ppt_y"/>
                                              </p:val>
                                            </p:tav>
                                          </p:tavLst>
                                        </p:anim>
                                      </p:childTnLst>
                                    </p:cTn>
                                  </p:par>
                                  <p:par>
                                    <p:cTn id="155" presetID="55" presetClass="entr" presetSubtype="0" fill="hold" grpId="0" nodeType="withEffect">
                                      <p:stCondLst>
                                        <p:cond delay="2100"/>
                                      </p:stCondLst>
                                      <p:childTnLst>
                                        <p:set>
                                          <p:cBhvr>
                                            <p:cTn id="156" dur="1" fill="hold">
                                              <p:stCondLst>
                                                <p:cond delay="0"/>
                                              </p:stCondLst>
                                            </p:cTn>
                                            <p:tgtEl>
                                              <p:spTgt spid="69"/>
                                            </p:tgtEl>
                                            <p:attrNameLst>
                                              <p:attrName>style.visibility</p:attrName>
                                            </p:attrNameLst>
                                          </p:cBhvr>
                                          <p:to>
                                            <p:strVal val="visible"/>
                                          </p:to>
                                        </p:set>
                                        <p:anim calcmode="lin" valueType="num">
                                          <p:cBhvr>
                                            <p:cTn id="157" dur="500" fill="hold"/>
                                            <p:tgtEl>
                                              <p:spTgt spid="69"/>
                                            </p:tgtEl>
                                            <p:attrNameLst>
                                              <p:attrName>ppt_w</p:attrName>
                                            </p:attrNameLst>
                                          </p:cBhvr>
                                          <p:tavLst>
                                            <p:tav tm="0">
                                              <p:val>
                                                <p:strVal val="#ppt_w*0.70"/>
                                              </p:val>
                                            </p:tav>
                                            <p:tav tm="100000">
                                              <p:val>
                                                <p:strVal val="#ppt_w"/>
                                              </p:val>
                                            </p:tav>
                                          </p:tavLst>
                                        </p:anim>
                                        <p:anim calcmode="lin" valueType="num">
                                          <p:cBhvr>
                                            <p:cTn id="158" dur="500" fill="hold"/>
                                            <p:tgtEl>
                                              <p:spTgt spid="69"/>
                                            </p:tgtEl>
                                            <p:attrNameLst>
                                              <p:attrName>ppt_h</p:attrName>
                                            </p:attrNameLst>
                                          </p:cBhvr>
                                          <p:tavLst>
                                            <p:tav tm="0">
                                              <p:val>
                                                <p:strVal val="#ppt_h"/>
                                              </p:val>
                                            </p:tav>
                                            <p:tav tm="100000">
                                              <p:val>
                                                <p:strVal val="#ppt_h"/>
                                              </p:val>
                                            </p:tav>
                                          </p:tavLst>
                                        </p:anim>
                                        <p:animEffect transition="in" filter="fade">
                                          <p:cBhvr>
                                            <p:cTn id="159" dur="500"/>
                                            <p:tgtEl>
                                              <p:spTgt spid="69"/>
                                            </p:tgtEl>
                                          </p:cBhvr>
                                        </p:animEffect>
                                      </p:childTnLst>
                                    </p:cTn>
                                  </p:par>
                                  <p:par>
                                    <p:cTn id="160" presetID="2" presetClass="entr" presetSubtype="8" fill="hold" grpId="0" nodeType="withEffect">
                                      <p:stCondLst>
                                        <p:cond delay="1700"/>
                                      </p:stCondLst>
                                      <p:childTnLst>
                                        <p:set>
                                          <p:cBhvr>
                                            <p:cTn id="161" dur="1" fill="hold">
                                              <p:stCondLst>
                                                <p:cond delay="0"/>
                                              </p:stCondLst>
                                            </p:cTn>
                                            <p:tgtEl>
                                              <p:spTgt spid="72"/>
                                            </p:tgtEl>
                                            <p:attrNameLst>
                                              <p:attrName>style.visibility</p:attrName>
                                            </p:attrNameLst>
                                          </p:cBhvr>
                                          <p:to>
                                            <p:strVal val="visible"/>
                                          </p:to>
                                        </p:set>
                                        <p:anim calcmode="lin" valueType="num">
                                          <p:cBhvr additive="base">
                                            <p:cTn id="162" dur="500" fill="hold"/>
                                            <p:tgtEl>
                                              <p:spTgt spid="72"/>
                                            </p:tgtEl>
                                            <p:attrNameLst>
                                              <p:attrName>ppt_x</p:attrName>
                                            </p:attrNameLst>
                                          </p:cBhvr>
                                          <p:tavLst>
                                            <p:tav tm="0">
                                              <p:val>
                                                <p:strVal val="0-#ppt_w/2"/>
                                              </p:val>
                                            </p:tav>
                                            <p:tav tm="100000">
                                              <p:val>
                                                <p:strVal val="#ppt_x"/>
                                              </p:val>
                                            </p:tav>
                                          </p:tavLst>
                                        </p:anim>
                                        <p:anim calcmode="lin" valueType="num">
                                          <p:cBhvr additive="base">
                                            <p:cTn id="163" dur="500" fill="hold"/>
                                            <p:tgtEl>
                                              <p:spTgt spid="72"/>
                                            </p:tgtEl>
                                            <p:attrNameLst>
                                              <p:attrName>ppt_y</p:attrName>
                                            </p:attrNameLst>
                                          </p:cBhvr>
                                          <p:tavLst>
                                            <p:tav tm="0">
                                              <p:val>
                                                <p:strVal val="#ppt_y"/>
                                              </p:val>
                                            </p:tav>
                                            <p:tav tm="100000">
                                              <p:val>
                                                <p:strVal val="#ppt_y"/>
                                              </p:val>
                                            </p:tav>
                                          </p:tavLst>
                                        </p:anim>
                                      </p:childTnLst>
                                    </p:cTn>
                                  </p:par>
                                  <p:par>
                                    <p:cTn id="164" presetID="55" presetClass="entr" presetSubtype="0" fill="hold" grpId="0" nodeType="withEffect">
                                      <p:stCondLst>
                                        <p:cond delay="2100"/>
                                      </p:stCondLst>
                                      <p:childTnLst>
                                        <p:set>
                                          <p:cBhvr>
                                            <p:cTn id="165" dur="1" fill="hold">
                                              <p:stCondLst>
                                                <p:cond delay="0"/>
                                              </p:stCondLst>
                                            </p:cTn>
                                            <p:tgtEl>
                                              <p:spTgt spid="71"/>
                                            </p:tgtEl>
                                            <p:attrNameLst>
                                              <p:attrName>style.visibility</p:attrName>
                                            </p:attrNameLst>
                                          </p:cBhvr>
                                          <p:to>
                                            <p:strVal val="visible"/>
                                          </p:to>
                                        </p:set>
                                        <p:anim calcmode="lin" valueType="num">
                                          <p:cBhvr>
                                            <p:cTn id="166" dur="500" fill="hold"/>
                                            <p:tgtEl>
                                              <p:spTgt spid="71"/>
                                            </p:tgtEl>
                                            <p:attrNameLst>
                                              <p:attrName>ppt_w</p:attrName>
                                            </p:attrNameLst>
                                          </p:cBhvr>
                                          <p:tavLst>
                                            <p:tav tm="0">
                                              <p:val>
                                                <p:strVal val="#ppt_w*0.70"/>
                                              </p:val>
                                            </p:tav>
                                            <p:tav tm="100000">
                                              <p:val>
                                                <p:strVal val="#ppt_w"/>
                                              </p:val>
                                            </p:tav>
                                          </p:tavLst>
                                        </p:anim>
                                        <p:anim calcmode="lin" valueType="num">
                                          <p:cBhvr>
                                            <p:cTn id="167" dur="500" fill="hold"/>
                                            <p:tgtEl>
                                              <p:spTgt spid="71"/>
                                            </p:tgtEl>
                                            <p:attrNameLst>
                                              <p:attrName>ppt_h</p:attrName>
                                            </p:attrNameLst>
                                          </p:cBhvr>
                                          <p:tavLst>
                                            <p:tav tm="0">
                                              <p:val>
                                                <p:strVal val="#ppt_h"/>
                                              </p:val>
                                            </p:tav>
                                            <p:tav tm="100000">
                                              <p:val>
                                                <p:strVal val="#ppt_h"/>
                                              </p:val>
                                            </p:tav>
                                          </p:tavLst>
                                        </p:anim>
                                        <p:animEffect transition="in" filter="fade">
                                          <p:cBhvr>
                                            <p:cTn id="168" dur="500"/>
                                            <p:tgtEl>
                                              <p:spTgt spid="71"/>
                                            </p:tgtEl>
                                          </p:cBhvr>
                                        </p:animEffect>
                                      </p:childTnLst>
                                    </p:cTn>
                                  </p:par>
                                  <p:par>
                                    <p:cTn id="169" presetID="2" presetClass="entr" presetSubtype="8" fill="hold" grpId="0" nodeType="withEffect">
                                      <p:stCondLst>
                                        <p:cond delay="1700"/>
                                      </p:stCondLst>
                                      <p:childTnLst>
                                        <p:set>
                                          <p:cBhvr>
                                            <p:cTn id="170" dur="1" fill="hold">
                                              <p:stCondLst>
                                                <p:cond delay="0"/>
                                              </p:stCondLst>
                                            </p:cTn>
                                            <p:tgtEl>
                                              <p:spTgt spid="74"/>
                                            </p:tgtEl>
                                            <p:attrNameLst>
                                              <p:attrName>style.visibility</p:attrName>
                                            </p:attrNameLst>
                                          </p:cBhvr>
                                          <p:to>
                                            <p:strVal val="visible"/>
                                          </p:to>
                                        </p:set>
                                        <p:anim calcmode="lin" valueType="num">
                                          <p:cBhvr additive="base">
                                            <p:cTn id="171" dur="500" fill="hold"/>
                                            <p:tgtEl>
                                              <p:spTgt spid="74"/>
                                            </p:tgtEl>
                                            <p:attrNameLst>
                                              <p:attrName>ppt_x</p:attrName>
                                            </p:attrNameLst>
                                          </p:cBhvr>
                                          <p:tavLst>
                                            <p:tav tm="0">
                                              <p:val>
                                                <p:strVal val="0-#ppt_w/2"/>
                                              </p:val>
                                            </p:tav>
                                            <p:tav tm="100000">
                                              <p:val>
                                                <p:strVal val="#ppt_x"/>
                                              </p:val>
                                            </p:tav>
                                          </p:tavLst>
                                        </p:anim>
                                        <p:anim calcmode="lin" valueType="num">
                                          <p:cBhvr additive="base">
                                            <p:cTn id="172" dur="500" fill="hold"/>
                                            <p:tgtEl>
                                              <p:spTgt spid="74"/>
                                            </p:tgtEl>
                                            <p:attrNameLst>
                                              <p:attrName>ppt_y</p:attrName>
                                            </p:attrNameLst>
                                          </p:cBhvr>
                                          <p:tavLst>
                                            <p:tav tm="0">
                                              <p:val>
                                                <p:strVal val="#ppt_y"/>
                                              </p:val>
                                            </p:tav>
                                            <p:tav tm="100000">
                                              <p:val>
                                                <p:strVal val="#ppt_y"/>
                                              </p:val>
                                            </p:tav>
                                          </p:tavLst>
                                        </p:anim>
                                      </p:childTnLst>
                                    </p:cTn>
                                  </p:par>
                                  <p:par>
                                    <p:cTn id="173" presetID="55" presetClass="entr" presetSubtype="0" fill="hold" grpId="0" nodeType="withEffect">
                                      <p:stCondLst>
                                        <p:cond delay="2100"/>
                                      </p:stCondLst>
                                      <p:childTnLst>
                                        <p:set>
                                          <p:cBhvr>
                                            <p:cTn id="174" dur="1" fill="hold">
                                              <p:stCondLst>
                                                <p:cond delay="0"/>
                                              </p:stCondLst>
                                            </p:cTn>
                                            <p:tgtEl>
                                              <p:spTgt spid="73"/>
                                            </p:tgtEl>
                                            <p:attrNameLst>
                                              <p:attrName>style.visibility</p:attrName>
                                            </p:attrNameLst>
                                          </p:cBhvr>
                                          <p:to>
                                            <p:strVal val="visible"/>
                                          </p:to>
                                        </p:set>
                                        <p:anim calcmode="lin" valueType="num">
                                          <p:cBhvr>
                                            <p:cTn id="175" dur="500" fill="hold"/>
                                            <p:tgtEl>
                                              <p:spTgt spid="73"/>
                                            </p:tgtEl>
                                            <p:attrNameLst>
                                              <p:attrName>ppt_w</p:attrName>
                                            </p:attrNameLst>
                                          </p:cBhvr>
                                          <p:tavLst>
                                            <p:tav tm="0">
                                              <p:val>
                                                <p:strVal val="#ppt_w*0.70"/>
                                              </p:val>
                                            </p:tav>
                                            <p:tav tm="100000">
                                              <p:val>
                                                <p:strVal val="#ppt_w"/>
                                              </p:val>
                                            </p:tav>
                                          </p:tavLst>
                                        </p:anim>
                                        <p:anim calcmode="lin" valueType="num">
                                          <p:cBhvr>
                                            <p:cTn id="176" dur="500" fill="hold"/>
                                            <p:tgtEl>
                                              <p:spTgt spid="73"/>
                                            </p:tgtEl>
                                            <p:attrNameLst>
                                              <p:attrName>ppt_h</p:attrName>
                                            </p:attrNameLst>
                                          </p:cBhvr>
                                          <p:tavLst>
                                            <p:tav tm="0">
                                              <p:val>
                                                <p:strVal val="#ppt_h"/>
                                              </p:val>
                                            </p:tav>
                                            <p:tav tm="100000">
                                              <p:val>
                                                <p:strVal val="#ppt_h"/>
                                              </p:val>
                                            </p:tav>
                                          </p:tavLst>
                                        </p:anim>
                                        <p:animEffect transition="in" filter="fade">
                                          <p:cBhvr>
                                            <p:cTn id="177" dur="500"/>
                                            <p:tgtEl>
                                              <p:spTgt spid="73"/>
                                            </p:tgtEl>
                                          </p:cBhvr>
                                        </p:animEffect>
                                      </p:childTnLst>
                                    </p:cTn>
                                  </p:par>
                                  <p:par>
                                    <p:cTn id="178" presetID="2" presetClass="entr" presetSubtype="8" fill="hold" grpId="0" nodeType="withEffect">
                                      <p:stCondLst>
                                        <p:cond delay="1700"/>
                                      </p:stCondLst>
                                      <p:childTnLst>
                                        <p:set>
                                          <p:cBhvr>
                                            <p:cTn id="179" dur="1" fill="hold">
                                              <p:stCondLst>
                                                <p:cond delay="0"/>
                                              </p:stCondLst>
                                            </p:cTn>
                                            <p:tgtEl>
                                              <p:spTgt spid="76"/>
                                            </p:tgtEl>
                                            <p:attrNameLst>
                                              <p:attrName>style.visibility</p:attrName>
                                            </p:attrNameLst>
                                          </p:cBhvr>
                                          <p:to>
                                            <p:strVal val="visible"/>
                                          </p:to>
                                        </p:set>
                                        <p:anim calcmode="lin" valueType="num">
                                          <p:cBhvr additive="base">
                                            <p:cTn id="180" dur="500" fill="hold"/>
                                            <p:tgtEl>
                                              <p:spTgt spid="76"/>
                                            </p:tgtEl>
                                            <p:attrNameLst>
                                              <p:attrName>ppt_x</p:attrName>
                                            </p:attrNameLst>
                                          </p:cBhvr>
                                          <p:tavLst>
                                            <p:tav tm="0">
                                              <p:val>
                                                <p:strVal val="0-#ppt_w/2"/>
                                              </p:val>
                                            </p:tav>
                                            <p:tav tm="100000">
                                              <p:val>
                                                <p:strVal val="#ppt_x"/>
                                              </p:val>
                                            </p:tav>
                                          </p:tavLst>
                                        </p:anim>
                                        <p:anim calcmode="lin" valueType="num">
                                          <p:cBhvr additive="base">
                                            <p:cTn id="181" dur="500" fill="hold"/>
                                            <p:tgtEl>
                                              <p:spTgt spid="76"/>
                                            </p:tgtEl>
                                            <p:attrNameLst>
                                              <p:attrName>ppt_y</p:attrName>
                                            </p:attrNameLst>
                                          </p:cBhvr>
                                          <p:tavLst>
                                            <p:tav tm="0">
                                              <p:val>
                                                <p:strVal val="#ppt_y"/>
                                              </p:val>
                                            </p:tav>
                                            <p:tav tm="100000">
                                              <p:val>
                                                <p:strVal val="#ppt_y"/>
                                              </p:val>
                                            </p:tav>
                                          </p:tavLst>
                                        </p:anim>
                                      </p:childTnLst>
                                    </p:cTn>
                                  </p:par>
                                  <p:par>
                                    <p:cTn id="182" presetID="55" presetClass="entr" presetSubtype="0" fill="hold" grpId="0" nodeType="withEffect">
                                      <p:stCondLst>
                                        <p:cond delay="2100"/>
                                      </p:stCondLst>
                                      <p:childTnLst>
                                        <p:set>
                                          <p:cBhvr>
                                            <p:cTn id="183" dur="1" fill="hold">
                                              <p:stCondLst>
                                                <p:cond delay="0"/>
                                              </p:stCondLst>
                                            </p:cTn>
                                            <p:tgtEl>
                                              <p:spTgt spid="75"/>
                                            </p:tgtEl>
                                            <p:attrNameLst>
                                              <p:attrName>style.visibility</p:attrName>
                                            </p:attrNameLst>
                                          </p:cBhvr>
                                          <p:to>
                                            <p:strVal val="visible"/>
                                          </p:to>
                                        </p:set>
                                        <p:anim calcmode="lin" valueType="num">
                                          <p:cBhvr>
                                            <p:cTn id="184" dur="500" fill="hold"/>
                                            <p:tgtEl>
                                              <p:spTgt spid="75"/>
                                            </p:tgtEl>
                                            <p:attrNameLst>
                                              <p:attrName>ppt_w</p:attrName>
                                            </p:attrNameLst>
                                          </p:cBhvr>
                                          <p:tavLst>
                                            <p:tav tm="0">
                                              <p:val>
                                                <p:strVal val="#ppt_w*0.70"/>
                                              </p:val>
                                            </p:tav>
                                            <p:tav tm="100000">
                                              <p:val>
                                                <p:strVal val="#ppt_w"/>
                                              </p:val>
                                            </p:tav>
                                          </p:tavLst>
                                        </p:anim>
                                        <p:anim calcmode="lin" valueType="num">
                                          <p:cBhvr>
                                            <p:cTn id="185" dur="500" fill="hold"/>
                                            <p:tgtEl>
                                              <p:spTgt spid="75"/>
                                            </p:tgtEl>
                                            <p:attrNameLst>
                                              <p:attrName>ppt_h</p:attrName>
                                            </p:attrNameLst>
                                          </p:cBhvr>
                                          <p:tavLst>
                                            <p:tav tm="0">
                                              <p:val>
                                                <p:strVal val="#ppt_h"/>
                                              </p:val>
                                            </p:tav>
                                            <p:tav tm="100000">
                                              <p:val>
                                                <p:strVal val="#ppt_h"/>
                                              </p:val>
                                            </p:tav>
                                          </p:tavLst>
                                        </p:anim>
                                        <p:animEffect transition="in" filter="fade">
                                          <p:cBhvr>
                                            <p:cTn id="186" dur="500"/>
                                            <p:tgtEl>
                                              <p:spTgt spid="75"/>
                                            </p:tgtEl>
                                          </p:cBhvr>
                                        </p:animEffect>
                                      </p:childTnLst>
                                    </p:cTn>
                                  </p:par>
                                  <p:par>
                                    <p:cTn id="187" presetID="2" presetClass="entr" presetSubtype="8" fill="hold" grpId="0" nodeType="withEffect">
                                      <p:stCondLst>
                                        <p:cond delay="1700"/>
                                      </p:stCondLst>
                                      <p:childTnLst>
                                        <p:set>
                                          <p:cBhvr>
                                            <p:cTn id="188" dur="1" fill="hold">
                                              <p:stCondLst>
                                                <p:cond delay="0"/>
                                              </p:stCondLst>
                                            </p:cTn>
                                            <p:tgtEl>
                                              <p:spTgt spid="78"/>
                                            </p:tgtEl>
                                            <p:attrNameLst>
                                              <p:attrName>style.visibility</p:attrName>
                                            </p:attrNameLst>
                                          </p:cBhvr>
                                          <p:to>
                                            <p:strVal val="visible"/>
                                          </p:to>
                                        </p:set>
                                        <p:anim calcmode="lin" valueType="num">
                                          <p:cBhvr additive="base">
                                            <p:cTn id="189" dur="500" fill="hold"/>
                                            <p:tgtEl>
                                              <p:spTgt spid="78"/>
                                            </p:tgtEl>
                                            <p:attrNameLst>
                                              <p:attrName>ppt_x</p:attrName>
                                            </p:attrNameLst>
                                          </p:cBhvr>
                                          <p:tavLst>
                                            <p:tav tm="0">
                                              <p:val>
                                                <p:strVal val="0-#ppt_w/2"/>
                                              </p:val>
                                            </p:tav>
                                            <p:tav tm="100000">
                                              <p:val>
                                                <p:strVal val="#ppt_x"/>
                                              </p:val>
                                            </p:tav>
                                          </p:tavLst>
                                        </p:anim>
                                        <p:anim calcmode="lin" valueType="num">
                                          <p:cBhvr additive="base">
                                            <p:cTn id="190" dur="500" fill="hold"/>
                                            <p:tgtEl>
                                              <p:spTgt spid="78"/>
                                            </p:tgtEl>
                                            <p:attrNameLst>
                                              <p:attrName>ppt_y</p:attrName>
                                            </p:attrNameLst>
                                          </p:cBhvr>
                                          <p:tavLst>
                                            <p:tav tm="0">
                                              <p:val>
                                                <p:strVal val="#ppt_y"/>
                                              </p:val>
                                            </p:tav>
                                            <p:tav tm="100000">
                                              <p:val>
                                                <p:strVal val="#ppt_y"/>
                                              </p:val>
                                            </p:tav>
                                          </p:tavLst>
                                        </p:anim>
                                      </p:childTnLst>
                                    </p:cTn>
                                  </p:par>
                                  <p:par>
                                    <p:cTn id="191" presetID="55" presetClass="entr" presetSubtype="0" fill="hold" grpId="0" nodeType="withEffect">
                                      <p:stCondLst>
                                        <p:cond delay="2100"/>
                                      </p:stCondLst>
                                      <p:childTnLst>
                                        <p:set>
                                          <p:cBhvr>
                                            <p:cTn id="192" dur="1" fill="hold">
                                              <p:stCondLst>
                                                <p:cond delay="0"/>
                                              </p:stCondLst>
                                            </p:cTn>
                                            <p:tgtEl>
                                              <p:spTgt spid="77"/>
                                            </p:tgtEl>
                                            <p:attrNameLst>
                                              <p:attrName>style.visibility</p:attrName>
                                            </p:attrNameLst>
                                          </p:cBhvr>
                                          <p:to>
                                            <p:strVal val="visible"/>
                                          </p:to>
                                        </p:set>
                                        <p:anim calcmode="lin" valueType="num">
                                          <p:cBhvr>
                                            <p:cTn id="193" dur="500" fill="hold"/>
                                            <p:tgtEl>
                                              <p:spTgt spid="77"/>
                                            </p:tgtEl>
                                            <p:attrNameLst>
                                              <p:attrName>ppt_w</p:attrName>
                                            </p:attrNameLst>
                                          </p:cBhvr>
                                          <p:tavLst>
                                            <p:tav tm="0">
                                              <p:val>
                                                <p:strVal val="#ppt_w*0.70"/>
                                              </p:val>
                                            </p:tav>
                                            <p:tav tm="100000">
                                              <p:val>
                                                <p:strVal val="#ppt_w"/>
                                              </p:val>
                                            </p:tav>
                                          </p:tavLst>
                                        </p:anim>
                                        <p:anim calcmode="lin" valueType="num">
                                          <p:cBhvr>
                                            <p:cTn id="194" dur="500" fill="hold"/>
                                            <p:tgtEl>
                                              <p:spTgt spid="77"/>
                                            </p:tgtEl>
                                            <p:attrNameLst>
                                              <p:attrName>ppt_h</p:attrName>
                                            </p:attrNameLst>
                                          </p:cBhvr>
                                          <p:tavLst>
                                            <p:tav tm="0">
                                              <p:val>
                                                <p:strVal val="#ppt_h"/>
                                              </p:val>
                                            </p:tav>
                                            <p:tav tm="100000">
                                              <p:val>
                                                <p:strVal val="#ppt_h"/>
                                              </p:val>
                                            </p:tav>
                                          </p:tavLst>
                                        </p:anim>
                                        <p:animEffect transition="in" filter="fade">
                                          <p:cBhvr>
                                            <p:cTn id="195" dur="500"/>
                                            <p:tgtEl>
                                              <p:spTgt spid="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animBg="1"/>
          <p:bldP spid="36" grpId="0" animBg="1"/>
          <p:bldP spid="38" grpId="0" animBg="1"/>
          <p:bldP spid="44" grpId="0" animBg="1"/>
          <p:bldP spid="45" grpId="0" animBg="1"/>
          <p:bldP spid="46" grpId="0" animBg="1"/>
          <p:bldP spid="47" grpId="0" animBg="1"/>
          <p:bldP spid="55" grpId="0"/>
          <p:bldP spid="55" grpId="1"/>
          <p:bldP spid="56" grpId="0"/>
          <p:bldP spid="56" grpId="1"/>
          <p:bldP spid="57" grpId="0"/>
          <p:bldP spid="57" grpId="1"/>
          <p:bldP spid="58" grpId="0"/>
          <p:bldP spid="58" grpId="1"/>
          <p:bldP spid="59" grpId="0"/>
          <p:bldP spid="59" grpId="1"/>
          <p:bldP spid="60" grpId="0"/>
          <p:bldP spid="60" grpId="1"/>
          <p:bldP spid="61" grpId="0"/>
          <p:bldP spid="61" grpId="1"/>
          <p:bldP spid="62" grpId="0"/>
          <p:bldP spid="62" grpId="1"/>
          <p:bldP spid="63" grpId="0"/>
          <p:bldP spid="64" grpId="0" animBg="1"/>
          <p:bldP spid="65" grpId="0"/>
          <p:bldP spid="66" grpId="0" animBg="1"/>
          <p:bldP spid="67" grpId="0"/>
          <p:bldP spid="68" grpId="0" animBg="1"/>
          <p:bldP spid="69" grpId="0"/>
          <p:bldP spid="70" grpId="0" animBg="1"/>
          <p:bldP spid="71" grpId="0"/>
          <p:bldP spid="72" grpId="0" animBg="1"/>
          <p:bldP spid="73" grpId="0"/>
          <p:bldP spid="74" grpId="0" animBg="1"/>
          <p:bldP spid="75" grpId="0"/>
          <p:bldP spid="76" grpId="0" animBg="1"/>
          <p:bldP spid="77" grpId="0"/>
          <p:bldP spid="78" grpId="0" animBg="1"/>
        </p:bldLst>
      </p:timing>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nvCxnSpPr>
        <p:spPr>
          <a:xfrm flipH="1">
            <a:off x="0" y="2368389"/>
            <a:ext cx="390525" cy="0"/>
          </a:xfrm>
          <a:prstGeom prst="line">
            <a:avLst/>
          </a:prstGeom>
          <a:ln w="6350">
            <a:solidFill>
              <a:srgbClr val="62768C"/>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flipH="1">
            <a:off x="0" y="1977864"/>
            <a:ext cx="390525" cy="0"/>
          </a:xfrm>
          <a:prstGeom prst="line">
            <a:avLst/>
          </a:prstGeom>
          <a:ln w="6350">
            <a:solidFill>
              <a:srgbClr val="62768C"/>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H="1">
            <a:off x="0" y="2762089"/>
            <a:ext cx="390525" cy="0"/>
          </a:xfrm>
          <a:prstGeom prst="line">
            <a:avLst/>
          </a:prstGeom>
          <a:ln w="6350">
            <a:solidFill>
              <a:srgbClr val="62768C"/>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flipH="1">
            <a:off x="0" y="3152614"/>
            <a:ext cx="390525" cy="0"/>
          </a:xfrm>
          <a:prstGeom prst="line">
            <a:avLst/>
          </a:prstGeom>
          <a:ln w="6350">
            <a:solidFill>
              <a:srgbClr val="62768C"/>
            </a:solidFill>
          </a:ln>
        </p:spPr>
        <p:style>
          <a:lnRef idx="1">
            <a:schemeClr val="accent1"/>
          </a:lnRef>
          <a:fillRef idx="0">
            <a:schemeClr val="accent1"/>
          </a:fillRef>
          <a:effectRef idx="0">
            <a:schemeClr val="accent1"/>
          </a:effectRef>
          <a:fontRef idx="minor">
            <a:schemeClr val="tx1"/>
          </a:fontRef>
        </p:style>
      </p:cxnSp>
      <p:sp>
        <p:nvSpPr>
          <p:cNvPr id="37" name="矩形 36"/>
          <p:cNvSpPr/>
          <p:nvPr/>
        </p:nvSpPr>
        <p:spPr>
          <a:xfrm>
            <a:off x="-1" y="3152614"/>
            <a:ext cx="1280513" cy="390525"/>
          </a:xfrm>
          <a:prstGeom prst="rect">
            <a:avLst/>
          </a:prstGeom>
          <a:solidFill>
            <a:srgbClr val="37B0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Freeform 9"/>
          <p:cNvSpPr>
            <a:spLocks noEditPoints="1"/>
          </p:cNvSpPr>
          <p:nvPr/>
        </p:nvSpPr>
        <p:spPr bwMode="auto">
          <a:xfrm>
            <a:off x="83442" y="3272333"/>
            <a:ext cx="231878" cy="151086"/>
          </a:xfrm>
          <a:custGeom>
            <a:avLst/>
            <a:gdLst>
              <a:gd name="T0" fmla="*/ 58 w 215"/>
              <a:gd name="T1" fmla="*/ 83 h 140"/>
              <a:gd name="T2" fmla="*/ 58 w 215"/>
              <a:gd name="T3" fmla="*/ 91 h 140"/>
              <a:gd name="T4" fmla="*/ 161 w 215"/>
              <a:gd name="T5" fmla="*/ 87 h 140"/>
              <a:gd name="T6" fmla="*/ 58 w 215"/>
              <a:gd name="T7" fmla="*/ 73 h 140"/>
              <a:gd name="T8" fmla="*/ 98 w 215"/>
              <a:gd name="T9" fmla="*/ 73 h 140"/>
              <a:gd name="T10" fmla="*/ 102 w 215"/>
              <a:gd name="T11" fmla="*/ 34 h 140"/>
              <a:gd name="T12" fmla="*/ 58 w 215"/>
              <a:gd name="T13" fmla="*/ 30 h 140"/>
              <a:gd name="T14" fmla="*/ 54 w 215"/>
              <a:gd name="T15" fmla="*/ 69 h 140"/>
              <a:gd name="T16" fmla="*/ 63 w 215"/>
              <a:gd name="T17" fmla="*/ 38 h 140"/>
              <a:gd name="T18" fmla="*/ 94 w 215"/>
              <a:gd name="T19" fmla="*/ 38 h 140"/>
              <a:gd name="T20" fmla="*/ 63 w 215"/>
              <a:gd name="T21" fmla="*/ 65 h 140"/>
              <a:gd name="T22" fmla="*/ 27 w 215"/>
              <a:gd name="T23" fmla="*/ 121 h 140"/>
              <a:gd name="T24" fmla="*/ 189 w 215"/>
              <a:gd name="T25" fmla="*/ 121 h 140"/>
              <a:gd name="T26" fmla="*/ 196 w 215"/>
              <a:gd name="T27" fmla="*/ 7 h 140"/>
              <a:gd name="T28" fmla="*/ 27 w 215"/>
              <a:gd name="T29" fmla="*/ 0 h 140"/>
              <a:gd name="T30" fmla="*/ 20 w 215"/>
              <a:gd name="T31" fmla="*/ 114 h 140"/>
              <a:gd name="T32" fmla="*/ 33 w 215"/>
              <a:gd name="T33" fmla="*/ 13 h 140"/>
              <a:gd name="T34" fmla="*/ 182 w 215"/>
              <a:gd name="T35" fmla="*/ 13 h 140"/>
              <a:gd name="T36" fmla="*/ 33 w 215"/>
              <a:gd name="T37" fmla="*/ 107 h 140"/>
              <a:gd name="T38" fmla="*/ 157 w 215"/>
              <a:gd name="T39" fmla="*/ 48 h 140"/>
              <a:gd name="T40" fmla="*/ 111 w 215"/>
              <a:gd name="T41" fmla="*/ 48 h 140"/>
              <a:gd name="T42" fmla="*/ 111 w 215"/>
              <a:gd name="T43" fmla="*/ 56 h 140"/>
              <a:gd name="T44" fmla="*/ 161 w 215"/>
              <a:gd name="T45" fmla="*/ 52 h 140"/>
              <a:gd name="T46" fmla="*/ 157 w 215"/>
              <a:gd name="T47" fmla="*/ 65 h 140"/>
              <a:gd name="T48" fmla="*/ 111 w 215"/>
              <a:gd name="T49" fmla="*/ 65 h 140"/>
              <a:gd name="T50" fmla="*/ 111 w 215"/>
              <a:gd name="T51" fmla="*/ 73 h 140"/>
              <a:gd name="T52" fmla="*/ 161 w 215"/>
              <a:gd name="T53" fmla="*/ 69 h 140"/>
              <a:gd name="T54" fmla="*/ 157 w 215"/>
              <a:gd name="T55" fmla="*/ 30 h 140"/>
              <a:gd name="T56" fmla="*/ 111 w 215"/>
              <a:gd name="T57" fmla="*/ 30 h 140"/>
              <a:gd name="T58" fmla="*/ 111 w 215"/>
              <a:gd name="T59" fmla="*/ 38 h 140"/>
              <a:gd name="T60" fmla="*/ 161 w 215"/>
              <a:gd name="T61" fmla="*/ 34 h 140"/>
              <a:gd name="T62" fmla="*/ 209 w 215"/>
              <a:gd name="T63" fmla="*/ 127 h 140"/>
              <a:gd name="T64" fmla="*/ 7 w 215"/>
              <a:gd name="T65" fmla="*/ 127 h 140"/>
              <a:gd name="T66" fmla="*/ 7 w 215"/>
              <a:gd name="T67" fmla="*/ 140 h 140"/>
              <a:gd name="T68" fmla="*/ 215 w 215"/>
              <a:gd name="T69" fmla="*/ 13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15" h="140">
                <a:moveTo>
                  <a:pt x="157" y="83"/>
                </a:moveTo>
                <a:cubicBezTo>
                  <a:pt x="58" y="83"/>
                  <a:pt x="58" y="83"/>
                  <a:pt x="58" y="83"/>
                </a:cubicBezTo>
                <a:cubicBezTo>
                  <a:pt x="56" y="83"/>
                  <a:pt x="54" y="84"/>
                  <a:pt x="54" y="87"/>
                </a:cubicBezTo>
                <a:cubicBezTo>
                  <a:pt x="54" y="89"/>
                  <a:pt x="56" y="91"/>
                  <a:pt x="58" y="91"/>
                </a:cubicBezTo>
                <a:cubicBezTo>
                  <a:pt x="157" y="91"/>
                  <a:pt x="157" y="91"/>
                  <a:pt x="157" y="91"/>
                </a:cubicBezTo>
                <a:cubicBezTo>
                  <a:pt x="159" y="91"/>
                  <a:pt x="161" y="89"/>
                  <a:pt x="161" y="87"/>
                </a:cubicBezTo>
                <a:cubicBezTo>
                  <a:pt x="161" y="84"/>
                  <a:pt x="159" y="83"/>
                  <a:pt x="157" y="83"/>
                </a:cubicBezTo>
                <a:close/>
                <a:moveTo>
                  <a:pt x="58" y="73"/>
                </a:moveTo>
                <a:cubicBezTo>
                  <a:pt x="58" y="73"/>
                  <a:pt x="58" y="73"/>
                  <a:pt x="58" y="73"/>
                </a:cubicBezTo>
                <a:cubicBezTo>
                  <a:pt x="98" y="73"/>
                  <a:pt x="98" y="73"/>
                  <a:pt x="98" y="73"/>
                </a:cubicBezTo>
                <a:cubicBezTo>
                  <a:pt x="100" y="73"/>
                  <a:pt x="102" y="71"/>
                  <a:pt x="102" y="69"/>
                </a:cubicBezTo>
                <a:cubicBezTo>
                  <a:pt x="102" y="34"/>
                  <a:pt x="102" y="34"/>
                  <a:pt x="102" y="34"/>
                </a:cubicBezTo>
                <a:cubicBezTo>
                  <a:pt x="102" y="32"/>
                  <a:pt x="100" y="30"/>
                  <a:pt x="98" y="30"/>
                </a:cubicBezTo>
                <a:cubicBezTo>
                  <a:pt x="58" y="30"/>
                  <a:pt x="58" y="30"/>
                  <a:pt x="58" y="30"/>
                </a:cubicBezTo>
                <a:cubicBezTo>
                  <a:pt x="56" y="30"/>
                  <a:pt x="54" y="32"/>
                  <a:pt x="54" y="34"/>
                </a:cubicBezTo>
                <a:cubicBezTo>
                  <a:pt x="54" y="69"/>
                  <a:pt x="54" y="69"/>
                  <a:pt x="54" y="69"/>
                </a:cubicBezTo>
                <a:cubicBezTo>
                  <a:pt x="54" y="71"/>
                  <a:pt x="56" y="73"/>
                  <a:pt x="58" y="73"/>
                </a:cubicBezTo>
                <a:close/>
                <a:moveTo>
                  <a:pt x="63" y="38"/>
                </a:moveTo>
                <a:cubicBezTo>
                  <a:pt x="63" y="38"/>
                  <a:pt x="63" y="38"/>
                  <a:pt x="63" y="38"/>
                </a:cubicBezTo>
                <a:cubicBezTo>
                  <a:pt x="94" y="38"/>
                  <a:pt x="94" y="38"/>
                  <a:pt x="94" y="38"/>
                </a:cubicBezTo>
                <a:cubicBezTo>
                  <a:pt x="94" y="65"/>
                  <a:pt x="94" y="65"/>
                  <a:pt x="94" y="65"/>
                </a:cubicBezTo>
                <a:cubicBezTo>
                  <a:pt x="63" y="65"/>
                  <a:pt x="63" y="65"/>
                  <a:pt x="63" y="65"/>
                </a:cubicBezTo>
                <a:cubicBezTo>
                  <a:pt x="63" y="38"/>
                  <a:pt x="63" y="38"/>
                  <a:pt x="63" y="38"/>
                </a:cubicBezTo>
                <a:close/>
                <a:moveTo>
                  <a:pt x="27" y="121"/>
                </a:moveTo>
                <a:cubicBezTo>
                  <a:pt x="27" y="121"/>
                  <a:pt x="27" y="121"/>
                  <a:pt x="27" y="121"/>
                </a:cubicBezTo>
                <a:cubicBezTo>
                  <a:pt x="189" y="121"/>
                  <a:pt x="189" y="121"/>
                  <a:pt x="189" y="121"/>
                </a:cubicBezTo>
                <a:cubicBezTo>
                  <a:pt x="193" y="121"/>
                  <a:pt x="196" y="118"/>
                  <a:pt x="196" y="114"/>
                </a:cubicBezTo>
                <a:cubicBezTo>
                  <a:pt x="196" y="7"/>
                  <a:pt x="196" y="7"/>
                  <a:pt x="196" y="7"/>
                </a:cubicBezTo>
                <a:cubicBezTo>
                  <a:pt x="196" y="3"/>
                  <a:pt x="193" y="0"/>
                  <a:pt x="189" y="0"/>
                </a:cubicBezTo>
                <a:cubicBezTo>
                  <a:pt x="27" y="0"/>
                  <a:pt x="27" y="0"/>
                  <a:pt x="27" y="0"/>
                </a:cubicBezTo>
                <a:cubicBezTo>
                  <a:pt x="23" y="0"/>
                  <a:pt x="20" y="3"/>
                  <a:pt x="20" y="7"/>
                </a:cubicBezTo>
                <a:cubicBezTo>
                  <a:pt x="20" y="114"/>
                  <a:pt x="20" y="114"/>
                  <a:pt x="20" y="114"/>
                </a:cubicBezTo>
                <a:cubicBezTo>
                  <a:pt x="20" y="118"/>
                  <a:pt x="23" y="121"/>
                  <a:pt x="27" y="121"/>
                </a:cubicBezTo>
                <a:close/>
                <a:moveTo>
                  <a:pt x="33" y="13"/>
                </a:moveTo>
                <a:cubicBezTo>
                  <a:pt x="33" y="13"/>
                  <a:pt x="33" y="13"/>
                  <a:pt x="33" y="13"/>
                </a:cubicBezTo>
                <a:cubicBezTo>
                  <a:pt x="182" y="13"/>
                  <a:pt x="182" y="13"/>
                  <a:pt x="182" y="13"/>
                </a:cubicBezTo>
                <a:cubicBezTo>
                  <a:pt x="182" y="107"/>
                  <a:pt x="182" y="107"/>
                  <a:pt x="182" y="107"/>
                </a:cubicBezTo>
                <a:cubicBezTo>
                  <a:pt x="33" y="107"/>
                  <a:pt x="33" y="107"/>
                  <a:pt x="33" y="107"/>
                </a:cubicBezTo>
                <a:cubicBezTo>
                  <a:pt x="33" y="13"/>
                  <a:pt x="33" y="13"/>
                  <a:pt x="33" y="13"/>
                </a:cubicBezTo>
                <a:close/>
                <a:moveTo>
                  <a:pt x="157" y="48"/>
                </a:moveTo>
                <a:cubicBezTo>
                  <a:pt x="157" y="48"/>
                  <a:pt x="157" y="48"/>
                  <a:pt x="157" y="48"/>
                </a:cubicBezTo>
                <a:cubicBezTo>
                  <a:pt x="111" y="48"/>
                  <a:pt x="111" y="48"/>
                  <a:pt x="111" y="48"/>
                </a:cubicBezTo>
                <a:cubicBezTo>
                  <a:pt x="108" y="48"/>
                  <a:pt x="107" y="49"/>
                  <a:pt x="107" y="52"/>
                </a:cubicBezTo>
                <a:cubicBezTo>
                  <a:pt x="107" y="54"/>
                  <a:pt x="108" y="56"/>
                  <a:pt x="111" y="56"/>
                </a:cubicBezTo>
                <a:cubicBezTo>
                  <a:pt x="157" y="56"/>
                  <a:pt x="157" y="56"/>
                  <a:pt x="157" y="56"/>
                </a:cubicBezTo>
                <a:cubicBezTo>
                  <a:pt x="159" y="56"/>
                  <a:pt x="161" y="54"/>
                  <a:pt x="161" y="52"/>
                </a:cubicBezTo>
                <a:cubicBezTo>
                  <a:pt x="161" y="49"/>
                  <a:pt x="159" y="48"/>
                  <a:pt x="157" y="48"/>
                </a:cubicBezTo>
                <a:close/>
                <a:moveTo>
                  <a:pt x="157" y="65"/>
                </a:moveTo>
                <a:cubicBezTo>
                  <a:pt x="157" y="65"/>
                  <a:pt x="157" y="65"/>
                  <a:pt x="157" y="65"/>
                </a:cubicBezTo>
                <a:cubicBezTo>
                  <a:pt x="111" y="65"/>
                  <a:pt x="111" y="65"/>
                  <a:pt x="111" y="65"/>
                </a:cubicBezTo>
                <a:cubicBezTo>
                  <a:pt x="108" y="65"/>
                  <a:pt x="107" y="67"/>
                  <a:pt x="107" y="69"/>
                </a:cubicBezTo>
                <a:cubicBezTo>
                  <a:pt x="107" y="71"/>
                  <a:pt x="108" y="73"/>
                  <a:pt x="111" y="73"/>
                </a:cubicBezTo>
                <a:cubicBezTo>
                  <a:pt x="157" y="73"/>
                  <a:pt x="157" y="73"/>
                  <a:pt x="157" y="73"/>
                </a:cubicBezTo>
                <a:cubicBezTo>
                  <a:pt x="159" y="73"/>
                  <a:pt x="161" y="71"/>
                  <a:pt x="161" y="69"/>
                </a:cubicBezTo>
                <a:cubicBezTo>
                  <a:pt x="161" y="67"/>
                  <a:pt x="159" y="65"/>
                  <a:pt x="157" y="65"/>
                </a:cubicBezTo>
                <a:close/>
                <a:moveTo>
                  <a:pt x="157" y="30"/>
                </a:moveTo>
                <a:cubicBezTo>
                  <a:pt x="157" y="30"/>
                  <a:pt x="157" y="30"/>
                  <a:pt x="157" y="30"/>
                </a:cubicBezTo>
                <a:cubicBezTo>
                  <a:pt x="111" y="30"/>
                  <a:pt x="111" y="30"/>
                  <a:pt x="111" y="30"/>
                </a:cubicBezTo>
                <a:cubicBezTo>
                  <a:pt x="108" y="30"/>
                  <a:pt x="107" y="32"/>
                  <a:pt x="107" y="34"/>
                </a:cubicBezTo>
                <a:cubicBezTo>
                  <a:pt x="107" y="37"/>
                  <a:pt x="108" y="38"/>
                  <a:pt x="111" y="38"/>
                </a:cubicBezTo>
                <a:cubicBezTo>
                  <a:pt x="157" y="38"/>
                  <a:pt x="157" y="38"/>
                  <a:pt x="157" y="38"/>
                </a:cubicBezTo>
                <a:cubicBezTo>
                  <a:pt x="159" y="38"/>
                  <a:pt x="161" y="37"/>
                  <a:pt x="161" y="34"/>
                </a:cubicBezTo>
                <a:cubicBezTo>
                  <a:pt x="161" y="32"/>
                  <a:pt x="159" y="30"/>
                  <a:pt x="157" y="30"/>
                </a:cubicBezTo>
                <a:close/>
                <a:moveTo>
                  <a:pt x="209" y="127"/>
                </a:moveTo>
                <a:cubicBezTo>
                  <a:pt x="209" y="127"/>
                  <a:pt x="209" y="127"/>
                  <a:pt x="209" y="127"/>
                </a:cubicBezTo>
                <a:cubicBezTo>
                  <a:pt x="7" y="127"/>
                  <a:pt x="7" y="127"/>
                  <a:pt x="7" y="127"/>
                </a:cubicBezTo>
                <a:cubicBezTo>
                  <a:pt x="3" y="127"/>
                  <a:pt x="0" y="130"/>
                  <a:pt x="0" y="134"/>
                </a:cubicBezTo>
                <a:cubicBezTo>
                  <a:pt x="0" y="137"/>
                  <a:pt x="3" y="140"/>
                  <a:pt x="7" y="140"/>
                </a:cubicBezTo>
                <a:cubicBezTo>
                  <a:pt x="209" y="140"/>
                  <a:pt x="209" y="140"/>
                  <a:pt x="209" y="140"/>
                </a:cubicBezTo>
                <a:cubicBezTo>
                  <a:pt x="212" y="140"/>
                  <a:pt x="215" y="137"/>
                  <a:pt x="215" y="134"/>
                </a:cubicBezTo>
                <a:cubicBezTo>
                  <a:pt x="215" y="130"/>
                  <a:pt x="212" y="127"/>
                  <a:pt x="209" y="127"/>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9" name="Freeform 11"/>
          <p:cNvSpPr>
            <a:spLocks noEditPoints="1"/>
          </p:cNvSpPr>
          <p:nvPr/>
        </p:nvSpPr>
        <p:spPr bwMode="auto">
          <a:xfrm>
            <a:off x="124293" y="2864285"/>
            <a:ext cx="150176" cy="190798"/>
          </a:xfrm>
          <a:custGeom>
            <a:avLst/>
            <a:gdLst>
              <a:gd name="T0" fmla="*/ 104 w 139"/>
              <a:gd name="T1" fmla="*/ 99 h 177"/>
              <a:gd name="T2" fmla="*/ 91 w 139"/>
              <a:gd name="T3" fmla="*/ 160 h 177"/>
              <a:gd name="T4" fmla="*/ 133 w 139"/>
              <a:gd name="T5" fmla="*/ 164 h 177"/>
              <a:gd name="T6" fmla="*/ 133 w 139"/>
              <a:gd name="T7" fmla="*/ 177 h 177"/>
              <a:gd name="T8" fmla="*/ 0 w 139"/>
              <a:gd name="T9" fmla="*/ 170 h 177"/>
              <a:gd name="T10" fmla="*/ 51 w 139"/>
              <a:gd name="T11" fmla="*/ 164 h 177"/>
              <a:gd name="T12" fmla="*/ 81 w 139"/>
              <a:gd name="T13" fmla="*/ 151 h 177"/>
              <a:gd name="T14" fmla="*/ 10 w 139"/>
              <a:gd name="T15" fmla="*/ 147 h 177"/>
              <a:gd name="T16" fmla="*/ 10 w 139"/>
              <a:gd name="T17" fmla="*/ 139 h 177"/>
              <a:gd name="T18" fmla="*/ 94 w 139"/>
              <a:gd name="T19" fmla="*/ 120 h 177"/>
              <a:gd name="T20" fmla="*/ 84 w 139"/>
              <a:gd name="T21" fmla="*/ 92 h 177"/>
              <a:gd name="T22" fmla="*/ 69 w 139"/>
              <a:gd name="T23" fmla="*/ 94 h 177"/>
              <a:gd name="T24" fmla="*/ 53 w 139"/>
              <a:gd name="T25" fmla="*/ 113 h 177"/>
              <a:gd name="T26" fmla="*/ 46 w 139"/>
              <a:gd name="T27" fmla="*/ 117 h 177"/>
              <a:gd name="T28" fmla="*/ 24 w 139"/>
              <a:gd name="T29" fmla="*/ 109 h 177"/>
              <a:gd name="T30" fmla="*/ 26 w 139"/>
              <a:gd name="T31" fmla="*/ 97 h 177"/>
              <a:gd name="T32" fmla="*/ 21 w 139"/>
              <a:gd name="T33" fmla="*/ 89 h 177"/>
              <a:gd name="T34" fmla="*/ 63 w 139"/>
              <a:gd name="T35" fmla="*/ 24 h 177"/>
              <a:gd name="T36" fmla="*/ 67 w 139"/>
              <a:gd name="T37" fmla="*/ 26 h 177"/>
              <a:gd name="T38" fmla="*/ 69 w 139"/>
              <a:gd name="T39" fmla="*/ 14 h 177"/>
              <a:gd name="T40" fmla="*/ 76 w 139"/>
              <a:gd name="T41" fmla="*/ 2 h 177"/>
              <a:gd name="T42" fmla="*/ 109 w 139"/>
              <a:gd name="T43" fmla="*/ 29 h 177"/>
              <a:gd name="T44" fmla="*/ 96 w 139"/>
              <a:gd name="T45" fmla="*/ 30 h 177"/>
              <a:gd name="T46" fmla="*/ 94 w 139"/>
              <a:gd name="T47" fmla="*/ 42 h 177"/>
              <a:gd name="T48" fmla="*/ 87 w 139"/>
              <a:gd name="T49" fmla="*/ 63 h 177"/>
              <a:gd name="T50" fmla="*/ 92 w 139"/>
              <a:gd name="T51" fmla="*/ 81 h 177"/>
              <a:gd name="T52" fmla="*/ 89 w 139"/>
              <a:gd name="T53" fmla="*/ 26 h 177"/>
              <a:gd name="T54" fmla="*/ 74 w 139"/>
              <a:gd name="T55" fmla="*/ 30 h 177"/>
              <a:gd name="T56" fmla="*/ 89 w 139"/>
              <a:gd name="T57" fmla="*/ 26 h 177"/>
              <a:gd name="T58" fmla="*/ 80 w 139"/>
              <a:gd name="T59" fmla="*/ 59 h 177"/>
              <a:gd name="T60" fmla="*/ 62 w 139"/>
              <a:gd name="T61" fmla="*/ 33 h 177"/>
              <a:gd name="T62" fmla="*/ 54 w 139"/>
              <a:gd name="T63" fmla="*/ 104 h 177"/>
              <a:gd name="T64" fmla="*/ 56 w 139"/>
              <a:gd name="T65" fmla="*/ 76 h 177"/>
              <a:gd name="T66" fmla="*/ 62 w 139"/>
              <a:gd name="T67" fmla="*/ 63 h 177"/>
              <a:gd name="T68" fmla="*/ 82 w 139"/>
              <a:gd name="T69" fmla="*/ 69 h 177"/>
              <a:gd name="T70" fmla="*/ 67 w 139"/>
              <a:gd name="T71" fmla="*/ 69 h 177"/>
              <a:gd name="T72" fmla="*/ 67 w 139"/>
              <a:gd name="T73" fmla="*/ 69 h 177"/>
              <a:gd name="T74" fmla="*/ 75 w 139"/>
              <a:gd name="T75" fmla="*/ 86 h 177"/>
              <a:gd name="T76" fmla="*/ 82 w 139"/>
              <a:gd name="T77" fmla="*/ 83 h 177"/>
              <a:gd name="T78" fmla="*/ 82 w 139"/>
              <a:gd name="T79" fmla="*/ 69 h 177"/>
              <a:gd name="T80" fmla="*/ 33 w 139"/>
              <a:gd name="T81" fmla="*/ 101 h 177"/>
              <a:gd name="T82" fmla="*/ 31 w 139"/>
              <a:gd name="T83" fmla="*/ 104 h 177"/>
              <a:gd name="T84" fmla="*/ 42 w 139"/>
              <a:gd name="T85" fmla="*/ 106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 h="177">
                <a:moveTo>
                  <a:pt x="92" y="81"/>
                </a:moveTo>
                <a:cubicBezTo>
                  <a:pt x="97" y="87"/>
                  <a:pt x="101" y="92"/>
                  <a:pt x="104" y="99"/>
                </a:cubicBezTo>
                <a:cubicBezTo>
                  <a:pt x="106" y="106"/>
                  <a:pt x="108" y="113"/>
                  <a:pt x="108" y="120"/>
                </a:cubicBezTo>
                <a:cubicBezTo>
                  <a:pt x="108" y="136"/>
                  <a:pt x="101" y="150"/>
                  <a:pt x="91" y="160"/>
                </a:cubicBezTo>
                <a:cubicBezTo>
                  <a:pt x="90" y="162"/>
                  <a:pt x="89" y="163"/>
                  <a:pt x="88" y="164"/>
                </a:cubicBezTo>
                <a:cubicBezTo>
                  <a:pt x="133" y="164"/>
                  <a:pt x="133" y="164"/>
                  <a:pt x="133" y="164"/>
                </a:cubicBezTo>
                <a:cubicBezTo>
                  <a:pt x="136" y="164"/>
                  <a:pt x="139" y="167"/>
                  <a:pt x="139" y="170"/>
                </a:cubicBezTo>
                <a:cubicBezTo>
                  <a:pt x="139" y="174"/>
                  <a:pt x="136" y="177"/>
                  <a:pt x="133" y="177"/>
                </a:cubicBezTo>
                <a:cubicBezTo>
                  <a:pt x="91" y="177"/>
                  <a:pt x="49" y="177"/>
                  <a:pt x="7" y="177"/>
                </a:cubicBezTo>
                <a:cubicBezTo>
                  <a:pt x="3" y="177"/>
                  <a:pt x="0" y="174"/>
                  <a:pt x="0" y="170"/>
                </a:cubicBezTo>
                <a:cubicBezTo>
                  <a:pt x="0" y="167"/>
                  <a:pt x="3" y="164"/>
                  <a:pt x="7" y="164"/>
                </a:cubicBezTo>
                <a:cubicBezTo>
                  <a:pt x="51" y="164"/>
                  <a:pt x="51" y="164"/>
                  <a:pt x="51" y="164"/>
                </a:cubicBezTo>
                <a:cubicBezTo>
                  <a:pt x="51" y="164"/>
                  <a:pt x="51" y="164"/>
                  <a:pt x="51" y="164"/>
                </a:cubicBezTo>
                <a:cubicBezTo>
                  <a:pt x="63" y="164"/>
                  <a:pt x="74" y="159"/>
                  <a:pt x="81" y="151"/>
                </a:cubicBezTo>
                <a:cubicBezTo>
                  <a:pt x="83" y="150"/>
                  <a:pt x="84" y="148"/>
                  <a:pt x="85" y="147"/>
                </a:cubicBezTo>
                <a:cubicBezTo>
                  <a:pt x="10" y="147"/>
                  <a:pt x="10" y="147"/>
                  <a:pt x="10" y="147"/>
                </a:cubicBezTo>
                <a:cubicBezTo>
                  <a:pt x="8" y="147"/>
                  <a:pt x="6" y="145"/>
                  <a:pt x="6" y="143"/>
                </a:cubicBezTo>
                <a:cubicBezTo>
                  <a:pt x="6" y="141"/>
                  <a:pt x="8" y="139"/>
                  <a:pt x="10" y="139"/>
                </a:cubicBezTo>
                <a:cubicBezTo>
                  <a:pt x="90" y="139"/>
                  <a:pt x="90" y="139"/>
                  <a:pt x="90" y="139"/>
                </a:cubicBezTo>
                <a:cubicBezTo>
                  <a:pt x="93" y="133"/>
                  <a:pt x="94" y="127"/>
                  <a:pt x="94" y="120"/>
                </a:cubicBezTo>
                <a:cubicBezTo>
                  <a:pt x="94" y="114"/>
                  <a:pt x="93" y="109"/>
                  <a:pt x="91" y="104"/>
                </a:cubicBezTo>
                <a:cubicBezTo>
                  <a:pt x="89" y="100"/>
                  <a:pt x="87" y="96"/>
                  <a:pt x="84" y="92"/>
                </a:cubicBezTo>
                <a:cubicBezTo>
                  <a:pt x="81" y="94"/>
                  <a:pt x="78" y="94"/>
                  <a:pt x="75" y="94"/>
                </a:cubicBezTo>
                <a:cubicBezTo>
                  <a:pt x="73" y="94"/>
                  <a:pt x="71" y="94"/>
                  <a:pt x="69" y="94"/>
                </a:cubicBezTo>
                <a:cubicBezTo>
                  <a:pt x="59" y="111"/>
                  <a:pt x="59" y="111"/>
                  <a:pt x="59" y="111"/>
                </a:cubicBezTo>
                <a:cubicBezTo>
                  <a:pt x="58" y="113"/>
                  <a:pt x="55" y="114"/>
                  <a:pt x="53" y="113"/>
                </a:cubicBezTo>
                <a:cubicBezTo>
                  <a:pt x="50" y="111"/>
                  <a:pt x="50" y="111"/>
                  <a:pt x="50" y="111"/>
                </a:cubicBezTo>
                <a:cubicBezTo>
                  <a:pt x="46" y="117"/>
                  <a:pt x="46" y="117"/>
                  <a:pt x="46" y="117"/>
                </a:cubicBezTo>
                <a:cubicBezTo>
                  <a:pt x="45" y="119"/>
                  <a:pt x="42" y="119"/>
                  <a:pt x="40" y="118"/>
                </a:cubicBezTo>
                <a:cubicBezTo>
                  <a:pt x="24" y="109"/>
                  <a:pt x="24" y="109"/>
                  <a:pt x="24" y="109"/>
                </a:cubicBezTo>
                <a:cubicBezTo>
                  <a:pt x="22" y="108"/>
                  <a:pt x="21" y="105"/>
                  <a:pt x="22" y="103"/>
                </a:cubicBezTo>
                <a:cubicBezTo>
                  <a:pt x="26" y="97"/>
                  <a:pt x="26" y="97"/>
                  <a:pt x="26" y="97"/>
                </a:cubicBezTo>
                <a:cubicBezTo>
                  <a:pt x="22" y="95"/>
                  <a:pt x="22" y="95"/>
                  <a:pt x="22" y="95"/>
                </a:cubicBezTo>
                <a:cubicBezTo>
                  <a:pt x="20" y="94"/>
                  <a:pt x="20" y="91"/>
                  <a:pt x="21" y="89"/>
                </a:cubicBezTo>
                <a:cubicBezTo>
                  <a:pt x="57" y="26"/>
                  <a:pt x="57" y="26"/>
                  <a:pt x="57" y="26"/>
                </a:cubicBezTo>
                <a:cubicBezTo>
                  <a:pt x="58" y="24"/>
                  <a:pt x="61" y="23"/>
                  <a:pt x="63" y="24"/>
                </a:cubicBezTo>
                <a:cubicBezTo>
                  <a:pt x="63" y="24"/>
                  <a:pt x="63" y="24"/>
                  <a:pt x="63" y="24"/>
                </a:cubicBezTo>
                <a:cubicBezTo>
                  <a:pt x="67" y="26"/>
                  <a:pt x="67" y="26"/>
                  <a:pt x="67" y="26"/>
                </a:cubicBezTo>
                <a:cubicBezTo>
                  <a:pt x="73" y="16"/>
                  <a:pt x="73" y="16"/>
                  <a:pt x="73" y="16"/>
                </a:cubicBezTo>
                <a:cubicBezTo>
                  <a:pt x="69" y="14"/>
                  <a:pt x="69" y="14"/>
                  <a:pt x="69" y="14"/>
                </a:cubicBezTo>
                <a:cubicBezTo>
                  <a:pt x="66" y="12"/>
                  <a:pt x="65" y="8"/>
                  <a:pt x="66" y="5"/>
                </a:cubicBezTo>
                <a:cubicBezTo>
                  <a:pt x="68" y="1"/>
                  <a:pt x="72" y="0"/>
                  <a:pt x="76" y="2"/>
                </a:cubicBezTo>
                <a:cubicBezTo>
                  <a:pt x="86" y="8"/>
                  <a:pt x="96" y="14"/>
                  <a:pt x="107" y="20"/>
                </a:cubicBezTo>
                <a:cubicBezTo>
                  <a:pt x="110" y="22"/>
                  <a:pt x="111" y="26"/>
                  <a:pt x="109" y="29"/>
                </a:cubicBezTo>
                <a:cubicBezTo>
                  <a:pt x="107" y="33"/>
                  <a:pt x="103" y="34"/>
                  <a:pt x="100" y="32"/>
                </a:cubicBezTo>
                <a:cubicBezTo>
                  <a:pt x="96" y="30"/>
                  <a:pt x="96" y="30"/>
                  <a:pt x="96" y="30"/>
                </a:cubicBezTo>
                <a:cubicBezTo>
                  <a:pt x="90" y="40"/>
                  <a:pt x="90" y="40"/>
                  <a:pt x="90" y="40"/>
                </a:cubicBezTo>
                <a:cubicBezTo>
                  <a:pt x="94" y="42"/>
                  <a:pt x="94" y="42"/>
                  <a:pt x="94" y="42"/>
                </a:cubicBezTo>
                <a:cubicBezTo>
                  <a:pt x="96" y="43"/>
                  <a:pt x="97" y="46"/>
                  <a:pt x="96" y="48"/>
                </a:cubicBezTo>
                <a:cubicBezTo>
                  <a:pt x="87" y="63"/>
                  <a:pt x="87" y="63"/>
                  <a:pt x="87" y="63"/>
                </a:cubicBezTo>
                <a:cubicBezTo>
                  <a:pt x="91" y="66"/>
                  <a:pt x="93" y="71"/>
                  <a:pt x="93" y="76"/>
                </a:cubicBezTo>
                <a:cubicBezTo>
                  <a:pt x="93" y="78"/>
                  <a:pt x="93" y="80"/>
                  <a:pt x="92" y="81"/>
                </a:cubicBezTo>
                <a:close/>
                <a:moveTo>
                  <a:pt x="89" y="26"/>
                </a:moveTo>
                <a:cubicBezTo>
                  <a:pt x="89" y="26"/>
                  <a:pt x="89" y="26"/>
                  <a:pt x="89" y="26"/>
                </a:cubicBezTo>
                <a:cubicBezTo>
                  <a:pt x="86" y="24"/>
                  <a:pt x="83" y="22"/>
                  <a:pt x="80" y="20"/>
                </a:cubicBezTo>
                <a:cubicBezTo>
                  <a:pt x="74" y="30"/>
                  <a:pt x="74" y="30"/>
                  <a:pt x="74" y="30"/>
                </a:cubicBezTo>
                <a:cubicBezTo>
                  <a:pt x="83" y="36"/>
                  <a:pt x="83" y="36"/>
                  <a:pt x="83" y="36"/>
                </a:cubicBezTo>
                <a:cubicBezTo>
                  <a:pt x="89" y="26"/>
                  <a:pt x="89" y="26"/>
                  <a:pt x="89" y="26"/>
                </a:cubicBezTo>
                <a:close/>
                <a:moveTo>
                  <a:pt x="80" y="59"/>
                </a:moveTo>
                <a:cubicBezTo>
                  <a:pt x="80" y="59"/>
                  <a:pt x="80" y="59"/>
                  <a:pt x="80" y="59"/>
                </a:cubicBezTo>
                <a:cubicBezTo>
                  <a:pt x="87" y="47"/>
                  <a:pt x="87" y="47"/>
                  <a:pt x="87" y="47"/>
                </a:cubicBezTo>
                <a:cubicBezTo>
                  <a:pt x="78" y="43"/>
                  <a:pt x="70" y="38"/>
                  <a:pt x="62" y="33"/>
                </a:cubicBezTo>
                <a:cubicBezTo>
                  <a:pt x="30" y="90"/>
                  <a:pt x="30" y="90"/>
                  <a:pt x="30" y="90"/>
                </a:cubicBezTo>
                <a:cubicBezTo>
                  <a:pt x="38" y="94"/>
                  <a:pt x="46" y="99"/>
                  <a:pt x="54" y="104"/>
                </a:cubicBezTo>
                <a:cubicBezTo>
                  <a:pt x="62" y="90"/>
                  <a:pt x="62" y="90"/>
                  <a:pt x="62" y="90"/>
                </a:cubicBezTo>
                <a:cubicBezTo>
                  <a:pt x="58" y="86"/>
                  <a:pt x="56" y="81"/>
                  <a:pt x="56" y="76"/>
                </a:cubicBezTo>
                <a:cubicBezTo>
                  <a:pt x="56" y="71"/>
                  <a:pt x="58" y="66"/>
                  <a:pt x="62" y="63"/>
                </a:cubicBezTo>
                <a:cubicBezTo>
                  <a:pt x="62" y="63"/>
                  <a:pt x="62" y="63"/>
                  <a:pt x="62" y="63"/>
                </a:cubicBezTo>
                <a:cubicBezTo>
                  <a:pt x="67" y="58"/>
                  <a:pt x="73" y="57"/>
                  <a:pt x="80" y="59"/>
                </a:cubicBezTo>
                <a:close/>
                <a:moveTo>
                  <a:pt x="82" y="69"/>
                </a:moveTo>
                <a:cubicBezTo>
                  <a:pt x="82" y="69"/>
                  <a:pt x="82" y="69"/>
                  <a:pt x="82" y="69"/>
                </a:cubicBezTo>
                <a:cubicBezTo>
                  <a:pt x="78" y="65"/>
                  <a:pt x="71" y="65"/>
                  <a:pt x="67" y="69"/>
                </a:cubicBezTo>
                <a:cubicBezTo>
                  <a:pt x="67" y="69"/>
                  <a:pt x="67" y="69"/>
                  <a:pt x="67" y="69"/>
                </a:cubicBezTo>
                <a:cubicBezTo>
                  <a:pt x="67" y="69"/>
                  <a:pt x="67" y="69"/>
                  <a:pt x="67" y="69"/>
                </a:cubicBezTo>
                <a:cubicBezTo>
                  <a:pt x="65" y="71"/>
                  <a:pt x="64" y="73"/>
                  <a:pt x="64" y="76"/>
                </a:cubicBezTo>
                <a:cubicBezTo>
                  <a:pt x="64" y="82"/>
                  <a:pt x="69" y="86"/>
                  <a:pt x="75" y="86"/>
                </a:cubicBezTo>
                <a:cubicBezTo>
                  <a:pt x="77" y="86"/>
                  <a:pt x="80" y="85"/>
                  <a:pt x="82" y="83"/>
                </a:cubicBezTo>
                <a:cubicBezTo>
                  <a:pt x="82" y="83"/>
                  <a:pt x="82" y="83"/>
                  <a:pt x="82" y="83"/>
                </a:cubicBezTo>
                <a:cubicBezTo>
                  <a:pt x="84" y="81"/>
                  <a:pt x="85" y="79"/>
                  <a:pt x="85" y="76"/>
                </a:cubicBezTo>
                <a:cubicBezTo>
                  <a:pt x="85" y="73"/>
                  <a:pt x="84" y="71"/>
                  <a:pt x="82" y="69"/>
                </a:cubicBezTo>
                <a:cubicBezTo>
                  <a:pt x="82" y="69"/>
                  <a:pt x="82" y="69"/>
                  <a:pt x="82" y="69"/>
                </a:cubicBezTo>
                <a:close/>
                <a:moveTo>
                  <a:pt x="33" y="101"/>
                </a:moveTo>
                <a:cubicBezTo>
                  <a:pt x="33" y="101"/>
                  <a:pt x="33" y="101"/>
                  <a:pt x="33" y="101"/>
                </a:cubicBezTo>
                <a:cubicBezTo>
                  <a:pt x="31" y="104"/>
                  <a:pt x="31" y="104"/>
                  <a:pt x="31" y="104"/>
                </a:cubicBezTo>
                <a:cubicBezTo>
                  <a:pt x="41" y="109"/>
                  <a:pt x="41" y="109"/>
                  <a:pt x="41" y="109"/>
                </a:cubicBezTo>
                <a:cubicBezTo>
                  <a:pt x="42" y="106"/>
                  <a:pt x="42" y="106"/>
                  <a:pt x="42" y="106"/>
                </a:cubicBezTo>
                <a:cubicBezTo>
                  <a:pt x="33" y="101"/>
                  <a:pt x="33" y="101"/>
                  <a:pt x="33" y="101"/>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0" name="Freeform 12"/>
          <p:cNvSpPr>
            <a:spLocks noEditPoints="1"/>
          </p:cNvSpPr>
          <p:nvPr/>
        </p:nvSpPr>
        <p:spPr bwMode="auto">
          <a:xfrm>
            <a:off x="134107" y="2472073"/>
            <a:ext cx="130548" cy="187604"/>
          </a:xfrm>
          <a:custGeom>
            <a:avLst/>
            <a:gdLst>
              <a:gd name="T0" fmla="*/ 3 w 121"/>
              <a:gd name="T1" fmla="*/ 119 h 174"/>
              <a:gd name="T2" fmla="*/ 23 w 121"/>
              <a:gd name="T3" fmla="*/ 115 h 174"/>
              <a:gd name="T4" fmla="*/ 38 w 121"/>
              <a:gd name="T5" fmla="*/ 74 h 174"/>
              <a:gd name="T6" fmla="*/ 38 w 121"/>
              <a:gd name="T7" fmla="*/ 74 h 174"/>
              <a:gd name="T8" fmla="*/ 38 w 121"/>
              <a:gd name="T9" fmla="*/ 29 h 174"/>
              <a:gd name="T10" fmla="*/ 54 w 121"/>
              <a:gd name="T11" fmla="*/ 21 h 174"/>
              <a:gd name="T12" fmla="*/ 60 w 121"/>
              <a:gd name="T13" fmla="*/ 0 h 174"/>
              <a:gd name="T14" fmla="*/ 67 w 121"/>
              <a:gd name="T15" fmla="*/ 21 h 174"/>
              <a:gd name="T16" fmla="*/ 92 w 121"/>
              <a:gd name="T17" fmla="*/ 51 h 174"/>
              <a:gd name="T18" fmla="*/ 82 w 121"/>
              <a:gd name="T19" fmla="*/ 74 h 174"/>
              <a:gd name="T20" fmla="*/ 98 w 121"/>
              <a:gd name="T21" fmla="*/ 115 h 174"/>
              <a:gd name="T22" fmla="*/ 117 w 121"/>
              <a:gd name="T23" fmla="*/ 119 h 174"/>
              <a:gd name="T24" fmla="*/ 102 w 121"/>
              <a:gd name="T25" fmla="*/ 124 h 174"/>
              <a:gd name="T26" fmla="*/ 116 w 121"/>
              <a:gd name="T27" fmla="*/ 159 h 174"/>
              <a:gd name="T28" fmla="*/ 120 w 121"/>
              <a:gd name="T29" fmla="*/ 168 h 174"/>
              <a:gd name="T30" fmla="*/ 113 w 121"/>
              <a:gd name="T31" fmla="*/ 171 h 174"/>
              <a:gd name="T32" fmla="*/ 108 w 121"/>
              <a:gd name="T33" fmla="*/ 162 h 174"/>
              <a:gd name="T34" fmla="*/ 87 w 121"/>
              <a:gd name="T35" fmla="*/ 124 h 174"/>
              <a:gd name="T36" fmla="*/ 67 w 121"/>
              <a:gd name="T37" fmla="*/ 129 h 174"/>
              <a:gd name="T38" fmla="*/ 54 w 121"/>
              <a:gd name="T39" fmla="*/ 129 h 174"/>
              <a:gd name="T40" fmla="*/ 34 w 121"/>
              <a:gd name="T41" fmla="*/ 124 h 174"/>
              <a:gd name="T42" fmla="*/ 13 w 121"/>
              <a:gd name="T43" fmla="*/ 162 h 174"/>
              <a:gd name="T44" fmla="*/ 8 w 121"/>
              <a:gd name="T45" fmla="*/ 171 h 174"/>
              <a:gd name="T46" fmla="*/ 1 w 121"/>
              <a:gd name="T47" fmla="*/ 168 h 174"/>
              <a:gd name="T48" fmla="*/ 5 w 121"/>
              <a:gd name="T49" fmla="*/ 159 h 174"/>
              <a:gd name="T50" fmla="*/ 19 w 121"/>
              <a:gd name="T51" fmla="*/ 124 h 174"/>
              <a:gd name="T52" fmla="*/ 54 w 121"/>
              <a:gd name="T53" fmla="*/ 115 h 174"/>
              <a:gd name="T54" fmla="*/ 54 w 121"/>
              <a:gd name="T55" fmla="*/ 110 h 174"/>
              <a:gd name="T56" fmla="*/ 67 w 121"/>
              <a:gd name="T57" fmla="*/ 110 h 174"/>
              <a:gd name="T58" fmla="*/ 83 w 121"/>
              <a:gd name="T59" fmla="*/ 115 h 174"/>
              <a:gd name="T60" fmla="*/ 54 w 121"/>
              <a:gd name="T61" fmla="*/ 82 h 174"/>
              <a:gd name="T62" fmla="*/ 54 w 121"/>
              <a:gd name="T63" fmla="*/ 115 h 174"/>
              <a:gd name="T64" fmla="*/ 73 w 121"/>
              <a:gd name="T65" fmla="*/ 39 h 174"/>
              <a:gd name="T66" fmla="*/ 48 w 121"/>
              <a:gd name="T67" fmla="*/ 39 h 174"/>
              <a:gd name="T68" fmla="*/ 48 w 121"/>
              <a:gd name="T69" fmla="*/ 64 h 174"/>
              <a:gd name="T70" fmla="*/ 68 w 121"/>
              <a:gd name="T71" fmla="*/ 68 h 174"/>
              <a:gd name="T72" fmla="*/ 73 w 121"/>
              <a:gd name="T73" fmla="*/ 64 h 174"/>
              <a:gd name="T74" fmla="*/ 73 w 121"/>
              <a:gd name="T75" fmla="*/ 39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1" h="174">
                <a:moveTo>
                  <a:pt x="8" y="124"/>
                </a:moveTo>
                <a:cubicBezTo>
                  <a:pt x="5" y="124"/>
                  <a:pt x="3" y="122"/>
                  <a:pt x="3" y="119"/>
                </a:cubicBezTo>
                <a:cubicBezTo>
                  <a:pt x="3" y="117"/>
                  <a:pt x="5" y="115"/>
                  <a:pt x="8" y="115"/>
                </a:cubicBezTo>
                <a:cubicBezTo>
                  <a:pt x="23" y="115"/>
                  <a:pt x="23" y="115"/>
                  <a:pt x="23" y="115"/>
                </a:cubicBezTo>
                <a:cubicBezTo>
                  <a:pt x="42" y="77"/>
                  <a:pt x="42" y="77"/>
                  <a:pt x="42" y="77"/>
                </a:cubicBezTo>
                <a:cubicBezTo>
                  <a:pt x="41" y="76"/>
                  <a:pt x="40" y="75"/>
                  <a:pt x="38" y="74"/>
                </a:cubicBezTo>
                <a:cubicBezTo>
                  <a:pt x="38" y="74"/>
                  <a:pt x="38" y="74"/>
                  <a:pt x="38" y="74"/>
                </a:cubicBezTo>
                <a:cubicBezTo>
                  <a:pt x="38" y="74"/>
                  <a:pt x="38" y="74"/>
                  <a:pt x="38" y="74"/>
                </a:cubicBezTo>
                <a:cubicBezTo>
                  <a:pt x="33" y="68"/>
                  <a:pt x="29" y="60"/>
                  <a:pt x="29" y="51"/>
                </a:cubicBezTo>
                <a:cubicBezTo>
                  <a:pt x="29" y="43"/>
                  <a:pt x="33" y="35"/>
                  <a:pt x="38" y="29"/>
                </a:cubicBezTo>
                <a:cubicBezTo>
                  <a:pt x="39" y="29"/>
                  <a:pt x="39" y="29"/>
                  <a:pt x="39" y="29"/>
                </a:cubicBezTo>
                <a:cubicBezTo>
                  <a:pt x="43" y="25"/>
                  <a:pt x="48" y="22"/>
                  <a:pt x="54" y="21"/>
                </a:cubicBezTo>
                <a:cubicBezTo>
                  <a:pt x="54" y="7"/>
                  <a:pt x="54" y="7"/>
                  <a:pt x="54" y="7"/>
                </a:cubicBezTo>
                <a:cubicBezTo>
                  <a:pt x="54" y="3"/>
                  <a:pt x="57" y="0"/>
                  <a:pt x="60" y="0"/>
                </a:cubicBezTo>
                <a:cubicBezTo>
                  <a:pt x="64" y="0"/>
                  <a:pt x="67" y="3"/>
                  <a:pt x="67" y="7"/>
                </a:cubicBezTo>
                <a:cubicBezTo>
                  <a:pt x="67" y="21"/>
                  <a:pt x="67" y="21"/>
                  <a:pt x="67" y="21"/>
                </a:cubicBezTo>
                <a:cubicBezTo>
                  <a:pt x="73" y="22"/>
                  <a:pt x="78" y="25"/>
                  <a:pt x="82" y="29"/>
                </a:cubicBezTo>
                <a:cubicBezTo>
                  <a:pt x="88" y="35"/>
                  <a:pt x="92" y="43"/>
                  <a:pt x="92" y="51"/>
                </a:cubicBezTo>
                <a:cubicBezTo>
                  <a:pt x="92" y="60"/>
                  <a:pt x="88" y="68"/>
                  <a:pt x="82" y="74"/>
                </a:cubicBezTo>
                <a:cubicBezTo>
                  <a:pt x="82" y="74"/>
                  <a:pt x="82" y="74"/>
                  <a:pt x="82" y="74"/>
                </a:cubicBezTo>
                <a:cubicBezTo>
                  <a:pt x="81" y="75"/>
                  <a:pt x="80" y="76"/>
                  <a:pt x="79" y="77"/>
                </a:cubicBezTo>
                <a:cubicBezTo>
                  <a:pt x="98" y="115"/>
                  <a:pt x="98" y="115"/>
                  <a:pt x="98" y="115"/>
                </a:cubicBezTo>
                <a:cubicBezTo>
                  <a:pt x="113" y="115"/>
                  <a:pt x="113" y="115"/>
                  <a:pt x="113" y="115"/>
                </a:cubicBezTo>
                <a:cubicBezTo>
                  <a:pt x="116" y="115"/>
                  <a:pt x="117" y="117"/>
                  <a:pt x="117" y="119"/>
                </a:cubicBezTo>
                <a:cubicBezTo>
                  <a:pt x="117" y="122"/>
                  <a:pt x="116" y="124"/>
                  <a:pt x="113" y="124"/>
                </a:cubicBezTo>
                <a:cubicBezTo>
                  <a:pt x="102" y="124"/>
                  <a:pt x="102" y="124"/>
                  <a:pt x="102" y="124"/>
                </a:cubicBezTo>
                <a:cubicBezTo>
                  <a:pt x="116" y="153"/>
                  <a:pt x="116" y="153"/>
                  <a:pt x="116" y="153"/>
                </a:cubicBezTo>
                <a:cubicBezTo>
                  <a:pt x="117" y="155"/>
                  <a:pt x="117" y="157"/>
                  <a:pt x="116" y="159"/>
                </a:cubicBezTo>
                <a:cubicBezTo>
                  <a:pt x="117" y="162"/>
                  <a:pt x="117" y="162"/>
                  <a:pt x="117" y="162"/>
                </a:cubicBezTo>
                <a:cubicBezTo>
                  <a:pt x="120" y="168"/>
                  <a:pt x="120" y="168"/>
                  <a:pt x="120" y="168"/>
                </a:cubicBezTo>
                <a:cubicBezTo>
                  <a:pt x="121" y="170"/>
                  <a:pt x="120" y="172"/>
                  <a:pt x="118" y="173"/>
                </a:cubicBezTo>
                <a:cubicBezTo>
                  <a:pt x="116" y="174"/>
                  <a:pt x="114" y="173"/>
                  <a:pt x="113" y="171"/>
                </a:cubicBezTo>
                <a:cubicBezTo>
                  <a:pt x="110" y="165"/>
                  <a:pt x="110" y="165"/>
                  <a:pt x="110" y="165"/>
                </a:cubicBezTo>
                <a:cubicBezTo>
                  <a:pt x="108" y="162"/>
                  <a:pt x="108" y="162"/>
                  <a:pt x="108" y="162"/>
                </a:cubicBezTo>
                <a:cubicBezTo>
                  <a:pt x="106" y="162"/>
                  <a:pt x="104" y="160"/>
                  <a:pt x="103" y="158"/>
                </a:cubicBezTo>
                <a:cubicBezTo>
                  <a:pt x="87" y="124"/>
                  <a:pt x="87" y="124"/>
                  <a:pt x="87" y="124"/>
                </a:cubicBezTo>
                <a:cubicBezTo>
                  <a:pt x="67" y="124"/>
                  <a:pt x="67" y="124"/>
                  <a:pt x="67" y="124"/>
                </a:cubicBezTo>
                <a:cubicBezTo>
                  <a:pt x="67" y="129"/>
                  <a:pt x="67" y="129"/>
                  <a:pt x="67" y="129"/>
                </a:cubicBezTo>
                <a:cubicBezTo>
                  <a:pt x="67" y="132"/>
                  <a:pt x="64" y="136"/>
                  <a:pt x="60" y="136"/>
                </a:cubicBezTo>
                <a:cubicBezTo>
                  <a:pt x="57" y="136"/>
                  <a:pt x="54" y="132"/>
                  <a:pt x="54" y="129"/>
                </a:cubicBezTo>
                <a:cubicBezTo>
                  <a:pt x="54" y="124"/>
                  <a:pt x="54" y="124"/>
                  <a:pt x="54" y="124"/>
                </a:cubicBezTo>
                <a:cubicBezTo>
                  <a:pt x="34" y="124"/>
                  <a:pt x="34" y="124"/>
                  <a:pt x="34" y="124"/>
                </a:cubicBezTo>
                <a:cubicBezTo>
                  <a:pt x="17" y="158"/>
                  <a:pt x="17" y="158"/>
                  <a:pt x="17" y="158"/>
                </a:cubicBezTo>
                <a:cubicBezTo>
                  <a:pt x="16" y="160"/>
                  <a:pt x="15" y="162"/>
                  <a:pt x="13" y="162"/>
                </a:cubicBezTo>
                <a:cubicBezTo>
                  <a:pt x="11" y="165"/>
                  <a:pt x="11" y="165"/>
                  <a:pt x="11" y="165"/>
                </a:cubicBezTo>
                <a:cubicBezTo>
                  <a:pt x="8" y="171"/>
                  <a:pt x="8" y="171"/>
                  <a:pt x="8" y="171"/>
                </a:cubicBezTo>
                <a:cubicBezTo>
                  <a:pt x="7" y="173"/>
                  <a:pt x="5" y="174"/>
                  <a:pt x="3" y="173"/>
                </a:cubicBezTo>
                <a:cubicBezTo>
                  <a:pt x="1" y="172"/>
                  <a:pt x="0" y="170"/>
                  <a:pt x="1" y="168"/>
                </a:cubicBezTo>
                <a:cubicBezTo>
                  <a:pt x="4" y="162"/>
                  <a:pt x="4" y="162"/>
                  <a:pt x="4" y="162"/>
                </a:cubicBezTo>
                <a:cubicBezTo>
                  <a:pt x="5" y="159"/>
                  <a:pt x="5" y="159"/>
                  <a:pt x="5" y="159"/>
                </a:cubicBezTo>
                <a:cubicBezTo>
                  <a:pt x="4" y="157"/>
                  <a:pt x="4" y="155"/>
                  <a:pt x="5" y="153"/>
                </a:cubicBezTo>
                <a:cubicBezTo>
                  <a:pt x="19" y="124"/>
                  <a:pt x="19" y="124"/>
                  <a:pt x="19" y="124"/>
                </a:cubicBezTo>
                <a:cubicBezTo>
                  <a:pt x="8" y="124"/>
                  <a:pt x="8" y="124"/>
                  <a:pt x="8" y="124"/>
                </a:cubicBezTo>
                <a:close/>
                <a:moveTo>
                  <a:pt x="54" y="115"/>
                </a:moveTo>
                <a:cubicBezTo>
                  <a:pt x="54" y="115"/>
                  <a:pt x="54" y="115"/>
                  <a:pt x="54" y="115"/>
                </a:cubicBezTo>
                <a:cubicBezTo>
                  <a:pt x="54" y="110"/>
                  <a:pt x="54" y="110"/>
                  <a:pt x="54" y="110"/>
                </a:cubicBezTo>
                <a:cubicBezTo>
                  <a:pt x="54" y="107"/>
                  <a:pt x="57" y="103"/>
                  <a:pt x="60" y="103"/>
                </a:cubicBezTo>
                <a:cubicBezTo>
                  <a:pt x="64" y="103"/>
                  <a:pt x="67" y="107"/>
                  <a:pt x="67" y="110"/>
                </a:cubicBezTo>
                <a:cubicBezTo>
                  <a:pt x="67" y="115"/>
                  <a:pt x="67" y="115"/>
                  <a:pt x="67" y="115"/>
                </a:cubicBezTo>
                <a:cubicBezTo>
                  <a:pt x="83" y="115"/>
                  <a:pt x="83" y="115"/>
                  <a:pt x="83" y="115"/>
                </a:cubicBezTo>
                <a:cubicBezTo>
                  <a:pt x="67" y="82"/>
                  <a:pt x="67" y="82"/>
                  <a:pt x="67" y="82"/>
                </a:cubicBezTo>
                <a:cubicBezTo>
                  <a:pt x="63" y="83"/>
                  <a:pt x="58" y="83"/>
                  <a:pt x="54" y="82"/>
                </a:cubicBezTo>
                <a:cubicBezTo>
                  <a:pt x="38" y="115"/>
                  <a:pt x="38" y="115"/>
                  <a:pt x="38" y="115"/>
                </a:cubicBezTo>
                <a:cubicBezTo>
                  <a:pt x="54" y="115"/>
                  <a:pt x="54" y="115"/>
                  <a:pt x="54" y="115"/>
                </a:cubicBezTo>
                <a:close/>
                <a:moveTo>
                  <a:pt x="73" y="39"/>
                </a:moveTo>
                <a:cubicBezTo>
                  <a:pt x="73" y="39"/>
                  <a:pt x="73" y="39"/>
                  <a:pt x="73" y="39"/>
                </a:cubicBezTo>
                <a:cubicBezTo>
                  <a:pt x="66" y="32"/>
                  <a:pt x="55" y="32"/>
                  <a:pt x="48" y="39"/>
                </a:cubicBezTo>
                <a:cubicBezTo>
                  <a:pt x="48" y="39"/>
                  <a:pt x="48" y="39"/>
                  <a:pt x="48" y="39"/>
                </a:cubicBezTo>
                <a:cubicBezTo>
                  <a:pt x="45" y="42"/>
                  <a:pt x="43" y="47"/>
                  <a:pt x="43" y="51"/>
                </a:cubicBezTo>
                <a:cubicBezTo>
                  <a:pt x="43" y="56"/>
                  <a:pt x="45" y="61"/>
                  <a:pt x="48" y="64"/>
                </a:cubicBezTo>
                <a:cubicBezTo>
                  <a:pt x="53" y="69"/>
                  <a:pt x="61" y="71"/>
                  <a:pt x="67" y="68"/>
                </a:cubicBezTo>
                <a:cubicBezTo>
                  <a:pt x="68" y="68"/>
                  <a:pt x="68" y="68"/>
                  <a:pt x="68" y="68"/>
                </a:cubicBezTo>
                <a:cubicBezTo>
                  <a:pt x="69" y="67"/>
                  <a:pt x="71" y="66"/>
                  <a:pt x="73" y="64"/>
                </a:cubicBezTo>
                <a:cubicBezTo>
                  <a:pt x="73" y="64"/>
                  <a:pt x="73" y="64"/>
                  <a:pt x="73" y="64"/>
                </a:cubicBezTo>
                <a:cubicBezTo>
                  <a:pt x="76" y="61"/>
                  <a:pt x="78" y="56"/>
                  <a:pt x="78" y="51"/>
                </a:cubicBezTo>
                <a:cubicBezTo>
                  <a:pt x="78" y="47"/>
                  <a:pt x="76" y="42"/>
                  <a:pt x="73" y="39"/>
                </a:cubicBezTo>
                <a:cubicBezTo>
                  <a:pt x="73" y="39"/>
                  <a:pt x="73" y="39"/>
                  <a:pt x="73" y="39"/>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1" name="Freeform 13"/>
          <p:cNvSpPr>
            <a:spLocks noEditPoints="1"/>
          </p:cNvSpPr>
          <p:nvPr/>
        </p:nvSpPr>
        <p:spPr bwMode="auto">
          <a:xfrm>
            <a:off x="93026" y="1695727"/>
            <a:ext cx="212710" cy="176648"/>
          </a:xfrm>
          <a:custGeom>
            <a:avLst/>
            <a:gdLst>
              <a:gd name="T0" fmla="*/ 111 w 197"/>
              <a:gd name="T1" fmla="*/ 11 h 164"/>
              <a:gd name="T2" fmla="*/ 0 w 197"/>
              <a:gd name="T3" fmla="*/ 15 h 164"/>
              <a:gd name="T4" fmla="*/ 105 w 197"/>
              <a:gd name="T5" fmla="*/ 164 h 164"/>
              <a:gd name="T6" fmla="*/ 136 w 197"/>
              <a:gd name="T7" fmla="*/ 159 h 164"/>
              <a:gd name="T8" fmla="*/ 196 w 197"/>
              <a:gd name="T9" fmla="*/ 142 h 164"/>
              <a:gd name="T10" fmla="*/ 52 w 197"/>
              <a:gd name="T11" fmla="*/ 150 h 164"/>
              <a:gd name="T12" fmla="*/ 52 w 197"/>
              <a:gd name="T13" fmla="*/ 22 h 164"/>
              <a:gd name="T14" fmla="*/ 99 w 197"/>
              <a:gd name="T15" fmla="*/ 150 h 164"/>
              <a:gd name="T16" fmla="*/ 99 w 197"/>
              <a:gd name="T17" fmla="*/ 22 h 164"/>
              <a:gd name="T18" fmla="*/ 147 w 197"/>
              <a:gd name="T19" fmla="*/ 149 h 164"/>
              <a:gd name="T20" fmla="*/ 181 w 197"/>
              <a:gd name="T21" fmla="*/ 139 h 164"/>
              <a:gd name="T22" fmla="*/ 23 w 197"/>
              <a:gd name="T23" fmla="*/ 133 h 164"/>
              <a:gd name="T24" fmla="*/ 42 w 197"/>
              <a:gd name="T25" fmla="*/ 134 h 164"/>
              <a:gd name="T26" fmla="*/ 43 w 197"/>
              <a:gd name="T27" fmla="*/ 114 h 164"/>
              <a:gd name="T28" fmla="*/ 23 w 197"/>
              <a:gd name="T29" fmla="*/ 114 h 164"/>
              <a:gd name="T30" fmla="*/ 29 w 197"/>
              <a:gd name="T31" fmla="*/ 120 h 164"/>
              <a:gd name="T32" fmla="*/ 37 w 197"/>
              <a:gd name="T33" fmla="*/ 120 h 164"/>
              <a:gd name="T34" fmla="*/ 37 w 197"/>
              <a:gd name="T35" fmla="*/ 128 h 164"/>
              <a:gd name="T36" fmla="*/ 29 w 197"/>
              <a:gd name="T37" fmla="*/ 127 h 164"/>
              <a:gd name="T38" fmla="*/ 32 w 197"/>
              <a:gd name="T39" fmla="*/ 91 h 164"/>
              <a:gd name="T40" fmla="*/ 36 w 197"/>
              <a:gd name="T41" fmla="*/ 38 h 164"/>
              <a:gd name="T42" fmla="*/ 28 w 197"/>
              <a:gd name="T43" fmla="*/ 87 h 164"/>
              <a:gd name="T44" fmla="*/ 134 w 197"/>
              <a:gd name="T45" fmla="*/ 31 h 164"/>
              <a:gd name="T46" fmla="*/ 149 w 197"/>
              <a:gd name="T47" fmla="*/ 86 h 164"/>
              <a:gd name="T48" fmla="*/ 134 w 197"/>
              <a:gd name="T49" fmla="*/ 31 h 164"/>
              <a:gd name="T50" fmla="*/ 69 w 197"/>
              <a:gd name="T51" fmla="*/ 133 h 164"/>
              <a:gd name="T52" fmla="*/ 88 w 197"/>
              <a:gd name="T53" fmla="*/ 133 h 164"/>
              <a:gd name="T54" fmla="*/ 79 w 197"/>
              <a:gd name="T55" fmla="*/ 110 h 164"/>
              <a:gd name="T56" fmla="*/ 65 w 197"/>
              <a:gd name="T57" fmla="*/ 124 h 164"/>
              <a:gd name="T58" fmla="*/ 75 w 197"/>
              <a:gd name="T59" fmla="*/ 120 h 164"/>
              <a:gd name="T60" fmla="*/ 82 w 197"/>
              <a:gd name="T61" fmla="*/ 120 h 164"/>
              <a:gd name="T62" fmla="*/ 82 w 197"/>
              <a:gd name="T63" fmla="*/ 128 h 164"/>
              <a:gd name="T64" fmla="*/ 74 w 197"/>
              <a:gd name="T65" fmla="*/ 127 h 164"/>
              <a:gd name="T66" fmla="*/ 81 w 197"/>
              <a:gd name="T67" fmla="*/ 91 h 164"/>
              <a:gd name="T68" fmla="*/ 85 w 197"/>
              <a:gd name="T69" fmla="*/ 38 h 164"/>
              <a:gd name="T70" fmla="*/ 77 w 197"/>
              <a:gd name="T71" fmla="*/ 87 h 164"/>
              <a:gd name="T72" fmla="*/ 148 w 197"/>
              <a:gd name="T73" fmla="*/ 109 h 164"/>
              <a:gd name="T74" fmla="*/ 148 w 197"/>
              <a:gd name="T75" fmla="*/ 128 h 164"/>
              <a:gd name="T76" fmla="*/ 167 w 197"/>
              <a:gd name="T77" fmla="*/ 128 h 164"/>
              <a:gd name="T78" fmla="*/ 168 w 197"/>
              <a:gd name="T79" fmla="*/ 109 h 164"/>
              <a:gd name="T80" fmla="*/ 158 w 197"/>
              <a:gd name="T81" fmla="*/ 105 h 164"/>
              <a:gd name="T82" fmla="*/ 154 w 197"/>
              <a:gd name="T83" fmla="*/ 114 h 164"/>
              <a:gd name="T84" fmla="*/ 163 w 197"/>
              <a:gd name="T85" fmla="*/ 118 h 164"/>
              <a:gd name="T86" fmla="*/ 154 w 197"/>
              <a:gd name="T87" fmla="*/ 122 h 164"/>
              <a:gd name="T88" fmla="*/ 154 w 197"/>
              <a:gd name="T89" fmla="*/ 114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97" h="164">
                <a:moveTo>
                  <a:pt x="159" y="6"/>
                </a:moveTo>
                <a:cubicBezTo>
                  <a:pt x="158" y="2"/>
                  <a:pt x="155" y="0"/>
                  <a:pt x="151" y="1"/>
                </a:cubicBezTo>
                <a:cubicBezTo>
                  <a:pt x="111" y="11"/>
                  <a:pt x="111" y="11"/>
                  <a:pt x="111" y="11"/>
                </a:cubicBezTo>
                <a:cubicBezTo>
                  <a:pt x="110" y="10"/>
                  <a:pt x="108" y="8"/>
                  <a:pt x="105" y="8"/>
                </a:cubicBezTo>
                <a:cubicBezTo>
                  <a:pt x="7" y="8"/>
                  <a:pt x="7" y="8"/>
                  <a:pt x="7" y="8"/>
                </a:cubicBezTo>
                <a:cubicBezTo>
                  <a:pt x="3" y="8"/>
                  <a:pt x="0" y="11"/>
                  <a:pt x="0" y="15"/>
                </a:cubicBezTo>
                <a:cubicBezTo>
                  <a:pt x="0" y="157"/>
                  <a:pt x="0" y="157"/>
                  <a:pt x="0" y="157"/>
                </a:cubicBezTo>
                <a:cubicBezTo>
                  <a:pt x="0" y="161"/>
                  <a:pt x="3" y="164"/>
                  <a:pt x="7" y="164"/>
                </a:cubicBezTo>
                <a:cubicBezTo>
                  <a:pt x="105" y="164"/>
                  <a:pt x="105" y="164"/>
                  <a:pt x="105" y="164"/>
                </a:cubicBezTo>
                <a:cubicBezTo>
                  <a:pt x="109" y="164"/>
                  <a:pt x="112" y="161"/>
                  <a:pt x="112" y="157"/>
                </a:cubicBezTo>
                <a:cubicBezTo>
                  <a:pt x="112" y="71"/>
                  <a:pt x="112" y="71"/>
                  <a:pt x="112" y="71"/>
                </a:cubicBezTo>
                <a:cubicBezTo>
                  <a:pt x="136" y="159"/>
                  <a:pt x="136" y="159"/>
                  <a:pt x="136" y="159"/>
                </a:cubicBezTo>
                <a:cubicBezTo>
                  <a:pt x="136" y="162"/>
                  <a:pt x="140" y="164"/>
                  <a:pt x="144" y="163"/>
                </a:cubicBezTo>
                <a:cubicBezTo>
                  <a:pt x="191" y="151"/>
                  <a:pt x="191" y="151"/>
                  <a:pt x="191" y="151"/>
                </a:cubicBezTo>
                <a:cubicBezTo>
                  <a:pt x="195" y="150"/>
                  <a:pt x="197" y="146"/>
                  <a:pt x="196" y="142"/>
                </a:cubicBezTo>
                <a:cubicBezTo>
                  <a:pt x="159" y="6"/>
                  <a:pt x="159" y="6"/>
                  <a:pt x="159" y="6"/>
                </a:cubicBezTo>
                <a:close/>
                <a:moveTo>
                  <a:pt x="52" y="150"/>
                </a:moveTo>
                <a:cubicBezTo>
                  <a:pt x="52" y="150"/>
                  <a:pt x="52" y="150"/>
                  <a:pt x="52" y="150"/>
                </a:cubicBezTo>
                <a:cubicBezTo>
                  <a:pt x="14" y="150"/>
                  <a:pt x="14" y="150"/>
                  <a:pt x="14" y="150"/>
                </a:cubicBezTo>
                <a:cubicBezTo>
                  <a:pt x="14" y="22"/>
                  <a:pt x="14" y="22"/>
                  <a:pt x="14" y="22"/>
                </a:cubicBezTo>
                <a:cubicBezTo>
                  <a:pt x="52" y="22"/>
                  <a:pt x="52" y="22"/>
                  <a:pt x="52" y="22"/>
                </a:cubicBezTo>
                <a:cubicBezTo>
                  <a:pt x="52" y="150"/>
                  <a:pt x="52" y="150"/>
                  <a:pt x="52" y="150"/>
                </a:cubicBezTo>
                <a:close/>
                <a:moveTo>
                  <a:pt x="99" y="150"/>
                </a:moveTo>
                <a:cubicBezTo>
                  <a:pt x="99" y="150"/>
                  <a:pt x="99" y="150"/>
                  <a:pt x="99" y="150"/>
                </a:cubicBezTo>
                <a:cubicBezTo>
                  <a:pt x="60" y="150"/>
                  <a:pt x="60" y="150"/>
                  <a:pt x="60" y="150"/>
                </a:cubicBezTo>
                <a:cubicBezTo>
                  <a:pt x="60" y="22"/>
                  <a:pt x="60" y="22"/>
                  <a:pt x="60" y="22"/>
                </a:cubicBezTo>
                <a:cubicBezTo>
                  <a:pt x="99" y="22"/>
                  <a:pt x="99" y="22"/>
                  <a:pt x="99" y="22"/>
                </a:cubicBezTo>
                <a:cubicBezTo>
                  <a:pt x="99" y="150"/>
                  <a:pt x="99" y="150"/>
                  <a:pt x="99" y="150"/>
                </a:cubicBezTo>
                <a:close/>
                <a:moveTo>
                  <a:pt x="147" y="149"/>
                </a:moveTo>
                <a:cubicBezTo>
                  <a:pt x="147" y="149"/>
                  <a:pt x="147" y="149"/>
                  <a:pt x="147" y="149"/>
                </a:cubicBezTo>
                <a:cubicBezTo>
                  <a:pt x="114" y="25"/>
                  <a:pt x="114" y="25"/>
                  <a:pt x="114" y="25"/>
                </a:cubicBezTo>
                <a:cubicBezTo>
                  <a:pt x="148" y="16"/>
                  <a:pt x="148" y="16"/>
                  <a:pt x="148" y="16"/>
                </a:cubicBezTo>
                <a:cubicBezTo>
                  <a:pt x="181" y="139"/>
                  <a:pt x="181" y="139"/>
                  <a:pt x="181" y="139"/>
                </a:cubicBezTo>
                <a:cubicBezTo>
                  <a:pt x="147" y="149"/>
                  <a:pt x="147" y="149"/>
                  <a:pt x="147" y="149"/>
                </a:cubicBezTo>
                <a:close/>
                <a:moveTo>
                  <a:pt x="23" y="133"/>
                </a:moveTo>
                <a:cubicBezTo>
                  <a:pt x="23" y="133"/>
                  <a:pt x="23" y="133"/>
                  <a:pt x="23" y="133"/>
                </a:cubicBezTo>
                <a:cubicBezTo>
                  <a:pt x="23" y="133"/>
                  <a:pt x="23" y="133"/>
                  <a:pt x="23" y="133"/>
                </a:cubicBezTo>
                <a:cubicBezTo>
                  <a:pt x="26" y="136"/>
                  <a:pt x="29" y="137"/>
                  <a:pt x="33" y="137"/>
                </a:cubicBezTo>
                <a:cubicBezTo>
                  <a:pt x="37" y="137"/>
                  <a:pt x="40" y="136"/>
                  <a:pt x="42" y="134"/>
                </a:cubicBezTo>
                <a:cubicBezTo>
                  <a:pt x="43" y="133"/>
                  <a:pt x="43" y="133"/>
                  <a:pt x="43" y="133"/>
                </a:cubicBezTo>
                <a:cubicBezTo>
                  <a:pt x="45" y="131"/>
                  <a:pt x="47" y="127"/>
                  <a:pt x="47" y="124"/>
                </a:cubicBezTo>
                <a:cubicBezTo>
                  <a:pt x="47" y="120"/>
                  <a:pt x="45" y="116"/>
                  <a:pt x="43" y="114"/>
                </a:cubicBezTo>
                <a:cubicBezTo>
                  <a:pt x="42" y="114"/>
                  <a:pt x="42" y="114"/>
                  <a:pt x="42" y="114"/>
                </a:cubicBezTo>
                <a:cubicBezTo>
                  <a:pt x="40" y="112"/>
                  <a:pt x="37" y="110"/>
                  <a:pt x="33" y="110"/>
                </a:cubicBezTo>
                <a:cubicBezTo>
                  <a:pt x="29" y="110"/>
                  <a:pt x="26" y="112"/>
                  <a:pt x="23" y="114"/>
                </a:cubicBezTo>
                <a:cubicBezTo>
                  <a:pt x="21" y="116"/>
                  <a:pt x="19" y="120"/>
                  <a:pt x="19" y="124"/>
                </a:cubicBezTo>
                <a:cubicBezTo>
                  <a:pt x="19" y="127"/>
                  <a:pt x="21" y="131"/>
                  <a:pt x="23" y="133"/>
                </a:cubicBezTo>
                <a:close/>
                <a:moveTo>
                  <a:pt x="29" y="120"/>
                </a:moveTo>
                <a:cubicBezTo>
                  <a:pt x="29" y="120"/>
                  <a:pt x="29" y="120"/>
                  <a:pt x="29" y="120"/>
                </a:cubicBezTo>
                <a:cubicBezTo>
                  <a:pt x="30" y="119"/>
                  <a:pt x="31" y="118"/>
                  <a:pt x="33" y="118"/>
                </a:cubicBezTo>
                <a:cubicBezTo>
                  <a:pt x="34" y="118"/>
                  <a:pt x="36" y="119"/>
                  <a:pt x="37" y="120"/>
                </a:cubicBezTo>
                <a:cubicBezTo>
                  <a:pt x="37" y="120"/>
                  <a:pt x="37" y="120"/>
                  <a:pt x="37" y="120"/>
                </a:cubicBezTo>
                <a:cubicBezTo>
                  <a:pt x="38" y="121"/>
                  <a:pt x="38" y="122"/>
                  <a:pt x="38" y="124"/>
                </a:cubicBezTo>
                <a:cubicBezTo>
                  <a:pt x="38" y="125"/>
                  <a:pt x="38" y="127"/>
                  <a:pt x="37" y="128"/>
                </a:cubicBezTo>
                <a:cubicBezTo>
                  <a:pt x="36" y="129"/>
                  <a:pt x="34" y="129"/>
                  <a:pt x="33" y="129"/>
                </a:cubicBezTo>
                <a:cubicBezTo>
                  <a:pt x="31" y="129"/>
                  <a:pt x="30" y="129"/>
                  <a:pt x="29" y="128"/>
                </a:cubicBezTo>
                <a:cubicBezTo>
                  <a:pt x="29" y="127"/>
                  <a:pt x="29" y="127"/>
                  <a:pt x="29" y="127"/>
                </a:cubicBezTo>
                <a:cubicBezTo>
                  <a:pt x="28" y="126"/>
                  <a:pt x="27" y="125"/>
                  <a:pt x="27" y="124"/>
                </a:cubicBezTo>
                <a:cubicBezTo>
                  <a:pt x="27" y="122"/>
                  <a:pt x="28" y="121"/>
                  <a:pt x="29" y="120"/>
                </a:cubicBezTo>
                <a:close/>
                <a:moveTo>
                  <a:pt x="32" y="91"/>
                </a:moveTo>
                <a:cubicBezTo>
                  <a:pt x="32" y="91"/>
                  <a:pt x="32" y="91"/>
                  <a:pt x="32" y="91"/>
                </a:cubicBezTo>
                <a:cubicBezTo>
                  <a:pt x="34" y="91"/>
                  <a:pt x="36" y="89"/>
                  <a:pt x="36" y="87"/>
                </a:cubicBezTo>
                <a:cubicBezTo>
                  <a:pt x="36" y="38"/>
                  <a:pt x="36" y="38"/>
                  <a:pt x="36" y="38"/>
                </a:cubicBezTo>
                <a:cubicBezTo>
                  <a:pt x="36" y="35"/>
                  <a:pt x="34" y="34"/>
                  <a:pt x="32" y="34"/>
                </a:cubicBezTo>
                <a:cubicBezTo>
                  <a:pt x="29" y="34"/>
                  <a:pt x="28" y="35"/>
                  <a:pt x="28" y="38"/>
                </a:cubicBezTo>
                <a:cubicBezTo>
                  <a:pt x="28" y="87"/>
                  <a:pt x="28" y="87"/>
                  <a:pt x="28" y="87"/>
                </a:cubicBezTo>
                <a:cubicBezTo>
                  <a:pt x="28" y="89"/>
                  <a:pt x="29" y="91"/>
                  <a:pt x="32" y="91"/>
                </a:cubicBezTo>
                <a:close/>
                <a:moveTo>
                  <a:pt x="134" y="31"/>
                </a:moveTo>
                <a:cubicBezTo>
                  <a:pt x="134" y="31"/>
                  <a:pt x="134" y="31"/>
                  <a:pt x="134" y="31"/>
                </a:cubicBezTo>
                <a:cubicBezTo>
                  <a:pt x="132" y="32"/>
                  <a:pt x="131" y="34"/>
                  <a:pt x="131" y="36"/>
                </a:cubicBezTo>
                <a:cubicBezTo>
                  <a:pt x="144" y="84"/>
                  <a:pt x="144" y="84"/>
                  <a:pt x="144" y="84"/>
                </a:cubicBezTo>
                <a:cubicBezTo>
                  <a:pt x="144" y="86"/>
                  <a:pt x="146" y="87"/>
                  <a:pt x="149" y="86"/>
                </a:cubicBezTo>
                <a:cubicBezTo>
                  <a:pt x="151" y="86"/>
                  <a:pt x="152" y="84"/>
                  <a:pt x="152" y="82"/>
                </a:cubicBezTo>
                <a:cubicBezTo>
                  <a:pt x="139" y="34"/>
                  <a:pt x="139" y="34"/>
                  <a:pt x="139" y="34"/>
                </a:cubicBezTo>
                <a:cubicBezTo>
                  <a:pt x="138" y="32"/>
                  <a:pt x="136" y="31"/>
                  <a:pt x="134" y="31"/>
                </a:cubicBezTo>
                <a:close/>
                <a:moveTo>
                  <a:pt x="69" y="133"/>
                </a:moveTo>
                <a:cubicBezTo>
                  <a:pt x="69" y="133"/>
                  <a:pt x="69" y="133"/>
                  <a:pt x="69" y="133"/>
                </a:cubicBezTo>
                <a:cubicBezTo>
                  <a:pt x="69" y="133"/>
                  <a:pt x="69" y="133"/>
                  <a:pt x="69" y="133"/>
                </a:cubicBezTo>
                <a:cubicBezTo>
                  <a:pt x="71" y="136"/>
                  <a:pt x="75" y="137"/>
                  <a:pt x="79" y="137"/>
                </a:cubicBezTo>
                <a:cubicBezTo>
                  <a:pt x="82" y="137"/>
                  <a:pt x="86" y="136"/>
                  <a:pt x="88" y="134"/>
                </a:cubicBezTo>
                <a:cubicBezTo>
                  <a:pt x="88" y="133"/>
                  <a:pt x="88" y="133"/>
                  <a:pt x="88" y="133"/>
                </a:cubicBezTo>
                <a:cubicBezTo>
                  <a:pt x="91" y="131"/>
                  <a:pt x="92" y="127"/>
                  <a:pt x="92" y="124"/>
                </a:cubicBezTo>
                <a:cubicBezTo>
                  <a:pt x="92" y="120"/>
                  <a:pt x="91" y="116"/>
                  <a:pt x="88" y="114"/>
                </a:cubicBezTo>
                <a:cubicBezTo>
                  <a:pt x="86" y="112"/>
                  <a:pt x="82" y="110"/>
                  <a:pt x="79" y="110"/>
                </a:cubicBezTo>
                <a:cubicBezTo>
                  <a:pt x="75" y="110"/>
                  <a:pt x="71" y="112"/>
                  <a:pt x="69" y="114"/>
                </a:cubicBezTo>
                <a:cubicBezTo>
                  <a:pt x="69" y="114"/>
                  <a:pt x="69" y="114"/>
                  <a:pt x="69" y="114"/>
                </a:cubicBezTo>
                <a:cubicBezTo>
                  <a:pt x="66" y="116"/>
                  <a:pt x="65" y="120"/>
                  <a:pt x="65" y="124"/>
                </a:cubicBezTo>
                <a:cubicBezTo>
                  <a:pt x="65" y="127"/>
                  <a:pt x="66" y="131"/>
                  <a:pt x="69" y="133"/>
                </a:cubicBezTo>
                <a:close/>
                <a:moveTo>
                  <a:pt x="75" y="120"/>
                </a:moveTo>
                <a:cubicBezTo>
                  <a:pt x="75" y="120"/>
                  <a:pt x="75" y="120"/>
                  <a:pt x="75" y="120"/>
                </a:cubicBezTo>
                <a:cubicBezTo>
                  <a:pt x="76" y="119"/>
                  <a:pt x="77" y="118"/>
                  <a:pt x="79" y="118"/>
                </a:cubicBezTo>
                <a:cubicBezTo>
                  <a:pt x="80" y="118"/>
                  <a:pt x="81" y="119"/>
                  <a:pt x="82" y="120"/>
                </a:cubicBezTo>
                <a:cubicBezTo>
                  <a:pt x="82" y="120"/>
                  <a:pt x="82" y="120"/>
                  <a:pt x="82" y="120"/>
                </a:cubicBezTo>
                <a:cubicBezTo>
                  <a:pt x="84" y="121"/>
                  <a:pt x="84" y="122"/>
                  <a:pt x="84" y="124"/>
                </a:cubicBezTo>
                <a:cubicBezTo>
                  <a:pt x="84" y="125"/>
                  <a:pt x="84" y="127"/>
                  <a:pt x="83" y="128"/>
                </a:cubicBezTo>
                <a:cubicBezTo>
                  <a:pt x="82" y="128"/>
                  <a:pt x="82" y="128"/>
                  <a:pt x="82" y="128"/>
                </a:cubicBezTo>
                <a:cubicBezTo>
                  <a:pt x="81" y="129"/>
                  <a:pt x="80" y="129"/>
                  <a:pt x="79" y="129"/>
                </a:cubicBezTo>
                <a:cubicBezTo>
                  <a:pt x="77" y="129"/>
                  <a:pt x="76" y="129"/>
                  <a:pt x="75" y="128"/>
                </a:cubicBezTo>
                <a:cubicBezTo>
                  <a:pt x="74" y="127"/>
                  <a:pt x="74" y="127"/>
                  <a:pt x="74" y="127"/>
                </a:cubicBezTo>
                <a:cubicBezTo>
                  <a:pt x="74" y="126"/>
                  <a:pt x="73" y="125"/>
                  <a:pt x="73" y="124"/>
                </a:cubicBezTo>
                <a:cubicBezTo>
                  <a:pt x="73" y="122"/>
                  <a:pt x="74" y="121"/>
                  <a:pt x="75" y="120"/>
                </a:cubicBezTo>
                <a:close/>
                <a:moveTo>
                  <a:pt x="81" y="91"/>
                </a:moveTo>
                <a:cubicBezTo>
                  <a:pt x="81" y="91"/>
                  <a:pt x="81" y="91"/>
                  <a:pt x="81" y="91"/>
                </a:cubicBezTo>
                <a:cubicBezTo>
                  <a:pt x="83" y="91"/>
                  <a:pt x="85" y="89"/>
                  <a:pt x="85" y="87"/>
                </a:cubicBezTo>
                <a:cubicBezTo>
                  <a:pt x="85" y="38"/>
                  <a:pt x="85" y="38"/>
                  <a:pt x="85" y="38"/>
                </a:cubicBezTo>
                <a:cubicBezTo>
                  <a:pt x="85" y="35"/>
                  <a:pt x="83" y="34"/>
                  <a:pt x="81" y="34"/>
                </a:cubicBezTo>
                <a:cubicBezTo>
                  <a:pt x="79" y="34"/>
                  <a:pt x="77" y="35"/>
                  <a:pt x="77" y="38"/>
                </a:cubicBezTo>
                <a:cubicBezTo>
                  <a:pt x="77" y="87"/>
                  <a:pt x="77" y="87"/>
                  <a:pt x="77" y="87"/>
                </a:cubicBezTo>
                <a:cubicBezTo>
                  <a:pt x="77" y="89"/>
                  <a:pt x="79" y="91"/>
                  <a:pt x="81" y="91"/>
                </a:cubicBezTo>
                <a:close/>
                <a:moveTo>
                  <a:pt x="148" y="109"/>
                </a:moveTo>
                <a:cubicBezTo>
                  <a:pt x="148" y="109"/>
                  <a:pt x="148" y="109"/>
                  <a:pt x="148" y="109"/>
                </a:cubicBezTo>
                <a:cubicBezTo>
                  <a:pt x="146" y="111"/>
                  <a:pt x="144" y="114"/>
                  <a:pt x="144" y="118"/>
                </a:cubicBezTo>
                <a:cubicBezTo>
                  <a:pt x="144" y="122"/>
                  <a:pt x="146" y="125"/>
                  <a:pt x="148" y="128"/>
                </a:cubicBezTo>
                <a:cubicBezTo>
                  <a:pt x="148" y="128"/>
                  <a:pt x="148" y="128"/>
                  <a:pt x="148" y="128"/>
                </a:cubicBezTo>
                <a:cubicBezTo>
                  <a:pt x="151" y="130"/>
                  <a:pt x="154" y="132"/>
                  <a:pt x="158" y="132"/>
                </a:cubicBezTo>
                <a:cubicBezTo>
                  <a:pt x="161" y="132"/>
                  <a:pt x="165" y="131"/>
                  <a:pt x="167" y="128"/>
                </a:cubicBezTo>
                <a:cubicBezTo>
                  <a:pt x="167" y="128"/>
                  <a:pt x="167" y="128"/>
                  <a:pt x="167" y="128"/>
                </a:cubicBezTo>
                <a:cubicBezTo>
                  <a:pt x="168" y="128"/>
                  <a:pt x="168" y="128"/>
                  <a:pt x="168" y="128"/>
                </a:cubicBezTo>
                <a:cubicBezTo>
                  <a:pt x="170" y="126"/>
                  <a:pt x="171" y="122"/>
                  <a:pt x="171" y="118"/>
                </a:cubicBezTo>
                <a:cubicBezTo>
                  <a:pt x="171" y="114"/>
                  <a:pt x="170" y="111"/>
                  <a:pt x="168" y="109"/>
                </a:cubicBezTo>
                <a:cubicBezTo>
                  <a:pt x="168" y="109"/>
                  <a:pt x="168" y="109"/>
                  <a:pt x="168" y="109"/>
                </a:cubicBezTo>
                <a:cubicBezTo>
                  <a:pt x="168" y="109"/>
                  <a:pt x="168" y="109"/>
                  <a:pt x="168" y="109"/>
                </a:cubicBezTo>
                <a:cubicBezTo>
                  <a:pt x="165" y="106"/>
                  <a:pt x="162" y="105"/>
                  <a:pt x="158" y="105"/>
                </a:cubicBezTo>
                <a:cubicBezTo>
                  <a:pt x="154" y="105"/>
                  <a:pt x="151" y="106"/>
                  <a:pt x="148" y="109"/>
                </a:cubicBezTo>
                <a:close/>
                <a:moveTo>
                  <a:pt x="154" y="114"/>
                </a:moveTo>
                <a:cubicBezTo>
                  <a:pt x="154" y="114"/>
                  <a:pt x="154" y="114"/>
                  <a:pt x="154" y="114"/>
                </a:cubicBezTo>
                <a:cubicBezTo>
                  <a:pt x="155" y="113"/>
                  <a:pt x="156" y="113"/>
                  <a:pt x="158" y="113"/>
                </a:cubicBezTo>
                <a:cubicBezTo>
                  <a:pt x="159" y="113"/>
                  <a:pt x="161" y="113"/>
                  <a:pt x="162" y="114"/>
                </a:cubicBezTo>
                <a:cubicBezTo>
                  <a:pt x="163" y="115"/>
                  <a:pt x="163" y="117"/>
                  <a:pt x="163" y="118"/>
                </a:cubicBezTo>
                <a:cubicBezTo>
                  <a:pt x="163" y="120"/>
                  <a:pt x="163" y="121"/>
                  <a:pt x="162" y="122"/>
                </a:cubicBezTo>
                <a:cubicBezTo>
                  <a:pt x="161" y="123"/>
                  <a:pt x="159" y="124"/>
                  <a:pt x="158" y="124"/>
                </a:cubicBezTo>
                <a:cubicBezTo>
                  <a:pt x="156" y="124"/>
                  <a:pt x="155" y="123"/>
                  <a:pt x="154" y="122"/>
                </a:cubicBezTo>
                <a:cubicBezTo>
                  <a:pt x="154" y="122"/>
                  <a:pt x="154" y="122"/>
                  <a:pt x="154" y="122"/>
                </a:cubicBezTo>
                <a:cubicBezTo>
                  <a:pt x="153" y="121"/>
                  <a:pt x="152" y="120"/>
                  <a:pt x="152" y="118"/>
                </a:cubicBezTo>
                <a:cubicBezTo>
                  <a:pt x="152" y="117"/>
                  <a:pt x="153" y="115"/>
                  <a:pt x="154" y="114"/>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8" name="Freeform 10"/>
          <p:cNvSpPr>
            <a:spLocks noEditPoints="1"/>
          </p:cNvSpPr>
          <p:nvPr/>
        </p:nvSpPr>
        <p:spPr bwMode="auto">
          <a:xfrm>
            <a:off x="107850" y="2091788"/>
            <a:ext cx="174824" cy="175280"/>
          </a:xfrm>
          <a:custGeom>
            <a:avLst/>
            <a:gdLst>
              <a:gd name="T0" fmla="*/ 47 w 162"/>
              <a:gd name="T1" fmla="*/ 34 h 163"/>
              <a:gd name="T2" fmla="*/ 34 w 162"/>
              <a:gd name="T3" fmla="*/ 47 h 163"/>
              <a:gd name="T4" fmla="*/ 32 w 162"/>
              <a:gd name="T5" fmla="*/ 61 h 163"/>
              <a:gd name="T6" fmla="*/ 41 w 162"/>
              <a:gd name="T7" fmla="*/ 52 h 163"/>
              <a:gd name="T8" fmla="*/ 52 w 162"/>
              <a:gd name="T9" fmla="*/ 41 h 163"/>
              <a:gd name="T10" fmla="*/ 60 w 162"/>
              <a:gd name="T11" fmla="*/ 32 h 163"/>
              <a:gd name="T12" fmla="*/ 160 w 162"/>
              <a:gd name="T13" fmla="*/ 150 h 163"/>
              <a:gd name="T14" fmla="*/ 130 w 162"/>
              <a:gd name="T15" fmla="*/ 121 h 163"/>
              <a:gd name="T16" fmla="*/ 147 w 162"/>
              <a:gd name="T17" fmla="*/ 74 h 163"/>
              <a:gd name="T18" fmla="*/ 142 w 162"/>
              <a:gd name="T19" fmla="*/ 46 h 163"/>
              <a:gd name="T20" fmla="*/ 126 w 162"/>
              <a:gd name="T21" fmla="*/ 22 h 163"/>
              <a:gd name="T22" fmla="*/ 74 w 162"/>
              <a:gd name="T23" fmla="*/ 0 h 163"/>
              <a:gd name="T24" fmla="*/ 6 w 162"/>
              <a:gd name="T25" fmla="*/ 46 h 163"/>
              <a:gd name="T26" fmla="*/ 5 w 162"/>
              <a:gd name="T27" fmla="*/ 102 h 163"/>
              <a:gd name="T28" fmla="*/ 21 w 162"/>
              <a:gd name="T29" fmla="*/ 126 h 163"/>
              <a:gd name="T30" fmla="*/ 45 w 162"/>
              <a:gd name="T31" fmla="*/ 142 h 163"/>
              <a:gd name="T32" fmla="*/ 45 w 162"/>
              <a:gd name="T33" fmla="*/ 142 h 163"/>
              <a:gd name="T34" fmla="*/ 102 w 162"/>
              <a:gd name="T35" fmla="*/ 142 h 163"/>
              <a:gd name="T36" fmla="*/ 150 w 162"/>
              <a:gd name="T37" fmla="*/ 160 h 163"/>
              <a:gd name="T38" fmla="*/ 160 w 162"/>
              <a:gd name="T39" fmla="*/ 150 h 163"/>
              <a:gd name="T40" fmla="*/ 116 w 162"/>
              <a:gd name="T41" fmla="*/ 117 h 163"/>
              <a:gd name="T42" fmla="*/ 97 w 162"/>
              <a:gd name="T43" fmla="*/ 130 h 163"/>
              <a:gd name="T44" fmla="*/ 51 w 162"/>
              <a:gd name="T45" fmla="*/ 130 h 163"/>
              <a:gd name="T46" fmla="*/ 31 w 162"/>
              <a:gd name="T47" fmla="*/ 117 h 163"/>
              <a:gd name="T48" fmla="*/ 31 w 162"/>
              <a:gd name="T49" fmla="*/ 117 h 163"/>
              <a:gd name="T50" fmla="*/ 18 w 162"/>
              <a:gd name="T51" fmla="*/ 97 h 163"/>
              <a:gd name="T52" fmla="*/ 18 w 162"/>
              <a:gd name="T53" fmla="*/ 51 h 163"/>
              <a:gd name="T54" fmla="*/ 74 w 162"/>
              <a:gd name="T55" fmla="*/ 14 h 163"/>
              <a:gd name="T56" fmla="*/ 116 w 162"/>
              <a:gd name="T57" fmla="*/ 31 h 163"/>
              <a:gd name="T58" fmla="*/ 129 w 162"/>
              <a:gd name="T59" fmla="*/ 51 h 163"/>
              <a:gd name="T60" fmla="*/ 134 w 162"/>
              <a:gd name="T61" fmla="*/ 74 h 163"/>
              <a:gd name="T62" fmla="*/ 116 w 162"/>
              <a:gd name="T63" fmla="*/ 117 h 163"/>
              <a:gd name="T64" fmla="*/ 117 w 162"/>
              <a:gd name="T65" fmla="*/ 70 h 163"/>
              <a:gd name="T66" fmla="*/ 110 w 162"/>
              <a:gd name="T67" fmla="*/ 89 h 163"/>
              <a:gd name="T68" fmla="*/ 102 w 162"/>
              <a:gd name="T69" fmla="*/ 102 h 163"/>
              <a:gd name="T70" fmla="*/ 74 w 162"/>
              <a:gd name="T71" fmla="*/ 114 h 163"/>
              <a:gd name="T72" fmla="*/ 74 w 162"/>
              <a:gd name="T73" fmla="*/ 122 h 163"/>
              <a:gd name="T74" fmla="*/ 107 w 162"/>
              <a:gd name="T75" fmla="*/ 108 h 163"/>
              <a:gd name="T76" fmla="*/ 118 w 162"/>
              <a:gd name="T77" fmla="*/ 92 h 163"/>
              <a:gd name="T78" fmla="*/ 117 w 162"/>
              <a:gd name="T79" fmla="*/ 70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62" h="163">
                <a:moveTo>
                  <a:pt x="55" y="30"/>
                </a:moveTo>
                <a:cubicBezTo>
                  <a:pt x="52" y="31"/>
                  <a:pt x="50" y="33"/>
                  <a:pt x="47" y="34"/>
                </a:cubicBezTo>
                <a:cubicBezTo>
                  <a:pt x="44" y="36"/>
                  <a:pt x="42" y="38"/>
                  <a:pt x="40" y="40"/>
                </a:cubicBezTo>
                <a:cubicBezTo>
                  <a:pt x="38" y="42"/>
                  <a:pt x="36" y="45"/>
                  <a:pt x="34" y="47"/>
                </a:cubicBezTo>
                <a:cubicBezTo>
                  <a:pt x="32" y="50"/>
                  <a:pt x="31" y="53"/>
                  <a:pt x="30" y="55"/>
                </a:cubicBezTo>
                <a:cubicBezTo>
                  <a:pt x="29" y="57"/>
                  <a:pt x="30" y="60"/>
                  <a:pt x="32" y="61"/>
                </a:cubicBezTo>
                <a:cubicBezTo>
                  <a:pt x="34" y="62"/>
                  <a:pt x="36" y="61"/>
                  <a:pt x="37" y="59"/>
                </a:cubicBezTo>
                <a:cubicBezTo>
                  <a:pt x="38" y="56"/>
                  <a:pt x="39" y="54"/>
                  <a:pt x="41" y="52"/>
                </a:cubicBezTo>
                <a:cubicBezTo>
                  <a:pt x="42" y="50"/>
                  <a:pt x="44" y="48"/>
                  <a:pt x="46" y="46"/>
                </a:cubicBezTo>
                <a:cubicBezTo>
                  <a:pt x="48" y="44"/>
                  <a:pt x="49" y="43"/>
                  <a:pt x="52" y="41"/>
                </a:cubicBezTo>
                <a:cubicBezTo>
                  <a:pt x="54" y="40"/>
                  <a:pt x="56" y="38"/>
                  <a:pt x="58" y="37"/>
                </a:cubicBezTo>
                <a:cubicBezTo>
                  <a:pt x="60" y="37"/>
                  <a:pt x="61" y="34"/>
                  <a:pt x="60" y="32"/>
                </a:cubicBezTo>
                <a:cubicBezTo>
                  <a:pt x="59" y="30"/>
                  <a:pt x="57" y="29"/>
                  <a:pt x="55" y="30"/>
                </a:cubicBezTo>
                <a:close/>
                <a:moveTo>
                  <a:pt x="160" y="150"/>
                </a:moveTo>
                <a:cubicBezTo>
                  <a:pt x="160" y="150"/>
                  <a:pt x="160" y="150"/>
                  <a:pt x="160" y="150"/>
                </a:cubicBezTo>
                <a:cubicBezTo>
                  <a:pt x="130" y="121"/>
                  <a:pt x="130" y="121"/>
                  <a:pt x="130" y="121"/>
                </a:cubicBezTo>
                <a:cubicBezTo>
                  <a:pt x="135" y="115"/>
                  <a:pt x="139" y="109"/>
                  <a:pt x="142" y="102"/>
                </a:cubicBezTo>
                <a:cubicBezTo>
                  <a:pt x="145" y="93"/>
                  <a:pt x="147" y="84"/>
                  <a:pt x="147" y="74"/>
                </a:cubicBezTo>
                <a:cubicBezTo>
                  <a:pt x="147" y="64"/>
                  <a:pt x="145" y="55"/>
                  <a:pt x="142" y="46"/>
                </a:cubicBezTo>
                <a:cubicBezTo>
                  <a:pt x="142" y="46"/>
                  <a:pt x="142" y="46"/>
                  <a:pt x="142" y="46"/>
                </a:cubicBezTo>
                <a:cubicBezTo>
                  <a:pt x="138" y="37"/>
                  <a:pt x="133" y="29"/>
                  <a:pt x="126" y="22"/>
                </a:cubicBezTo>
                <a:cubicBezTo>
                  <a:pt x="126" y="22"/>
                  <a:pt x="126" y="22"/>
                  <a:pt x="126" y="22"/>
                </a:cubicBezTo>
                <a:cubicBezTo>
                  <a:pt x="119" y="15"/>
                  <a:pt x="111" y="10"/>
                  <a:pt x="102" y="6"/>
                </a:cubicBezTo>
                <a:cubicBezTo>
                  <a:pt x="93" y="2"/>
                  <a:pt x="84" y="0"/>
                  <a:pt x="74" y="0"/>
                </a:cubicBezTo>
                <a:cubicBezTo>
                  <a:pt x="53" y="0"/>
                  <a:pt x="35" y="8"/>
                  <a:pt x="21" y="22"/>
                </a:cubicBezTo>
                <a:cubicBezTo>
                  <a:pt x="15" y="29"/>
                  <a:pt x="9" y="37"/>
                  <a:pt x="6" y="46"/>
                </a:cubicBezTo>
                <a:cubicBezTo>
                  <a:pt x="2" y="55"/>
                  <a:pt x="0" y="64"/>
                  <a:pt x="0" y="74"/>
                </a:cubicBezTo>
                <a:cubicBezTo>
                  <a:pt x="0" y="84"/>
                  <a:pt x="2" y="93"/>
                  <a:pt x="5" y="102"/>
                </a:cubicBezTo>
                <a:cubicBezTo>
                  <a:pt x="6" y="102"/>
                  <a:pt x="6" y="102"/>
                  <a:pt x="6" y="102"/>
                </a:cubicBezTo>
                <a:cubicBezTo>
                  <a:pt x="9" y="111"/>
                  <a:pt x="15" y="119"/>
                  <a:pt x="21" y="126"/>
                </a:cubicBezTo>
                <a:cubicBezTo>
                  <a:pt x="22" y="126"/>
                  <a:pt x="22" y="126"/>
                  <a:pt x="22" y="126"/>
                </a:cubicBezTo>
                <a:cubicBezTo>
                  <a:pt x="28" y="133"/>
                  <a:pt x="36" y="138"/>
                  <a:pt x="45" y="142"/>
                </a:cubicBezTo>
                <a:cubicBezTo>
                  <a:pt x="45" y="142"/>
                  <a:pt x="45" y="142"/>
                  <a:pt x="45" y="142"/>
                </a:cubicBezTo>
                <a:cubicBezTo>
                  <a:pt x="45" y="142"/>
                  <a:pt x="45" y="142"/>
                  <a:pt x="45" y="142"/>
                </a:cubicBezTo>
                <a:cubicBezTo>
                  <a:pt x="54" y="146"/>
                  <a:pt x="64" y="148"/>
                  <a:pt x="74" y="148"/>
                </a:cubicBezTo>
                <a:cubicBezTo>
                  <a:pt x="84" y="148"/>
                  <a:pt x="93" y="146"/>
                  <a:pt x="102" y="142"/>
                </a:cubicBezTo>
                <a:cubicBezTo>
                  <a:pt x="109" y="139"/>
                  <a:pt x="115" y="135"/>
                  <a:pt x="121" y="131"/>
                </a:cubicBezTo>
                <a:cubicBezTo>
                  <a:pt x="150" y="160"/>
                  <a:pt x="150" y="160"/>
                  <a:pt x="150" y="160"/>
                </a:cubicBezTo>
                <a:cubicBezTo>
                  <a:pt x="153" y="163"/>
                  <a:pt x="157" y="163"/>
                  <a:pt x="160" y="160"/>
                </a:cubicBezTo>
                <a:cubicBezTo>
                  <a:pt x="162" y="157"/>
                  <a:pt x="162" y="153"/>
                  <a:pt x="160" y="150"/>
                </a:cubicBezTo>
                <a:close/>
                <a:moveTo>
                  <a:pt x="116" y="117"/>
                </a:moveTo>
                <a:cubicBezTo>
                  <a:pt x="116" y="117"/>
                  <a:pt x="116" y="117"/>
                  <a:pt x="116" y="117"/>
                </a:cubicBezTo>
                <a:cubicBezTo>
                  <a:pt x="116" y="117"/>
                  <a:pt x="116" y="117"/>
                  <a:pt x="116" y="117"/>
                </a:cubicBezTo>
                <a:cubicBezTo>
                  <a:pt x="111" y="122"/>
                  <a:pt x="104" y="127"/>
                  <a:pt x="97" y="130"/>
                </a:cubicBezTo>
                <a:cubicBezTo>
                  <a:pt x="90" y="133"/>
                  <a:pt x="82" y="134"/>
                  <a:pt x="74" y="134"/>
                </a:cubicBezTo>
                <a:cubicBezTo>
                  <a:pt x="65" y="134"/>
                  <a:pt x="58" y="133"/>
                  <a:pt x="51" y="130"/>
                </a:cubicBezTo>
                <a:cubicBezTo>
                  <a:pt x="51" y="130"/>
                  <a:pt x="51" y="130"/>
                  <a:pt x="51" y="130"/>
                </a:cubicBezTo>
                <a:cubicBezTo>
                  <a:pt x="43" y="127"/>
                  <a:pt x="37" y="122"/>
                  <a:pt x="31" y="117"/>
                </a:cubicBezTo>
                <a:cubicBezTo>
                  <a:pt x="31" y="117"/>
                  <a:pt x="31" y="117"/>
                  <a:pt x="31" y="117"/>
                </a:cubicBezTo>
                <a:cubicBezTo>
                  <a:pt x="31" y="117"/>
                  <a:pt x="31" y="117"/>
                  <a:pt x="31" y="117"/>
                </a:cubicBezTo>
                <a:cubicBezTo>
                  <a:pt x="26" y="111"/>
                  <a:pt x="21" y="104"/>
                  <a:pt x="18" y="97"/>
                </a:cubicBezTo>
                <a:cubicBezTo>
                  <a:pt x="18" y="97"/>
                  <a:pt x="18" y="97"/>
                  <a:pt x="18" y="97"/>
                </a:cubicBezTo>
                <a:cubicBezTo>
                  <a:pt x="15" y="90"/>
                  <a:pt x="13" y="82"/>
                  <a:pt x="13" y="74"/>
                </a:cubicBezTo>
                <a:cubicBezTo>
                  <a:pt x="13" y="66"/>
                  <a:pt x="15" y="58"/>
                  <a:pt x="18" y="51"/>
                </a:cubicBezTo>
                <a:cubicBezTo>
                  <a:pt x="21" y="44"/>
                  <a:pt x="26" y="37"/>
                  <a:pt x="31" y="31"/>
                </a:cubicBezTo>
                <a:cubicBezTo>
                  <a:pt x="42" y="21"/>
                  <a:pt x="57" y="14"/>
                  <a:pt x="74" y="14"/>
                </a:cubicBezTo>
                <a:cubicBezTo>
                  <a:pt x="82" y="14"/>
                  <a:pt x="90" y="15"/>
                  <a:pt x="97" y="18"/>
                </a:cubicBezTo>
                <a:cubicBezTo>
                  <a:pt x="104" y="21"/>
                  <a:pt x="111" y="26"/>
                  <a:pt x="116" y="31"/>
                </a:cubicBezTo>
                <a:cubicBezTo>
                  <a:pt x="117" y="32"/>
                  <a:pt x="117" y="32"/>
                  <a:pt x="117" y="32"/>
                </a:cubicBezTo>
                <a:cubicBezTo>
                  <a:pt x="122" y="37"/>
                  <a:pt x="126" y="44"/>
                  <a:pt x="129" y="51"/>
                </a:cubicBezTo>
                <a:cubicBezTo>
                  <a:pt x="129" y="51"/>
                  <a:pt x="129" y="51"/>
                  <a:pt x="129" y="51"/>
                </a:cubicBezTo>
                <a:cubicBezTo>
                  <a:pt x="132" y="58"/>
                  <a:pt x="134" y="66"/>
                  <a:pt x="134" y="74"/>
                </a:cubicBezTo>
                <a:cubicBezTo>
                  <a:pt x="134" y="82"/>
                  <a:pt x="132" y="90"/>
                  <a:pt x="129" y="97"/>
                </a:cubicBezTo>
                <a:cubicBezTo>
                  <a:pt x="126" y="104"/>
                  <a:pt x="122" y="111"/>
                  <a:pt x="116" y="117"/>
                </a:cubicBezTo>
                <a:close/>
                <a:moveTo>
                  <a:pt x="117" y="70"/>
                </a:moveTo>
                <a:cubicBezTo>
                  <a:pt x="117" y="70"/>
                  <a:pt x="117" y="70"/>
                  <a:pt x="117" y="70"/>
                </a:cubicBezTo>
                <a:cubicBezTo>
                  <a:pt x="115" y="70"/>
                  <a:pt x="113" y="72"/>
                  <a:pt x="113" y="74"/>
                </a:cubicBezTo>
                <a:cubicBezTo>
                  <a:pt x="113" y="79"/>
                  <a:pt x="112" y="84"/>
                  <a:pt x="110" y="89"/>
                </a:cubicBezTo>
                <a:cubicBezTo>
                  <a:pt x="110" y="89"/>
                  <a:pt x="110" y="89"/>
                  <a:pt x="110" y="89"/>
                </a:cubicBezTo>
                <a:cubicBezTo>
                  <a:pt x="108" y="94"/>
                  <a:pt x="105" y="98"/>
                  <a:pt x="102" y="102"/>
                </a:cubicBezTo>
                <a:cubicBezTo>
                  <a:pt x="98" y="106"/>
                  <a:pt x="94" y="109"/>
                  <a:pt x="89" y="111"/>
                </a:cubicBezTo>
                <a:cubicBezTo>
                  <a:pt x="84" y="113"/>
                  <a:pt x="79" y="114"/>
                  <a:pt x="74" y="114"/>
                </a:cubicBezTo>
                <a:cubicBezTo>
                  <a:pt x="71" y="114"/>
                  <a:pt x="70" y="115"/>
                  <a:pt x="70" y="118"/>
                </a:cubicBezTo>
                <a:cubicBezTo>
                  <a:pt x="70" y="120"/>
                  <a:pt x="71" y="122"/>
                  <a:pt x="74" y="122"/>
                </a:cubicBezTo>
                <a:cubicBezTo>
                  <a:pt x="80" y="122"/>
                  <a:pt x="86" y="120"/>
                  <a:pt x="92" y="118"/>
                </a:cubicBezTo>
                <a:cubicBezTo>
                  <a:pt x="98" y="116"/>
                  <a:pt x="103" y="112"/>
                  <a:pt x="107" y="108"/>
                </a:cubicBezTo>
                <a:cubicBezTo>
                  <a:pt x="112" y="103"/>
                  <a:pt x="115" y="98"/>
                  <a:pt x="118" y="92"/>
                </a:cubicBezTo>
                <a:cubicBezTo>
                  <a:pt x="118" y="92"/>
                  <a:pt x="118" y="92"/>
                  <a:pt x="118" y="92"/>
                </a:cubicBezTo>
                <a:cubicBezTo>
                  <a:pt x="120" y="86"/>
                  <a:pt x="121" y="80"/>
                  <a:pt x="121" y="74"/>
                </a:cubicBezTo>
                <a:cubicBezTo>
                  <a:pt x="121" y="72"/>
                  <a:pt x="120" y="70"/>
                  <a:pt x="117" y="70"/>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grpSp>
        <p:nvGrpSpPr>
          <p:cNvPr id="25" name="组合 24"/>
          <p:cNvGrpSpPr/>
          <p:nvPr/>
        </p:nvGrpSpPr>
        <p:grpSpPr>
          <a:xfrm>
            <a:off x="8632482" y="346839"/>
            <a:ext cx="156623" cy="156623"/>
            <a:chOff x="8689063" y="2493438"/>
            <a:chExt cx="156623" cy="156623"/>
          </a:xfrm>
        </p:grpSpPr>
        <p:sp>
          <p:nvSpPr>
            <p:cNvPr id="27" name="矩形 26"/>
            <p:cNvSpPr/>
            <p:nvPr/>
          </p:nvSpPr>
          <p:spPr>
            <a:xfrm>
              <a:off x="8689063" y="2493438"/>
              <a:ext cx="156623" cy="156623"/>
            </a:xfrm>
            <a:prstGeom prst="rect">
              <a:avLst/>
            </a:prstGeom>
            <a:solidFill>
              <a:srgbClr val="586B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任意多边形 27"/>
            <p:cNvSpPr/>
            <p:nvPr/>
          </p:nvSpPr>
          <p:spPr>
            <a:xfrm rot="10800000">
              <a:off x="8737889" y="2531868"/>
              <a:ext cx="58967" cy="79764"/>
            </a:xfrm>
            <a:custGeom>
              <a:avLst/>
              <a:gdLst>
                <a:gd name="connsiteX0" fmla="*/ 0 w 78581"/>
                <a:gd name="connsiteY0" fmla="*/ 0 h 152400"/>
                <a:gd name="connsiteX1" fmla="*/ 78581 w 78581"/>
                <a:gd name="connsiteY1" fmla="*/ 78581 h 152400"/>
                <a:gd name="connsiteX2" fmla="*/ 4762 w 78581"/>
                <a:gd name="connsiteY2" fmla="*/ 152400 h 152400"/>
              </a:gdLst>
              <a:ahLst/>
              <a:cxnLst>
                <a:cxn ang="0">
                  <a:pos x="connsiteX0" y="connsiteY0"/>
                </a:cxn>
                <a:cxn ang="0">
                  <a:pos x="connsiteX1" y="connsiteY1"/>
                </a:cxn>
                <a:cxn ang="0">
                  <a:pos x="connsiteX2" y="connsiteY2"/>
                </a:cxn>
              </a:cxnLst>
              <a:rect l="l" t="t" r="r" b="b"/>
              <a:pathLst>
                <a:path w="78581" h="152400">
                  <a:moveTo>
                    <a:pt x="0" y="0"/>
                  </a:moveTo>
                  <a:lnTo>
                    <a:pt x="78581" y="78581"/>
                  </a:lnTo>
                  <a:lnTo>
                    <a:pt x="4762" y="152400"/>
                  </a:lnTo>
                </a:path>
              </a:pathLst>
            </a:cu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9" name="组合 28"/>
          <p:cNvGrpSpPr/>
          <p:nvPr/>
        </p:nvGrpSpPr>
        <p:grpSpPr>
          <a:xfrm>
            <a:off x="8789105" y="346839"/>
            <a:ext cx="156623" cy="156623"/>
            <a:chOff x="8845686" y="2493438"/>
            <a:chExt cx="156623" cy="156623"/>
          </a:xfrm>
        </p:grpSpPr>
        <p:sp>
          <p:nvSpPr>
            <p:cNvPr id="39" name="矩形 38"/>
            <p:cNvSpPr/>
            <p:nvPr/>
          </p:nvSpPr>
          <p:spPr>
            <a:xfrm>
              <a:off x="8845686" y="2493438"/>
              <a:ext cx="156623" cy="156623"/>
            </a:xfrm>
            <a:prstGeom prst="rect">
              <a:avLst/>
            </a:prstGeom>
            <a:solidFill>
              <a:srgbClr val="37B0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任意多边形 39"/>
            <p:cNvSpPr/>
            <p:nvPr/>
          </p:nvSpPr>
          <p:spPr>
            <a:xfrm>
              <a:off x="8894513" y="2531868"/>
              <a:ext cx="58967" cy="79764"/>
            </a:xfrm>
            <a:custGeom>
              <a:avLst/>
              <a:gdLst>
                <a:gd name="connsiteX0" fmla="*/ 0 w 78581"/>
                <a:gd name="connsiteY0" fmla="*/ 0 h 152400"/>
                <a:gd name="connsiteX1" fmla="*/ 78581 w 78581"/>
                <a:gd name="connsiteY1" fmla="*/ 78581 h 152400"/>
                <a:gd name="connsiteX2" fmla="*/ 4762 w 78581"/>
                <a:gd name="connsiteY2" fmla="*/ 152400 h 152400"/>
              </a:gdLst>
              <a:ahLst/>
              <a:cxnLst>
                <a:cxn ang="0">
                  <a:pos x="connsiteX0" y="connsiteY0"/>
                </a:cxn>
                <a:cxn ang="0">
                  <a:pos x="connsiteX1" y="connsiteY1"/>
                </a:cxn>
                <a:cxn ang="0">
                  <a:pos x="connsiteX2" y="connsiteY2"/>
                </a:cxn>
              </a:cxnLst>
              <a:rect l="l" t="t" r="r" b="b"/>
              <a:pathLst>
                <a:path w="78581" h="152400">
                  <a:moveTo>
                    <a:pt x="0" y="0"/>
                  </a:moveTo>
                  <a:lnTo>
                    <a:pt x="78581" y="78581"/>
                  </a:lnTo>
                  <a:lnTo>
                    <a:pt x="4762" y="152400"/>
                  </a:lnTo>
                </a:path>
              </a:pathLst>
            </a:cu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1" name="矩形 40">
            <a:hlinkClick r:id="" action="ppaction://hlinkshowjump?jump=previousslide"/>
          </p:cNvPr>
          <p:cNvSpPr/>
          <p:nvPr/>
        </p:nvSpPr>
        <p:spPr>
          <a:xfrm>
            <a:off x="8632479" y="340203"/>
            <a:ext cx="156623" cy="166239"/>
          </a:xfrm>
          <a:prstGeom prst="rect">
            <a:avLst/>
          </a:prstGeom>
          <a:solidFill>
            <a:srgbClr val="37B0E8">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矩形 41">
            <a:hlinkClick r:id="" action="ppaction://hlinkshowjump?jump=nextslide"/>
          </p:cNvPr>
          <p:cNvSpPr/>
          <p:nvPr/>
        </p:nvSpPr>
        <p:spPr>
          <a:xfrm>
            <a:off x="8789102" y="340203"/>
            <a:ext cx="156623" cy="166239"/>
          </a:xfrm>
          <a:prstGeom prst="rect">
            <a:avLst/>
          </a:prstGeom>
          <a:solidFill>
            <a:srgbClr val="37B0E8">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矩形 42"/>
          <p:cNvSpPr/>
          <p:nvPr/>
        </p:nvSpPr>
        <p:spPr>
          <a:xfrm>
            <a:off x="5867400" y="262034"/>
            <a:ext cx="2665040" cy="285078"/>
          </a:xfrm>
          <a:prstGeom prst="rect">
            <a:avLst/>
          </a:prstGeom>
        </p:spPr>
        <p:txBody>
          <a:bodyPr wrap="square" lIns="0" tIns="0" rIns="0" bIns="0" anchor="ctr" anchorCtr="0">
            <a:spAutoFit/>
          </a:bodyPr>
          <a:lstStyle/>
          <a:p>
            <a:pPr algn="r">
              <a:lnSpc>
                <a:spcPct val="150000"/>
              </a:lnSpc>
            </a:pPr>
            <a:r>
              <a:rPr lang="zh-CN" altLang="en-US" sz="1400" b="1" dirty="0">
                <a:solidFill>
                  <a:srgbClr val="354454"/>
                </a:solidFill>
                <a:latin typeface="微软雅黑" pitchFamily="34" charset="-122"/>
                <a:ea typeface="微软雅黑" pitchFamily="34" charset="-122"/>
              </a:rPr>
              <a:t>成绩与思考</a:t>
            </a:r>
          </a:p>
        </p:txBody>
      </p:sp>
      <p:sp>
        <p:nvSpPr>
          <p:cNvPr id="26" name="矩形 25"/>
          <p:cNvSpPr/>
          <p:nvPr/>
        </p:nvSpPr>
        <p:spPr>
          <a:xfrm>
            <a:off x="614945" y="1653245"/>
            <a:ext cx="441146" cy="246221"/>
          </a:xfrm>
          <a:prstGeom prst="rect">
            <a:avLst/>
          </a:prstGeom>
        </p:spPr>
        <p:txBody>
          <a:bodyPr wrap="none">
            <a:spAutoFit/>
          </a:bodyPr>
          <a:lstStyle/>
          <a:p>
            <a:pPr algn="ctr"/>
            <a:r>
              <a:rPr lang="zh-CN" altLang="en-US" sz="1000" dirty="0">
                <a:ln w="6350">
                  <a:noFill/>
                </a:ln>
                <a:solidFill>
                  <a:srgbClr val="586B7F"/>
                </a:solidFill>
                <a:latin typeface="Impact" pitchFamily="34" charset="0"/>
                <a:ea typeface="微软雅黑" pitchFamily="34" charset="-122"/>
              </a:rPr>
              <a:t>绪论</a:t>
            </a:r>
          </a:p>
        </p:txBody>
      </p:sp>
      <p:sp>
        <p:nvSpPr>
          <p:cNvPr id="30" name="矩形 29"/>
          <p:cNvSpPr/>
          <p:nvPr/>
        </p:nvSpPr>
        <p:spPr>
          <a:xfrm>
            <a:off x="422584" y="2036065"/>
            <a:ext cx="825867" cy="246221"/>
          </a:xfrm>
          <a:prstGeom prst="rect">
            <a:avLst/>
          </a:prstGeom>
        </p:spPr>
        <p:txBody>
          <a:bodyPr wrap="none">
            <a:spAutoFit/>
          </a:bodyPr>
          <a:lstStyle/>
          <a:p>
            <a:pPr algn="ctr"/>
            <a:r>
              <a:rPr lang="zh-CN" altLang="en-US" sz="1000" dirty="0">
                <a:ln w="6350">
                  <a:noFill/>
                </a:ln>
                <a:solidFill>
                  <a:srgbClr val="586B7F"/>
                </a:solidFill>
                <a:latin typeface="Impact" pitchFamily="34" charset="0"/>
                <a:ea typeface="微软雅黑" pitchFamily="34" charset="-122"/>
              </a:rPr>
              <a:t>思路与方法</a:t>
            </a:r>
          </a:p>
        </p:txBody>
      </p:sp>
      <p:sp>
        <p:nvSpPr>
          <p:cNvPr id="31" name="矩形 30"/>
          <p:cNvSpPr/>
          <p:nvPr/>
        </p:nvSpPr>
        <p:spPr>
          <a:xfrm>
            <a:off x="422585" y="2823369"/>
            <a:ext cx="825867" cy="246221"/>
          </a:xfrm>
          <a:prstGeom prst="rect">
            <a:avLst/>
          </a:prstGeom>
        </p:spPr>
        <p:txBody>
          <a:bodyPr wrap="none">
            <a:spAutoFit/>
          </a:bodyPr>
          <a:lstStyle/>
          <a:p>
            <a:pPr algn="ctr"/>
            <a:r>
              <a:rPr lang="zh-CN" altLang="en-US" sz="1000" dirty="0">
                <a:ln w="6350">
                  <a:noFill/>
                </a:ln>
                <a:solidFill>
                  <a:srgbClr val="586B7F"/>
                </a:solidFill>
                <a:latin typeface="Impact" pitchFamily="34" charset="0"/>
                <a:ea typeface="微软雅黑" pitchFamily="34" charset="-122"/>
              </a:rPr>
              <a:t>成果与应用</a:t>
            </a:r>
          </a:p>
        </p:txBody>
      </p:sp>
      <p:sp>
        <p:nvSpPr>
          <p:cNvPr id="32" name="矩形 31"/>
          <p:cNvSpPr/>
          <p:nvPr/>
        </p:nvSpPr>
        <p:spPr>
          <a:xfrm>
            <a:off x="422585" y="2432846"/>
            <a:ext cx="825867" cy="246221"/>
          </a:xfrm>
          <a:prstGeom prst="rect">
            <a:avLst/>
          </a:prstGeom>
        </p:spPr>
        <p:txBody>
          <a:bodyPr wrap="none">
            <a:spAutoFit/>
          </a:bodyPr>
          <a:lstStyle/>
          <a:p>
            <a:pPr algn="ctr"/>
            <a:r>
              <a:rPr lang="zh-CN" altLang="en-US" sz="1000" dirty="0">
                <a:ln w="6350">
                  <a:noFill/>
                </a:ln>
                <a:solidFill>
                  <a:srgbClr val="586B7F"/>
                </a:solidFill>
                <a:latin typeface="Impact" pitchFamily="34" charset="0"/>
                <a:ea typeface="微软雅黑" pitchFamily="34" charset="-122"/>
              </a:rPr>
              <a:t>技术与难点</a:t>
            </a:r>
          </a:p>
        </p:txBody>
      </p:sp>
      <p:sp>
        <p:nvSpPr>
          <p:cNvPr id="33" name="矩形 32"/>
          <p:cNvSpPr/>
          <p:nvPr/>
        </p:nvSpPr>
        <p:spPr>
          <a:xfrm>
            <a:off x="422585" y="3224765"/>
            <a:ext cx="825867" cy="246221"/>
          </a:xfrm>
          <a:prstGeom prst="rect">
            <a:avLst/>
          </a:prstGeom>
        </p:spPr>
        <p:txBody>
          <a:bodyPr wrap="none">
            <a:spAutoFit/>
          </a:bodyPr>
          <a:lstStyle/>
          <a:p>
            <a:pPr algn="ctr"/>
            <a:r>
              <a:rPr lang="zh-CN" altLang="en-US" sz="1000" dirty="0">
                <a:ln w="6350">
                  <a:noFill/>
                </a:ln>
                <a:solidFill>
                  <a:schemeClr val="bg1"/>
                </a:solidFill>
                <a:latin typeface="Impact" pitchFamily="34" charset="0"/>
                <a:ea typeface="微软雅黑" pitchFamily="34" charset="-122"/>
              </a:rPr>
              <a:t>建议与总结</a:t>
            </a:r>
          </a:p>
        </p:txBody>
      </p:sp>
      <p:grpSp>
        <p:nvGrpSpPr>
          <p:cNvPr id="156" name="组合 155"/>
          <p:cNvGrpSpPr/>
          <p:nvPr/>
        </p:nvGrpSpPr>
        <p:grpSpPr>
          <a:xfrm>
            <a:off x="4043974" y="1203960"/>
            <a:ext cx="2338180" cy="3435920"/>
            <a:chOff x="3382292" y="1184652"/>
            <a:chExt cx="2364458" cy="3474536"/>
          </a:xfrm>
        </p:grpSpPr>
        <p:sp>
          <p:nvSpPr>
            <p:cNvPr id="157" name="Freeform 6"/>
            <p:cNvSpPr/>
            <p:nvPr/>
          </p:nvSpPr>
          <p:spPr bwMode="auto">
            <a:xfrm flipH="1">
              <a:off x="4240136" y="4404171"/>
              <a:ext cx="629478" cy="135423"/>
            </a:xfrm>
            <a:custGeom>
              <a:avLst/>
              <a:gdLst>
                <a:gd name="T0" fmla="*/ 20 w 23"/>
                <a:gd name="T1" fmla="*/ 0 h 5"/>
                <a:gd name="T2" fmla="*/ 3 w 23"/>
                <a:gd name="T3" fmla="*/ 0 h 5"/>
                <a:gd name="T4" fmla="*/ 0 w 23"/>
                <a:gd name="T5" fmla="*/ 2 h 5"/>
                <a:gd name="T6" fmla="*/ 3 w 23"/>
                <a:gd name="T7" fmla="*/ 5 h 5"/>
                <a:gd name="T8" fmla="*/ 20 w 23"/>
                <a:gd name="T9" fmla="*/ 5 h 5"/>
                <a:gd name="T10" fmla="*/ 23 w 23"/>
                <a:gd name="T11" fmla="*/ 2 h 5"/>
                <a:gd name="T12" fmla="*/ 20 w 23"/>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23" h="5">
                  <a:moveTo>
                    <a:pt x="20" y="0"/>
                  </a:moveTo>
                  <a:cubicBezTo>
                    <a:pt x="3" y="0"/>
                    <a:pt x="3" y="0"/>
                    <a:pt x="3" y="0"/>
                  </a:cubicBezTo>
                  <a:cubicBezTo>
                    <a:pt x="1" y="0"/>
                    <a:pt x="0" y="1"/>
                    <a:pt x="0" y="2"/>
                  </a:cubicBezTo>
                  <a:cubicBezTo>
                    <a:pt x="0" y="4"/>
                    <a:pt x="1" y="5"/>
                    <a:pt x="3" y="5"/>
                  </a:cubicBezTo>
                  <a:cubicBezTo>
                    <a:pt x="20" y="5"/>
                    <a:pt x="20" y="5"/>
                    <a:pt x="20" y="5"/>
                  </a:cubicBezTo>
                  <a:cubicBezTo>
                    <a:pt x="22" y="5"/>
                    <a:pt x="23" y="4"/>
                    <a:pt x="23" y="2"/>
                  </a:cubicBezTo>
                  <a:cubicBezTo>
                    <a:pt x="23" y="1"/>
                    <a:pt x="22" y="0"/>
                    <a:pt x="20" y="0"/>
                  </a:cubicBezTo>
                  <a:close/>
                </a:path>
              </a:pathLst>
            </a:custGeom>
            <a:solidFill>
              <a:srgbClr val="37B0E8"/>
            </a:solidFill>
            <a:ln>
              <a:noFill/>
            </a:ln>
          </p:spPr>
          <p:txBody>
            <a:bodyPr vert="horz" wrap="square" lIns="91440" tIns="45720" rIns="91440" bIns="45720" numCol="1" anchor="t" anchorCtr="0" compatLnSpc="1"/>
            <a:lstStyle/>
            <a:p>
              <a:endParaRPr lang="id-ID" sz="1350"/>
            </a:p>
          </p:txBody>
        </p:sp>
        <p:sp>
          <p:nvSpPr>
            <p:cNvPr id="158" name="Freeform 24"/>
            <p:cNvSpPr/>
            <p:nvPr/>
          </p:nvSpPr>
          <p:spPr>
            <a:xfrm flipH="1">
              <a:off x="4075147" y="4096246"/>
              <a:ext cx="959455" cy="279699"/>
            </a:xfrm>
            <a:custGeom>
              <a:avLst/>
              <a:gdLst>
                <a:gd name="connsiteX0" fmla="*/ 0 w 2645228"/>
                <a:gd name="connsiteY0" fmla="*/ 0 h 496975"/>
                <a:gd name="connsiteX1" fmla="*/ 2645228 w 2645228"/>
                <a:gd name="connsiteY1" fmla="*/ 0 h 496975"/>
                <a:gd name="connsiteX2" fmla="*/ 2645228 w 2645228"/>
                <a:gd name="connsiteY2" fmla="*/ 56095 h 496975"/>
                <a:gd name="connsiteX3" fmla="*/ 2204348 w 2645228"/>
                <a:gd name="connsiteY3" fmla="*/ 496975 h 496975"/>
                <a:gd name="connsiteX4" fmla="*/ 440880 w 2645228"/>
                <a:gd name="connsiteY4" fmla="*/ 496975 h 496975"/>
                <a:gd name="connsiteX5" fmla="*/ 0 w 2645228"/>
                <a:gd name="connsiteY5" fmla="*/ 56095 h 496975"/>
                <a:gd name="connsiteX6" fmla="*/ 0 w 2645228"/>
                <a:gd name="connsiteY6" fmla="*/ 0 h 496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45228" h="496975">
                  <a:moveTo>
                    <a:pt x="0" y="0"/>
                  </a:moveTo>
                  <a:lnTo>
                    <a:pt x="2645228" y="0"/>
                  </a:lnTo>
                  <a:lnTo>
                    <a:pt x="2645228" y="56095"/>
                  </a:lnTo>
                  <a:cubicBezTo>
                    <a:pt x="2645228" y="299586"/>
                    <a:pt x="2447839" y="496975"/>
                    <a:pt x="2204348" y="496975"/>
                  </a:cubicBezTo>
                  <a:lnTo>
                    <a:pt x="440880" y="496975"/>
                  </a:lnTo>
                  <a:cubicBezTo>
                    <a:pt x="197389" y="496975"/>
                    <a:pt x="0" y="299586"/>
                    <a:pt x="0" y="56095"/>
                  </a:cubicBezTo>
                  <a:lnTo>
                    <a:pt x="0" y="0"/>
                  </a:lnTo>
                  <a:close/>
                </a:path>
              </a:pathLst>
            </a:custGeom>
            <a:solidFill>
              <a:srgbClr val="37B0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9" name="Freeform 25"/>
            <p:cNvSpPr/>
            <p:nvPr/>
          </p:nvSpPr>
          <p:spPr>
            <a:xfrm flipH="1">
              <a:off x="4340875" y="4567821"/>
              <a:ext cx="428000" cy="91367"/>
            </a:xfrm>
            <a:custGeom>
              <a:avLst/>
              <a:gdLst>
                <a:gd name="connsiteX0" fmla="*/ 0 w 694404"/>
                <a:gd name="connsiteY0" fmla="*/ 0 h 288475"/>
                <a:gd name="connsiteX1" fmla="*/ 694404 w 694404"/>
                <a:gd name="connsiteY1" fmla="*/ 0 h 288475"/>
                <a:gd name="connsiteX2" fmla="*/ 693800 w 694404"/>
                <a:gd name="connsiteY2" fmla="*/ 5989 h 288475"/>
                <a:gd name="connsiteX3" fmla="*/ 347202 w 694404"/>
                <a:gd name="connsiteY3" fmla="*/ 288475 h 288475"/>
                <a:gd name="connsiteX4" fmla="*/ 604 w 694404"/>
                <a:gd name="connsiteY4" fmla="*/ 5989 h 288475"/>
                <a:gd name="connsiteX5" fmla="*/ 0 w 694404"/>
                <a:gd name="connsiteY5" fmla="*/ 0 h 288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4404" h="288475">
                  <a:moveTo>
                    <a:pt x="0" y="0"/>
                  </a:moveTo>
                  <a:lnTo>
                    <a:pt x="694404" y="0"/>
                  </a:lnTo>
                  <a:lnTo>
                    <a:pt x="693800" y="5989"/>
                  </a:lnTo>
                  <a:cubicBezTo>
                    <a:pt x="660811" y="167204"/>
                    <a:pt x="518169" y="288475"/>
                    <a:pt x="347202" y="288475"/>
                  </a:cubicBezTo>
                  <a:cubicBezTo>
                    <a:pt x="176235" y="288475"/>
                    <a:pt x="33593" y="167204"/>
                    <a:pt x="604" y="5989"/>
                  </a:cubicBezTo>
                  <a:lnTo>
                    <a:pt x="0" y="0"/>
                  </a:lnTo>
                  <a:close/>
                </a:path>
              </a:pathLst>
            </a:custGeom>
            <a:solidFill>
              <a:srgbClr val="37B0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0" name="Freeform 5"/>
            <p:cNvSpPr/>
            <p:nvPr/>
          </p:nvSpPr>
          <p:spPr bwMode="auto">
            <a:xfrm>
              <a:off x="4477880" y="3493551"/>
              <a:ext cx="271661" cy="464388"/>
            </a:xfrm>
            <a:custGeom>
              <a:avLst/>
              <a:gdLst/>
              <a:ahLst/>
              <a:cxnLst/>
              <a:rect l="l" t="t" r="r" b="b"/>
              <a:pathLst>
                <a:path w="385763" h="659438">
                  <a:moveTo>
                    <a:pt x="84907" y="4875"/>
                  </a:moveTo>
                  <a:cubicBezTo>
                    <a:pt x="96093" y="4055"/>
                    <a:pt x="110827" y="7884"/>
                    <a:pt x="127199" y="10072"/>
                  </a:cubicBezTo>
                  <a:cubicBezTo>
                    <a:pt x="162124" y="14448"/>
                    <a:pt x="190500" y="10072"/>
                    <a:pt x="186135" y="42895"/>
                  </a:cubicBezTo>
                  <a:lnTo>
                    <a:pt x="181706" y="71750"/>
                  </a:lnTo>
                  <a:lnTo>
                    <a:pt x="187325" y="72543"/>
                  </a:lnTo>
                  <a:lnTo>
                    <a:pt x="169863" y="201131"/>
                  </a:lnTo>
                  <a:lnTo>
                    <a:pt x="165021" y="200448"/>
                  </a:lnTo>
                  <a:lnTo>
                    <a:pt x="122238" y="517044"/>
                  </a:lnTo>
                  <a:lnTo>
                    <a:pt x="69850" y="613881"/>
                  </a:lnTo>
                  <a:lnTo>
                    <a:pt x="68915" y="613785"/>
                  </a:lnTo>
                  <a:lnTo>
                    <a:pt x="69851" y="614425"/>
                  </a:lnTo>
                  <a:cubicBezTo>
                    <a:pt x="43544" y="671030"/>
                    <a:pt x="36967" y="662322"/>
                    <a:pt x="34775" y="651436"/>
                  </a:cubicBezTo>
                  <a:cubicBezTo>
                    <a:pt x="31212" y="644360"/>
                    <a:pt x="26202" y="618596"/>
                    <a:pt x="24456" y="609185"/>
                  </a:cubicBezTo>
                  <a:lnTo>
                    <a:pt x="23813" y="609119"/>
                  </a:lnTo>
                  <a:lnTo>
                    <a:pt x="0" y="502756"/>
                  </a:lnTo>
                  <a:lnTo>
                    <a:pt x="42852" y="183200"/>
                  </a:lnTo>
                  <a:lnTo>
                    <a:pt x="34925" y="182081"/>
                  </a:lnTo>
                  <a:lnTo>
                    <a:pt x="52388" y="53493"/>
                  </a:lnTo>
                  <a:lnTo>
                    <a:pt x="59760" y="54534"/>
                  </a:lnTo>
                  <a:cubicBezTo>
                    <a:pt x="63897" y="27578"/>
                    <a:pt x="63897" y="27578"/>
                    <a:pt x="63897" y="27578"/>
                  </a:cubicBezTo>
                  <a:cubicBezTo>
                    <a:pt x="66080" y="11166"/>
                    <a:pt x="73720" y="5696"/>
                    <a:pt x="84907" y="4875"/>
                  </a:cubicBezTo>
                  <a:close/>
                  <a:moveTo>
                    <a:pt x="267470" y="113"/>
                  </a:moveTo>
                  <a:cubicBezTo>
                    <a:pt x="278656" y="-707"/>
                    <a:pt x="293390" y="3122"/>
                    <a:pt x="309762" y="5310"/>
                  </a:cubicBezTo>
                  <a:cubicBezTo>
                    <a:pt x="344687" y="9686"/>
                    <a:pt x="373063" y="5310"/>
                    <a:pt x="366515" y="40321"/>
                  </a:cubicBezTo>
                  <a:lnTo>
                    <a:pt x="363166" y="68292"/>
                  </a:lnTo>
                  <a:lnTo>
                    <a:pt x="371475" y="69367"/>
                  </a:lnTo>
                  <a:lnTo>
                    <a:pt x="367138" y="101305"/>
                  </a:lnTo>
                  <a:cubicBezTo>
                    <a:pt x="375481" y="108574"/>
                    <a:pt x="384609" y="118013"/>
                    <a:pt x="385763" y="124982"/>
                  </a:cubicBezTo>
                  <a:cubicBezTo>
                    <a:pt x="385763" y="135913"/>
                    <a:pt x="359695" y="341403"/>
                    <a:pt x="359695" y="341403"/>
                  </a:cubicBezTo>
                  <a:cubicBezTo>
                    <a:pt x="359699" y="341433"/>
                    <a:pt x="361850" y="356703"/>
                    <a:pt x="344488" y="354519"/>
                  </a:cubicBezTo>
                  <a:cubicBezTo>
                    <a:pt x="366212" y="184006"/>
                    <a:pt x="366212" y="184006"/>
                    <a:pt x="366212" y="184006"/>
                  </a:cubicBezTo>
                  <a:lnTo>
                    <a:pt x="357942" y="169025"/>
                  </a:lnTo>
                  <a:lnTo>
                    <a:pt x="354013" y="197955"/>
                  </a:lnTo>
                  <a:lnTo>
                    <a:pt x="347079" y="197058"/>
                  </a:lnTo>
                  <a:lnTo>
                    <a:pt x="303213" y="513868"/>
                  </a:lnTo>
                  <a:lnTo>
                    <a:pt x="254000" y="612293"/>
                  </a:lnTo>
                  <a:lnTo>
                    <a:pt x="253776" y="612255"/>
                  </a:lnTo>
                  <a:cubicBezTo>
                    <a:pt x="227659" y="666223"/>
                    <a:pt x="221111" y="657537"/>
                    <a:pt x="218925" y="648851"/>
                  </a:cubicBezTo>
                  <a:cubicBezTo>
                    <a:pt x="215039" y="639205"/>
                    <a:pt x="209433" y="610754"/>
                    <a:pt x="208211" y="604399"/>
                  </a:cubicBezTo>
                  <a:lnTo>
                    <a:pt x="207963" y="604356"/>
                  </a:lnTo>
                  <a:lnTo>
                    <a:pt x="184150" y="497993"/>
                  </a:lnTo>
                  <a:lnTo>
                    <a:pt x="225717" y="181352"/>
                  </a:lnTo>
                  <a:lnTo>
                    <a:pt x="219075" y="180493"/>
                  </a:lnTo>
                  <a:lnTo>
                    <a:pt x="236538" y="51905"/>
                  </a:lnTo>
                  <a:lnTo>
                    <a:pt x="241890" y="52597"/>
                  </a:lnTo>
                  <a:cubicBezTo>
                    <a:pt x="246460" y="22816"/>
                    <a:pt x="246460" y="22816"/>
                    <a:pt x="246460" y="22816"/>
                  </a:cubicBezTo>
                  <a:cubicBezTo>
                    <a:pt x="248643" y="6404"/>
                    <a:pt x="256283" y="934"/>
                    <a:pt x="267470" y="113"/>
                  </a:cubicBez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grpSp>
          <p:nvGrpSpPr>
            <p:cNvPr id="161" name="Group 123"/>
            <p:cNvGrpSpPr/>
            <p:nvPr/>
          </p:nvGrpSpPr>
          <p:grpSpPr>
            <a:xfrm>
              <a:off x="3850712" y="3498802"/>
              <a:ext cx="575743" cy="437118"/>
              <a:chOff x="7170738" y="4168775"/>
              <a:chExt cx="817563" cy="620713"/>
            </a:xfrm>
            <a:solidFill>
              <a:srgbClr val="00C373"/>
            </a:solidFill>
          </p:grpSpPr>
          <p:sp>
            <p:nvSpPr>
              <p:cNvPr id="219" name="Freeform 14"/>
              <p:cNvSpPr/>
              <p:nvPr/>
            </p:nvSpPr>
            <p:spPr bwMode="auto">
              <a:xfrm>
                <a:off x="7170738" y="4168775"/>
                <a:ext cx="785813" cy="354013"/>
              </a:xfrm>
              <a:custGeom>
                <a:avLst/>
                <a:gdLst>
                  <a:gd name="T0" fmla="*/ 246 w 495"/>
                  <a:gd name="T1" fmla="*/ 223 h 223"/>
                  <a:gd name="T2" fmla="*/ 0 w 495"/>
                  <a:gd name="T3" fmla="*/ 111 h 223"/>
                  <a:gd name="T4" fmla="*/ 252 w 495"/>
                  <a:gd name="T5" fmla="*/ 0 h 223"/>
                  <a:gd name="T6" fmla="*/ 495 w 495"/>
                  <a:gd name="T7" fmla="*/ 109 h 223"/>
                  <a:gd name="T8" fmla="*/ 246 w 495"/>
                  <a:gd name="T9" fmla="*/ 223 h 223"/>
                </a:gdLst>
                <a:ahLst/>
                <a:cxnLst>
                  <a:cxn ang="0">
                    <a:pos x="T0" y="T1"/>
                  </a:cxn>
                  <a:cxn ang="0">
                    <a:pos x="T2" y="T3"/>
                  </a:cxn>
                  <a:cxn ang="0">
                    <a:pos x="T4" y="T5"/>
                  </a:cxn>
                  <a:cxn ang="0">
                    <a:pos x="T6" y="T7"/>
                  </a:cxn>
                  <a:cxn ang="0">
                    <a:pos x="T8" y="T9"/>
                  </a:cxn>
                </a:cxnLst>
                <a:rect l="0" t="0" r="r" b="b"/>
                <a:pathLst>
                  <a:path w="495" h="223">
                    <a:moveTo>
                      <a:pt x="246" y="223"/>
                    </a:moveTo>
                    <a:lnTo>
                      <a:pt x="0" y="111"/>
                    </a:lnTo>
                    <a:lnTo>
                      <a:pt x="252" y="0"/>
                    </a:lnTo>
                    <a:lnTo>
                      <a:pt x="495" y="109"/>
                    </a:lnTo>
                    <a:lnTo>
                      <a:pt x="246" y="223"/>
                    </a:lnTo>
                    <a:close/>
                  </a:path>
                </a:pathLst>
              </a:custGeom>
              <a:solidFill>
                <a:srgbClr val="37B0E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220" name="Rectangle 15"/>
              <p:cNvSpPr>
                <a:spLocks noChangeArrowheads="1"/>
              </p:cNvSpPr>
              <p:nvPr/>
            </p:nvSpPr>
            <p:spPr bwMode="auto">
              <a:xfrm>
                <a:off x="7924800" y="4335463"/>
                <a:ext cx="23813" cy="257175"/>
              </a:xfrm>
              <a:prstGeom prst="rect">
                <a:avLst/>
              </a:prstGeom>
              <a:solidFill>
                <a:srgbClr val="37B0E8"/>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id-ID"/>
              </a:p>
            </p:txBody>
          </p:sp>
          <p:sp>
            <p:nvSpPr>
              <p:cNvPr id="221" name="Oval 16"/>
              <p:cNvSpPr>
                <a:spLocks noChangeArrowheads="1"/>
              </p:cNvSpPr>
              <p:nvPr/>
            </p:nvSpPr>
            <p:spPr bwMode="auto">
              <a:xfrm>
                <a:off x="7897813" y="4564063"/>
                <a:ext cx="76200" cy="77788"/>
              </a:xfrm>
              <a:prstGeom prst="ellipse">
                <a:avLst/>
              </a:prstGeom>
              <a:solidFill>
                <a:srgbClr val="37B0E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222" name="Freeform 17"/>
              <p:cNvSpPr/>
              <p:nvPr/>
            </p:nvSpPr>
            <p:spPr bwMode="auto">
              <a:xfrm>
                <a:off x="7888288" y="4605338"/>
                <a:ext cx="55563" cy="171450"/>
              </a:xfrm>
              <a:custGeom>
                <a:avLst/>
                <a:gdLst>
                  <a:gd name="T0" fmla="*/ 14 w 26"/>
                  <a:gd name="T1" fmla="*/ 4 h 79"/>
                  <a:gd name="T2" fmla="*/ 6 w 26"/>
                  <a:gd name="T3" fmla="*/ 79 h 79"/>
                  <a:gd name="T4" fmla="*/ 26 w 26"/>
                  <a:gd name="T5" fmla="*/ 79 h 79"/>
                  <a:gd name="T6" fmla="*/ 26 w 26"/>
                  <a:gd name="T7" fmla="*/ 0 h 79"/>
                  <a:gd name="T8" fmla="*/ 14 w 26"/>
                  <a:gd name="T9" fmla="*/ 4 h 79"/>
                </a:gdLst>
                <a:ahLst/>
                <a:cxnLst>
                  <a:cxn ang="0">
                    <a:pos x="T0" y="T1"/>
                  </a:cxn>
                  <a:cxn ang="0">
                    <a:pos x="T2" y="T3"/>
                  </a:cxn>
                  <a:cxn ang="0">
                    <a:pos x="T4" y="T5"/>
                  </a:cxn>
                  <a:cxn ang="0">
                    <a:pos x="T6" y="T7"/>
                  </a:cxn>
                  <a:cxn ang="0">
                    <a:pos x="T8" y="T9"/>
                  </a:cxn>
                </a:cxnLst>
                <a:rect l="0" t="0" r="r" b="b"/>
                <a:pathLst>
                  <a:path w="26" h="79">
                    <a:moveTo>
                      <a:pt x="14" y="4"/>
                    </a:moveTo>
                    <a:cubicBezTo>
                      <a:pt x="14" y="4"/>
                      <a:pt x="0" y="34"/>
                      <a:pt x="6" y="79"/>
                    </a:cubicBezTo>
                    <a:cubicBezTo>
                      <a:pt x="26" y="79"/>
                      <a:pt x="26" y="79"/>
                      <a:pt x="26" y="79"/>
                    </a:cubicBezTo>
                    <a:cubicBezTo>
                      <a:pt x="26" y="0"/>
                      <a:pt x="26" y="0"/>
                      <a:pt x="26" y="0"/>
                    </a:cubicBezTo>
                    <a:cubicBezTo>
                      <a:pt x="26" y="0"/>
                      <a:pt x="14" y="7"/>
                      <a:pt x="14" y="4"/>
                    </a:cubicBezTo>
                    <a:close/>
                  </a:path>
                </a:pathLst>
              </a:custGeom>
              <a:solidFill>
                <a:srgbClr val="37B0E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223" name="Freeform 18"/>
              <p:cNvSpPr/>
              <p:nvPr/>
            </p:nvSpPr>
            <p:spPr bwMode="auto">
              <a:xfrm>
                <a:off x="7932738" y="4605338"/>
                <a:ext cx="55563" cy="171450"/>
              </a:xfrm>
              <a:custGeom>
                <a:avLst/>
                <a:gdLst>
                  <a:gd name="T0" fmla="*/ 11 w 25"/>
                  <a:gd name="T1" fmla="*/ 4 h 79"/>
                  <a:gd name="T2" fmla="*/ 20 w 25"/>
                  <a:gd name="T3" fmla="*/ 79 h 79"/>
                  <a:gd name="T4" fmla="*/ 0 w 25"/>
                  <a:gd name="T5" fmla="*/ 79 h 79"/>
                  <a:gd name="T6" fmla="*/ 0 w 25"/>
                  <a:gd name="T7" fmla="*/ 0 h 79"/>
                  <a:gd name="T8" fmla="*/ 11 w 25"/>
                  <a:gd name="T9" fmla="*/ 4 h 79"/>
                </a:gdLst>
                <a:ahLst/>
                <a:cxnLst>
                  <a:cxn ang="0">
                    <a:pos x="T0" y="T1"/>
                  </a:cxn>
                  <a:cxn ang="0">
                    <a:pos x="T2" y="T3"/>
                  </a:cxn>
                  <a:cxn ang="0">
                    <a:pos x="T4" y="T5"/>
                  </a:cxn>
                  <a:cxn ang="0">
                    <a:pos x="T6" y="T7"/>
                  </a:cxn>
                  <a:cxn ang="0">
                    <a:pos x="T8" y="T9"/>
                  </a:cxn>
                </a:cxnLst>
                <a:rect l="0" t="0" r="r" b="b"/>
                <a:pathLst>
                  <a:path w="25" h="79">
                    <a:moveTo>
                      <a:pt x="11" y="4"/>
                    </a:moveTo>
                    <a:cubicBezTo>
                      <a:pt x="11" y="4"/>
                      <a:pt x="25" y="34"/>
                      <a:pt x="20" y="79"/>
                    </a:cubicBezTo>
                    <a:cubicBezTo>
                      <a:pt x="0" y="79"/>
                      <a:pt x="0" y="79"/>
                      <a:pt x="0" y="79"/>
                    </a:cubicBezTo>
                    <a:cubicBezTo>
                      <a:pt x="0" y="0"/>
                      <a:pt x="0" y="0"/>
                      <a:pt x="0" y="0"/>
                    </a:cubicBezTo>
                    <a:cubicBezTo>
                      <a:pt x="0" y="0"/>
                      <a:pt x="11" y="7"/>
                      <a:pt x="11" y="4"/>
                    </a:cubicBezTo>
                    <a:close/>
                  </a:path>
                </a:pathLst>
              </a:custGeom>
              <a:solidFill>
                <a:srgbClr val="37B0E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224" name="Freeform 19"/>
              <p:cNvSpPr/>
              <p:nvPr/>
            </p:nvSpPr>
            <p:spPr bwMode="auto">
              <a:xfrm>
                <a:off x="7327900" y="4449763"/>
                <a:ext cx="455613" cy="339725"/>
              </a:xfrm>
              <a:custGeom>
                <a:avLst/>
                <a:gdLst>
                  <a:gd name="T0" fmla="*/ 209 w 209"/>
                  <a:gd name="T1" fmla="*/ 0 h 156"/>
                  <a:gd name="T2" fmla="*/ 104 w 209"/>
                  <a:gd name="T3" fmla="*/ 49 h 156"/>
                  <a:gd name="T4" fmla="*/ 0 w 209"/>
                  <a:gd name="T5" fmla="*/ 0 h 156"/>
                  <a:gd name="T6" fmla="*/ 0 w 209"/>
                  <a:gd name="T7" fmla="*/ 120 h 156"/>
                  <a:gd name="T8" fmla="*/ 102 w 209"/>
                  <a:gd name="T9" fmla="*/ 156 h 156"/>
                  <a:gd name="T10" fmla="*/ 102 w 209"/>
                  <a:gd name="T11" fmla="*/ 156 h 156"/>
                  <a:gd name="T12" fmla="*/ 104 w 209"/>
                  <a:gd name="T13" fmla="*/ 156 h 156"/>
                  <a:gd name="T14" fmla="*/ 107 w 209"/>
                  <a:gd name="T15" fmla="*/ 156 h 156"/>
                  <a:gd name="T16" fmla="*/ 107 w 209"/>
                  <a:gd name="T17" fmla="*/ 156 h 156"/>
                  <a:gd name="T18" fmla="*/ 209 w 209"/>
                  <a:gd name="T19" fmla="*/ 120 h 156"/>
                  <a:gd name="T20" fmla="*/ 209 w 209"/>
                  <a:gd name="T21"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09" h="156">
                    <a:moveTo>
                      <a:pt x="209" y="0"/>
                    </a:moveTo>
                    <a:cubicBezTo>
                      <a:pt x="209" y="1"/>
                      <a:pt x="121" y="41"/>
                      <a:pt x="104" y="49"/>
                    </a:cubicBezTo>
                    <a:cubicBezTo>
                      <a:pt x="87" y="41"/>
                      <a:pt x="0" y="1"/>
                      <a:pt x="0" y="0"/>
                    </a:cubicBezTo>
                    <a:cubicBezTo>
                      <a:pt x="0" y="120"/>
                      <a:pt x="0" y="120"/>
                      <a:pt x="0" y="120"/>
                    </a:cubicBezTo>
                    <a:cubicBezTo>
                      <a:pt x="28" y="150"/>
                      <a:pt x="84" y="155"/>
                      <a:pt x="102" y="156"/>
                    </a:cubicBezTo>
                    <a:cubicBezTo>
                      <a:pt x="102" y="156"/>
                      <a:pt x="102" y="156"/>
                      <a:pt x="102" y="156"/>
                    </a:cubicBezTo>
                    <a:cubicBezTo>
                      <a:pt x="102" y="156"/>
                      <a:pt x="103" y="156"/>
                      <a:pt x="104" y="156"/>
                    </a:cubicBezTo>
                    <a:cubicBezTo>
                      <a:pt x="106" y="156"/>
                      <a:pt x="107" y="156"/>
                      <a:pt x="107" y="156"/>
                    </a:cubicBezTo>
                    <a:cubicBezTo>
                      <a:pt x="107" y="156"/>
                      <a:pt x="107" y="156"/>
                      <a:pt x="107" y="156"/>
                    </a:cubicBezTo>
                    <a:cubicBezTo>
                      <a:pt x="125" y="155"/>
                      <a:pt x="181" y="150"/>
                      <a:pt x="209" y="120"/>
                    </a:cubicBezTo>
                    <a:lnTo>
                      <a:pt x="209" y="0"/>
                    </a:lnTo>
                    <a:close/>
                  </a:path>
                </a:pathLst>
              </a:custGeom>
              <a:solidFill>
                <a:srgbClr val="37B0E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grpSp>
        <p:sp>
          <p:nvSpPr>
            <p:cNvPr id="162" name="Freeform 20"/>
            <p:cNvSpPr>
              <a:spLocks noEditPoints="1"/>
            </p:cNvSpPr>
            <p:nvPr/>
          </p:nvSpPr>
          <p:spPr bwMode="auto">
            <a:xfrm>
              <a:off x="3382292" y="1978394"/>
              <a:ext cx="336502" cy="354389"/>
            </a:xfrm>
            <a:custGeom>
              <a:avLst/>
              <a:gdLst>
                <a:gd name="T0" fmla="*/ 168 w 219"/>
                <a:gd name="T1" fmla="*/ 224 h 231"/>
                <a:gd name="T2" fmla="*/ 197 w 219"/>
                <a:gd name="T3" fmla="*/ 212 h 231"/>
                <a:gd name="T4" fmla="*/ 168 w 219"/>
                <a:gd name="T5" fmla="*/ 132 h 231"/>
                <a:gd name="T6" fmla="*/ 168 w 219"/>
                <a:gd name="T7" fmla="*/ 150 h 231"/>
                <a:gd name="T8" fmla="*/ 192 w 219"/>
                <a:gd name="T9" fmla="*/ 190 h 231"/>
                <a:gd name="T10" fmla="*/ 168 w 219"/>
                <a:gd name="T11" fmla="*/ 209 h 231"/>
                <a:gd name="T12" fmla="*/ 168 w 219"/>
                <a:gd name="T13" fmla="*/ 224 h 231"/>
                <a:gd name="T14" fmla="*/ 168 w 219"/>
                <a:gd name="T15" fmla="*/ 203 h 231"/>
                <a:gd name="T16" fmla="*/ 168 w 219"/>
                <a:gd name="T17" fmla="*/ 157 h 231"/>
                <a:gd name="T18" fmla="*/ 181 w 219"/>
                <a:gd name="T19" fmla="*/ 187 h 231"/>
                <a:gd name="T20" fmla="*/ 168 w 219"/>
                <a:gd name="T21" fmla="*/ 203 h 231"/>
                <a:gd name="T22" fmla="*/ 146 w 219"/>
                <a:gd name="T23" fmla="*/ 112 h 231"/>
                <a:gd name="T24" fmla="*/ 141 w 219"/>
                <a:gd name="T25" fmla="*/ 98 h 231"/>
                <a:gd name="T26" fmla="*/ 141 w 219"/>
                <a:gd name="T27" fmla="*/ 44 h 231"/>
                <a:gd name="T28" fmla="*/ 146 w 219"/>
                <a:gd name="T29" fmla="*/ 37 h 231"/>
                <a:gd name="T30" fmla="*/ 148 w 219"/>
                <a:gd name="T31" fmla="*/ 37 h 231"/>
                <a:gd name="T32" fmla="*/ 148 w 219"/>
                <a:gd name="T33" fmla="*/ 14 h 231"/>
                <a:gd name="T34" fmla="*/ 146 w 219"/>
                <a:gd name="T35" fmla="*/ 14 h 231"/>
                <a:gd name="T36" fmla="*/ 146 w 219"/>
                <a:gd name="T37" fmla="*/ 13 h 231"/>
                <a:gd name="T38" fmla="*/ 114 w 219"/>
                <a:gd name="T39" fmla="*/ 0 h 231"/>
                <a:gd name="T40" fmla="*/ 81 w 219"/>
                <a:gd name="T41" fmla="*/ 13 h 231"/>
                <a:gd name="T42" fmla="*/ 81 w 219"/>
                <a:gd name="T43" fmla="*/ 14 h 231"/>
                <a:gd name="T44" fmla="*/ 80 w 219"/>
                <a:gd name="T45" fmla="*/ 14 h 231"/>
                <a:gd name="T46" fmla="*/ 80 w 219"/>
                <a:gd name="T47" fmla="*/ 37 h 231"/>
                <a:gd name="T48" fmla="*/ 81 w 219"/>
                <a:gd name="T49" fmla="*/ 37 h 231"/>
                <a:gd name="T50" fmla="*/ 90 w 219"/>
                <a:gd name="T51" fmla="*/ 45 h 231"/>
                <a:gd name="T52" fmla="*/ 90 w 219"/>
                <a:gd name="T53" fmla="*/ 98 h 231"/>
                <a:gd name="T54" fmla="*/ 83 w 219"/>
                <a:gd name="T55" fmla="*/ 112 h 231"/>
                <a:gd name="T56" fmla="*/ 31 w 219"/>
                <a:gd name="T57" fmla="*/ 212 h 231"/>
                <a:gd name="T58" fmla="*/ 114 w 219"/>
                <a:gd name="T59" fmla="*/ 230 h 231"/>
                <a:gd name="T60" fmla="*/ 168 w 219"/>
                <a:gd name="T61" fmla="*/ 224 h 231"/>
                <a:gd name="T62" fmla="*/ 168 w 219"/>
                <a:gd name="T63" fmla="*/ 209 h 231"/>
                <a:gd name="T64" fmla="*/ 144 w 219"/>
                <a:gd name="T65" fmla="*/ 212 h 231"/>
                <a:gd name="T66" fmla="*/ 144 w 219"/>
                <a:gd name="T67" fmla="*/ 212 h 231"/>
                <a:gd name="T68" fmla="*/ 168 w 219"/>
                <a:gd name="T69" fmla="*/ 203 h 231"/>
                <a:gd name="T70" fmla="*/ 168 w 219"/>
                <a:gd name="T71" fmla="*/ 157 h 231"/>
                <a:gd name="T72" fmla="*/ 149 w 219"/>
                <a:gd name="T73" fmla="*/ 134 h 231"/>
                <a:gd name="T74" fmla="*/ 168 w 219"/>
                <a:gd name="T75" fmla="*/ 150 h 231"/>
                <a:gd name="T76" fmla="*/ 168 w 219"/>
                <a:gd name="T77" fmla="*/ 132 h 231"/>
                <a:gd name="T78" fmla="*/ 146 w 219"/>
                <a:gd name="T79" fmla="*/ 112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19" h="231">
                  <a:moveTo>
                    <a:pt x="168" y="224"/>
                  </a:moveTo>
                  <a:cubicBezTo>
                    <a:pt x="179" y="221"/>
                    <a:pt x="189" y="217"/>
                    <a:pt x="197" y="212"/>
                  </a:cubicBezTo>
                  <a:cubicBezTo>
                    <a:pt x="219" y="196"/>
                    <a:pt x="191" y="157"/>
                    <a:pt x="168" y="132"/>
                  </a:cubicBezTo>
                  <a:cubicBezTo>
                    <a:pt x="168" y="150"/>
                    <a:pt x="168" y="150"/>
                    <a:pt x="168" y="150"/>
                  </a:cubicBezTo>
                  <a:cubicBezTo>
                    <a:pt x="180" y="162"/>
                    <a:pt x="193" y="177"/>
                    <a:pt x="192" y="190"/>
                  </a:cubicBezTo>
                  <a:cubicBezTo>
                    <a:pt x="192" y="201"/>
                    <a:pt x="180" y="207"/>
                    <a:pt x="168" y="209"/>
                  </a:cubicBezTo>
                  <a:cubicBezTo>
                    <a:pt x="168" y="224"/>
                    <a:pt x="168" y="224"/>
                    <a:pt x="168" y="224"/>
                  </a:cubicBezTo>
                  <a:close/>
                  <a:moveTo>
                    <a:pt x="168" y="203"/>
                  </a:moveTo>
                  <a:cubicBezTo>
                    <a:pt x="168" y="157"/>
                    <a:pt x="168" y="157"/>
                    <a:pt x="168" y="157"/>
                  </a:cubicBezTo>
                  <a:cubicBezTo>
                    <a:pt x="175" y="167"/>
                    <a:pt x="182" y="179"/>
                    <a:pt x="181" y="187"/>
                  </a:cubicBezTo>
                  <a:cubicBezTo>
                    <a:pt x="180" y="194"/>
                    <a:pt x="175" y="199"/>
                    <a:pt x="168" y="203"/>
                  </a:cubicBezTo>
                  <a:close/>
                  <a:moveTo>
                    <a:pt x="146" y="112"/>
                  </a:moveTo>
                  <a:cubicBezTo>
                    <a:pt x="146" y="112"/>
                    <a:pt x="141" y="109"/>
                    <a:pt x="141" y="98"/>
                  </a:cubicBezTo>
                  <a:cubicBezTo>
                    <a:pt x="141" y="90"/>
                    <a:pt x="141" y="56"/>
                    <a:pt x="141" y="44"/>
                  </a:cubicBezTo>
                  <a:cubicBezTo>
                    <a:pt x="144" y="43"/>
                    <a:pt x="146" y="40"/>
                    <a:pt x="146" y="37"/>
                  </a:cubicBezTo>
                  <a:cubicBezTo>
                    <a:pt x="148" y="37"/>
                    <a:pt x="148" y="37"/>
                    <a:pt x="148" y="37"/>
                  </a:cubicBezTo>
                  <a:cubicBezTo>
                    <a:pt x="148" y="14"/>
                    <a:pt x="148" y="14"/>
                    <a:pt x="148" y="14"/>
                  </a:cubicBezTo>
                  <a:cubicBezTo>
                    <a:pt x="146" y="14"/>
                    <a:pt x="146" y="14"/>
                    <a:pt x="146" y="14"/>
                  </a:cubicBezTo>
                  <a:cubicBezTo>
                    <a:pt x="146" y="14"/>
                    <a:pt x="146" y="13"/>
                    <a:pt x="146" y="13"/>
                  </a:cubicBezTo>
                  <a:cubicBezTo>
                    <a:pt x="146" y="6"/>
                    <a:pt x="132" y="0"/>
                    <a:pt x="114" y="0"/>
                  </a:cubicBezTo>
                  <a:cubicBezTo>
                    <a:pt x="95" y="0"/>
                    <a:pt x="81" y="6"/>
                    <a:pt x="81" y="13"/>
                  </a:cubicBezTo>
                  <a:cubicBezTo>
                    <a:pt x="81" y="13"/>
                    <a:pt x="81" y="14"/>
                    <a:pt x="81" y="14"/>
                  </a:cubicBezTo>
                  <a:cubicBezTo>
                    <a:pt x="80" y="14"/>
                    <a:pt x="80" y="14"/>
                    <a:pt x="80" y="14"/>
                  </a:cubicBezTo>
                  <a:cubicBezTo>
                    <a:pt x="80" y="37"/>
                    <a:pt x="80" y="37"/>
                    <a:pt x="80" y="37"/>
                  </a:cubicBezTo>
                  <a:cubicBezTo>
                    <a:pt x="81" y="37"/>
                    <a:pt x="81" y="37"/>
                    <a:pt x="81" y="37"/>
                  </a:cubicBezTo>
                  <a:cubicBezTo>
                    <a:pt x="81" y="40"/>
                    <a:pt x="84" y="43"/>
                    <a:pt x="90" y="45"/>
                  </a:cubicBezTo>
                  <a:cubicBezTo>
                    <a:pt x="90" y="56"/>
                    <a:pt x="90" y="90"/>
                    <a:pt x="90" y="98"/>
                  </a:cubicBezTo>
                  <a:cubicBezTo>
                    <a:pt x="90" y="109"/>
                    <a:pt x="83" y="112"/>
                    <a:pt x="83" y="112"/>
                  </a:cubicBezTo>
                  <a:cubicBezTo>
                    <a:pt x="71" y="119"/>
                    <a:pt x="0" y="190"/>
                    <a:pt x="31" y="212"/>
                  </a:cubicBezTo>
                  <a:cubicBezTo>
                    <a:pt x="58" y="231"/>
                    <a:pt x="105" y="230"/>
                    <a:pt x="114" y="230"/>
                  </a:cubicBezTo>
                  <a:cubicBezTo>
                    <a:pt x="121" y="230"/>
                    <a:pt x="145" y="230"/>
                    <a:pt x="168" y="224"/>
                  </a:cubicBezTo>
                  <a:cubicBezTo>
                    <a:pt x="168" y="209"/>
                    <a:pt x="168" y="209"/>
                    <a:pt x="168" y="209"/>
                  </a:cubicBezTo>
                  <a:cubicBezTo>
                    <a:pt x="156" y="212"/>
                    <a:pt x="144" y="212"/>
                    <a:pt x="144" y="212"/>
                  </a:cubicBezTo>
                  <a:cubicBezTo>
                    <a:pt x="144" y="212"/>
                    <a:pt x="144" y="212"/>
                    <a:pt x="144" y="212"/>
                  </a:cubicBezTo>
                  <a:cubicBezTo>
                    <a:pt x="144" y="212"/>
                    <a:pt x="158" y="210"/>
                    <a:pt x="168" y="203"/>
                  </a:cubicBezTo>
                  <a:cubicBezTo>
                    <a:pt x="168" y="157"/>
                    <a:pt x="168" y="157"/>
                    <a:pt x="168" y="157"/>
                  </a:cubicBezTo>
                  <a:cubicBezTo>
                    <a:pt x="159" y="144"/>
                    <a:pt x="149" y="134"/>
                    <a:pt x="149" y="134"/>
                  </a:cubicBezTo>
                  <a:cubicBezTo>
                    <a:pt x="149" y="134"/>
                    <a:pt x="158" y="141"/>
                    <a:pt x="168" y="150"/>
                  </a:cubicBezTo>
                  <a:cubicBezTo>
                    <a:pt x="168" y="132"/>
                    <a:pt x="168" y="132"/>
                    <a:pt x="168" y="132"/>
                  </a:cubicBezTo>
                  <a:cubicBezTo>
                    <a:pt x="159" y="122"/>
                    <a:pt x="150" y="114"/>
                    <a:pt x="146" y="112"/>
                  </a:cubicBez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163" name="Oval 21"/>
            <p:cNvSpPr>
              <a:spLocks noChangeArrowheads="1"/>
            </p:cNvSpPr>
            <p:nvPr/>
          </p:nvSpPr>
          <p:spPr bwMode="auto">
            <a:xfrm>
              <a:off x="5428135" y="1859892"/>
              <a:ext cx="289544" cy="435999"/>
            </a:xfrm>
            <a:custGeom>
              <a:avLst/>
              <a:gdLst/>
              <a:ahLst/>
              <a:cxnLst/>
              <a:rect l="l" t="t" r="r" b="b"/>
              <a:pathLst>
                <a:path w="411157" h="619125">
                  <a:moveTo>
                    <a:pt x="220663" y="0"/>
                  </a:moveTo>
                  <a:cubicBezTo>
                    <a:pt x="229130" y="0"/>
                    <a:pt x="233363" y="6615"/>
                    <a:pt x="233363" y="13229"/>
                  </a:cubicBezTo>
                  <a:lnTo>
                    <a:pt x="233363" y="54486"/>
                  </a:lnTo>
                  <a:cubicBezTo>
                    <a:pt x="263693" y="61430"/>
                    <a:pt x="285751" y="88861"/>
                    <a:pt x="285751" y="121444"/>
                  </a:cubicBezTo>
                  <a:cubicBezTo>
                    <a:pt x="285751" y="145771"/>
                    <a:pt x="273455" y="167226"/>
                    <a:pt x="254004" y="178851"/>
                  </a:cubicBezTo>
                  <a:cubicBezTo>
                    <a:pt x="288791" y="272808"/>
                    <a:pt x="416626" y="619125"/>
                    <a:pt x="410976" y="619125"/>
                  </a:cubicBezTo>
                  <a:cubicBezTo>
                    <a:pt x="404442" y="619125"/>
                    <a:pt x="343463" y="556047"/>
                    <a:pt x="343430" y="556013"/>
                  </a:cubicBezTo>
                  <a:cubicBezTo>
                    <a:pt x="343395" y="555923"/>
                    <a:pt x="256201" y="329233"/>
                    <a:pt x="215618" y="222711"/>
                  </a:cubicBezTo>
                  <a:lnTo>
                    <a:pt x="63500" y="549275"/>
                  </a:lnTo>
                  <a:lnTo>
                    <a:pt x="0" y="612775"/>
                  </a:lnTo>
                  <a:lnTo>
                    <a:pt x="17462" y="525463"/>
                  </a:lnTo>
                  <a:lnTo>
                    <a:pt x="175354" y="178399"/>
                  </a:lnTo>
                  <a:cubicBezTo>
                    <a:pt x="156483" y="166740"/>
                    <a:pt x="144463" y="145496"/>
                    <a:pt x="144463" y="121444"/>
                  </a:cubicBezTo>
                  <a:cubicBezTo>
                    <a:pt x="144463" y="84877"/>
                    <a:pt x="172245" y="54800"/>
                    <a:pt x="207963" y="52242"/>
                  </a:cubicBezTo>
                  <a:cubicBezTo>
                    <a:pt x="207963" y="13229"/>
                    <a:pt x="207963" y="13229"/>
                    <a:pt x="207963" y="13229"/>
                  </a:cubicBezTo>
                  <a:cubicBezTo>
                    <a:pt x="207963" y="6615"/>
                    <a:pt x="214313" y="0"/>
                    <a:pt x="220663" y="0"/>
                  </a:cubicBez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164" name="Freeform 25"/>
            <p:cNvSpPr>
              <a:spLocks noEditPoints="1"/>
            </p:cNvSpPr>
            <p:nvPr/>
          </p:nvSpPr>
          <p:spPr bwMode="auto">
            <a:xfrm>
              <a:off x="4774136" y="1619534"/>
              <a:ext cx="158748" cy="429292"/>
            </a:xfrm>
            <a:custGeom>
              <a:avLst/>
              <a:gdLst>
                <a:gd name="T0" fmla="*/ 51 w 103"/>
                <a:gd name="T1" fmla="*/ 280 h 280"/>
                <a:gd name="T2" fmla="*/ 103 w 103"/>
                <a:gd name="T3" fmla="*/ 140 h 280"/>
                <a:gd name="T4" fmla="*/ 51 w 103"/>
                <a:gd name="T5" fmla="*/ 0 h 280"/>
                <a:gd name="T6" fmla="*/ 51 w 103"/>
                <a:gd name="T7" fmla="*/ 22 h 280"/>
                <a:gd name="T8" fmla="*/ 94 w 103"/>
                <a:gd name="T9" fmla="*/ 140 h 280"/>
                <a:gd name="T10" fmla="*/ 51 w 103"/>
                <a:gd name="T11" fmla="*/ 257 h 280"/>
                <a:gd name="T12" fmla="*/ 51 w 103"/>
                <a:gd name="T13" fmla="*/ 280 h 280"/>
                <a:gd name="T14" fmla="*/ 51 w 103"/>
                <a:gd name="T15" fmla="*/ 0 h 280"/>
                <a:gd name="T16" fmla="*/ 0 w 103"/>
                <a:gd name="T17" fmla="*/ 140 h 280"/>
                <a:gd name="T18" fmla="*/ 51 w 103"/>
                <a:gd name="T19" fmla="*/ 280 h 280"/>
                <a:gd name="T20" fmla="*/ 51 w 103"/>
                <a:gd name="T21" fmla="*/ 280 h 280"/>
                <a:gd name="T22" fmla="*/ 51 w 103"/>
                <a:gd name="T23" fmla="*/ 257 h 280"/>
                <a:gd name="T24" fmla="*/ 51 w 103"/>
                <a:gd name="T25" fmla="*/ 257 h 280"/>
                <a:gd name="T26" fmla="*/ 51 w 103"/>
                <a:gd name="T27" fmla="*/ 257 h 280"/>
                <a:gd name="T28" fmla="*/ 8 w 103"/>
                <a:gd name="T29" fmla="*/ 140 h 280"/>
                <a:gd name="T30" fmla="*/ 51 w 103"/>
                <a:gd name="T31" fmla="*/ 22 h 280"/>
                <a:gd name="T32" fmla="*/ 51 w 103"/>
                <a:gd name="T33" fmla="*/ 22 h 280"/>
                <a:gd name="T34" fmla="*/ 51 w 103"/>
                <a:gd name="T35" fmla="*/ 0 h 2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3" h="280">
                  <a:moveTo>
                    <a:pt x="51" y="280"/>
                  </a:moveTo>
                  <a:cubicBezTo>
                    <a:pt x="80" y="280"/>
                    <a:pt x="103" y="217"/>
                    <a:pt x="103" y="140"/>
                  </a:cubicBezTo>
                  <a:cubicBezTo>
                    <a:pt x="103" y="62"/>
                    <a:pt x="80" y="0"/>
                    <a:pt x="51" y="0"/>
                  </a:cubicBezTo>
                  <a:cubicBezTo>
                    <a:pt x="51" y="22"/>
                    <a:pt x="51" y="22"/>
                    <a:pt x="51" y="22"/>
                  </a:cubicBezTo>
                  <a:cubicBezTo>
                    <a:pt x="75" y="22"/>
                    <a:pt x="94" y="75"/>
                    <a:pt x="94" y="140"/>
                  </a:cubicBezTo>
                  <a:cubicBezTo>
                    <a:pt x="94" y="204"/>
                    <a:pt x="75" y="257"/>
                    <a:pt x="51" y="257"/>
                  </a:cubicBezTo>
                  <a:lnTo>
                    <a:pt x="51" y="280"/>
                  </a:lnTo>
                  <a:close/>
                  <a:moveTo>
                    <a:pt x="51" y="0"/>
                  </a:moveTo>
                  <a:cubicBezTo>
                    <a:pt x="23" y="0"/>
                    <a:pt x="0" y="62"/>
                    <a:pt x="0" y="140"/>
                  </a:cubicBezTo>
                  <a:cubicBezTo>
                    <a:pt x="0" y="217"/>
                    <a:pt x="23" y="280"/>
                    <a:pt x="51" y="280"/>
                  </a:cubicBezTo>
                  <a:cubicBezTo>
                    <a:pt x="51" y="280"/>
                    <a:pt x="51" y="280"/>
                    <a:pt x="51" y="280"/>
                  </a:cubicBezTo>
                  <a:cubicBezTo>
                    <a:pt x="51" y="257"/>
                    <a:pt x="51" y="257"/>
                    <a:pt x="51" y="257"/>
                  </a:cubicBezTo>
                  <a:cubicBezTo>
                    <a:pt x="51" y="257"/>
                    <a:pt x="51" y="257"/>
                    <a:pt x="51" y="257"/>
                  </a:cubicBezTo>
                  <a:cubicBezTo>
                    <a:pt x="51" y="257"/>
                    <a:pt x="51" y="257"/>
                    <a:pt x="51" y="257"/>
                  </a:cubicBezTo>
                  <a:cubicBezTo>
                    <a:pt x="27" y="257"/>
                    <a:pt x="8" y="204"/>
                    <a:pt x="8" y="140"/>
                  </a:cubicBezTo>
                  <a:cubicBezTo>
                    <a:pt x="8" y="75"/>
                    <a:pt x="27" y="22"/>
                    <a:pt x="51" y="22"/>
                  </a:cubicBezTo>
                  <a:cubicBezTo>
                    <a:pt x="51" y="22"/>
                    <a:pt x="51" y="22"/>
                    <a:pt x="51" y="22"/>
                  </a:cubicBezTo>
                  <a:cubicBezTo>
                    <a:pt x="51" y="0"/>
                    <a:pt x="51" y="0"/>
                    <a:pt x="51" y="0"/>
                  </a:cubicBez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165" name="Freeform 26"/>
            <p:cNvSpPr>
              <a:spLocks noEditPoints="1"/>
            </p:cNvSpPr>
            <p:nvPr/>
          </p:nvSpPr>
          <p:spPr bwMode="auto">
            <a:xfrm>
              <a:off x="4637747" y="1754805"/>
              <a:ext cx="430410" cy="157631"/>
            </a:xfrm>
            <a:custGeom>
              <a:avLst/>
              <a:gdLst>
                <a:gd name="T0" fmla="*/ 280 w 280"/>
                <a:gd name="T1" fmla="*/ 52 h 103"/>
                <a:gd name="T2" fmla="*/ 140 w 280"/>
                <a:gd name="T3" fmla="*/ 0 h 103"/>
                <a:gd name="T4" fmla="*/ 140 w 280"/>
                <a:gd name="T5" fmla="*/ 8 h 103"/>
                <a:gd name="T6" fmla="*/ 257 w 280"/>
                <a:gd name="T7" fmla="*/ 52 h 103"/>
                <a:gd name="T8" fmla="*/ 140 w 280"/>
                <a:gd name="T9" fmla="*/ 95 h 103"/>
                <a:gd name="T10" fmla="*/ 140 w 280"/>
                <a:gd name="T11" fmla="*/ 103 h 103"/>
                <a:gd name="T12" fmla="*/ 280 w 280"/>
                <a:gd name="T13" fmla="*/ 52 h 103"/>
                <a:gd name="T14" fmla="*/ 140 w 280"/>
                <a:gd name="T15" fmla="*/ 0 h 103"/>
                <a:gd name="T16" fmla="*/ 140 w 280"/>
                <a:gd name="T17" fmla="*/ 0 h 103"/>
                <a:gd name="T18" fmla="*/ 0 w 280"/>
                <a:gd name="T19" fmla="*/ 52 h 103"/>
                <a:gd name="T20" fmla="*/ 140 w 280"/>
                <a:gd name="T21" fmla="*/ 103 h 103"/>
                <a:gd name="T22" fmla="*/ 140 w 280"/>
                <a:gd name="T23" fmla="*/ 103 h 103"/>
                <a:gd name="T24" fmla="*/ 140 w 280"/>
                <a:gd name="T25" fmla="*/ 95 h 103"/>
                <a:gd name="T26" fmla="*/ 140 w 280"/>
                <a:gd name="T27" fmla="*/ 95 h 103"/>
                <a:gd name="T28" fmla="*/ 23 w 280"/>
                <a:gd name="T29" fmla="*/ 52 h 103"/>
                <a:gd name="T30" fmla="*/ 23 w 280"/>
                <a:gd name="T31" fmla="*/ 52 h 103"/>
                <a:gd name="T32" fmla="*/ 140 w 280"/>
                <a:gd name="T33" fmla="*/ 8 h 103"/>
                <a:gd name="T34" fmla="*/ 140 w 280"/>
                <a:gd name="T35" fmla="*/ 8 h 103"/>
                <a:gd name="T36" fmla="*/ 140 w 280"/>
                <a:gd name="T37" fmla="*/ 0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80" h="103">
                  <a:moveTo>
                    <a:pt x="280" y="52"/>
                  </a:moveTo>
                  <a:cubicBezTo>
                    <a:pt x="280" y="23"/>
                    <a:pt x="217" y="0"/>
                    <a:pt x="140" y="0"/>
                  </a:cubicBezTo>
                  <a:cubicBezTo>
                    <a:pt x="140" y="8"/>
                    <a:pt x="140" y="8"/>
                    <a:pt x="140" y="8"/>
                  </a:cubicBezTo>
                  <a:cubicBezTo>
                    <a:pt x="205" y="8"/>
                    <a:pt x="257" y="28"/>
                    <a:pt x="257" y="52"/>
                  </a:cubicBezTo>
                  <a:cubicBezTo>
                    <a:pt x="257" y="75"/>
                    <a:pt x="205" y="95"/>
                    <a:pt x="140" y="95"/>
                  </a:cubicBezTo>
                  <a:cubicBezTo>
                    <a:pt x="140" y="103"/>
                    <a:pt x="140" y="103"/>
                    <a:pt x="140" y="103"/>
                  </a:cubicBezTo>
                  <a:cubicBezTo>
                    <a:pt x="217" y="103"/>
                    <a:pt x="280" y="80"/>
                    <a:pt x="280" y="52"/>
                  </a:cubicBezTo>
                  <a:close/>
                  <a:moveTo>
                    <a:pt x="140" y="0"/>
                  </a:moveTo>
                  <a:cubicBezTo>
                    <a:pt x="140" y="0"/>
                    <a:pt x="140" y="0"/>
                    <a:pt x="140" y="0"/>
                  </a:cubicBezTo>
                  <a:cubicBezTo>
                    <a:pt x="63" y="0"/>
                    <a:pt x="0" y="23"/>
                    <a:pt x="0" y="52"/>
                  </a:cubicBezTo>
                  <a:cubicBezTo>
                    <a:pt x="0" y="80"/>
                    <a:pt x="63" y="103"/>
                    <a:pt x="140" y="103"/>
                  </a:cubicBezTo>
                  <a:cubicBezTo>
                    <a:pt x="140" y="103"/>
                    <a:pt x="140" y="103"/>
                    <a:pt x="140" y="103"/>
                  </a:cubicBezTo>
                  <a:cubicBezTo>
                    <a:pt x="140" y="95"/>
                    <a:pt x="140" y="95"/>
                    <a:pt x="140" y="95"/>
                  </a:cubicBezTo>
                  <a:cubicBezTo>
                    <a:pt x="140" y="95"/>
                    <a:pt x="140" y="95"/>
                    <a:pt x="140" y="95"/>
                  </a:cubicBezTo>
                  <a:cubicBezTo>
                    <a:pt x="75" y="95"/>
                    <a:pt x="23" y="75"/>
                    <a:pt x="23" y="52"/>
                  </a:cubicBezTo>
                  <a:cubicBezTo>
                    <a:pt x="23" y="52"/>
                    <a:pt x="23" y="52"/>
                    <a:pt x="23" y="52"/>
                  </a:cubicBezTo>
                  <a:cubicBezTo>
                    <a:pt x="23" y="28"/>
                    <a:pt x="75" y="8"/>
                    <a:pt x="140" y="8"/>
                  </a:cubicBezTo>
                  <a:cubicBezTo>
                    <a:pt x="140" y="8"/>
                    <a:pt x="140" y="8"/>
                    <a:pt x="140" y="8"/>
                  </a:cubicBezTo>
                  <a:lnTo>
                    <a:pt x="140" y="0"/>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grpSp>
          <p:nvGrpSpPr>
            <p:cNvPr id="166" name="组合 165"/>
            <p:cNvGrpSpPr/>
            <p:nvPr/>
          </p:nvGrpSpPr>
          <p:grpSpPr>
            <a:xfrm>
              <a:off x="4670167" y="1657544"/>
              <a:ext cx="365569" cy="351035"/>
              <a:chOff x="4755784" y="1370261"/>
              <a:chExt cx="519113" cy="498475"/>
            </a:xfrm>
          </p:grpSpPr>
          <p:sp>
            <p:nvSpPr>
              <p:cNvPr id="216" name="Freeform 27"/>
              <p:cNvSpPr>
                <a:spLocks noEditPoints="1"/>
              </p:cNvSpPr>
              <p:nvPr/>
            </p:nvSpPr>
            <p:spPr bwMode="auto">
              <a:xfrm>
                <a:off x="4755784" y="1370261"/>
                <a:ext cx="519113" cy="498475"/>
              </a:xfrm>
              <a:custGeom>
                <a:avLst/>
                <a:gdLst>
                  <a:gd name="T0" fmla="*/ 218 w 238"/>
                  <a:gd name="T1" fmla="*/ 16 h 229"/>
                  <a:gd name="T2" fmla="*/ 119 w 238"/>
                  <a:gd name="T3" fmla="*/ 46 h 229"/>
                  <a:gd name="T4" fmla="*/ 119 w 238"/>
                  <a:gd name="T5" fmla="*/ 57 h 229"/>
                  <a:gd name="T6" fmla="*/ 202 w 238"/>
                  <a:gd name="T7" fmla="*/ 32 h 229"/>
                  <a:gd name="T8" fmla="*/ 150 w 238"/>
                  <a:gd name="T9" fmla="*/ 145 h 229"/>
                  <a:gd name="T10" fmla="*/ 119 w 238"/>
                  <a:gd name="T11" fmla="*/ 172 h 229"/>
                  <a:gd name="T12" fmla="*/ 119 w 238"/>
                  <a:gd name="T13" fmla="*/ 183 h 229"/>
                  <a:gd name="T14" fmla="*/ 156 w 238"/>
                  <a:gd name="T15" fmla="*/ 151 h 229"/>
                  <a:gd name="T16" fmla="*/ 218 w 238"/>
                  <a:gd name="T17" fmla="*/ 16 h 229"/>
                  <a:gd name="T18" fmla="*/ 119 w 238"/>
                  <a:gd name="T19" fmla="*/ 46 h 229"/>
                  <a:gd name="T20" fmla="*/ 83 w 238"/>
                  <a:gd name="T21" fmla="*/ 78 h 229"/>
                  <a:gd name="T22" fmla="*/ 20 w 238"/>
                  <a:gd name="T23" fmla="*/ 214 h 229"/>
                  <a:gd name="T24" fmla="*/ 119 w 238"/>
                  <a:gd name="T25" fmla="*/ 183 h 229"/>
                  <a:gd name="T26" fmla="*/ 119 w 238"/>
                  <a:gd name="T27" fmla="*/ 172 h 229"/>
                  <a:gd name="T28" fmla="*/ 36 w 238"/>
                  <a:gd name="T29" fmla="*/ 197 h 229"/>
                  <a:gd name="T30" fmla="*/ 36 w 238"/>
                  <a:gd name="T31" fmla="*/ 197 h 229"/>
                  <a:gd name="T32" fmla="*/ 89 w 238"/>
                  <a:gd name="T33" fmla="*/ 84 h 229"/>
                  <a:gd name="T34" fmla="*/ 119 w 238"/>
                  <a:gd name="T35" fmla="*/ 57 h 229"/>
                  <a:gd name="T36" fmla="*/ 119 w 238"/>
                  <a:gd name="T37" fmla="*/ 46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38" h="229">
                    <a:moveTo>
                      <a:pt x="218" y="16"/>
                    </a:moveTo>
                    <a:cubicBezTo>
                      <a:pt x="202" y="0"/>
                      <a:pt x="162" y="13"/>
                      <a:pt x="119" y="46"/>
                    </a:cubicBezTo>
                    <a:cubicBezTo>
                      <a:pt x="119" y="57"/>
                      <a:pt x="119" y="57"/>
                      <a:pt x="119" y="57"/>
                    </a:cubicBezTo>
                    <a:cubicBezTo>
                      <a:pt x="155" y="30"/>
                      <a:pt x="189" y="19"/>
                      <a:pt x="202" y="32"/>
                    </a:cubicBezTo>
                    <a:cubicBezTo>
                      <a:pt x="219" y="49"/>
                      <a:pt x="195" y="99"/>
                      <a:pt x="150" y="145"/>
                    </a:cubicBezTo>
                    <a:cubicBezTo>
                      <a:pt x="140" y="155"/>
                      <a:pt x="129" y="164"/>
                      <a:pt x="119" y="172"/>
                    </a:cubicBezTo>
                    <a:cubicBezTo>
                      <a:pt x="119" y="183"/>
                      <a:pt x="119" y="183"/>
                      <a:pt x="119" y="183"/>
                    </a:cubicBezTo>
                    <a:cubicBezTo>
                      <a:pt x="131" y="174"/>
                      <a:pt x="144" y="163"/>
                      <a:pt x="156" y="151"/>
                    </a:cubicBezTo>
                    <a:cubicBezTo>
                      <a:pt x="210" y="96"/>
                      <a:pt x="238" y="36"/>
                      <a:pt x="218" y="16"/>
                    </a:cubicBezTo>
                    <a:close/>
                    <a:moveTo>
                      <a:pt x="119" y="46"/>
                    </a:moveTo>
                    <a:cubicBezTo>
                      <a:pt x="107" y="55"/>
                      <a:pt x="95" y="66"/>
                      <a:pt x="83" y="78"/>
                    </a:cubicBezTo>
                    <a:cubicBezTo>
                      <a:pt x="28" y="133"/>
                      <a:pt x="0" y="193"/>
                      <a:pt x="20" y="214"/>
                    </a:cubicBezTo>
                    <a:cubicBezTo>
                      <a:pt x="36" y="229"/>
                      <a:pt x="76" y="216"/>
                      <a:pt x="119" y="183"/>
                    </a:cubicBezTo>
                    <a:cubicBezTo>
                      <a:pt x="119" y="172"/>
                      <a:pt x="119" y="172"/>
                      <a:pt x="119" y="172"/>
                    </a:cubicBezTo>
                    <a:cubicBezTo>
                      <a:pt x="83" y="199"/>
                      <a:pt x="49" y="211"/>
                      <a:pt x="36" y="197"/>
                    </a:cubicBezTo>
                    <a:cubicBezTo>
                      <a:pt x="36" y="197"/>
                      <a:pt x="36" y="197"/>
                      <a:pt x="36" y="197"/>
                    </a:cubicBezTo>
                    <a:cubicBezTo>
                      <a:pt x="19" y="181"/>
                      <a:pt x="43" y="130"/>
                      <a:pt x="89" y="84"/>
                    </a:cubicBezTo>
                    <a:cubicBezTo>
                      <a:pt x="99" y="74"/>
                      <a:pt x="109" y="65"/>
                      <a:pt x="119" y="57"/>
                    </a:cubicBezTo>
                    <a:lnTo>
                      <a:pt x="119" y="46"/>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217" name="Freeform 28"/>
              <p:cNvSpPr>
                <a:spLocks noEditPoints="1"/>
              </p:cNvSpPr>
              <p:nvPr/>
            </p:nvSpPr>
            <p:spPr bwMode="auto">
              <a:xfrm>
                <a:off x="4755784" y="1370261"/>
                <a:ext cx="519113" cy="498475"/>
              </a:xfrm>
              <a:custGeom>
                <a:avLst/>
                <a:gdLst>
                  <a:gd name="T0" fmla="*/ 218 w 238"/>
                  <a:gd name="T1" fmla="*/ 214 h 229"/>
                  <a:gd name="T2" fmla="*/ 156 w 238"/>
                  <a:gd name="T3" fmla="*/ 78 h 229"/>
                  <a:gd name="T4" fmla="*/ 119 w 238"/>
                  <a:gd name="T5" fmla="*/ 46 h 229"/>
                  <a:gd name="T6" fmla="*/ 119 w 238"/>
                  <a:gd name="T7" fmla="*/ 57 h 229"/>
                  <a:gd name="T8" fmla="*/ 150 w 238"/>
                  <a:gd name="T9" fmla="*/ 84 h 229"/>
                  <a:gd name="T10" fmla="*/ 202 w 238"/>
                  <a:gd name="T11" fmla="*/ 197 h 229"/>
                  <a:gd name="T12" fmla="*/ 119 w 238"/>
                  <a:gd name="T13" fmla="*/ 172 h 229"/>
                  <a:gd name="T14" fmla="*/ 119 w 238"/>
                  <a:gd name="T15" fmla="*/ 183 h 229"/>
                  <a:gd name="T16" fmla="*/ 218 w 238"/>
                  <a:gd name="T17" fmla="*/ 214 h 229"/>
                  <a:gd name="T18" fmla="*/ 119 w 238"/>
                  <a:gd name="T19" fmla="*/ 46 h 229"/>
                  <a:gd name="T20" fmla="*/ 20 w 238"/>
                  <a:gd name="T21" fmla="*/ 16 h 229"/>
                  <a:gd name="T22" fmla="*/ 83 w 238"/>
                  <a:gd name="T23" fmla="*/ 151 h 229"/>
                  <a:gd name="T24" fmla="*/ 119 w 238"/>
                  <a:gd name="T25" fmla="*/ 183 h 229"/>
                  <a:gd name="T26" fmla="*/ 119 w 238"/>
                  <a:gd name="T27" fmla="*/ 172 h 229"/>
                  <a:gd name="T28" fmla="*/ 89 w 238"/>
                  <a:gd name="T29" fmla="*/ 145 h 229"/>
                  <a:gd name="T30" fmla="*/ 36 w 238"/>
                  <a:gd name="T31" fmla="*/ 32 h 229"/>
                  <a:gd name="T32" fmla="*/ 36 w 238"/>
                  <a:gd name="T33" fmla="*/ 32 h 229"/>
                  <a:gd name="T34" fmla="*/ 119 w 238"/>
                  <a:gd name="T35" fmla="*/ 57 h 229"/>
                  <a:gd name="T36" fmla="*/ 119 w 238"/>
                  <a:gd name="T37" fmla="*/ 46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38" h="229">
                    <a:moveTo>
                      <a:pt x="218" y="214"/>
                    </a:moveTo>
                    <a:cubicBezTo>
                      <a:pt x="238" y="193"/>
                      <a:pt x="210" y="133"/>
                      <a:pt x="156" y="78"/>
                    </a:cubicBezTo>
                    <a:cubicBezTo>
                      <a:pt x="144" y="66"/>
                      <a:pt x="131" y="55"/>
                      <a:pt x="119" y="46"/>
                    </a:cubicBezTo>
                    <a:cubicBezTo>
                      <a:pt x="119" y="57"/>
                      <a:pt x="119" y="57"/>
                      <a:pt x="119" y="57"/>
                    </a:cubicBezTo>
                    <a:cubicBezTo>
                      <a:pt x="129" y="65"/>
                      <a:pt x="140" y="74"/>
                      <a:pt x="150" y="84"/>
                    </a:cubicBezTo>
                    <a:cubicBezTo>
                      <a:pt x="195" y="130"/>
                      <a:pt x="219" y="181"/>
                      <a:pt x="202" y="197"/>
                    </a:cubicBezTo>
                    <a:cubicBezTo>
                      <a:pt x="189" y="211"/>
                      <a:pt x="155" y="199"/>
                      <a:pt x="119" y="172"/>
                    </a:cubicBezTo>
                    <a:cubicBezTo>
                      <a:pt x="119" y="183"/>
                      <a:pt x="119" y="183"/>
                      <a:pt x="119" y="183"/>
                    </a:cubicBezTo>
                    <a:cubicBezTo>
                      <a:pt x="162" y="216"/>
                      <a:pt x="202" y="229"/>
                      <a:pt x="218" y="214"/>
                    </a:cubicBezTo>
                    <a:close/>
                    <a:moveTo>
                      <a:pt x="119" y="46"/>
                    </a:moveTo>
                    <a:cubicBezTo>
                      <a:pt x="76" y="13"/>
                      <a:pt x="36" y="0"/>
                      <a:pt x="20" y="16"/>
                    </a:cubicBezTo>
                    <a:cubicBezTo>
                      <a:pt x="0" y="36"/>
                      <a:pt x="28" y="96"/>
                      <a:pt x="83" y="151"/>
                    </a:cubicBezTo>
                    <a:cubicBezTo>
                      <a:pt x="95" y="163"/>
                      <a:pt x="107" y="174"/>
                      <a:pt x="119" y="183"/>
                    </a:cubicBezTo>
                    <a:cubicBezTo>
                      <a:pt x="119" y="172"/>
                      <a:pt x="119" y="172"/>
                      <a:pt x="119" y="172"/>
                    </a:cubicBezTo>
                    <a:cubicBezTo>
                      <a:pt x="109" y="164"/>
                      <a:pt x="99" y="155"/>
                      <a:pt x="89" y="145"/>
                    </a:cubicBezTo>
                    <a:cubicBezTo>
                      <a:pt x="43" y="99"/>
                      <a:pt x="19" y="49"/>
                      <a:pt x="36" y="32"/>
                    </a:cubicBezTo>
                    <a:cubicBezTo>
                      <a:pt x="36" y="32"/>
                      <a:pt x="36" y="32"/>
                      <a:pt x="36" y="32"/>
                    </a:cubicBezTo>
                    <a:cubicBezTo>
                      <a:pt x="49" y="19"/>
                      <a:pt x="83" y="30"/>
                      <a:pt x="119" y="57"/>
                    </a:cubicBezTo>
                    <a:lnTo>
                      <a:pt x="119" y="46"/>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218" name="Oval 29"/>
              <p:cNvSpPr>
                <a:spLocks noChangeArrowheads="1"/>
              </p:cNvSpPr>
              <p:nvPr/>
            </p:nvSpPr>
            <p:spPr bwMode="auto">
              <a:xfrm>
                <a:off x="4970097" y="1573461"/>
                <a:ext cx="93663" cy="93663"/>
              </a:xfrm>
              <a:prstGeom prst="ellipse">
                <a:avLst/>
              </a:pr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grpSp>
        <p:sp>
          <p:nvSpPr>
            <p:cNvPr id="167" name="Freeform 30"/>
            <p:cNvSpPr>
              <a:spLocks noEditPoints="1"/>
            </p:cNvSpPr>
            <p:nvPr/>
          </p:nvSpPr>
          <p:spPr bwMode="auto">
            <a:xfrm>
              <a:off x="5327520" y="1497677"/>
              <a:ext cx="181107" cy="343210"/>
            </a:xfrm>
            <a:custGeom>
              <a:avLst/>
              <a:gdLst>
                <a:gd name="T0" fmla="*/ 67 w 162"/>
                <a:gd name="T1" fmla="*/ 307 h 307"/>
                <a:gd name="T2" fmla="*/ 162 w 162"/>
                <a:gd name="T3" fmla="*/ 307 h 307"/>
                <a:gd name="T4" fmla="*/ 67 w 162"/>
                <a:gd name="T5" fmla="*/ 127 h 307"/>
                <a:gd name="T6" fmla="*/ 67 w 162"/>
                <a:gd name="T7" fmla="*/ 193 h 307"/>
                <a:gd name="T8" fmla="*/ 110 w 162"/>
                <a:gd name="T9" fmla="*/ 267 h 307"/>
                <a:gd name="T10" fmla="*/ 67 w 162"/>
                <a:gd name="T11" fmla="*/ 267 h 307"/>
                <a:gd name="T12" fmla="*/ 67 w 162"/>
                <a:gd name="T13" fmla="*/ 307 h 307"/>
                <a:gd name="T14" fmla="*/ 0 w 162"/>
                <a:gd name="T15" fmla="*/ 0 h 307"/>
                <a:gd name="T16" fmla="*/ 0 w 162"/>
                <a:gd name="T17" fmla="*/ 307 h 307"/>
                <a:gd name="T18" fmla="*/ 67 w 162"/>
                <a:gd name="T19" fmla="*/ 307 h 307"/>
                <a:gd name="T20" fmla="*/ 67 w 162"/>
                <a:gd name="T21" fmla="*/ 267 h 307"/>
                <a:gd name="T22" fmla="*/ 24 w 162"/>
                <a:gd name="T23" fmla="*/ 267 h 307"/>
                <a:gd name="T24" fmla="*/ 24 w 162"/>
                <a:gd name="T25" fmla="*/ 120 h 307"/>
                <a:gd name="T26" fmla="*/ 24 w 162"/>
                <a:gd name="T27" fmla="*/ 120 h 307"/>
                <a:gd name="T28" fmla="*/ 67 w 162"/>
                <a:gd name="T29" fmla="*/ 193 h 307"/>
                <a:gd name="T30" fmla="*/ 67 w 162"/>
                <a:gd name="T31" fmla="*/ 127 h 307"/>
                <a:gd name="T32" fmla="*/ 0 w 162"/>
                <a:gd name="T33" fmla="*/ 0 h 3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62" h="307">
                  <a:moveTo>
                    <a:pt x="67" y="307"/>
                  </a:moveTo>
                  <a:lnTo>
                    <a:pt x="162" y="307"/>
                  </a:lnTo>
                  <a:lnTo>
                    <a:pt x="67" y="127"/>
                  </a:lnTo>
                  <a:lnTo>
                    <a:pt x="67" y="193"/>
                  </a:lnTo>
                  <a:lnTo>
                    <a:pt x="110" y="267"/>
                  </a:lnTo>
                  <a:lnTo>
                    <a:pt x="67" y="267"/>
                  </a:lnTo>
                  <a:lnTo>
                    <a:pt x="67" y="307"/>
                  </a:lnTo>
                  <a:close/>
                  <a:moveTo>
                    <a:pt x="0" y="0"/>
                  </a:moveTo>
                  <a:lnTo>
                    <a:pt x="0" y="307"/>
                  </a:lnTo>
                  <a:lnTo>
                    <a:pt x="67" y="307"/>
                  </a:lnTo>
                  <a:lnTo>
                    <a:pt x="67" y="267"/>
                  </a:lnTo>
                  <a:lnTo>
                    <a:pt x="24" y="267"/>
                  </a:lnTo>
                  <a:lnTo>
                    <a:pt x="24" y="120"/>
                  </a:lnTo>
                  <a:lnTo>
                    <a:pt x="24" y="120"/>
                  </a:lnTo>
                  <a:lnTo>
                    <a:pt x="67" y="193"/>
                  </a:lnTo>
                  <a:lnTo>
                    <a:pt x="67" y="127"/>
                  </a:lnTo>
                  <a:lnTo>
                    <a:pt x="0" y="0"/>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168" name="Rectangle 31"/>
            <p:cNvSpPr>
              <a:spLocks noChangeArrowheads="1"/>
            </p:cNvSpPr>
            <p:nvPr/>
          </p:nvSpPr>
          <p:spPr bwMode="auto">
            <a:xfrm>
              <a:off x="5236966" y="1496559"/>
              <a:ext cx="45836" cy="334266"/>
            </a:xfrm>
            <a:prstGeom prst="rect">
              <a:avLst/>
            </a:prstGeom>
            <a:solidFill>
              <a:srgbClr val="C5C5C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id-ID"/>
            </a:p>
          </p:txBody>
        </p:sp>
        <p:sp>
          <p:nvSpPr>
            <p:cNvPr id="169" name="Freeform 32"/>
            <p:cNvSpPr>
              <a:spLocks noEditPoints="1"/>
            </p:cNvSpPr>
            <p:nvPr/>
          </p:nvSpPr>
          <p:spPr bwMode="auto">
            <a:xfrm>
              <a:off x="3752333" y="3180187"/>
              <a:ext cx="395753" cy="289549"/>
            </a:xfrm>
            <a:custGeom>
              <a:avLst/>
              <a:gdLst>
                <a:gd name="T0" fmla="*/ 213 w 258"/>
                <a:gd name="T1" fmla="*/ 31 h 189"/>
                <a:gd name="T2" fmla="*/ 204 w 258"/>
                <a:gd name="T3" fmla="*/ 69 h 189"/>
                <a:gd name="T4" fmla="*/ 228 w 258"/>
                <a:gd name="T5" fmla="*/ 109 h 189"/>
                <a:gd name="T6" fmla="*/ 204 w 258"/>
                <a:gd name="T7" fmla="*/ 146 h 189"/>
                <a:gd name="T8" fmla="*/ 204 w 258"/>
                <a:gd name="T9" fmla="*/ 27 h 189"/>
                <a:gd name="T10" fmla="*/ 91 w 258"/>
                <a:gd name="T11" fmla="*/ 14 h 189"/>
                <a:gd name="T12" fmla="*/ 97 w 258"/>
                <a:gd name="T13" fmla="*/ 15 h 189"/>
                <a:gd name="T14" fmla="*/ 91 w 258"/>
                <a:gd name="T15" fmla="*/ 42 h 189"/>
                <a:gd name="T16" fmla="*/ 91 w 258"/>
                <a:gd name="T17" fmla="*/ 162 h 189"/>
                <a:gd name="T18" fmla="*/ 166 w 258"/>
                <a:gd name="T19" fmla="*/ 145 h 189"/>
                <a:gd name="T20" fmla="*/ 204 w 258"/>
                <a:gd name="T21" fmla="*/ 125 h 189"/>
                <a:gd name="T22" fmla="*/ 191 w 258"/>
                <a:gd name="T23" fmla="*/ 122 h 189"/>
                <a:gd name="T24" fmla="*/ 204 w 258"/>
                <a:gd name="T25" fmla="*/ 69 h 189"/>
                <a:gd name="T26" fmla="*/ 91 w 258"/>
                <a:gd name="T27" fmla="*/ 6 h 189"/>
                <a:gd name="T28" fmla="*/ 78 w 258"/>
                <a:gd name="T29" fmla="*/ 24 h 189"/>
                <a:gd name="T30" fmla="*/ 91 w 258"/>
                <a:gd name="T31" fmla="*/ 14 h 189"/>
                <a:gd name="T32" fmla="*/ 78 w 258"/>
                <a:gd name="T33" fmla="*/ 188 h 189"/>
                <a:gd name="T34" fmla="*/ 91 w 258"/>
                <a:gd name="T35" fmla="*/ 162 h 189"/>
                <a:gd name="T36" fmla="*/ 78 w 258"/>
                <a:gd name="T37" fmla="*/ 176 h 189"/>
                <a:gd name="T38" fmla="*/ 91 w 258"/>
                <a:gd name="T39" fmla="*/ 42 h 189"/>
                <a:gd name="T40" fmla="*/ 80 w 258"/>
                <a:gd name="T41" fmla="*/ 134 h 189"/>
                <a:gd name="T42" fmla="*/ 78 w 258"/>
                <a:gd name="T43" fmla="*/ 64 h 189"/>
                <a:gd name="T44" fmla="*/ 78 w 258"/>
                <a:gd name="T45" fmla="*/ 33 h 189"/>
                <a:gd name="T46" fmla="*/ 91 w 258"/>
                <a:gd name="T47" fmla="*/ 42 h 189"/>
                <a:gd name="T48" fmla="*/ 60 w 258"/>
                <a:gd name="T49" fmla="*/ 18 h 189"/>
                <a:gd name="T50" fmla="*/ 68 w 258"/>
                <a:gd name="T51" fmla="*/ 42 h 189"/>
                <a:gd name="T52" fmla="*/ 78 w 258"/>
                <a:gd name="T53" fmla="*/ 33 h 189"/>
                <a:gd name="T54" fmla="*/ 78 w 258"/>
                <a:gd name="T55" fmla="*/ 9 h 189"/>
                <a:gd name="T56" fmla="*/ 78 w 258"/>
                <a:gd name="T57" fmla="*/ 188 h 189"/>
                <a:gd name="T58" fmla="*/ 60 w 258"/>
                <a:gd name="T59" fmla="*/ 176 h 189"/>
                <a:gd name="T60" fmla="*/ 78 w 258"/>
                <a:gd name="T61" fmla="*/ 64 h 189"/>
                <a:gd name="T62" fmla="*/ 60 w 258"/>
                <a:gd name="T63" fmla="*/ 134 h 189"/>
                <a:gd name="T64" fmla="*/ 70 w 258"/>
                <a:gd name="T65" fmla="*/ 116 h 189"/>
                <a:gd name="T66" fmla="*/ 60 w 258"/>
                <a:gd name="T67" fmla="*/ 87 h 189"/>
                <a:gd name="T68" fmla="*/ 76 w 258"/>
                <a:gd name="T69" fmla="*/ 68 h 189"/>
                <a:gd name="T70" fmla="*/ 60 w 258"/>
                <a:gd name="T71" fmla="*/ 18 h 189"/>
                <a:gd name="T72" fmla="*/ 60 w 258"/>
                <a:gd name="T73" fmla="*/ 187 h 189"/>
                <a:gd name="T74" fmla="*/ 59 w 258"/>
                <a:gd name="T75" fmla="*/ 175 h 189"/>
                <a:gd name="T76" fmla="*/ 49 w 258"/>
                <a:gd name="T77" fmla="*/ 144 h 189"/>
                <a:gd name="T78" fmla="*/ 60 w 258"/>
                <a:gd name="T79" fmla="*/ 125 h 189"/>
                <a:gd name="T80" fmla="*/ 41 w 258"/>
                <a:gd name="T81" fmla="*/ 125 h 189"/>
                <a:gd name="T82" fmla="*/ 60 w 258"/>
                <a:gd name="T83" fmla="*/ 87 h 189"/>
                <a:gd name="T84" fmla="*/ 51 w 258"/>
                <a:gd name="T85" fmla="*/ 76 h 189"/>
                <a:gd name="T86" fmla="*/ 43 w 258"/>
                <a:gd name="T87" fmla="*/ 51 h 189"/>
                <a:gd name="T88" fmla="*/ 60 w 258"/>
                <a:gd name="T89" fmla="*/ 18 h 1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58" h="189">
                  <a:moveTo>
                    <a:pt x="253" y="104"/>
                  </a:moveTo>
                  <a:cubicBezTo>
                    <a:pt x="258" y="60"/>
                    <a:pt x="213" y="31"/>
                    <a:pt x="213" y="31"/>
                  </a:cubicBezTo>
                  <a:cubicBezTo>
                    <a:pt x="210" y="30"/>
                    <a:pt x="207" y="28"/>
                    <a:pt x="204" y="27"/>
                  </a:cubicBezTo>
                  <a:cubicBezTo>
                    <a:pt x="204" y="69"/>
                    <a:pt x="204" y="69"/>
                    <a:pt x="204" y="69"/>
                  </a:cubicBezTo>
                  <a:cubicBezTo>
                    <a:pt x="208" y="69"/>
                    <a:pt x="212" y="70"/>
                    <a:pt x="216" y="72"/>
                  </a:cubicBezTo>
                  <a:cubicBezTo>
                    <a:pt x="230" y="79"/>
                    <a:pt x="235" y="95"/>
                    <a:pt x="228" y="109"/>
                  </a:cubicBezTo>
                  <a:cubicBezTo>
                    <a:pt x="224" y="119"/>
                    <a:pt x="214" y="125"/>
                    <a:pt x="204" y="125"/>
                  </a:cubicBezTo>
                  <a:cubicBezTo>
                    <a:pt x="204" y="146"/>
                    <a:pt x="204" y="146"/>
                    <a:pt x="204" y="146"/>
                  </a:cubicBezTo>
                  <a:cubicBezTo>
                    <a:pt x="230" y="144"/>
                    <a:pt x="249" y="134"/>
                    <a:pt x="253" y="104"/>
                  </a:cubicBezTo>
                  <a:close/>
                  <a:moveTo>
                    <a:pt x="204" y="27"/>
                  </a:moveTo>
                  <a:cubicBezTo>
                    <a:pt x="156" y="5"/>
                    <a:pt x="119" y="0"/>
                    <a:pt x="91" y="6"/>
                  </a:cubicBezTo>
                  <a:cubicBezTo>
                    <a:pt x="91" y="14"/>
                    <a:pt x="91" y="14"/>
                    <a:pt x="91" y="14"/>
                  </a:cubicBezTo>
                  <a:cubicBezTo>
                    <a:pt x="93" y="14"/>
                    <a:pt x="95" y="14"/>
                    <a:pt x="97" y="15"/>
                  </a:cubicBezTo>
                  <a:cubicBezTo>
                    <a:pt x="97" y="15"/>
                    <a:pt x="97" y="15"/>
                    <a:pt x="97" y="15"/>
                  </a:cubicBezTo>
                  <a:cubicBezTo>
                    <a:pt x="104" y="19"/>
                    <a:pt x="107" y="27"/>
                    <a:pt x="103" y="34"/>
                  </a:cubicBezTo>
                  <a:cubicBezTo>
                    <a:pt x="101" y="39"/>
                    <a:pt x="96" y="42"/>
                    <a:pt x="91" y="42"/>
                  </a:cubicBezTo>
                  <a:cubicBezTo>
                    <a:pt x="91" y="146"/>
                    <a:pt x="91" y="146"/>
                    <a:pt x="91" y="146"/>
                  </a:cubicBezTo>
                  <a:cubicBezTo>
                    <a:pt x="93" y="151"/>
                    <a:pt x="93" y="157"/>
                    <a:pt x="91" y="162"/>
                  </a:cubicBezTo>
                  <a:cubicBezTo>
                    <a:pt x="91" y="185"/>
                    <a:pt x="91" y="185"/>
                    <a:pt x="91" y="185"/>
                  </a:cubicBezTo>
                  <a:cubicBezTo>
                    <a:pt x="117" y="174"/>
                    <a:pt x="138" y="143"/>
                    <a:pt x="166" y="145"/>
                  </a:cubicBezTo>
                  <a:cubicBezTo>
                    <a:pt x="179" y="147"/>
                    <a:pt x="192" y="147"/>
                    <a:pt x="204" y="146"/>
                  </a:cubicBezTo>
                  <a:cubicBezTo>
                    <a:pt x="204" y="125"/>
                    <a:pt x="204" y="125"/>
                    <a:pt x="204" y="125"/>
                  </a:cubicBezTo>
                  <a:cubicBezTo>
                    <a:pt x="199" y="125"/>
                    <a:pt x="195" y="124"/>
                    <a:pt x="191" y="122"/>
                  </a:cubicBezTo>
                  <a:cubicBezTo>
                    <a:pt x="191" y="122"/>
                    <a:pt x="191" y="122"/>
                    <a:pt x="191" y="122"/>
                  </a:cubicBezTo>
                  <a:cubicBezTo>
                    <a:pt x="177" y="115"/>
                    <a:pt x="172" y="98"/>
                    <a:pt x="179" y="84"/>
                  </a:cubicBezTo>
                  <a:cubicBezTo>
                    <a:pt x="184" y="74"/>
                    <a:pt x="193" y="69"/>
                    <a:pt x="204" y="69"/>
                  </a:cubicBezTo>
                  <a:lnTo>
                    <a:pt x="204" y="27"/>
                  </a:lnTo>
                  <a:close/>
                  <a:moveTo>
                    <a:pt x="91" y="6"/>
                  </a:moveTo>
                  <a:cubicBezTo>
                    <a:pt x="86" y="6"/>
                    <a:pt x="82" y="8"/>
                    <a:pt x="78" y="9"/>
                  </a:cubicBezTo>
                  <a:cubicBezTo>
                    <a:pt x="78" y="24"/>
                    <a:pt x="78" y="24"/>
                    <a:pt x="78" y="24"/>
                  </a:cubicBezTo>
                  <a:cubicBezTo>
                    <a:pt x="78" y="23"/>
                    <a:pt x="78" y="22"/>
                    <a:pt x="78" y="22"/>
                  </a:cubicBezTo>
                  <a:cubicBezTo>
                    <a:pt x="81" y="17"/>
                    <a:pt x="86" y="14"/>
                    <a:pt x="91" y="14"/>
                  </a:cubicBezTo>
                  <a:cubicBezTo>
                    <a:pt x="91" y="6"/>
                    <a:pt x="91" y="6"/>
                    <a:pt x="91" y="6"/>
                  </a:cubicBezTo>
                  <a:close/>
                  <a:moveTo>
                    <a:pt x="78" y="188"/>
                  </a:moveTo>
                  <a:cubicBezTo>
                    <a:pt x="82" y="188"/>
                    <a:pt x="87" y="187"/>
                    <a:pt x="91" y="185"/>
                  </a:cubicBezTo>
                  <a:cubicBezTo>
                    <a:pt x="91" y="162"/>
                    <a:pt x="91" y="162"/>
                    <a:pt x="91" y="162"/>
                  </a:cubicBezTo>
                  <a:cubicBezTo>
                    <a:pt x="90" y="163"/>
                    <a:pt x="90" y="164"/>
                    <a:pt x="90" y="165"/>
                  </a:cubicBezTo>
                  <a:cubicBezTo>
                    <a:pt x="87" y="170"/>
                    <a:pt x="83" y="174"/>
                    <a:pt x="78" y="176"/>
                  </a:cubicBezTo>
                  <a:cubicBezTo>
                    <a:pt x="78" y="188"/>
                    <a:pt x="78" y="188"/>
                    <a:pt x="78" y="188"/>
                  </a:cubicBezTo>
                  <a:close/>
                  <a:moveTo>
                    <a:pt x="91" y="42"/>
                  </a:moveTo>
                  <a:cubicBezTo>
                    <a:pt x="91" y="146"/>
                    <a:pt x="91" y="146"/>
                    <a:pt x="91" y="146"/>
                  </a:cubicBezTo>
                  <a:cubicBezTo>
                    <a:pt x="89" y="141"/>
                    <a:pt x="85" y="136"/>
                    <a:pt x="80" y="134"/>
                  </a:cubicBezTo>
                  <a:cubicBezTo>
                    <a:pt x="79" y="133"/>
                    <a:pt x="78" y="133"/>
                    <a:pt x="78" y="133"/>
                  </a:cubicBezTo>
                  <a:cubicBezTo>
                    <a:pt x="78" y="64"/>
                    <a:pt x="78" y="64"/>
                    <a:pt x="78" y="64"/>
                  </a:cubicBezTo>
                  <a:cubicBezTo>
                    <a:pt x="79" y="61"/>
                    <a:pt x="79" y="57"/>
                    <a:pt x="78" y="54"/>
                  </a:cubicBezTo>
                  <a:cubicBezTo>
                    <a:pt x="78" y="33"/>
                    <a:pt x="78" y="33"/>
                    <a:pt x="78" y="33"/>
                  </a:cubicBezTo>
                  <a:cubicBezTo>
                    <a:pt x="79" y="36"/>
                    <a:pt x="81" y="39"/>
                    <a:pt x="84" y="41"/>
                  </a:cubicBezTo>
                  <a:cubicBezTo>
                    <a:pt x="86" y="42"/>
                    <a:pt x="89" y="42"/>
                    <a:pt x="91" y="42"/>
                  </a:cubicBezTo>
                  <a:close/>
                  <a:moveTo>
                    <a:pt x="78" y="9"/>
                  </a:moveTo>
                  <a:cubicBezTo>
                    <a:pt x="71" y="11"/>
                    <a:pt x="65" y="14"/>
                    <a:pt x="60" y="18"/>
                  </a:cubicBezTo>
                  <a:cubicBezTo>
                    <a:pt x="60" y="40"/>
                    <a:pt x="60" y="40"/>
                    <a:pt x="60" y="40"/>
                  </a:cubicBezTo>
                  <a:cubicBezTo>
                    <a:pt x="62" y="40"/>
                    <a:pt x="65" y="41"/>
                    <a:pt x="68" y="42"/>
                  </a:cubicBezTo>
                  <a:cubicBezTo>
                    <a:pt x="73" y="45"/>
                    <a:pt x="76" y="49"/>
                    <a:pt x="78" y="54"/>
                  </a:cubicBezTo>
                  <a:cubicBezTo>
                    <a:pt x="78" y="33"/>
                    <a:pt x="78" y="33"/>
                    <a:pt x="78" y="33"/>
                  </a:cubicBezTo>
                  <a:cubicBezTo>
                    <a:pt x="77" y="30"/>
                    <a:pt x="77" y="27"/>
                    <a:pt x="78" y="24"/>
                  </a:cubicBezTo>
                  <a:cubicBezTo>
                    <a:pt x="78" y="9"/>
                    <a:pt x="78" y="9"/>
                    <a:pt x="78" y="9"/>
                  </a:cubicBezTo>
                  <a:close/>
                  <a:moveTo>
                    <a:pt x="60" y="187"/>
                  </a:moveTo>
                  <a:cubicBezTo>
                    <a:pt x="66" y="188"/>
                    <a:pt x="72" y="189"/>
                    <a:pt x="78" y="188"/>
                  </a:cubicBezTo>
                  <a:cubicBezTo>
                    <a:pt x="78" y="176"/>
                    <a:pt x="78" y="176"/>
                    <a:pt x="78" y="176"/>
                  </a:cubicBezTo>
                  <a:cubicBezTo>
                    <a:pt x="72" y="178"/>
                    <a:pt x="65" y="178"/>
                    <a:pt x="60" y="176"/>
                  </a:cubicBezTo>
                  <a:cubicBezTo>
                    <a:pt x="60" y="187"/>
                    <a:pt x="60" y="187"/>
                    <a:pt x="60" y="187"/>
                  </a:cubicBezTo>
                  <a:close/>
                  <a:moveTo>
                    <a:pt x="78" y="64"/>
                  </a:moveTo>
                  <a:cubicBezTo>
                    <a:pt x="78" y="133"/>
                    <a:pt x="78" y="133"/>
                    <a:pt x="78" y="133"/>
                  </a:cubicBezTo>
                  <a:cubicBezTo>
                    <a:pt x="72" y="131"/>
                    <a:pt x="65" y="131"/>
                    <a:pt x="60" y="134"/>
                  </a:cubicBezTo>
                  <a:cubicBezTo>
                    <a:pt x="60" y="125"/>
                    <a:pt x="60" y="125"/>
                    <a:pt x="60" y="125"/>
                  </a:cubicBezTo>
                  <a:cubicBezTo>
                    <a:pt x="64" y="123"/>
                    <a:pt x="67" y="120"/>
                    <a:pt x="70" y="116"/>
                  </a:cubicBezTo>
                  <a:cubicBezTo>
                    <a:pt x="75" y="105"/>
                    <a:pt x="71" y="92"/>
                    <a:pt x="60" y="87"/>
                  </a:cubicBezTo>
                  <a:cubicBezTo>
                    <a:pt x="60" y="87"/>
                    <a:pt x="60" y="87"/>
                    <a:pt x="60" y="87"/>
                  </a:cubicBezTo>
                  <a:cubicBezTo>
                    <a:pt x="60" y="78"/>
                    <a:pt x="60" y="78"/>
                    <a:pt x="60" y="78"/>
                  </a:cubicBezTo>
                  <a:cubicBezTo>
                    <a:pt x="66" y="78"/>
                    <a:pt x="73" y="74"/>
                    <a:pt x="76" y="68"/>
                  </a:cubicBezTo>
                  <a:cubicBezTo>
                    <a:pt x="77" y="66"/>
                    <a:pt x="77" y="65"/>
                    <a:pt x="78" y="64"/>
                  </a:cubicBezTo>
                  <a:close/>
                  <a:moveTo>
                    <a:pt x="60" y="18"/>
                  </a:moveTo>
                  <a:cubicBezTo>
                    <a:pt x="0" y="56"/>
                    <a:pt x="10" y="159"/>
                    <a:pt x="46" y="180"/>
                  </a:cubicBezTo>
                  <a:cubicBezTo>
                    <a:pt x="51" y="183"/>
                    <a:pt x="55" y="185"/>
                    <a:pt x="60" y="187"/>
                  </a:cubicBezTo>
                  <a:cubicBezTo>
                    <a:pt x="60" y="176"/>
                    <a:pt x="60" y="176"/>
                    <a:pt x="60" y="176"/>
                  </a:cubicBezTo>
                  <a:cubicBezTo>
                    <a:pt x="59" y="175"/>
                    <a:pt x="59" y="175"/>
                    <a:pt x="59" y="175"/>
                  </a:cubicBezTo>
                  <a:cubicBezTo>
                    <a:pt x="59" y="175"/>
                    <a:pt x="59" y="175"/>
                    <a:pt x="59" y="175"/>
                  </a:cubicBezTo>
                  <a:cubicBezTo>
                    <a:pt x="48" y="170"/>
                    <a:pt x="43" y="156"/>
                    <a:pt x="49" y="144"/>
                  </a:cubicBezTo>
                  <a:cubicBezTo>
                    <a:pt x="51" y="139"/>
                    <a:pt x="55" y="136"/>
                    <a:pt x="60" y="134"/>
                  </a:cubicBezTo>
                  <a:cubicBezTo>
                    <a:pt x="60" y="125"/>
                    <a:pt x="60" y="125"/>
                    <a:pt x="60" y="125"/>
                  </a:cubicBezTo>
                  <a:cubicBezTo>
                    <a:pt x="54" y="128"/>
                    <a:pt x="47" y="128"/>
                    <a:pt x="41" y="125"/>
                  </a:cubicBezTo>
                  <a:cubicBezTo>
                    <a:pt x="41" y="125"/>
                    <a:pt x="41" y="125"/>
                    <a:pt x="41" y="125"/>
                  </a:cubicBezTo>
                  <a:cubicBezTo>
                    <a:pt x="31" y="120"/>
                    <a:pt x="26" y="107"/>
                    <a:pt x="32" y="97"/>
                  </a:cubicBezTo>
                  <a:cubicBezTo>
                    <a:pt x="37" y="86"/>
                    <a:pt x="49" y="82"/>
                    <a:pt x="60" y="87"/>
                  </a:cubicBezTo>
                  <a:cubicBezTo>
                    <a:pt x="60" y="78"/>
                    <a:pt x="60" y="78"/>
                    <a:pt x="60" y="78"/>
                  </a:cubicBezTo>
                  <a:cubicBezTo>
                    <a:pt x="57" y="78"/>
                    <a:pt x="54" y="77"/>
                    <a:pt x="51" y="76"/>
                  </a:cubicBezTo>
                  <a:cubicBezTo>
                    <a:pt x="42" y="71"/>
                    <a:pt x="38" y="60"/>
                    <a:pt x="43" y="51"/>
                  </a:cubicBezTo>
                  <a:cubicBezTo>
                    <a:pt x="43" y="51"/>
                    <a:pt x="43" y="51"/>
                    <a:pt x="43" y="51"/>
                  </a:cubicBezTo>
                  <a:cubicBezTo>
                    <a:pt x="46" y="44"/>
                    <a:pt x="53" y="40"/>
                    <a:pt x="60" y="40"/>
                  </a:cubicBezTo>
                  <a:lnTo>
                    <a:pt x="60" y="18"/>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grpSp>
          <p:nvGrpSpPr>
            <p:cNvPr id="170" name="Group 127"/>
            <p:cNvGrpSpPr/>
            <p:nvPr/>
          </p:nvGrpSpPr>
          <p:grpSpPr>
            <a:xfrm>
              <a:off x="4864690" y="3469735"/>
              <a:ext cx="357744" cy="460594"/>
              <a:chOff x="8610600" y="4127500"/>
              <a:chExt cx="508001" cy="654050"/>
            </a:xfrm>
            <a:solidFill>
              <a:srgbClr val="00C373"/>
            </a:solidFill>
          </p:grpSpPr>
          <p:sp>
            <p:nvSpPr>
              <p:cNvPr id="208" name="Freeform 33"/>
              <p:cNvSpPr/>
              <p:nvPr/>
            </p:nvSpPr>
            <p:spPr bwMode="auto">
              <a:xfrm>
                <a:off x="8618538" y="4127500"/>
                <a:ext cx="500063" cy="503238"/>
              </a:xfrm>
              <a:custGeom>
                <a:avLst/>
                <a:gdLst>
                  <a:gd name="T0" fmla="*/ 169 w 230"/>
                  <a:gd name="T1" fmla="*/ 12 h 231"/>
                  <a:gd name="T2" fmla="*/ 215 w 230"/>
                  <a:gd name="T3" fmla="*/ 103 h 231"/>
                  <a:gd name="T4" fmla="*/ 102 w 230"/>
                  <a:gd name="T5" fmla="*/ 216 h 231"/>
                  <a:gd name="T6" fmla="*/ 12 w 230"/>
                  <a:gd name="T7" fmla="*/ 171 h 231"/>
                  <a:gd name="T8" fmla="*/ 0 w 230"/>
                  <a:gd name="T9" fmla="*/ 181 h 231"/>
                  <a:gd name="T10" fmla="*/ 102 w 230"/>
                  <a:gd name="T11" fmla="*/ 231 h 231"/>
                  <a:gd name="T12" fmla="*/ 230 w 230"/>
                  <a:gd name="T13" fmla="*/ 103 h 231"/>
                  <a:gd name="T14" fmla="*/ 178 w 230"/>
                  <a:gd name="T15" fmla="*/ 0 h 231"/>
                  <a:gd name="T16" fmla="*/ 169 w 230"/>
                  <a:gd name="T17" fmla="*/ 12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0" h="231">
                    <a:moveTo>
                      <a:pt x="169" y="12"/>
                    </a:moveTo>
                    <a:cubicBezTo>
                      <a:pt x="197" y="32"/>
                      <a:pt x="215" y="65"/>
                      <a:pt x="215" y="103"/>
                    </a:cubicBezTo>
                    <a:cubicBezTo>
                      <a:pt x="215" y="165"/>
                      <a:pt x="165" y="216"/>
                      <a:pt x="102" y="216"/>
                    </a:cubicBezTo>
                    <a:cubicBezTo>
                      <a:pt x="65" y="216"/>
                      <a:pt x="33" y="198"/>
                      <a:pt x="12" y="171"/>
                    </a:cubicBezTo>
                    <a:cubicBezTo>
                      <a:pt x="0" y="181"/>
                      <a:pt x="0" y="181"/>
                      <a:pt x="0" y="181"/>
                    </a:cubicBezTo>
                    <a:cubicBezTo>
                      <a:pt x="24" y="211"/>
                      <a:pt x="61" y="231"/>
                      <a:pt x="102" y="231"/>
                    </a:cubicBezTo>
                    <a:cubicBezTo>
                      <a:pt x="173" y="231"/>
                      <a:pt x="230" y="174"/>
                      <a:pt x="230" y="103"/>
                    </a:cubicBezTo>
                    <a:cubicBezTo>
                      <a:pt x="230" y="61"/>
                      <a:pt x="210" y="23"/>
                      <a:pt x="178" y="0"/>
                    </a:cubicBezTo>
                    <a:lnTo>
                      <a:pt x="169" y="1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209" name="Freeform 34"/>
              <p:cNvSpPr>
                <a:spLocks noEditPoints="1"/>
              </p:cNvSpPr>
              <p:nvPr/>
            </p:nvSpPr>
            <p:spPr bwMode="auto">
              <a:xfrm>
                <a:off x="8621713" y="4137025"/>
                <a:ext cx="442913" cy="441325"/>
              </a:xfrm>
              <a:custGeom>
                <a:avLst/>
                <a:gdLst>
                  <a:gd name="T0" fmla="*/ 102 w 203"/>
                  <a:gd name="T1" fmla="*/ 203 h 203"/>
                  <a:gd name="T2" fmla="*/ 203 w 203"/>
                  <a:gd name="T3" fmla="*/ 101 h 203"/>
                  <a:gd name="T4" fmla="*/ 102 w 203"/>
                  <a:gd name="T5" fmla="*/ 0 h 203"/>
                  <a:gd name="T6" fmla="*/ 102 w 203"/>
                  <a:gd name="T7" fmla="*/ 5 h 203"/>
                  <a:gd name="T8" fmla="*/ 198 w 203"/>
                  <a:gd name="T9" fmla="*/ 101 h 203"/>
                  <a:gd name="T10" fmla="*/ 102 w 203"/>
                  <a:gd name="T11" fmla="*/ 198 h 203"/>
                  <a:gd name="T12" fmla="*/ 102 w 203"/>
                  <a:gd name="T13" fmla="*/ 203 h 203"/>
                  <a:gd name="T14" fmla="*/ 102 w 203"/>
                  <a:gd name="T15" fmla="*/ 0 h 203"/>
                  <a:gd name="T16" fmla="*/ 0 w 203"/>
                  <a:gd name="T17" fmla="*/ 101 h 203"/>
                  <a:gd name="T18" fmla="*/ 102 w 203"/>
                  <a:gd name="T19" fmla="*/ 203 h 203"/>
                  <a:gd name="T20" fmla="*/ 102 w 203"/>
                  <a:gd name="T21" fmla="*/ 203 h 203"/>
                  <a:gd name="T22" fmla="*/ 102 w 203"/>
                  <a:gd name="T23" fmla="*/ 198 h 203"/>
                  <a:gd name="T24" fmla="*/ 102 w 203"/>
                  <a:gd name="T25" fmla="*/ 198 h 203"/>
                  <a:gd name="T26" fmla="*/ 102 w 203"/>
                  <a:gd name="T27" fmla="*/ 198 h 203"/>
                  <a:gd name="T28" fmla="*/ 5 w 203"/>
                  <a:gd name="T29" fmla="*/ 101 h 203"/>
                  <a:gd name="T30" fmla="*/ 102 w 203"/>
                  <a:gd name="T31" fmla="*/ 5 h 203"/>
                  <a:gd name="T32" fmla="*/ 102 w 203"/>
                  <a:gd name="T33" fmla="*/ 5 h 203"/>
                  <a:gd name="T34" fmla="*/ 102 w 203"/>
                  <a:gd name="T35" fmla="*/ 0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03" h="203">
                    <a:moveTo>
                      <a:pt x="102" y="203"/>
                    </a:moveTo>
                    <a:cubicBezTo>
                      <a:pt x="158" y="203"/>
                      <a:pt x="203" y="157"/>
                      <a:pt x="203" y="101"/>
                    </a:cubicBezTo>
                    <a:cubicBezTo>
                      <a:pt x="203" y="45"/>
                      <a:pt x="158" y="0"/>
                      <a:pt x="102" y="0"/>
                    </a:cubicBezTo>
                    <a:cubicBezTo>
                      <a:pt x="102" y="5"/>
                      <a:pt x="102" y="5"/>
                      <a:pt x="102" y="5"/>
                    </a:cubicBezTo>
                    <a:cubicBezTo>
                      <a:pt x="155" y="5"/>
                      <a:pt x="198" y="48"/>
                      <a:pt x="198" y="101"/>
                    </a:cubicBezTo>
                    <a:cubicBezTo>
                      <a:pt x="198" y="155"/>
                      <a:pt x="155" y="198"/>
                      <a:pt x="102" y="198"/>
                    </a:cubicBezTo>
                    <a:lnTo>
                      <a:pt x="102" y="203"/>
                    </a:lnTo>
                    <a:close/>
                    <a:moveTo>
                      <a:pt x="102" y="0"/>
                    </a:moveTo>
                    <a:cubicBezTo>
                      <a:pt x="46" y="0"/>
                      <a:pt x="0" y="45"/>
                      <a:pt x="0" y="101"/>
                    </a:cubicBezTo>
                    <a:cubicBezTo>
                      <a:pt x="0" y="157"/>
                      <a:pt x="46" y="203"/>
                      <a:pt x="102" y="203"/>
                    </a:cubicBezTo>
                    <a:cubicBezTo>
                      <a:pt x="102" y="203"/>
                      <a:pt x="102" y="203"/>
                      <a:pt x="102" y="203"/>
                    </a:cubicBezTo>
                    <a:cubicBezTo>
                      <a:pt x="102" y="198"/>
                      <a:pt x="102" y="198"/>
                      <a:pt x="102" y="198"/>
                    </a:cubicBezTo>
                    <a:cubicBezTo>
                      <a:pt x="102" y="198"/>
                      <a:pt x="102" y="198"/>
                      <a:pt x="102" y="198"/>
                    </a:cubicBezTo>
                    <a:cubicBezTo>
                      <a:pt x="102" y="198"/>
                      <a:pt x="102" y="198"/>
                      <a:pt x="102" y="198"/>
                    </a:cubicBezTo>
                    <a:cubicBezTo>
                      <a:pt x="48" y="198"/>
                      <a:pt x="5" y="155"/>
                      <a:pt x="5" y="101"/>
                    </a:cubicBezTo>
                    <a:cubicBezTo>
                      <a:pt x="5" y="48"/>
                      <a:pt x="48" y="5"/>
                      <a:pt x="102" y="5"/>
                    </a:cubicBezTo>
                    <a:cubicBezTo>
                      <a:pt x="102" y="5"/>
                      <a:pt x="102" y="5"/>
                      <a:pt x="102" y="5"/>
                    </a:cubicBezTo>
                    <a:cubicBezTo>
                      <a:pt x="102" y="0"/>
                      <a:pt x="102" y="0"/>
                      <a:pt x="102"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210" name="Freeform 35"/>
              <p:cNvSpPr/>
              <p:nvPr/>
            </p:nvSpPr>
            <p:spPr bwMode="auto">
              <a:xfrm>
                <a:off x="8610600" y="4144963"/>
                <a:ext cx="496888" cy="433388"/>
              </a:xfrm>
              <a:custGeom>
                <a:avLst/>
                <a:gdLst>
                  <a:gd name="T0" fmla="*/ 65 w 228"/>
                  <a:gd name="T1" fmla="*/ 15 h 199"/>
                  <a:gd name="T2" fmla="*/ 61 w 228"/>
                  <a:gd name="T3" fmla="*/ 23 h 199"/>
                  <a:gd name="T4" fmla="*/ 57 w 228"/>
                  <a:gd name="T5" fmla="*/ 29 h 199"/>
                  <a:gd name="T6" fmla="*/ 54 w 228"/>
                  <a:gd name="T7" fmla="*/ 26 h 199"/>
                  <a:gd name="T8" fmla="*/ 52 w 228"/>
                  <a:gd name="T9" fmla="*/ 32 h 199"/>
                  <a:gd name="T10" fmla="*/ 42 w 228"/>
                  <a:gd name="T11" fmla="*/ 34 h 199"/>
                  <a:gd name="T12" fmla="*/ 36 w 228"/>
                  <a:gd name="T13" fmla="*/ 41 h 199"/>
                  <a:gd name="T14" fmla="*/ 27 w 228"/>
                  <a:gd name="T15" fmla="*/ 53 h 199"/>
                  <a:gd name="T16" fmla="*/ 21 w 228"/>
                  <a:gd name="T17" fmla="*/ 61 h 199"/>
                  <a:gd name="T18" fmla="*/ 27 w 228"/>
                  <a:gd name="T19" fmla="*/ 67 h 199"/>
                  <a:gd name="T20" fmla="*/ 27 w 228"/>
                  <a:gd name="T21" fmla="*/ 70 h 199"/>
                  <a:gd name="T22" fmla="*/ 22 w 228"/>
                  <a:gd name="T23" fmla="*/ 65 h 199"/>
                  <a:gd name="T24" fmla="*/ 18 w 228"/>
                  <a:gd name="T25" fmla="*/ 60 h 199"/>
                  <a:gd name="T26" fmla="*/ 16 w 228"/>
                  <a:gd name="T27" fmla="*/ 69 h 199"/>
                  <a:gd name="T28" fmla="*/ 17 w 228"/>
                  <a:gd name="T29" fmla="*/ 83 h 199"/>
                  <a:gd name="T30" fmla="*/ 24 w 228"/>
                  <a:gd name="T31" fmla="*/ 80 h 199"/>
                  <a:gd name="T32" fmla="*/ 32 w 228"/>
                  <a:gd name="T33" fmla="*/ 88 h 199"/>
                  <a:gd name="T34" fmla="*/ 41 w 228"/>
                  <a:gd name="T35" fmla="*/ 98 h 199"/>
                  <a:gd name="T36" fmla="*/ 50 w 228"/>
                  <a:gd name="T37" fmla="*/ 105 h 199"/>
                  <a:gd name="T38" fmla="*/ 61 w 228"/>
                  <a:gd name="T39" fmla="*/ 117 h 199"/>
                  <a:gd name="T40" fmla="*/ 58 w 228"/>
                  <a:gd name="T41" fmla="*/ 134 h 199"/>
                  <a:gd name="T42" fmla="*/ 49 w 228"/>
                  <a:gd name="T43" fmla="*/ 155 h 199"/>
                  <a:gd name="T44" fmla="*/ 52 w 228"/>
                  <a:gd name="T45" fmla="*/ 170 h 199"/>
                  <a:gd name="T46" fmla="*/ 46 w 228"/>
                  <a:gd name="T47" fmla="*/ 171 h 199"/>
                  <a:gd name="T48" fmla="*/ 32 w 228"/>
                  <a:gd name="T49" fmla="*/ 148 h 199"/>
                  <a:gd name="T50" fmla="*/ 16 w 228"/>
                  <a:gd name="T51" fmla="*/ 113 h 199"/>
                  <a:gd name="T52" fmla="*/ 11 w 228"/>
                  <a:gd name="T53" fmla="*/ 87 h 199"/>
                  <a:gd name="T54" fmla="*/ 73 w 228"/>
                  <a:gd name="T55" fmla="*/ 183 h 199"/>
                  <a:gd name="T56" fmla="*/ 89 w 228"/>
                  <a:gd name="T57" fmla="*/ 181 h 199"/>
                  <a:gd name="T58" fmla="*/ 110 w 228"/>
                  <a:gd name="T59" fmla="*/ 178 h 199"/>
                  <a:gd name="T60" fmla="*/ 108 w 228"/>
                  <a:gd name="T61" fmla="*/ 187 h 199"/>
                  <a:gd name="T62" fmla="*/ 121 w 228"/>
                  <a:gd name="T63" fmla="*/ 186 h 199"/>
                  <a:gd name="T64" fmla="*/ 139 w 228"/>
                  <a:gd name="T65" fmla="*/ 184 h 199"/>
                  <a:gd name="T66" fmla="*/ 137 w 228"/>
                  <a:gd name="T67" fmla="*/ 3 h 199"/>
                  <a:gd name="T68" fmla="*/ 197 w 228"/>
                  <a:gd name="T69" fmla="*/ 64 h 199"/>
                  <a:gd name="T70" fmla="*/ 189 w 228"/>
                  <a:gd name="T71" fmla="*/ 58 h 199"/>
                  <a:gd name="T72" fmla="*/ 181 w 228"/>
                  <a:gd name="T73" fmla="*/ 74 h 199"/>
                  <a:gd name="T74" fmla="*/ 170 w 228"/>
                  <a:gd name="T75" fmla="*/ 59 h 199"/>
                  <a:gd name="T76" fmla="*/ 174 w 228"/>
                  <a:gd name="T77" fmla="*/ 75 h 199"/>
                  <a:gd name="T78" fmla="*/ 186 w 228"/>
                  <a:gd name="T79" fmla="*/ 79 h 199"/>
                  <a:gd name="T80" fmla="*/ 181 w 228"/>
                  <a:gd name="T81" fmla="*/ 100 h 199"/>
                  <a:gd name="T82" fmla="*/ 175 w 228"/>
                  <a:gd name="T83" fmla="*/ 122 h 199"/>
                  <a:gd name="T84" fmla="*/ 168 w 228"/>
                  <a:gd name="T85" fmla="*/ 137 h 199"/>
                  <a:gd name="T86" fmla="*/ 147 w 228"/>
                  <a:gd name="T87" fmla="*/ 154 h 199"/>
                  <a:gd name="T88" fmla="*/ 141 w 228"/>
                  <a:gd name="T89" fmla="*/ 139 h 199"/>
                  <a:gd name="T90" fmla="*/ 142 w 228"/>
                  <a:gd name="T91" fmla="*/ 121 h 199"/>
                  <a:gd name="T92" fmla="*/ 135 w 228"/>
                  <a:gd name="T93" fmla="*/ 101 h 199"/>
                  <a:gd name="T94" fmla="*/ 125 w 228"/>
                  <a:gd name="T95" fmla="*/ 89 h 199"/>
                  <a:gd name="T96" fmla="*/ 99 w 228"/>
                  <a:gd name="T97" fmla="*/ 90 h 199"/>
                  <a:gd name="T98" fmla="*/ 89 w 228"/>
                  <a:gd name="T99" fmla="*/ 76 h 199"/>
                  <a:gd name="T100" fmla="*/ 100 w 228"/>
                  <a:gd name="T101" fmla="*/ 49 h 199"/>
                  <a:gd name="T102" fmla="*/ 119 w 228"/>
                  <a:gd name="T103" fmla="*/ 41 h 199"/>
                  <a:gd name="T104" fmla="*/ 130 w 228"/>
                  <a:gd name="T105" fmla="*/ 46 h 199"/>
                  <a:gd name="T106" fmla="*/ 146 w 228"/>
                  <a:gd name="T107" fmla="*/ 46 h 199"/>
                  <a:gd name="T108" fmla="*/ 162 w 228"/>
                  <a:gd name="T109" fmla="*/ 44 h 199"/>
                  <a:gd name="T110" fmla="*/ 147 w 228"/>
                  <a:gd name="T111" fmla="*/ 37 h 199"/>
                  <a:gd name="T112" fmla="*/ 146 w 228"/>
                  <a:gd name="T113" fmla="*/ 32 h 199"/>
                  <a:gd name="T114" fmla="*/ 127 w 228"/>
                  <a:gd name="T115" fmla="*/ 32 h 199"/>
                  <a:gd name="T116" fmla="*/ 111 w 228"/>
                  <a:gd name="T117" fmla="*/ 37 h 199"/>
                  <a:gd name="T118" fmla="*/ 107 w 228"/>
                  <a:gd name="T119" fmla="*/ 21 h 199"/>
                  <a:gd name="T120" fmla="*/ 96 w 228"/>
                  <a:gd name="T121" fmla="*/ 11 h 199"/>
                  <a:gd name="T122" fmla="*/ 109 w 228"/>
                  <a:gd name="T123" fmla="*/ 3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28" h="199">
                    <a:moveTo>
                      <a:pt x="92" y="0"/>
                    </a:moveTo>
                    <a:cubicBezTo>
                      <a:pt x="92" y="0"/>
                      <a:pt x="58" y="5"/>
                      <a:pt x="35" y="31"/>
                    </a:cubicBezTo>
                    <a:cubicBezTo>
                      <a:pt x="35" y="31"/>
                      <a:pt x="53" y="13"/>
                      <a:pt x="64" y="13"/>
                    </a:cubicBezTo>
                    <a:cubicBezTo>
                      <a:pt x="66" y="14"/>
                      <a:pt x="66" y="14"/>
                      <a:pt x="66" y="14"/>
                    </a:cubicBezTo>
                    <a:cubicBezTo>
                      <a:pt x="66" y="14"/>
                      <a:pt x="66" y="15"/>
                      <a:pt x="65" y="15"/>
                    </a:cubicBezTo>
                    <a:cubicBezTo>
                      <a:pt x="65" y="16"/>
                      <a:pt x="64" y="17"/>
                      <a:pt x="64" y="18"/>
                    </a:cubicBezTo>
                    <a:cubicBezTo>
                      <a:pt x="64" y="18"/>
                      <a:pt x="64" y="20"/>
                      <a:pt x="64" y="20"/>
                    </a:cubicBezTo>
                    <a:cubicBezTo>
                      <a:pt x="63" y="21"/>
                      <a:pt x="63" y="21"/>
                      <a:pt x="63" y="21"/>
                    </a:cubicBezTo>
                    <a:cubicBezTo>
                      <a:pt x="63" y="21"/>
                      <a:pt x="62" y="21"/>
                      <a:pt x="62" y="22"/>
                    </a:cubicBezTo>
                    <a:cubicBezTo>
                      <a:pt x="62" y="22"/>
                      <a:pt x="61" y="22"/>
                      <a:pt x="61" y="23"/>
                    </a:cubicBezTo>
                    <a:cubicBezTo>
                      <a:pt x="61" y="24"/>
                      <a:pt x="61" y="25"/>
                      <a:pt x="61" y="25"/>
                    </a:cubicBezTo>
                    <a:cubicBezTo>
                      <a:pt x="62" y="27"/>
                      <a:pt x="62" y="27"/>
                      <a:pt x="62" y="27"/>
                    </a:cubicBezTo>
                    <a:cubicBezTo>
                      <a:pt x="61" y="28"/>
                      <a:pt x="61" y="28"/>
                      <a:pt x="61" y="28"/>
                    </a:cubicBezTo>
                    <a:cubicBezTo>
                      <a:pt x="59" y="29"/>
                      <a:pt x="59" y="29"/>
                      <a:pt x="59" y="29"/>
                    </a:cubicBezTo>
                    <a:cubicBezTo>
                      <a:pt x="59" y="29"/>
                      <a:pt x="58" y="29"/>
                      <a:pt x="57" y="29"/>
                    </a:cubicBezTo>
                    <a:cubicBezTo>
                      <a:pt x="56" y="29"/>
                      <a:pt x="56" y="27"/>
                      <a:pt x="56" y="27"/>
                    </a:cubicBezTo>
                    <a:cubicBezTo>
                      <a:pt x="58" y="26"/>
                      <a:pt x="58" y="26"/>
                      <a:pt x="58" y="26"/>
                    </a:cubicBezTo>
                    <a:cubicBezTo>
                      <a:pt x="58" y="26"/>
                      <a:pt x="58" y="26"/>
                      <a:pt x="58" y="25"/>
                    </a:cubicBezTo>
                    <a:cubicBezTo>
                      <a:pt x="57" y="25"/>
                      <a:pt x="57" y="24"/>
                      <a:pt x="56" y="24"/>
                    </a:cubicBezTo>
                    <a:cubicBezTo>
                      <a:pt x="55" y="24"/>
                      <a:pt x="54" y="26"/>
                      <a:pt x="54" y="26"/>
                    </a:cubicBezTo>
                    <a:cubicBezTo>
                      <a:pt x="52" y="27"/>
                      <a:pt x="52" y="27"/>
                      <a:pt x="52" y="27"/>
                    </a:cubicBezTo>
                    <a:cubicBezTo>
                      <a:pt x="52" y="27"/>
                      <a:pt x="51" y="29"/>
                      <a:pt x="51" y="29"/>
                    </a:cubicBezTo>
                    <a:cubicBezTo>
                      <a:pt x="52" y="29"/>
                      <a:pt x="53" y="29"/>
                      <a:pt x="53" y="29"/>
                    </a:cubicBezTo>
                    <a:cubicBezTo>
                      <a:pt x="53" y="29"/>
                      <a:pt x="53" y="30"/>
                      <a:pt x="53" y="31"/>
                    </a:cubicBezTo>
                    <a:cubicBezTo>
                      <a:pt x="53" y="31"/>
                      <a:pt x="52" y="32"/>
                      <a:pt x="52" y="32"/>
                    </a:cubicBezTo>
                    <a:cubicBezTo>
                      <a:pt x="52" y="32"/>
                      <a:pt x="52" y="33"/>
                      <a:pt x="51" y="33"/>
                    </a:cubicBezTo>
                    <a:cubicBezTo>
                      <a:pt x="50" y="32"/>
                      <a:pt x="49" y="32"/>
                      <a:pt x="48" y="32"/>
                    </a:cubicBezTo>
                    <a:cubicBezTo>
                      <a:pt x="47" y="32"/>
                      <a:pt x="46" y="31"/>
                      <a:pt x="46" y="32"/>
                    </a:cubicBezTo>
                    <a:cubicBezTo>
                      <a:pt x="45" y="32"/>
                      <a:pt x="45" y="32"/>
                      <a:pt x="45" y="32"/>
                    </a:cubicBezTo>
                    <a:cubicBezTo>
                      <a:pt x="45" y="33"/>
                      <a:pt x="42" y="34"/>
                      <a:pt x="42" y="34"/>
                    </a:cubicBezTo>
                    <a:cubicBezTo>
                      <a:pt x="42" y="34"/>
                      <a:pt x="41" y="35"/>
                      <a:pt x="41" y="35"/>
                    </a:cubicBezTo>
                    <a:cubicBezTo>
                      <a:pt x="41" y="35"/>
                      <a:pt x="41" y="37"/>
                      <a:pt x="41" y="37"/>
                    </a:cubicBezTo>
                    <a:cubicBezTo>
                      <a:pt x="41" y="37"/>
                      <a:pt x="40" y="38"/>
                      <a:pt x="38" y="38"/>
                    </a:cubicBezTo>
                    <a:cubicBezTo>
                      <a:pt x="37" y="39"/>
                      <a:pt x="36" y="39"/>
                      <a:pt x="36" y="39"/>
                    </a:cubicBezTo>
                    <a:cubicBezTo>
                      <a:pt x="36" y="41"/>
                      <a:pt x="36" y="41"/>
                      <a:pt x="36" y="41"/>
                    </a:cubicBezTo>
                    <a:cubicBezTo>
                      <a:pt x="36" y="41"/>
                      <a:pt x="34" y="42"/>
                      <a:pt x="34" y="43"/>
                    </a:cubicBezTo>
                    <a:cubicBezTo>
                      <a:pt x="33" y="44"/>
                      <a:pt x="30" y="46"/>
                      <a:pt x="30" y="46"/>
                    </a:cubicBezTo>
                    <a:cubicBezTo>
                      <a:pt x="30" y="46"/>
                      <a:pt x="29" y="47"/>
                      <a:pt x="28" y="48"/>
                    </a:cubicBezTo>
                    <a:cubicBezTo>
                      <a:pt x="28" y="49"/>
                      <a:pt x="28" y="50"/>
                      <a:pt x="28" y="51"/>
                    </a:cubicBezTo>
                    <a:cubicBezTo>
                      <a:pt x="28" y="51"/>
                      <a:pt x="27" y="52"/>
                      <a:pt x="27" y="53"/>
                    </a:cubicBezTo>
                    <a:cubicBezTo>
                      <a:pt x="27" y="54"/>
                      <a:pt x="26" y="55"/>
                      <a:pt x="26" y="56"/>
                    </a:cubicBezTo>
                    <a:cubicBezTo>
                      <a:pt x="25" y="56"/>
                      <a:pt x="25" y="57"/>
                      <a:pt x="24" y="57"/>
                    </a:cubicBezTo>
                    <a:cubicBezTo>
                      <a:pt x="24" y="57"/>
                      <a:pt x="22" y="58"/>
                      <a:pt x="21" y="58"/>
                    </a:cubicBezTo>
                    <a:cubicBezTo>
                      <a:pt x="20" y="59"/>
                      <a:pt x="20" y="60"/>
                      <a:pt x="20" y="60"/>
                    </a:cubicBezTo>
                    <a:cubicBezTo>
                      <a:pt x="20" y="60"/>
                      <a:pt x="21" y="61"/>
                      <a:pt x="21" y="61"/>
                    </a:cubicBezTo>
                    <a:cubicBezTo>
                      <a:pt x="22" y="61"/>
                      <a:pt x="23" y="62"/>
                      <a:pt x="23" y="62"/>
                    </a:cubicBezTo>
                    <a:cubicBezTo>
                      <a:pt x="23" y="62"/>
                      <a:pt x="23" y="63"/>
                      <a:pt x="23" y="64"/>
                    </a:cubicBezTo>
                    <a:cubicBezTo>
                      <a:pt x="23" y="64"/>
                      <a:pt x="22" y="66"/>
                      <a:pt x="23" y="66"/>
                    </a:cubicBezTo>
                    <a:cubicBezTo>
                      <a:pt x="24" y="66"/>
                      <a:pt x="25" y="66"/>
                      <a:pt x="25" y="66"/>
                    </a:cubicBezTo>
                    <a:cubicBezTo>
                      <a:pt x="27" y="67"/>
                      <a:pt x="27" y="67"/>
                      <a:pt x="27" y="67"/>
                    </a:cubicBezTo>
                    <a:cubicBezTo>
                      <a:pt x="28" y="68"/>
                      <a:pt x="28" y="68"/>
                      <a:pt x="28" y="68"/>
                    </a:cubicBezTo>
                    <a:cubicBezTo>
                      <a:pt x="29" y="68"/>
                      <a:pt x="29" y="68"/>
                      <a:pt x="29" y="68"/>
                    </a:cubicBezTo>
                    <a:cubicBezTo>
                      <a:pt x="29" y="68"/>
                      <a:pt x="29" y="69"/>
                      <a:pt x="29" y="70"/>
                    </a:cubicBezTo>
                    <a:cubicBezTo>
                      <a:pt x="28" y="70"/>
                      <a:pt x="28" y="71"/>
                      <a:pt x="28" y="71"/>
                    </a:cubicBezTo>
                    <a:cubicBezTo>
                      <a:pt x="27" y="71"/>
                      <a:pt x="27" y="71"/>
                      <a:pt x="27" y="70"/>
                    </a:cubicBezTo>
                    <a:cubicBezTo>
                      <a:pt x="27" y="69"/>
                      <a:pt x="27" y="69"/>
                      <a:pt x="26" y="68"/>
                    </a:cubicBezTo>
                    <a:cubicBezTo>
                      <a:pt x="25" y="68"/>
                      <a:pt x="24" y="69"/>
                      <a:pt x="24" y="69"/>
                    </a:cubicBezTo>
                    <a:cubicBezTo>
                      <a:pt x="24" y="69"/>
                      <a:pt x="23" y="69"/>
                      <a:pt x="23" y="68"/>
                    </a:cubicBezTo>
                    <a:cubicBezTo>
                      <a:pt x="22" y="67"/>
                      <a:pt x="22" y="68"/>
                      <a:pt x="22" y="67"/>
                    </a:cubicBezTo>
                    <a:cubicBezTo>
                      <a:pt x="22" y="66"/>
                      <a:pt x="23" y="66"/>
                      <a:pt x="22" y="65"/>
                    </a:cubicBezTo>
                    <a:cubicBezTo>
                      <a:pt x="22" y="65"/>
                      <a:pt x="21" y="64"/>
                      <a:pt x="21" y="64"/>
                    </a:cubicBezTo>
                    <a:cubicBezTo>
                      <a:pt x="20" y="64"/>
                      <a:pt x="21" y="65"/>
                      <a:pt x="20" y="64"/>
                    </a:cubicBezTo>
                    <a:cubicBezTo>
                      <a:pt x="20" y="63"/>
                      <a:pt x="19" y="63"/>
                      <a:pt x="19" y="63"/>
                    </a:cubicBezTo>
                    <a:cubicBezTo>
                      <a:pt x="19" y="63"/>
                      <a:pt x="18" y="63"/>
                      <a:pt x="18" y="62"/>
                    </a:cubicBezTo>
                    <a:cubicBezTo>
                      <a:pt x="18" y="62"/>
                      <a:pt x="18" y="61"/>
                      <a:pt x="18" y="60"/>
                    </a:cubicBezTo>
                    <a:cubicBezTo>
                      <a:pt x="18" y="60"/>
                      <a:pt x="19" y="59"/>
                      <a:pt x="19" y="58"/>
                    </a:cubicBezTo>
                    <a:cubicBezTo>
                      <a:pt x="19" y="58"/>
                      <a:pt x="19" y="55"/>
                      <a:pt x="19" y="55"/>
                    </a:cubicBezTo>
                    <a:cubicBezTo>
                      <a:pt x="19" y="55"/>
                      <a:pt x="16" y="61"/>
                      <a:pt x="15" y="66"/>
                    </a:cubicBezTo>
                    <a:cubicBezTo>
                      <a:pt x="15" y="66"/>
                      <a:pt x="16" y="65"/>
                      <a:pt x="16" y="66"/>
                    </a:cubicBezTo>
                    <a:cubicBezTo>
                      <a:pt x="16" y="67"/>
                      <a:pt x="17" y="68"/>
                      <a:pt x="16" y="69"/>
                    </a:cubicBezTo>
                    <a:cubicBezTo>
                      <a:pt x="16" y="69"/>
                      <a:pt x="16" y="69"/>
                      <a:pt x="16" y="72"/>
                    </a:cubicBezTo>
                    <a:cubicBezTo>
                      <a:pt x="16" y="74"/>
                      <a:pt x="17" y="75"/>
                      <a:pt x="17" y="76"/>
                    </a:cubicBezTo>
                    <a:cubicBezTo>
                      <a:pt x="16" y="76"/>
                      <a:pt x="16" y="77"/>
                      <a:pt x="16" y="78"/>
                    </a:cubicBezTo>
                    <a:cubicBezTo>
                      <a:pt x="16" y="79"/>
                      <a:pt x="16" y="82"/>
                      <a:pt x="17" y="82"/>
                    </a:cubicBezTo>
                    <a:cubicBezTo>
                      <a:pt x="17" y="82"/>
                      <a:pt x="17" y="83"/>
                      <a:pt x="17" y="83"/>
                    </a:cubicBezTo>
                    <a:cubicBezTo>
                      <a:pt x="18" y="84"/>
                      <a:pt x="17" y="85"/>
                      <a:pt x="18" y="84"/>
                    </a:cubicBezTo>
                    <a:cubicBezTo>
                      <a:pt x="19" y="82"/>
                      <a:pt x="20" y="81"/>
                      <a:pt x="20" y="81"/>
                    </a:cubicBezTo>
                    <a:cubicBezTo>
                      <a:pt x="20" y="80"/>
                      <a:pt x="20" y="80"/>
                      <a:pt x="20" y="80"/>
                    </a:cubicBezTo>
                    <a:cubicBezTo>
                      <a:pt x="20" y="80"/>
                      <a:pt x="20" y="79"/>
                      <a:pt x="22" y="79"/>
                    </a:cubicBezTo>
                    <a:cubicBezTo>
                      <a:pt x="23" y="79"/>
                      <a:pt x="24" y="79"/>
                      <a:pt x="24" y="80"/>
                    </a:cubicBezTo>
                    <a:cubicBezTo>
                      <a:pt x="25" y="80"/>
                      <a:pt x="23" y="82"/>
                      <a:pt x="24" y="82"/>
                    </a:cubicBezTo>
                    <a:cubicBezTo>
                      <a:pt x="25" y="82"/>
                      <a:pt x="27" y="81"/>
                      <a:pt x="28" y="81"/>
                    </a:cubicBezTo>
                    <a:cubicBezTo>
                      <a:pt x="29" y="81"/>
                      <a:pt x="29" y="82"/>
                      <a:pt x="30" y="83"/>
                    </a:cubicBezTo>
                    <a:cubicBezTo>
                      <a:pt x="30" y="84"/>
                      <a:pt x="30" y="85"/>
                      <a:pt x="31" y="86"/>
                    </a:cubicBezTo>
                    <a:cubicBezTo>
                      <a:pt x="32" y="86"/>
                      <a:pt x="31" y="87"/>
                      <a:pt x="32" y="88"/>
                    </a:cubicBezTo>
                    <a:cubicBezTo>
                      <a:pt x="32" y="89"/>
                      <a:pt x="34" y="90"/>
                      <a:pt x="35" y="90"/>
                    </a:cubicBezTo>
                    <a:cubicBezTo>
                      <a:pt x="35" y="90"/>
                      <a:pt x="37" y="90"/>
                      <a:pt x="38" y="90"/>
                    </a:cubicBezTo>
                    <a:cubicBezTo>
                      <a:pt x="39" y="91"/>
                      <a:pt x="38" y="92"/>
                      <a:pt x="39" y="92"/>
                    </a:cubicBezTo>
                    <a:cubicBezTo>
                      <a:pt x="40" y="92"/>
                      <a:pt x="41" y="95"/>
                      <a:pt x="41" y="95"/>
                    </a:cubicBezTo>
                    <a:cubicBezTo>
                      <a:pt x="41" y="95"/>
                      <a:pt x="41" y="97"/>
                      <a:pt x="41" y="98"/>
                    </a:cubicBezTo>
                    <a:cubicBezTo>
                      <a:pt x="41" y="98"/>
                      <a:pt x="41" y="99"/>
                      <a:pt x="42" y="100"/>
                    </a:cubicBezTo>
                    <a:cubicBezTo>
                      <a:pt x="42" y="100"/>
                      <a:pt x="44" y="100"/>
                      <a:pt x="44" y="100"/>
                    </a:cubicBezTo>
                    <a:cubicBezTo>
                      <a:pt x="44" y="100"/>
                      <a:pt x="43" y="102"/>
                      <a:pt x="45" y="102"/>
                    </a:cubicBezTo>
                    <a:cubicBezTo>
                      <a:pt x="47" y="103"/>
                      <a:pt x="48" y="103"/>
                      <a:pt x="49" y="104"/>
                    </a:cubicBezTo>
                    <a:cubicBezTo>
                      <a:pt x="49" y="104"/>
                      <a:pt x="48" y="105"/>
                      <a:pt x="50" y="105"/>
                    </a:cubicBezTo>
                    <a:cubicBezTo>
                      <a:pt x="52" y="105"/>
                      <a:pt x="54" y="105"/>
                      <a:pt x="55" y="106"/>
                    </a:cubicBezTo>
                    <a:cubicBezTo>
                      <a:pt x="56" y="106"/>
                      <a:pt x="55" y="107"/>
                      <a:pt x="57" y="109"/>
                    </a:cubicBezTo>
                    <a:cubicBezTo>
                      <a:pt x="60" y="110"/>
                      <a:pt x="60" y="111"/>
                      <a:pt x="61" y="111"/>
                    </a:cubicBezTo>
                    <a:cubicBezTo>
                      <a:pt x="62" y="111"/>
                      <a:pt x="63" y="111"/>
                      <a:pt x="63" y="113"/>
                    </a:cubicBezTo>
                    <a:cubicBezTo>
                      <a:pt x="62" y="115"/>
                      <a:pt x="62" y="116"/>
                      <a:pt x="61" y="117"/>
                    </a:cubicBezTo>
                    <a:cubicBezTo>
                      <a:pt x="60" y="118"/>
                      <a:pt x="59" y="120"/>
                      <a:pt x="58" y="121"/>
                    </a:cubicBezTo>
                    <a:cubicBezTo>
                      <a:pt x="58" y="122"/>
                      <a:pt x="57" y="123"/>
                      <a:pt x="58" y="124"/>
                    </a:cubicBezTo>
                    <a:cubicBezTo>
                      <a:pt x="58" y="126"/>
                      <a:pt x="59" y="127"/>
                      <a:pt x="59" y="128"/>
                    </a:cubicBezTo>
                    <a:cubicBezTo>
                      <a:pt x="59" y="129"/>
                      <a:pt x="59" y="131"/>
                      <a:pt x="59" y="132"/>
                    </a:cubicBezTo>
                    <a:cubicBezTo>
                      <a:pt x="58" y="133"/>
                      <a:pt x="58" y="134"/>
                      <a:pt x="58" y="134"/>
                    </a:cubicBezTo>
                    <a:cubicBezTo>
                      <a:pt x="58" y="134"/>
                      <a:pt x="59" y="136"/>
                      <a:pt x="58" y="137"/>
                    </a:cubicBezTo>
                    <a:cubicBezTo>
                      <a:pt x="57" y="138"/>
                      <a:pt x="55" y="140"/>
                      <a:pt x="54" y="140"/>
                    </a:cubicBezTo>
                    <a:cubicBezTo>
                      <a:pt x="53" y="140"/>
                      <a:pt x="51" y="142"/>
                      <a:pt x="51" y="142"/>
                    </a:cubicBezTo>
                    <a:cubicBezTo>
                      <a:pt x="51" y="142"/>
                      <a:pt x="51" y="146"/>
                      <a:pt x="51" y="147"/>
                    </a:cubicBezTo>
                    <a:cubicBezTo>
                      <a:pt x="51" y="147"/>
                      <a:pt x="47" y="154"/>
                      <a:pt x="49" y="155"/>
                    </a:cubicBezTo>
                    <a:cubicBezTo>
                      <a:pt x="50" y="156"/>
                      <a:pt x="50" y="158"/>
                      <a:pt x="50" y="159"/>
                    </a:cubicBezTo>
                    <a:cubicBezTo>
                      <a:pt x="49" y="160"/>
                      <a:pt x="49" y="160"/>
                      <a:pt x="49" y="160"/>
                    </a:cubicBezTo>
                    <a:cubicBezTo>
                      <a:pt x="48" y="161"/>
                      <a:pt x="46" y="161"/>
                      <a:pt x="47" y="163"/>
                    </a:cubicBezTo>
                    <a:cubicBezTo>
                      <a:pt x="49" y="165"/>
                      <a:pt x="50" y="165"/>
                      <a:pt x="50" y="167"/>
                    </a:cubicBezTo>
                    <a:cubicBezTo>
                      <a:pt x="51" y="168"/>
                      <a:pt x="51" y="168"/>
                      <a:pt x="52" y="170"/>
                    </a:cubicBezTo>
                    <a:cubicBezTo>
                      <a:pt x="53" y="171"/>
                      <a:pt x="53" y="172"/>
                      <a:pt x="54" y="173"/>
                    </a:cubicBezTo>
                    <a:cubicBezTo>
                      <a:pt x="55" y="174"/>
                      <a:pt x="56" y="175"/>
                      <a:pt x="56" y="176"/>
                    </a:cubicBezTo>
                    <a:cubicBezTo>
                      <a:pt x="56" y="177"/>
                      <a:pt x="59" y="179"/>
                      <a:pt x="56" y="177"/>
                    </a:cubicBezTo>
                    <a:cubicBezTo>
                      <a:pt x="53" y="175"/>
                      <a:pt x="56" y="177"/>
                      <a:pt x="52" y="174"/>
                    </a:cubicBezTo>
                    <a:cubicBezTo>
                      <a:pt x="49" y="171"/>
                      <a:pt x="48" y="173"/>
                      <a:pt x="46" y="171"/>
                    </a:cubicBezTo>
                    <a:cubicBezTo>
                      <a:pt x="45" y="169"/>
                      <a:pt x="47" y="175"/>
                      <a:pt x="44" y="168"/>
                    </a:cubicBezTo>
                    <a:cubicBezTo>
                      <a:pt x="41" y="160"/>
                      <a:pt x="40" y="161"/>
                      <a:pt x="39" y="159"/>
                    </a:cubicBezTo>
                    <a:cubicBezTo>
                      <a:pt x="39" y="157"/>
                      <a:pt x="39" y="159"/>
                      <a:pt x="37" y="155"/>
                    </a:cubicBezTo>
                    <a:cubicBezTo>
                      <a:pt x="35" y="151"/>
                      <a:pt x="37" y="154"/>
                      <a:pt x="35" y="151"/>
                    </a:cubicBezTo>
                    <a:cubicBezTo>
                      <a:pt x="33" y="149"/>
                      <a:pt x="33" y="152"/>
                      <a:pt x="32" y="148"/>
                    </a:cubicBezTo>
                    <a:cubicBezTo>
                      <a:pt x="31" y="143"/>
                      <a:pt x="31" y="146"/>
                      <a:pt x="30" y="141"/>
                    </a:cubicBezTo>
                    <a:cubicBezTo>
                      <a:pt x="28" y="136"/>
                      <a:pt x="31" y="136"/>
                      <a:pt x="28" y="133"/>
                    </a:cubicBezTo>
                    <a:cubicBezTo>
                      <a:pt x="25" y="131"/>
                      <a:pt x="25" y="132"/>
                      <a:pt x="24" y="131"/>
                    </a:cubicBezTo>
                    <a:cubicBezTo>
                      <a:pt x="23" y="129"/>
                      <a:pt x="25" y="130"/>
                      <a:pt x="22" y="126"/>
                    </a:cubicBezTo>
                    <a:cubicBezTo>
                      <a:pt x="20" y="122"/>
                      <a:pt x="16" y="120"/>
                      <a:pt x="16" y="113"/>
                    </a:cubicBezTo>
                    <a:cubicBezTo>
                      <a:pt x="16" y="105"/>
                      <a:pt x="16" y="104"/>
                      <a:pt x="16" y="104"/>
                    </a:cubicBezTo>
                    <a:cubicBezTo>
                      <a:pt x="16" y="104"/>
                      <a:pt x="13" y="101"/>
                      <a:pt x="14" y="97"/>
                    </a:cubicBezTo>
                    <a:cubicBezTo>
                      <a:pt x="15" y="92"/>
                      <a:pt x="16" y="94"/>
                      <a:pt x="15" y="92"/>
                    </a:cubicBezTo>
                    <a:cubicBezTo>
                      <a:pt x="15" y="91"/>
                      <a:pt x="14" y="91"/>
                      <a:pt x="13" y="89"/>
                    </a:cubicBezTo>
                    <a:cubicBezTo>
                      <a:pt x="12" y="88"/>
                      <a:pt x="12" y="88"/>
                      <a:pt x="11" y="87"/>
                    </a:cubicBezTo>
                    <a:cubicBezTo>
                      <a:pt x="11" y="86"/>
                      <a:pt x="11" y="83"/>
                      <a:pt x="11" y="83"/>
                    </a:cubicBezTo>
                    <a:cubicBezTo>
                      <a:pt x="10" y="84"/>
                      <a:pt x="10" y="84"/>
                      <a:pt x="10" y="84"/>
                    </a:cubicBezTo>
                    <a:cubicBezTo>
                      <a:pt x="10" y="84"/>
                      <a:pt x="0" y="182"/>
                      <a:pt x="97" y="197"/>
                    </a:cubicBezTo>
                    <a:cubicBezTo>
                      <a:pt x="97" y="197"/>
                      <a:pt x="75" y="192"/>
                      <a:pt x="73" y="187"/>
                    </a:cubicBezTo>
                    <a:cubicBezTo>
                      <a:pt x="73" y="187"/>
                      <a:pt x="72" y="183"/>
                      <a:pt x="73" y="183"/>
                    </a:cubicBezTo>
                    <a:cubicBezTo>
                      <a:pt x="74" y="183"/>
                      <a:pt x="76" y="184"/>
                      <a:pt x="77" y="183"/>
                    </a:cubicBezTo>
                    <a:cubicBezTo>
                      <a:pt x="79" y="181"/>
                      <a:pt x="80" y="180"/>
                      <a:pt x="80" y="180"/>
                    </a:cubicBezTo>
                    <a:cubicBezTo>
                      <a:pt x="80" y="182"/>
                      <a:pt x="80" y="182"/>
                      <a:pt x="80" y="182"/>
                    </a:cubicBezTo>
                    <a:cubicBezTo>
                      <a:pt x="80" y="182"/>
                      <a:pt x="79" y="182"/>
                      <a:pt x="83" y="181"/>
                    </a:cubicBezTo>
                    <a:cubicBezTo>
                      <a:pt x="88" y="181"/>
                      <a:pt x="88" y="181"/>
                      <a:pt x="89" y="181"/>
                    </a:cubicBezTo>
                    <a:cubicBezTo>
                      <a:pt x="91" y="180"/>
                      <a:pt x="93" y="176"/>
                      <a:pt x="94" y="178"/>
                    </a:cubicBezTo>
                    <a:cubicBezTo>
                      <a:pt x="95" y="181"/>
                      <a:pt x="93" y="180"/>
                      <a:pt x="95" y="181"/>
                    </a:cubicBezTo>
                    <a:cubicBezTo>
                      <a:pt x="97" y="181"/>
                      <a:pt x="101" y="180"/>
                      <a:pt x="101" y="180"/>
                    </a:cubicBezTo>
                    <a:cubicBezTo>
                      <a:pt x="101" y="180"/>
                      <a:pt x="108" y="181"/>
                      <a:pt x="108" y="180"/>
                    </a:cubicBezTo>
                    <a:cubicBezTo>
                      <a:pt x="109" y="179"/>
                      <a:pt x="109" y="178"/>
                      <a:pt x="110" y="178"/>
                    </a:cubicBezTo>
                    <a:cubicBezTo>
                      <a:pt x="111" y="178"/>
                      <a:pt x="112" y="180"/>
                      <a:pt x="112" y="180"/>
                    </a:cubicBezTo>
                    <a:cubicBezTo>
                      <a:pt x="108" y="182"/>
                      <a:pt x="108" y="182"/>
                      <a:pt x="108" y="182"/>
                    </a:cubicBezTo>
                    <a:cubicBezTo>
                      <a:pt x="105" y="185"/>
                      <a:pt x="105" y="185"/>
                      <a:pt x="105" y="185"/>
                    </a:cubicBezTo>
                    <a:cubicBezTo>
                      <a:pt x="105" y="185"/>
                      <a:pt x="103" y="185"/>
                      <a:pt x="105" y="186"/>
                    </a:cubicBezTo>
                    <a:cubicBezTo>
                      <a:pt x="106" y="187"/>
                      <a:pt x="107" y="187"/>
                      <a:pt x="108" y="187"/>
                    </a:cubicBezTo>
                    <a:cubicBezTo>
                      <a:pt x="110" y="187"/>
                      <a:pt x="114" y="190"/>
                      <a:pt x="115" y="188"/>
                    </a:cubicBezTo>
                    <a:cubicBezTo>
                      <a:pt x="116" y="186"/>
                      <a:pt x="116" y="186"/>
                      <a:pt x="117" y="185"/>
                    </a:cubicBezTo>
                    <a:cubicBezTo>
                      <a:pt x="117" y="184"/>
                      <a:pt x="117" y="182"/>
                      <a:pt x="119" y="182"/>
                    </a:cubicBezTo>
                    <a:cubicBezTo>
                      <a:pt x="120" y="182"/>
                      <a:pt x="122" y="183"/>
                      <a:pt x="122" y="183"/>
                    </a:cubicBezTo>
                    <a:cubicBezTo>
                      <a:pt x="121" y="186"/>
                      <a:pt x="121" y="186"/>
                      <a:pt x="121" y="186"/>
                    </a:cubicBezTo>
                    <a:cubicBezTo>
                      <a:pt x="121" y="186"/>
                      <a:pt x="123" y="186"/>
                      <a:pt x="125" y="186"/>
                    </a:cubicBezTo>
                    <a:cubicBezTo>
                      <a:pt x="126" y="186"/>
                      <a:pt x="126" y="188"/>
                      <a:pt x="128" y="186"/>
                    </a:cubicBezTo>
                    <a:cubicBezTo>
                      <a:pt x="129" y="184"/>
                      <a:pt x="129" y="184"/>
                      <a:pt x="131" y="184"/>
                    </a:cubicBezTo>
                    <a:cubicBezTo>
                      <a:pt x="133" y="184"/>
                      <a:pt x="135" y="183"/>
                      <a:pt x="136" y="183"/>
                    </a:cubicBezTo>
                    <a:cubicBezTo>
                      <a:pt x="136" y="184"/>
                      <a:pt x="138" y="184"/>
                      <a:pt x="139" y="184"/>
                    </a:cubicBezTo>
                    <a:cubicBezTo>
                      <a:pt x="139" y="184"/>
                      <a:pt x="143" y="186"/>
                      <a:pt x="143" y="186"/>
                    </a:cubicBezTo>
                    <a:cubicBezTo>
                      <a:pt x="144" y="185"/>
                      <a:pt x="148" y="186"/>
                      <a:pt x="148" y="186"/>
                    </a:cubicBezTo>
                    <a:cubicBezTo>
                      <a:pt x="148" y="186"/>
                      <a:pt x="137" y="196"/>
                      <a:pt x="113" y="197"/>
                    </a:cubicBezTo>
                    <a:cubicBezTo>
                      <a:pt x="113" y="197"/>
                      <a:pt x="167" y="199"/>
                      <a:pt x="197" y="146"/>
                    </a:cubicBezTo>
                    <a:cubicBezTo>
                      <a:pt x="228" y="94"/>
                      <a:pt x="206" y="26"/>
                      <a:pt x="137" y="3"/>
                    </a:cubicBezTo>
                    <a:cubicBezTo>
                      <a:pt x="137" y="3"/>
                      <a:pt x="189" y="22"/>
                      <a:pt x="203" y="71"/>
                    </a:cubicBezTo>
                    <a:cubicBezTo>
                      <a:pt x="202" y="72"/>
                      <a:pt x="202" y="72"/>
                      <a:pt x="202" y="72"/>
                    </a:cubicBezTo>
                    <a:cubicBezTo>
                      <a:pt x="201" y="71"/>
                      <a:pt x="201" y="72"/>
                      <a:pt x="200" y="69"/>
                    </a:cubicBezTo>
                    <a:cubicBezTo>
                      <a:pt x="199" y="67"/>
                      <a:pt x="199" y="68"/>
                      <a:pt x="199" y="66"/>
                    </a:cubicBezTo>
                    <a:cubicBezTo>
                      <a:pt x="198" y="64"/>
                      <a:pt x="198" y="65"/>
                      <a:pt x="197" y="64"/>
                    </a:cubicBezTo>
                    <a:cubicBezTo>
                      <a:pt x="195" y="62"/>
                      <a:pt x="195" y="62"/>
                      <a:pt x="194" y="61"/>
                    </a:cubicBezTo>
                    <a:cubicBezTo>
                      <a:pt x="193" y="61"/>
                      <a:pt x="192" y="58"/>
                      <a:pt x="192" y="57"/>
                    </a:cubicBezTo>
                    <a:cubicBezTo>
                      <a:pt x="191" y="56"/>
                      <a:pt x="189" y="55"/>
                      <a:pt x="188" y="55"/>
                    </a:cubicBezTo>
                    <a:cubicBezTo>
                      <a:pt x="187" y="55"/>
                      <a:pt x="188" y="54"/>
                      <a:pt x="187" y="55"/>
                    </a:cubicBezTo>
                    <a:cubicBezTo>
                      <a:pt x="187" y="56"/>
                      <a:pt x="189" y="58"/>
                      <a:pt x="189" y="58"/>
                    </a:cubicBezTo>
                    <a:cubicBezTo>
                      <a:pt x="189" y="62"/>
                      <a:pt x="189" y="62"/>
                      <a:pt x="189" y="62"/>
                    </a:cubicBezTo>
                    <a:cubicBezTo>
                      <a:pt x="189" y="62"/>
                      <a:pt x="190" y="65"/>
                      <a:pt x="190" y="66"/>
                    </a:cubicBezTo>
                    <a:cubicBezTo>
                      <a:pt x="190" y="67"/>
                      <a:pt x="189" y="70"/>
                      <a:pt x="189" y="70"/>
                    </a:cubicBezTo>
                    <a:cubicBezTo>
                      <a:pt x="189" y="70"/>
                      <a:pt x="188" y="72"/>
                      <a:pt x="187" y="73"/>
                    </a:cubicBezTo>
                    <a:cubicBezTo>
                      <a:pt x="186" y="73"/>
                      <a:pt x="181" y="74"/>
                      <a:pt x="181" y="74"/>
                    </a:cubicBezTo>
                    <a:cubicBezTo>
                      <a:pt x="181" y="74"/>
                      <a:pt x="179" y="72"/>
                      <a:pt x="179" y="71"/>
                    </a:cubicBezTo>
                    <a:cubicBezTo>
                      <a:pt x="178" y="69"/>
                      <a:pt x="175" y="69"/>
                      <a:pt x="174" y="68"/>
                    </a:cubicBezTo>
                    <a:cubicBezTo>
                      <a:pt x="174" y="67"/>
                      <a:pt x="175" y="66"/>
                      <a:pt x="173" y="64"/>
                    </a:cubicBezTo>
                    <a:cubicBezTo>
                      <a:pt x="172" y="62"/>
                      <a:pt x="173" y="63"/>
                      <a:pt x="172" y="61"/>
                    </a:cubicBezTo>
                    <a:cubicBezTo>
                      <a:pt x="170" y="59"/>
                      <a:pt x="170" y="59"/>
                      <a:pt x="170" y="59"/>
                    </a:cubicBezTo>
                    <a:cubicBezTo>
                      <a:pt x="170" y="59"/>
                      <a:pt x="166" y="58"/>
                      <a:pt x="167" y="60"/>
                    </a:cubicBezTo>
                    <a:cubicBezTo>
                      <a:pt x="168" y="63"/>
                      <a:pt x="167" y="65"/>
                      <a:pt x="168" y="65"/>
                    </a:cubicBezTo>
                    <a:cubicBezTo>
                      <a:pt x="169" y="66"/>
                      <a:pt x="170" y="65"/>
                      <a:pt x="171" y="67"/>
                    </a:cubicBezTo>
                    <a:cubicBezTo>
                      <a:pt x="172" y="69"/>
                      <a:pt x="172" y="70"/>
                      <a:pt x="172" y="71"/>
                    </a:cubicBezTo>
                    <a:cubicBezTo>
                      <a:pt x="173" y="71"/>
                      <a:pt x="173" y="74"/>
                      <a:pt x="174" y="75"/>
                    </a:cubicBezTo>
                    <a:cubicBezTo>
                      <a:pt x="175" y="75"/>
                      <a:pt x="178" y="75"/>
                      <a:pt x="178" y="76"/>
                    </a:cubicBezTo>
                    <a:cubicBezTo>
                      <a:pt x="177" y="77"/>
                      <a:pt x="176" y="78"/>
                      <a:pt x="178" y="79"/>
                    </a:cubicBezTo>
                    <a:cubicBezTo>
                      <a:pt x="179" y="79"/>
                      <a:pt x="179" y="80"/>
                      <a:pt x="180" y="80"/>
                    </a:cubicBezTo>
                    <a:cubicBezTo>
                      <a:pt x="181" y="80"/>
                      <a:pt x="181" y="80"/>
                      <a:pt x="182" y="79"/>
                    </a:cubicBezTo>
                    <a:cubicBezTo>
                      <a:pt x="184" y="79"/>
                      <a:pt x="186" y="79"/>
                      <a:pt x="186" y="79"/>
                    </a:cubicBezTo>
                    <a:cubicBezTo>
                      <a:pt x="186" y="79"/>
                      <a:pt x="188" y="80"/>
                      <a:pt x="188" y="81"/>
                    </a:cubicBezTo>
                    <a:cubicBezTo>
                      <a:pt x="188" y="82"/>
                      <a:pt x="187" y="86"/>
                      <a:pt x="187" y="86"/>
                    </a:cubicBezTo>
                    <a:cubicBezTo>
                      <a:pt x="185" y="90"/>
                      <a:pt x="185" y="90"/>
                      <a:pt x="185" y="90"/>
                    </a:cubicBezTo>
                    <a:cubicBezTo>
                      <a:pt x="185" y="90"/>
                      <a:pt x="185" y="97"/>
                      <a:pt x="184" y="97"/>
                    </a:cubicBezTo>
                    <a:cubicBezTo>
                      <a:pt x="183" y="97"/>
                      <a:pt x="182" y="100"/>
                      <a:pt x="181" y="100"/>
                    </a:cubicBezTo>
                    <a:cubicBezTo>
                      <a:pt x="180" y="101"/>
                      <a:pt x="180" y="105"/>
                      <a:pt x="180" y="105"/>
                    </a:cubicBezTo>
                    <a:cubicBezTo>
                      <a:pt x="178" y="108"/>
                      <a:pt x="178" y="108"/>
                      <a:pt x="178" y="108"/>
                    </a:cubicBezTo>
                    <a:cubicBezTo>
                      <a:pt x="178" y="108"/>
                      <a:pt x="178" y="111"/>
                      <a:pt x="178" y="112"/>
                    </a:cubicBezTo>
                    <a:cubicBezTo>
                      <a:pt x="178" y="113"/>
                      <a:pt x="179" y="117"/>
                      <a:pt x="178" y="119"/>
                    </a:cubicBezTo>
                    <a:cubicBezTo>
                      <a:pt x="178" y="121"/>
                      <a:pt x="175" y="122"/>
                      <a:pt x="175" y="122"/>
                    </a:cubicBezTo>
                    <a:cubicBezTo>
                      <a:pt x="175" y="122"/>
                      <a:pt x="179" y="126"/>
                      <a:pt x="177" y="126"/>
                    </a:cubicBezTo>
                    <a:cubicBezTo>
                      <a:pt x="175" y="127"/>
                      <a:pt x="173" y="129"/>
                      <a:pt x="173" y="130"/>
                    </a:cubicBezTo>
                    <a:cubicBezTo>
                      <a:pt x="172" y="131"/>
                      <a:pt x="172" y="132"/>
                      <a:pt x="171" y="132"/>
                    </a:cubicBezTo>
                    <a:cubicBezTo>
                      <a:pt x="170" y="133"/>
                      <a:pt x="168" y="133"/>
                      <a:pt x="168" y="134"/>
                    </a:cubicBezTo>
                    <a:cubicBezTo>
                      <a:pt x="168" y="134"/>
                      <a:pt x="168" y="137"/>
                      <a:pt x="168" y="137"/>
                    </a:cubicBezTo>
                    <a:cubicBezTo>
                      <a:pt x="164" y="142"/>
                      <a:pt x="164" y="142"/>
                      <a:pt x="164" y="142"/>
                    </a:cubicBezTo>
                    <a:cubicBezTo>
                      <a:pt x="160" y="146"/>
                      <a:pt x="160" y="146"/>
                      <a:pt x="160" y="146"/>
                    </a:cubicBezTo>
                    <a:cubicBezTo>
                      <a:pt x="160" y="146"/>
                      <a:pt x="160" y="149"/>
                      <a:pt x="159" y="149"/>
                    </a:cubicBezTo>
                    <a:cubicBezTo>
                      <a:pt x="158" y="149"/>
                      <a:pt x="153" y="151"/>
                      <a:pt x="152" y="152"/>
                    </a:cubicBezTo>
                    <a:cubicBezTo>
                      <a:pt x="152" y="152"/>
                      <a:pt x="148" y="154"/>
                      <a:pt x="147" y="154"/>
                    </a:cubicBezTo>
                    <a:cubicBezTo>
                      <a:pt x="146" y="154"/>
                      <a:pt x="148" y="157"/>
                      <a:pt x="146" y="154"/>
                    </a:cubicBezTo>
                    <a:cubicBezTo>
                      <a:pt x="144" y="151"/>
                      <a:pt x="145" y="153"/>
                      <a:pt x="144" y="149"/>
                    </a:cubicBezTo>
                    <a:cubicBezTo>
                      <a:pt x="142" y="145"/>
                      <a:pt x="142" y="148"/>
                      <a:pt x="142" y="145"/>
                    </a:cubicBezTo>
                    <a:cubicBezTo>
                      <a:pt x="142" y="143"/>
                      <a:pt x="142" y="145"/>
                      <a:pt x="142" y="143"/>
                    </a:cubicBezTo>
                    <a:cubicBezTo>
                      <a:pt x="142" y="140"/>
                      <a:pt x="143" y="142"/>
                      <a:pt x="141" y="139"/>
                    </a:cubicBezTo>
                    <a:cubicBezTo>
                      <a:pt x="140" y="136"/>
                      <a:pt x="140" y="137"/>
                      <a:pt x="138" y="135"/>
                    </a:cubicBezTo>
                    <a:cubicBezTo>
                      <a:pt x="136" y="133"/>
                      <a:pt x="135" y="135"/>
                      <a:pt x="136" y="132"/>
                    </a:cubicBezTo>
                    <a:cubicBezTo>
                      <a:pt x="137" y="129"/>
                      <a:pt x="137" y="132"/>
                      <a:pt x="137" y="129"/>
                    </a:cubicBezTo>
                    <a:cubicBezTo>
                      <a:pt x="138" y="126"/>
                      <a:pt x="137" y="125"/>
                      <a:pt x="139" y="124"/>
                    </a:cubicBezTo>
                    <a:cubicBezTo>
                      <a:pt x="141" y="123"/>
                      <a:pt x="142" y="122"/>
                      <a:pt x="142" y="121"/>
                    </a:cubicBezTo>
                    <a:cubicBezTo>
                      <a:pt x="142" y="119"/>
                      <a:pt x="142" y="118"/>
                      <a:pt x="142" y="117"/>
                    </a:cubicBezTo>
                    <a:cubicBezTo>
                      <a:pt x="141" y="116"/>
                      <a:pt x="139" y="114"/>
                      <a:pt x="139" y="113"/>
                    </a:cubicBezTo>
                    <a:cubicBezTo>
                      <a:pt x="139" y="112"/>
                      <a:pt x="139" y="113"/>
                      <a:pt x="137" y="111"/>
                    </a:cubicBezTo>
                    <a:cubicBezTo>
                      <a:pt x="136" y="109"/>
                      <a:pt x="135" y="108"/>
                      <a:pt x="135" y="108"/>
                    </a:cubicBezTo>
                    <a:cubicBezTo>
                      <a:pt x="135" y="108"/>
                      <a:pt x="135" y="103"/>
                      <a:pt x="135" y="101"/>
                    </a:cubicBezTo>
                    <a:cubicBezTo>
                      <a:pt x="135" y="99"/>
                      <a:pt x="134" y="102"/>
                      <a:pt x="135" y="99"/>
                    </a:cubicBezTo>
                    <a:cubicBezTo>
                      <a:pt x="135" y="96"/>
                      <a:pt x="135" y="94"/>
                      <a:pt x="135" y="94"/>
                    </a:cubicBezTo>
                    <a:cubicBezTo>
                      <a:pt x="135" y="94"/>
                      <a:pt x="132" y="92"/>
                      <a:pt x="131" y="92"/>
                    </a:cubicBezTo>
                    <a:cubicBezTo>
                      <a:pt x="129" y="92"/>
                      <a:pt x="129" y="94"/>
                      <a:pt x="127" y="93"/>
                    </a:cubicBezTo>
                    <a:cubicBezTo>
                      <a:pt x="125" y="91"/>
                      <a:pt x="126" y="90"/>
                      <a:pt x="125" y="89"/>
                    </a:cubicBezTo>
                    <a:cubicBezTo>
                      <a:pt x="124" y="89"/>
                      <a:pt x="123" y="89"/>
                      <a:pt x="122" y="90"/>
                    </a:cubicBezTo>
                    <a:cubicBezTo>
                      <a:pt x="121" y="91"/>
                      <a:pt x="118" y="91"/>
                      <a:pt x="116" y="91"/>
                    </a:cubicBezTo>
                    <a:cubicBezTo>
                      <a:pt x="114" y="92"/>
                      <a:pt x="113" y="92"/>
                      <a:pt x="110" y="92"/>
                    </a:cubicBezTo>
                    <a:cubicBezTo>
                      <a:pt x="108" y="92"/>
                      <a:pt x="104" y="93"/>
                      <a:pt x="102" y="92"/>
                    </a:cubicBezTo>
                    <a:cubicBezTo>
                      <a:pt x="100" y="91"/>
                      <a:pt x="100" y="92"/>
                      <a:pt x="99" y="90"/>
                    </a:cubicBezTo>
                    <a:cubicBezTo>
                      <a:pt x="98" y="88"/>
                      <a:pt x="99" y="88"/>
                      <a:pt x="97" y="87"/>
                    </a:cubicBezTo>
                    <a:cubicBezTo>
                      <a:pt x="95" y="86"/>
                      <a:pt x="94" y="87"/>
                      <a:pt x="94" y="85"/>
                    </a:cubicBezTo>
                    <a:cubicBezTo>
                      <a:pt x="94" y="82"/>
                      <a:pt x="95" y="83"/>
                      <a:pt x="93" y="81"/>
                    </a:cubicBezTo>
                    <a:cubicBezTo>
                      <a:pt x="92" y="79"/>
                      <a:pt x="94" y="82"/>
                      <a:pt x="92" y="79"/>
                    </a:cubicBezTo>
                    <a:cubicBezTo>
                      <a:pt x="89" y="76"/>
                      <a:pt x="88" y="79"/>
                      <a:pt x="89" y="76"/>
                    </a:cubicBezTo>
                    <a:cubicBezTo>
                      <a:pt x="90" y="74"/>
                      <a:pt x="91" y="75"/>
                      <a:pt x="91" y="73"/>
                    </a:cubicBezTo>
                    <a:cubicBezTo>
                      <a:pt x="91" y="70"/>
                      <a:pt x="95" y="74"/>
                      <a:pt x="92" y="68"/>
                    </a:cubicBezTo>
                    <a:cubicBezTo>
                      <a:pt x="90" y="63"/>
                      <a:pt x="89" y="64"/>
                      <a:pt x="92" y="60"/>
                    </a:cubicBezTo>
                    <a:cubicBezTo>
                      <a:pt x="94" y="55"/>
                      <a:pt x="97" y="54"/>
                      <a:pt x="98" y="53"/>
                    </a:cubicBezTo>
                    <a:cubicBezTo>
                      <a:pt x="98" y="52"/>
                      <a:pt x="99" y="50"/>
                      <a:pt x="100" y="49"/>
                    </a:cubicBezTo>
                    <a:cubicBezTo>
                      <a:pt x="101" y="48"/>
                      <a:pt x="100" y="48"/>
                      <a:pt x="102" y="48"/>
                    </a:cubicBezTo>
                    <a:cubicBezTo>
                      <a:pt x="104" y="48"/>
                      <a:pt x="107" y="47"/>
                      <a:pt x="108" y="46"/>
                    </a:cubicBezTo>
                    <a:cubicBezTo>
                      <a:pt x="109" y="45"/>
                      <a:pt x="111" y="42"/>
                      <a:pt x="112" y="42"/>
                    </a:cubicBezTo>
                    <a:cubicBezTo>
                      <a:pt x="113" y="42"/>
                      <a:pt x="113" y="42"/>
                      <a:pt x="115" y="42"/>
                    </a:cubicBezTo>
                    <a:cubicBezTo>
                      <a:pt x="117" y="41"/>
                      <a:pt x="117" y="41"/>
                      <a:pt x="119" y="41"/>
                    </a:cubicBezTo>
                    <a:cubicBezTo>
                      <a:pt x="120" y="41"/>
                      <a:pt x="117" y="42"/>
                      <a:pt x="121" y="41"/>
                    </a:cubicBezTo>
                    <a:cubicBezTo>
                      <a:pt x="125" y="40"/>
                      <a:pt x="124" y="40"/>
                      <a:pt x="125" y="40"/>
                    </a:cubicBezTo>
                    <a:cubicBezTo>
                      <a:pt x="126" y="40"/>
                      <a:pt x="126" y="41"/>
                      <a:pt x="127" y="41"/>
                    </a:cubicBezTo>
                    <a:cubicBezTo>
                      <a:pt x="129" y="41"/>
                      <a:pt x="129" y="38"/>
                      <a:pt x="129" y="41"/>
                    </a:cubicBezTo>
                    <a:cubicBezTo>
                      <a:pt x="129" y="45"/>
                      <a:pt x="128" y="46"/>
                      <a:pt x="130" y="46"/>
                    </a:cubicBezTo>
                    <a:cubicBezTo>
                      <a:pt x="133" y="47"/>
                      <a:pt x="130" y="47"/>
                      <a:pt x="133" y="47"/>
                    </a:cubicBezTo>
                    <a:cubicBezTo>
                      <a:pt x="136" y="47"/>
                      <a:pt x="135" y="47"/>
                      <a:pt x="137" y="48"/>
                    </a:cubicBezTo>
                    <a:cubicBezTo>
                      <a:pt x="138" y="48"/>
                      <a:pt x="139" y="49"/>
                      <a:pt x="141" y="49"/>
                    </a:cubicBezTo>
                    <a:cubicBezTo>
                      <a:pt x="143" y="49"/>
                      <a:pt x="140" y="52"/>
                      <a:pt x="143" y="49"/>
                    </a:cubicBezTo>
                    <a:cubicBezTo>
                      <a:pt x="146" y="46"/>
                      <a:pt x="141" y="46"/>
                      <a:pt x="146" y="46"/>
                    </a:cubicBezTo>
                    <a:cubicBezTo>
                      <a:pt x="151" y="47"/>
                      <a:pt x="152" y="48"/>
                      <a:pt x="153" y="48"/>
                    </a:cubicBezTo>
                    <a:cubicBezTo>
                      <a:pt x="154" y="47"/>
                      <a:pt x="154" y="48"/>
                      <a:pt x="156" y="47"/>
                    </a:cubicBezTo>
                    <a:cubicBezTo>
                      <a:pt x="159" y="46"/>
                      <a:pt x="159" y="46"/>
                      <a:pt x="160" y="46"/>
                    </a:cubicBezTo>
                    <a:cubicBezTo>
                      <a:pt x="161" y="47"/>
                      <a:pt x="161" y="49"/>
                      <a:pt x="162" y="47"/>
                    </a:cubicBezTo>
                    <a:cubicBezTo>
                      <a:pt x="163" y="45"/>
                      <a:pt x="165" y="45"/>
                      <a:pt x="162" y="44"/>
                    </a:cubicBezTo>
                    <a:cubicBezTo>
                      <a:pt x="159" y="42"/>
                      <a:pt x="158" y="44"/>
                      <a:pt x="158" y="42"/>
                    </a:cubicBezTo>
                    <a:cubicBezTo>
                      <a:pt x="157" y="40"/>
                      <a:pt x="160" y="41"/>
                      <a:pt x="157" y="40"/>
                    </a:cubicBezTo>
                    <a:cubicBezTo>
                      <a:pt x="154" y="40"/>
                      <a:pt x="155" y="40"/>
                      <a:pt x="153" y="39"/>
                    </a:cubicBezTo>
                    <a:cubicBezTo>
                      <a:pt x="151" y="38"/>
                      <a:pt x="149" y="41"/>
                      <a:pt x="148" y="39"/>
                    </a:cubicBezTo>
                    <a:cubicBezTo>
                      <a:pt x="147" y="37"/>
                      <a:pt x="143" y="41"/>
                      <a:pt x="147" y="37"/>
                    </a:cubicBezTo>
                    <a:cubicBezTo>
                      <a:pt x="151" y="34"/>
                      <a:pt x="149" y="32"/>
                      <a:pt x="152" y="33"/>
                    </a:cubicBezTo>
                    <a:cubicBezTo>
                      <a:pt x="155" y="34"/>
                      <a:pt x="154" y="36"/>
                      <a:pt x="155" y="35"/>
                    </a:cubicBezTo>
                    <a:cubicBezTo>
                      <a:pt x="157" y="33"/>
                      <a:pt x="160" y="32"/>
                      <a:pt x="157" y="30"/>
                    </a:cubicBezTo>
                    <a:cubicBezTo>
                      <a:pt x="154" y="28"/>
                      <a:pt x="156" y="29"/>
                      <a:pt x="153" y="28"/>
                    </a:cubicBezTo>
                    <a:cubicBezTo>
                      <a:pt x="150" y="26"/>
                      <a:pt x="147" y="33"/>
                      <a:pt x="146" y="32"/>
                    </a:cubicBezTo>
                    <a:cubicBezTo>
                      <a:pt x="145" y="31"/>
                      <a:pt x="144" y="30"/>
                      <a:pt x="143" y="31"/>
                    </a:cubicBezTo>
                    <a:cubicBezTo>
                      <a:pt x="142" y="31"/>
                      <a:pt x="142" y="34"/>
                      <a:pt x="142" y="36"/>
                    </a:cubicBezTo>
                    <a:cubicBezTo>
                      <a:pt x="142" y="38"/>
                      <a:pt x="143" y="38"/>
                      <a:pt x="140" y="37"/>
                    </a:cubicBezTo>
                    <a:cubicBezTo>
                      <a:pt x="137" y="35"/>
                      <a:pt x="144" y="36"/>
                      <a:pt x="137" y="33"/>
                    </a:cubicBezTo>
                    <a:cubicBezTo>
                      <a:pt x="130" y="31"/>
                      <a:pt x="128" y="31"/>
                      <a:pt x="127" y="32"/>
                    </a:cubicBezTo>
                    <a:cubicBezTo>
                      <a:pt x="126" y="33"/>
                      <a:pt x="125" y="33"/>
                      <a:pt x="124" y="34"/>
                    </a:cubicBezTo>
                    <a:cubicBezTo>
                      <a:pt x="123" y="35"/>
                      <a:pt x="126" y="36"/>
                      <a:pt x="123" y="35"/>
                    </a:cubicBezTo>
                    <a:cubicBezTo>
                      <a:pt x="120" y="33"/>
                      <a:pt x="118" y="35"/>
                      <a:pt x="118" y="35"/>
                    </a:cubicBezTo>
                    <a:cubicBezTo>
                      <a:pt x="118" y="35"/>
                      <a:pt x="117" y="35"/>
                      <a:pt x="116" y="36"/>
                    </a:cubicBezTo>
                    <a:cubicBezTo>
                      <a:pt x="114" y="37"/>
                      <a:pt x="112" y="38"/>
                      <a:pt x="111" y="37"/>
                    </a:cubicBezTo>
                    <a:cubicBezTo>
                      <a:pt x="109" y="37"/>
                      <a:pt x="106" y="38"/>
                      <a:pt x="109" y="34"/>
                    </a:cubicBezTo>
                    <a:cubicBezTo>
                      <a:pt x="111" y="31"/>
                      <a:pt x="109" y="33"/>
                      <a:pt x="113" y="31"/>
                    </a:cubicBezTo>
                    <a:cubicBezTo>
                      <a:pt x="117" y="30"/>
                      <a:pt x="123" y="29"/>
                      <a:pt x="118" y="28"/>
                    </a:cubicBezTo>
                    <a:cubicBezTo>
                      <a:pt x="113" y="27"/>
                      <a:pt x="121" y="27"/>
                      <a:pt x="114" y="24"/>
                    </a:cubicBezTo>
                    <a:cubicBezTo>
                      <a:pt x="107" y="21"/>
                      <a:pt x="107" y="25"/>
                      <a:pt x="107" y="21"/>
                    </a:cubicBezTo>
                    <a:cubicBezTo>
                      <a:pt x="108" y="16"/>
                      <a:pt x="107" y="16"/>
                      <a:pt x="106" y="16"/>
                    </a:cubicBezTo>
                    <a:cubicBezTo>
                      <a:pt x="104" y="16"/>
                      <a:pt x="100" y="17"/>
                      <a:pt x="98" y="18"/>
                    </a:cubicBezTo>
                    <a:cubicBezTo>
                      <a:pt x="97" y="18"/>
                      <a:pt x="99" y="19"/>
                      <a:pt x="96" y="17"/>
                    </a:cubicBezTo>
                    <a:cubicBezTo>
                      <a:pt x="92" y="15"/>
                      <a:pt x="91" y="18"/>
                      <a:pt x="92" y="15"/>
                    </a:cubicBezTo>
                    <a:cubicBezTo>
                      <a:pt x="94" y="13"/>
                      <a:pt x="94" y="12"/>
                      <a:pt x="96" y="11"/>
                    </a:cubicBezTo>
                    <a:cubicBezTo>
                      <a:pt x="98" y="9"/>
                      <a:pt x="97" y="3"/>
                      <a:pt x="102" y="5"/>
                    </a:cubicBezTo>
                    <a:cubicBezTo>
                      <a:pt x="106" y="8"/>
                      <a:pt x="105" y="7"/>
                      <a:pt x="108" y="7"/>
                    </a:cubicBezTo>
                    <a:cubicBezTo>
                      <a:pt x="112" y="7"/>
                      <a:pt x="114" y="7"/>
                      <a:pt x="114" y="6"/>
                    </a:cubicBezTo>
                    <a:cubicBezTo>
                      <a:pt x="114" y="5"/>
                      <a:pt x="109" y="3"/>
                      <a:pt x="109" y="3"/>
                    </a:cubicBezTo>
                    <a:cubicBezTo>
                      <a:pt x="109" y="3"/>
                      <a:pt x="108" y="4"/>
                      <a:pt x="109" y="3"/>
                    </a:cubicBezTo>
                    <a:cubicBezTo>
                      <a:pt x="109" y="2"/>
                      <a:pt x="110" y="1"/>
                      <a:pt x="110" y="1"/>
                    </a:cubicBezTo>
                    <a:cubicBezTo>
                      <a:pt x="109" y="0"/>
                      <a:pt x="109" y="0"/>
                      <a:pt x="109" y="0"/>
                    </a:cubicBezTo>
                    <a:cubicBezTo>
                      <a:pt x="109" y="0"/>
                      <a:pt x="96" y="0"/>
                      <a:pt x="92" y="0"/>
                    </a:cubicBezTo>
                    <a:close/>
                  </a:path>
                </a:pathLst>
              </a:custGeom>
              <a:solidFill>
                <a:srgbClr val="1D93D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211" name="Freeform 36"/>
              <p:cNvSpPr/>
              <p:nvPr/>
            </p:nvSpPr>
            <p:spPr bwMode="auto">
              <a:xfrm>
                <a:off x="8729663" y="4613275"/>
                <a:ext cx="141288" cy="168275"/>
              </a:xfrm>
              <a:custGeom>
                <a:avLst/>
                <a:gdLst>
                  <a:gd name="T0" fmla="*/ 45 w 65"/>
                  <a:gd name="T1" fmla="*/ 5 h 77"/>
                  <a:gd name="T2" fmla="*/ 45 w 65"/>
                  <a:gd name="T3" fmla="*/ 28 h 77"/>
                  <a:gd name="T4" fmla="*/ 25 w 65"/>
                  <a:gd name="T5" fmla="*/ 45 h 77"/>
                  <a:gd name="T6" fmla="*/ 1 w 65"/>
                  <a:gd name="T7" fmla="*/ 64 h 77"/>
                  <a:gd name="T8" fmla="*/ 65 w 65"/>
                  <a:gd name="T9" fmla="*/ 77 h 77"/>
                  <a:gd name="T10" fmla="*/ 65 w 65"/>
                  <a:gd name="T11" fmla="*/ 0 h 77"/>
                  <a:gd name="T12" fmla="*/ 45 w 65"/>
                  <a:gd name="T13" fmla="*/ 5 h 77"/>
                </a:gdLst>
                <a:ahLst/>
                <a:cxnLst>
                  <a:cxn ang="0">
                    <a:pos x="T0" y="T1"/>
                  </a:cxn>
                  <a:cxn ang="0">
                    <a:pos x="T2" y="T3"/>
                  </a:cxn>
                  <a:cxn ang="0">
                    <a:pos x="T4" y="T5"/>
                  </a:cxn>
                  <a:cxn ang="0">
                    <a:pos x="T6" y="T7"/>
                  </a:cxn>
                  <a:cxn ang="0">
                    <a:pos x="T8" y="T9"/>
                  </a:cxn>
                  <a:cxn ang="0">
                    <a:pos x="T10" y="T11"/>
                  </a:cxn>
                  <a:cxn ang="0">
                    <a:pos x="T12" y="T13"/>
                  </a:cxn>
                </a:cxnLst>
                <a:rect l="0" t="0" r="r" b="b"/>
                <a:pathLst>
                  <a:path w="65" h="77">
                    <a:moveTo>
                      <a:pt x="45" y="5"/>
                    </a:moveTo>
                    <a:cubicBezTo>
                      <a:pt x="45" y="28"/>
                      <a:pt x="45" y="28"/>
                      <a:pt x="45" y="28"/>
                    </a:cubicBezTo>
                    <a:cubicBezTo>
                      <a:pt x="45" y="28"/>
                      <a:pt x="39" y="40"/>
                      <a:pt x="25" y="45"/>
                    </a:cubicBezTo>
                    <a:cubicBezTo>
                      <a:pt x="12" y="49"/>
                      <a:pt x="0" y="56"/>
                      <a:pt x="1" y="64"/>
                    </a:cubicBezTo>
                    <a:cubicBezTo>
                      <a:pt x="2" y="71"/>
                      <a:pt x="18" y="77"/>
                      <a:pt x="65" y="77"/>
                    </a:cubicBezTo>
                    <a:cubicBezTo>
                      <a:pt x="65" y="0"/>
                      <a:pt x="65" y="0"/>
                      <a:pt x="65" y="0"/>
                    </a:cubicBezTo>
                    <a:lnTo>
                      <a:pt x="45" y="5"/>
                    </a:lnTo>
                    <a:close/>
                  </a:path>
                </a:pathLst>
              </a:custGeom>
              <a:solidFill>
                <a:srgbClr val="37B0E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212" name="Freeform 37"/>
              <p:cNvSpPr/>
              <p:nvPr/>
            </p:nvSpPr>
            <p:spPr bwMode="auto">
              <a:xfrm>
                <a:off x="8855075" y="4613275"/>
                <a:ext cx="134938" cy="168275"/>
              </a:xfrm>
              <a:custGeom>
                <a:avLst/>
                <a:gdLst>
                  <a:gd name="T0" fmla="*/ 14 w 62"/>
                  <a:gd name="T1" fmla="*/ 5 h 77"/>
                  <a:gd name="T2" fmla="*/ 14 w 62"/>
                  <a:gd name="T3" fmla="*/ 28 h 77"/>
                  <a:gd name="T4" fmla="*/ 32 w 62"/>
                  <a:gd name="T5" fmla="*/ 45 h 77"/>
                  <a:gd name="T6" fmla="*/ 61 w 62"/>
                  <a:gd name="T7" fmla="*/ 64 h 77"/>
                  <a:gd name="T8" fmla="*/ 0 w 62"/>
                  <a:gd name="T9" fmla="*/ 77 h 77"/>
                  <a:gd name="T10" fmla="*/ 0 w 62"/>
                  <a:gd name="T11" fmla="*/ 0 h 77"/>
                  <a:gd name="T12" fmla="*/ 14 w 62"/>
                  <a:gd name="T13" fmla="*/ 5 h 77"/>
                </a:gdLst>
                <a:ahLst/>
                <a:cxnLst>
                  <a:cxn ang="0">
                    <a:pos x="T0" y="T1"/>
                  </a:cxn>
                  <a:cxn ang="0">
                    <a:pos x="T2" y="T3"/>
                  </a:cxn>
                  <a:cxn ang="0">
                    <a:pos x="T4" y="T5"/>
                  </a:cxn>
                  <a:cxn ang="0">
                    <a:pos x="T6" y="T7"/>
                  </a:cxn>
                  <a:cxn ang="0">
                    <a:pos x="T8" y="T9"/>
                  </a:cxn>
                  <a:cxn ang="0">
                    <a:pos x="T10" y="T11"/>
                  </a:cxn>
                  <a:cxn ang="0">
                    <a:pos x="T12" y="T13"/>
                  </a:cxn>
                </a:cxnLst>
                <a:rect l="0" t="0" r="r" b="b"/>
                <a:pathLst>
                  <a:path w="62" h="77">
                    <a:moveTo>
                      <a:pt x="14" y="5"/>
                    </a:moveTo>
                    <a:cubicBezTo>
                      <a:pt x="14" y="28"/>
                      <a:pt x="14" y="28"/>
                      <a:pt x="14" y="28"/>
                    </a:cubicBezTo>
                    <a:cubicBezTo>
                      <a:pt x="14" y="28"/>
                      <a:pt x="19" y="40"/>
                      <a:pt x="32" y="45"/>
                    </a:cubicBezTo>
                    <a:cubicBezTo>
                      <a:pt x="46" y="49"/>
                      <a:pt x="62" y="56"/>
                      <a:pt x="61" y="64"/>
                    </a:cubicBezTo>
                    <a:cubicBezTo>
                      <a:pt x="60" y="71"/>
                      <a:pt x="34" y="77"/>
                      <a:pt x="0" y="77"/>
                    </a:cubicBezTo>
                    <a:cubicBezTo>
                      <a:pt x="0" y="0"/>
                      <a:pt x="0" y="0"/>
                      <a:pt x="0" y="0"/>
                    </a:cubicBezTo>
                    <a:lnTo>
                      <a:pt x="14" y="5"/>
                    </a:lnTo>
                    <a:close/>
                  </a:path>
                </a:pathLst>
              </a:custGeom>
              <a:solidFill>
                <a:srgbClr val="37B0E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213" name="Freeform 38"/>
              <p:cNvSpPr/>
              <p:nvPr/>
            </p:nvSpPr>
            <p:spPr bwMode="auto">
              <a:xfrm>
                <a:off x="8618538" y="4127500"/>
                <a:ext cx="500063" cy="503238"/>
              </a:xfrm>
              <a:custGeom>
                <a:avLst/>
                <a:gdLst>
                  <a:gd name="T0" fmla="*/ 169 w 230"/>
                  <a:gd name="T1" fmla="*/ 12 h 231"/>
                  <a:gd name="T2" fmla="*/ 215 w 230"/>
                  <a:gd name="T3" fmla="*/ 103 h 231"/>
                  <a:gd name="T4" fmla="*/ 102 w 230"/>
                  <a:gd name="T5" fmla="*/ 216 h 231"/>
                  <a:gd name="T6" fmla="*/ 12 w 230"/>
                  <a:gd name="T7" fmla="*/ 171 h 231"/>
                  <a:gd name="T8" fmla="*/ 0 w 230"/>
                  <a:gd name="T9" fmla="*/ 181 h 231"/>
                  <a:gd name="T10" fmla="*/ 102 w 230"/>
                  <a:gd name="T11" fmla="*/ 231 h 231"/>
                  <a:gd name="T12" fmla="*/ 230 w 230"/>
                  <a:gd name="T13" fmla="*/ 103 h 231"/>
                  <a:gd name="T14" fmla="*/ 178 w 230"/>
                  <a:gd name="T15" fmla="*/ 0 h 231"/>
                  <a:gd name="T16" fmla="*/ 169 w 230"/>
                  <a:gd name="T17" fmla="*/ 12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0" h="231">
                    <a:moveTo>
                      <a:pt x="169" y="12"/>
                    </a:moveTo>
                    <a:cubicBezTo>
                      <a:pt x="197" y="32"/>
                      <a:pt x="215" y="65"/>
                      <a:pt x="215" y="103"/>
                    </a:cubicBezTo>
                    <a:cubicBezTo>
                      <a:pt x="215" y="165"/>
                      <a:pt x="165" y="216"/>
                      <a:pt x="102" y="216"/>
                    </a:cubicBezTo>
                    <a:cubicBezTo>
                      <a:pt x="65" y="216"/>
                      <a:pt x="33" y="198"/>
                      <a:pt x="12" y="171"/>
                    </a:cubicBezTo>
                    <a:cubicBezTo>
                      <a:pt x="0" y="181"/>
                      <a:pt x="0" y="181"/>
                      <a:pt x="0" y="181"/>
                    </a:cubicBezTo>
                    <a:cubicBezTo>
                      <a:pt x="24" y="211"/>
                      <a:pt x="61" y="231"/>
                      <a:pt x="102" y="231"/>
                    </a:cubicBezTo>
                    <a:cubicBezTo>
                      <a:pt x="173" y="231"/>
                      <a:pt x="230" y="174"/>
                      <a:pt x="230" y="103"/>
                    </a:cubicBezTo>
                    <a:cubicBezTo>
                      <a:pt x="230" y="61"/>
                      <a:pt x="210" y="23"/>
                      <a:pt x="178" y="0"/>
                    </a:cubicBezTo>
                    <a:lnTo>
                      <a:pt x="169" y="12"/>
                    </a:lnTo>
                    <a:close/>
                  </a:path>
                </a:pathLst>
              </a:custGeom>
              <a:solidFill>
                <a:srgbClr val="37B0E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214" name="Freeform 39"/>
              <p:cNvSpPr>
                <a:spLocks noEditPoints="1"/>
              </p:cNvSpPr>
              <p:nvPr/>
            </p:nvSpPr>
            <p:spPr bwMode="auto">
              <a:xfrm>
                <a:off x="8621713" y="4137025"/>
                <a:ext cx="442913" cy="441325"/>
              </a:xfrm>
              <a:custGeom>
                <a:avLst/>
                <a:gdLst>
                  <a:gd name="T0" fmla="*/ 102 w 203"/>
                  <a:gd name="T1" fmla="*/ 203 h 203"/>
                  <a:gd name="T2" fmla="*/ 203 w 203"/>
                  <a:gd name="T3" fmla="*/ 101 h 203"/>
                  <a:gd name="T4" fmla="*/ 102 w 203"/>
                  <a:gd name="T5" fmla="*/ 0 h 203"/>
                  <a:gd name="T6" fmla="*/ 102 w 203"/>
                  <a:gd name="T7" fmla="*/ 5 h 203"/>
                  <a:gd name="T8" fmla="*/ 198 w 203"/>
                  <a:gd name="T9" fmla="*/ 101 h 203"/>
                  <a:gd name="T10" fmla="*/ 102 w 203"/>
                  <a:gd name="T11" fmla="*/ 198 h 203"/>
                  <a:gd name="T12" fmla="*/ 102 w 203"/>
                  <a:gd name="T13" fmla="*/ 203 h 203"/>
                  <a:gd name="T14" fmla="*/ 102 w 203"/>
                  <a:gd name="T15" fmla="*/ 0 h 203"/>
                  <a:gd name="T16" fmla="*/ 0 w 203"/>
                  <a:gd name="T17" fmla="*/ 101 h 203"/>
                  <a:gd name="T18" fmla="*/ 102 w 203"/>
                  <a:gd name="T19" fmla="*/ 203 h 203"/>
                  <a:gd name="T20" fmla="*/ 102 w 203"/>
                  <a:gd name="T21" fmla="*/ 203 h 203"/>
                  <a:gd name="T22" fmla="*/ 102 w 203"/>
                  <a:gd name="T23" fmla="*/ 198 h 203"/>
                  <a:gd name="T24" fmla="*/ 102 w 203"/>
                  <a:gd name="T25" fmla="*/ 198 h 203"/>
                  <a:gd name="T26" fmla="*/ 102 w 203"/>
                  <a:gd name="T27" fmla="*/ 198 h 203"/>
                  <a:gd name="T28" fmla="*/ 5 w 203"/>
                  <a:gd name="T29" fmla="*/ 101 h 203"/>
                  <a:gd name="T30" fmla="*/ 102 w 203"/>
                  <a:gd name="T31" fmla="*/ 5 h 203"/>
                  <a:gd name="T32" fmla="*/ 102 w 203"/>
                  <a:gd name="T33" fmla="*/ 5 h 203"/>
                  <a:gd name="T34" fmla="*/ 102 w 203"/>
                  <a:gd name="T35" fmla="*/ 0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03" h="203">
                    <a:moveTo>
                      <a:pt x="102" y="203"/>
                    </a:moveTo>
                    <a:cubicBezTo>
                      <a:pt x="158" y="203"/>
                      <a:pt x="203" y="157"/>
                      <a:pt x="203" y="101"/>
                    </a:cubicBezTo>
                    <a:cubicBezTo>
                      <a:pt x="203" y="45"/>
                      <a:pt x="158" y="0"/>
                      <a:pt x="102" y="0"/>
                    </a:cubicBezTo>
                    <a:cubicBezTo>
                      <a:pt x="102" y="5"/>
                      <a:pt x="102" y="5"/>
                      <a:pt x="102" y="5"/>
                    </a:cubicBezTo>
                    <a:cubicBezTo>
                      <a:pt x="155" y="5"/>
                      <a:pt x="198" y="48"/>
                      <a:pt x="198" y="101"/>
                    </a:cubicBezTo>
                    <a:cubicBezTo>
                      <a:pt x="198" y="155"/>
                      <a:pt x="155" y="198"/>
                      <a:pt x="102" y="198"/>
                    </a:cubicBezTo>
                    <a:lnTo>
                      <a:pt x="102" y="203"/>
                    </a:lnTo>
                    <a:close/>
                    <a:moveTo>
                      <a:pt x="102" y="0"/>
                    </a:moveTo>
                    <a:cubicBezTo>
                      <a:pt x="46" y="0"/>
                      <a:pt x="0" y="45"/>
                      <a:pt x="0" y="101"/>
                    </a:cubicBezTo>
                    <a:cubicBezTo>
                      <a:pt x="0" y="157"/>
                      <a:pt x="46" y="203"/>
                      <a:pt x="102" y="203"/>
                    </a:cubicBezTo>
                    <a:cubicBezTo>
                      <a:pt x="102" y="203"/>
                      <a:pt x="102" y="203"/>
                      <a:pt x="102" y="203"/>
                    </a:cubicBezTo>
                    <a:cubicBezTo>
                      <a:pt x="102" y="198"/>
                      <a:pt x="102" y="198"/>
                      <a:pt x="102" y="198"/>
                    </a:cubicBezTo>
                    <a:cubicBezTo>
                      <a:pt x="102" y="198"/>
                      <a:pt x="102" y="198"/>
                      <a:pt x="102" y="198"/>
                    </a:cubicBezTo>
                    <a:cubicBezTo>
                      <a:pt x="102" y="198"/>
                      <a:pt x="102" y="198"/>
                      <a:pt x="102" y="198"/>
                    </a:cubicBezTo>
                    <a:cubicBezTo>
                      <a:pt x="48" y="198"/>
                      <a:pt x="5" y="155"/>
                      <a:pt x="5" y="101"/>
                    </a:cubicBezTo>
                    <a:cubicBezTo>
                      <a:pt x="5" y="48"/>
                      <a:pt x="48" y="5"/>
                      <a:pt x="102" y="5"/>
                    </a:cubicBezTo>
                    <a:cubicBezTo>
                      <a:pt x="102" y="5"/>
                      <a:pt x="102" y="5"/>
                      <a:pt x="102" y="5"/>
                    </a:cubicBezTo>
                    <a:cubicBezTo>
                      <a:pt x="102" y="0"/>
                      <a:pt x="102" y="0"/>
                      <a:pt x="102" y="0"/>
                    </a:cubicBezTo>
                    <a:close/>
                  </a:path>
                </a:pathLst>
              </a:custGeom>
              <a:solidFill>
                <a:srgbClr val="37B0E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215" name="Freeform 40"/>
              <p:cNvSpPr/>
              <p:nvPr/>
            </p:nvSpPr>
            <p:spPr bwMode="auto">
              <a:xfrm>
                <a:off x="8610600" y="4144963"/>
                <a:ext cx="496888" cy="433388"/>
              </a:xfrm>
              <a:custGeom>
                <a:avLst/>
                <a:gdLst>
                  <a:gd name="T0" fmla="*/ 65 w 228"/>
                  <a:gd name="T1" fmla="*/ 15 h 199"/>
                  <a:gd name="T2" fmla="*/ 61 w 228"/>
                  <a:gd name="T3" fmla="*/ 23 h 199"/>
                  <a:gd name="T4" fmla="*/ 57 w 228"/>
                  <a:gd name="T5" fmla="*/ 29 h 199"/>
                  <a:gd name="T6" fmla="*/ 54 w 228"/>
                  <a:gd name="T7" fmla="*/ 26 h 199"/>
                  <a:gd name="T8" fmla="*/ 52 w 228"/>
                  <a:gd name="T9" fmla="*/ 32 h 199"/>
                  <a:gd name="T10" fmla="*/ 42 w 228"/>
                  <a:gd name="T11" fmla="*/ 34 h 199"/>
                  <a:gd name="T12" fmla="*/ 36 w 228"/>
                  <a:gd name="T13" fmla="*/ 41 h 199"/>
                  <a:gd name="T14" fmla="*/ 27 w 228"/>
                  <a:gd name="T15" fmla="*/ 53 h 199"/>
                  <a:gd name="T16" fmla="*/ 21 w 228"/>
                  <a:gd name="T17" fmla="*/ 61 h 199"/>
                  <a:gd name="T18" fmla="*/ 27 w 228"/>
                  <a:gd name="T19" fmla="*/ 67 h 199"/>
                  <a:gd name="T20" fmla="*/ 27 w 228"/>
                  <a:gd name="T21" fmla="*/ 70 h 199"/>
                  <a:gd name="T22" fmla="*/ 22 w 228"/>
                  <a:gd name="T23" fmla="*/ 65 h 199"/>
                  <a:gd name="T24" fmla="*/ 18 w 228"/>
                  <a:gd name="T25" fmla="*/ 60 h 199"/>
                  <a:gd name="T26" fmla="*/ 16 w 228"/>
                  <a:gd name="T27" fmla="*/ 69 h 199"/>
                  <a:gd name="T28" fmla="*/ 17 w 228"/>
                  <a:gd name="T29" fmla="*/ 83 h 199"/>
                  <a:gd name="T30" fmla="*/ 24 w 228"/>
                  <a:gd name="T31" fmla="*/ 80 h 199"/>
                  <a:gd name="T32" fmla="*/ 32 w 228"/>
                  <a:gd name="T33" fmla="*/ 88 h 199"/>
                  <a:gd name="T34" fmla="*/ 41 w 228"/>
                  <a:gd name="T35" fmla="*/ 98 h 199"/>
                  <a:gd name="T36" fmla="*/ 50 w 228"/>
                  <a:gd name="T37" fmla="*/ 105 h 199"/>
                  <a:gd name="T38" fmla="*/ 61 w 228"/>
                  <a:gd name="T39" fmla="*/ 117 h 199"/>
                  <a:gd name="T40" fmla="*/ 58 w 228"/>
                  <a:gd name="T41" fmla="*/ 134 h 199"/>
                  <a:gd name="T42" fmla="*/ 49 w 228"/>
                  <a:gd name="T43" fmla="*/ 155 h 199"/>
                  <a:gd name="T44" fmla="*/ 52 w 228"/>
                  <a:gd name="T45" fmla="*/ 170 h 199"/>
                  <a:gd name="T46" fmla="*/ 46 w 228"/>
                  <a:gd name="T47" fmla="*/ 171 h 199"/>
                  <a:gd name="T48" fmla="*/ 32 w 228"/>
                  <a:gd name="T49" fmla="*/ 148 h 199"/>
                  <a:gd name="T50" fmla="*/ 16 w 228"/>
                  <a:gd name="T51" fmla="*/ 113 h 199"/>
                  <a:gd name="T52" fmla="*/ 11 w 228"/>
                  <a:gd name="T53" fmla="*/ 87 h 199"/>
                  <a:gd name="T54" fmla="*/ 73 w 228"/>
                  <a:gd name="T55" fmla="*/ 183 h 199"/>
                  <a:gd name="T56" fmla="*/ 89 w 228"/>
                  <a:gd name="T57" fmla="*/ 181 h 199"/>
                  <a:gd name="T58" fmla="*/ 110 w 228"/>
                  <a:gd name="T59" fmla="*/ 178 h 199"/>
                  <a:gd name="T60" fmla="*/ 108 w 228"/>
                  <a:gd name="T61" fmla="*/ 187 h 199"/>
                  <a:gd name="T62" fmla="*/ 121 w 228"/>
                  <a:gd name="T63" fmla="*/ 186 h 199"/>
                  <a:gd name="T64" fmla="*/ 139 w 228"/>
                  <a:gd name="T65" fmla="*/ 184 h 199"/>
                  <a:gd name="T66" fmla="*/ 137 w 228"/>
                  <a:gd name="T67" fmla="*/ 3 h 199"/>
                  <a:gd name="T68" fmla="*/ 197 w 228"/>
                  <a:gd name="T69" fmla="*/ 64 h 199"/>
                  <a:gd name="T70" fmla="*/ 189 w 228"/>
                  <a:gd name="T71" fmla="*/ 58 h 199"/>
                  <a:gd name="T72" fmla="*/ 181 w 228"/>
                  <a:gd name="T73" fmla="*/ 74 h 199"/>
                  <a:gd name="T74" fmla="*/ 170 w 228"/>
                  <a:gd name="T75" fmla="*/ 59 h 199"/>
                  <a:gd name="T76" fmla="*/ 174 w 228"/>
                  <a:gd name="T77" fmla="*/ 75 h 199"/>
                  <a:gd name="T78" fmla="*/ 186 w 228"/>
                  <a:gd name="T79" fmla="*/ 79 h 199"/>
                  <a:gd name="T80" fmla="*/ 181 w 228"/>
                  <a:gd name="T81" fmla="*/ 100 h 199"/>
                  <a:gd name="T82" fmla="*/ 175 w 228"/>
                  <a:gd name="T83" fmla="*/ 122 h 199"/>
                  <a:gd name="T84" fmla="*/ 168 w 228"/>
                  <a:gd name="T85" fmla="*/ 137 h 199"/>
                  <a:gd name="T86" fmla="*/ 147 w 228"/>
                  <a:gd name="T87" fmla="*/ 154 h 199"/>
                  <a:gd name="T88" fmla="*/ 141 w 228"/>
                  <a:gd name="T89" fmla="*/ 139 h 199"/>
                  <a:gd name="T90" fmla="*/ 142 w 228"/>
                  <a:gd name="T91" fmla="*/ 121 h 199"/>
                  <a:gd name="T92" fmla="*/ 135 w 228"/>
                  <a:gd name="T93" fmla="*/ 101 h 199"/>
                  <a:gd name="T94" fmla="*/ 125 w 228"/>
                  <a:gd name="T95" fmla="*/ 89 h 199"/>
                  <a:gd name="T96" fmla="*/ 99 w 228"/>
                  <a:gd name="T97" fmla="*/ 90 h 199"/>
                  <a:gd name="T98" fmla="*/ 89 w 228"/>
                  <a:gd name="T99" fmla="*/ 76 h 199"/>
                  <a:gd name="T100" fmla="*/ 100 w 228"/>
                  <a:gd name="T101" fmla="*/ 49 h 199"/>
                  <a:gd name="T102" fmla="*/ 119 w 228"/>
                  <a:gd name="T103" fmla="*/ 41 h 199"/>
                  <a:gd name="T104" fmla="*/ 130 w 228"/>
                  <a:gd name="T105" fmla="*/ 46 h 199"/>
                  <a:gd name="T106" fmla="*/ 146 w 228"/>
                  <a:gd name="T107" fmla="*/ 46 h 199"/>
                  <a:gd name="T108" fmla="*/ 162 w 228"/>
                  <a:gd name="T109" fmla="*/ 44 h 199"/>
                  <a:gd name="T110" fmla="*/ 147 w 228"/>
                  <a:gd name="T111" fmla="*/ 37 h 199"/>
                  <a:gd name="T112" fmla="*/ 146 w 228"/>
                  <a:gd name="T113" fmla="*/ 32 h 199"/>
                  <a:gd name="T114" fmla="*/ 127 w 228"/>
                  <a:gd name="T115" fmla="*/ 32 h 199"/>
                  <a:gd name="T116" fmla="*/ 111 w 228"/>
                  <a:gd name="T117" fmla="*/ 37 h 199"/>
                  <a:gd name="T118" fmla="*/ 107 w 228"/>
                  <a:gd name="T119" fmla="*/ 21 h 199"/>
                  <a:gd name="T120" fmla="*/ 96 w 228"/>
                  <a:gd name="T121" fmla="*/ 11 h 199"/>
                  <a:gd name="T122" fmla="*/ 109 w 228"/>
                  <a:gd name="T123" fmla="*/ 3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28" h="199">
                    <a:moveTo>
                      <a:pt x="92" y="0"/>
                    </a:moveTo>
                    <a:cubicBezTo>
                      <a:pt x="92" y="0"/>
                      <a:pt x="58" y="5"/>
                      <a:pt x="35" y="31"/>
                    </a:cubicBezTo>
                    <a:cubicBezTo>
                      <a:pt x="35" y="31"/>
                      <a:pt x="53" y="13"/>
                      <a:pt x="64" y="13"/>
                    </a:cubicBezTo>
                    <a:cubicBezTo>
                      <a:pt x="66" y="14"/>
                      <a:pt x="66" y="14"/>
                      <a:pt x="66" y="14"/>
                    </a:cubicBezTo>
                    <a:cubicBezTo>
                      <a:pt x="66" y="14"/>
                      <a:pt x="66" y="15"/>
                      <a:pt x="65" y="15"/>
                    </a:cubicBezTo>
                    <a:cubicBezTo>
                      <a:pt x="65" y="16"/>
                      <a:pt x="64" y="17"/>
                      <a:pt x="64" y="18"/>
                    </a:cubicBezTo>
                    <a:cubicBezTo>
                      <a:pt x="64" y="18"/>
                      <a:pt x="64" y="20"/>
                      <a:pt x="64" y="20"/>
                    </a:cubicBezTo>
                    <a:cubicBezTo>
                      <a:pt x="63" y="21"/>
                      <a:pt x="63" y="21"/>
                      <a:pt x="63" y="21"/>
                    </a:cubicBezTo>
                    <a:cubicBezTo>
                      <a:pt x="63" y="21"/>
                      <a:pt x="62" y="21"/>
                      <a:pt x="62" y="22"/>
                    </a:cubicBezTo>
                    <a:cubicBezTo>
                      <a:pt x="62" y="22"/>
                      <a:pt x="61" y="22"/>
                      <a:pt x="61" y="23"/>
                    </a:cubicBezTo>
                    <a:cubicBezTo>
                      <a:pt x="61" y="24"/>
                      <a:pt x="61" y="25"/>
                      <a:pt x="61" y="25"/>
                    </a:cubicBezTo>
                    <a:cubicBezTo>
                      <a:pt x="62" y="27"/>
                      <a:pt x="62" y="27"/>
                      <a:pt x="62" y="27"/>
                    </a:cubicBezTo>
                    <a:cubicBezTo>
                      <a:pt x="61" y="28"/>
                      <a:pt x="61" y="28"/>
                      <a:pt x="61" y="28"/>
                    </a:cubicBezTo>
                    <a:cubicBezTo>
                      <a:pt x="59" y="29"/>
                      <a:pt x="59" y="29"/>
                      <a:pt x="59" y="29"/>
                    </a:cubicBezTo>
                    <a:cubicBezTo>
                      <a:pt x="59" y="29"/>
                      <a:pt x="58" y="29"/>
                      <a:pt x="57" y="29"/>
                    </a:cubicBezTo>
                    <a:cubicBezTo>
                      <a:pt x="56" y="29"/>
                      <a:pt x="56" y="27"/>
                      <a:pt x="56" y="27"/>
                    </a:cubicBezTo>
                    <a:cubicBezTo>
                      <a:pt x="58" y="26"/>
                      <a:pt x="58" y="26"/>
                      <a:pt x="58" y="26"/>
                    </a:cubicBezTo>
                    <a:cubicBezTo>
                      <a:pt x="58" y="26"/>
                      <a:pt x="58" y="26"/>
                      <a:pt x="58" y="25"/>
                    </a:cubicBezTo>
                    <a:cubicBezTo>
                      <a:pt x="57" y="25"/>
                      <a:pt x="57" y="24"/>
                      <a:pt x="56" y="24"/>
                    </a:cubicBezTo>
                    <a:cubicBezTo>
                      <a:pt x="55" y="24"/>
                      <a:pt x="54" y="26"/>
                      <a:pt x="54" y="26"/>
                    </a:cubicBezTo>
                    <a:cubicBezTo>
                      <a:pt x="52" y="27"/>
                      <a:pt x="52" y="27"/>
                      <a:pt x="52" y="27"/>
                    </a:cubicBezTo>
                    <a:cubicBezTo>
                      <a:pt x="52" y="27"/>
                      <a:pt x="51" y="29"/>
                      <a:pt x="51" y="29"/>
                    </a:cubicBezTo>
                    <a:cubicBezTo>
                      <a:pt x="52" y="29"/>
                      <a:pt x="53" y="29"/>
                      <a:pt x="53" y="29"/>
                    </a:cubicBezTo>
                    <a:cubicBezTo>
                      <a:pt x="53" y="29"/>
                      <a:pt x="53" y="30"/>
                      <a:pt x="53" y="31"/>
                    </a:cubicBezTo>
                    <a:cubicBezTo>
                      <a:pt x="53" y="31"/>
                      <a:pt x="52" y="32"/>
                      <a:pt x="52" y="32"/>
                    </a:cubicBezTo>
                    <a:cubicBezTo>
                      <a:pt x="52" y="32"/>
                      <a:pt x="52" y="33"/>
                      <a:pt x="51" y="33"/>
                    </a:cubicBezTo>
                    <a:cubicBezTo>
                      <a:pt x="50" y="32"/>
                      <a:pt x="49" y="32"/>
                      <a:pt x="48" y="32"/>
                    </a:cubicBezTo>
                    <a:cubicBezTo>
                      <a:pt x="47" y="32"/>
                      <a:pt x="46" y="31"/>
                      <a:pt x="46" y="32"/>
                    </a:cubicBezTo>
                    <a:cubicBezTo>
                      <a:pt x="45" y="32"/>
                      <a:pt x="45" y="32"/>
                      <a:pt x="45" y="32"/>
                    </a:cubicBezTo>
                    <a:cubicBezTo>
                      <a:pt x="45" y="33"/>
                      <a:pt x="42" y="34"/>
                      <a:pt x="42" y="34"/>
                    </a:cubicBezTo>
                    <a:cubicBezTo>
                      <a:pt x="42" y="34"/>
                      <a:pt x="41" y="35"/>
                      <a:pt x="41" y="35"/>
                    </a:cubicBezTo>
                    <a:cubicBezTo>
                      <a:pt x="41" y="35"/>
                      <a:pt x="41" y="37"/>
                      <a:pt x="41" y="37"/>
                    </a:cubicBezTo>
                    <a:cubicBezTo>
                      <a:pt x="41" y="37"/>
                      <a:pt x="40" y="38"/>
                      <a:pt x="38" y="38"/>
                    </a:cubicBezTo>
                    <a:cubicBezTo>
                      <a:pt x="37" y="39"/>
                      <a:pt x="36" y="39"/>
                      <a:pt x="36" y="39"/>
                    </a:cubicBezTo>
                    <a:cubicBezTo>
                      <a:pt x="36" y="41"/>
                      <a:pt x="36" y="41"/>
                      <a:pt x="36" y="41"/>
                    </a:cubicBezTo>
                    <a:cubicBezTo>
                      <a:pt x="36" y="41"/>
                      <a:pt x="34" y="42"/>
                      <a:pt x="34" y="43"/>
                    </a:cubicBezTo>
                    <a:cubicBezTo>
                      <a:pt x="33" y="44"/>
                      <a:pt x="30" y="46"/>
                      <a:pt x="30" y="46"/>
                    </a:cubicBezTo>
                    <a:cubicBezTo>
                      <a:pt x="30" y="46"/>
                      <a:pt x="29" y="47"/>
                      <a:pt x="28" y="48"/>
                    </a:cubicBezTo>
                    <a:cubicBezTo>
                      <a:pt x="28" y="49"/>
                      <a:pt x="28" y="50"/>
                      <a:pt x="28" y="51"/>
                    </a:cubicBezTo>
                    <a:cubicBezTo>
                      <a:pt x="28" y="51"/>
                      <a:pt x="27" y="52"/>
                      <a:pt x="27" y="53"/>
                    </a:cubicBezTo>
                    <a:cubicBezTo>
                      <a:pt x="27" y="54"/>
                      <a:pt x="26" y="55"/>
                      <a:pt x="26" y="56"/>
                    </a:cubicBezTo>
                    <a:cubicBezTo>
                      <a:pt x="25" y="56"/>
                      <a:pt x="25" y="57"/>
                      <a:pt x="24" y="57"/>
                    </a:cubicBezTo>
                    <a:cubicBezTo>
                      <a:pt x="24" y="57"/>
                      <a:pt x="22" y="58"/>
                      <a:pt x="21" y="58"/>
                    </a:cubicBezTo>
                    <a:cubicBezTo>
                      <a:pt x="20" y="59"/>
                      <a:pt x="20" y="60"/>
                      <a:pt x="20" y="60"/>
                    </a:cubicBezTo>
                    <a:cubicBezTo>
                      <a:pt x="20" y="60"/>
                      <a:pt x="21" y="61"/>
                      <a:pt x="21" y="61"/>
                    </a:cubicBezTo>
                    <a:cubicBezTo>
                      <a:pt x="22" y="61"/>
                      <a:pt x="23" y="62"/>
                      <a:pt x="23" y="62"/>
                    </a:cubicBezTo>
                    <a:cubicBezTo>
                      <a:pt x="23" y="62"/>
                      <a:pt x="23" y="63"/>
                      <a:pt x="23" y="64"/>
                    </a:cubicBezTo>
                    <a:cubicBezTo>
                      <a:pt x="23" y="64"/>
                      <a:pt x="22" y="66"/>
                      <a:pt x="23" y="66"/>
                    </a:cubicBezTo>
                    <a:cubicBezTo>
                      <a:pt x="24" y="66"/>
                      <a:pt x="25" y="66"/>
                      <a:pt x="25" y="66"/>
                    </a:cubicBezTo>
                    <a:cubicBezTo>
                      <a:pt x="27" y="67"/>
                      <a:pt x="27" y="67"/>
                      <a:pt x="27" y="67"/>
                    </a:cubicBezTo>
                    <a:cubicBezTo>
                      <a:pt x="28" y="68"/>
                      <a:pt x="28" y="68"/>
                      <a:pt x="28" y="68"/>
                    </a:cubicBezTo>
                    <a:cubicBezTo>
                      <a:pt x="29" y="68"/>
                      <a:pt x="29" y="68"/>
                      <a:pt x="29" y="68"/>
                    </a:cubicBezTo>
                    <a:cubicBezTo>
                      <a:pt x="29" y="68"/>
                      <a:pt x="29" y="69"/>
                      <a:pt x="29" y="70"/>
                    </a:cubicBezTo>
                    <a:cubicBezTo>
                      <a:pt x="28" y="70"/>
                      <a:pt x="28" y="71"/>
                      <a:pt x="28" y="71"/>
                    </a:cubicBezTo>
                    <a:cubicBezTo>
                      <a:pt x="27" y="71"/>
                      <a:pt x="27" y="71"/>
                      <a:pt x="27" y="70"/>
                    </a:cubicBezTo>
                    <a:cubicBezTo>
                      <a:pt x="27" y="69"/>
                      <a:pt x="27" y="69"/>
                      <a:pt x="26" y="68"/>
                    </a:cubicBezTo>
                    <a:cubicBezTo>
                      <a:pt x="25" y="68"/>
                      <a:pt x="24" y="69"/>
                      <a:pt x="24" y="69"/>
                    </a:cubicBezTo>
                    <a:cubicBezTo>
                      <a:pt x="24" y="69"/>
                      <a:pt x="23" y="69"/>
                      <a:pt x="23" y="68"/>
                    </a:cubicBezTo>
                    <a:cubicBezTo>
                      <a:pt x="22" y="67"/>
                      <a:pt x="22" y="68"/>
                      <a:pt x="22" y="67"/>
                    </a:cubicBezTo>
                    <a:cubicBezTo>
                      <a:pt x="22" y="66"/>
                      <a:pt x="23" y="66"/>
                      <a:pt x="22" y="65"/>
                    </a:cubicBezTo>
                    <a:cubicBezTo>
                      <a:pt x="22" y="65"/>
                      <a:pt x="21" y="64"/>
                      <a:pt x="21" y="64"/>
                    </a:cubicBezTo>
                    <a:cubicBezTo>
                      <a:pt x="20" y="64"/>
                      <a:pt x="21" y="65"/>
                      <a:pt x="20" y="64"/>
                    </a:cubicBezTo>
                    <a:cubicBezTo>
                      <a:pt x="20" y="63"/>
                      <a:pt x="19" y="63"/>
                      <a:pt x="19" y="63"/>
                    </a:cubicBezTo>
                    <a:cubicBezTo>
                      <a:pt x="19" y="63"/>
                      <a:pt x="18" y="63"/>
                      <a:pt x="18" y="62"/>
                    </a:cubicBezTo>
                    <a:cubicBezTo>
                      <a:pt x="18" y="62"/>
                      <a:pt x="18" y="61"/>
                      <a:pt x="18" y="60"/>
                    </a:cubicBezTo>
                    <a:cubicBezTo>
                      <a:pt x="18" y="60"/>
                      <a:pt x="19" y="59"/>
                      <a:pt x="19" y="58"/>
                    </a:cubicBezTo>
                    <a:cubicBezTo>
                      <a:pt x="19" y="58"/>
                      <a:pt x="19" y="55"/>
                      <a:pt x="19" y="55"/>
                    </a:cubicBezTo>
                    <a:cubicBezTo>
                      <a:pt x="19" y="55"/>
                      <a:pt x="16" y="61"/>
                      <a:pt x="15" y="66"/>
                    </a:cubicBezTo>
                    <a:cubicBezTo>
                      <a:pt x="15" y="66"/>
                      <a:pt x="16" y="65"/>
                      <a:pt x="16" y="66"/>
                    </a:cubicBezTo>
                    <a:cubicBezTo>
                      <a:pt x="16" y="67"/>
                      <a:pt x="17" y="68"/>
                      <a:pt x="16" y="69"/>
                    </a:cubicBezTo>
                    <a:cubicBezTo>
                      <a:pt x="16" y="69"/>
                      <a:pt x="16" y="69"/>
                      <a:pt x="16" y="72"/>
                    </a:cubicBezTo>
                    <a:cubicBezTo>
                      <a:pt x="16" y="74"/>
                      <a:pt x="17" y="75"/>
                      <a:pt x="17" y="76"/>
                    </a:cubicBezTo>
                    <a:cubicBezTo>
                      <a:pt x="16" y="76"/>
                      <a:pt x="16" y="77"/>
                      <a:pt x="16" y="78"/>
                    </a:cubicBezTo>
                    <a:cubicBezTo>
                      <a:pt x="16" y="79"/>
                      <a:pt x="16" y="82"/>
                      <a:pt x="17" y="82"/>
                    </a:cubicBezTo>
                    <a:cubicBezTo>
                      <a:pt x="17" y="82"/>
                      <a:pt x="17" y="83"/>
                      <a:pt x="17" y="83"/>
                    </a:cubicBezTo>
                    <a:cubicBezTo>
                      <a:pt x="18" y="84"/>
                      <a:pt x="17" y="85"/>
                      <a:pt x="18" y="84"/>
                    </a:cubicBezTo>
                    <a:cubicBezTo>
                      <a:pt x="19" y="82"/>
                      <a:pt x="20" y="81"/>
                      <a:pt x="20" y="81"/>
                    </a:cubicBezTo>
                    <a:cubicBezTo>
                      <a:pt x="20" y="80"/>
                      <a:pt x="20" y="80"/>
                      <a:pt x="20" y="80"/>
                    </a:cubicBezTo>
                    <a:cubicBezTo>
                      <a:pt x="20" y="80"/>
                      <a:pt x="20" y="79"/>
                      <a:pt x="22" y="79"/>
                    </a:cubicBezTo>
                    <a:cubicBezTo>
                      <a:pt x="23" y="79"/>
                      <a:pt x="24" y="79"/>
                      <a:pt x="24" y="80"/>
                    </a:cubicBezTo>
                    <a:cubicBezTo>
                      <a:pt x="25" y="80"/>
                      <a:pt x="23" y="82"/>
                      <a:pt x="24" y="82"/>
                    </a:cubicBezTo>
                    <a:cubicBezTo>
                      <a:pt x="25" y="82"/>
                      <a:pt x="27" y="81"/>
                      <a:pt x="28" y="81"/>
                    </a:cubicBezTo>
                    <a:cubicBezTo>
                      <a:pt x="29" y="81"/>
                      <a:pt x="29" y="82"/>
                      <a:pt x="30" y="83"/>
                    </a:cubicBezTo>
                    <a:cubicBezTo>
                      <a:pt x="30" y="84"/>
                      <a:pt x="30" y="85"/>
                      <a:pt x="31" y="86"/>
                    </a:cubicBezTo>
                    <a:cubicBezTo>
                      <a:pt x="32" y="86"/>
                      <a:pt x="31" y="87"/>
                      <a:pt x="32" y="88"/>
                    </a:cubicBezTo>
                    <a:cubicBezTo>
                      <a:pt x="32" y="89"/>
                      <a:pt x="34" y="90"/>
                      <a:pt x="35" y="90"/>
                    </a:cubicBezTo>
                    <a:cubicBezTo>
                      <a:pt x="35" y="90"/>
                      <a:pt x="37" y="90"/>
                      <a:pt x="38" y="90"/>
                    </a:cubicBezTo>
                    <a:cubicBezTo>
                      <a:pt x="39" y="91"/>
                      <a:pt x="38" y="92"/>
                      <a:pt x="39" y="92"/>
                    </a:cubicBezTo>
                    <a:cubicBezTo>
                      <a:pt x="40" y="92"/>
                      <a:pt x="41" y="95"/>
                      <a:pt x="41" y="95"/>
                    </a:cubicBezTo>
                    <a:cubicBezTo>
                      <a:pt x="41" y="95"/>
                      <a:pt x="41" y="97"/>
                      <a:pt x="41" y="98"/>
                    </a:cubicBezTo>
                    <a:cubicBezTo>
                      <a:pt x="41" y="98"/>
                      <a:pt x="41" y="99"/>
                      <a:pt x="42" y="100"/>
                    </a:cubicBezTo>
                    <a:cubicBezTo>
                      <a:pt x="42" y="100"/>
                      <a:pt x="44" y="100"/>
                      <a:pt x="44" y="100"/>
                    </a:cubicBezTo>
                    <a:cubicBezTo>
                      <a:pt x="44" y="100"/>
                      <a:pt x="43" y="102"/>
                      <a:pt x="45" y="102"/>
                    </a:cubicBezTo>
                    <a:cubicBezTo>
                      <a:pt x="47" y="103"/>
                      <a:pt x="48" y="103"/>
                      <a:pt x="49" y="104"/>
                    </a:cubicBezTo>
                    <a:cubicBezTo>
                      <a:pt x="49" y="104"/>
                      <a:pt x="48" y="105"/>
                      <a:pt x="50" y="105"/>
                    </a:cubicBezTo>
                    <a:cubicBezTo>
                      <a:pt x="52" y="105"/>
                      <a:pt x="54" y="105"/>
                      <a:pt x="55" y="106"/>
                    </a:cubicBezTo>
                    <a:cubicBezTo>
                      <a:pt x="56" y="106"/>
                      <a:pt x="55" y="107"/>
                      <a:pt x="57" y="109"/>
                    </a:cubicBezTo>
                    <a:cubicBezTo>
                      <a:pt x="60" y="110"/>
                      <a:pt x="60" y="111"/>
                      <a:pt x="61" y="111"/>
                    </a:cubicBezTo>
                    <a:cubicBezTo>
                      <a:pt x="62" y="111"/>
                      <a:pt x="63" y="111"/>
                      <a:pt x="63" y="113"/>
                    </a:cubicBezTo>
                    <a:cubicBezTo>
                      <a:pt x="62" y="115"/>
                      <a:pt x="62" y="116"/>
                      <a:pt x="61" y="117"/>
                    </a:cubicBezTo>
                    <a:cubicBezTo>
                      <a:pt x="60" y="118"/>
                      <a:pt x="59" y="120"/>
                      <a:pt x="58" y="121"/>
                    </a:cubicBezTo>
                    <a:cubicBezTo>
                      <a:pt x="58" y="122"/>
                      <a:pt x="57" y="123"/>
                      <a:pt x="58" y="124"/>
                    </a:cubicBezTo>
                    <a:cubicBezTo>
                      <a:pt x="58" y="126"/>
                      <a:pt x="59" y="127"/>
                      <a:pt x="59" y="128"/>
                    </a:cubicBezTo>
                    <a:cubicBezTo>
                      <a:pt x="59" y="129"/>
                      <a:pt x="59" y="131"/>
                      <a:pt x="59" y="132"/>
                    </a:cubicBezTo>
                    <a:cubicBezTo>
                      <a:pt x="58" y="133"/>
                      <a:pt x="58" y="134"/>
                      <a:pt x="58" y="134"/>
                    </a:cubicBezTo>
                    <a:cubicBezTo>
                      <a:pt x="58" y="134"/>
                      <a:pt x="59" y="136"/>
                      <a:pt x="58" y="137"/>
                    </a:cubicBezTo>
                    <a:cubicBezTo>
                      <a:pt x="57" y="138"/>
                      <a:pt x="55" y="140"/>
                      <a:pt x="54" y="140"/>
                    </a:cubicBezTo>
                    <a:cubicBezTo>
                      <a:pt x="53" y="140"/>
                      <a:pt x="51" y="142"/>
                      <a:pt x="51" y="142"/>
                    </a:cubicBezTo>
                    <a:cubicBezTo>
                      <a:pt x="51" y="142"/>
                      <a:pt x="51" y="146"/>
                      <a:pt x="51" y="147"/>
                    </a:cubicBezTo>
                    <a:cubicBezTo>
                      <a:pt x="51" y="147"/>
                      <a:pt x="47" y="154"/>
                      <a:pt x="49" y="155"/>
                    </a:cubicBezTo>
                    <a:cubicBezTo>
                      <a:pt x="50" y="156"/>
                      <a:pt x="50" y="158"/>
                      <a:pt x="50" y="159"/>
                    </a:cubicBezTo>
                    <a:cubicBezTo>
                      <a:pt x="49" y="160"/>
                      <a:pt x="49" y="160"/>
                      <a:pt x="49" y="160"/>
                    </a:cubicBezTo>
                    <a:cubicBezTo>
                      <a:pt x="48" y="161"/>
                      <a:pt x="46" y="161"/>
                      <a:pt x="47" y="163"/>
                    </a:cubicBezTo>
                    <a:cubicBezTo>
                      <a:pt x="49" y="165"/>
                      <a:pt x="50" y="165"/>
                      <a:pt x="50" y="167"/>
                    </a:cubicBezTo>
                    <a:cubicBezTo>
                      <a:pt x="51" y="168"/>
                      <a:pt x="51" y="168"/>
                      <a:pt x="52" y="170"/>
                    </a:cubicBezTo>
                    <a:cubicBezTo>
                      <a:pt x="53" y="171"/>
                      <a:pt x="53" y="172"/>
                      <a:pt x="54" y="173"/>
                    </a:cubicBezTo>
                    <a:cubicBezTo>
                      <a:pt x="55" y="174"/>
                      <a:pt x="56" y="175"/>
                      <a:pt x="56" y="176"/>
                    </a:cubicBezTo>
                    <a:cubicBezTo>
                      <a:pt x="56" y="177"/>
                      <a:pt x="59" y="179"/>
                      <a:pt x="56" y="177"/>
                    </a:cubicBezTo>
                    <a:cubicBezTo>
                      <a:pt x="53" y="175"/>
                      <a:pt x="56" y="177"/>
                      <a:pt x="52" y="174"/>
                    </a:cubicBezTo>
                    <a:cubicBezTo>
                      <a:pt x="49" y="171"/>
                      <a:pt x="48" y="173"/>
                      <a:pt x="46" y="171"/>
                    </a:cubicBezTo>
                    <a:cubicBezTo>
                      <a:pt x="45" y="169"/>
                      <a:pt x="47" y="175"/>
                      <a:pt x="44" y="168"/>
                    </a:cubicBezTo>
                    <a:cubicBezTo>
                      <a:pt x="41" y="160"/>
                      <a:pt x="40" y="161"/>
                      <a:pt x="39" y="159"/>
                    </a:cubicBezTo>
                    <a:cubicBezTo>
                      <a:pt x="39" y="157"/>
                      <a:pt x="39" y="159"/>
                      <a:pt x="37" y="155"/>
                    </a:cubicBezTo>
                    <a:cubicBezTo>
                      <a:pt x="35" y="151"/>
                      <a:pt x="37" y="154"/>
                      <a:pt x="35" y="151"/>
                    </a:cubicBezTo>
                    <a:cubicBezTo>
                      <a:pt x="33" y="149"/>
                      <a:pt x="33" y="152"/>
                      <a:pt x="32" y="148"/>
                    </a:cubicBezTo>
                    <a:cubicBezTo>
                      <a:pt x="31" y="143"/>
                      <a:pt x="31" y="146"/>
                      <a:pt x="30" y="141"/>
                    </a:cubicBezTo>
                    <a:cubicBezTo>
                      <a:pt x="28" y="136"/>
                      <a:pt x="31" y="136"/>
                      <a:pt x="28" y="133"/>
                    </a:cubicBezTo>
                    <a:cubicBezTo>
                      <a:pt x="25" y="131"/>
                      <a:pt x="25" y="132"/>
                      <a:pt x="24" y="131"/>
                    </a:cubicBezTo>
                    <a:cubicBezTo>
                      <a:pt x="23" y="129"/>
                      <a:pt x="25" y="130"/>
                      <a:pt x="22" y="126"/>
                    </a:cubicBezTo>
                    <a:cubicBezTo>
                      <a:pt x="20" y="122"/>
                      <a:pt x="16" y="120"/>
                      <a:pt x="16" y="113"/>
                    </a:cubicBezTo>
                    <a:cubicBezTo>
                      <a:pt x="16" y="105"/>
                      <a:pt x="16" y="104"/>
                      <a:pt x="16" y="104"/>
                    </a:cubicBezTo>
                    <a:cubicBezTo>
                      <a:pt x="16" y="104"/>
                      <a:pt x="13" y="101"/>
                      <a:pt x="14" y="97"/>
                    </a:cubicBezTo>
                    <a:cubicBezTo>
                      <a:pt x="15" y="92"/>
                      <a:pt x="16" y="94"/>
                      <a:pt x="15" y="92"/>
                    </a:cubicBezTo>
                    <a:cubicBezTo>
                      <a:pt x="15" y="91"/>
                      <a:pt x="14" y="91"/>
                      <a:pt x="13" y="89"/>
                    </a:cubicBezTo>
                    <a:cubicBezTo>
                      <a:pt x="12" y="88"/>
                      <a:pt x="12" y="88"/>
                      <a:pt x="11" y="87"/>
                    </a:cubicBezTo>
                    <a:cubicBezTo>
                      <a:pt x="11" y="86"/>
                      <a:pt x="11" y="83"/>
                      <a:pt x="11" y="83"/>
                    </a:cubicBezTo>
                    <a:cubicBezTo>
                      <a:pt x="10" y="84"/>
                      <a:pt x="10" y="84"/>
                      <a:pt x="10" y="84"/>
                    </a:cubicBezTo>
                    <a:cubicBezTo>
                      <a:pt x="10" y="84"/>
                      <a:pt x="0" y="182"/>
                      <a:pt x="97" y="197"/>
                    </a:cubicBezTo>
                    <a:cubicBezTo>
                      <a:pt x="97" y="197"/>
                      <a:pt x="75" y="192"/>
                      <a:pt x="73" y="187"/>
                    </a:cubicBezTo>
                    <a:cubicBezTo>
                      <a:pt x="73" y="187"/>
                      <a:pt x="72" y="183"/>
                      <a:pt x="73" y="183"/>
                    </a:cubicBezTo>
                    <a:cubicBezTo>
                      <a:pt x="74" y="183"/>
                      <a:pt x="76" y="184"/>
                      <a:pt x="77" y="183"/>
                    </a:cubicBezTo>
                    <a:cubicBezTo>
                      <a:pt x="79" y="181"/>
                      <a:pt x="80" y="180"/>
                      <a:pt x="80" y="180"/>
                    </a:cubicBezTo>
                    <a:cubicBezTo>
                      <a:pt x="80" y="182"/>
                      <a:pt x="80" y="182"/>
                      <a:pt x="80" y="182"/>
                    </a:cubicBezTo>
                    <a:cubicBezTo>
                      <a:pt x="80" y="182"/>
                      <a:pt x="79" y="182"/>
                      <a:pt x="83" y="181"/>
                    </a:cubicBezTo>
                    <a:cubicBezTo>
                      <a:pt x="88" y="181"/>
                      <a:pt x="88" y="181"/>
                      <a:pt x="89" y="181"/>
                    </a:cubicBezTo>
                    <a:cubicBezTo>
                      <a:pt x="91" y="180"/>
                      <a:pt x="93" y="176"/>
                      <a:pt x="94" y="178"/>
                    </a:cubicBezTo>
                    <a:cubicBezTo>
                      <a:pt x="95" y="181"/>
                      <a:pt x="93" y="180"/>
                      <a:pt x="95" y="181"/>
                    </a:cubicBezTo>
                    <a:cubicBezTo>
                      <a:pt x="97" y="181"/>
                      <a:pt x="101" y="180"/>
                      <a:pt x="101" y="180"/>
                    </a:cubicBezTo>
                    <a:cubicBezTo>
                      <a:pt x="101" y="180"/>
                      <a:pt x="108" y="181"/>
                      <a:pt x="108" y="180"/>
                    </a:cubicBezTo>
                    <a:cubicBezTo>
                      <a:pt x="109" y="179"/>
                      <a:pt x="109" y="178"/>
                      <a:pt x="110" y="178"/>
                    </a:cubicBezTo>
                    <a:cubicBezTo>
                      <a:pt x="111" y="178"/>
                      <a:pt x="112" y="180"/>
                      <a:pt x="112" y="180"/>
                    </a:cubicBezTo>
                    <a:cubicBezTo>
                      <a:pt x="108" y="182"/>
                      <a:pt x="108" y="182"/>
                      <a:pt x="108" y="182"/>
                    </a:cubicBezTo>
                    <a:cubicBezTo>
                      <a:pt x="105" y="185"/>
                      <a:pt x="105" y="185"/>
                      <a:pt x="105" y="185"/>
                    </a:cubicBezTo>
                    <a:cubicBezTo>
                      <a:pt x="105" y="185"/>
                      <a:pt x="103" y="185"/>
                      <a:pt x="105" y="186"/>
                    </a:cubicBezTo>
                    <a:cubicBezTo>
                      <a:pt x="106" y="187"/>
                      <a:pt x="107" y="187"/>
                      <a:pt x="108" y="187"/>
                    </a:cubicBezTo>
                    <a:cubicBezTo>
                      <a:pt x="110" y="187"/>
                      <a:pt x="114" y="190"/>
                      <a:pt x="115" y="188"/>
                    </a:cubicBezTo>
                    <a:cubicBezTo>
                      <a:pt x="116" y="186"/>
                      <a:pt x="116" y="186"/>
                      <a:pt x="117" y="185"/>
                    </a:cubicBezTo>
                    <a:cubicBezTo>
                      <a:pt x="117" y="184"/>
                      <a:pt x="117" y="182"/>
                      <a:pt x="119" y="182"/>
                    </a:cubicBezTo>
                    <a:cubicBezTo>
                      <a:pt x="120" y="182"/>
                      <a:pt x="122" y="183"/>
                      <a:pt x="122" y="183"/>
                    </a:cubicBezTo>
                    <a:cubicBezTo>
                      <a:pt x="121" y="186"/>
                      <a:pt x="121" y="186"/>
                      <a:pt x="121" y="186"/>
                    </a:cubicBezTo>
                    <a:cubicBezTo>
                      <a:pt x="121" y="186"/>
                      <a:pt x="123" y="186"/>
                      <a:pt x="125" y="186"/>
                    </a:cubicBezTo>
                    <a:cubicBezTo>
                      <a:pt x="126" y="186"/>
                      <a:pt x="126" y="188"/>
                      <a:pt x="128" y="186"/>
                    </a:cubicBezTo>
                    <a:cubicBezTo>
                      <a:pt x="129" y="184"/>
                      <a:pt x="129" y="184"/>
                      <a:pt x="131" y="184"/>
                    </a:cubicBezTo>
                    <a:cubicBezTo>
                      <a:pt x="133" y="184"/>
                      <a:pt x="135" y="183"/>
                      <a:pt x="136" y="183"/>
                    </a:cubicBezTo>
                    <a:cubicBezTo>
                      <a:pt x="136" y="184"/>
                      <a:pt x="138" y="184"/>
                      <a:pt x="139" y="184"/>
                    </a:cubicBezTo>
                    <a:cubicBezTo>
                      <a:pt x="139" y="184"/>
                      <a:pt x="143" y="186"/>
                      <a:pt x="143" y="186"/>
                    </a:cubicBezTo>
                    <a:cubicBezTo>
                      <a:pt x="144" y="185"/>
                      <a:pt x="148" y="186"/>
                      <a:pt x="148" y="186"/>
                    </a:cubicBezTo>
                    <a:cubicBezTo>
                      <a:pt x="148" y="186"/>
                      <a:pt x="137" y="196"/>
                      <a:pt x="113" y="197"/>
                    </a:cubicBezTo>
                    <a:cubicBezTo>
                      <a:pt x="113" y="197"/>
                      <a:pt x="167" y="199"/>
                      <a:pt x="197" y="146"/>
                    </a:cubicBezTo>
                    <a:cubicBezTo>
                      <a:pt x="228" y="94"/>
                      <a:pt x="206" y="26"/>
                      <a:pt x="137" y="3"/>
                    </a:cubicBezTo>
                    <a:cubicBezTo>
                      <a:pt x="137" y="3"/>
                      <a:pt x="189" y="22"/>
                      <a:pt x="203" y="71"/>
                    </a:cubicBezTo>
                    <a:cubicBezTo>
                      <a:pt x="202" y="72"/>
                      <a:pt x="202" y="72"/>
                      <a:pt x="202" y="72"/>
                    </a:cubicBezTo>
                    <a:cubicBezTo>
                      <a:pt x="201" y="71"/>
                      <a:pt x="201" y="72"/>
                      <a:pt x="200" y="69"/>
                    </a:cubicBezTo>
                    <a:cubicBezTo>
                      <a:pt x="199" y="67"/>
                      <a:pt x="199" y="68"/>
                      <a:pt x="199" y="66"/>
                    </a:cubicBezTo>
                    <a:cubicBezTo>
                      <a:pt x="198" y="64"/>
                      <a:pt x="198" y="65"/>
                      <a:pt x="197" y="64"/>
                    </a:cubicBezTo>
                    <a:cubicBezTo>
                      <a:pt x="195" y="62"/>
                      <a:pt x="195" y="62"/>
                      <a:pt x="194" y="61"/>
                    </a:cubicBezTo>
                    <a:cubicBezTo>
                      <a:pt x="193" y="61"/>
                      <a:pt x="192" y="58"/>
                      <a:pt x="192" y="57"/>
                    </a:cubicBezTo>
                    <a:cubicBezTo>
                      <a:pt x="191" y="56"/>
                      <a:pt x="189" y="55"/>
                      <a:pt x="188" y="55"/>
                    </a:cubicBezTo>
                    <a:cubicBezTo>
                      <a:pt x="187" y="55"/>
                      <a:pt x="188" y="54"/>
                      <a:pt x="187" y="55"/>
                    </a:cubicBezTo>
                    <a:cubicBezTo>
                      <a:pt x="187" y="56"/>
                      <a:pt x="189" y="58"/>
                      <a:pt x="189" y="58"/>
                    </a:cubicBezTo>
                    <a:cubicBezTo>
                      <a:pt x="189" y="62"/>
                      <a:pt x="189" y="62"/>
                      <a:pt x="189" y="62"/>
                    </a:cubicBezTo>
                    <a:cubicBezTo>
                      <a:pt x="189" y="62"/>
                      <a:pt x="190" y="65"/>
                      <a:pt x="190" y="66"/>
                    </a:cubicBezTo>
                    <a:cubicBezTo>
                      <a:pt x="190" y="67"/>
                      <a:pt x="189" y="70"/>
                      <a:pt x="189" y="70"/>
                    </a:cubicBezTo>
                    <a:cubicBezTo>
                      <a:pt x="189" y="70"/>
                      <a:pt x="188" y="72"/>
                      <a:pt x="187" y="73"/>
                    </a:cubicBezTo>
                    <a:cubicBezTo>
                      <a:pt x="186" y="73"/>
                      <a:pt x="181" y="74"/>
                      <a:pt x="181" y="74"/>
                    </a:cubicBezTo>
                    <a:cubicBezTo>
                      <a:pt x="181" y="74"/>
                      <a:pt x="179" y="72"/>
                      <a:pt x="179" y="71"/>
                    </a:cubicBezTo>
                    <a:cubicBezTo>
                      <a:pt x="178" y="69"/>
                      <a:pt x="175" y="69"/>
                      <a:pt x="174" y="68"/>
                    </a:cubicBezTo>
                    <a:cubicBezTo>
                      <a:pt x="174" y="67"/>
                      <a:pt x="175" y="66"/>
                      <a:pt x="173" y="64"/>
                    </a:cubicBezTo>
                    <a:cubicBezTo>
                      <a:pt x="172" y="62"/>
                      <a:pt x="173" y="63"/>
                      <a:pt x="172" y="61"/>
                    </a:cubicBezTo>
                    <a:cubicBezTo>
                      <a:pt x="170" y="59"/>
                      <a:pt x="170" y="59"/>
                      <a:pt x="170" y="59"/>
                    </a:cubicBezTo>
                    <a:cubicBezTo>
                      <a:pt x="170" y="59"/>
                      <a:pt x="166" y="58"/>
                      <a:pt x="167" y="60"/>
                    </a:cubicBezTo>
                    <a:cubicBezTo>
                      <a:pt x="168" y="63"/>
                      <a:pt x="167" y="65"/>
                      <a:pt x="168" y="65"/>
                    </a:cubicBezTo>
                    <a:cubicBezTo>
                      <a:pt x="169" y="66"/>
                      <a:pt x="170" y="65"/>
                      <a:pt x="171" y="67"/>
                    </a:cubicBezTo>
                    <a:cubicBezTo>
                      <a:pt x="172" y="69"/>
                      <a:pt x="172" y="70"/>
                      <a:pt x="172" y="71"/>
                    </a:cubicBezTo>
                    <a:cubicBezTo>
                      <a:pt x="173" y="71"/>
                      <a:pt x="173" y="74"/>
                      <a:pt x="174" y="75"/>
                    </a:cubicBezTo>
                    <a:cubicBezTo>
                      <a:pt x="175" y="75"/>
                      <a:pt x="178" y="75"/>
                      <a:pt x="178" y="76"/>
                    </a:cubicBezTo>
                    <a:cubicBezTo>
                      <a:pt x="177" y="77"/>
                      <a:pt x="176" y="78"/>
                      <a:pt x="178" y="79"/>
                    </a:cubicBezTo>
                    <a:cubicBezTo>
                      <a:pt x="179" y="79"/>
                      <a:pt x="179" y="80"/>
                      <a:pt x="180" y="80"/>
                    </a:cubicBezTo>
                    <a:cubicBezTo>
                      <a:pt x="181" y="80"/>
                      <a:pt x="181" y="80"/>
                      <a:pt x="182" y="79"/>
                    </a:cubicBezTo>
                    <a:cubicBezTo>
                      <a:pt x="184" y="79"/>
                      <a:pt x="186" y="79"/>
                      <a:pt x="186" y="79"/>
                    </a:cubicBezTo>
                    <a:cubicBezTo>
                      <a:pt x="186" y="79"/>
                      <a:pt x="188" y="80"/>
                      <a:pt x="188" y="81"/>
                    </a:cubicBezTo>
                    <a:cubicBezTo>
                      <a:pt x="188" y="82"/>
                      <a:pt x="187" y="86"/>
                      <a:pt x="187" y="86"/>
                    </a:cubicBezTo>
                    <a:cubicBezTo>
                      <a:pt x="185" y="90"/>
                      <a:pt x="185" y="90"/>
                      <a:pt x="185" y="90"/>
                    </a:cubicBezTo>
                    <a:cubicBezTo>
                      <a:pt x="185" y="90"/>
                      <a:pt x="185" y="97"/>
                      <a:pt x="184" y="97"/>
                    </a:cubicBezTo>
                    <a:cubicBezTo>
                      <a:pt x="183" y="97"/>
                      <a:pt x="182" y="100"/>
                      <a:pt x="181" y="100"/>
                    </a:cubicBezTo>
                    <a:cubicBezTo>
                      <a:pt x="180" y="101"/>
                      <a:pt x="180" y="105"/>
                      <a:pt x="180" y="105"/>
                    </a:cubicBezTo>
                    <a:cubicBezTo>
                      <a:pt x="178" y="108"/>
                      <a:pt x="178" y="108"/>
                      <a:pt x="178" y="108"/>
                    </a:cubicBezTo>
                    <a:cubicBezTo>
                      <a:pt x="178" y="108"/>
                      <a:pt x="178" y="111"/>
                      <a:pt x="178" y="112"/>
                    </a:cubicBezTo>
                    <a:cubicBezTo>
                      <a:pt x="178" y="113"/>
                      <a:pt x="179" y="117"/>
                      <a:pt x="178" y="119"/>
                    </a:cubicBezTo>
                    <a:cubicBezTo>
                      <a:pt x="178" y="121"/>
                      <a:pt x="175" y="122"/>
                      <a:pt x="175" y="122"/>
                    </a:cubicBezTo>
                    <a:cubicBezTo>
                      <a:pt x="175" y="122"/>
                      <a:pt x="179" y="126"/>
                      <a:pt x="177" y="126"/>
                    </a:cubicBezTo>
                    <a:cubicBezTo>
                      <a:pt x="175" y="127"/>
                      <a:pt x="173" y="129"/>
                      <a:pt x="173" y="130"/>
                    </a:cubicBezTo>
                    <a:cubicBezTo>
                      <a:pt x="172" y="131"/>
                      <a:pt x="172" y="132"/>
                      <a:pt x="171" y="132"/>
                    </a:cubicBezTo>
                    <a:cubicBezTo>
                      <a:pt x="170" y="133"/>
                      <a:pt x="168" y="133"/>
                      <a:pt x="168" y="134"/>
                    </a:cubicBezTo>
                    <a:cubicBezTo>
                      <a:pt x="168" y="134"/>
                      <a:pt x="168" y="137"/>
                      <a:pt x="168" y="137"/>
                    </a:cubicBezTo>
                    <a:cubicBezTo>
                      <a:pt x="164" y="142"/>
                      <a:pt x="164" y="142"/>
                      <a:pt x="164" y="142"/>
                    </a:cubicBezTo>
                    <a:cubicBezTo>
                      <a:pt x="160" y="146"/>
                      <a:pt x="160" y="146"/>
                      <a:pt x="160" y="146"/>
                    </a:cubicBezTo>
                    <a:cubicBezTo>
                      <a:pt x="160" y="146"/>
                      <a:pt x="160" y="149"/>
                      <a:pt x="159" y="149"/>
                    </a:cubicBezTo>
                    <a:cubicBezTo>
                      <a:pt x="158" y="149"/>
                      <a:pt x="153" y="151"/>
                      <a:pt x="152" y="152"/>
                    </a:cubicBezTo>
                    <a:cubicBezTo>
                      <a:pt x="152" y="152"/>
                      <a:pt x="148" y="154"/>
                      <a:pt x="147" y="154"/>
                    </a:cubicBezTo>
                    <a:cubicBezTo>
                      <a:pt x="146" y="154"/>
                      <a:pt x="148" y="157"/>
                      <a:pt x="146" y="154"/>
                    </a:cubicBezTo>
                    <a:cubicBezTo>
                      <a:pt x="144" y="151"/>
                      <a:pt x="145" y="153"/>
                      <a:pt x="144" y="149"/>
                    </a:cubicBezTo>
                    <a:cubicBezTo>
                      <a:pt x="142" y="145"/>
                      <a:pt x="142" y="148"/>
                      <a:pt x="142" y="145"/>
                    </a:cubicBezTo>
                    <a:cubicBezTo>
                      <a:pt x="142" y="143"/>
                      <a:pt x="142" y="145"/>
                      <a:pt x="142" y="143"/>
                    </a:cubicBezTo>
                    <a:cubicBezTo>
                      <a:pt x="142" y="140"/>
                      <a:pt x="143" y="142"/>
                      <a:pt x="141" y="139"/>
                    </a:cubicBezTo>
                    <a:cubicBezTo>
                      <a:pt x="140" y="136"/>
                      <a:pt x="140" y="137"/>
                      <a:pt x="138" y="135"/>
                    </a:cubicBezTo>
                    <a:cubicBezTo>
                      <a:pt x="136" y="133"/>
                      <a:pt x="135" y="135"/>
                      <a:pt x="136" y="132"/>
                    </a:cubicBezTo>
                    <a:cubicBezTo>
                      <a:pt x="137" y="129"/>
                      <a:pt x="137" y="132"/>
                      <a:pt x="137" y="129"/>
                    </a:cubicBezTo>
                    <a:cubicBezTo>
                      <a:pt x="138" y="126"/>
                      <a:pt x="137" y="125"/>
                      <a:pt x="139" y="124"/>
                    </a:cubicBezTo>
                    <a:cubicBezTo>
                      <a:pt x="141" y="123"/>
                      <a:pt x="142" y="122"/>
                      <a:pt x="142" y="121"/>
                    </a:cubicBezTo>
                    <a:cubicBezTo>
                      <a:pt x="142" y="119"/>
                      <a:pt x="142" y="118"/>
                      <a:pt x="142" y="117"/>
                    </a:cubicBezTo>
                    <a:cubicBezTo>
                      <a:pt x="141" y="116"/>
                      <a:pt x="139" y="114"/>
                      <a:pt x="139" y="113"/>
                    </a:cubicBezTo>
                    <a:cubicBezTo>
                      <a:pt x="139" y="112"/>
                      <a:pt x="139" y="113"/>
                      <a:pt x="137" y="111"/>
                    </a:cubicBezTo>
                    <a:cubicBezTo>
                      <a:pt x="136" y="109"/>
                      <a:pt x="135" y="108"/>
                      <a:pt x="135" y="108"/>
                    </a:cubicBezTo>
                    <a:cubicBezTo>
                      <a:pt x="135" y="108"/>
                      <a:pt x="135" y="103"/>
                      <a:pt x="135" y="101"/>
                    </a:cubicBezTo>
                    <a:cubicBezTo>
                      <a:pt x="135" y="99"/>
                      <a:pt x="134" y="102"/>
                      <a:pt x="135" y="99"/>
                    </a:cubicBezTo>
                    <a:cubicBezTo>
                      <a:pt x="135" y="96"/>
                      <a:pt x="135" y="94"/>
                      <a:pt x="135" y="94"/>
                    </a:cubicBezTo>
                    <a:cubicBezTo>
                      <a:pt x="135" y="94"/>
                      <a:pt x="132" y="92"/>
                      <a:pt x="131" y="92"/>
                    </a:cubicBezTo>
                    <a:cubicBezTo>
                      <a:pt x="129" y="92"/>
                      <a:pt x="129" y="94"/>
                      <a:pt x="127" y="93"/>
                    </a:cubicBezTo>
                    <a:cubicBezTo>
                      <a:pt x="125" y="91"/>
                      <a:pt x="126" y="90"/>
                      <a:pt x="125" y="89"/>
                    </a:cubicBezTo>
                    <a:cubicBezTo>
                      <a:pt x="124" y="89"/>
                      <a:pt x="123" y="89"/>
                      <a:pt x="122" y="90"/>
                    </a:cubicBezTo>
                    <a:cubicBezTo>
                      <a:pt x="121" y="91"/>
                      <a:pt x="118" y="91"/>
                      <a:pt x="116" y="91"/>
                    </a:cubicBezTo>
                    <a:cubicBezTo>
                      <a:pt x="114" y="92"/>
                      <a:pt x="113" y="92"/>
                      <a:pt x="110" y="92"/>
                    </a:cubicBezTo>
                    <a:cubicBezTo>
                      <a:pt x="108" y="92"/>
                      <a:pt x="104" y="93"/>
                      <a:pt x="102" y="92"/>
                    </a:cubicBezTo>
                    <a:cubicBezTo>
                      <a:pt x="100" y="91"/>
                      <a:pt x="100" y="92"/>
                      <a:pt x="99" y="90"/>
                    </a:cubicBezTo>
                    <a:cubicBezTo>
                      <a:pt x="98" y="88"/>
                      <a:pt x="99" y="88"/>
                      <a:pt x="97" y="87"/>
                    </a:cubicBezTo>
                    <a:cubicBezTo>
                      <a:pt x="95" y="86"/>
                      <a:pt x="94" y="87"/>
                      <a:pt x="94" y="85"/>
                    </a:cubicBezTo>
                    <a:cubicBezTo>
                      <a:pt x="94" y="82"/>
                      <a:pt x="95" y="83"/>
                      <a:pt x="93" y="81"/>
                    </a:cubicBezTo>
                    <a:cubicBezTo>
                      <a:pt x="92" y="79"/>
                      <a:pt x="94" y="82"/>
                      <a:pt x="92" y="79"/>
                    </a:cubicBezTo>
                    <a:cubicBezTo>
                      <a:pt x="89" y="76"/>
                      <a:pt x="88" y="79"/>
                      <a:pt x="89" y="76"/>
                    </a:cubicBezTo>
                    <a:cubicBezTo>
                      <a:pt x="90" y="74"/>
                      <a:pt x="91" y="75"/>
                      <a:pt x="91" y="73"/>
                    </a:cubicBezTo>
                    <a:cubicBezTo>
                      <a:pt x="91" y="70"/>
                      <a:pt x="95" y="74"/>
                      <a:pt x="92" y="68"/>
                    </a:cubicBezTo>
                    <a:cubicBezTo>
                      <a:pt x="90" y="63"/>
                      <a:pt x="89" y="64"/>
                      <a:pt x="92" y="60"/>
                    </a:cubicBezTo>
                    <a:cubicBezTo>
                      <a:pt x="94" y="55"/>
                      <a:pt x="97" y="54"/>
                      <a:pt x="98" y="53"/>
                    </a:cubicBezTo>
                    <a:cubicBezTo>
                      <a:pt x="98" y="52"/>
                      <a:pt x="99" y="50"/>
                      <a:pt x="100" y="49"/>
                    </a:cubicBezTo>
                    <a:cubicBezTo>
                      <a:pt x="101" y="48"/>
                      <a:pt x="100" y="48"/>
                      <a:pt x="102" y="48"/>
                    </a:cubicBezTo>
                    <a:cubicBezTo>
                      <a:pt x="104" y="48"/>
                      <a:pt x="107" y="47"/>
                      <a:pt x="108" y="46"/>
                    </a:cubicBezTo>
                    <a:cubicBezTo>
                      <a:pt x="109" y="45"/>
                      <a:pt x="111" y="42"/>
                      <a:pt x="112" y="42"/>
                    </a:cubicBezTo>
                    <a:cubicBezTo>
                      <a:pt x="113" y="42"/>
                      <a:pt x="113" y="42"/>
                      <a:pt x="115" y="42"/>
                    </a:cubicBezTo>
                    <a:cubicBezTo>
                      <a:pt x="117" y="41"/>
                      <a:pt x="117" y="41"/>
                      <a:pt x="119" y="41"/>
                    </a:cubicBezTo>
                    <a:cubicBezTo>
                      <a:pt x="120" y="41"/>
                      <a:pt x="117" y="42"/>
                      <a:pt x="121" y="41"/>
                    </a:cubicBezTo>
                    <a:cubicBezTo>
                      <a:pt x="125" y="40"/>
                      <a:pt x="124" y="40"/>
                      <a:pt x="125" y="40"/>
                    </a:cubicBezTo>
                    <a:cubicBezTo>
                      <a:pt x="126" y="40"/>
                      <a:pt x="126" y="41"/>
                      <a:pt x="127" y="41"/>
                    </a:cubicBezTo>
                    <a:cubicBezTo>
                      <a:pt x="129" y="41"/>
                      <a:pt x="129" y="38"/>
                      <a:pt x="129" y="41"/>
                    </a:cubicBezTo>
                    <a:cubicBezTo>
                      <a:pt x="129" y="45"/>
                      <a:pt x="128" y="46"/>
                      <a:pt x="130" y="46"/>
                    </a:cubicBezTo>
                    <a:cubicBezTo>
                      <a:pt x="133" y="47"/>
                      <a:pt x="130" y="47"/>
                      <a:pt x="133" y="47"/>
                    </a:cubicBezTo>
                    <a:cubicBezTo>
                      <a:pt x="136" y="47"/>
                      <a:pt x="135" y="47"/>
                      <a:pt x="137" y="48"/>
                    </a:cubicBezTo>
                    <a:cubicBezTo>
                      <a:pt x="138" y="48"/>
                      <a:pt x="139" y="49"/>
                      <a:pt x="141" y="49"/>
                    </a:cubicBezTo>
                    <a:cubicBezTo>
                      <a:pt x="143" y="49"/>
                      <a:pt x="140" y="52"/>
                      <a:pt x="143" y="49"/>
                    </a:cubicBezTo>
                    <a:cubicBezTo>
                      <a:pt x="146" y="46"/>
                      <a:pt x="141" y="46"/>
                      <a:pt x="146" y="46"/>
                    </a:cubicBezTo>
                    <a:cubicBezTo>
                      <a:pt x="151" y="47"/>
                      <a:pt x="152" y="48"/>
                      <a:pt x="153" y="48"/>
                    </a:cubicBezTo>
                    <a:cubicBezTo>
                      <a:pt x="154" y="47"/>
                      <a:pt x="154" y="48"/>
                      <a:pt x="156" y="47"/>
                    </a:cubicBezTo>
                    <a:cubicBezTo>
                      <a:pt x="159" y="46"/>
                      <a:pt x="159" y="46"/>
                      <a:pt x="160" y="46"/>
                    </a:cubicBezTo>
                    <a:cubicBezTo>
                      <a:pt x="161" y="47"/>
                      <a:pt x="161" y="49"/>
                      <a:pt x="162" y="47"/>
                    </a:cubicBezTo>
                    <a:cubicBezTo>
                      <a:pt x="163" y="45"/>
                      <a:pt x="165" y="45"/>
                      <a:pt x="162" y="44"/>
                    </a:cubicBezTo>
                    <a:cubicBezTo>
                      <a:pt x="159" y="42"/>
                      <a:pt x="158" y="44"/>
                      <a:pt x="158" y="42"/>
                    </a:cubicBezTo>
                    <a:cubicBezTo>
                      <a:pt x="157" y="40"/>
                      <a:pt x="160" y="41"/>
                      <a:pt x="157" y="40"/>
                    </a:cubicBezTo>
                    <a:cubicBezTo>
                      <a:pt x="154" y="40"/>
                      <a:pt x="155" y="40"/>
                      <a:pt x="153" y="39"/>
                    </a:cubicBezTo>
                    <a:cubicBezTo>
                      <a:pt x="151" y="38"/>
                      <a:pt x="149" y="41"/>
                      <a:pt x="148" y="39"/>
                    </a:cubicBezTo>
                    <a:cubicBezTo>
                      <a:pt x="147" y="37"/>
                      <a:pt x="143" y="41"/>
                      <a:pt x="147" y="37"/>
                    </a:cubicBezTo>
                    <a:cubicBezTo>
                      <a:pt x="151" y="34"/>
                      <a:pt x="149" y="32"/>
                      <a:pt x="152" y="33"/>
                    </a:cubicBezTo>
                    <a:cubicBezTo>
                      <a:pt x="155" y="34"/>
                      <a:pt x="154" y="36"/>
                      <a:pt x="155" y="35"/>
                    </a:cubicBezTo>
                    <a:cubicBezTo>
                      <a:pt x="157" y="33"/>
                      <a:pt x="160" y="32"/>
                      <a:pt x="157" y="30"/>
                    </a:cubicBezTo>
                    <a:cubicBezTo>
                      <a:pt x="154" y="28"/>
                      <a:pt x="156" y="29"/>
                      <a:pt x="153" y="28"/>
                    </a:cubicBezTo>
                    <a:cubicBezTo>
                      <a:pt x="150" y="26"/>
                      <a:pt x="147" y="33"/>
                      <a:pt x="146" y="32"/>
                    </a:cubicBezTo>
                    <a:cubicBezTo>
                      <a:pt x="145" y="31"/>
                      <a:pt x="144" y="30"/>
                      <a:pt x="143" y="31"/>
                    </a:cubicBezTo>
                    <a:cubicBezTo>
                      <a:pt x="142" y="31"/>
                      <a:pt x="142" y="34"/>
                      <a:pt x="142" y="36"/>
                    </a:cubicBezTo>
                    <a:cubicBezTo>
                      <a:pt x="142" y="38"/>
                      <a:pt x="143" y="38"/>
                      <a:pt x="140" y="37"/>
                    </a:cubicBezTo>
                    <a:cubicBezTo>
                      <a:pt x="137" y="35"/>
                      <a:pt x="144" y="36"/>
                      <a:pt x="137" y="33"/>
                    </a:cubicBezTo>
                    <a:cubicBezTo>
                      <a:pt x="130" y="31"/>
                      <a:pt x="128" y="31"/>
                      <a:pt x="127" y="32"/>
                    </a:cubicBezTo>
                    <a:cubicBezTo>
                      <a:pt x="126" y="33"/>
                      <a:pt x="125" y="33"/>
                      <a:pt x="124" y="34"/>
                    </a:cubicBezTo>
                    <a:cubicBezTo>
                      <a:pt x="123" y="35"/>
                      <a:pt x="126" y="36"/>
                      <a:pt x="123" y="35"/>
                    </a:cubicBezTo>
                    <a:cubicBezTo>
                      <a:pt x="120" y="33"/>
                      <a:pt x="118" y="35"/>
                      <a:pt x="118" y="35"/>
                    </a:cubicBezTo>
                    <a:cubicBezTo>
                      <a:pt x="118" y="35"/>
                      <a:pt x="117" y="35"/>
                      <a:pt x="116" y="36"/>
                    </a:cubicBezTo>
                    <a:cubicBezTo>
                      <a:pt x="114" y="37"/>
                      <a:pt x="112" y="38"/>
                      <a:pt x="111" y="37"/>
                    </a:cubicBezTo>
                    <a:cubicBezTo>
                      <a:pt x="109" y="37"/>
                      <a:pt x="106" y="38"/>
                      <a:pt x="109" y="34"/>
                    </a:cubicBezTo>
                    <a:cubicBezTo>
                      <a:pt x="111" y="31"/>
                      <a:pt x="109" y="33"/>
                      <a:pt x="113" y="31"/>
                    </a:cubicBezTo>
                    <a:cubicBezTo>
                      <a:pt x="117" y="30"/>
                      <a:pt x="123" y="29"/>
                      <a:pt x="118" y="28"/>
                    </a:cubicBezTo>
                    <a:cubicBezTo>
                      <a:pt x="113" y="27"/>
                      <a:pt x="121" y="27"/>
                      <a:pt x="114" y="24"/>
                    </a:cubicBezTo>
                    <a:cubicBezTo>
                      <a:pt x="107" y="21"/>
                      <a:pt x="107" y="25"/>
                      <a:pt x="107" y="21"/>
                    </a:cubicBezTo>
                    <a:cubicBezTo>
                      <a:pt x="108" y="16"/>
                      <a:pt x="107" y="16"/>
                      <a:pt x="106" y="16"/>
                    </a:cubicBezTo>
                    <a:cubicBezTo>
                      <a:pt x="104" y="16"/>
                      <a:pt x="100" y="17"/>
                      <a:pt x="98" y="18"/>
                    </a:cubicBezTo>
                    <a:cubicBezTo>
                      <a:pt x="97" y="18"/>
                      <a:pt x="99" y="19"/>
                      <a:pt x="96" y="17"/>
                    </a:cubicBezTo>
                    <a:cubicBezTo>
                      <a:pt x="92" y="15"/>
                      <a:pt x="91" y="18"/>
                      <a:pt x="92" y="15"/>
                    </a:cubicBezTo>
                    <a:cubicBezTo>
                      <a:pt x="94" y="13"/>
                      <a:pt x="94" y="12"/>
                      <a:pt x="96" y="11"/>
                    </a:cubicBezTo>
                    <a:cubicBezTo>
                      <a:pt x="98" y="9"/>
                      <a:pt x="97" y="3"/>
                      <a:pt x="102" y="5"/>
                    </a:cubicBezTo>
                    <a:cubicBezTo>
                      <a:pt x="106" y="8"/>
                      <a:pt x="105" y="7"/>
                      <a:pt x="108" y="7"/>
                    </a:cubicBezTo>
                    <a:cubicBezTo>
                      <a:pt x="112" y="7"/>
                      <a:pt x="114" y="7"/>
                      <a:pt x="114" y="6"/>
                    </a:cubicBezTo>
                    <a:cubicBezTo>
                      <a:pt x="114" y="5"/>
                      <a:pt x="109" y="3"/>
                      <a:pt x="109" y="3"/>
                    </a:cubicBezTo>
                    <a:cubicBezTo>
                      <a:pt x="109" y="3"/>
                      <a:pt x="108" y="4"/>
                      <a:pt x="109" y="3"/>
                    </a:cubicBezTo>
                    <a:cubicBezTo>
                      <a:pt x="109" y="2"/>
                      <a:pt x="110" y="1"/>
                      <a:pt x="110" y="1"/>
                    </a:cubicBezTo>
                    <a:cubicBezTo>
                      <a:pt x="109" y="0"/>
                      <a:pt x="109" y="0"/>
                      <a:pt x="109" y="0"/>
                    </a:cubicBezTo>
                    <a:cubicBezTo>
                      <a:pt x="109" y="0"/>
                      <a:pt x="96" y="0"/>
                      <a:pt x="92" y="0"/>
                    </a:cubicBezTo>
                    <a:close/>
                  </a:path>
                </a:pathLst>
              </a:custGeom>
              <a:solidFill>
                <a:srgbClr val="37B0E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grpSp>
        <p:grpSp>
          <p:nvGrpSpPr>
            <p:cNvPr id="171" name="组合 170"/>
            <p:cNvGrpSpPr/>
            <p:nvPr/>
          </p:nvGrpSpPr>
          <p:grpSpPr>
            <a:xfrm>
              <a:off x="5160946" y="3004669"/>
              <a:ext cx="301846" cy="482642"/>
              <a:chOff x="5452697" y="3283198"/>
              <a:chExt cx="428625" cy="685359"/>
            </a:xfrm>
          </p:grpSpPr>
          <p:sp>
            <p:nvSpPr>
              <p:cNvPr id="206" name="Freeform 41"/>
              <p:cNvSpPr>
                <a:spLocks noEditPoints="1"/>
              </p:cNvSpPr>
              <p:nvPr/>
            </p:nvSpPr>
            <p:spPr bwMode="auto">
              <a:xfrm>
                <a:off x="5452697" y="3283198"/>
                <a:ext cx="428625" cy="390525"/>
              </a:xfrm>
              <a:custGeom>
                <a:avLst/>
                <a:gdLst>
                  <a:gd name="T0" fmla="*/ 116 w 196"/>
                  <a:gd name="T1" fmla="*/ 2 h 179"/>
                  <a:gd name="T2" fmla="*/ 98 w 196"/>
                  <a:gd name="T3" fmla="*/ 0 h 179"/>
                  <a:gd name="T4" fmla="*/ 98 w 196"/>
                  <a:gd name="T5" fmla="*/ 17 h 179"/>
                  <a:gd name="T6" fmla="*/ 113 w 196"/>
                  <a:gd name="T7" fmla="*/ 18 h 179"/>
                  <a:gd name="T8" fmla="*/ 169 w 196"/>
                  <a:gd name="T9" fmla="*/ 105 h 179"/>
                  <a:gd name="T10" fmla="*/ 98 w 196"/>
                  <a:gd name="T11" fmla="*/ 163 h 179"/>
                  <a:gd name="T12" fmla="*/ 98 w 196"/>
                  <a:gd name="T13" fmla="*/ 179 h 179"/>
                  <a:gd name="T14" fmla="*/ 185 w 196"/>
                  <a:gd name="T15" fmla="*/ 108 h 179"/>
                  <a:gd name="T16" fmla="*/ 116 w 196"/>
                  <a:gd name="T17" fmla="*/ 2 h 179"/>
                  <a:gd name="T18" fmla="*/ 98 w 196"/>
                  <a:gd name="T19" fmla="*/ 0 h 179"/>
                  <a:gd name="T20" fmla="*/ 10 w 196"/>
                  <a:gd name="T21" fmla="*/ 71 h 179"/>
                  <a:gd name="T22" fmla="*/ 79 w 196"/>
                  <a:gd name="T23" fmla="*/ 177 h 179"/>
                  <a:gd name="T24" fmla="*/ 98 w 196"/>
                  <a:gd name="T25" fmla="*/ 179 h 179"/>
                  <a:gd name="T26" fmla="*/ 98 w 196"/>
                  <a:gd name="T27" fmla="*/ 163 h 179"/>
                  <a:gd name="T28" fmla="*/ 83 w 196"/>
                  <a:gd name="T29" fmla="*/ 161 h 179"/>
                  <a:gd name="T30" fmla="*/ 83 w 196"/>
                  <a:gd name="T31" fmla="*/ 161 h 179"/>
                  <a:gd name="T32" fmla="*/ 26 w 196"/>
                  <a:gd name="T33" fmla="*/ 75 h 179"/>
                  <a:gd name="T34" fmla="*/ 98 w 196"/>
                  <a:gd name="T35" fmla="*/ 17 h 179"/>
                  <a:gd name="T36" fmla="*/ 98 w 196"/>
                  <a:gd name="T37" fmla="*/ 0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96" h="179">
                    <a:moveTo>
                      <a:pt x="116" y="2"/>
                    </a:moveTo>
                    <a:cubicBezTo>
                      <a:pt x="110" y="1"/>
                      <a:pt x="104" y="0"/>
                      <a:pt x="98" y="0"/>
                    </a:cubicBezTo>
                    <a:cubicBezTo>
                      <a:pt x="98" y="17"/>
                      <a:pt x="98" y="17"/>
                      <a:pt x="98" y="17"/>
                    </a:cubicBezTo>
                    <a:cubicBezTo>
                      <a:pt x="103" y="17"/>
                      <a:pt x="108" y="17"/>
                      <a:pt x="113" y="18"/>
                    </a:cubicBezTo>
                    <a:cubicBezTo>
                      <a:pt x="152" y="27"/>
                      <a:pt x="177" y="65"/>
                      <a:pt x="169" y="105"/>
                    </a:cubicBezTo>
                    <a:cubicBezTo>
                      <a:pt x="162" y="139"/>
                      <a:pt x="131" y="163"/>
                      <a:pt x="98" y="163"/>
                    </a:cubicBezTo>
                    <a:cubicBezTo>
                      <a:pt x="98" y="179"/>
                      <a:pt x="98" y="179"/>
                      <a:pt x="98" y="179"/>
                    </a:cubicBezTo>
                    <a:cubicBezTo>
                      <a:pt x="139" y="179"/>
                      <a:pt x="177" y="150"/>
                      <a:pt x="185" y="108"/>
                    </a:cubicBezTo>
                    <a:cubicBezTo>
                      <a:pt x="196" y="60"/>
                      <a:pt x="165" y="12"/>
                      <a:pt x="116" y="2"/>
                    </a:cubicBezTo>
                    <a:close/>
                    <a:moveTo>
                      <a:pt x="98" y="0"/>
                    </a:moveTo>
                    <a:cubicBezTo>
                      <a:pt x="56" y="0"/>
                      <a:pt x="19" y="29"/>
                      <a:pt x="10" y="71"/>
                    </a:cubicBezTo>
                    <a:cubicBezTo>
                      <a:pt x="0" y="120"/>
                      <a:pt x="31" y="167"/>
                      <a:pt x="79" y="177"/>
                    </a:cubicBezTo>
                    <a:cubicBezTo>
                      <a:pt x="85" y="179"/>
                      <a:pt x="92" y="179"/>
                      <a:pt x="98" y="179"/>
                    </a:cubicBezTo>
                    <a:cubicBezTo>
                      <a:pt x="98" y="163"/>
                      <a:pt x="98" y="163"/>
                      <a:pt x="98" y="163"/>
                    </a:cubicBezTo>
                    <a:cubicBezTo>
                      <a:pt x="93" y="163"/>
                      <a:pt x="88" y="162"/>
                      <a:pt x="83" y="161"/>
                    </a:cubicBezTo>
                    <a:cubicBezTo>
                      <a:pt x="83" y="161"/>
                      <a:pt x="83" y="161"/>
                      <a:pt x="83" y="161"/>
                    </a:cubicBezTo>
                    <a:cubicBezTo>
                      <a:pt x="43" y="153"/>
                      <a:pt x="18" y="114"/>
                      <a:pt x="26" y="75"/>
                    </a:cubicBezTo>
                    <a:cubicBezTo>
                      <a:pt x="33" y="40"/>
                      <a:pt x="64" y="17"/>
                      <a:pt x="98" y="17"/>
                    </a:cubicBezTo>
                    <a:lnTo>
                      <a:pt x="98" y="0"/>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207" name="Freeform 43"/>
              <p:cNvSpPr/>
              <p:nvPr/>
            </p:nvSpPr>
            <p:spPr bwMode="auto">
              <a:xfrm>
                <a:off x="5530719" y="3643561"/>
                <a:ext cx="125178" cy="324996"/>
              </a:xfrm>
              <a:custGeom>
                <a:avLst/>
                <a:gdLst/>
                <a:ahLst/>
                <a:cxnLst/>
                <a:rect l="l" t="t" r="r" b="b"/>
                <a:pathLst>
                  <a:path w="125178" h="324996">
                    <a:moveTo>
                      <a:pt x="72791" y="0"/>
                    </a:moveTo>
                    <a:lnTo>
                      <a:pt x="125178" y="11112"/>
                    </a:lnTo>
                    <a:lnTo>
                      <a:pt x="110517" y="80314"/>
                    </a:lnTo>
                    <a:cubicBezTo>
                      <a:pt x="119190" y="88806"/>
                      <a:pt x="122294" y="101492"/>
                      <a:pt x="118669" y="114855"/>
                    </a:cubicBezTo>
                    <a:lnTo>
                      <a:pt x="81787" y="291533"/>
                    </a:lnTo>
                    <a:cubicBezTo>
                      <a:pt x="77447" y="313345"/>
                      <a:pt x="55752" y="328613"/>
                      <a:pt x="34056" y="324251"/>
                    </a:cubicBezTo>
                    <a:cubicBezTo>
                      <a:pt x="10190" y="317707"/>
                      <a:pt x="-4997" y="295895"/>
                      <a:pt x="1512" y="274083"/>
                    </a:cubicBezTo>
                    <a:cubicBezTo>
                      <a:pt x="38395" y="97406"/>
                      <a:pt x="38395" y="97406"/>
                      <a:pt x="38395" y="97406"/>
                    </a:cubicBezTo>
                    <a:cubicBezTo>
                      <a:pt x="40712" y="84594"/>
                      <a:pt x="47978" y="74891"/>
                      <a:pt x="57961" y="69997"/>
                    </a:cubicBez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grpSp>
        <p:sp>
          <p:nvSpPr>
            <p:cNvPr id="172" name="Freeform 44"/>
            <p:cNvSpPr/>
            <p:nvPr/>
          </p:nvSpPr>
          <p:spPr bwMode="auto">
            <a:xfrm>
              <a:off x="4375029" y="1184652"/>
              <a:ext cx="368922" cy="337620"/>
            </a:xfrm>
            <a:custGeom>
              <a:avLst/>
              <a:gdLst>
                <a:gd name="T0" fmla="*/ 117 w 240"/>
                <a:gd name="T1" fmla="*/ 220 h 220"/>
                <a:gd name="T2" fmla="*/ 0 w 240"/>
                <a:gd name="T3" fmla="*/ 219 h 220"/>
                <a:gd name="T4" fmla="*/ 0 w 240"/>
                <a:gd name="T5" fmla="*/ 44 h 220"/>
                <a:gd name="T6" fmla="*/ 120 w 240"/>
                <a:gd name="T7" fmla="*/ 44 h 220"/>
                <a:gd name="T8" fmla="*/ 240 w 240"/>
                <a:gd name="T9" fmla="*/ 44 h 220"/>
                <a:gd name="T10" fmla="*/ 240 w 240"/>
                <a:gd name="T11" fmla="*/ 219 h 220"/>
                <a:gd name="T12" fmla="*/ 117 w 240"/>
                <a:gd name="T13" fmla="*/ 220 h 220"/>
              </a:gdLst>
              <a:ahLst/>
              <a:cxnLst>
                <a:cxn ang="0">
                  <a:pos x="T0" y="T1"/>
                </a:cxn>
                <a:cxn ang="0">
                  <a:pos x="T2" y="T3"/>
                </a:cxn>
                <a:cxn ang="0">
                  <a:pos x="T4" y="T5"/>
                </a:cxn>
                <a:cxn ang="0">
                  <a:pos x="T6" y="T7"/>
                </a:cxn>
                <a:cxn ang="0">
                  <a:pos x="T8" y="T9"/>
                </a:cxn>
                <a:cxn ang="0">
                  <a:pos x="T10" y="T11"/>
                </a:cxn>
                <a:cxn ang="0">
                  <a:pos x="T12" y="T13"/>
                </a:cxn>
              </a:cxnLst>
              <a:rect l="0" t="0" r="r" b="b"/>
              <a:pathLst>
                <a:path w="240" h="220">
                  <a:moveTo>
                    <a:pt x="117" y="220"/>
                  </a:moveTo>
                  <a:cubicBezTo>
                    <a:pt x="117" y="220"/>
                    <a:pt x="76" y="179"/>
                    <a:pt x="0" y="219"/>
                  </a:cubicBezTo>
                  <a:cubicBezTo>
                    <a:pt x="0" y="44"/>
                    <a:pt x="0" y="44"/>
                    <a:pt x="0" y="44"/>
                  </a:cubicBezTo>
                  <a:cubicBezTo>
                    <a:pt x="0" y="44"/>
                    <a:pt x="78" y="0"/>
                    <a:pt x="120" y="44"/>
                  </a:cubicBezTo>
                  <a:cubicBezTo>
                    <a:pt x="240" y="44"/>
                    <a:pt x="240" y="44"/>
                    <a:pt x="240" y="44"/>
                  </a:cubicBezTo>
                  <a:cubicBezTo>
                    <a:pt x="240" y="219"/>
                    <a:pt x="240" y="219"/>
                    <a:pt x="240" y="219"/>
                  </a:cubicBezTo>
                  <a:lnTo>
                    <a:pt x="117" y="220"/>
                  </a:lnTo>
                  <a:close/>
                </a:path>
              </a:pathLst>
            </a:custGeom>
            <a:solidFill>
              <a:srgbClr val="37B0E8"/>
            </a:solidFill>
            <a:ln>
              <a:noFill/>
            </a:ln>
          </p:spPr>
          <p:txBody>
            <a:bodyPr vert="horz" wrap="square" lIns="91440" tIns="45720" rIns="91440" bIns="45720" numCol="1" anchor="t" anchorCtr="0" compatLnSpc="1"/>
            <a:lstStyle/>
            <a:p>
              <a:endParaRPr lang="id-ID"/>
            </a:p>
          </p:txBody>
        </p:sp>
        <p:sp>
          <p:nvSpPr>
            <p:cNvPr id="173" name="Freeform 45"/>
            <p:cNvSpPr>
              <a:spLocks noEditPoints="1"/>
            </p:cNvSpPr>
            <p:nvPr/>
          </p:nvSpPr>
          <p:spPr bwMode="auto">
            <a:xfrm>
              <a:off x="4265470" y="3058331"/>
              <a:ext cx="449415" cy="372277"/>
            </a:xfrm>
            <a:custGeom>
              <a:avLst/>
              <a:gdLst>
                <a:gd name="T0" fmla="*/ 199 w 293"/>
                <a:gd name="T1" fmla="*/ 192 h 242"/>
                <a:gd name="T2" fmla="*/ 219 w 293"/>
                <a:gd name="T3" fmla="*/ 205 h 242"/>
                <a:gd name="T4" fmla="*/ 219 w 293"/>
                <a:gd name="T5" fmla="*/ 214 h 242"/>
                <a:gd name="T6" fmla="*/ 199 w 293"/>
                <a:gd name="T7" fmla="*/ 214 h 242"/>
                <a:gd name="T8" fmla="*/ 219 w 293"/>
                <a:gd name="T9" fmla="*/ 242 h 242"/>
                <a:gd name="T10" fmla="*/ 242 w 293"/>
                <a:gd name="T11" fmla="*/ 216 h 242"/>
                <a:gd name="T12" fmla="*/ 199 w 293"/>
                <a:gd name="T13" fmla="*/ 170 h 242"/>
                <a:gd name="T14" fmla="*/ 293 w 293"/>
                <a:gd name="T15" fmla="*/ 147 h 242"/>
                <a:gd name="T16" fmla="*/ 269 w 293"/>
                <a:gd name="T17" fmla="*/ 0 h 242"/>
                <a:gd name="T18" fmla="*/ 199 w 293"/>
                <a:gd name="T19" fmla="*/ 16 h 242"/>
                <a:gd name="T20" fmla="*/ 275 w 293"/>
                <a:gd name="T21" fmla="*/ 35 h 242"/>
                <a:gd name="T22" fmla="*/ 256 w 293"/>
                <a:gd name="T23" fmla="*/ 154 h 242"/>
                <a:gd name="T24" fmla="*/ 199 w 293"/>
                <a:gd name="T25" fmla="*/ 170 h 242"/>
                <a:gd name="T26" fmla="*/ 175 w 293"/>
                <a:gd name="T27" fmla="*/ 192 h 242"/>
                <a:gd name="T28" fmla="*/ 199 w 293"/>
                <a:gd name="T29" fmla="*/ 170 h 242"/>
                <a:gd name="T30" fmla="*/ 146 w 293"/>
                <a:gd name="T31" fmla="*/ 154 h 242"/>
                <a:gd name="T32" fmla="*/ 199 w 293"/>
                <a:gd name="T33" fmla="*/ 242 h 242"/>
                <a:gd name="T34" fmla="*/ 179 w 293"/>
                <a:gd name="T35" fmla="*/ 214 h 242"/>
                <a:gd name="T36" fmla="*/ 179 w 293"/>
                <a:gd name="T37" fmla="*/ 205 h 242"/>
                <a:gd name="T38" fmla="*/ 199 w 293"/>
                <a:gd name="T39" fmla="*/ 192 h 242"/>
                <a:gd name="T40" fmla="*/ 146 w 293"/>
                <a:gd name="T41" fmla="*/ 0 h 242"/>
                <a:gd name="T42" fmla="*/ 199 w 293"/>
                <a:gd name="T43" fmla="*/ 16 h 242"/>
                <a:gd name="T44" fmla="*/ 146 w 293"/>
                <a:gd name="T45" fmla="*/ 0 h 242"/>
                <a:gd name="T46" fmla="*/ 0 w 293"/>
                <a:gd name="T47" fmla="*/ 24 h 242"/>
                <a:gd name="T48" fmla="*/ 23 w 293"/>
                <a:gd name="T49" fmla="*/ 170 h 242"/>
                <a:gd name="T50" fmla="*/ 117 w 293"/>
                <a:gd name="T51" fmla="*/ 192 h 242"/>
                <a:gd name="T52" fmla="*/ 52 w 293"/>
                <a:gd name="T53" fmla="*/ 216 h 242"/>
                <a:gd name="T54" fmla="*/ 75 w 293"/>
                <a:gd name="T55" fmla="*/ 242 h 242"/>
                <a:gd name="T56" fmla="*/ 146 w 293"/>
                <a:gd name="T57" fmla="*/ 154 h 242"/>
                <a:gd name="T58" fmla="*/ 37 w 293"/>
                <a:gd name="T59" fmla="*/ 154 h 242"/>
                <a:gd name="T60" fmla="*/ 17 w 293"/>
                <a:gd name="T61" fmla="*/ 35 h 242"/>
                <a:gd name="T62" fmla="*/ 146 w 293"/>
                <a:gd name="T63" fmla="*/ 16 h 2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93" h="242">
                  <a:moveTo>
                    <a:pt x="219" y="192"/>
                  </a:moveTo>
                  <a:cubicBezTo>
                    <a:pt x="199" y="192"/>
                    <a:pt x="199" y="192"/>
                    <a:pt x="199" y="192"/>
                  </a:cubicBezTo>
                  <a:cubicBezTo>
                    <a:pt x="199" y="205"/>
                    <a:pt x="199" y="205"/>
                    <a:pt x="199" y="205"/>
                  </a:cubicBezTo>
                  <a:cubicBezTo>
                    <a:pt x="219" y="205"/>
                    <a:pt x="219" y="205"/>
                    <a:pt x="219" y="205"/>
                  </a:cubicBezTo>
                  <a:cubicBezTo>
                    <a:pt x="221" y="205"/>
                    <a:pt x="223" y="207"/>
                    <a:pt x="223" y="209"/>
                  </a:cubicBezTo>
                  <a:cubicBezTo>
                    <a:pt x="223" y="212"/>
                    <a:pt x="221" y="214"/>
                    <a:pt x="219" y="214"/>
                  </a:cubicBezTo>
                  <a:cubicBezTo>
                    <a:pt x="219" y="214"/>
                    <a:pt x="219" y="214"/>
                    <a:pt x="219" y="214"/>
                  </a:cubicBezTo>
                  <a:cubicBezTo>
                    <a:pt x="199" y="214"/>
                    <a:pt x="199" y="214"/>
                    <a:pt x="199" y="214"/>
                  </a:cubicBezTo>
                  <a:cubicBezTo>
                    <a:pt x="199" y="242"/>
                    <a:pt x="199" y="242"/>
                    <a:pt x="199" y="242"/>
                  </a:cubicBezTo>
                  <a:cubicBezTo>
                    <a:pt x="219" y="242"/>
                    <a:pt x="219" y="242"/>
                    <a:pt x="219" y="242"/>
                  </a:cubicBezTo>
                  <a:cubicBezTo>
                    <a:pt x="232" y="242"/>
                    <a:pt x="242" y="232"/>
                    <a:pt x="242" y="219"/>
                  </a:cubicBezTo>
                  <a:cubicBezTo>
                    <a:pt x="242" y="216"/>
                    <a:pt x="242" y="216"/>
                    <a:pt x="242" y="216"/>
                  </a:cubicBezTo>
                  <a:cubicBezTo>
                    <a:pt x="242" y="203"/>
                    <a:pt x="232" y="192"/>
                    <a:pt x="219" y="192"/>
                  </a:cubicBezTo>
                  <a:close/>
                  <a:moveTo>
                    <a:pt x="199" y="170"/>
                  </a:moveTo>
                  <a:cubicBezTo>
                    <a:pt x="269" y="170"/>
                    <a:pt x="269" y="170"/>
                    <a:pt x="269" y="170"/>
                  </a:cubicBezTo>
                  <a:cubicBezTo>
                    <a:pt x="282" y="170"/>
                    <a:pt x="293" y="160"/>
                    <a:pt x="293" y="147"/>
                  </a:cubicBezTo>
                  <a:cubicBezTo>
                    <a:pt x="293" y="24"/>
                    <a:pt x="293" y="24"/>
                    <a:pt x="293" y="24"/>
                  </a:cubicBezTo>
                  <a:cubicBezTo>
                    <a:pt x="293" y="11"/>
                    <a:pt x="282" y="0"/>
                    <a:pt x="269" y="0"/>
                  </a:cubicBezTo>
                  <a:cubicBezTo>
                    <a:pt x="199" y="0"/>
                    <a:pt x="199" y="0"/>
                    <a:pt x="199" y="0"/>
                  </a:cubicBezTo>
                  <a:cubicBezTo>
                    <a:pt x="199" y="16"/>
                    <a:pt x="199" y="16"/>
                    <a:pt x="199" y="16"/>
                  </a:cubicBezTo>
                  <a:cubicBezTo>
                    <a:pt x="256" y="16"/>
                    <a:pt x="256" y="16"/>
                    <a:pt x="256" y="16"/>
                  </a:cubicBezTo>
                  <a:cubicBezTo>
                    <a:pt x="267" y="16"/>
                    <a:pt x="275" y="24"/>
                    <a:pt x="275" y="35"/>
                  </a:cubicBezTo>
                  <a:cubicBezTo>
                    <a:pt x="275" y="135"/>
                    <a:pt x="275" y="135"/>
                    <a:pt x="275" y="135"/>
                  </a:cubicBezTo>
                  <a:cubicBezTo>
                    <a:pt x="275" y="146"/>
                    <a:pt x="267" y="154"/>
                    <a:pt x="256" y="154"/>
                  </a:cubicBezTo>
                  <a:cubicBezTo>
                    <a:pt x="199" y="154"/>
                    <a:pt x="199" y="154"/>
                    <a:pt x="199" y="154"/>
                  </a:cubicBezTo>
                  <a:lnTo>
                    <a:pt x="199" y="170"/>
                  </a:lnTo>
                  <a:close/>
                  <a:moveTo>
                    <a:pt x="199" y="192"/>
                  </a:moveTo>
                  <a:cubicBezTo>
                    <a:pt x="175" y="192"/>
                    <a:pt x="175" y="192"/>
                    <a:pt x="175" y="192"/>
                  </a:cubicBezTo>
                  <a:cubicBezTo>
                    <a:pt x="175" y="170"/>
                    <a:pt x="175" y="170"/>
                    <a:pt x="175" y="170"/>
                  </a:cubicBezTo>
                  <a:cubicBezTo>
                    <a:pt x="199" y="170"/>
                    <a:pt x="199" y="170"/>
                    <a:pt x="199" y="170"/>
                  </a:cubicBezTo>
                  <a:cubicBezTo>
                    <a:pt x="199" y="154"/>
                    <a:pt x="199" y="154"/>
                    <a:pt x="199" y="154"/>
                  </a:cubicBezTo>
                  <a:cubicBezTo>
                    <a:pt x="146" y="154"/>
                    <a:pt x="146" y="154"/>
                    <a:pt x="146" y="154"/>
                  </a:cubicBezTo>
                  <a:cubicBezTo>
                    <a:pt x="146" y="242"/>
                    <a:pt x="146" y="242"/>
                    <a:pt x="146" y="242"/>
                  </a:cubicBezTo>
                  <a:cubicBezTo>
                    <a:pt x="199" y="242"/>
                    <a:pt x="199" y="242"/>
                    <a:pt x="199" y="242"/>
                  </a:cubicBezTo>
                  <a:cubicBezTo>
                    <a:pt x="199" y="214"/>
                    <a:pt x="199" y="214"/>
                    <a:pt x="199" y="214"/>
                  </a:cubicBezTo>
                  <a:cubicBezTo>
                    <a:pt x="179" y="214"/>
                    <a:pt x="179" y="214"/>
                    <a:pt x="179" y="214"/>
                  </a:cubicBezTo>
                  <a:cubicBezTo>
                    <a:pt x="177" y="214"/>
                    <a:pt x="175" y="212"/>
                    <a:pt x="175" y="209"/>
                  </a:cubicBezTo>
                  <a:cubicBezTo>
                    <a:pt x="175" y="207"/>
                    <a:pt x="177" y="205"/>
                    <a:pt x="179" y="205"/>
                  </a:cubicBezTo>
                  <a:cubicBezTo>
                    <a:pt x="199" y="205"/>
                    <a:pt x="199" y="205"/>
                    <a:pt x="199" y="205"/>
                  </a:cubicBezTo>
                  <a:cubicBezTo>
                    <a:pt x="199" y="192"/>
                    <a:pt x="199" y="192"/>
                    <a:pt x="199" y="192"/>
                  </a:cubicBezTo>
                  <a:close/>
                  <a:moveTo>
                    <a:pt x="199" y="0"/>
                  </a:moveTo>
                  <a:cubicBezTo>
                    <a:pt x="146" y="0"/>
                    <a:pt x="146" y="0"/>
                    <a:pt x="146" y="0"/>
                  </a:cubicBezTo>
                  <a:cubicBezTo>
                    <a:pt x="146" y="16"/>
                    <a:pt x="146" y="16"/>
                    <a:pt x="146" y="16"/>
                  </a:cubicBezTo>
                  <a:cubicBezTo>
                    <a:pt x="199" y="16"/>
                    <a:pt x="199" y="16"/>
                    <a:pt x="199" y="16"/>
                  </a:cubicBezTo>
                  <a:lnTo>
                    <a:pt x="199" y="0"/>
                  </a:lnTo>
                  <a:close/>
                  <a:moveTo>
                    <a:pt x="146" y="0"/>
                  </a:moveTo>
                  <a:cubicBezTo>
                    <a:pt x="23" y="0"/>
                    <a:pt x="23" y="0"/>
                    <a:pt x="23" y="0"/>
                  </a:cubicBezTo>
                  <a:cubicBezTo>
                    <a:pt x="10" y="0"/>
                    <a:pt x="0" y="11"/>
                    <a:pt x="0" y="24"/>
                  </a:cubicBezTo>
                  <a:cubicBezTo>
                    <a:pt x="0" y="147"/>
                    <a:pt x="0" y="147"/>
                    <a:pt x="0" y="147"/>
                  </a:cubicBezTo>
                  <a:cubicBezTo>
                    <a:pt x="0" y="160"/>
                    <a:pt x="10" y="170"/>
                    <a:pt x="23" y="170"/>
                  </a:cubicBezTo>
                  <a:cubicBezTo>
                    <a:pt x="117" y="170"/>
                    <a:pt x="117" y="170"/>
                    <a:pt x="117" y="170"/>
                  </a:cubicBezTo>
                  <a:cubicBezTo>
                    <a:pt x="117" y="192"/>
                    <a:pt x="117" y="192"/>
                    <a:pt x="117" y="192"/>
                  </a:cubicBezTo>
                  <a:cubicBezTo>
                    <a:pt x="75" y="192"/>
                    <a:pt x="75" y="192"/>
                    <a:pt x="75" y="192"/>
                  </a:cubicBezTo>
                  <a:cubicBezTo>
                    <a:pt x="62" y="192"/>
                    <a:pt x="52" y="203"/>
                    <a:pt x="52" y="216"/>
                  </a:cubicBezTo>
                  <a:cubicBezTo>
                    <a:pt x="52" y="219"/>
                    <a:pt x="52" y="219"/>
                    <a:pt x="52" y="219"/>
                  </a:cubicBezTo>
                  <a:cubicBezTo>
                    <a:pt x="52" y="232"/>
                    <a:pt x="62" y="242"/>
                    <a:pt x="75" y="242"/>
                  </a:cubicBezTo>
                  <a:cubicBezTo>
                    <a:pt x="146" y="242"/>
                    <a:pt x="146" y="242"/>
                    <a:pt x="146" y="242"/>
                  </a:cubicBezTo>
                  <a:cubicBezTo>
                    <a:pt x="146" y="154"/>
                    <a:pt x="146" y="154"/>
                    <a:pt x="146" y="154"/>
                  </a:cubicBezTo>
                  <a:cubicBezTo>
                    <a:pt x="37" y="154"/>
                    <a:pt x="37" y="154"/>
                    <a:pt x="37" y="154"/>
                  </a:cubicBezTo>
                  <a:cubicBezTo>
                    <a:pt x="37" y="154"/>
                    <a:pt x="37" y="154"/>
                    <a:pt x="37" y="154"/>
                  </a:cubicBezTo>
                  <a:cubicBezTo>
                    <a:pt x="26" y="154"/>
                    <a:pt x="17" y="146"/>
                    <a:pt x="17" y="135"/>
                  </a:cubicBezTo>
                  <a:cubicBezTo>
                    <a:pt x="17" y="35"/>
                    <a:pt x="17" y="35"/>
                    <a:pt x="17" y="35"/>
                  </a:cubicBezTo>
                  <a:cubicBezTo>
                    <a:pt x="17" y="24"/>
                    <a:pt x="26" y="16"/>
                    <a:pt x="37" y="16"/>
                  </a:cubicBezTo>
                  <a:cubicBezTo>
                    <a:pt x="146" y="16"/>
                    <a:pt x="146" y="16"/>
                    <a:pt x="146" y="16"/>
                  </a:cubicBezTo>
                  <a:lnTo>
                    <a:pt x="146" y="0"/>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174" name="Freeform 46"/>
            <p:cNvSpPr>
              <a:spLocks noEditPoints="1"/>
            </p:cNvSpPr>
            <p:nvPr/>
          </p:nvSpPr>
          <p:spPr bwMode="auto">
            <a:xfrm>
              <a:off x="5060331" y="2317132"/>
              <a:ext cx="576861" cy="673004"/>
            </a:xfrm>
            <a:custGeom>
              <a:avLst/>
              <a:gdLst>
                <a:gd name="T0" fmla="*/ 376 w 376"/>
                <a:gd name="T1" fmla="*/ 43 h 438"/>
                <a:gd name="T2" fmla="*/ 324 w 376"/>
                <a:gd name="T3" fmla="*/ 32 h 438"/>
                <a:gd name="T4" fmla="*/ 334 w 376"/>
                <a:gd name="T5" fmla="*/ 54 h 438"/>
                <a:gd name="T6" fmla="*/ 324 w 376"/>
                <a:gd name="T7" fmla="*/ 59 h 438"/>
                <a:gd name="T8" fmla="*/ 272 w 376"/>
                <a:gd name="T9" fmla="*/ 63 h 438"/>
                <a:gd name="T10" fmla="*/ 304 w 376"/>
                <a:gd name="T11" fmla="*/ 98 h 438"/>
                <a:gd name="T12" fmla="*/ 256 w 376"/>
                <a:gd name="T13" fmla="*/ 81 h 438"/>
                <a:gd name="T14" fmla="*/ 271 w 376"/>
                <a:gd name="T15" fmla="*/ 103 h 438"/>
                <a:gd name="T16" fmla="*/ 241 w 376"/>
                <a:gd name="T17" fmla="*/ 100 h 438"/>
                <a:gd name="T18" fmla="*/ 256 w 376"/>
                <a:gd name="T19" fmla="*/ 122 h 438"/>
                <a:gd name="T20" fmla="*/ 226 w 376"/>
                <a:gd name="T21" fmla="*/ 119 h 438"/>
                <a:gd name="T22" fmla="*/ 240 w 376"/>
                <a:gd name="T23" fmla="*/ 140 h 438"/>
                <a:gd name="T24" fmla="*/ 210 w 376"/>
                <a:gd name="T25" fmla="*/ 138 h 438"/>
                <a:gd name="T26" fmla="*/ 242 w 376"/>
                <a:gd name="T27" fmla="*/ 173 h 438"/>
                <a:gd name="T28" fmla="*/ 195 w 376"/>
                <a:gd name="T29" fmla="*/ 156 h 438"/>
                <a:gd name="T30" fmla="*/ 210 w 376"/>
                <a:gd name="T31" fmla="*/ 178 h 438"/>
                <a:gd name="T32" fmla="*/ 180 w 376"/>
                <a:gd name="T33" fmla="*/ 175 h 438"/>
                <a:gd name="T34" fmla="*/ 194 w 376"/>
                <a:gd name="T35" fmla="*/ 197 h 438"/>
                <a:gd name="T36" fmla="*/ 164 w 376"/>
                <a:gd name="T37" fmla="*/ 194 h 438"/>
                <a:gd name="T38" fmla="*/ 179 w 376"/>
                <a:gd name="T39" fmla="*/ 215 h 438"/>
                <a:gd name="T40" fmla="*/ 149 w 376"/>
                <a:gd name="T41" fmla="*/ 213 h 438"/>
                <a:gd name="T42" fmla="*/ 181 w 376"/>
                <a:gd name="T43" fmla="*/ 248 h 438"/>
                <a:gd name="T44" fmla="*/ 134 w 376"/>
                <a:gd name="T45" fmla="*/ 232 h 438"/>
                <a:gd name="T46" fmla="*/ 148 w 376"/>
                <a:gd name="T47" fmla="*/ 253 h 438"/>
                <a:gd name="T48" fmla="*/ 118 w 376"/>
                <a:gd name="T49" fmla="*/ 250 h 438"/>
                <a:gd name="T50" fmla="*/ 133 w 376"/>
                <a:gd name="T51" fmla="*/ 272 h 438"/>
                <a:gd name="T52" fmla="*/ 103 w 376"/>
                <a:gd name="T53" fmla="*/ 269 h 438"/>
                <a:gd name="T54" fmla="*/ 117 w 376"/>
                <a:gd name="T55" fmla="*/ 290 h 438"/>
                <a:gd name="T56" fmla="*/ 88 w 376"/>
                <a:gd name="T57" fmla="*/ 288 h 438"/>
                <a:gd name="T58" fmla="*/ 119 w 376"/>
                <a:gd name="T59" fmla="*/ 323 h 438"/>
                <a:gd name="T60" fmla="*/ 72 w 376"/>
                <a:gd name="T61" fmla="*/ 307 h 438"/>
                <a:gd name="T62" fmla="*/ 87 w 376"/>
                <a:gd name="T63" fmla="*/ 328 h 438"/>
                <a:gd name="T64" fmla="*/ 57 w 376"/>
                <a:gd name="T65" fmla="*/ 325 h 438"/>
                <a:gd name="T66" fmla="*/ 71 w 376"/>
                <a:gd name="T67" fmla="*/ 347 h 438"/>
                <a:gd name="T68" fmla="*/ 42 w 376"/>
                <a:gd name="T69" fmla="*/ 344 h 438"/>
                <a:gd name="T70" fmla="*/ 56 w 376"/>
                <a:gd name="T71" fmla="*/ 366 h 438"/>
                <a:gd name="T72" fmla="*/ 26 w 376"/>
                <a:gd name="T73" fmla="*/ 363 h 438"/>
                <a:gd name="T74" fmla="*/ 58 w 376"/>
                <a:gd name="T75" fmla="*/ 398 h 438"/>
                <a:gd name="T76" fmla="*/ 0 w 376"/>
                <a:gd name="T77" fmla="*/ 395 h 438"/>
                <a:gd name="T78" fmla="*/ 324 w 376"/>
                <a:gd name="T79" fmla="*/ 106 h 438"/>
                <a:gd name="T80" fmla="*/ 316 w 376"/>
                <a:gd name="T81" fmla="*/ 56 h 438"/>
                <a:gd name="T82" fmla="*/ 324 w 376"/>
                <a:gd name="T83" fmla="*/ 32 h 438"/>
                <a:gd name="T84" fmla="*/ 323 w 376"/>
                <a:gd name="T85" fmla="*/ 0 h 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376" h="438">
                  <a:moveTo>
                    <a:pt x="324" y="106"/>
                  </a:moveTo>
                  <a:cubicBezTo>
                    <a:pt x="376" y="43"/>
                    <a:pt x="376" y="43"/>
                    <a:pt x="376" y="43"/>
                  </a:cubicBezTo>
                  <a:cubicBezTo>
                    <a:pt x="324" y="1"/>
                    <a:pt x="324" y="1"/>
                    <a:pt x="324" y="1"/>
                  </a:cubicBezTo>
                  <a:cubicBezTo>
                    <a:pt x="324" y="32"/>
                    <a:pt x="324" y="32"/>
                    <a:pt x="324" y="32"/>
                  </a:cubicBezTo>
                  <a:cubicBezTo>
                    <a:pt x="327" y="32"/>
                    <a:pt x="330" y="33"/>
                    <a:pt x="332" y="35"/>
                  </a:cubicBezTo>
                  <a:cubicBezTo>
                    <a:pt x="338" y="40"/>
                    <a:pt x="339" y="49"/>
                    <a:pt x="334" y="54"/>
                  </a:cubicBezTo>
                  <a:cubicBezTo>
                    <a:pt x="334" y="54"/>
                    <a:pt x="334" y="54"/>
                    <a:pt x="334" y="54"/>
                  </a:cubicBezTo>
                  <a:cubicBezTo>
                    <a:pt x="332" y="57"/>
                    <a:pt x="328" y="59"/>
                    <a:pt x="324" y="59"/>
                  </a:cubicBezTo>
                  <a:lnTo>
                    <a:pt x="324" y="106"/>
                  </a:lnTo>
                  <a:close/>
                  <a:moveTo>
                    <a:pt x="272" y="63"/>
                  </a:moveTo>
                  <a:cubicBezTo>
                    <a:pt x="308" y="92"/>
                    <a:pt x="308" y="92"/>
                    <a:pt x="308" y="92"/>
                  </a:cubicBezTo>
                  <a:cubicBezTo>
                    <a:pt x="304" y="98"/>
                    <a:pt x="304" y="98"/>
                    <a:pt x="304" y="98"/>
                  </a:cubicBezTo>
                  <a:cubicBezTo>
                    <a:pt x="267" y="68"/>
                    <a:pt x="267" y="68"/>
                    <a:pt x="267" y="68"/>
                  </a:cubicBezTo>
                  <a:cubicBezTo>
                    <a:pt x="256" y="81"/>
                    <a:pt x="256" y="81"/>
                    <a:pt x="256" y="81"/>
                  </a:cubicBezTo>
                  <a:cubicBezTo>
                    <a:pt x="276" y="97"/>
                    <a:pt x="276" y="97"/>
                    <a:pt x="276" y="97"/>
                  </a:cubicBezTo>
                  <a:cubicBezTo>
                    <a:pt x="271" y="103"/>
                    <a:pt x="271" y="103"/>
                    <a:pt x="271" y="103"/>
                  </a:cubicBezTo>
                  <a:cubicBezTo>
                    <a:pt x="252" y="87"/>
                    <a:pt x="252" y="87"/>
                    <a:pt x="252" y="87"/>
                  </a:cubicBezTo>
                  <a:cubicBezTo>
                    <a:pt x="241" y="100"/>
                    <a:pt x="241" y="100"/>
                    <a:pt x="241" y="100"/>
                  </a:cubicBezTo>
                  <a:cubicBezTo>
                    <a:pt x="260" y="116"/>
                    <a:pt x="260" y="116"/>
                    <a:pt x="260" y="116"/>
                  </a:cubicBezTo>
                  <a:cubicBezTo>
                    <a:pt x="256" y="122"/>
                    <a:pt x="256" y="122"/>
                    <a:pt x="256" y="122"/>
                  </a:cubicBezTo>
                  <a:cubicBezTo>
                    <a:pt x="236" y="106"/>
                    <a:pt x="236" y="106"/>
                    <a:pt x="236" y="106"/>
                  </a:cubicBezTo>
                  <a:cubicBezTo>
                    <a:pt x="226" y="119"/>
                    <a:pt x="226" y="119"/>
                    <a:pt x="226" y="119"/>
                  </a:cubicBezTo>
                  <a:cubicBezTo>
                    <a:pt x="245" y="135"/>
                    <a:pt x="245" y="135"/>
                    <a:pt x="245" y="135"/>
                  </a:cubicBezTo>
                  <a:cubicBezTo>
                    <a:pt x="240" y="140"/>
                    <a:pt x="240" y="140"/>
                    <a:pt x="240" y="140"/>
                  </a:cubicBezTo>
                  <a:cubicBezTo>
                    <a:pt x="221" y="125"/>
                    <a:pt x="221" y="125"/>
                    <a:pt x="221" y="125"/>
                  </a:cubicBezTo>
                  <a:cubicBezTo>
                    <a:pt x="210" y="138"/>
                    <a:pt x="210" y="138"/>
                    <a:pt x="210" y="138"/>
                  </a:cubicBezTo>
                  <a:cubicBezTo>
                    <a:pt x="247" y="167"/>
                    <a:pt x="247" y="167"/>
                    <a:pt x="247" y="167"/>
                  </a:cubicBezTo>
                  <a:cubicBezTo>
                    <a:pt x="242" y="173"/>
                    <a:pt x="242" y="173"/>
                    <a:pt x="242" y="173"/>
                  </a:cubicBezTo>
                  <a:cubicBezTo>
                    <a:pt x="206" y="143"/>
                    <a:pt x="206" y="143"/>
                    <a:pt x="206" y="143"/>
                  </a:cubicBezTo>
                  <a:cubicBezTo>
                    <a:pt x="195" y="156"/>
                    <a:pt x="195" y="156"/>
                    <a:pt x="195" y="156"/>
                  </a:cubicBezTo>
                  <a:cubicBezTo>
                    <a:pt x="214" y="172"/>
                    <a:pt x="214" y="172"/>
                    <a:pt x="214" y="172"/>
                  </a:cubicBezTo>
                  <a:cubicBezTo>
                    <a:pt x="210" y="178"/>
                    <a:pt x="210" y="178"/>
                    <a:pt x="210" y="178"/>
                  </a:cubicBezTo>
                  <a:cubicBezTo>
                    <a:pt x="190" y="162"/>
                    <a:pt x="190" y="162"/>
                    <a:pt x="190" y="162"/>
                  </a:cubicBezTo>
                  <a:cubicBezTo>
                    <a:pt x="180" y="175"/>
                    <a:pt x="180" y="175"/>
                    <a:pt x="180" y="175"/>
                  </a:cubicBezTo>
                  <a:cubicBezTo>
                    <a:pt x="199" y="191"/>
                    <a:pt x="199" y="191"/>
                    <a:pt x="199" y="191"/>
                  </a:cubicBezTo>
                  <a:cubicBezTo>
                    <a:pt x="194" y="197"/>
                    <a:pt x="194" y="197"/>
                    <a:pt x="194" y="197"/>
                  </a:cubicBezTo>
                  <a:cubicBezTo>
                    <a:pt x="175" y="181"/>
                    <a:pt x="175" y="181"/>
                    <a:pt x="175" y="181"/>
                  </a:cubicBezTo>
                  <a:cubicBezTo>
                    <a:pt x="164" y="194"/>
                    <a:pt x="164" y="194"/>
                    <a:pt x="164" y="194"/>
                  </a:cubicBezTo>
                  <a:cubicBezTo>
                    <a:pt x="184" y="210"/>
                    <a:pt x="184" y="210"/>
                    <a:pt x="184" y="210"/>
                  </a:cubicBezTo>
                  <a:cubicBezTo>
                    <a:pt x="179" y="215"/>
                    <a:pt x="179" y="215"/>
                    <a:pt x="179" y="215"/>
                  </a:cubicBezTo>
                  <a:cubicBezTo>
                    <a:pt x="160" y="200"/>
                    <a:pt x="160" y="200"/>
                    <a:pt x="160" y="200"/>
                  </a:cubicBezTo>
                  <a:cubicBezTo>
                    <a:pt x="149" y="213"/>
                    <a:pt x="149" y="213"/>
                    <a:pt x="149" y="213"/>
                  </a:cubicBezTo>
                  <a:cubicBezTo>
                    <a:pt x="185" y="243"/>
                    <a:pt x="185" y="243"/>
                    <a:pt x="185" y="243"/>
                  </a:cubicBezTo>
                  <a:cubicBezTo>
                    <a:pt x="181" y="248"/>
                    <a:pt x="181" y="248"/>
                    <a:pt x="181" y="248"/>
                  </a:cubicBezTo>
                  <a:cubicBezTo>
                    <a:pt x="144" y="218"/>
                    <a:pt x="144" y="218"/>
                    <a:pt x="144" y="218"/>
                  </a:cubicBezTo>
                  <a:cubicBezTo>
                    <a:pt x="134" y="232"/>
                    <a:pt x="134" y="232"/>
                    <a:pt x="134" y="232"/>
                  </a:cubicBezTo>
                  <a:cubicBezTo>
                    <a:pt x="153" y="247"/>
                    <a:pt x="153" y="247"/>
                    <a:pt x="153" y="247"/>
                  </a:cubicBezTo>
                  <a:cubicBezTo>
                    <a:pt x="148" y="253"/>
                    <a:pt x="148" y="253"/>
                    <a:pt x="148" y="253"/>
                  </a:cubicBezTo>
                  <a:cubicBezTo>
                    <a:pt x="129" y="237"/>
                    <a:pt x="129" y="237"/>
                    <a:pt x="129" y="237"/>
                  </a:cubicBezTo>
                  <a:cubicBezTo>
                    <a:pt x="118" y="250"/>
                    <a:pt x="118" y="250"/>
                    <a:pt x="118" y="250"/>
                  </a:cubicBezTo>
                  <a:cubicBezTo>
                    <a:pt x="137" y="266"/>
                    <a:pt x="137" y="266"/>
                    <a:pt x="137" y="266"/>
                  </a:cubicBezTo>
                  <a:cubicBezTo>
                    <a:pt x="133" y="272"/>
                    <a:pt x="133" y="272"/>
                    <a:pt x="133" y="272"/>
                  </a:cubicBezTo>
                  <a:cubicBezTo>
                    <a:pt x="114" y="256"/>
                    <a:pt x="114" y="256"/>
                    <a:pt x="114" y="256"/>
                  </a:cubicBezTo>
                  <a:cubicBezTo>
                    <a:pt x="103" y="269"/>
                    <a:pt x="103" y="269"/>
                    <a:pt x="103" y="269"/>
                  </a:cubicBezTo>
                  <a:cubicBezTo>
                    <a:pt x="122" y="285"/>
                    <a:pt x="122" y="285"/>
                    <a:pt x="122" y="285"/>
                  </a:cubicBezTo>
                  <a:cubicBezTo>
                    <a:pt x="117" y="290"/>
                    <a:pt x="117" y="290"/>
                    <a:pt x="117" y="290"/>
                  </a:cubicBezTo>
                  <a:cubicBezTo>
                    <a:pt x="98" y="275"/>
                    <a:pt x="98" y="275"/>
                    <a:pt x="98" y="275"/>
                  </a:cubicBezTo>
                  <a:cubicBezTo>
                    <a:pt x="88" y="288"/>
                    <a:pt x="88" y="288"/>
                    <a:pt x="88" y="288"/>
                  </a:cubicBezTo>
                  <a:cubicBezTo>
                    <a:pt x="124" y="318"/>
                    <a:pt x="124" y="318"/>
                    <a:pt x="124" y="318"/>
                  </a:cubicBezTo>
                  <a:cubicBezTo>
                    <a:pt x="119" y="323"/>
                    <a:pt x="119" y="323"/>
                    <a:pt x="119" y="323"/>
                  </a:cubicBezTo>
                  <a:cubicBezTo>
                    <a:pt x="83" y="294"/>
                    <a:pt x="83" y="294"/>
                    <a:pt x="83" y="294"/>
                  </a:cubicBezTo>
                  <a:cubicBezTo>
                    <a:pt x="72" y="307"/>
                    <a:pt x="72" y="307"/>
                    <a:pt x="72" y="307"/>
                  </a:cubicBezTo>
                  <a:cubicBezTo>
                    <a:pt x="91" y="322"/>
                    <a:pt x="91" y="322"/>
                    <a:pt x="91" y="322"/>
                  </a:cubicBezTo>
                  <a:cubicBezTo>
                    <a:pt x="87" y="328"/>
                    <a:pt x="87" y="328"/>
                    <a:pt x="87" y="328"/>
                  </a:cubicBezTo>
                  <a:cubicBezTo>
                    <a:pt x="68" y="312"/>
                    <a:pt x="68" y="312"/>
                    <a:pt x="68" y="312"/>
                  </a:cubicBezTo>
                  <a:cubicBezTo>
                    <a:pt x="57" y="325"/>
                    <a:pt x="57" y="325"/>
                    <a:pt x="57" y="325"/>
                  </a:cubicBezTo>
                  <a:cubicBezTo>
                    <a:pt x="76" y="341"/>
                    <a:pt x="76" y="341"/>
                    <a:pt x="76" y="341"/>
                  </a:cubicBezTo>
                  <a:cubicBezTo>
                    <a:pt x="71" y="347"/>
                    <a:pt x="71" y="347"/>
                    <a:pt x="71" y="347"/>
                  </a:cubicBezTo>
                  <a:cubicBezTo>
                    <a:pt x="52" y="331"/>
                    <a:pt x="52" y="331"/>
                    <a:pt x="52" y="331"/>
                  </a:cubicBezTo>
                  <a:cubicBezTo>
                    <a:pt x="42" y="344"/>
                    <a:pt x="42" y="344"/>
                    <a:pt x="42" y="344"/>
                  </a:cubicBezTo>
                  <a:cubicBezTo>
                    <a:pt x="61" y="360"/>
                    <a:pt x="61" y="360"/>
                    <a:pt x="61" y="360"/>
                  </a:cubicBezTo>
                  <a:cubicBezTo>
                    <a:pt x="56" y="366"/>
                    <a:pt x="56" y="366"/>
                    <a:pt x="56" y="366"/>
                  </a:cubicBezTo>
                  <a:cubicBezTo>
                    <a:pt x="37" y="350"/>
                    <a:pt x="37" y="350"/>
                    <a:pt x="37" y="350"/>
                  </a:cubicBezTo>
                  <a:cubicBezTo>
                    <a:pt x="26" y="363"/>
                    <a:pt x="26" y="363"/>
                    <a:pt x="26" y="363"/>
                  </a:cubicBezTo>
                  <a:cubicBezTo>
                    <a:pt x="63" y="393"/>
                    <a:pt x="63" y="393"/>
                    <a:pt x="63" y="393"/>
                  </a:cubicBezTo>
                  <a:cubicBezTo>
                    <a:pt x="58" y="398"/>
                    <a:pt x="58" y="398"/>
                    <a:pt x="58" y="398"/>
                  </a:cubicBezTo>
                  <a:cubicBezTo>
                    <a:pt x="22" y="369"/>
                    <a:pt x="22" y="369"/>
                    <a:pt x="22" y="369"/>
                  </a:cubicBezTo>
                  <a:cubicBezTo>
                    <a:pt x="0" y="395"/>
                    <a:pt x="0" y="395"/>
                    <a:pt x="0" y="395"/>
                  </a:cubicBezTo>
                  <a:cubicBezTo>
                    <a:pt x="53" y="438"/>
                    <a:pt x="53" y="438"/>
                    <a:pt x="53" y="438"/>
                  </a:cubicBezTo>
                  <a:cubicBezTo>
                    <a:pt x="324" y="106"/>
                    <a:pt x="324" y="106"/>
                    <a:pt x="324" y="106"/>
                  </a:cubicBezTo>
                  <a:cubicBezTo>
                    <a:pt x="324" y="59"/>
                    <a:pt x="324" y="59"/>
                    <a:pt x="324" y="59"/>
                  </a:cubicBezTo>
                  <a:cubicBezTo>
                    <a:pt x="321" y="59"/>
                    <a:pt x="318" y="58"/>
                    <a:pt x="316" y="56"/>
                  </a:cubicBezTo>
                  <a:cubicBezTo>
                    <a:pt x="310" y="51"/>
                    <a:pt x="309" y="43"/>
                    <a:pt x="314" y="37"/>
                  </a:cubicBezTo>
                  <a:cubicBezTo>
                    <a:pt x="316" y="34"/>
                    <a:pt x="320" y="32"/>
                    <a:pt x="324" y="32"/>
                  </a:cubicBezTo>
                  <a:cubicBezTo>
                    <a:pt x="324" y="1"/>
                    <a:pt x="324" y="1"/>
                    <a:pt x="324" y="1"/>
                  </a:cubicBezTo>
                  <a:cubicBezTo>
                    <a:pt x="323" y="0"/>
                    <a:pt x="323" y="0"/>
                    <a:pt x="323" y="0"/>
                  </a:cubicBezTo>
                  <a:lnTo>
                    <a:pt x="272" y="63"/>
                  </a:lnTo>
                  <a:close/>
                </a:path>
              </a:pathLst>
            </a:custGeom>
            <a:solidFill>
              <a:srgbClr val="37B0E8"/>
            </a:solidFill>
            <a:ln>
              <a:noFill/>
            </a:ln>
          </p:spPr>
          <p:txBody>
            <a:bodyPr vert="horz" wrap="square" lIns="91440" tIns="45720" rIns="91440" bIns="45720" numCol="1" anchor="t" anchorCtr="0" compatLnSpc="1"/>
            <a:lstStyle/>
            <a:p>
              <a:endParaRPr lang="id-ID"/>
            </a:p>
          </p:txBody>
        </p:sp>
        <p:sp>
          <p:nvSpPr>
            <p:cNvPr id="175" name="Freeform 47"/>
            <p:cNvSpPr>
              <a:spLocks noEditPoints="1"/>
            </p:cNvSpPr>
            <p:nvPr/>
          </p:nvSpPr>
          <p:spPr bwMode="auto">
            <a:xfrm>
              <a:off x="5497447" y="2513891"/>
              <a:ext cx="249303" cy="489661"/>
            </a:xfrm>
            <a:custGeom>
              <a:avLst/>
              <a:gdLst>
                <a:gd name="T0" fmla="*/ 121 w 162"/>
                <a:gd name="T1" fmla="*/ 144 h 319"/>
                <a:gd name="T2" fmla="*/ 128 w 162"/>
                <a:gd name="T3" fmla="*/ 138 h 319"/>
                <a:gd name="T4" fmla="*/ 150 w 162"/>
                <a:gd name="T5" fmla="*/ 80 h 319"/>
                <a:gd name="T6" fmla="*/ 147 w 162"/>
                <a:gd name="T7" fmla="*/ 69 h 319"/>
                <a:gd name="T8" fmla="*/ 156 w 162"/>
                <a:gd name="T9" fmla="*/ 46 h 319"/>
                <a:gd name="T10" fmla="*/ 137 w 162"/>
                <a:gd name="T11" fmla="*/ 3 h 319"/>
                <a:gd name="T12" fmla="*/ 121 w 162"/>
                <a:gd name="T13" fmla="*/ 1 h 319"/>
                <a:gd name="T14" fmla="*/ 121 w 162"/>
                <a:gd name="T15" fmla="*/ 58 h 319"/>
                <a:gd name="T16" fmla="*/ 126 w 162"/>
                <a:gd name="T17" fmla="*/ 61 h 319"/>
                <a:gd name="T18" fmla="*/ 121 w 162"/>
                <a:gd name="T19" fmla="*/ 59 h 319"/>
                <a:gd name="T20" fmla="*/ 121 w 162"/>
                <a:gd name="T21" fmla="*/ 85 h 319"/>
                <a:gd name="T22" fmla="*/ 125 w 162"/>
                <a:gd name="T23" fmla="*/ 75 h 319"/>
                <a:gd name="T24" fmla="*/ 123 w 162"/>
                <a:gd name="T25" fmla="*/ 66 h 319"/>
                <a:gd name="T26" fmla="*/ 139 w 162"/>
                <a:gd name="T27" fmla="*/ 72 h 319"/>
                <a:gd name="T28" fmla="*/ 144 w 162"/>
                <a:gd name="T29" fmla="*/ 83 h 319"/>
                <a:gd name="T30" fmla="*/ 125 w 162"/>
                <a:gd name="T31" fmla="*/ 132 h 319"/>
                <a:gd name="T32" fmla="*/ 121 w 162"/>
                <a:gd name="T33" fmla="*/ 136 h 319"/>
                <a:gd name="T34" fmla="*/ 121 w 162"/>
                <a:gd name="T35" fmla="*/ 144 h 319"/>
                <a:gd name="T36" fmla="*/ 66 w 162"/>
                <a:gd name="T37" fmla="*/ 284 h 319"/>
                <a:gd name="T38" fmla="*/ 121 w 162"/>
                <a:gd name="T39" fmla="*/ 144 h 319"/>
                <a:gd name="T40" fmla="*/ 121 w 162"/>
                <a:gd name="T41" fmla="*/ 144 h 319"/>
                <a:gd name="T42" fmla="*/ 121 w 162"/>
                <a:gd name="T43" fmla="*/ 136 h 319"/>
                <a:gd name="T44" fmla="*/ 114 w 162"/>
                <a:gd name="T45" fmla="*/ 137 h 319"/>
                <a:gd name="T46" fmla="*/ 98 w 162"/>
                <a:gd name="T47" fmla="*/ 130 h 319"/>
                <a:gd name="T48" fmla="*/ 98 w 162"/>
                <a:gd name="T49" fmla="*/ 130 h 319"/>
                <a:gd name="T50" fmla="*/ 106 w 162"/>
                <a:gd name="T51" fmla="*/ 125 h 319"/>
                <a:gd name="T52" fmla="*/ 121 w 162"/>
                <a:gd name="T53" fmla="*/ 85 h 319"/>
                <a:gd name="T54" fmla="*/ 121 w 162"/>
                <a:gd name="T55" fmla="*/ 59 h 319"/>
                <a:gd name="T56" fmla="*/ 85 w 162"/>
                <a:gd name="T57" fmla="*/ 45 h 319"/>
                <a:gd name="T58" fmla="*/ 74 w 162"/>
                <a:gd name="T59" fmla="*/ 51 h 319"/>
                <a:gd name="T60" fmla="*/ 52 w 162"/>
                <a:gd name="T61" fmla="*/ 108 h 319"/>
                <a:gd name="T62" fmla="*/ 54 w 162"/>
                <a:gd name="T63" fmla="*/ 118 h 319"/>
                <a:gd name="T64" fmla="*/ 35 w 162"/>
                <a:gd name="T65" fmla="*/ 168 h 319"/>
                <a:gd name="T66" fmla="*/ 35 w 162"/>
                <a:gd name="T67" fmla="*/ 256 h 319"/>
                <a:gd name="T68" fmla="*/ 39 w 162"/>
                <a:gd name="T69" fmla="*/ 257 h 319"/>
                <a:gd name="T70" fmla="*/ 45 w 162"/>
                <a:gd name="T71" fmla="*/ 268 h 319"/>
                <a:gd name="T72" fmla="*/ 58 w 162"/>
                <a:gd name="T73" fmla="*/ 264 h 319"/>
                <a:gd name="T74" fmla="*/ 64 w 162"/>
                <a:gd name="T75" fmla="*/ 278 h 319"/>
                <a:gd name="T76" fmla="*/ 63 w 162"/>
                <a:gd name="T77" fmla="*/ 281 h 319"/>
                <a:gd name="T78" fmla="*/ 35 w 162"/>
                <a:gd name="T79" fmla="*/ 300 h 319"/>
                <a:gd name="T80" fmla="*/ 35 w 162"/>
                <a:gd name="T81" fmla="*/ 306 h 319"/>
                <a:gd name="T82" fmla="*/ 66 w 162"/>
                <a:gd name="T83" fmla="*/ 284 h 319"/>
                <a:gd name="T84" fmla="*/ 121 w 162"/>
                <a:gd name="T85" fmla="*/ 1 h 319"/>
                <a:gd name="T86" fmla="*/ 121 w 162"/>
                <a:gd name="T87" fmla="*/ 58 h 319"/>
                <a:gd name="T88" fmla="*/ 88 w 162"/>
                <a:gd name="T89" fmla="*/ 36 h 319"/>
                <a:gd name="T90" fmla="*/ 94 w 162"/>
                <a:gd name="T91" fmla="*/ 22 h 319"/>
                <a:gd name="T92" fmla="*/ 121 w 162"/>
                <a:gd name="T93" fmla="*/ 1 h 319"/>
                <a:gd name="T94" fmla="*/ 35 w 162"/>
                <a:gd name="T95" fmla="*/ 168 h 319"/>
                <a:gd name="T96" fmla="*/ 0 w 162"/>
                <a:gd name="T97" fmla="*/ 258 h 319"/>
                <a:gd name="T98" fmla="*/ 15 w 162"/>
                <a:gd name="T99" fmla="*/ 319 h 319"/>
                <a:gd name="T100" fmla="*/ 35 w 162"/>
                <a:gd name="T101" fmla="*/ 306 h 319"/>
                <a:gd name="T102" fmla="*/ 35 w 162"/>
                <a:gd name="T103" fmla="*/ 300 h 319"/>
                <a:gd name="T104" fmla="*/ 33 w 162"/>
                <a:gd name="T105" fmla="*/ 301 h 319"/>
                <a:gd name="T106" fmla="*/ 13 w 162"/>
                <a:gd name="T107" fmla="*/ 294 h 319"/>
                <a:gd name="T108" fmla="*/ 5 w 162"/>
                <a:gd name="T109" fmla="*/ 259 h 319"/>
                <a:gd name="T110" fmla="*/ 5 w 162"/>
                <a:gd name="T111" fmla="*/ 259 h 319"/>
                <a:gd name="T112" fmla="*/ 6 w 162"/>
                <a:gd name="T113" fmla="*/ 256 h 319"/>
                <a:gd name="T114" fmla="*/ 19 w 162"/>
                <a:gd name="T115" fmla="*/ 250 h 319"/>
                <a:gd name="T116" fmla="*/ 26 w 162"/>
                <a:gd name="T117" fmla="*/ 261 h 319"/>
                <a:gd name="T118" fmla="*/ 35 w 162"/>
                <a:gd name="T119" fmla="*/ 256 h 319"/>
                <a:gd name="T120" fmla="*/ 35 w 162"/>
                <a:gd name="T121" fmla="*/ 168 h 3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62" h="319">
                  <a:moveTo>
                    <a:pt x="121" y="144"/>
                  </a:moveTo>
                  <a:cubicBezTo>
                    <a:pt x="124" y="143"/>
                    <a:pt x="127" y="141"/>
                    <a:pt x="128" y="138"/>
                  </a:cubicBezTo>
                  <a:cubicBezTo>
                    <a:pt x="150" y="80"/>
                    <a:pt x="150" y="80"/>
                    <a:pt x="150" y="80"/>
                  </a:cubicBezTo>
                  <a:cubicBezTo>
                    <a:pt x="152" y="76"/>
                    <a:pt x="150" y="71"/>
                    <a:pt x="147" y="69"/>
                  </a:cubicBezTo>
                  <a:cubicBezTo>
                    <a:pt x="156" y="46"/>
                    <a:pt x="156" y="46"/>
                    <a:pt x="156" y="46"/>
                  </a:cubicBezTo>
                  <a:cubicBezTo>
                    <a:pt x="162" y="29"/>
                    <a:pt x="154" y="9"/>
                    <a:pt x="137" y="3"/>
                  </a:cubicBezTo>
                  <a:cubicBezTo>
                    <a:pt x="132" y="1"/>
                    <a:pt x="126" y="0"/>
                    <a:pt x="121" y="1"/>
                  </a:cubicBezTo>
                  <a:cubicBezTo>
                    <a:pt x="121" y="58"/>
                    <a:pt x="121" y="58"/>
                    <a:pt x="121" y="58"/>
                  </a:cubicBezTo>
                  <a:cubicBezTo>
                    <a:pt x="126" y="61"/>
                    <a:pt x="126" y="61"/>
                    <a:pt x="126" y="61"/>
                  </a:cubicBezTo>
                  <a:cubicBezTo>
                    <a:pt x="121" y="59"/>
                    <a:pt x="121" y="59"/>
                    <a:pt x="121" y="59"/>
                  </a:cubicBezTo>
                  <a:cubicBezTo>
                    <a:pt x="121" y="85"/>
                    <a:pt x="121" y="85"/>
                    <a:pt x="121" y="85"/>
                  </a:cubicBezTo>
                  <a:cubicBezTo>
                    <a:pt x="125" y="75"/>
                    <a:pt x="125" y="75"/>
                    <a:pt x="125" y="75"/>
                  </a:cubicBezTo>
                  <a:cubicBezTo>
                    <a:pt x="126" y="72"/>
                    <a:pt x="126" y="68"/>
                    <a:pt x="123" y="66"/>
                  </a:cubicBezTo>
                  <a:cubicBezTo>
                    <a:pt x="139" y="72"/>
                    <a:pt x="139" y="72"/>
                    <a:pt x="139" y="72"/>
                  </a:cubicBezTo>
                  <a:cubicBezTo>
                    <a:pt x="143" y="73"/>
                    <a:pt x="146" y="78"/>
                    <a:pt x="144" y="83"/>
                  </a:cubicBezTo>
                  <a:cubicBezTo>
                    <a:pt x="125" y="132"/>
                    <a:pt x="125" y="132"/>
                    <a:pt x="125" y="132"/>
                  </a:cubicBezTo>
                  <a:cubicBezTo>
                    <a:pt x="124" y="134"/>
                    <a:pt x="123" y="135"/>
                    <a:pt x="121" y="136"/>
                  </a:cubicBezTo>
                  <a:lnTo>
                    <a:pt x="121" y="144"/>
                  </a:lnTo>
                  <a:close/>
                  <a:moveTo>
                    <a:pt x="66" y="284"/>
                  </a:moveTo>
                  <a:cubicBezTo>
                    <a:pt x="121" y="144"/>
                    <a:pt x="121" y="144"/>
                    <a:pt x="121" y="144"/>
                  </a:cubicBezTo>
                  <a:cubicBezTo>
                    <a:pt x="121" y="144"/>
                    <a:pt x="121" y="144"/>
                    <a:pt x="121" y="144"/>
                  </a:cubicBezTo>
                  <a:cubicBezTo>
                    <a:pt x="121" y="136"/>
                    <a:pt x="121" y="136"/>
                    <a:pt x="121" y="136"/>
                  </a:cubicBezTo>
                  <a:cubicBezTo>
                    <a:pt x="119" y="137"/>
                    <a:pt x="117" y="137"/>
                    <a:pt x="114" y="137"/>
                  </a:cubicBezTo>
                  <a:cubicBezTo>
                    <a:pt x="98" y="130"/>
                    <a:pt x="98" y="130"/>
                    <a:pt x="98" y="130"/>
                  </a:cubicBezTo>
                  <a:cubicBezTo>
                    <a:pt x="98" y="130"/>
                    <a:pt x="98" y="130"/>
                    <a:pt x="98" y="130"/>
                  </a:cubicBezTo>
                  <a:cubicBezTo>
                    <a:pt x="102" y="130"/>
                    <a:pt x="105" y="128"/>
                    <a:pt x="106" y="125"/>
                  </a:cubicBezTo>
                  <a:cubicBezTo>
                    <a:pt x="121" y="85"/>
                    <a:pt x="121" y="85"/>
                    <a:pt x="121" y="85"/>
                  </a:cubicBezTo>
                  <a:cubicBezTo>
                    <a:pt x="121" y="59"/>
                    <a:pt x="121" y="59"/>
                    <a:pt x="121" y="59"/>
                  </a:cubicBezTo>
                  <a:cubicBezTo>
                    <a:pt x="85" y="45"/>
                    <a:pt x="85" y="45"/>
                    <a:pt x="85" y="45"/>
                  </a:cubicBezTo>
                  <a:cubicBezTo>
                    <a:pt x="80" y="44"/>
                    <a:pt x="76" y="47"/>
                    <a:pt x="74" y="51"/>
                  </a:cubicBezTo>
                  <a:cubicBezTo>
                    <a:pt x="52" y="108"/>
                    <a:pt x="52" y="108"/>
                    <a:pt x="52" y="108"/>
                  </a:cubicBezTo>
                  <a:cubicBezTo>
                    <a:pt x="51" y="112"/>
                    <a:pt x="52" y="115"/>
                    <a:pt x="54" y="118"/>
                  </a:cubicBezTo>
                  <a:cubicBezTo>
                    <a:pt x="35" y="168"/>
                    <a:pt x="35" y="168"/>
                    <a:pt x="35" y="168"/>
                  </a:cubicBezTo>
                  <a:cubicBezTo>
                    <a:pt x="35" y="256"/>
                    <a:pt x="35" y="256"/>
                    <a:pt x="35" y="256"/>
                  </a:cubicBezTo>
                  <a:cubicBezTo>
                    <a:pt x="36" y="256"/>
                    <a:pt x="37" y="257"/>
                    <a:pt x="39" y="257"/>
                  </a:cubicBezTo>
                  <a:cubicBezTo>
                    <a:pt x="43" y="259"/>
                    <a:pt x="46" y="264"/>
                    <a:pt x="45" y="268"/>
                  </a:cubicBezTo>
                  <a:cubicBezTo>
                    <a:pt x="48" y="264"/>
                    <a:pt x="53" y="263"/>
                    <a:pt x="58" y="264"/>
                  </a:cubicBezTo>
                  <a:cubicBezTo>
                    <a:pt x="63" y="267"/>
                    <a:pt x="66" y="273"/>
                    <a:pt x="64" y="278"/>
                  </a:cubicBezTo>
                  <a:cubicBezTo>
                    <a:pt x="63" y="281"/>
                    <a:pt x="63" y="281"/>
                    <a:pt x="63" y="281"/>
                  </a:cubicBezTo>
                  <a:cubicBezTo>
                    <a:pt x="35" y="300"/>
                    <a:pt x="35" y="300"/>
                    <a:pt x="35" y="300"/>
                  </a:cubicBezTo>
                  <a:cubicBezTo>
                    <a:pt x="35" y="306"/>
                    <a:pt x="35" y="306"/>
                    <a:pt x="35" y="306"/>
                  </a:cubicBezTo>
                  <a:cubicBezTo>
                    <a:pt x="66" y="284"/>
                    <a:pt x="66" y="284"/>
                    <a:pt x="66" y="284"/>
                  </a:cubicBezTo>
                  <a:close/>
                  <a:moveTo>
                    <a:pt x="121" y="1"/>
                  </a:moveTo>
                  <a:cubicBezTo>
                    <a:pt x="121" y="58"/>
                    <a:pt x="121" y="58"/>
                    <a:pt x="121" y="58"/>
                  </a:cubicBezTo>
                  <a:cubicBezTo>
                    <a:pt x="88" y="36"/>
                    <a:pt x="88" y="36"/>
                    <a:pt x="88" y="36"/>
                  </a:cubicBezTo>
                  <a:cubicBezTo>
                    <a:pt x="94" y="22"/>
                    <a:pt x="94" y="22"/>
                    <a:pt x="94" y="22"/>
                  </a:cubicBezTo>
                  <a:cubicBezTo>
                    <a:pt x="98" y="10"/>
                    <a:pt x="109" y="2"/>
                    <a:pt x="121" y="1"/>
                  </a:cubicBezTo>
                  <a:close/>
                  <a:moveTo>
                    <a:pt x="35" y="168"/>
                  </a:moveTo>
                  <a:cubicBezTo>
                    <a:pt x="0" y="258"/>
                    <a:pt x="0" y="258"/>
                    <a:pt x="0" y="258"/>
                  </a:cubicBezTo>
                  <a:cubicBezTo>
                    <a:pt x="15" y="319"/>
                    <a:pt x="15" y="319"/>
                    <a:pt x="15" y="319"/>
                  </a:cubicBezTo>
                  <a:cubicBezTo>
                    <a:pt x="35" y="306"/>
                    <a:pt x="35" y="306"/>
                    <a:pt x="35" y="306"/>
                  </a:cubicBezTo>
                  <a:cubicBezTo>
                    <a:pt x="35" y="300"/>
                    <a:pt x="35" y="300"/>
                    <a:pt x="35" y="300"/>
                  </a:cubicBezTo>
                  <a:cubicBezTo>
                    <a:pt x="33" y="301"/>
                    <a:pt x="33" y="301"/>
                    <a:pt x="33" y="301"/>
                  </a:cubicBezTo>
                  <a:cubicBezTo>
                    <a:pt x="13" y="294"/>
                    <a:pt x="13" y="294"/>
                    <a:pt x="13" y="294"/>
                  </a:cubicBezTo>
                  <a:cubicBezTo>
                    <a:pt x="5" y="259"/>
                    <a:pt x="5" y="259"/>
                    <a:pt x="5" y="259"/>
                  </a:cubicBezTo>
                  <a:cubicBezTo>
                    <a:pt x="5" y="259"/>
                    <a:pt x="5" y="259"/>
                    <a:pt x="5" y="259"/>
                  </a:cubicBezTo>
                  <a:cubicBezTo>
                    <a:pt x="6" y="256"/>
                    <a:pt x="6" y="256"/>
                    <a:pt x="6" y="256"/>
                  </a:cubicBezTo>
                  <a:cubicBezTo>
                    <a:pt x="8" y="250"/>
                    <a:pt x="14" y="248"/>
                    <a:pt x="19" y="250"/>
                  </a:cubicBezTo>
                  <a:cubicBezTo>
                    <a:pt x="24" y="251"/>
                    <a:pt x="27" y="256"/>
                    <a:pt x="26" y="261"/>
                  </a:cubicBezTo>
                  <a:cubicBezTo>
                    <a:pt x="28" y="258"/>
                    <a:pt x="31" y="256"/>
                    <a:pt x="35" y="256"/>
                  </a:cubicBezTo>
                  <a:lnTo>
                    <a:pt x="35" y="168"/>
                  </a:lnTo>
                  <a:close/>
                </a:path>
              </a:pathLst>
            </a:custGeom>
            <a:solidFill>
              <a:srgbClr val="37B0E8"/>
            </a:solidFill>
            <a:ln>
              <a:noFill/>
            </a:ln>
          </p:spPr>
          <p:txBody>
            <a:bodyPr vert="horz" wrap="square" lIns="91440" tIns="45720" rIns="91440" bIns="45720" numCol="1" anchor="t" anchorCtr="0" compatLnSpc="1"/>
            <a:lstStyle/>
            <a:p>
              <a:endParaRPr lang="id-ID"/>
            </a:p>
          </p:txBody>
        </p:sp>
        <p:sp>
          <p:nvSpPr>
            <p:cNvPr id="176" name="Freeform 48"/>
            <p:cNvSpPr>
              <a:spLocks noEditPoints="1"/>
            </p:cNvSpPr>
            <p:nvPr/>
          </p:nvSpPr>
          <p:spPr bwMode="auto">
            <a:xfrm>
              <a:off x="4627685" y="2576496"/>
              <a:ext cx="408051" cy="408051"/>
            </a:xfrm>
            <a:custGeom>
              <a:avLst/>
              <a:gdLst>
                <a:gd name="T0" fmla="*/ 133 w 266"/>
                <a:gd name="T1" fmla="*/ 0 h 266"/>
                <a:gd name="T2" fmla="*/ 133 w 266"/>
                <a:gd name="T3" fmla="*/ 0 h 266"/>
                <a:gd name="T4" fmla="*/ 133 w 266"/>
                <a:gd name="T5" fmla="*/ 35 h 266"/>
                <a:gd name="T6" fmla="*/ 150 w 266"/>
                <a:gd name="T7" fmla="*/ 24 h 266"/>
                <a:gd name="T8" fmla="*/ 242 w 266"/>
                <a:gd name="T9" fmla="*/ 117 h 266"/>
                <a:gd name="T10" fmla="*/ 231 w 266"/>
                <a:gd name="T11" fmla="*/ 133 h 266"/>
                <a:gd name="T12" fmla="*/ 242 w 266"/>
                <a:gd name="T13" fmla="*/ 149 h 266"/>
                <a:gd name="T14" fmla="*/ 150 w 266"/>
                <a:gd name="T15" fmla="*/ 242 h 266"/>
                <a:gd name="T16" fmla="*/ 150 w 266"/>
                <a:gd name="T17" fmla="*/ 242 h 266"/>
                <a:gd name="T18" fmla="*/ 133 w 266"/>
                <a:gd name="T19" fmla="*/ 231 h 266"/>
                <a:gd name="T20" fmla="*/ 133 w 266"/>
                <a:gd name="T21" fmla="*/ 266 h 266"/>
                <a:gd name="T22" fmla="*/ 133 w 266"/>
                <a:gd name="T23" fmla="*/ 266 h 266"/>
                <a:gd name="T24" fmla="*/ 266 w 266"/>
                <a:gd name="T25" fmla="*/ 133 h 266"/>
                <a:gd name="T26" fmla="*/ 133 w 266"/>
                <a:gd name="T27" fmla="*/ 0 h 266"/>
                <a:gd name="T28" fmla="*/ 133 w 266"/>
                <a:gd name="T29" fmla="*/ 0 h 266"/>
                <a:gd name="T30" fmla="*/ 133 w 266"/>
                <a:gd name="T31" fmla="*/ 0 h 266"/>
                <a:gd name="T32" fmla="*/ 0 w 266"/>
                <a:gd name="T33" fmla="*/ 133 h 266"/>
                <a:gd name="T34" fmla="*/ 133 w 266"/>
                <a:gd name="T35" fmla="*/ 266 h 266"/>
                <a:gd name="T36" fmla="*/ 133 w 266"/>
                <a:gd name="T37" fmla="*/ 266 h 266"/>
                <a:gd name="T38" fmla="*/ 133 w 266"/>
                <a:gd name="T39" fmla="*/ 231 h 266"/>
                <a:gd name="T40" fmla="*/ 133 w 266"/>
                <a:gd name="T41" fmla="*/ 231 h 266"/>
                <a:gd name="T42" fmla="*/ 117 w 266"/>
                <a:gd name="T43" fmla="*/ 242 h 266"/>
                <a:gd name="T44" fmla="*/ 24 w 266"/>
                <a:gd name="T45" fmla="*/ 149 h 266"/>
                <a:gd name="T46" fmla="*/ 35 w 266"/>
                <a:gd name="T47" fmla="*/ 133 h 266"/>
                <a:gd name="T48" fmla="*/ 24 w 266"/>
                <a:gd name="T49" fmla="*/ 117 h 266"/>
                <a:gd name="T50" fmla="*/ 117 w 266"/>
                <a:gd name="T51" fmla="*/ 24 h 266"/>
                <a:gd name="T52" fmla="*/ 133 w 266"/>
                <a:gd name="T53" fmla="*/ 35 h 266"/>
                <a:gd name="T54" fmla="*/ 133 w 266"/>
                <a:gd name="T55" fmla="*/ 35 h 266"/>
                <a:gd name="T56" fmla="*/ 133 w 266"/>
                <a:gd name="T57" fmla="*/ 0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66" h="266">
                  <a:moveTo>
                    <a:pt x="133" y="0"/>
                  </a:moveTo>
                  <a:cubicBezTo>
                    <a:pt x="133" y="0"/>
                    <a:pt x="133" y="0"/>
                    <a:pt x="133" y="0"/>
                  </a:cubicBezTo>
                  <a:cubicBezTo>
                    <a:pt x="133" y="35"/>
                    <a:pt x="133" y="35"/>
                    <a:pt x="133" y="35"/>
                  </a:cubicBezTo>
                  <a:cubicBezTo>
                    <a:pt x="141" y="35"/>
                    <a:pt x="147" y="30"/>
                    <a:pt x="150" y="24"/>
                  </a:cubicBezTo>
                  <a:cubicBezTo>
                    <a:pt x="197" y="31"/>
                    <a:pt x="235" y="69"/>
                    <a:pt x="242" y="117"/>
                  </a:cubicBezTo>
                  <a:cubicBezTo>
                    <a:pt x="236" y="119"/>
                    <a:pt x="231" y="125"/>
                    <a:pt x="231" y="133"/>
                  </a:cubicBezTo>
                  <a:cubicBezTo>
                    <a:pt x="231" y="140"/>
                    <a:pt x="236" y="147"/>
                    <a:pt x="242" y="149"/>
                  </a:cubicBezTo>
                  <a:cubicBezTo>
                    <a:pt x="235" y="197"/>
                    <a:pt x="197" y="235"/>
                    <a:pt x="150" y="242"/>
                  </a:cubicBezTo>
                  <a:cubicBezTo>
                    <a:pt x="150" y="242"/>
                    <a:pt x="150" y="242"/>
                    <a:pt x="150" y="242"/>
                  </a:cubicBezTo>
                  <a:cubicBezTo>
                    <a:pt x="147" y="236"/>
                    <a:pt x="141" y="231"/>
                    <a:pt x="133" y="231"/>
                  </a:cubicBezTo>
                  <a:cubicBezTo>
                    <a:pt x="133" y="266"/>
                    <a:pt x="133" y="266"/>
                    <a:pt x="133" y="266"/>
                  </a:cubicBezTo>
                  <a:cubicBezTo>
                    <a:pt x="133" y="266"/>
                    <a:pt x="133" y="266"/>
                    <a:pt x="133" y="266"/>
                  </a:cubicBezTo>
                  <a:cubicBezTo>
                    <a:pt x="207" y="266"/>
                    <a:pt x="266" y="206"/>
                    <a:pt x="266" y="133"/>
                  </a:cubicBezTo>
                  <a:cubicBezTo>
                    <a:pt x="266" y="59"/>
                    <a:pt x="207" y="0"/>
                    <a:pt x="133" y="0"/>
                  </a:cubicBezTo>
                  <a:close/>
                  <a:moveTo>
                    <a:pt x="133" y="0"/>
                  </a:moveTo>
                  <a:cubicBezTo>
                    <a:pt x="133" y="0"/>
                    <a:pt x="133" y="0"/>
                    <a:pt x="133" y="0"/>
                  </a:cubicBezTo>
                  <a:cubicBezTo>
                    <a:pt x="60" y="0"/>
                    <a:pt x="0" y="59"/>
                    <a:pt x="0" y="133"/>
                  </a:cubicBezTo>
                  <a:cubicBezTo>
                    <a:pt x="0" y="206"/>
                    <a:pt x="60" y="266"/>
                    <a:pt x="133" y="266"/>
                  </a:cubicBezTo>
                  <a:cubicBezTo>
                    <a:pt x="133" y="266"/>
                    <a:pt x="133" y="266"/>
                    <a:pt x="133" y="266"/>
                  </a:cubicBezTo>
                  <a:cubicBezTo>
                    <a:pt x="133" y="231"/>
                    <a:pt x="133" y="231"/>
                    <a:pt x="133" y="231"/>
                  </a:cubicBezTo>
                  <a:cubicBezTo>
                    <a:pt x="133" y="231"/>
                    <a:pt x="133" y="231"/>
                    <a:pt x="133" y="231"/>
                  </a:cubicBezTo>
                  <a:cubicBezTo>
                    <a:pt x="126" y="231"/>
                    <a:pt x="120" y="236"/>
                    <a:pt x="117" y="242"/>
                  </a:cubicBezTo>
                  <a:cubicBezTo>
                    <a:pt x="69" y="235"/>
                    <a:pt x="31" y="197"/>
                    <a:pt x="24" y="149"/>
                  </a:cubicBezTo>
                  <a:cubicBezTo>
                    <a:pt x="31" y="147"/>
                    <a:pt x="35" y="140"/>
                    <a:pt x="35" y="133"/>
                  </a:cubicBezTo>
                  <a:cubicBezTo>
                    <a:pt x="35" y="125"/>
                    <a:pt x="31" y="119"/>
                    <a:pt x="24" y="117"/>
                  </a:cubicBezTo>
                  <a:cubicBezTo>
                    <a:pt x="31" y="69"/>
                    <a:pt x="69" y="31"/>
                    <a:pt x="117" y="24"/>
                  </a:cubicBezTo>
                  <a:cubicBezTo>
                    <a:pt x="120" y="30"/>
                    <a:pt x="126" y="35"/>
                    <a:pt x="133" y="35"/>
                  </a:cubicBezTo>
                  <a:cubicBezTo>
                    <a:pt x="133" y="35"/>
                    <a:pt x="133" y="35"/>
                    <a:pt x="133" y="35"/>
                  </a:cubicBezTo>
                  <a:lnTo>
                    <a:pt x="133" y="0"/>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177" name="Freeform 49"/>
            <p:cNvSpPr/>
            <p:nvPr/>
          </p:nvSpPr>
          <p:spPr bwMode="auto">
            <a:xfrm>
              <a:off x="4702588" y="2706178"/>
              <a:ext cx="203466" cy="107323"/>
            </a:xfrm>
            <a:custGeom>
              <a:avLst/>
              <a:gdLst>
                <a:gd name="T0" fmla="*/ 124 w 133"/>
                <a:gd name="T1" fmla="*/ 0 h 70"/>
                <a:gd name="T2" fmla="*/ 93 w 133"/>
                <a:gd name="T3" fmla="*/ 30 h 70"/>
                <a:gd name="T4" fmla="*/ 84 w 133"/>
                <a:gd name="T5" fmla="*/ 28 h 70"/>
                <a:gd name="T6" fmla="*/ 65 w 133"/>
                <a:gd name="T7" fmla="*/ 42 h 70"/>
                <a:gd name="T8" fmla="*/ 0 w 133"/>
                <a:gd name="T9" fmla="*/ 42 h 70"/>
                <a:gd name="T10" fmla="*/ 0 w 133"/>
                <a:gd name="T11" fmla="*/ 56 h 70"/>
                <a:gd name="T12" fmla="*/ 65 w 133"/>
                <a:gd name="T13" fmla="*/ 56 h 70"/>
                <a:gd name="T14" fmla="*/ 84 w 133"/>
                <a:gd name="T15" fmla="*/ 70 h 70"/>
                <a:gd name="T16" fmla="*/ 105 w 133"/>
                <a:gd name="T17" fmla="*/ 49 h 70"/>
                <a:gd name="T18" fmla="*/ 103 w 133"/>
                <a:gd name="T19" fmla="*/ 40 h 70"/>
                <a:gd name="T20" fmla="*/ 133 w 133"/>
                <a:gd name="T21" fmla="*/ 9 h 70"/>
                <a:gd name="T22" fmla="*/ 124 w 133"/>
                <a:gd name="T23" fmla="*/ 0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33" h="70">
                  <a:moveTo>
                    <a:pt x="124" y="0"/>
                  </a:moveTo>
                  <a:cubicBezTo>
                    <a:pt x="93" y="30"/>
                    <a:pt x="93" y="30"/>
                    <a:pt x="93" y="30"/>
                  </a:cubicBezTo>
                  <a:cubicBezTo>
                    <a:pt x="91" y="29"/>
                    <a:pt x="88" y="28"/>
                    <a:pt x="84" y="28"/>
                  </a:cubicBezTo>
                  <a:cubicBezTo>
                    <a:pt x="75" y="28"/>
                    <a:pt x="67" y="34"/>
                    <a:pt x="65" y="42"/>
                  </a:cubicBezTo>
                  <a:cubicBezTo>
                    <a:pt x="0" y="42"/>
                    <a:pt x="0" y="42"/>
                    <a:pt x="0" y="42"/>
                  </a:cubicBezTo>
                  <a:cubicBezTo>
                    <a:pt x="0" y="56"/>
                    <a:pt x="0" y="56"/>
                    <a:pt x="0" y="56"/>
                  </a:cubicBezTo>
                  <a:cubicBezTo>
                    <a:pt x="65" y="56"/>
                    <a:pt x="65" y="56"/>
                    <a:pt x="65" y="56"/>
                  </a:cubicBezTo>
                  <a:cubicBezTo>
                    <a:pt x="67" y="64"/>
                    <a:pt x="75" y="70"/>
                    <a:pt x="84" y="70"/>
                  </a:cubicBezTo>
                  <a:cubicBezTo>
                    <a:pt x="96" y="70"/>
                    <a:pt x="105" y="60"/>
                    <a:pt x="105" y="49"/>
                  </a:cubicBezTo>
                  <a:cubicBezTo>
                    <a:pt x="105" y="46"/>
                    <a:pt x="104" y="43"/>
                    <a:pt x="103" y="40"/>
                  </a:cubicBezTo>
                  <a:cubicBezTo>
                    <a:pt x="133" y="9"/>
                    <a:pt x="133" y="9"/>
                    <a:pt x="133" y="9"/>
                  </a:cubicBezTo>
                  <a:lnTo>
                    <a:pt x="124" y="0"/>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grpSp>
          <p:nvGrpSpPr>
            <p:cNvPr id="178" name="Group 126"/>
            <p:cNvGrpSpPr/>
            <p:nvPr/>
          </p:nvGrpSpPr>
          <p:grpSpPr>
            <a:xfrm>
              <a:off x="4790905" y="3101931"/>
              <a:ext cx="319733" cy="304081"/>
              <a:chOff x="8505825" y="3605213"/>
              <a:chExt cx="454025" cy="431800"/>
            </a:xfrm>
          </p:grpSpPr>
          <p:sp>
            <p:nvSpPr>
              <p:cNvPr id="204" name="Freeform 50"/>
              <p:cNvSpPr/>
              <p:nvPr/>
            </p:nvSpPr>
            <p:spPr bwMode="auto">
              <a:xfrm>
                <a:off x="8505825" y="3694113"/>
                <a:ext cx="454025" cy="342900"/>
              </a:xfrm>
              <a:custGeom>
                <a:avLst/>
                <a:gdLst>
                  <a:gd name="T0" fmla="*/ 146 w 208"/>
                  <a:gd name="T1" fmla="*/ 0 h 157"/>
                  <a:gd name="T2" fmla="*/ 104 w 208"/>
                  <a:gd name="T3" fmla="*/ 15 h 157"/>
                  <a:gd name="T4" fmla="*/ 62 w 208"/>
                  <a:gd name="T5" fmla="*/ 0 h 157"/>
                  <a:gd name="T6" fmla="*/ 0 w 208"/>
                  <a:gd name="T7" fmla="*/ 60 h 157"/>
                  <a:gd name="T8" fmla="*/ 107 w 208"/>
                  <a:gd name="T9" fmla="*/ 157 h 157"/>
                  <a:gd name="T10" fmla="*/ 208 w 208"/>
                  <a:gd name="T11" fmla="*/ 60 h 157"/>
                  <a:gd name="T12" fmla="*/ 146 w 208"/>
                  <a:gd name="T13" fmla="*/ 0 h 157"/>
                </a:gdLst>
                <a:ahLst/>
                <a:cxnLst>
                  <a:cxn ang="0">
                    <a:pos x="T0" y="T1"/>
                  </a:cxn>
                  <a:cxn ang="0">
                    <a:pos x="T2" y="T3"/>
                  </a:cxn>
                  <a:cxn ang="0">
                    <a:pos x="T4" y="T5"/>
                  </a:cxn>
                  <a:cxn ang="0">
                    <a:pos x="T6" y="T7"/>
                  </a:cxn>
                  <a:cxn ang="0">
                    <a:pos x="T8" y="T9"/>
                  </a:cxn>
                  <a:cxn ang="0">
                    <a:pos x="T10" y="T11"/>
                  </a:cxn>
                  <a:cxn ang="0">
                    <a:pos x="T12" y="T13"/>
                  </a:cxn>
                </a:cxnLst>
                <a:rect l="0" t="0" r="r" b="b"/>
                <a:pathLst>
                  <a:path w="208" h="157">
                    <a:moveTo>
                      <a:pt x="146" y="0"/>
                    </a:moveTo>
                    <a:cubicBezTo>
                      <a:pt x="130" y="0"/>
                      <a:pt x="115" y="6"/>
                      <a:pt x="104" y="15"/>
                    </a:cubicBezTo>
                    <a:cubicBezTo>
                      <a:pt x="93" y="6"/>
                      <a:pt x="78" y="0"/>
                      <a:pt x="62" y="0"/>
                    </a:cubicBezTo>
                    <a:cubicBezTo>
                      <a:pt x="28" y="0"/>
                      <a:pt x="0" y="27"/>
                      <a:pt x="0" y="60"/>
                    </a:cubicBezTo>
                    <a:cubicBezTo>
                      <a:pt x="0" y="98"/>
                      <a:pt x="31" y="157"/>
                      <a:pt x="107" y="157"/>
                    </a:cubicBezTo>
                    <a:cubicBezTo>
                      <a:pt x="185" y="157"/>
                      <a:pt x="208" y="95"/>
                      <a:pt x="208" y="60"/>
                    </a:cubicBezTo>
                    <a:cubicBezTo>
                      <a:pt x="208" y="27"/>
                      <a:pt x="180" y="0"/>
                      <a:pt x="146" y="0"/>
                    </a:cubicBez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205" name="Freeform 51"/>
              <p:cNvSpPr/>
              <p:nvPr/>
            </p:nvSpPr>
            <p:spPr bwMode="auto">
              <a:xfrm>
                <a:off x="8709025" y="3605213"/>
                <a:ext cx="123825" cy="157163"/>
              </a:xfrm>
              <a:custGeom>
                <a:avLst/>
                <a:gdLst>
                  <a:gd name="T0" fmla="*/ 12 w 57"/>
                  <a:gd name="T1" fmla="*/ 72 h 72"/>
                  <a:gd name="T2" fmla="*/ 27 w 57"/>
                  <a:gd name="T3" fmla="*/ 0 h 72"/>
                  <a:gd name="T4" fmla="*/ 57 w 57"/>
                  <a:gd name="T5" fmla="*/ 6 h 72"/>
                  <a:gd name="T6" fmla="*/ 12 w 57"/>
                  <a:gd name="T7" fmla="*/ 72 h 72"/>
                </a:gdLst>
                <a:ahLst/>
                <a:cxnLst>
                  <a:cxn ang="0">
                    <a:pos x="T0" y="T1"/>
                  </a:cxn>
                  <a:cxn ang="0">
                    <a:pos x="T2" y="T3"/>
                  </a:cxn>
                  <a:cxn ang="0">
                    <a:pos x="T4" y="T5"/>
                  </a:cxn>
                  <a:cxn ang="0">
                    <a:pos x="T6" y="T7"/>
                  </a:cxn>
                </a:cxnLst>
                <a:rect l="0" t="0" r="r" b="b"/>
                <a:pathLst>
                  <a:path w="57" h="72">
                    <a:moveTo>
                      <a:pt x="12" y="72"/>
                    </a:moveTo>
                    <a:cubicBezTo>
                      <a:pt x="0" y="48"/>
                      <a:pt x="7" y="20"/>
                      <a:pt x="27" y="0"/>
                    </a:cubicBezTo>
                    <a:cubicBezTo>
                      <a:pt x="57" y="6"/>
                      <a:pt x="57" y="6"/>
                      <a:pt x="57" y="6"/>
                    </a:cubicBezTo>
                    <a:cubicBezTo>
                      <a:pt x="29" y="21"/>
                      <a:pt x="12" y="37"/>
                      <a:pt x="12" y="72"/>
                    </a:cubicBez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grpSp>
        <p:sp>
          <p:nvSpPr>
            <p:cNvPr id="179" name="Freeform 52"/>
            <p:cNvSpPr/>
            <p:nvPr/>
          </p:nvSpPr>
          <p:spPr bwMode="auto">
            <a:xfrm>
              <a:off x="3814163" y="1273122"/>
              <a:ext cx="483950" cy="397374"/>
            </a:xfrm>
            <a:custGeom>
              <a:avLst/>
              <a:gdLst/>
              <a:ahLst/>
              <a:cxnLst/>
              <a:rect l="l" t="t" r="r" b="b"/>
              <a:pathLst>
                <a:path w="687216" h="564276">
                  <a:moveTo>
                    <a:pt x="570447" y="172822"/>
                  </a:moveTo>
                  <a:cubicBezTo>
                    <a:pt x="570447" y="172822"/>
                    <a:pt x="570447" y="172822"/>
                    <a:pt x="590062" y="201232"/>
                  </a:cubicBezTo>
                  <a:lnTo>
                    <a:pt x="154172" y="491889"/>
                  </a:lnTo>
                  <a:cubicBezTo>
                    <a:pt x="130198" y="509372"/>
                    <a:pt x="95327" y="500631"/>
                    <a:pt x="77892" y="474406"/>
                  </a:cubicBezTo>
                  <a:cubicBezTo>
                    <a:pt x="75712" y="472220"/>
                    <a:pt x="75712" y="472220"/>
                    <a:pt x="75712" y="470035"/>
                  </a:cubicBezTo>
                  <a:cubicBezTo>
                    <a:pt x="93148" y="478777"/>
                    <a:pt x="112763" y="478777"/>
                    <a:pt x="130198" y="467850"/>
                  </a:cubicBezTo>
                  <a:cubicBezTo>
                    <a:pt x="130198" y="467850"/>
                    <a:pt x="130198" y="467850"/>
                    <a:pt x="570447" y="172822"/>
                  </a:cubicBezTo>
                  <a:close/>
                  <a:moveTo>
                    <a:pt x="533073" y="67001"/>
                  </a:moveTo>
                  <a:cubicBezTo>
                    <a:pt x="491035" y="95040"/>
                    <a:pt x="376282" y="171580"/>
                    <a:pt x="63032" y="380515"/>
                  </a:cubicBezTo>
                  <a:cubicBezTo>
                    <a:pt x="28189" y="404534"/>
                    <a:pt x="21656" y="454757"/>
                    <a:pt x="47788" y="494062"/>
                  </a:cubicBezTo>
                  <a:cubicBezTo>
                    <a:pt x="73921" y="531183"/>
                    <a:pt x="124009" y="544285"/>
                    <a:pt x="158852" y="520265"/>
                  </a:cubicBezTo>
                  <a:cubicBezTo>
                    <a:pt x="158860" y="520260"/>
                    <a:pt x="160695" y="519030"/>
                    <a:pt x="626715" y="206824"/>
                  </a:cubicBezTo>
                  <a:cubicBezTo>
                    <a:pt x="578252" y="134460"/>
                    <a:pt x="549789" y="91961"/>
                    <a:pt x="533073" y="67001"/>
                  </a:cubicBezTo>
                  <a:close/>
                  <a:moveTo>
                    <a:pt x="530794" y="696"/>
                  </a:moveTo>
                  <a:cubicBezTo>
                    <a:pt x="535968" y="2059"/>
                    <a:pt x="540869" y="5328"/>
                    <a:pt x="544136" y="9687"/>
                  </a:cubicBezTo>
                  <a:cubicBezTo>
                    <a:pt x="683541" y="218914"/>
                    <a:pt x="683541" y="218914"/>
                    <a:pt x="683541" y="218914"/>
                  </a:cubicBezTo>
                  <a:cubicBezTo>
                    <a:pt x="690075" y="229811"/>
                    <a:pt x="687897" y="240708"/>
                    <a:pt x="677006" y="247247"/>
                  </a:cubicBezTo>
                  <a:cubicBezTo>
                    <a:pt x="668293" y="253785"/>
                    <a:pt x="655224" y="251606"/>
                    <a:pt x="650868" y="242888"/>
                  </a:cubicBezTo>
                  <a:lnTo>
                    <a:pt x="642540" y="230453"/>
                  </a:lnTo>
                  <a:lnTo>
                    <a:pt x="167563" y="548652"/>
                  </a:lnTo>
                  <a:cubicBezTo>
                    <a:pt x="121831" y="579222"/>
                    <a:pt x="54322" y="563937"/>
                    <a:pt x="19478" y="511531"/>
                  </a:cubicBezTo>
                  <a:cubicBezTo>
                    <a:pt x="-13188" y="459124"/>
                    <a:pt x="-4477" y="391433"/>
                    <a:pt x="43433" y="360862"/>
                  </a:cubicBezTo>
                  <a:cubicBezTo>
                    <a:pt x="43440" y="360857"/>
                    <a:pt x="45324" y="359590"/>
                    <a:pt x="516638" y="42461"/>
                  </a:cubicBezTo>
                  <a:lnTo>
                    <a:pt x="510204" y="32854"/>
                  </a:lnTo>
                  <a:cubicBezTo>
                    <a:pt x="509285" y="31481"/>
                    <a:pt x="509285" y="31481"/>
                    <a:pt x="509285" y="31481"/>
                  </a:cubicBezTo>
                  <a:cubicBezTo>
                    <a:pt x="502750" y="22763"/>
                    <a:pt x="504928" y="9687"/>
                    <a:pt x="515819" y="3148"/>
                  </a:cubicBezTo>
                  <a:cubicBezTo>
                    <a:pt x="520176" y="-121"/>
                    <a:pt x="525621" y="-666"/>
                    <a:pt x="530794" y="696"/>
                  </a:cubicBez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180" name="Freeform 55"/>
            <p:cNvSpPr>
              <a:spLocks noEditPoints="1"/>
            </p:cNvSpPr>
            <p:nvPr/>
          </p:nvSpPr>
          <p:spPr bwMode="auto">
            <a:xfrm>
              <a:off x="3572343" y="1602764"/>
              <a:ext cx="209056" cy="366687"/>
            </a:xfrm>
            <a:custGeom>
              <a:avLst/>
              <a:gdLst>
                <a:gd name="T0" fmla="*/ 59 w 136"/>
                <a:gd name="T1" fmla="*/ 203 h 239"/>
                <a:gd name="T2" fmla="*/ 54 w 136"/>
                <a:gd name="T3" fmla="*/ 203 h 239"/>
                <a:gd name="T4" fmla="*/ 54 w 136"/>
                <a:gd name="T5" fmla="*/ 239 h 239"/>
                <a:gd name="T6" fmla="*/ 72 w 136"/>
                <a:gd name="T7" fmla="*/ 226 h 239"/>
                <a:gd name="T8" fmla="*/ 59 w 136"/>
                <a:gd name="T9" fmla="*/ 203 h 239"/>
                <a:gd name="T10" fmla="*/ 54 w 136"/>
                <a:gd name="T11" fmla="*/ 187 h 239"/>
                <a:gd name="T12" fmla="*/ 54 w 136"/>
                <a:gd name="T13" fmla="*/ 82 h 239"/>
                <a:gd name="T14" fmla="*/ 81 w 136"/>
                <a:gd name="T15" fmla="*/ 74 h 239"/>
                <a:gd name="T16" fmla="*/ 97 w 136"/>
                <a:gd name="T17" fmla="*/ 13 h 239"/>
                <a:gd name="T18" fmla="*/ 114 w 136"/>
                <a:gd name="T19" fmla="*/ 2 h 239"/>
                <a:gd name="T20" fmla="*/ 124 w 136"/>
                <a:gd name="T21" fmla="*/ 20 h 239"/>
                <a:gd name="T22" fmla="*/ 109 w 136"/>
                <a:gd name="T23" fmla="*/ 81 h 239"/>
                <a:gd name="T24" fmla="*/ 130 w 136"/>
                <a:gd name="T25" fmla="*/ 134 h 239"/>
                <a:gd name="T26" fmla="*/ 122 w 136"/>
                <a:gd name="T27" fmla="*/ 164 h 239"/>
                <a:gd name="T28" fmla="*/ 122 w 136"/>
                <a:gd name="T29" fmla="*/ 164 h 239"/>
                <a:gd name="T30" fmla="*/ 136 w 136"/>
                <a:gd name="T31" fmla="*/ 187 h 239"/>
                <a:gd name="T32" fmla="*/ 131 w 136"/>
                <a:gd name="T33" fmla="*/ 207 h 239"/>
                <a:gd name="T34" fmla="*/ 54 w 136"/>
                <a:gd name="T35" fmla="*/ 187 h 239"/>
                <a:gd name="T36" fmla="*/ 54 w 136"/>
                <a:gd name="T37" fmla="*/ 203 h 239"/>
                <a:gd name="T38" fmla="*/ 36 w 136"/>
                <a:gd name="T39" fmla="*/ 216 h 239"/>
                <a:gd name="T40" fmla="*/ 50 w 136"/>
                <a:gd name="T41" fmla="*/ 239 h 239"/>
                <a:gd name="T42" fmla="*/ 54 w 136"/>
                <a:gd name="T43" fmla="*/ 239 h 239"/>
                <a:gd name="T44" fmla="*/ 54 w 136"/>
                <a:gd name="T45" fmla="*/ 203 h 239"/>
                <a:gd name="T46" fmla="*/ 54 w 136"/>
                <a:gd name="T47" fmla="*/ 82 h 239"/>
                <a:gd name="T48" fmla="*/ 54 w 136"/>
                <a:gd name="T49" fmla="*/ 187 h 239"/>
                <a:gd name="T50" fmla="*/ 0 w 136"/>
                <a:gd name="T51" fmla="*/ 173 h 239"/>
                <a:gd name="T52" fmla="*/ 5 w 136"/>
                <a:gd name="T53" fmla="*/ 152 h 239"/>
                <a:gd name="T54" fmla="*/ 29 w 136"/>
                <a:gd name="T55" fmla="*/ 140 h 239"/>
                <a:gd name="T56" fmla="*/ 37 w 136"/>
                <a:gd name="T57" fmla="*/ 109 h 239"/>
                <a:gd name="T58" fmla="*/ 54 w 136"/>
                <a:gd name="T59" fmla="*/ 82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36" h="239">
                  <a:moveTo>
                    <a:pt x="59" y="203"/>
                  </a:moveTo>
                  <a:cubicBezTo>
                    <a:pt x="57" y="203"/>
                    <a:pt x="56" y="203"/>
                    <a:pt x="54" y="203"/>
                  </a:cubicBezTo>
                  <a:cubicBezTo>
                    <a:pt x="54" y="239"/>
                    <a:pt x="54" y="239"/>
                    <a:pt x="54" y="239"/>
                  </a:cubicBezTo>
                  <a:cubicBezTo>
                    <a:pt x="62" y="239"/>
                    <a:pt x="70" y="234"/>
                    <a:pt x="72" y="226"/>
                  </a:cubicBezTo>
                  <a:cubicBezTo>
                    <a:pt x="74" y="216"/>
                    <a:pt x="69" y="206"/>
                    <a:pt x="59" y="203"/>
                  </a:cubicBezTo>
                  <a:close/>
                  <a:moveTo>
                    <a:pt x="54" y="187"/>
                  </a:moveTo>
                  <a:cubicBezTo>
                    <a:pt x="54" y="82"/>
                    <a:pt x="54" y="82"/>
                    <a:pt x="54" y="82"/>
                  </a:cubicBezTo>
                  <a:cubicBezTo>
                    <a:pt x="62" y="76"/>
                    <a:pt x="71" y="74"/>
                    <a:pt x="81" y="74"/>
                  </a:cubicBezTo>
                  <a:cubicBezTo>
                    <a:pt x="97" y="13"/>
                    <a:pt x="97" y="13"/>
                    <a:pt x="97" y="13"/>
                  </a:cubicBezTo>
                  <a:cubicBezTo>
                    <a:pt x="99" y="5"/>
                    <a:pt x="107" y="0"/>
                    <a:pt x="114" y="2"/>
                  </a:cubicBezTo>
                  <a:cubicBezTo>
                    <a:pt x="122" y="4"/>
                    <a:pt x="126" y="12"/>
                    <a:pt x="124" y="20"/>
                  </a:cubicBezTo>
                  <a:cubicBezTo>
                    <a:pt x="109" y="81"/>
                    <a:pt x="109" y="81"/>
                    <a:pt x="109" y="81"/>
                  </a:cubicBezTo>
                  <a:cubicBezTo>
                    <a:pt x="125" y="90"/>
                    <a:pt x="136" y="109"/>
                    <a:pt x="130" y="134"/>
                  </a:cubicBezTo>
                  <a:cubicBezTo>
                    <a:pt x="130" y="134"/>
                    <a:pt x="125" y="154"/>
                    <a:pt x="122" y="164"/>
                  </a:cubicBezTo>
                  <a:cubicBezTo>
                    <a:pt x="122" y="164"/>
                    <a:pt x="122" y="164"/>
                    <a:pt x="122" y="164"/>
                  </a:cubicBezTo>
                  <a:cubicBezTo>
                    <a:pt x="118" y="178"/>
                    <a:pt x="136" y="187"/>
                    <a:pt x="136" y="187"/>
                  </a:cubicBezTo>
                  <a:cubicBezTo>
                    <a:pt x="131" y="207"/>
                    <a:pt x="131" y="207"/>
                    <a:pt x="131" y="207"/>
                  </a:cubicBezTo>
                  <a:lnTo>
                    <a:pt x="54" y="187"/>
                  </a:lnTo>
                  <a:close/>
                  <a:moveTo>
                    <a:pt x="54" y="203"/>
                  </a:moveTo>
                  <a:cubicBezTo>
                    <a:pt x="46" y="203"/>
                    <a:pt x="38" y="208"/>
                    <a:pt x="36" y="216"/>
                  </a:cubicBezTo>
                  <a:cubicBezTo>
                    <a:pt x="34" y="226"/>
                    <a:pt x="40" y="236"/>
                    <a:pt x="50" y="239"/>
                  </a:cubicBezTo>
                  <a:cubicBezTo>
                    <a:pt x="51" y="239"/>
                    <a:pt x="53" y="239"/>
                    <a:pt x="54" y="239"/>
                  </a:cubicBezTo>
                  <a:cubicBezTo>
                    <a:pt x="54" y="203"/>
                    <a:pt x="54" y="203"/>
                    <a:pt x="54" y="203"/>
                  </a:cubicBezTo>
                  <a:close/>
                  <a:moveTo>
                    <a:pt x="54" y="82"/>
                  </a:moveTo>
                  <a:cubicBezTo>
                    <a:pt x="54" y="187"/>
                    <a:pt x="54" y="187"/>
                    <a:pt x="54" y="187"/>
                  </a:cubicBezTo>
                  <a:cubicBezTo>
                    <a:pt x="0" y="173"/>
                    <a:pt x="0" y="173"/>
                    <a:pt x="0" y="173"/>
                  </a:cubicBezTo>
                  <a:cubicBezTo>
                    <a:pt x="5" y="152"/>
                    <a:pt x="5" y="152"/>
                    <a:pt x="5" y="152"/>
                  </a:cubicBezTo>
                  <a:cubicBezTo>
                    <a:pt x="5" y="152"/>
                    <a:pt x="25" y="154"/>
                    <a:pt x="29" y="140"/>
                  </a:cubicBezTo>
                  <a:cubicBezTo>
                    <a:pt x="32" y="128"/>
                    <a:pt x="37" y="109"/>
                    <a:pt x="37" y="109"/>
                  </a:cubicBezTo>
                  <a:cubicBezTo>
                    <a:pt x="40" y="97"/>
                    <a:pt x="46" y="88"/>
                    <a:pt x="54" y="82"/>
                  </a:cubicBezTo>
                  <a:close/>
                </a:path>
              </a:pathLst>
            </a:custGeom>
            <a:solidFill>
              <a:srgbClr val="37B0E8"/>
            </a:solidFill>
            <a:ln>
              <a:noFill/>
            </a:ln>
          </p:spPr>
          <p:txBody>
            <a:bodyPr vert="horz" wrap="square" lIns="91440" tIns="45720" rIns="91440" bIns="45720" numCol="1" anchor="t" anchorCtr="0" compatLnSpc="1"/>
            <a:lstStyle/>
            <a:p>
              <a:endParaRPr lang="id-ID"/>
            </a:p>
          </p:txBody>
        </p:sp>
        <p:sp>
          <p:nvSpPr>
            <p:cNvPr id="181" name="Freeform 56"/>
            <p:cNvSpPr>
              <a:spLocks noEditPoints="1"/>
            </p:cNvSpPr>
            <p:nvPr/>
          </p:nvSpPr>
          <p:spPr bwMode="auto">
            <a:xfrm>
              <a:off x="3382292" y="2370794"/>
              <a:ext cx="391281" cy="425938"/>
            </a:xfrm>
            <a:custGeom>
              <a:avLst/>
              <a:gdLst>
                <a:gd name="T0" fmla="*/ 198 w 255"/>
                <a:gd name="T1" fmla="*/ 128 h 277"/>
                <a:gd name="T2" fmla="*/ 191 w 255"/>
                <a:gd name="T3" fmla="*/ 158 h 277"/>
                <a:gd name="T4" fmla="*/ 191 w 255"/>
                <a:gd name="T5" fmla="*/ 185 h 277"/>
                <a:gd name="T6" fmla="*/ 196 w 255"/>
                <a:gd name="T7" fmla="*/ 187 h 277"/>
                <a:gd name="T8" fmla="*/ 218 w 255"/>
                <a:gd name="T9" fmla="*/ 218 h 277"/>
                <a:gd name="T10" fmla="*/ 191 w 255"/>
                <a:gd name="T11" fmla="*/ 201 h 277"/>
                <a:gd name="T12" fmla="*/ 191 w 255"/>
                <a:gd name="T13" fmla="*/ 55 h 277"/>
                <a:gd name="T14" fmla="*/ 218 w 255"/>
                <a:gd name="T15" fmla="*/ 38 h 277"/>
                <a:gd name="T16" fmla="*/ 196 w 255"/>
                <a:gd name="T17" fmla="*/ 69 h 277"/>
                <a:gd name="T18" fmla="*/ 191 w 255"/>
                <a:gd name="T19" fmla="*/ 71 h 277"/>
                <a:gd name="T20" fmla="*/ 249 w 255"/>
                <a:gd name="T21" fmla="*/ 121 h 277"/>
                <a:gd name="T22" fmla="*/ 211 w 255"/>
                <a:gd name="T23" fmla="*/ 128 h 277"/>
                <a:gd name="T24" fmla="*/ 249 w 255"/>
                <a:gd name="T25" fmla="*/ 134 h 277"/>
                <a:gd name="T26" fmla="*/ 249 w 255"/>
                <a:gd name="T27" fmla="*/ 121 h 277"/>
                <a:gd name="T28" fmla="*/ 132 w 255"/>
                <a:gd name="T29" fmla="*/ 277 h 277"/>
                <a:gd name="T30" fmla="*/ 167 w 255"/>
                <a:gd name="T31" fmla="*/ 186 h 277"/>
                <a:gd name="T32" fmla="*/ 191 w 255"/>
                <a:gd name="T33" fmla="*/ 98 h 277"/>
                <a:gd name="T34" fmla="*/ 127 w 255"/>
                <a:gd name="T35" fmla="*/ 72 h 277"/>
                <a:gd name="T36" fmla="*/ 183 w 255"/>
                <a:gd name="T37" fmla="*/ 128 h 277"/>
                <a:gd name="T38" fmla="*/ 156 w 255"/>
                <a:gd name="T39" fmla="*/ 176 h 277"/>
                <a:gd name="T40" fmla="*/ 153 w 255"/>
                <a:gd name="T41" fmla="*/ 214 h 277"/>
                <a:gd name="T42" fmla="*/ 127 w 255"/>
                <a:gd name="T43" fmla="*/ 277 h 277"/>
                <a:gd name="T44" fmla="*/ 191 w 255"/>
                <a:gd name="T45" fmla="*/ 71 h 277"/>
                <a:gd name="T46" fmla="*/ 186 w 255"/>
                <a:gd name="T47" fmla="*/ 60 h 277"/>
                <a:gd name="T48" fmla="*/ 191 w 255"/>
                <a:gd name="T49" fmla="*/ 185 h 277"/>
                <a:gd name="T50" fmla="*/ 186 w 255"/>
                <a:gd name="T51" fmla="*/ 196 h 277"/>
                <a:gd name="T52" fmla="*/ 191 w 255"/>
                <a:gd name="T53" fmla="*/ 185 h 277"/>
                <a:gd name="T54" fmla="*/ 127 w 255"/>
                <a:gd name="T55" fmla="*/ 0 h 277"/>
                <a:gd name="T56" fmla="*/ 134 w 255"/>
                <a:gd name="T57" fmla="*/ 7 h 277"/>
                <a:gd name="T58" fmla="*/ 128 w 255"/>
                <a:gd name="T59" fmla="*/ 45 h 277"/>
                <a:gd name="T60" fmla="*/ 127 w 255"/>
                <a:gd name="T61" fmla="*/ 45 h 277"/>
                <a:gd name="T62" fmla="*/ 64 w 255"/>
                <a:gd name="T63" fmla="*/ 97 h 277"/>
                <a:gd name="T64" fmla="*/ 89 w 255"/>
                <a:gd name="T65" fmla="*/ 187 h 277"/>
                <a:gd name="T66" fmla="*/ 124 w 255"/>
                <a:gd name="T67" fmla="*/ 277 h 277"/>
                <a:gd name="T68" fmla="*/ 127 w 255"/>
                <a:gd name="T69" fmla="*/ 214 h 277"/>
                <a:gd name="T70" fmla="*/ 103 w 255"/>
                <a:gd name="T71" fmla="*/ 183 h 277"/>
                <a:gd name="T72" fmla="*/ 71 w 255"/>
                <a:gd name="T73" fmla="*/ 128 h 277"/>
                <a:gd name="T74" fmla="*/ 127 w 255"/>
                <a:gd name="T75" fmla="*/ 72 h 277"/>
                <a:gd name="T76" fmla="*/ 127 w 255"/>
                <a:gd name="T77" fmla="*/ 57 h 277"/>
                <a:gd name="T78" fmla="*/ 127 w 255"/>
                <a:gd name="T79" fmla="*/ 0 h 277"/>
                <a:gd name="T80" fmla="*/ 121 w 255"/>
                <a:gd name="T81" fmla="*/ 38 h 277"/>
                <a:gd name="T82" fmla="*/ 127 w 255"/>
                <a:gd name="T83" fmla="*/ 0 h 277"/>
                <a:gd name="T84" fmla="*/ 64 w 255"/>
                <a:gd name="T85" fmla="*/ 185 h 277"/>
                <a:gd name="T86" fmla="*/ 69 w 255"/>
                <a:gd name="T87" fmla="*/ 196 h 277"/>
                <a:gd name="T88" fmla="*/ 64 w 255"/>
                <a:gd name="T89" fmla="*/ 71 h 277"/>
                <a:gd name="T90" fmla="*/ 69 w 255"/>
                <a:gd name="T91" fmla="*/ 60 h 277"/>
                <a:gd name="T92" fmla="*/ 64 w 255"/>
                <a:gd name="T93" fmla="*/ 71 h 277"/>
                <a:gd name="T94" fmla="*/ 57 w 255"/>
                <a:gd name="T95" fmla="*/ 128 h 277"/>
                <a:gd name="T96" fmla="*/ 64 w 255"/>
                <a:gd name="T97" fmla="*/ 97 h 277"/>
                <a:gd name="T98" fmla="*/ 64 w 255"/>
                <a:gd name="T99" fmla="*/ 71 h 277"/>
                <a:gd name="T100" fmla="*/ 60 w 255"/>
                <a:gd name="T101" fmla="*/ 69 h 277"/>
                <a:gd name="T102" fmla="*/ 38 w 255"/>
                <a:gd name="T103" fmla="*/ 38 h 277"/>
                <a:gd name="T104" fmla="*/ 64 w 255"/>
                <a:gd name="T105" fmla="*/ 55 h 277"/>
                <a:gd name="T106" fmla="*/ 64 w 255"/>
                <a:gd name="T107" fmla="*/ 201 h 277"/>
                <a:gd name="T108" fmla="*/ 38 w 255"/>
                <a:gd name="T109" fmla="*/ 218 h 277"/>
                <a:gd name="T110" fmla="*/ 60 w 255"/>
                <a:gd name="T111" fmla="*/ 187 h 277"/>
                <a:gd name="T112" fmla="*/ 64 w 255"/>
                <a:gd name="T113" fmla="*/ 185 h 277"/>
                <a:gd name="T114" fmla="*/ 45 w 255"/>
                <a:gd name="T115" fmla="*/ 128 h 277"/>
                <a:gd name="T116" fmla="*/ 7 w 255"/>
                <a:gd name="T117" fmla="*/ 121 h 277"/>
                <a:gd name="T118" fmla="*/ 7 w 255"/>
                <a:gd name="T119" fmla="*/ 134 h 277"/>
                <a:gd name="T120" fmla="*/ 45 w 255"/>
                <a:gd name="T121" fmla="*/ 128 h 2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55" h="277">
                  <a:moveTo>
                    <a:pt x="191" y="158"/>
                  </a:moveTo>
                  <a:cubicBezTo>
                    <a:pt x="195" y="149"/>
                    <a:pt x="198" y="139"/>
                    <a:pt x="198" y="128"/>
                  </a:cubicBezTo>
                  <a:cubicBezTo>
                    <a:pt x="198" y="117"/>
                    <a:pt x="195" y="107"/>
                    <a:pt x="191" y="98"/>
                  </a:cubicBezTo>
                  <a:cubicBezTo>
                    <a:pt x="191" y="158"/>
                    <a:pt x="191" y="158"/>
                    <a:pt x="191" y="158"/>
                  </a:cubicBezTo>
                  <a:close/>
                  <a:moveTo>
                    <a:pt x="191" y="201"/>
                  </a:moveTo>
                  <a:cubicBezTo>
                    <a:pt x="191" y="185"/>
                    <a:pt x="191" y="185"/>
                    <a:pt x="191" y="185"/>
                  </a:cubicBezTo>
                  <a:cubicBezTo>
                    <a:pt x="193" y="185"/>
                    <a:pt x="194" y="185"/>
                    <a:pt x="196" y="187"/>
                  </a:cubicBezTo>
                  <a:cubicBezTo>
                    <a:pt x="196" y="187"/>
                    <a:pt x="196" y="187"/>
                    <a:pt x="196" y="187"/>
                  </a:cubicBezTo>
                  <a:cubicBezTo>
                    <a:pt x="218" y="209"/>
                    <a:pt x="218" y="209"/>
                    <a:pt x="218" y="209"/>
                  </a:cubicBezTo>
                  <a:cubicBezTo>
                    <a:pt x="220" y="211"/>
                    <a:pt x="220" y="216"/>
                    <a:pt x="218" y="218"/>
                  </a:cubicBezTo>
                  <a:cubicBezTo>
                    <a:pt x="215" y="221"/>
                    <a:pt x="211" y="221"/>
                    <a:pt x="209" y="218"/>
                  </a:cubicBezTo>
                  <a:cubicBezTo>
                    <a:pt x="191" y="201"/>
                    <a:pt x="191" y="201"/>
                    <a:pt x="191" y="201"/>
                  </a:cubicBezTo>
                  <a:close/>
                  <a:moveTo>
                    <a:pt x="191" y="71"/>
                  </a:moveTo>
                  <a:cubicBezTo>
                    <a:pt x="191" y="55"/>
                    <a:pt x="191" y="55"/>
                    <a:pt x="191" y="55"/>
                  </a:cubicBezTo>
                  <a:cubicBezTo>
                    <a:pt x="209" y="38"/>
                    <a:pt x="209" y="38"/>
                    <a:pt x="209" y="38"/>
                  </a:cubicBezTo>
                  <a:cubicBezTo>
                    <a:pt x="211" y="35"/>
                    <a:pt x="215" y="35"/>
                    <a:pt x="218" y="38"/>
                  </a:cubicBezTo>
                  <a:cubicBezTo>
                    <a:pt x="220" y="40"/>
                    <a:pt x="220" y="44"/>
                    <a:pt x="218" y="47"/>
                  </a:cubicBezTo>
                  <a:cubicBezTo>
                    <a:pt x="196" y="69"/>
                    <a:pt x="196" y="69"/>
                    <a:pt x="196" y="69"/>
                  </a:cubicBezTo>
                  <a:cubicBezTo>
                    <a:pt x="196" y="69"/>
                    <a:pt x="196" y="69"/>
                    <a:pt x="196" y="69"/>
                  </a:cubicBezTo>
                  <a:cubicBezTo>
                    <a:pt x="194" y="71"/>
                    <a:pt x="193" y="71"/>
                    <a:pt x="191" y="71"/>
                  </a:cubicBezTo>
                  <a:close/>
                  <a:moveTo>
                    <a:pt x="249" y="121"/>
                  </a:moveTo>
                  <a:cubicBezTo>
                    <a:pt x="249" y="121"/>
                    <a:pt x="249" y="121"/>
                    <a:pt x="249" y="121"/>
                  </a:cubicBezTo>
                  <a:cubicBezTo>
                    <a:pt x="217" y="121"/>
                    <a:pt x="217" y="121"/>
                    <a:pt x="217" y="121"/>
                  </a:cubicBezTo>
                  <a:cubicBezTo>
                    <a:pt x="214" y="121"/>
                    <a:pt x="211" y="124"/>
                    <a:pt x="211" y="128"/>
                  </a:cubicBezTo>
                  <a:cubicBezTo>
                    <a:pt x="211" y="132"/>
                    <a:pt x="214" y="134"/>
                    <a:pt x="217" y="134"/>
                  </a:cubicBezTo>
                  <a:cubicBezTo>
                    <a:pt x="249" y="134"/>
                    <a:pt x="249" y="134"/>
                    <a:pt x="249" y="134"/>
                  </a:cubicBezTo>
                  <a:cubicBezTo>
                    <a:pt x="252" y="134"/>
                    <a:pt x="255" y="132"/>
                    <a:pt x="255" y="128"/>
                  </a:cubicBezTo>
                  <a:cubicBezTo>
                    <a:pt x="255" y="124"/>
                    <a:pt x="252" y="121"/>
                    <a:pt x="249" y="121"/>
                  </a:cubicBezTo>
                  <a:close/>
                  <a:moveTo>
                    <a:pt x="127" y="277"/>
                  </a:moveTo>
                  <a:cubicBezTo>
                    <a:pt x="132" y="277"/>
                    <a:pt x="132" y="277"/>
                    <a:pt x="132" y="277"/>
                  </a:cubicBezTo>
                  <a:cubicBezTo>
                    <a:pt x="151" y="277"/>
                    <a:pt x="167" y="262"/>
                    <a:pt x="167" y="242"/>
                  </a:cubicBezTo>
                  <a:cubicBezTo>
                    <a:pt x="167" y="186"/>
                    <a:pt x="167" y="186"/>
                    <a:pt x="167" y="186"/>
                  </a:cubicBezTo>
                  <a:cubicBezTo>
                    <a:pt x="177" y="179"/>
                    <a:pt x="186" y="169"/>
                    <a:pt x="191" y="158"/>
                  </a:cubicBezTo>
                  <a:cubicBezTo>
                    <a:pt x="191" y="98"/>
                    <a:pt x="191" y="98"/>
                    <a:pt x="191" y="98"/>
                  </a:cubicBezTo>
                  <a:cubicBezTo>
                    <a:pt x="180" y="74"/>
                    <a:pt x="156" y="57"/>
                    <a:pt x="127" y="57"/>
                  </a:cubicBezTo>
                  <a:cubicBezTo>
                    <a:pt x="127" y="72"/>
                    <a:pt x="127" y="72"/>
                    <a:pt x="127" y="72"/>
                  </a:cubicBezTo>
                  <a:cubicBezTo>
                    <a:pt x="143" y="72"/>
                    <a:pt x="157" y="78"/>
                    <a:pt x="167" y="88"/>
                  </a:cubicBezTo>
                  <a:cubicBezTo>
                    <a:pt x="177" y="98"/>
                    <a:pt x="183" y="112"/>
                    <a:pt x="183" y="128"/>
                  </a:cubicBezTo>
                  <a:cubicBezTo>
                    <a:pt x="183" y="148"/>
                    <a:pt x="172" y="166"/>
                    <a:pt x="156" y="176"/>
                  </a:cubicBezTo>
                  <a:cubicBezTo>
                    <a:pt x="156" y="176"/>
                    <a:pt x="156" y="176"/>
                    <a:pt x="156" y="176"/>
                  </a:cubicBezTo>
                  <a:cubicBezTo>
                    <a:pt x="154" y="177"/>
                    <a:pt x="153" y="180"/>
                    <a:pt x="153" y="182"/>
                  </a:cubicBezTo>
                  <a:cubicBezTo>
                    <a:pt x="153" y="214"/>
                    <a:pt x="153" y="214"/>
                    <a:pt x="153" y="214"/>
                  </a:cubicBezTo>
                  <a:cubicBezTo>
                    <a:pt x="127" y="214"/>
                    <a:pt x="127" y="214"/>
                    <a:pt x="127" y="214"/>
                  </a:cubicBezTo>
                  <a:cubicBezTo>
                    <a:pt x="127" y="277"/>
                    <a:pt x="127" y="277"/>
                    <a:pt x="127" y="277"/>
                  </a:cubicBezTo>
                  <a:close/>
                  <a:moveTo>
                    <a:pt x="191" y="55"/>
                  </a:moveTo>
                  <a:cubicBezTo>
                    <a:pt x="191" y="71"/>
                    <a:pt x="191" y="71"/>
                    <a:pt x="191" y="71"/>
                  </a:cubicBezTo>
                  <a:cubicBezTo>
                    <a:pt x="189" y="71"/>
                    <a:pt x="188" y="71"/>
                    <a:pt x="186" y="69"/>
                  </a:cubicBezTo>
                  <a:cubicBezTo>
                    <a:pt x="184" y="67"/>
                    <a:pt x="184" y="63"/>
                    <a:pt x="186" y="60"/>
                  </a:cubicBezTo>
                  <a:cubicBezTo>
                    <a:pt x="191" y="55"/>
                    <a:pt x="191" y="55"/>
                    <a:pt x="191" y="55"/>
                  </a:cubicBezTo>
                  <a:close/>
                  <a:moveTo>
                    <a:pt x="191" y="185"/>
                  </a:moveTo>
                  <a:cubicBezTo>
                    <a:pt x="191" y="201"/>
                    <a:pt x="191" y="201"/>
                    <a:pt x="191" y="201"/>
                  </a:cubicBezTo>
                  <a:cubicBezTo>
                    <a:pt x="186" y="196"/>
                    <a:pt x="186" y="196"/>
                    <a:pt x="186" y="196"/>
                  </a:cubicBezTo>
                  <a:cubicBezTo>
                    <a:pt x="184" y="193"/>
                    <a:pt x="184" y="189"/>
                    <a:pt x="186" y="187"/>
                  </a:cubicBezTo>
                  <a:cubicBezTo>
                    <a:pt x="188" y="185"/>
                    <a:pt x="189" y="185"/>
                    <a:pt x="191" y="185"/>
                  </a:cubicBezTo>
                  <a:close/>
                  <a:moveTo>
                    <a:pt x="127" y="45"/>
                  </a:moveTo>
                  <a:cubicBezTo>
                    <a:pt x="127" y="0"/>
                    <a:pt x="127" y="0"/>
                    <a:pt x="127" y="0"/>
                  </a:cubicBezTo>
                  <a:cubicBezTo>
                    <a:pt x="127" y="0"/>
                    <a:pt x="128" y="0"/>
                    <a:pt x="128" y="0"/>
                  </a:cubicBezTo>
                  <a:cubicBezTo>
                    <a:pt x="131" y="0"/>
                    <a:pt x="134" y="3"/>
                    <a:pt x="134" y="7"/>
                  </a:cubicBezTo>
                  <a:cubicBezTo>
                    <a:pt x="134" y="38"/>
                    <a:pt x="134" y="38"/>
                    <a:pt x="134" y="38"/>
                  </a:cubicBezTo>
                  <a:cubicBezTo>
                    <a:pt x="134" y="42"/>
                    <a:pt x="131" y="45"/>
                    <a:pt x="128" y="45"/>
                  </a:cubicBezTo>
                  <a:cubicBezTo>
                    <a:pt x="128" y="45"/>
                    <a:pt x="128" y="45"/>
                    <a:pt x="128" y="45"/>
                  </a:cubicBezTo>
                  <a:cubicBezTo>
                    <a:pt x="128" y="45"/>
                    <a:pt x="127" y="45"/>
                    <a:pt x="127" y="45"/>
                  </a:cubicBezTo>
                  <a:close/>
                  <a:moveTo>
                    <a:pt x="127" y="57"/>
                  </a:moveTo>
                  <a:cubicBezTo>
                    <a:pt x="99" y="57"/>
                    <a:pt x="75" y="74"/>
                    <a:pt x="64" y="97"/>
                  </a:cubicBezTo>
                  <a:cubicBezTo>
                    <a:pt x="64" y="159"/>
                    <a:pt x="64" y="159"/>
                    <a:pt x="64" y="159"/>
                  </a:cubicBezTo>
                  <a:cubicBezTo>
                    <a:pt x="70" y="170"/>
                    <a:pt x="78" y="180"/>
                    <a:pt x="89" y="187"/>
                  </a:cubicBezTo>
                  <a:cubicBezTo>
                    <a:pt x="89" y="242"/>
                    <a:pt x="89" y="242"/>
                    <a:pt x="89" y="242"/>
                  </a:cubicBezTo>
                  <a:cubicBezTo>
                    <a:pt x="89" y="262"/>
                    <a:pt x="104" y="277"/>
                    <a:pt x="124" y="277"/>
                  </a:cubicBezTo>
                  <a:cubicBezTo>
                    <a:pt x="127" y="277"/>
                    <a:pt x="127" y="277"/>
                    <a:pt x="127" y="277"/>
                  </a:cubicBezTo>
                  <a:cubicBezTo>
                    <a:pt x="127" y="214"/>
                    <a:pt x="127" y="214"/>
                    <a:pt x="127" y="214"/>
                  </a:cubicBezTo>
                  <a:cubicBezTo>
                    <a:pt x="103" y="214"/>
                    <a:pt x="103" y="214"/>
                    <a:pt x="103" y="214"/>
                  </a:cubicBezTo>
                  <a:cubicBezTo>
                    <a:pt x="103" y="183"/>
                    <a:pt x="103" y="183"/>
                    <a:pt x="103" y="183"/>
                  </a:cubicBezTo>
                  <a:cubicBezTo>
                    <a:pt x="103" y="180"/>
                    <a:pt x="102" y="178"/>
                    <a:pt x="100" y="176"/>
                  </a:cubicBezTo>
                  <a:cubicBezTo>
                    <a:pt x="83" y="167"/>
                    <a:pt x="71" y="149"/>
                    <a:pt x="71" y="128"/>
                  </a:cubicBezTo>
                  <a:cubicBezTo>
                    <a:pt x="71" y="112"/>
                    <a:pt x="78" y="98"/>
                    <a:pt x="88" y="88"/>
                  </a:cubicBezTo>
                  <a:cubicBezTo>
                    <a:pt x="98" y="78"/>
                    <a:pt x="112" y="72"/>
                    <a:pt x="127" y="72"/>
                  </a:cubicBezTo>
                  <a:cubicBezTo>
                    <a:pt x="127" y="72"/>
                    <a:pt x="127" y="72"/>
                    <a:pt x="127" y="72"/>
                  </a:cubicBezTo>
                  <a:cubicBezTo>
                    <a:pt x="127" y="57"/>
                    <a:pt x="127" y="57"/>
                    <a:pt x="127" y="57"/>
                  </a:cubicBezTo>
                  <a:cubicBezTo>
                    <a:pt x="127" y="57"/>
                    <a:pt x="127" y="57"/>
                    <a:pt x="127" y="57"/>
                  </a:cubicBezTo>
                  <a:close/>
                  <a:moveTo>
                    <a:pt x="127" y="0"/>
                  </a:moveTo>
                  <a:cubicBezTo>
                    <a:pt x="127" y="45"/>
                    <a:pt x="127" y="45"/>
                    <a:pt x="127" y="45"/>
                  </a:cubicBezTo>
                  <a:cubicBezTo>
                    <a:pt x="124" y="45"/>
                    <a:pt x="121" y="42"/>
                    <a:pt x="121" y="38"/>
                  </a:cubicBezTo>
                  <a:cubicBezTo>
                    <a:pt x="121" y="7"/>
                    <a:pt x="121" y="7"/>
                    <a:pt x="121" y="7"/>
                  </a:cubicBezTo>
                  <a:cubicBezTo>
                    <a:pt x="121" y="4"/>
                    <a:pt x="124" y="1"/>
                    <a:pt x="127" y="0"/>
                  </a:cubicBezTo>
                  <a:close/>
                  <a:moveTo>
                    <a:pt x="64" y="201"/>
                  </a:moveTo>
                  <a:cubicBezTo>
                    <a:pt x="64" y="185"/>
                    <a:pt x="64" y="185"/>
                    <a:pt x="64" y="185"/>
                  </a:cubicBezTo>
                  <a:cubicBezTo>
                    <a:pt x="66" y="185"/>
                    <a:pt x="68" y="185"/>
                    <a:pt x="69" y="187"/>
                  </a:cubicBezTo>
                  <a:cubicBezTo>
                    <a:pt x="72" y="189"/>
                    <a:pt x="72" y="193"/>
                    <a:pt x="69" y="196"/>
                  </a:cubicBezTo>
                  <a:cubicBezTo>
                    <a:pt x="64" y="201"/>
                    <a:pt x="64" y="201"/>
                    <a:pt x="64" y="201"/>
                  </a:cubicBezTo>
                  <a:close/>
                  <a:moveTo>
                    <a:pt x="64" y="71"/>
                  </a:moveTo>
                  <a:cubicBezTo>
                    <a:pt x="64" y="55"/>
                    <a:pt x="64" y="55"/>
                    <a:pt x="64" y="55"/>
                  </a:cubicBezTo>
                  <a:cubicBezTo>
                    <a:pt x="69" y="60"/>
                    <a:pt x="69" y="60"/>
                    <a:pt x="69" y="60"/>
                  </a:cubicBezTo>
                  <a:cubicBezTo>
                    <a:pt x="72" y="63"/>
                    <a:pt x="72" y="67"/>
                    <a:pt x="69" y="69"/>
                  </a:cubicBezTo>
                  <a:cubicBezTo>
                    <a:pt x="68" y="71"/>
                    <a:pt x="66" y="71"/>
                    <a:pt x="64" y="71"/>
                  </a:cubicBezTo>
                  <a:close/>
                  <a:moveTo>
                    <a:pt x="64" y="97"/>
                  </a:moveTo>
                  <a:cubicBezTo>
                    <a:pt x="59" y="106"/>
                    <a:pt x="57" y="117"/>
                    <a:pt x="57" y="128"/>
                  </a:cubicBezTo>
                  <a:cubicBezTo>
                    <a:pt x="57" y="139"/>
                    <a:pt x="59" y="149"/>
                    <a:pt x="64" y="159"/>
                  </a:cubicBezTo>
                  <a:cubicBezTo>
                    <a:pt x="64" y="97"/>
                    <a:pt x="64" y="97"/>
                    <a:pt x="64" y="97"/>
                  </a:cubicBezTo>
                  <a:close/>
                  <a:moveTo>
                    <a:pt x="64" y="55"/>
                  </a:moveTo>
                  <a:cubicBezTo>
                    <a:pt x="64" y="71"/>
                    <a:pt x="64" y="71"/>
                    <a:pt x="64" y="71"/>
                  </a:cubicBezTo>
                  <a:cubicBezTo>
                    <a:pt x="62" y="71"/>
                    <a:pt x="61" y="70"/>
                    <a:pt x="60" y="69"/>
                  </a:cubicBezTo>
                  <a:cubicBezTo>
                    <a:pt x="60" y="69"/>
                    <a:pt x="60" y="69"/>
                    <a:pt x="60" y="69"/>
                  </a:cubicBezTo>
                  <a:cubicBezTo>
                    <a:pt x="38" y="47"/>
                    <a:pt x="38" y="47"/>
                    <a:pt x="38" y="47"/>
                  </a:cubicBezTo>
                  <a:cubicBezTo>
                    <a:pt x="35" y="44"/>
                    <a:pt x="35" y="40"/>
                    <a:pt x="38" y="38"/>
                  </a:cubicBezTo>
                  <a:cubicBezTo>
                    <a:pt x="40" y="35"/>
                    <a:pt x="44" y="35"/>
                    <a:pt x="47" y="38"/>
                  </a:cubicBezTo>
                  <a:cubicBezTo>
                    <a:pt x="64" y="55"/>
                    <a:pt x="64" y="55"/>
                    <a:pt x="64" y="55"/>
                  </a:cubicBezTo>
                  <a:close/>
                  <a:moveTo>
                    <a:pt x="64" y="185"/>
                  </a:moveTo>
                  <a:cubicBezTo>
                    <a:pt x="64" y="201"/>
                    <a:pt x="64" y="201"/>
                    <a:pt x="64" y="201"/>
                  </a:cubicBezTo>
                  <a:cubicBezTo>
                    <a:pt x="47" y="218"/>
                    <a:pt x="47" y="218"/>
                    <a:pt x="47" y="218"/>
                  </a:cubicBezTo>
                  <a:cubicBezTo>
                    <a:pt x="44" y="221"/>
                    <a:pt x="40" y="221"/>
                    <a:pt x="38" y="218"/>
                  </a:cubicBezTo>
                  <a:cubicBezTo>
                    <a:pt x="35" y="216"/>
                    <a:pt x="35" y="211"/>
                    <a:pt x="38" y="209"/>
                  </a:cubicBezTo>
                  <a:cubicBezTo>
                    <a:pt x="60" y="187"/>
                    <a:pt x="60" y="187"/>
                    <a:pt x="60" y="187"/>
                  </a:cubicBezTo>
                  <a:cubicBezTo>
                    <a:pt x="60" y="187"/>
                    <a:pt x="60" y="187"/>
                    <a:pt x="60" y="187"/>
                  </a:cubicBezTo>
                  <a:cubicBezTo>
                    <a:pt x="61" y="185"/>
                    <a:pt x="62" y="185"/>
                    <a:pt x="64" y="185"/>
                  </a:cubicBezTo>
                  <a:close/>
                  <a:moveTo>
                    <a:pt x="45" y="128"/>
                  </a:moveTo>
                  <a:cubicBezTo>
                    <a:pt x="45" y="128"/>
                    <a:pt x="45" y="128"/>
                    <a:pt x="45" y="128"/>
                  </a:cubicBezTo>
                  <a:cubicBezTo>
                    <a:pt x="45" y="124"/>
                    <a:pt x="42" y="121"/>
                    <a:pt x="38" y="121"/>
                  </a:cubicBezTo>
                  <a:cubicBezTo>
                    <a:pt x="7" y="121"/>
                    <a:pt x="7" y="121"/>
                    <a:pt x="7" y="121"/>
                  </a:cubicBezTo>
                  <a:cubicBezTo>
                    <a:pt x="3" y="121"/>
                    <a:pt x="0" y="124"/>
                    <a:pt x="0" y="128"/>
                  </a:cubicBezTo>
                  <a:cubicBezTo>
                    <a:pt x="0" y="132"/>
                    <a:pt x="3" y="134"/>
                    <a:pt x="7" y="134"/>
                  </a:cubicBezTo>
                  <a:cubicBezTo>
                    <a:pt x="38" y="134"/>
                    <a:pt x="38" y="134"/>
                    <a:pt x="38" y="134"/>
                  </a:cubicBezTo>
                  <a:cubicBezTo>
                    <a:pt x="42" y="134"/>
                    <a:pt x="45" y="132"/>
                    <a:pt x="45" y="128"/>
                  </a:cubicBez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182" name="Freeform 57"/>
            <p:cNvSpPr>
              <a:spLocks noEditPoints="1"/>
            </p:cNvSpPr>
            <p:nvPr/>
          </p:nvSpPr>
          <p:spPr bwMode="auto">
            <a:xfrm>
              <a:off x="4825562" y="1269616"/>
              <a:ext cx="372277" cy="365569"/>
            </a:xfrm>
            <a:custGeom>
              <a:avLst/>
              <a:gdLst>
                <a:gd name="T0" fmla="*/ 231 w 243"/>
                <a:gd name="T1" fmla="*/ 92 h 238"/>
                <a:gd name="T2" fmla="*/ 214 w 243"/>
                <a:gd name="T3" fmla="*/ 83 h 238"/>
                <a:gd name="T4" fmla="*/ 206 w 243"/>
                <a:gd name="T5" fmla="*/ 71 h 238"/>
                <a:gd name="T6" fmla="*/ 192 w 243"/>
                <a:gd name="T7" fmla="*/ 82 h 238"/>
                <a:gd name="T8" fmla="*/ 194 w 243"/>
                <a:gd name="T9" fmla="*/ 64 h 238"/>
                <a:gd name="T10" fmla="*/ 179 w 243"/>
                <a:gd name="T11" fmla="*/ 64 h 238"/>
                <a:gd name="T12" fmla="*/ 162 w 243"/>
                <a:gd name="T13" fmla="*/ 54 h 238"/>
                <a:gd name="T14" fmla="*/ 154 w 243"/>
                <a:gd name="T15" fmla="*/ 42 h 238"/>
                <a:gd name="T16" fmla="*/ 140 w 243"/>
                <a:gd name="T17" fmla="*/ 53 h 238"/>
                <a:gd name="T18" fmla="*/ 142 w 243"/>
                <a:gd name="T19" fmla="*/ 35 h 238"/>
                <a:gd name="T20" fmla="*/ 128 w 243"/>
                <a:gd name="T21" fmla="*/ 35 h 238"/>
                <a:gd name="T22" fmla="*/ 110 w 243"/>
                <a:gd name="T23" fmla="*/ 25 h 238"/>
                <a:gd name="T24" fmla="*/ 102 w 243"/>
                <a:gd name="T25" fmla="*/ 13 h 238"/>
                <a:gd name="T26" fmla="*/ 101 w 243"/>
                <a:gd name="T27" fmla="*/ 22 h 238"/>
                <a:gd name="T28" fmla="*/ 208 w 243"/>
                <a:gd name="T29" fmla="*/ 128 h 238"/>
                <a:gd name="T30" fmla="*/ 206 w 243"/>
                <a:gd name="T31" fmla="*/ 132 h 238"/>
                <a:gd name="T32" fmla="*/ 101 w 243"/>
                <a:gd name="T33" fmla="*/ 74 h 238"/>
                <a:gd name="T34" fmla="*/ 196 w 243"/>
                <a:gd name="T35" fmla="*/ 149 h 238"/>
                <a:gd name="T36" fmla="*/ 194 w 243"/>
                <a:gd name="T37" fmla="*/ 153 h 238"/>
                <a:gd name="T38" fmla="*/ 101 w 243"/>
                <a:gd name="T39" fmla="*/ 101 h 238"/>
                <a:gd name="T40" fmla="*/ 185 w 243"/>
                <a:gd name="T41" fmla="*/ 170 h 238"/>
                <a:gd name="T42" fmla="*/ 182 w 243"/>
                <a:gd name="T43" fmla="*/ 174 h 238"/>
                <a:gd name="T44" fmla="*/ 101 w 243"/>
                <a:gd name="T45" fmla="*/ 129 h 238"/>
                <a:gd name="T46" fmla="*/ 173 w 243"/>
                <a:gd name="T47" fmla="*/ 191 h 238"/>
                <a:gd name="T48" fmla="*/ 171 w 243"/>
                <a:gd name="T49" fmla="*/ 195 h 238"/>
                <a:gd name="T50" fmla="*/ 101 w 243"/>
                <a:gd name="T51" fmla="*/ 156 h 238"/>
                <a:gd name="T52" fmla="*/ 138 w 243"/>
                <a:gd name="T53" fmla="*/ 231 h 238"/>
                <a:gd name="T54" fmla="*/ 243 w 243"/>
                <a:gd name="T55" fmla="*/ 91 h 238"/>
                <a:gd name="T56" fmla="*/ 101 w 243"/>
                <a:gd name="T57" fmla="*/ 22 h 238"/>
                <a:gd name="T58" fmla="*/ 85 w 243"/>
                <a:gd name="T59" fmla="*/ 11 h 238"/>
                <a:gd name="T60" fmla="*/ 78 w 243"/>
                <a:gd name="T61" fmla="*/ 0 h 238"/>
                <a:gd name="T62" fmla="*/ 15 w 243"/>
                <a:gd name="T63" fmla="*/ 163 h 238"/>
                <a:gd name="T64" fmla="*/ 101 w 243"/>
                <a:gd name="T65" fmla="*/ 156 h 238"/>
                <a:gd name="T66" fmla="*/ 27 w 243"/>
                <a:gd name="T67" fmla="*/ 113 h 238"/>
                <a:gd name="T68" fmla="*/ 101 w 243"/>
                <a:gd name="T69" fmla="*/ 151 h 238"/>
                <a:gd name="T70" fmla="*/ 40 w 243"/>
                <a:gd name="T71" fmla="*/ 95 h 238"/>
                <a:gd name="T72" fmla="*/ 42 w 243"/>
                <a:gd name="T73" fmla="*/ 91 h 238"/>
                <a:gd name="T74" fmla="*/ 101 w 243"/>
                <a:gd name="T75" fmla="*/ 101 h 238"/>
                <a:gd name="T76" fmla="*/ 51 w 243"/>
                <a:gd name="T77" fmla="*/ 71 h 238"/>
                <a:gd name="T78" fmla="*/ 101 w 243"/>
                <a:gd name="T79" fmla="*/ 96 h 238"/>
                <a:gd name="T80" fmla="*/ 63 w 243"/>
                <a:gd name="T81" fmla="*/ 53 h 238"/>
                <a:gd name="T82" fmla="*/ 65 w 243"/>
                <a:gd name="T83" fmla="*/ 49 h 238"/>
                <a:gd name="T84" fmla="*/ 101 w 243"/>
                <a:gd name="T85" fmla="*/ 22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43" h="238">
                  <a:moveTo>
                    <a:pt x="232" y="85"/>
                  </a:moveTo>
                  <a:cubicBezTo>
                    <a:pt x="233" y="87"/>
                    <a:pt x="233" y="90"/>
                    <a:pt x="231" y="92"/>
                  </a:cubicBezTo>
                  <a:cubicBezTo>
                    <a:pt x="229" y="97"/>
                    <a:pt x="223" y="99"/>
                    <a:pt x="218" y="96"/>
                  </a:cubicBezTo>
                  <a:cubicBezTo>
                    <a:pt x="213" y="94"/>
                    <a:pt x="212" y="88"/>
                    <a:pt x="214" y="83"/>
                  </a:cubicBezTo>
                  <a:cubicBezTo>
                    <a:pt x="216" y="81"/>
                    <a:pt x="218" y="79"/>
                    <a:pt x="220" y="78"/>
                  </a:cubicBezTo>
                  <a:cubicBezTo>
                    <a:pt x="206" y="71"/>
                    <a:pt x="206" y="71"/>
                    <a:pt x="206" y="71"/>
                  </a:cubicBezTo>
                  <a:cubicBezTo>
                    <a:pt x="207" y="73"/>
                    <a:pt x="207" y="76"/>
                    <a:pt x="205" y="78"/>
                  </a:cubicBezTo>
                  <a:cubicBezTo>
                    <a:pt x="203" y="83"/>
                    <a:pt x="197" y="84"/>
                    <a:pt x="192" y="82"/>
                  </a:cubicBezTo>
                  <a:cubicBezTo>
                    <a:pt x="188" y="79"/>
                    <a:pt x="186" y="73"/>
                    <a:pt x="188" y="69"/>
                  </a:cubicBezTo>
                  <a:cubicBezTo>
                    <a:pt x="190" y="66"/>
                    <a:pt x="192" y="65"/>
                    <a:pt x="194" y="64"/>
                  </a:cubicBezTo>
                  <a:cubicBezTo>
                    <a:pt x="180" y="56"/>
                    <a:pt x="180" y="56"/>
                    <a:pt x="180" y="56"/>
                  </a:cubicBezTo>
                  <a:cubicBezTo>
                    <a:pt x="181" y="59"/>
                    <a:pt x="181" y="61"/>
                    <a:pt x="179" y="64"/>
                  </a:cubicBezTo>
                  <a:cubicBezTo>
                    <a:pt x="177" y="68"/>
                    <a:pt x="171" y="70"/>
                    <a:pt x="166" y="67"/>
                  </a:cubicBezTo>
                  <a:cubicBezTo>
                    <a:pt x="161" y="65"/>
                    <a:pt x="160" y="59"/>
                    <a:pt x="162" y="54"/>
                  </a:cubicBezTo>
                  <a:cubicBezTo>
                    <a:pt x="164" y="52"/>
                    <a:pt x="166" y="50"/>
                    <a:pt x="168" y="50"/>
                  </a:cubicBezTo>
                  <a:cubicBezTo>
                    <a:pt x="154" y="42"/>
                    <a:pt x="154" y="42"/>
                    <a:pt x="154" y="42"/>
                  </a:cubicBezTo>
                  <a:cubicBezTo>
                    <a:pt x="155" y="44"/>
                    <a:pt x="155" y="47"/>
                    <a:pt x="153" y="49"/>
                  </a:cubicBezTo>
                  <a:cubicBezTo>
                    <a:pt x="151" y="54"/>
                    <a:pt x="145" y="56"/>
                    <a:pt x="140" y="53"/>
                  </a:cubicBezTo>
                  <a:cubicBezTo>
                    <a:pt x="136" y="50"/>
                    <a:pt x="134" y="45"/>
                    <a:pt x="136" y="40"/>
                  </a:cubicBezTo>
                  <a:cubicBezTo>
                    <a:pt x="138" y="37"/>
                    <a:pt x="140" y="36"/>
                    <a:pt x="142" y="35"/>
                  </a:cubicBezTo>
                  <a:cubicBezTo>
                    <a:pt x="128" y="28"/>
                    <a:pt x="128" y="28"/>
                    <a:pt x="128" y="28"/>
                  </a:cubicBezTo>
                  <a:cubicBezTo>
                    <a:pt x="129" y="30"/>
                    <a:pt x="129" y="33"/>
                    <a:pt x="128" y="35"/>
                  </a:cubicBezTo>
                  <a:cubicBezTo>
                    <a:pt x="125" y="40"/>
                    <a:pt x="119" y="41"/>
                    <a:pt x="114" y="39"/>
                  </a:cubicBezTo>
                  <a:cubicBezTo>
                    <a:pt x="110" y="36"/>
                    <a:pt x="108" y="30"/>
                    <a:pt x="110" y="25"/>
                  </a:cubicBezTo>
                  <a:cubicBezTo>
                    <a:pt x="112" y="23"/>
                    <a:pt x="114" y="22"/>
                    <a:pt x="116" y="21"/>
                  </a:cubicBezTo>
                  <a:cubicBezTo>
                    <a:pt x="102" y="13"/>
                    <a:pt x="102" y="13"/>
                    <a:pt x="102" y="13"/>
                  </a:cubicBezTo>
                  <a:cubicBezTo>
                    <a:pt x="103" y="16"/>
                    <a:pt x="103" y="18"/>
                    <a:pt x="102" y="21"/>
                  </a:cubicBezTo>
                  <a:cubicBezTo>
                    <a:pt x="101" y="21"/>
                    <a:pt x="101" y="22"/>
                    <a:pt x="101" y="22"/>
                  </a:cubicBezTo>
                  <a:cubicBezTo>
                    <a:pt x="101" y="69"/>
                    <a:pt x="101" y="69"/>
                    <a:pt x="101" y="69"/>
                  </a:cubicBezTo>
                  <a:cubicBezTo>
                    <a:pt x="208" y="128"/>
                    <a:pt x="208" y="128"/>
                    <a:pt x="208" y="128"/>
                  </a:cubicBezTo>
                  <a:cubicBezTo>
                    <a:pt x="209" y="129"/>
                    <a:pt x="209" y="130"/>
                    <a:pt x="209" y="131"/>
                  </a:cubicBezTo>
                  <a:cubicBezTo>
                    <a:pt x="208" y="132"/>
                    <a:pt x="207" y="133"/>
                    <a:pt x="206" y="132"/>
                  </a:cubicBezTo>
                  <a:cubicBezTo>
                    <a:pt x="206" y="132"/>
                    <a:pt x="206" y="132"/>
                    <a:pt x="206" y="132"/>
                  </a:cubicBezTo>
                  <a:cubicBezTo>
                    <a:pt x="101" y="74"/>
                    <a:pt x="101" y="74"/>
                    <a:pt x="101" y="74"/>
                  </a:cubicBezTo>
                  <a:cubicBezTo>
                    <a:pt x="101" y="96"/>
                    <a:pt x="101" y="96"/>
                    <a:pt x="101" y="96"/>
                  </a:cubicBezTo>
                  <a:cubicBezTo>
                    <a:pt x="196" y="149"/>
                    <a:pt x="196" y="149"/>
                    <a:pt x="196" y="149"/>
                  </a:cubicBezTo>
                  <a:cubicBezTo>
                    <a:pt x="197" y="150"/>
                    <a:pt x="198" y="151"/>
                    <a:pt x="197" y="152"/>
                  </a:cubicBezTo>
                  <a:cubicBezTo>
                    <a:pt x="197" y="153"/>
                    <a:pt x="195" y="154"/>
                    <a:pt x="194" y="153"/>
                  </a:cubicBezTo>
                  <a:cubicBezTo>
                    <a:pt x="194" y="153"/>
                    <a:pt x="194" y="153"/>
                    <a:pt x="194" y="153"/>
                  </a:cubicBezTo>
                  <a:cubicBezTo>
                    <a:pt x="101" y="101"/>
                    <a:pt x="101" y="101"/>
                    <a:pt x="101" y="101"/>
                  </a:cubicBezTo>
                  <a:cubicBezTo>
                    <a:pt x="101" y="124"/>
                    <a:pt x="101" y="124"/>
                    <a:pt x="101" y="124"/>
                  </a:cubicBezTo>
                  <a:cubicBezTo>
                    <a:pt x="185" y="170"/>
                    <a:pt x="185" y="170"/>
                    <a:pt x="185" y="170"/>
                  </a:cubicBezTo>
                  <a:cubicBezTo>
                    <a:pt x="186" y="171"/>
                    <a:pt x="186" y="172"/>
                    <a:pt x="186" y="173"/>
                  </a:cubicBezTo>
                  <a:cubicBezTo>
                    <a:pt x="185" y="174"/>
                    <a:pt x="184" y="175"/>
                    <a:pt x="182" y="174"/>
                  </a:cubicBezTo>
                  <a:cubicBezTo>
                    <a:pt x="182" y="174"/>
                    <a:pt x="182" y="174"/>
                    <a:pt x="182" y="174"/>
                  </a:cubicBezTo>
                  <a:cubicBezTo>
                    <a:pt x="101" y="129"/>
                    <a:pt x="101" y="129"/>
                    <a:pt x="101" y="129"/>
                  </a:cubicBezTo>
                  <a:cubicBezTo>
                    <a:pt x="101" y="151"/>
                    <a:pt x="101" y="151"/>
                    <a:pt x="101" y="151"/>
                  </a:cubicBezTo>
                  <a:cubicBezTo>
                    <a:pt x="173" y="191"/>
                    <a:pt x="173" y="191"/>
                    <a:pt x="173" y="191"/>
                  </a:cubicBezTo>
                  <a:cubicBezTo>
                    <a:pt x="174" y="192"/>
                    <a:pt x="174" y="193"/>
                    <a:pt x="174" y="194"/>
                  </a:cubicBezTo>
                  <a:cubicBezTo>
                    <a:pt x="173" y="196"/>
                    <a:pt x="172" y="196"/>
                    <a:pt x="171" y="195"/>
                  </a:cubicBezTo>
                  <a:cubicBezTo>
                    <a:pt x="171" y="195"/>
                    <a:pt x="171" y="195"/>
                    <a:pt x="171" y="195"/>
                  </a:cubicBezTo>
                  <a:cubicBezTo>
                    <a:pt x="101" y="156"/>
                    <a:pt x="101" y="156"/>
                    <a:pt x="101" y="156"/>
                  </a:cubicBezTo>
                  <a:cubicBezTo>
                    <a:pt x="101" y="210"/>
                    <a:pt x="101" y="210"/>
                    <a:pt x="101" y="210"/>
                  </a:cubicBezTo>
                  <a:cubicBezTo>
                    <a:pt x="138" y="231"/>
                    <a:pt x="138" y="231"/>
                    <a:pt x="138" y="231"/>
                  </a:cubicBezTo>
                  <a:cubicBezTo>
                    <a:pt x="150" y="238"/>
                    <a:pt x="164" y="233"/>
                    <a:pt x="171" y="222"/>
                  </a:cubicBezTo>
                  <a:cubicBezTo>
                    <a:pt x="243" y="91"/>
                    <a:pt x="243" y="91"/>
                    <a:pt x="243" y="91"/>
                  </a:cubicBezTo>
                  <a:lnTo>
                    <a:pt x="232" y="85"/>
                  </a:lnTo>
                  <a:close/>
                  <a:moveTo>
                    <a:pt x="101" y="22"/>
                  </a:moveTo>
                  <a:cubicBezTo>
                    <a:pt x="98" y="26"/>
                    <a:pt x="93" y="27"/>
                    <a:pt x="88" y="24"/>
                  </a:cubicBezTo>
                  <a:cubicBezTo>
                    <a:pt x="84" y="22"/>
                    <a:pt x="82" y="16"/>
                    <a:pt x="85" y="11"/>
                  </a:cubicBezTo>
                  <a:cubicBezTo>
                    <a:pt x="86" y="9"/>
                    <a:pt x="88" y="7"/>
                    <a:pt x="90" y="6"/>
                  </a:cubicBezTo>
                  <a:cubicBezTo>
                    <a:pt x="78" y="0"/>
                    <a:pt x="78" y="0"/>
                    <a:pt x="78" y="0"/>
                  </a:cubicBezTo>
                  <a:cubicBezTo>
                    <a:pt x="6" y="130"/>
                    <a:pt x="6" y="130"/>
                    <a:pt x="6" y="130"/>
                  </a:cubicBezTo>
                  <a:cubicBezTo>
                    <a:pt x="0" y="142"/>
                    <a:pt x="4" y="157"/>
                    <a:pt x="15" y="163"/>
                  </a:cubicBezTo>
                  <a:cubicBezTo>
                    <a:pt x="101" y="210"/>
                    <a:pt x="101" y="210"/>
                    <a:pt x="101" y="210"/>
                  </a:cubicBezTo>
                  <a:cubicBezTo>
                    <a:pt x="101" y="156"/>
                    <a:pt x="101" y="156"/>
                    <a:pt x="101" y="156"/>
                  </a:cubicBezTo>
                  <a:cubicBezTo>
                    <a:pt x="28" y="116"/>
                    <a:pt x="28" y="116"/>
                    <a:pt x="28" y="116"/>
                  </a:cubicBezTo>
                  <a:cubicBezTo>
                    <a:pt x="27" y="116"/>
                    <a:pt x="27" y="114"/>
                    <a:pt x="27" y="113"/>
                  </a:cubicBezTo>
                  <a:cubicBezTo>
                    <a:pt x="28" y="112"/>
                    <a:pt x="29" y="112"/>
                    <a:pt x="30" y="112"/>
                  </a:cubicBezTo>
                  <a:cubicBezTo>
                    <a:pt x="101" y="151"/>
                    <a:pt x="101" y="151"/>
                    <a:pt x="101" y="151"/>
                  </a:cubicBezTo>
                  <a:cubicBezTo>
                    <a:pt x="101" y="129"/>
                    <a:pt x="101" y="129"/>
                    <a:pt x="101" y="129"/>
                  </a:cubicBezTo>
                  <a:cubicBezTo>
                    <a:pt x="40" y="95"/>
                    <a:pt x="40" y="95"/>
                    <a:pt x="40" y="95"/>
                  </a:cubicBezTo>
                  <a:cubicBezTo>
                    <a:pt x="39" y="95"/>
                    <a:pt x="38" y="93"/>
                    <a:pt x="39" y="92"/>
                  </a:cubicBezTo>
                  <a:cubicBezTo>
                    <a:pt x="40" y="91"/>
                    <a:pt x="41" y="91"/>
                    <a:pt x="42" y="91"/>
                  </a:cubicBezTo>
                  <a:cubicBezTo>
                    <a:pt x="101" y="124"/>
                    <a:pt x="101" y="124"/>
                    <a:pt x="101" y="124"/>
                  </a:cubicBezTo>
                  <a:cubicBezTo>
                    <a:pt x="101" y="101"/>
                    <a:pt x="101" y="101"/>
                    <a:pt x="101" y="101"/>
                  </a:cubicBezTo>
                  <a:cubicBezTo>
                    <a:pt x="51" y="74"/>
                    <a:pt x="51" y="74"/>
                    <a:pt x="51" y="74"/>
                  </a:cubicBezTo>
                  <a:cubicBezTo>
                    <a:pt x="50" y="74"/>
                    <a:pt x="50" y="72"/>
                    <a:pt x="51" y="71"/>
                  </a:cubicBezTo>
                  <a:cubicBezTo>
                    <a:pt x="51" y="70"/>
                    <a:pt x="53" y="70"/>
                    <a:pt x="54" y="70"/>
                  </a:cubicBezTo>
                  <a:cubicBezTo>
                    <a:pt x="101" y="96"/>
                    <a:pt x="101" y="96"/>
                    <a:pt x="101" y="96"/>
                  </a:cubicBezTo>
                  <a:cubicBezTo>
                    <a:pt x="101" y="74"/>
                    <a:pt x="101" y="74"/>
                    <a:pt x="101" y="74"/>
                  </a:cubicBezTo>
                  <a:cubicBezTo>
                    <a:pt x="63" y="53"/>
                    <a:pt x="63" y="53"/>
                    <a:pt x="63" y="53"/>
                  </a:cubicBezTo>
                  <a:cubicBezTo>
                    <a:pt x="62" y="53"/>
                    <a:pt x="62" y="51"/>
                    <a:pt x="62" y="50"/>
                  </a:cubicBezTo>
                  <a:cubicBezTo>
                    <a:pt x="63" y="49"/>
                    <a:pt x="64" y="49"/>
                    <a:pt x="65" y="49"/>
                  </a:cubicBezTo>
                  <a:cubicBezTo>
                    <a:pt x="101" y="69"/>
                    <a:pt x="101" y="69"/>
                    <a:pt x="101" y="69"/>
                  </a:cubicBezTo>
                  <a:lnTo>
                    <a:pt x="101" y="22"/>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183" name="Freeform 58"/>
            <p:cNvSpPr>
              <a:spLocks noEditPoints="1"/>
            </p:cNvSpPr>
            <p:nvPr/>
          </p:nvSpPr>
          <p:spPr bwMode="auto">
            <a:xfrm>
              <a:off x="3510499" y="2794688"/>
              <a:ext cx="362215" cy="366687"/>
            </a:xfrm>
            <a:custGeom>
              <a:avLst/>
              <a:gdLst>
                <a:gd name="T0" fmla="*/ 189 w 236"/>
                <a:gd name="T1" fmla="*/ 60 h 239"/>
                <a:gd name="T2" fmla="*/ 196 w 236"/>
                <a:gd name="T3" fmla="*/ 122 h 239"/>
                <a:gd name="T4" fmla="*/ 198 w 236"/>
                <a:gd name="T5" fmla="*/ 136 h 239"/>
                <a:gd name="T6" fmla="*/ 208 w 236"/>
                <a:gd name="T7" fmla="*/ 157 h 239"/>
                <a:gd name="T8" fmla="*/ 189 w 236"/>
                <a:gd name="T9" fmla="*/ 195 h 239"/>
                <a:gd name="T10" fmla="*/ 168 w 236"/>
                <a:gd name="T11" fmla="*/ 156 h 239"/>
                <a:gd name="T12" fmla="*/ 168 w 236"/>
                <a:gd name="T13" fmla="*/ 78 h 239"/>
                <a:gd name="T14" fmla="*/ 182 w 236"/>
                <a:gd name="T15" fmla="*/ 92 h 239"/>
                <a:gd name="T16" fmla="*/ 185 w 236"/>
                <a:gd name="T17" fmla="*/ 107 h 239"/>
                <a:gd name="T18" fmla="*/ 189 w 236"/>
                <a:gd name="T19" fmla="*/ 141 h 239"/>
                <a:gd name="T20" fmla="*/ 189 w 236"/>
                <a:gd name="T21" fmla="*/ 130 h 239"/>
                <a:gd name="T22" fmla="*/ 168 w 236"/>
                <a:gd name="T23" fmla="*/ 155 h 239"/>
                <a:gd name="T24" fmla="*/ 160 w 236"/>
                <a:gd name="T25" fmla="*/ 138 h 239"/>
                <a:gd name="T26" fmla="*/ 165 w 236"/>
                <a:gd name="T27" fmla="*/ 172 h 239"/>
                <a:gd name="T28" fmla="*/ 168 w 236"/>
                <a:gd name="T29" fmla="*/ 16 h 239"/>
                <a:gd name="T30" fmla="*/ 163 w 236"/>
                <a:gd name="T31" fmla="*/ 49 h 239"/>
                <a:gd name="T32" fmla="*/ 168 w 236"/>
                <a:gd name="T33" fmla="*/ 78 h 239"/>
                <a:gd name="T34" fmla="*/ 159 w 236"/>
                <a:gd name="T35" fmla="*/ 118 h 239"/>
                <a:gd name="T36" fmla="*/ 159 w 236"/>
                <a:gd name="T37" fmla="*/ 209 h 239"/>
                <a:gd name="T38" fmla="*/ 159 w 236"/>
                <a:gd name="T39" fmla="*/ 5 h 239"/>
                <a:gd name="T40" fmla="*/ 159 w 236"/>
                <a:gd name="T41" fmla="*/ 40 h 239"/>
                <a:gd name="T42" fmla="*/ 144 w 236"/>
                <a:gd name="T43" fmla="*/ 89 h 239"/>
                <a:gd name="T44" fmla="*/ 159 w 236"/>
                <a:gd name="T45" fmla="*/ 108 h 239"/>
                <a:gd name="T46" fmla="*/ 159 w 236"/>
                <a:gd name="T47" fmla="*/ 136 h 239"/>
                <a:gd name="T48" fmla="*/ 144 w 236"/>
                <a:gd name="T49" fmla="*/ 162 h 239"/>
                <a:gd name="T50" fmla="*/ 151 w 236"/>
                <a:gd name="T51" fmla="*/ 143 h 239"/>
                <a:gd name="T52" fmla="*/ 146 w 236"/>
                <a:gd name="T53" fmla="*/ 109 h 239"/>
                <a:gd name="T54" fmla="*/ 123 w 236"/>
                <a:gd name="T55" fmla="*/ 7 h 239"/>
                <a:gd name="T56" fmla="*/ 144 w 236"/>
                <a:gd name="T57" fmla="*/ 0 h 239"/>
                <a:gd name="T58" fmla="*/ 144 w 236"/>
                <a:gd name="T59" fmla="*/ 187 h 239"/>
                <a:gd name="T60" fmla="*/ 123 w 236"/>
                <a:gd name="T61" fmla="*/ 225 h 239"/>
                <a:gd name="T62" fmla="*/ 140 w 236"/>
                <a:gd name="T63" fmla="*/ 96 h 239"/>
                <a:gd name="T64" fmla="*/ 123 w 236"/>
                <a:gd name="T65" fmla="*/ 135 h 239"/>
                <a:gd name="T66" fmla="*/ 137 w 236"/>
                <a:gd name="T67" fmla="*/ 113 h 239"/>
                <a:gd name="T68" fmla="*/ 123 w 236"/>
                <a:gd name="T69" fmla="*/ 82 h 239"/>
                <a:gd name="T70" fmla="*/ 125 w 236"/>
                <a:gd name="T71" fmla="*/ 171 h 239"/>
                <a:gd name="T72" fmla="*/ 123 w 236"/>
                <a:gd name="T73" fmla="*/ 7 h 239"/>
                <a:gd name="T74" fmla="*/ 123 w 236"/>
                <a:gd name="T75" fmla="*/ 7 h 239"/>
                <a:gd name="T76" fmla="*/ 123 w 236"/>
                <a:gd name="T77" fmla="*/ 177 h 239"/>
                <a:gd name="T78" fmla="*/ 121 w 236"/>
                <a:gd name="T79" fmla="*/ 162 h 239"/>
                <a:gd name="T80" fmla="*/ 123 w 236"/>
                <a:gd name="T81" fmla="*/ 135 h 239"/>
                <a:gd name="T82" fmla="*/ 99 w 236"/>
                <a:gd name="T83" fmla="*/ 124 h 239"/>
                <a:gd name="T84" fmla="*/ 106 w 236"/>
                <a:gd name="T85" fmla="*/ 164 h 239"/>
                <a:gd name="T86" fmla="*/ 108 w 236"/>
                <a:gd name="T87" fmla="*/ 179 h 239"/>
                <a:gd name="T88" fmla="*/ 118 w 236"/>
                <a:gd name="T89" fmla="*/ 199 h 239"/>
                <a:gd name="T90" fmla="*/ 123 w 236"/>
                <a:gd name="T91" fmla="*/ 99 h 239"/>
                <a:gd name="T92" fmla="*/ 99 w 236"/>
                <a:gd name="T93" fmla="*/ 18 h 239"/>
                <a:gd name="T94" fmla="*/ 99 w 236"/>
                <a:gd name="T95" fmla="*/ 18 h 239"/>
                <a:gd name="T96" fmla="*/ 89 w 236"/>
                <a:gd name="T97" fmla="*/ 212 h 239"/>
                <a:gd name="T98" fmla="*/ 99 w 236"/>
                <a:gd name="T99" fmla="*/ 183 h 239"/>
                <a:gd name="T100" fmla="*/ 71 w 236"/>
                <a:gd name="T101" fmla="*/ 227 h 239"/>
                <a:gd name="T102" fmla="*/ 95 w 236"/>
                <a:gd name="T103" fmla="*/ 117 h 239"/>
                <a:gd name="T104" fmla="*/ 71 w 236"/>
                <a:gd name="T105" fmla="*/ 160 h 239"/>
                <a:gd name="T106" fmla="*/ 92 w 236"/>
                <a:gd name="T107" fmla="*/ 134 h 239"/>
                <a:gd name="T108" fmla="*/ 71 w 236"/>
                <a:gd name="T109" fmla="*/ 107 h 239"/>
                <a:gd name="T110" fmla="*/ 7 w 236"/>
                <a:gd name="T111" fmla="*/ 91 h 239"/>
                <a:gd name="T112" fmla="*/ 70 w 236"/>
                <a:gd name="T113" fmla="*/ 181 h 239"/>
                <a:gd name="T114" fmla="*/ 71 w 236"/>
                <a:gd name="T115" fmla="*/ 149 h 239"/>
                <a:gd name="T116" fmla="*/ 52 w 236"/>
                <a:gd name="T117" fmla="*/ 133 h 239"/>
                <a:gd name="T118" fmla="*/ 35 w 236"/>
                <a:gd name="T119" fmla="*/ 109 h 239"/>
                <a:gd name="T120" fmla="*/ 71 w 236"/>
                <a:gd name="T121" fmla="*/ 31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36" h="239">
                  <a:moveTo>
                    <a:pt x="189" y="195"/>
                  </a:moveTo>
                  <a:cubicBezTo>
                    <a:pt x="216" y="182"/>
                    <a:pt x="216" y="182"/>
                    <a:pt x="216" y="182"/>
                  </a:cubicBezTo>
                  <a:cubicBezTo>
                    <a:pt x="230" y="176"/>
                    <a:pt x="236" y="159"/>
                    <a:pt x="229" y="146"/>
                  </a:cubicBezTo>
                  <a:cubicBezTo>
                    <a:pt x="189" y="60"/>
                    <a:pt x="189" y="60"/>
                    <a:pt x="189" y="60"/>
                  </a:cubicBezTo>
                  <a:cubicBezTo>
                    <a:pt x="189" y="107"/>
                    <a:pt x="189" y="107"/>
                    <a:pt x="189" y="107"/>
                  </a:cubicBezTo>
                  <a:cubicBezTo>
                    <a:pt x="190" y="108"/>
                    <a:pt x="190" y="108"/>
                    <a:pt x="190" y="109"/>
                  </a:cubicBezTo>
                  <a:cubicBezTo>
                    <a:pt x="196" y="122"/>
                    <a:pt x="196" y="122"/>
                    <a:pt x="196" y="122"/>
                  </a:cubicBezTo>
                  <a:cubicBezTo>
                    <a:pt x="196" y="122"/>
                    <a:pt x="196" y="122"/>
                    <a:pt x="196" y="122"/>
                  </a:cubicBezTo>
                  <a:cubicBezTo>
                    <a:pt x="197" y="124"/>
                    <a:pt x="196" y="126"/>
                    <a:pt x="194" y="127"/>
                  </a:cubicBezTo>
                  <a:cubicBezTo>
                    <a:pt x="189" y="130"/>
                    <a:pt x="189" y="130"/>
                    <a:pt x="189" y="130"/>
                  </a:cubicBezTo>
                  <a:cubicBezTo>
                    <a:pt x="189" y="141"/>
                    <a:pt x="189" y="141"/>
                    <a:pt x="189" y="141"/>
                  </a:cubicBezTo>
                  <a:cubicBezTo>
                    <a:pt x="198" y="136"/>
                    <a:pt x="198" y="136"/>
                    <a:pt x="198" y="136"/>
                  </a:cubicBezTo>
                  <a:cubicBezTo>
                    <a:pt x="201" y="135"/>
                    <a:pt x="203" y="136"/>
                    <a:pt x="204" y="138"/>
                  </a:cubicBezTo>
                  <a:cubicBezTo>
                    <a:pt x="210" y="151"/>
                    <a:pt x="210" y="151"/>
                    <a:pt x="210" y="151"/>
                  </a:cubicBezTo>
                  <a:cubicBezTo>
                    <a:pt x="210" y="151"/>
                    <a:pt x="210" y="151"/>
                    <a:pt x="210" y="151"/>
                  </a:cubicBezTo>
                  <a:cubicBezTo>
                    <a:pt x="211" y="153"/>
                    <a:pt x="210" y="156"/>
                    <a:pt x="208" y="157"/>
                  </a:cubicBezTo>
                  <a:cubicBezTo>
                    <a:pt x="189" y="166"/>
                    <a:pt x="189" y="166"/>
                    <a:pt x="189" y="166"/>
                  </a:cubicBezTo>
                  <a:lnTo>
                    <a:pt x="189" y="195"/>
                  </a:lnTo>
                  <a:close/>
                  <a:moveTo>
                    <a:pt x="168" y="204"/>
                  </a:moveTo>
                  <a:cubicBezTo>
                    <a:pt x="189" y="195"/>
                    <a:pt x="189" y="195"/>
                    <a:pt x="189" y="195"/>
                  </a:cubicBezTo>
                  <a:cubicBezTo>
                    <a:pt x="189" y="166"/>
                    <a:pt x="189" y="166"/>
                    <a:pt x="189" y="166"/>
                  </a:cubicBezTo>
                  <a:cubicBezTo>
                    <a:pt x="180" y="170"/>
                    <a:pt x="180" y="170"/>
                    <a:pt x="180" y="170"/>
                  </a:cubicBezTo>
                  <a:cubicBezTo>
                    <a:pt x="178" y="171"/>
                    <a:pt x="175" y="170"/>
                    <a:pt x="174" y="168"/>
                  </a:cubicBezTo>
                  <a:cubicBezTo>
                    <a:pt x="168" y="156"/>
                    <a:pt x="168" y="156"/>
                    <a:pt x="168" y="156"/>
                  </a:cubicBezTo>
                  <a:cubicBezTo>
                    <a:pt x="168" y="204"/>
                    <a:pt x="168" y="204"/>
                    <a:pt x="168" y="204"/>
                  </a:cubicBezTo>
                  <a:close/>
                  <a:moveTo>
                    <a:pt x="189" y="60"/>
                  </a:moveTo>
                  <a:cubicBezTo>
                    <a:pt x="168" y="16"/>
                    <a:pt x="168" y="16"/>
                    <a:pt x="168" y="16"/>
                  </a:cubicBezTo>
                  <a:cubicBezTo>
                    <a:pt x="168" y="78"/>
                    <a:pt x="168" y="78"/>
                    <a:pt x="168" y="78"/>
                  </a:cubicBezTo>
                  <a:cubicBezTo>
                    <a:pt x="171" y="77"/>
                    <a:pt x="171" y="77"/>
                    <a:pt x="171" y="77"/>
                  </a:cubicBezTo>
                  <a:cubicBezTo>
                    <a:pt x="173" y="76"/>
                    <a:pt x="175" y="77"/>
                    <a:pt x="176" y="79"/>
                  </a:cubicBezTo>
                  <a:cubicBezTo>
                    <a:pt x="182" y="92"/>
                    <a:pt x="182" y="92"/>
                    <a:pt x="182" y="92"/>
                  </a:cubicBezTo>
                  <a:cubicBezTo>
                    <a:pt x="182" y="92"/>
                    <a:pt x="182" y="92"/>
                    <a:pt x="182" y="92"/>
                  </a:cubicBezTo>
                  <a:cubicBezTo>
                    <a:pt x="183" y="94"/>
                    <a:pt x="182" y="97"/>
                    <a:pt x="180" y="98"/>
                  </a:cubicBezTo>
                  <a:cubicBezTo>
                    <a:pt x="168" y="103"/>
                    <a:pt x="168" y="103"/>
                    <a:pt x="168" y="103"/>
                  </a:cubicBezTo>
                  <a:cubicBezTo>
                    <a:pt x="168" y="114"/>
                    <a:pt x="168" y="114"/>
                    <a:pt x="168" y="114"/>
                  </a:cubicBezTo>
                  <a:cubicBezTo>
                    <a:pt x="185" y="107"/>
                    <a:pt x="185" y="107"/>
                    <a:pt x="185" y="107"/>
                  </a:cubicBezTo>
                  <a:cubicBezTo>
                    <a:pt x="186" y="106"/>
                    <a:pt x="188" y="106"/>
                    <a:pt x="189" y="107"/>
                  </a:cubicBezTo>
                  <a:cubicBezTo>
                    <a:pt x="189" y="60"/>
                    <a:pt x="189" y="60"/>
                    <a:pt x="189" y="60"/>
                  </a:cubicBezTo>
                  <a:close/>
                  <a:moveTo>
                    <a:pt x="189" y="130"/>
                  </a:moveTo>
                  <a:cubicBezTo>
                    <a:pt x="189" y="141"/>
                    <a:pt x="189" y="141"/>
                    <a:pt x="189" y="141"/>
                  </a:cubicBezTo>
                  <a:cubicBezTo>
                    <a:pt x="170" y="150"/>
                    <a:pt x="170" y="150"/>
                    <a:pt x="170" y="150"/>
                  </a:cubicBezTo>
                  <a:cubicBezTo>
                    <a:pt x="169" y="150"/>
                    <a:pt x="169" y="151"/>
                    <a:pt x="168" y="151"/>
                  </a:cubicBezTo>
                  <a:cubicBezTo>
                    <a:pt x="168" y="139"/>
                    <a:pt x="168" y="139"/>
                    <a:pt x="168" y="139"/>
                  </a:cubicBezTo>
                  <a:lnTo>
                    <a:pt x="189" y="130"/>
                  </a:lnTo>
                  <a:close/>
                  <a:moveTo>
                    <a:pt x="159" y="209"/>
                  </a:moveTo>
                  <a:cubicBezTo>
                    <a:pt x="168" y="204"/>
                    <a:pt x="168" y="204"/>
                    <a:pt x="168" y="204"/>
                  </a:cubicBezTo>
                  <a:cubicBezTo>
                    <a:pt x="168" y="156"/>
                    <a:pt x="168" y="156"/>
                    <a:pt x="168" y="156"/>
                  </a:cubicBezTo>
                  <a:cubicBezTo>
                    <a:pt x="168" y="155"/>
                    <a:pt x="168" y="155"/>
                    <a:pt x="168" y="155"/>
                  </a:cubicBezTo>
                  <a:cubicBezTo>
                    <a:pt x="168" y="154"/>
                    <a:pt x="168" y="152"/>
                    <a:pt x="168" y="151"/>
                  </a:cubicBezTo>
                  <a:cubicBezTo>
                    <a:pt x="168" y="139"/>
                    <a:pt x="168" y="139"/>
                    <a:pt x="168" y="139"/>
                  </a:cubicBezTo>
                  <a:cubicBezTo>
                    <a:pt x="166" y="141"/>
                    <a:pt x="166" y="141"/>
                    <a:pt x="166" y="141"/>
                  </a:cubicBezTo>
                  <a:cubicBezTo>
                    <a:pt x="164" y="142"/>
                    <a:pt x="161" y="141"/>
                    <a:pt x="160" y="138"/>
                  </a:cubicBezTo>
                  <a:cubicBezTo>
                    <a:pt x="159" y="136"/>
                    <a:pt x="159" y="136"/>
                    <a:pt x="159" y="136"/>
                  </a:cubicBezTo>
                  <a:cubicBezTo>
                    <a:pt x="159" y="160"/>
                    <a:pt x="159" y="160"/>
                    <a:pt x="159" y="160"/>
                  </a:cubicBezTo>
                  <a:cubicBezTo>
                    <a:pt x="165" y="172"/>
                    <a:pt x="165" y="172"/>
                    <a:pt x="165" y="172"/>
                  </a:cubicBezTo>
                  <a:cubicBezTo>
                    <a:pt x="165" y="172"/>
                    <a:pt x="165" y="172"/>
                    <a:pt x="165" y="172"/>
                  </a:cubicBezTo>
                  <a:cubicBezTo>
                    <a:pt x="166" y="175"/>
                    <a:pt x="165" y="177"/>
                    <a:pt x="163" y="178"/>
                  </a:cubicBezTo>
                  <a:cubicBezTo>
                    <a:pt x="159" y="180"/>
                    <a:pt x="159" y="180"/>
                    <a:pt x="159" y="180"/>
                  </a:cubicBezTo>
                  <a:cubicBezTo>
                    <a:pt x="159" y="209"/>
                    <a:pt x="159" y="209"/>
                    <a:pt x="159" y="209"/>
                  </a:cubicBezTo>
                  <a:close/>
                  <a:moveTo>
                    <a:pt x="168" y="16"/>
                  </a:moveTo>
                  <a:cubicBezTo>
                    <a:pt x="168" y="15"/>
                    <a:pt x="168" y="15"/>
                    <a:pt x="168" y="15"/>
                  </a:cubicBezTo>
                  <a:cubicBezTo>
                    <a:pt x="166" y="11"/>
                    <a:pt x="163" y="7"/>
                    <a:pt x="159" y="5"/>
                  </a:cubicBezTo>
                  <a:cubicBezTo>
                    <a:pt x="159" y="40"/>
                    <a:pt x="159" y="40"/>
                    <a:pt x="159" y="40"/>
                  </a:cubicBezTo>
                  <a:cubicBezTo>
                    <a:pt x="163" y="49"/>
                    <a:pt x="163" y="49"/>
                    <a:pt x="163" y="49"/>
                  </a:cubicBezTo>
                  <a:cubicBezTo>
                    <a:pt x="163" y="49"/>
                    <a:pt x="163" y="49"/>
                    <a:pt x="163" y="49"/>
                  </a:cubicBezTo>
                  <a:cubicBezTo>
                    <a:pt x="166" y="55"/>
                    <a:pt x="164" y="61"/>
                    <a:pt x="159" y="65"/>
                  </a:cubicBezTo>
                  <a:cubicBezTo>
                    <a:pt x="159" y="82"/>
                    <a:pt x="159" y="82"/>
                    <a:pt x="159" y="82"/>
                  </a:cubicBezTo>
                  <a:cubicBezTo>
                    <a:pt x="168" y="78"/>
                    <a:pt x="168" y="78"/>
                    <a:pt x="168" y="78"/>
                  </a:cubicBezTo>
                  <a:cubicBezTo>
                    <a:pt x="168" y="16"/>
                    <a:pt x="168" y="16"/>
                    <a:pt x="168" y="16"/>
                  </a:cubicBezTo>
                  <a:close/>
                  <a:moveTo>
                    <a:pt x="168" y="103"/>
                  </a:moveTo>
                  <a:cubicBezTo>
                    <a:pt x="168" y="114"/>
                    <a:pt x="168" y="114"/>
                    <a:pt x="168" y="114"/>
                  </a:cubicBezTo>
                  <a:cubicBezTo>
                    <a:pt x="159" y="118"/>
                    <a:pt x="159" y="118"/>
                    <a:pt x="159" y="118"/>
                  </a:cubicBezTo>
                  <a:cubicBezTo>
                    <a:pt x="159" y="108"/>
                    <a:pt x="159" y="108"/>
                    <a:pt x="159" y="108"/>
                  </a:cubicBezTo>
                  <a:lnTo>
                    <a:pt x="168" y="103"/>
                  </a:lnTo>
                  <a:close/>
                  <a:moveTo>
                    <a:pt x="144" y="216"/>
                  </a:moveTo>
                  <a:cubicBezTo>
                    <a:pt x="159" y="209"/>
                    <a:pt x="159" y="209"/>
                    <a:pt x="159" y="209"/>
                  </a:cubicBezTo>
                  <a:cubicBezTo>
                    <a:pt x="159" y="180"/>
                    <a:pt x="159" y="180"/>
                    <a:pt x="159" y="180"/>
                  </a:cubicBezTo>
                  <a:cubicBezTo>
                    <a:pt x="144" y="187"/>
                    <a:pt x="144" y="187"/>
                    <a:pt x="144" y="187"/>
                  </a:cubicBezTo>
                  <a:cubicBezTo>
                    <a:pt x="144" y="216"/>
                    <a:pt x="144" y="216"/>
                    <a:pt x="144" y="216"/>
                  </a:cubicBezTo>
                  <a:close/>
                  <a:moveTo>
                    <a:pt x="159" y="5"/>
                  </a:moveTo>
                  <a:cubicBezTo>
                    <a:pt x="155" y="2"/>
                    <a:pt x="149" y="0"/>
                    <a:pt x="144" y="0"/>
                  </a:cubicBezTo>
                  <a:cubicBezTo>
                    <a:pt x="144" y="22"/>
                    <a:pt x="144" y="22"/>
                    <a:pt x="144" y="22"/>
                  </a:cubicBezTo>
                  <a:cubicBezTo>
                    <a:pt x="148" y="23"/>
                    <a:pt x="152" y="25"/>
                    <a:pt x="154" y="30"/>
                  </a:cubicBezTo>
                  <a:cubicBezTo>
                    <a:pt x="159" y="40"/>
                    <a:pt x="159" y="40"/>
                    <a:pt x="159" y="40"/>
                  </a:cubicBezTo>
                  <a:cubicBezTo>
                    <a:pt x="159" y="5"/>
                    <a:pt x="159" y="5"/>
                    <a:pt x="159" y="5"/>
                  </a:cubicBezTo>
                  <a:close/>
                  <a:moveTo>
                    <a:pt x="159" y="65"/>
                  </a:moveTo>
                  <a:cubicBezTo>
                    <a:pt x="159" y="82"/>
                    <a:pt x="159" y="82"/>
                    <a:pt x="159" y="82"/>
                  </a:cubicBezTo>
                  <a:cubicBezTo>
                    <a:pt x="144" y="89"/>
                    <a:pt x="144" y="89"/>
                    <a:pt x="144" y="89"/>
                  </a:cubicBezTo>
                  <a:cubicBezTo>
                    <a:pt x="144" y="72"/>
                    <a:pt x="144" y="72"/>
                    <a:pt x="144" y="72"/>
                  </a:cubicBezTo>
                  <a:cubicBezTo>
                    <a:pt x="157" y="66"/>
                    <a:pt x="157" y="66"/>
                    <a:pt x="157" y="66"/>
                  </a:cubicBezTo>
                  <a:cubicBezTo>
                    <a:pt x="158" y="66"/>
                    <a:pt x="159" y="66"/>
                    <a:pt x="159" y="65"/>
                  </a:cubicBezTo>
                  <a:close/>
                  <a:moveTo>
                    <a:pt x="159" y="108"/>
                  </a:moveTo>
                  <a:cubicBezTo>
                    <a:pt x="159" y="118"/>
                    <a:pt x="159" y="118"/>
                    <a:pt x="159" y="118"/>
                  </a:cubicBezTo>
                  <a:cubicBezTo>
                    <a:pt x="156" y="120"/>
                    <a:pt x="156" y="120"/>
                    <a:pt x="156" y="120"/>
                  </a:cubicBezTo>
                  <a:cubicBezTo>
                    <a:pt x="154" y="121"/>
                    <a:pt x="153" y="123"/>
                    <a:pt x="154" y="126"/>
                  </a:cubicBezTo>
                  <a:cubicBezTo>
                    <a:pt x="159" y="136"/>
                    <a:pt x="159" y="136"/>
                    <a:pt x="159" y="136"/>
                  </a:cubicBezTo>
                  <a:cubicBezTo>
                    <a:pt x="159" y="160"/>
                    <a:pt x="159" y="160"/>
                    <a:pt x="159" y="160"/>
                  </a:cubicBezTo>
                  <a:cubicBezTo>
                    <a:pt x="159" y="159"/>
                    <a:pt x="159" y="159"/>
                    <a:pt x="159" y="159"/>
                  </a:cubicBezTo>
                  <a:cubicBezTo>
                    <a:pt x="158" y="157"/>
                    <a:pt x="155" y="156"/>
                    <a:pt x="153" y="157"/>
                  </a:cubicBezTo>
                  <a:cubicBezTo>
                    <a:pt x="144" y="162"/>
                    <a:pt x="144" y="162"/>
                    <a:pt x="144" y="162"/>
                  </a:cubicBezTo>
                  <a:cubicBezTo>
                    <a:pt x="144" y="151"/>
                    <a:pt x="144" y="151"/>
                    <a:pt x="144" y="151"/>
                  </a:cubicBezTo>
                  <a:cubicBezTo>
                    <a:pt x="149" y="148"/>
                    <a:pt x="149" y="148"/>
                    <a:pt x="149" y="148"/>
                  </a:cubicBezTo>
                  <a:cubicBezTo>
                    <a:pt x="151" y="147"/>
                    <a:pt x="152" y="145"/>
                    <a:pt x="151" y="143"/>
                  </a:cubicBezTo>
                  <a:cubicBezTo>
                    <a:pt x="151" y="143"/>
                    <a:pt x="151" y="143"/>
                    <a:pt x="151" y="143"/>
                  </a:cubicBezTo>
                  <a:cubicBezTo>
                    <a:pt x="145" y="130"/>
                    <a:pt x="145" y="130"/>
                    <a:pt x="145" y="130"/>
                  </a:cubicBezTo>
                  <a:cubicBezTo>
                    <a:pt x="145" y="129"/>
                    <a:pt x="144" y="129"/>
                    <a:pt x="144" y="128"/>
                  </a:cubicBezTo>
                  <a:cubicBezTo>
                    <a:pt x="144" y="104"/>
                    <a:pt x="144" y="104"/>
                    <a:pt x="144" y="104"/>
                  </a:cubicBezTo>
                  <a:cubicBezTo>
                    <a:pt x="146" y="109"/>
                    <a:pt x="146" y="109"/>
                    <a:pt x="146" y="109"/>
                  </a:cubicBezTo>
                  <a:cubicBezTo>
                    <a:pt x="147" y="111"/>
                    <a:pt x="150" y="112"/>
                    <a:pt x="152" y="111"/>
                  </a:cubicBezTo>
                  <a:lnTo>
                    <a:pt x="159" y="108"/>
                  </a:lnTo>
                  <a:close/>
                  <a:moveTo>
                    <a:pt x="132" y="2"/>
                  </a:moveTo>
                  <a:cubicBezTo>
                    <a:pt x="123" y="7"/>
                    <a:pt x="123" y="7"/>
                    <a:pt x="123" y="7"/>
                  </a:cubicBezTo>
                  <a:cubicBezTo>
                    <a:pt x="123" y="30"/>
                    <a:pt x="123" y="30"/>
                    <a:pt x="123" y="30"/>
                  </a:cubicBezTo>
                  <a:cubicBezTo>
                    <a:pt x="137" y="23"/>
                    <a:pt x="137" y="23"/>
                    <a:pt x="137" y="23"/>
                  </a:cubicBezTo>
                  <a:cubicBezTo>
                    <a:pt x="139" y="22"/>
                    <a:pt x="142" y="22"/>
                    <a:pt x="144" y="22"/>
                  </a:cubicBezTo>
                  <a:cubicBezTo>
                    <a:pt x="144" y="0"/>
                    <a:pt x="144" y="0"/>
                    <a:pt x="144" y="0"/>
                  </a:cubicBezTo>
                  <a:cubicBezTo>
                    <a:pt x="140" y="0"/>
                    <a:pt x="136" y="1"/>
                    <a:pt x="132" y="2"/>
                  </a:cubicBezTo>
                  <a:close/>
                  <a:moveTo>
                    <a:pt x="123" y="225"/>
                  </a:moveTo>
                  <a:cubicBezTo>
                    <a:pt x="144" y="216"/>
                    <a:pt x="144" y="216"/>
                    <a:pt x="144" y="216"/>
                  </a:cubicBezTo>
                  <a:cubicBezTo>
                    <a:pt x="144" y="187"/>
                    <a:pt x="144" y="187"/>
                    <a:pt x="144" y="187"/>
                  </a:cubicBezTo>
                  <a:cubicBezTo>
                    <a:pt x="135" y="191"/>
                    <a:pt x="135" y="191"/>
                    <a:pt x="135" y="191"/>
                  </a:cubicBezTo>
                  <a:cubicBezTo>
                    <a:pt x="133" y="192"/>
                    <a:pt x="130" y="191"/>
                    <a:pt x="129" y="189"/>
                  </a:cubicBezTo>
                  <a:cubicBezTo>
                    <a:pt x="123" y="177"/>
                    <a:pt x="123" y="177"/>
                    <a:pt x="123" y="177"/>
                  </a:cubicBezTo>
                  <a:cubicBezTo>
                    <a:pt x="123" y="225"/>
                    <a:pt x="123" y="225"/>
                    <a:pt x="123" y="225"/>
                  </a:cubicBezTo>
                  <a:close/>
                  <a:moveTo>
                    <a:pt x="144" y="72"/>
                  </a:moveTo>
                  <a:cubicBezTo>
                    <a:pt x="144" y="89"/>
                    <a:pt x="144" y="89"/>
                    <a:pt x="144" y="89"/>
                  </a:cubicBezTo>
                  <a:cubicBezTo>
                    <a:pt x="142" y="90"/>
                    <a:pt x="142" y="90"/>
                    <a:pt x="142" y="90"/>
                  </a:cubicBezTo>
                  <a:cubicBezTo>
                    <a:pt x="140" y="91"/>
                    <a:pt x="139" y="94"/>
                    <a:pt x="140" y="96"/>
                  </a:cubicBezTo>
                  <a:cubicBezTo>
                    <a:pt x="144" y="104"/>
                    <a:pt x="144" y="104"/>
                    <a:pt x="144" y="104"/>
                  </a:cubicBezTo>
                  <a:cubicBezTo>
                    <a:pt x="144" y="128"/>
                    <a:pt x="144" y="128"/>
                    <a:pt x="144" y="128"/>
                  </a:cubicBezTo>
                  <a:cubicBezTo>
                    <a:pt x="143" y="127"/>
                    <a:pt x="141" y="127"/>
                    <a:pt x="139" y="128"/>
                  </a:cubicBezTo>
                  <a:cubicBezTo>
                    <a:pt x="123" y="135"/>
                    <a:pt x="123" y="135"/>
                    <a:pt x="123" y="135"/>
                  </a:cubicBezTo>
                  <a:cubicBezTo>
                    <a:pt x="123" y="125"/>
                    <a:pt x="123" y="125"/>
                    <a:pt x="123" y="125"/>
                  </a:cubicBezTo>
                  <a:cubicBezTo>
                    <a:pt x="135" y="119"/>
                    <a:pt x="135" y="119"/>
                    <a:pt x="135" y="119"/>
                  </a:cubicBezTo>
                  <a:cubicBezTo>
                    <a:pt x="137" y="118"/>
                    <a:pt x="138" y="115"/>
                    <a:pt x="137" y="113"/>
                  </a:cubicBezTo>
                  <a:cubicBezTo>
                    <a:pt x="137" y="113"/>
                    <a:pt x="137" y="113"/>
                    <a:pt x="137" y="113"/>
                  </a:cubicBezTo>
                  <a:cubicBezTo>
                    <a:pt x="131" y="100"/>
                    <a:pt x="131" y="100"/>
                    <a:pt x="131" y="100"/>
                  </a:cubicBezTo>
                  <a:cubicBezTo>
                    <a:pt x="130" y="98"/>
                    <a:pt x="128" y="97"/>
                    <a:pt x="126" y="98"/>
                  </a:cubicBezTo>
                  <a:cubicBezTo>
                    <a:pt x="123" y="99"/>
                    <a:pt x="123" y="99"/>
                    <a:pt x="123" y="99"/>
                  </a:cubicBezTo>
                  <a:cubicBezTo>
                    <a:pt x="123" y="82"/>
                    <a:pt x="123" y="82"/>
                    <a:pt x="123" y="82"/>
                  </a:cubicBezTo>
                  <a:cubicBezTo>
                    <a:pt x="144" y="72"/>
                    <a:pt x="144" y="72"/>
                    <a:pt x="144" y="72"/>
                  </a:cubicBezTo>
                  <a:close/>
                  <a:moveTo>
                    <a:pt x="144" y="151"/>
                  </a:moveTo>
                  <a:cubicBezTo>
                    <a:pt x="144" y="162"/>
                    <a:pt x="144" y="162"/>
                    <a:pt x="144" y="162"/>
                  </a:cubicBezTo>
                  <a:cubicBezTo>
                    <a:pt x="125" y="171"/>
                    <a:pt x="125" y="171"/>
                    <a:pt x="125" y="171"/>
                  </a:cubicBezTo>
                  <a:cubicBezTo>
                    <a:pt x="124" y="171"/>
                    <a:pt x="124" y="172"/>
                    <a:pt x="123" y="172"/>
                  </a:cubicBezTo>
                  <a:cubicBezTo>
                    <a:pt x="123" y="161"/>
                    <a:pt x="123" y="161"/>
                    <a:pt x="123" y="161"/>
                  </a:cubicBezTo>
                  <a:lnTo>
                    <a:pt x="144" y="151"/>
                  </a:lnTo>
                  <a:close/>
                  <a:moveTo>
                    <a:pt x="123" y="7"/>
                  </a:moveTo>
                  <a:cubicBezTo>
                    <a:pt x="99" y="18"/>
                    <a:pt x="99" y="18"/>
                    <a:pt x="99" y="18"/>
                  </a:cubicBezTo>
                  <a:cubicBezTo>
                    <a:pt x="99" y="41"/>
                    <a:pt x="99" y="41"/>
                    <a:pt x="99" y="41"/>
                  </a:cubicBezTo>
                  <a:cubicBezTo>
                    <a:pt x="123" y="30"/>
                    <a:pt x="123" y="30"/>
                    <a:pt x="123" y="30"/>
                  </a:cubicBezTo>
                  <a:cubicBezTo>
                    <a:pt x="123" y="7"/>
                    <a:pt x="123" y="7"/>
                    <a:pt x="123" y="7"/>
                  </a:cubicBezTo>
                  <a:close/>
                  <a:moveTo>
                    <a:pt x="99" y="236"/>
                  </a:moveTo>
                  <a:cubicBezTo>
                    <a:pt x="100" y="236"/>
                    <a:pt x="102" y="235"/>
                    <a:pt x="103" y="235"/>
                  </a:cubicBezTo>
                  <a:cubicBezTo>
                    <a:pt x="123" y="225"/>
                    <a:pt x="123" y="225"/>
                    <a:pt x="123" y="225"/>
                  </a:cubicBezTo>
                  <a:cubicBezTo>
                    <a:pt x="123" y="177"/>
                    <a:pt x="123" y="177"/>
                    <a:pt x="123" y="177"/>
                  </a:cubicBezTo>
                  <a:cubicBezTo>
                    <a:pt x="123" y="176"/>
                    <a:pt x="123" y="176"/>
                    <a:pt x="123" y="176"/>
                  </a:cubicBezTo>
                  <a:cubicBezTo>
                    <a:pt x="122" y="175"/>
                    <a:pt x="123" y="174"/>
                    <a:pt x="123" y="172"/>
                  </a:cubicBezTo>
                  <a:cubicBezTo>
                    <a:pt x="123" y="161"/>
                    <a:pt x="123" y="161"/>
                    <a:pt x="123" y="161"/>
                  </a:cubicBezTo>
                  <a:cubicBezTo>
                    <a:pt x="121" y="162"/>
                    <a:pt x="121" y="162"/>
                    <a:pt x="121" y="162"/>
                  </a:cubicBezTo>
                  <a:cubicBezTo>
                    <a:pt x="119" y="163"/>
                    <a:pt x="116" y="162"/>
                    <a:pt x="115" y="159"/>
                  </a:cubicBezTo>
                  <a:cubicBezTo>
                    <a:pt x="109" y="147"/>
                    <a:pt x="109" y="147"/>
                    <a:pt x="109" y="147"/>
                  </a:cubicBezTo>
                  <a:cubicBezTo>
                    <a:pt x="108" y="145"/>
                    <a:pt x="109" y="142"/>
                    <a:pt x="111" y="141"/>
                  </a:cubicBezTo>
                  <a:cubicBezTo>
                    <a:pt x="123" y="135"/>
                    <a:pt x="123" y="135"/>
                    <a:pt x="123" y="135"/>
                  </a:cubicBezTo>
                  <a:cubicBezTo>
                    <a:pt x="123" y="125"/>
                    <a:pt x="123" y="125"/>
                    <a:pt x="123" y="125"/>
                  </a:cubicBezTo>
                  <a:cubicBezTo>
                    <a:pt x="107" y="132"/>
                    <a:pt x="107" y="132"/>
                    <a:pt x="107" y="132"/>
                  </a:cubicBezTo>
                  <a:cubicBezTo>
                    <a:pt x="105" y="133"/>
                    <a:pt x="102" y="132"/>
                    <a:pt x="101" y="130"/>
                  </a:cubicBezTo>
                  <a:cubicBezTo>
                    <a:pt x="99" y="124"/>
                    <a:pt x="99" y="124"/>
                    <a:pt x="99" y="124"/>
                  </a:cubicBezTo>
                  <a:cubicBezTo>
                    <a:pt x="99" y="150"/>
                    <a:pt x="99" y="150"/>
                    <a:pt x="99" y="150"/>
                  </a:cubicBezTo>
                  <a:cubicBezTo>
                    <a:pt x="99" y="150"/>
                    <a:pt x="99" y="151"/>
                    <a:pt x="100" y="151"/>
                  </a:cubicBezTo>
                  <a:cubicBezTo>
                    <a:pt x="106" y="164"/>
                    <a:pt x="106" y="164"/>
                    <a:pt x="106" y="164"/>
                  </a:cubicBezTo>
                  <a:cubicBezTo>
                    <a:pt x="106" y="164"/>
                    <a:pt x="106" y="164"/>
                    <a:pt x="106" y="164"/>
                  </a:cubicBezTo>
                  <a:cubicBezTo>
                    <a:pt x="107" y="166"/>
                    <a:pt x="106" y="169"/>
                    <a:pt x="104" y="170"/>
                  </a:cubicBezTo>
                  <a:cubicBezTo>
                    <a:pt x="99" y="172"/>
                    <a:pt x="99" y="172"/>
                    <a:pt x="99" y="172"/>
                  </a:cubicBezTo>
                  <a:cubicBezTo>
                    <a:pt x="99" y="183"/>
                    <a:pt x="99" y="183"/>
                    <a:pt x="99" y="183"/>
                  </a:cubicBezTo>
                  <a:cubicBezTo>
                    <a:pt x="108" y="179"/>
                    <a:pt x="108" y="179"/>
                    <a:pt x="108" y="179"/>
                  </a:cubicBezTo>
                  <a:cubicBezTo>
                    <a:pt x="110" y="178"/>
                    <a:pt x="113" y="179"/>
                    <a:pt x="114" y="181"/>
                  </a:cubicBezTo>
                  <a:cubicBezTo>
                    <a:pt x="120" y="194"/>
                    <a:pt x="120" y="194"/>
                    <a:pt x="120" y="194"/>
                  </a:cubicBezTo>
                  <a:cubicBezTo>
                    <a:pt x="120" y="194"/>
                    <a:pt x="120" y="194"/>
                    <a:pt x="120" y="194"/>
                  </a:cubicBezTo>
                  <a:cubicBezTo>
                    <a:pt x="121" y="196"/>
                    <a:pt x="120" y="198"/>
                    <a:pt x="118" y="199"/>
                  </a:cubicBezTo>
                  <a:cubicBezTo>
                    <a:pt x="99" y="208"/>
                    <a:pt x="99" y="208"/>
                    <a:pt x="99" y="208"/>
                  </a:cubicBezTo>
                  <a:cubicBezTo>
                    <a:pt x="99" y="236"/>
                    <a:pt x="99" y="236"/>
                    <a:pt x="99" y="236"/>
                  </a:cubicBezTo>
                  <a:close/>
                  <a:moveTo>
                    <a:pt x="123" y="82"/>
                  </a:moveTo>
                  <a:cubicBezTo>
                    <a:pt x="123" y="99"/>
                    <a:pt x="123" y="99"/>
                    <a:pt x="123" y="99"/>
                  </a:cubicBezTo>
                  <a:cubicBezTo>
                    <a:pt x="99" y="111"/>
                    <a:pt x="99" y="111"/>
                    <a:pt x="99" y="111"/>
                  </a:cubicBezTo>
                  <a:cubicBezTo>
                    <a:pt x="99" y="94"/>
                    <a:pt x="99" y="94"/>
                    <a:pt x="99" y="94"/>
                  </a:cubicBezTo>
                  <a:lnTo>
                    <a:pt x="123" y="82"/>
                  </a:lnTo>
                  <a:close/>
                  <a:moveTo>
                    <a:pt x="99" y="18"/>
                  </a:moveTo>
                  <a:cubicBezTo>
                    <a:pt x="71" y="31"/>
                    <a:pt x="71" y="31"/>
                    <a:pt x="71" y="31"/>
                  </a:cubicBezTo>
                  <a:cubicBezTo>
                    <a:pt x="71" y="54"/>
                    <a:pt x="71" y="54"/>
                    <a:pt x="71" y="54"/>
                  </a:cubicBezTo>
                  <a:cubicBezTo>
                    <a:pt x="99" y="41"/>
                    <a:pt x="99" y="41"/>
                    <a:pt x="99" y="41"/>
                  </a:cubicBezTo>
                  <a:cubicBezTo>
                    <a:pt x="99" y="18"/>
                    <a:pt x="99" y="18"/>
                    <a:pt x="99" y="18"/>
                  </a:cubicBezTo>
                  <a:close/>
                  <a:moveTo>
                    <a:pt x="71" y="227"/>
                  </a:moveTo>
                  <a:cubicBezTo>
                    <a:pt x="77" y="235"/>
                    <a:pt x="88" y="239"/>
                    <a:pt x="99" y="236"/>
                  </a:cubicBezTo>
                  <a:cubicBezTo>
                    <a:pt x="99" y="208"/>
                    <a:pt x="99" y="208"/>
                    <a:pt x="99" y="208"/>
                  </a:cubicBezTo>
                  <a:cubicBezTo>
                    <a:pt x="89" y="212"/>
                    <a:pt x="89" y="212"/>
                    <a:pt x="89" y="212"/>
                  </a:cubicBezTo>
                  <a:cubicBezTo>
                    <a:pt x="87" y="213"/>
                    <a:pt x="85" y="213"/>
                    <a:pt x="84" y="210"/>
                  </a:cubicBezTo>
                  <a:cubicBezTo>
                    <a:pt x="78" y="197"/>
                    <a:pt x="78" y="197"/>
                    <a:pt x="78" y="197"/>
                  </a:cubicBezTo>
                  <a:cubicBezTo>
                    <a:pt x="77" y="195"/>
                    <a:pt x="78" y="193"/>
                    <a:pt x="80" y="192"/>
                  </a:cubicBezTo>
                  <a:cubicBezTo>
                    <a:pt x="99" y="183"/>
                    <a:pt x="99" y="183"/>
                    <a:pt x="99" y="183"/>
                  </a:cubicBezTo>
                  <a:cubicBezTo>
                    <a:pt x="99" y="172"/>
                    <a:pt x="99" y="172"/>
                    <a:pt x="99" y="172"/>
                  </a:cubicBezTo>
                  <a:cubicBezTo>
                    <a:pt x="75" y="183"/>
                    <a:pt x="75" y="183"/>
                    <a:pt x="75" y="183"/>
                  </a:cubicBezTo>
                  <a:cubicBezTo>
                    <a:pt x="74" y="184"/>
                    <a:pt x="72" y="183"/>
                    <a:pt x="71" y="182"/>
                  </a:cubicBezTo>
                  <a:cubicBezTo>
                    <a:pt x="71" y="227"/>
                    <a:pt x="71" y="227"/>
                    <a:pt x="71" y="227"/>
                  </a:cubicBezTo>
                  <a:close/>
                  <a:moveTo>
                    <a:pt x="99" y="94"/>
                  </a:moveTo>
                  <a:cubicBezTo>
                    <a:pt x="99" y="111"/>
                    <a:pt x="99" y="111"/>
                    <a:pt x="99" y="111"/>
                  </a:cubicBezTo>
                  <a:cubicBezTo>
                    <a:pt x="97" y="111"/>
                    <a:pt x="97" y="111"/>
                    <a:pt x="97" y="111"/>
                  </a:cubicBezTo>
                  <a:cubicBezTo>
                    <a:pt x="95" y="112"/>
                    <a:pt x="94" y="115"/>
                    <a:pt x="95" y="117"/>
                  </a:cubicBezTo>
                  <a:cubicBezTo>
                    <a:pt x="99" y="124"/>
                    <a:pt x="99" y="124"/>
                    <a:pt x="99" y="124"/>
                  </a:cubicBezTo>
                  <a:cubicBezTo>
                    <a:pt x="99" y="150"/>
                    <a:pt x="99" y="150"/>
                    <a:pt x="99" y="150"/>
                  </a:cubicBezTo>
                  <a:cubicBezTo>
                    <a:pt x="97" y="149"/>
                    <a:pt x="96" y="148"/>
                    <a:pt x="94" y="149"/>
                  </a:cubicBezTo>
                  <a:cubicBezTo>
                    <a:pt x="71" y="160"/>
                    <a:pt x="71" y="160"/>
                    <a:pt x="71" y="160"/>
                  </a:cubicBezTo>
                  <a:cubicBezTo>
                    <a:pt x="71" y="149"/>
                    <a:pt x="71" y="149"/>
                    <a:pt x="71" y="149"/>
                  </a:cubicBezTo>
                  <a:cubicBezTo>
                    <a:pt x="90" y="140"/>
                    <a:pt x="90" y="140"/>
                    <a:pt x="90" y="140"/>
                  </a:cubicBezTo>
                  <a:cubicBezTo>
                    <a:pt x="92" y="139"/>
                    <a:pt x="93" y="136"/>
                    <a:pt x="92" y="134"/>
                  </a:cubicBezTo>
                  <a:cubicBezTo>
                    <a:pt x="92" y="134"/>
                    <a:pt x="92" y="134"/>
                    <a:pt x="92" y="134"/>
                  </a:cubicBezTo>
                  <a:cubicBezTo>
                    <a:pt x="86" y="122"/>
                    <a:pt x="86" y="122"/>
                    <a:pt x="86" y="122"/>
                  </a:cubicBezTo>
                  <a:cubicBezTo>
                    <a:pt x="85" y="119"/>
                    <a:pt x="82" y="118"/>
                    <a:pt x="80" y="119"/>
                  </a:cubicBezTo>
                  <a:cubicBezTo>
                    <a:pt x="71" y="124"/>
                    <a:pt x="71" y="124"/>
                    <a:pt x="71" y="124"/>
                  </a:cubicBezTo>
                  <a:cubicBezTo>
                    <a:pt x="71" y="107"/>
                    <a:pt x="71" y="107"/>
                    <a:pt x="71" y="107"/>
                  </a:cubicBezTo>
                  <a:lnTo>
                    <a:pt x="99" y="94"/>
                  </a:lnTo>
                  <a:close/>
                  <a:moveTo>
                    <a:pt x="71" y="31"/>
                  </a:moveTo>
                  <a:cubicBezTo>
                    <a:pt x="20" y="55"/>
                    <a:pt x="20" y="55"/>
                    <a:pt x="20" y="55"/>
                  </a:cubicBezTo>
                  <a:cubicBezTo>
                    <a:pt x="6" y="62"/>
                    <a:pt x="0" y="78"/>
                    <a:pt x="7" y="91"/>
                  </a:cubicBezTo>
                  <a:cubicBezTo>
                    <a:pt x="68" y="222"/>
                    <a:pt x="68" y="222"/>
                    <a:pt x="68" y="222"/>
                  </a:cubicBezTo>
                  <a:cubicBezTo>
                    <a:pt x="69" y="223"/>
                    <a:pt x="70" y="225"/>
                    <a:pt x="71" y="227"/>
                  </a:cubicBezTo>
                  <a:cubicBezTo>
                    <a:pt x="71" y="182"/>
                    <a:pt x="71" y="182"/>
                    <a:pt x="71" y="182"/>
                  </a:cubicBezTo>
                  <a:cubicBezTo>
                    <a:pt x="71" y="182"/>
                    <a:pt x="70" y="181"/>
                    <a:pt x="70" y="181"/>
                  </a:cubicBezTo>
                  <a:cubicBezTo>
                    <a:pt x="64" y="168"/>
                    <a:pt x="64" y="168"/>
                    <a:pt x="64" y="168"/>
                  </a:cubicBezTo>
                  <a:cubicBezTo>
                    <a:pt x="63" y="166"/>
                    <a:pt x="64" y="163"/>
                    <a:pt x="66" y="162"/>
                  </a:cubicBezTo>
                  <a:cubicBezTo>
                    <a:pt x="71" y="160"/>
                    <a:pt x="71" y="160"/>
                    <a:pt x="71" y="160"/>
                  </a:cubicBezTo>
                  <a:cubicBezTo>
                    <a:pt x="71" y="149"/>
                    <a:pt x="71" y="149"/>
                    <a:pt x="71" y="149"/>
                  </a:cubicBezTo>
                  <a:cubicBezTo>
                    <a:pt x="62" y="153"/>
                    <a:pt x="62" y="153"/>
                    <a:pt x="62" y="153"/>
                  </a:cubicBezTo>
                  <a:cubicBezTo>
                    <a:pt x="60" y="154"/>
                    <a:pt x="57" y="153"/>
                    <a:pt x="56" y="151"/>
                  </a:cubicBezTo>
                  <a:cubicBezTo>
                    <a:pt x="50" y="138"/>
                    <a:pt x="50" y="138"/>
                    <a:pt x="50" y="138"/>
                  </a:cubicBezTo>
                  <a:cubicBezTo>
                    <a:pt x="49" y="136"/>
                    <a:pt x="50" y="134"/>
                    <a:pt x="52" y="133"/>
                  </a:cubicBezTo>
                  <a:cubicBezTo>
                    <a:pt x="71" y="124"/>
                    <a:pt x="71" y="124"/>
                    <a:pt x="71" y="124"/>
                  </a:cubicBezTo>
                  <a:cubicBezTo>
                    <a:pt x="71" y="107"/>
                    <a:pt x="71" y="107"/>
                    <a:pt x="71" y="107"/>
                  </a:cubicBezTo>
                  <a:cubicBezTo>
                    <a:pt x="53" y="115"/>
                    <a:pt x="53" y="115"/>
                    <a:pt x="53" y="115"/>
                  </a:cubicBezTo>
                  <a:cubicBezTo>
                    <a:pt x="46" y="118"/>
                    <a:pt x="38" y="116"/>
                    <a:pt x="35" y="109"/>
                  </a:cubicBezTo>
                  <a:cubicBezTo>
                    <a:pt x="26" y="89"/>
                    <a:pt x="26" y="89"/>
                    <a:pt x="26" y="89"/>
                  </a:cubicBezTo>
                  <a:cubicBezTo>
                    <a:pt x="23" y="83"/>
                    <a:pt x="26" y="75"/>
                    <a:pt x="33" y="72"/>
                  </a:cubicBezTo>
                  <a:cubicBezTo>
                    <a:pt x="71" y="54"/>
                    <a:pt x="71" y="54"/>
                    <a:pt x="71" y="54"/>
                  </a:cubicBezTo>
                  <a:lnTo>
                    <a:pt x="71" y="31"/>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184" name="Rectangle 59"/>
            <p:cNvSpPr>
              <a:spLocks noChangeArrowheads="1"/>
            </p:cNvSpPr>
            <p:nvPr/>
          </p:nvSpPr>
          <p:spPr bwMode="auto">
            <a:xfrm>
              <a:off x="4916115" y="2004107"/>
              <a:ext cx="441589" cy="465066"/>
            </a:xfrm>
            <a:custGeom>
              <a:avLst/>
              <a:gdLst/>
              <a:ahLst/>
              <a:cxnLst/>
              <a:rect l="l" t="t" r="r" b="b"/>
              <a:pathLst>
                <a:path w="627063" h="660400">
                  <a:moveTo>
                    <a:pt x="0" y="628650"/>
                  </a:moveTo>
                  <a:lnTo>
                    <a:pt x="627063" y="628650"/>
                  </a:lnTo>
                  <a:lnTo>
                    <a:pt x="627063" y="660400"/>
                  </a:lnTo>
                  <a:lnTo>
                    <a:pt x="0" y="660400"/>
                  </a:lnTo>
                  <a:close/>
                  <a:moveTo>
                    <a:pt x="25400" y="565150"/>
                  </a:moveTo>
                  <a:lnTo>
                    <a:pt x="601663" y="565150"/>
                  </a:lnTo>
                  <a:lnTo>
                    <a:pt x="601663" y="596900"/>
                  </a:lnTo>
                  <a:lnTo>
                    <a:pt x="25400" y="596900"/>
                  </a:lnTo>
                  <a:close/>
                  <a:moveTo>
                    <a:pt x="438150" y="254000"/>
                  </a:moveTo>
                  <a:lnTo>
                    <a:pt x="557213" y="254000"/>
                  </a:lnTo>
                  <a:lnTo>
                    <a:pt x="557213" y="285750"/>
                  </a:lnTo>
                  <a:lnTo>
                    <a:pt x="534988" y="285750"/>
                  </a:lnTo>
                  <a:lnTo>
                    <a:pt x="534988" y="500062"/>
                  </a:lnTo>
                  <a:lnTo>
                    <a:pt x="557213" y="500062"/>
                  </a:lnTo>
                  <a:lnTo>
                    <a:pt x="557213" y="531812"/>
                  </a:lnTo>
                  <a:lnTo>
                    <a:pt x="438150" y="531812"/>
                  </a:lnTo>
                  <a:lnTo>
                    <a:pt x="438150" y="500062"/>
                  </a:lnTo>
                  <a:lnTo>
                    <a:pt x="458788" y="500062"/>
                  </a:lnTo>
                  <a:lnTo>
                    <a:pt x="458788" y="285750"/>
                  </a:lnTo>
                  <a:lnTo>
                    <a:pt x="438150" y="285750"/>
                  </a:lnTo>
                  <a:close/>
                  <a:moveTo>
                    <a:pt x="252413" y="254000"/>
                  </a:moveTo>
                  <a:lnTo>
                    <a:pt x="374651" y="254000"/>
                  </a:lnTo>
                  <a:lnTo>
                    <a:pt x="374651" y="285750"/>
                  </a:lnTo>
                  <a:lnTo>
                    <a:pt x="352426" y="285750"/>
                  </a:lnTo>
                  <a:lnTo>
                    <a:pt x="352426" y="500062"/>
                  </a:lnTo>
                  <a:lnTo>
                    <a:pt x="374651" y="500062"/>
                  </a:lnTo>
                  <a:lnTo>
                    <a:pt x="374651" y="531812"/>
                  </a:lnTo>
                  <a:lnTo>
                    <a:pt x="252413" y="531812"/>
                  </a:lnTo>
                  <a:lnTo>
                    <a:pt x="252413" y="500062"/>
                  </a:lnTo>
                  <a:lnTo>
                    <a:pt x="274638" y="500062"/>
                  </a:lnTo>
                  <a:lnTo>
                    <a:pt x="274638" y="285750"/>
                  </a:lnTo>
                  <a:lnTo>
                    <a:pt x="252413" y="285750"/>
                  </a:lnTo>
                  <a:close/>
                  <a:moveTo>
                    <a:pt x="69850" y="254000"/>
                  </a:moveTo>
                  <a:lnTo>
                    <a:pt x="192088" y="254000"/>
                  </a:lnTo>
                  <a:lnTo>
                    <a:pt x="192088" y="285750"/>
                  </a:lnTo>
                  <a:lnTo>
                    <a:pt x="169863" y="285750"/>
                  </a:lnTo>
                  <a:lnTo>
                    <a:pt x="169863" y="500062"/>
                  </a:lnTo>
                  <a:lnTo>
                    <a:pt x="192088" y="500062"/>
                  </a:lnTo>
                  <a:lnTo>
                    <a:pt x="192088" y="531812"/>
                  </a:lnTo>
                  <a:lnTo>
                    <a:pt x="69850" y="531812"/>
                  </a:lnTo>
                  <a:lnTo>
                    <a:pt x="69850" y="500062"/>
                  </a:lnTo>
                  <a:lnTo>
                    <a:pt x="90488" y="500062"/>
                  </a:lnTo>
                  <a:lnTo>
                    <a:pt x="90488" y="285750"/>
                  </a:lnTo>
                  <a:lnTo>
                    <a:pt x="69850" y="285750"/>
                  </a:lnTo>
                  <a:close/>
                  <a:moveTo>
                    <a:pt x="312738" y="0"/>
                  </a:moveTo>
                  <a:lnTo>
                    <a:pt x="601663" y="184150"/>
                  </a:lnTo>
                  <a:lnTo>
                    <a:pt x="601663" y="215900"/>
                  </a:lnTo>
                  <a:lnTo>
                    <a:pt x="25400" y="215900"/>
                  </a:lnTo>
                  <a:lnTo>
                    <a:pt x="25400" y="184150"/>
                  </a:lnTo>
                  <a:close/>
                </a:path>
              </a:pathLst>
            </a:custGeom>
            <a:solidFill>
              <a:srgbClr val="C5C5C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id-ID"/>
            </a:p>
          </p:txBody>
        </p:sp>
        <p:sp>
          <p:nvSpPr>
            <p:cNvPr id="185" name="Freeform 72"/>
            <p:cNvSpPr>
              <a:spLocks noEditPoints="1"/>
            </p:cNvSpPr>
            <p:nvPr/>
          </p:nvSpPr>
          <p:spPr bwMode="auto">
            <a:xfrm>
              <a:off x="3818291" y="2121491"/>
              <a:ext cx="563445" cy="367805"/>
            </a:xfrm>
            <a:custGeom>
              <a:avLst/>
              <a:gdLst>
                <a:gd name="T0" fmla="*/ 82 w 367"/>
                <a:gd name="T1" fmla="*/ 27 h 240"/>
                <a:gd name="T2" fmla="*/ 367 w 367"/>
                <a:gd name="T3" fmla="*/ 120 h 240"/>
                <a:gd name="T4" fmla="*/ 82 w 367"/>
                <a:gd name="T5" fmla="*/ 213 h 240"/>
                <a:gd name="T6" fmla="*/ 82 w 367"/>
                <a:gd name="T7" fmla="*/ 177 h 240"/>
                <a:gd name="T8" fmla="*/ 127 w 367"/>
                <a:gd name="T9" fmla="*/ 143 h 240"/>
                <a:gd name="T10" fmla="*/ 127 w 367"/>
                <a:gd name="T11" fmla="*/ 87 h 240"/>
                <a:gd name="T12" fmla="*/ 138 w 367"/>
                <a:gd name="T13" fmla="*/ 87 h 240"/>
                <a:gd name="T14" fmla="*/ 138 w 367"/>
                <a:gd name="T15" fmla="*/ 64 h 240"/>
                <a:gd name="T16" fmla="*/ 127 w 367"/>
                <a:gd name="T17" fmla="*/ 64 h 240"/>
                <a:gd name="T18" fmla="*/ 102 w 367"/>
                <a:gd name="T19" fmla="*/ 64 h 240"/>
                <a:gd name="T20" fmla="*/ 91 w 367"/>
                <a:gd name="T21" fmla="*/ 64 h 240"/>
                <a:gd name="T22" fmla="*/ 91 w 367"/>
                <a:gd name="T23" fmla="*/ 87 h 240"/>
                <a:gd name="T24" fmla="*/ 102 w 367"/>
                <a:gd name="T25" fmla="*/ 87 h 240"/>
                <a:gd name="T26" fmla="*/ 102 w 367"/>
                <a:gd name="T27" fmla="*/ 143 h 240"/>
                <a:gd name="T28" fmla="*/ 82 w 367"/>
                <a:gd name="T29" fmla="*/ 156 h 240"/>
                <a:gd name="T30" fmla="*/ 82 w 367"/>
                <a:gd name="T31" fmla="*/ 27 h 240"/>
                <a:gd name="T32" fmla="*/ 0 w 367"/>
                <a:gd name="T33" fmla="*/ 0 h 240"/>
                <a:gd name="T34" fmla="*/ 82 w 367"/>
                <a:gd name="T35" fmla="*/ 27 h 240"/>
                <a:gd name="T36" fmla="*/ 82 w 367"/>
                <a:gd name="T37" fmla="*/ 156 h 240"/>
                <a:gd name="T38" fmla="*/ 82 w 367"/>
                <a:gd name="T39" fmla="*/ 156 h 240"/>
                <a:gd name="T40" fmla="*/ 62 w 367"/>
                <a:gd name="T41" fmla="*/ 143 h 240"/>
                <a:gd name="T42" fmla="*/ 62 w 367"/>
                <a:gd name="T43" fmla="*/ 87 h 240"/>
                <a:gd name="T44" fmla="*/ 73 w 367"/>
                <a:gd name="T45" fmla="*/ 87 h 240"/>
                <a:gd name="T46" fmla="*/ 73 w 367"/>
                <a:gd name="T47" fmla="*/ 64 h 240"/>
                <a:gd name="T48" fmla="*/ 62 w 367"/>
                <a:gd name="T49" fmla="*/ 64 h 240"/>
                <a:gd name="T50" fmla="*/ 37 w 367"/>
                <a:gd name="T51" fmla="*/ 64 h 240"/>
                <a:gd name="T52" fmla="*/ 26 w 367"/>
                <a:gd name="T53" fmla="*/ 64 h 240"/>
                <a:gd name="T54" fmla="*/ 26 w 367"/>
                <a:gd name="T55" fmla="*/ 87 h 240"/>
                <a:gd name="T56" fmla="*/ 37 w 367"/>
                <a:gd name="T57" fmla="*/ 87 h 240"/>
                <a:gd name="T58" fmla="*/ 37 w 367"/>
                <a:gd name="T59" fmla="*/ 143 h 240"/>
                <a:gd name="T60" fmla="*/ 82 w 367"/>
                <a:gd name="T61" fmla="*/ 177 h 240"/>
                <a:gd name="T62" fmla="*/ 82 w 367"/>
                <a:gd name="T63" fmla="*/ 177 h 240"/>
                <a:gd name="T64" fmla="*/ 82 w 367"/>
                <a:gd name="T65" fmla="*/ 213 h 240"/>
                <a:gd name="T66" fmla="*/ 0 w 367"/>
                <a:gd name="T67" fmla="*/ 240 h 240"/>
                <a:gd name="T68" fmla="*/ 0 w 367"/>
                <a:gd name="T69" fmla="*/ 0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67" h="240">
                  <a:moveTo>
                    <a:pt x="82" y="27"/>
                  </a:moveTo>
                  <a:cubicBezTo>
                    <a:pt x="367" y="120"/>
                    <a:pt x="367" y="120"/>
                    <a:pt x="367" y="120"/>
                  </a:cubicBezTo>
                  <a:cubicBezTo>
                    <a:pt x="82" y="213"/>
                    <a:pt x="82" y="213"/>
                    <a:pt x="82" y="213"/>
                  </a:cubicBezTo>
                  <a:cubicBezTo>
                    <a:pt x="82" y="177"/>
                    <a:pt x="82" y="177"/>
                    <a:pt x="82" y="177"/>
                  </a:cubicBezTo>
                  <a:cubicBezTo>
                    <a:pt x="107" y="177"/>
                    <a:pt x="127" y="162"/>
                    <a:pt x="127" y="143"/>
                  </a:cubicBezTo>
                  <a:cubicBezTo>
                    <a:pt x="127" y="87"/>
                    <a:pt x="127" y="87"/>
                    <a:pt x="127" y="87"/>
                  </a:cubicBezTo>
                  <a:cubicBezTo>
                    <a:pt x="138" y="87"/>
                    <a:pt x="138" y="87"/>
                    <a:pt x="138" y="87"/>
                  </a:cubicBezTo>
                  <a:cubicBezTo>
                    <a:pt x="138" y="64"/>
                    <a:pt x="138" y="64"/>
                    <a:pt x="138" y="64"/>
                  </a:cubicBezTo>
                  <a:cubicBezTo>
                    <a:pt x="127" y="64"/>
                    <a:pt x="127" y="64"/>
                    <a:pt x="127" y="64"/>
                  </a:cubicBezTo>
                  <a:cubicBezTo>
                    <a:pt x="102" y="64"/>
                    <a:pt x="102" y="64"/>
                    <a:pt x="102" y="64"/>
                  </a:cubicBezTo>
                  <a:cubicBezTo>
                    <a:pt x="91" y="64"/>
                    <a:pt x="91" y="64"/>
                    <a:pt x="91" y="64"/>
                  </a:cubicBezTo>
                  <a:cubicBezTo>
                    <a:pt x="91" y="87"/>
                    <a:pt x="91" y="87"/>
                    <a:pt x="91" y="87"/>
                  </a:cubicBezTo>
                  <a:cubicBezTo>
                    <a:pt x="102" y="87"/>
                    <a:pt x="102" y="87"/>
                    <a:pt x="102" y="87"/>
                  </a:cubicBezTo>
                  <a:cubicBezTo>
                    <a:pt x="102" y="143"/>
                    <a:pt x="102" y="143"/>
                    <a:pt x="102" y="143"/>
                  </a:cubicBezTo>
                  <a:cubicBezTo>
                    <a:pt x="102" y="150"/>
                    <a:pt x="93" y="156"/>
                    <a:pt x="82" y="156"/>
                  </a:cubicBezTo>
                  <a:lnTo>
                    <a:pt x="82" y="27"/>
                  </a:lnTo>
                  <a:close/>
                  <a:moveTo>
                    <a:pt x="0" y="0"/>
                  </a:moveTo>
                  <a:cubicBezTo>
                    <a:pt x="82" y="27"/>
                    <a:pt x="82" y="27"/>
                    <a:pt x="82" y="27"/>
                  </a:cubicBezTo>
                  <a:cubicBezTo>
                    <a:pt x="82" y="156"/>
                    <a:pt x="82" y="156"/>
                    <a:pt x="82" y="156"/>
                  </a:cubicBezTo>
                  <a:cubicBezTo>
                    <a:pt x="82" y="156"/>
                    <a:pt x="82" y="156"/>
                    <a:pt x="82" y="156"/>
                  </a:cubicBezTo>
                  <a:cubicBezTo>
                    <a:pt x="71" y="156"/>
                    <a:pt x="62" y="150"/>
                    <a:pt x="62" y="143"/>
                  </a:cubicBezTo>
                  <a:cubicBezTo>
                    <a:pt x="62" y="87"/>
                    <a:pt x="62" y="87"/>
                    <a:pt x="62" y="87"/>
                  </a:cubicBezTo>
                  <a:cubicBezTo>
                    <a:pt x="73" y="87"/>
                    <a:pt x="73" y="87"/>
                    <a:pt x="73" y="87"/>
                  </a:cubicBezTo>
                  <a:cubicBezTo>
                    <a:pt x="73" y="64"/>
                    <a:pt x="73" y="64"/>
                    <a:pt x="73" y="64"/>
                  </a:cubicBezTo>
                  <a:cubicBezTo>
                    <a:pt x="62" y="64"/>
                    <a:pt x="62" y="64"/>
                    <a:pt x="62" y="64"/>
                  </a:cubicBezTo>
                  <a:cubicBezTo>
                    <a:pt x="37" y="64"/>
                    <a:pt x="37" y="64"/>
                    <a:pt x="37" y="64"/>
                  </a:cubicBezTo>
                  <a:cubicBezTo>
                    <a:pt x="26" y="64"/>
                    <a:pt x="26" y="64"/>
                    <a:pt x="26" y="64"/>
                  </a:cubicBezTo>
                  <a:cubicBezTo>
                    <a:pt x="26" y="87"/>
                    <a:pt x="26" y="87"/>
                    <a:pt x="26" y="87"/>
                  </a:cubicBezTo>
                  <a:cubicBezTo>
                    <a:pt x="37" y="87"/>
                    <a:pt x="37" y="87"/>
                    <a:pt x="37" y="87"/>
                  </a:cubicBezTo>
                  <a:cubicBezTo>
                    <a:pt x="37" y="143"/>
                    <a:pt x="37" y="143"/>
                    <a:pt x="37" y="143"/>
                  </a:cubicBezTo>
                  <a:cubicBezTo>
                    <a:pt x="37" y="162"/>
                    <a:pt x="57" y="177"/>
                    <a:pt x="82" y="177"/>
                  </a:cubicBezTo>
                  <a:cubicBezTo>
                    <a:pt x="82" y="177"/>
                    <a:pt x="82" y="177"/>
                    <a:pt x="82" y="177"/>
                  </a:cubicBezTo>
                  <a:cubicBezTo>
                    <a:pt x="82" y="213"/>
                    <a:pt x="82" y="213"/>
                    <a:pt x="82" y="213"/>
                  </a:cubicBezTo>
                  <a:cubicBezTo>
                    <a:pt x="0" y="240"/>
                    <a:pt x="0" y="240"/>
                    <a:pt x="0" y="240"/>
                  </a:cubicBezTo>
                  <a:lnTo>
                    <a:pt x="0" y="0"/>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186" name="Freeform 73"/>
            <p:cNvSpPr>
              <a:spLocks noEditPoints="1"/>
            </p:cNvSpPr>
            <p:nvPr/>
          </p:nvSpPr>
          <p:spPr bwMode="auto">
            <a:xfrm>
              <a:off x="5061448" y="2525070"/>
              <a:ext cx="131918" cy="230297"/>
            </a:xfrm>
            <a:custGeom>
              <a:avLst/>
              <a:gdLst>
                <a:gd name="T0" fmla="*/ 37 w 86"/>
                <a:gd name="T1" fmla="*/ 128 h 150"/>
                <a:gd name="T2" fmla="*/ 34 w 86"/>
                <a:gd name="T3" fmla="*/ 127 h 150"/>
                <a:gd name="T4" fmla="*/ 34 w 86"/>
                <a:gd name="T5" fmla="*/ 150 h 150"/>
                <a:gd name="T6" fmla="*/ 45 w 86"/>
                <a:gd name="T7" fmla="*/ 142 h 150"/>
                <a:gd name="T8" fmla="*/ 37 w 86"/>
                <a:gd name="T9" fmla="*/ 128 h 150"/>
                <a:gd name="T10" fmla="*/ 34 w 86"/>
                <a:gd name="T11" fmla="*/ 118 h 150"/>
                <a:gd name="T12" fmla="*/ 34 w 86"/>
                <a:gd name="T13" fmla="*/ 51 h 150"/>
                <a:gd name="T14" fmla="*/ 51 w 86"/>
                <a:gd name="T15" fmla="*/ 46 h 150"/>
                <a:gd name="T16" fmla="*/ 61 w 86"/>
                <a:gd name="T17" fmla="*/ 8 h 150"/>
                <a:gd name="T18" fmla="*/ 72 w 86"/>
                <a:gd name="T19" fmla="*/ 1 h 150"/>
                <a:gd name="T20" fmla="*/ 78 w 86"/>
                <a:gd name="T21" fmla="*/ 12 h 150"/>
                <a:gd name="T22" fmla="*/ 69 w 86"/>
                <a:gd name="T23" fmla="*/ 51 h 150"/>
                <a:gd name="T24" fmla="*/ 82 w 86"/>
                <a:gd name="T25" fmla="*/ 84 h 150"/>
                <a:gd name="T26" fmla="*/ 77 w 86"/>
                <a:gd name="T27" fmla="*/ 103 h 150"/>
                <a:gd name="T28" fmla="*/ 77 w 86"/>
                <a:gd name="T29" fmla="*/ 103 h 150"/>
                <a:gd name="T30" fmla="*/ 86 w 86"/>
                <a:gd name="T31" fmla="*/ 117 h 150"/>
                <a:gd name="T32" fmla="*/ 83 w 86"/>
                <a:gd name="T33" fmla="*/ 130 h 150"/>
                <a:gd name="T34" fmla="*/ 34 w 86"/>
                <a:gd name="T35" fmla="*/ 118 h 150"/>
                <a:gd name="T36" fmla="*/ 34 w 86"/>
                <a:gd name="T37" fmla="*/ 127 h 150"/>
                <a:gd name="T38" fmla="*/ 23 w 86"/>
                <a:gd name="T39" fmla="*/ 136 h 150"/>
                <a:gd name="T40" fmla="*/ 31 w 86"/>
                <a:gd name="T41" fmla="*/ 150 h 150"/>
                <a:gd name="T42" fmla="*/ 34 w 86"/>
                <a:gd name="T43" fmla="*/ 150 h 150"/>
                <a:gd name="T44" fmla="*/ 34 w 86"/>
                <a:gd name="T45" fmla="*/ 127 h 150"/>
                <a:gd name="T46" fmla="*/ 34 w 86"/>
                <a:gd name="T47" fmla="*/ 51 h 150"/>
                <a:gd name="T48" fmla="*/ 34 w 86"/>
                <a:gd name="T49" fmla="*/ 118 h 150"/>
                <a:gd name="T50" fmla="*/ 0 w 86"/>
                <a:gd name="T51" fmla="*/ 109 h 150"/>
                <a:gd name="T52" fmla="*/ 3 w 86"/>
                <a:gd name="T53" fmla="*/ 96 h 150"/>
                <a:gd name="T54" fmla="*/ 18 w 86"/>
                <a:gd name="T55" fmla="*/ 88 h 150"/>
                <a:gd name="T56" fmla="*/ 23 w 86"/>
                <a:gd name="T57" fmla="*/ 69 h 150"/>
                <a:gd name="T58" fmla="*/ 34 w 86"/>
                <a:gd name="T59" fmla="*/ 51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6" h="150">
                  <a:moveTo>
                    <a:pt x="37" y="128"/>
                  </a:moveTo>
                  <a:cubicBezTo>
                    <a:pt x="36" y="127"/>
                    <a:pt x="35" y="127"/>
                    <a:pt x="34" y="127"/>
                  </a:cubicBezTo>
                  <a:cubicBezTo>
                    <a:pt x="34" y="150"/>
                    <a:pt x="34" y="150"/>
                    <a:pt x="34" y="150"/>
                  </a:cubicBezTo>
                  <a:cubicBezTo>
                    <a:pt x="39" y="150"/>
                    <a:pt x="44" y="147"/>
                    <a:pt x="45" y="142"/>
                  </a:cubicBezTo>
                  <a:cubicBezTo>
                    <a:pt x="47" y="136"/>
                    <a:pt x="43" y="129"/>
                    <a:pt x="37" y="128"/>
                  </a:cubicBezTo>
                  <a:close/>
                  <a:moveTo>
                    <a:pt x="34" y="118"/>
                  </a:moveTo>
                  <a:cubicBezTo>
                    <a:pt x="34" y="51"/>
                    <a:pt x="34" y="51"/>
                    <a:pt x="34" y="51"/>
                  </a:cubicBezTo>
                  <a:cubicBezTo>
                    <a:pt x="39" y="48"/>
                    <a:pt x="45" y="46"/>
                    <a:pt x="51" y="46"/>
                  </a:cubicBezTo>
                  <a:cubicBezTo>
                    <a:pt x="61" y="8"/>
                    <a:pt x="61" y="8"/>
                    <a:pt x="61" y="8"/>
                  </a:cubicBezTo>
                  <a:cubicBezTo>
                    <a:pt x="62" y="3"/>
                    <a:pt x="67" y="0"/>
                    <a:pt x="72" y="1"/>
                  </a:cubicBezTo>
                  <a:cubicBezTo>
                    <a:pt x="77" y="2"/>
                    <a:pt x="80" y="7"/>
                    <a:pt x="78" y="12"/>
                  </a:cubicBezTo>
                  <a:cubicBezTo>
                    <a:pt x="69" y="51"/>
                    <a:pt x="69" y="51"/>
                    <a:pt x="69" y="51"/>
                  </a:cubicBezTo>
                  <a:cubicBezTo>
                    <a:pt x="79" y="57"/>
                    <a:pt x="86" y="68"/>
                    <a:pt x="82" y="84"/>
                  </a:cubicBezTo>
                  <a:cubicBezTo>
                    <a:pt x="82" y="84"/>
                    <a:pt x="79" y="97"/>
                    <a:pt x="77" y="103"/>
                  </a:cubicBezTo>
                  <a:cubicBezTo>
                    <a:pt x="77" y="103"/>
                    <a:pt x="77" y="103"/>
                    <a:pt x="77" y="103"/>
                  </a:cubicBezTo>
                  <a:cubicBezTo>
                    <a:pt x="75" y="112"/>
                    <a:pt x="86" y="117"/>
                    <a:pt x="86" y="117"/>
                  </a:cubicBezTo>
                  <a:cubicBezTo>
                    <a:pt x="83" y="130"/>
                    <a:pt x="83" y="130"/>
                    <a:pt x="83" y="130"/>
                  </a:cubicBezTo>
                  <a:lnTo>
                    <a:pt x="34" y="118"/>
                  </a:lnTo>
                  <a:close/>
                  <a:moveTo>
                    <a:pt x="34" y="127"/>
                  </a:moveTo>
                  <a:cubicBezTo>
                    <a:pt x="29" y="127"/>
                    <a:pt x="24" y="131"/>
                    <a:pt x="23" y="136"/>
                  </a:cubicBezTo>
                  <a:cubicBezTo>
                    <a:pt x="21" y="142"/>
                    <a:pt x="25" y="148"/>
                    <a:pt x="31" y="150"/>
                  </a:cubicBezTo>
                  <a:cubicBezTo>
                    <a:pt x="32" y="150"/>
                    <a:pt x="33" y="150"/>
                    <a:pt x="34" y="150"/>
                  </a:cubicBezTo>
                  <a:cubicBezTo>
                    <a:pt x="34" y="127"/>
                    <a:pt x="34" y="127"/>
                    <a:pt x="34" y="127"/>
                  </a:cubicBezTo>
                  <a:close/>
                  <a:moveTo>
                    <a:pt x="34" y="51"/>
                  </a:moveTo>
                  <a:cubicBezTo>
                    <a:pt x="34" y="118"/>
                    <a:pt x="34" y="118"/>
                    <a:pt x="34" y="118"/>
                  </a:cubicBezTo>
                  <a:cubicBezTo>
                    <a:pt x="0" y="109"/>
                    <a:pt x="0" y="109"/>
                    <a:pt x="0" y="109"/>
                  </a:cubicBezTo>
                  <a:cubicBezTo>
                    <a:pt x="3" y="96"/>
                    <a:pt x="3" y="96"/>
                    <a:pt x="3" y="96"/>
                  </a:cubicBezTo>
                  <a:cubicBezTo>
                    <a:pt x="3" y="96"/>
                    <a:pt x="16" y="97"/>
                    <a:pt x="18" y="88"/>
                  </a:cubicBezTo>
                  <a:cubicBezTo>
                    <a:pt x="20" y="80"/>
                    <a:pt x="23" y="69"/>
                    <a:pt x="23" y="69"/>
                  </a:cubicBezTo>
                  <a:cubicBezTo>
                    <a:pt x="25" y="61"/>
                    <a:pt x="29" y="55"/>
                    <a:pt x="34" y="51"/>
                  </a:cubicBez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187" name="Freeform 74"/>
            <p:cNvSpPr>
              <a:spLocks noEditPoints="1"/>
            </p:cNvSpPr>
            <p:nvPr/>
          </p:nvSpPr>
          <p:spPr bwMode="auto">
            <a:xfrm>
              <a:off x="3909963" y="1735800"/>
              <a:ext cx="264954" cy="324205"/>
            </a:xfrm>
            <a:custGeom>
              <a:avLst/>
              <a:gdLst>
                <a:gd name="T0" fmla="*/ 172 w 172"/>
                <a:gd name="T1" fmla="*/ 9 h 211"/>
                <a:gd name="T2" fmla="*/ 121 w 172"/>
                <a:gd name="T3" fmla="*/ 37 h 211"/>
                <a:gd name="T4" fmla="*/ 143 w 172"/>
                <a:gd name="T5" fmla="*/ 211 h 211"/>
                <a:gd name="T6" fmla="*/ 124 w 172"/>
                <a:gd name="T7" fmla="*/ 165 h 211"/>
                <a:gd name="T8" fmla="*/ 131 w 172"/>
                <a:gd name="T9" fmla="*/ 108 h 211"/>
                <a:gd name="T10" fmla="*/ 121 w 172"/>
                <a:gd name="T11" fmla="*/ 86 h 211"/>
                <a:gd name="T12" fmla="*/ 129 w 172"/>
                <a:gd name="T13" fmla="*/ 146 h 211"/>
                <a:gd name="T14" fmla="*/ 127 w 172"/>
                <a:gd name="T15" fmla="*/ 116 h 211"/>
                <a:gd name="T16" fmla="*/ 121 w 172"/>
                <a:gd name="T17" fmla="*/ 156 h 211"/>
                <a:gd name="T18" fmla="*/ 121 w 172"/>
                <a:gd name="T19" fmla="*/ 9 h 211"/>
                <a:gd name="T20" fmla="*/ 98 w 172"/>
                <a:gd name="T21" fmla="*/ 37 h 211"/>
                <a:gd name="T22" fmla="*/ 110 w 172"/>
                <a:gd name="T23" fmla="*/ 88 h 211"/>
                <a:gd name="T24" fmla="*/ 100 w 172"/>
                <a:gd name="T25" fmla="*/ 81 h 211"/>
                <a:gd name="T26" fmla="*/ 121 w 172"/>
                <a:gd name="T27" fmla="*/ 211 h 211"/>
                <a:gd name="T28" fmla="*/ 101 w 172"/>
                <a:gd name="T29" fmla="*/ 163 h 211"/>
                <a:gd name="T30" fmla="*/ 121 w 172"/>
                <a:gd name="T31" fmla="*/ 211 h 211"/>
                <a:gd name="T32" fmla="*/ 113 w 172"/>
                <a:gd name="T33" fmla="*/ 148 h 211"/>
                <a:gd name="T34" fmla="*/ 121 w 172"/>
                <a:gd name="T35" fmla="*/ 156 h 211"/>
                <a:gd name="T36" fmla="*/ 98 w 172"/>
                <a:gd name="T37" fmla="*/ 0 h 211"/>
                <a:gd name="T38" fmla="*/ 71 w 172"/>
                <a:gd name="T39" fmla="*/ 0 h 211"/>
                <a:gd name="T40" fmla="*/ 98 w 172"/>
                <a:gd name="T41" fmla="*/ 80 h 211"/>
                <a:gd name="T42" fmla="*/ 71 w 172"/>
                <a:gd name="T43" fmla="*/ 37 h 211"/>
                <a:gd name="T44" fmla="*/ 71 w 172"/>
                <a:gd name="T45" fmla="*/ 166 h 211"/>
                <a:gd name="T46" fmla="*/ 98 w 172"/>
                <a:gd name="T47" fmla="*/ 141 h 211"/>
                <a:gd name="T48" fmla="*/ 98 w 172"/>
                <a:gd name="T49" fmla="*/ 160 h 211"/>
                <a:gd name="T50" fmla="*/ 74 w 172"/>
                <a:gd name="T51" fmla="*/ 124 h 211"/>
                <a:gd name="T52" fmla="*/ 71 w 172"/>
                <a:gd name="T53" fmla="*/ 118 h 211"/>
                <a:gd name="T54" fmla="*/ 71 w 172"/>
                <a:gd name="T55" fmla="*/ 98 h 211"/>
                <a:gd name="T56" fmla="*/ 71 w 172"/>
                <a:gd name="T57" fmla="*/ 0 h 211"/>
                <a:gd name="T58" fmla="*/ 60 w 172"/>
                <a:gd name="T59" fmla="*/ 0 h 211"/>
                <a:gd name="T60" fmla="*/ 71 w 172"/>
                <a:gd name="T61" fmla="*/ 88 h 211"/>
                <a:gd name="T62" fmla="*/ 60 w 172"/>
                <a:gd name="T63" fmla="*/ 37 h 211"/>
                <a:gd name="T64" fmla="*/ 60 w 172"/>
                <a:gd name="T65" fmla="*/ 120 h 211"/>
                <a:gd name="T66" fmla="*/ 65 w 172"/>
                <a:gd name="T67" fmla="*/ 166 h 211"/>
                <a:gd name="T68" fmla="*/ 71 w 172"/>
                <a:gd name="T69" fmla="*/ 98 h 211"/>
                <a:gd name="T70" fmla="*/ 71 w 172"/>
                <a:gd name="T71" fmla="*/ 98 h 211"/>
                <a:gd name="T72" fmla="*/ 60 w 172"/>
                <a:gd name="T73" fmla="*/ 9 h 211"/>
                <a:gd name="T74" fmla="*/ 12 w 172"/>
                <a:gd name="T75" fmla="*/ 23 h 211"/>
                <a:gd name="T76" fmla="*/ 60 w 172"/>
                <a:gd name="T77" fmla="*/ 100 h 211"/>
                <a:gd name="T78" fmla="*/ 28 w 172"/>
                <a:gd name="T79" fmla="*/ 118 h 211"/>
                <a:gd name="T80" fmla="*/ 29 w 172"/>
                <a:gd name="T81" fmla="*/ 134 h 211"/>
                <a:gd name="T82" fmla="*/ 34 w 172"/>
                <a:gd name="T83" fmla="*/ 127 h 211"/>
                <a:gd name="T84" fmla="*/ 47 w 172"/>
                <a:gd name="T85" fmla="*/ 120 h 211"/>
                <a:gd name="T86" fmla="*/ 36 w 172"/>
                <a:gd name="T87" fmla="*/ 178 h 211"/>
                <a:gd name="T88" fmla="*/ 45 w 172"/>
                <a:gd name="T89" fmla="*/ 163 h 211"/>
                <a:gd name="T90" fmla="*/ 60 w 172"/>
                <a:gd name="T91" fmla="*/ 211 h 211"/>
                <a:gd name="T92" fmla="*/ 0 w 172"/>
                <a:gd name="T93" fmla="*/ 29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72" h="211">
                  <a:moveTo>
                    <a:pt x="121" y="0"/>
                  </a:moveTo>
                  <a:cubicBezTo>
                    <a:pt x="172" y="0"/>
                    <a:pt x="172" y="0"/>
                    <a:pt x="172" y="0"/>
                  </a:cubicBezTo>
                  <a:cubicBezTo>
                    <a:pt x="172" y="9"/>
                    <a:pt x="172" y="9"/>
                    <a:pt x="172" y="9"/>
                  </a:cubicBezTo>
                  <a:cubicBezTo>
                    <a:pt x="121" y="9"/>
                    <a:pt x="121" y="9"/>
                    <a:pt x="121" y="9"/>
                  </a:cubicBezTo>
                  <a:cubicBezTo>
                    <a:pt x="121" y="0"/>
                    <a:pt x="121" y="0"/>
                    <a:pt x="121" y="0"/>
                  </a:cubicBezTo>
                  <a:close/>
                  <a:moveTo>
                    <a:pt x="121" y="37"/>
                  </a:moveTo>
                  <a:cubicBezTo>
                    <a:pt x="172" y="37"/>
                    <a:pt x="172" y="37"/>
                    <a:pt x="172" y="37"/>
                  </a:cubicBezTo>
                  <a:cubicBezTo>
                    <a:pt x="172" y="183"/>
                    <a:pt x="172" y="183"/>
                    <a:pt x="172" y="183"/>
                  </a:cubicBezTo>
                  <a:cubicBezTo>
                    <a:pt x="172" y="198"/>
                    <a:pt x="159" y="211"/>
                    <a:pt x="143" y="211"/>
                  </a:cubicBezTo>
                  <a:cubicBezTo>
                    <a:pt x="121" y="211"/>
                    <a:pt x="121" y="211"/>
                    <a:pt x="121" y="211"/>
                  </a:cubicBezTo>
                  <a:cubicBezTo>
                    <a:pt x="121" y="166"/>
                    <a:pt x="121" y="166"/>
                    <a:pt x="121" y="166"/>
                  </a:cubicBezTo>
                  <a:cubicBezTo>
                    <a:pt x="122" y="166"/>
                    <a:pt x="123" y="166"/>
                    <a:pt x="124" y="165"/>
                  </a:cubicBezTo>
                  <a:cubicBezTo>
                    <a:pt x="130" y="163"/>
                    <a:pt x="134" y="159"/>
                    <a:pt x="138" y="153"/>
                  </a:cubicBezTo>
                  <a:cubicBezTo>
                    <a:pt x="142" y="145"/>
                    <a:pt x="145" y="137"/>
                    <a:pt x="145" y="128"/>
                  </a:cubicBezTo>
                  <a:cubicBezTo>
                    <a:pt x="145" y="115"/>
                    <a:pt x="140" y="108"/>
                    <a:pt x="131" y="108"/>
                  </a:cubicBezTo>
                  <a:cubicBezTo>
                    <a:pt x="128" y="108"/>
                    <a:pt x="125" y="109"/>
                    <a:pt x="121" y="111"/>
                  </a:cubicBezTo>
                  <a:cubicBezTo>
                    <a:pt x="127" y="85"/>
                    <a:pt x="127" y="85"/>
                    <a:pt x="127" y="85"/>
                  </a:cubicBezTo>
                  <a:cubicBezTo>
                    <a:pt x="121" y="86"/>
                    <a:pt x="121" y="86"/>
                    <a:pt x="121" y="86"/>
                  </a:cubicBezTo>
                  <a:cubicBezTo>
                    <a:pt x="121" y="37"/>
                    <a:pt x="121" y="37"/>
                    <a:pt x="121" y="37"/>
                  </a:cubicBezTo>
                  <a:close/>
                  <a:moveTo>
                    <a:pt x="121" y="156"/>
                  </a:moveTo>
                  <a:cubicBezTo>
                    <a:pt x="123" y="155"/>
                    <a:pt x="126" y="152"/>
                    <a:pt x="129" y="146"/>
                  </a:cubicBezTo>
                  <a:cubicBezTo>
                    <a:pt x="131" y="140"/>
                    <a:pt x="133" y="134"/>
                    <a:pt x="133" y="129"/>
                  </a:cubicBezTo>
                  <a:cubicBezTo>
                    <a:pt x="133" y="123"/>
                    <a:pt x="132" y="119"/>
                    <a:pt x="129" y="117"/>
                  </a:cubicBezTo>
                  <a:cubicBezTo>
                    <a:pt x="129" y="117"/>
                    <a:pt x="128" y="116"/>
                    <a:pt x="127" y="116"/>
                  </a:cubicBezTo>
                  <a:cubicBezTo>
                    <a:pt x="126" y="116"/>
                    <a:pt x="124" y="117"/>
                    <a:pt x="123" y="117"/>
                  </a:cubicBezTo>
                  <a:cubicBezTo>
                    <a:pt x="122" y="117"/>
                    <a:pt x="121" y="117"/>
                    <a:pt x="121" y="118"/>
                  </a:cubicBezTo>
                  <a:lnTo>
                    <a:pt x="121" y="156"/>
                  </a:lnTo>
                  <a:close/>
                  <a:moveTo>
                    <a:pt x="98" y="0"/>
                  </a:moveTo>
                  <a:cubicBezTo>
                    <a:pt x="121" y="0"/>
                    <a:pt x="121" y="0"/>
                    <a:pt x="121" y="0"/>
                  </a:cubicBezTo>
                  <a:cubicBezTo>
                    <a:pt x="121" y="9"/>
                    <a:pt x="121" y="9"/>
                    <a:pt x="121" y="9"/>
                  </a:cubicBezTo>
                  <a:cubicBezTo>
                    <a:pt x="98" y="9"/>
                    <a:pt x="98" y="9"/>
                    <a:pt x="98" y="9"/>
                  </a:cubicBezTo>
                  <a:cubicBezTo>
                    <a:pt x="98" y="0"/>
                    <a:pt x="98" y="0"/>
                    <a:pt x="98" y="0"/>
                  </a:cubicBezTo>
                  <a:close/>
                  <a:moveTo>
                    <a:pt x="98" y="37"/>
                  </a:moveTo>
                  <a:cubicBezTo>
                    <a:pt x="121" y="37"/>
                    <a:pt x="121" y="37"/>
                    <a:pt x="121" y="37"/>
                  </a:cubicBezTo>
                  <a:cubicBezTo>
                    <a:pt x="121" y="86"/>
                    <a:pt x="121" y="86"/>
                    <a:pt x="121" y="86"/>
                  </a:cubicBezTo>
                  <a:cubicBezTo>
                    <a:pt x="110" y="88"/>
                    <a:pt x="110" y="88"/>
                    <a:pt x="110" y="88"/>
                  </a:cubicBezTo>
                  <a:cubicBezTo>
                    <a:pt x="98" y="141"/>
                    <a:pt x="98" y="141"/>
                    <a:pt x="98" y="141"/>
                  </a:cubicBezTo>
                  <a:cubicBezTo>
                    <a:pt x="98" y="90"/>
                    <a:pt x="98" y="90"/>
                    <a:pt x="98" y="90"/>
                  </a:cubicBezTo>
                  <a:cubicBezTo>
                    <a:pt x="100" y="81"/>
                    <a:pt x="100" y="81"/>
                    <a:pt x="100" y="81"/>
                  </a:cubicBezTo>
                  <a:cubicBezTo>
                    <a:pt x="100" y="81"/>
                    <a:pt x="99" y="81"/>
                    <a:pt x="98" y="80"/>
                  </a:cubicBezTo>
                  <a:cubicBezTo>
                    <a:pt x="98" y="37"/>
                    <a:pt x="98" y="37"/>
                    <a:pt x="98" y="37"/>
                  </a:cubicBezTo>
                  <a:close/>
                  <a:moveTo>
                    <a:pt x="121" y="211"/>
                  </a:moveTo>
                  <a:cubicBezTo>
                    <a:pt x="98" y="211"/>
                    <a:pt x="98" y="211"/>
                    <a:pt x="98" y="211"/>
                  </a:cubicBezTo>
                  <a:cubicBezTo>
                    <a:pt x="98" y="160"/>
                    <a:pt x="98" y="160"/>
                    <a:pt x="98" y="160"/>
                  </a:cubicBezTo>
                  <a:cubicBezTo>
                    <a:pt x="99" y="161"/>
                    <a:pt x="100" y="162"/>
                    <a:pt x="101" y="163"/>
                  </a:cubicBezTo>
                  <a:cubicBezTo>
                    <a:pt x="103" y="166"/>
                    <a:pt x="107" y="167"/>
                    <a:pt x="112" y="167"/>
                  </a:cubicBezTo>
                  <a:cubicBezTo>
                    <a:pt x="115" y="167"/>
                    <a:pt x="118" y="167"/>
                    <a:pt x="121" y="166"/>
                  </a:cubicBezTo>
                  <a:cubicBezTo>
                    <a:pt x="121" y="211"/>
                    <a:pt x="121" y="211"/>
                    <a:pt x="121" y="211"/>
                  </a:cubicBezTo>
                  <a:close/>
                  <a:moveTo>
                    <a:pt x="121" y="118"/>
                  </a:moveTo>
                  <a:cubicBezTo>
                    <a:pt x="120" y="118"/>
                    <a:pt x="120" y="118"/>
                    <a:pt x="120" y="119"/>
                  </a:cubicBezTo>
                  <a:cubicBezTo>
                    <a:pt x="113" y="148"/>
                    <a:pt x="113" y="148"/>
                    <a:pt x="113" y="148"/>
                  </a:cubicBezTo>
                  <a:cubicBezTo>
                    <a:pt x="113" y="149"/>
                    <a:pt x="113" y="150"/>
                    <a:pt x="113" y="151"/>
                  </a:cubicBezTo>
                  <a:cubicBezTo>
                    <a:pt x="113" y="154"/>
                    <a:pt x="115" y="156"/>
                    <a:pt x="119" y="156"/>
                  </a:cubicBezTo>
                  <a:cubicBezTo>
                    <a:pt x="120" y="156"/>
                    <a:pt x="120" y="156"/>
                    <a:pt x="121" y="156"/>
                  </a:cubicBezTo>
                  <a:lnTo>
                    <a:pt x="121" y="118"/>
                  </a:lnTo>
                  <a:close/>
                  <a:moveTo>
                    <a:pt x="71" y="0"/>
                  </a:moveTo>
                  <a:cubicBezTo>
                    <a:pt x="98" y="0"/>
                    <a:pt x="98" y="0"/>
                    <a:pt x="98" y="0"/>
                  </a:cubicBezTo>
                  <a:cubicBezTo>
                    <a:pt x="98" y="9"/>
                    <a:pt x="98" y="9"/>
                    <a:pt x="98" y="9"/>
                  </a:cubicBezTo>
                  <a:cubicBezTo>
                    <a:pt x="71" y="9"/>
                    <a:pt x="71" y="9"/>
                    <a:pt x="71" y="9"/>
                  </a:cubicBezTo>
                  <a:cubicBezTo>
                    <a:pt x="71" y="0"/>
                    <a:pt x="71" y="0"/>
                    <a:pt x="71" y="0"/>
                  </a:cubicBezTo>
                  <a:close/>
                  <a:moveTo>
                    <a:pt x="71" y="37"/>
                  </a:moveTo>
                  <a:cubicBezTo>
                    <a:pt x="98" y="37"/>
                    <a:pt x="98" y="37"/>
                    <a:pt x="98" y="37"/>
                  </a:cubicBezTo>
                  <a:cubicBezTo>
                    <a:pt x="98" y="80"/>
                    <a:pt x="98" y="80"/>
                    <a:pt x="98" y="80"/>
                  </a:cubicBezTo>
                  <a:cubicBezTo>
                    <a:pt x="96" y="80"/>
                    <a:pt x="94" y="80"/>
                    <a:pt x="91" y="80"/>
                  </a:cubicBezTo>
                  <a:cubicBezTo>
                    <a:pt x="85" y="80"/>
                    <a:pt x="78" y="83"/>
                    <a:pt x="71" y="88"/>
                  </a:cubicBezTo>
                  <a:cubicBezTo>
                    <a:pt x="71" y="37"/>
                    <a:pt x="71" y="37"/>
                    <a:pt x="71" y="37"/>
                  </a:cubicBezTo>
                  <a:close/>
                  <a:moveTo>
                    <a:pt x="98" y="211"/>
                  </a:moveTo>
                  <a:cubicBezTo>
                    <a:pt x="71" y="211"/>
                    <a:pt x="71" y="211"/>
                    <a:pt x="71" y="211"/>
                  </a:cubicBezTo>
                  <a:cubicBezTo>
                    <a:pt x="71" y="166"/>
                    <a:pt x="71" y="166"/>
                    <a:pt x="71" y="166"/>
                  </a:cubicBezTo>
                  <a:cubicBezTo>
                    <a:pt x="82" y="166"/>
                    <a:pt x="82" y="166"/>
                    <a:pt x="82" y="166"/>
                  </a:cubicBezTo>
                  <a:cubicBezTo>
                    <a:pt x="98" y="90"/>
                    <a:pt x="98" y="90"/>
                    <a:pt x="98" y="90"/>
                  </a:cubicBezTo>
                  <a:cubicBezTo>
                    <a:pt x="98" y="141"/>
                    <a:pt x="98" y="141"/>
                    <a:pt x="98" y="141"/>
                  </a:cubicBezTo>
                  <a:cubicBezTo>
                    <a:pt x="97" y="146"/>
                    <a:pt x="97" y="146"/>
                    <a:pt x="97" y="146"/>
                  </a:cubicBezTo>
                  <a:cubicBezTo>
                    <a:pt x="97" y="148"/>
                    <a:pt x="97" y="150"/>
                    <a:pt x="97" y="152"/>
                  </a:cubicBezTo>
                  <a:cubicBezTo>
                    <a:pt x="97" y="155"/>
                    <a:pt x="97" y="158"/>
                    <a:pt x="98" y="160"/>
                  </a:cubicBezTo>
                  <a:cubicBezTo>
                    <a:pt x="98" y="211"/>
                    <a:pt x="98" y="211"/>
                    <a:pt x="98" y="211"/>
                  </a:cubicBezTo>
                  <a:close/>
                  <a:moveTo>
                    <a:pt x="71" y="137"/>
                  </a:moveTo>
                  <a:cubicBezTo>
                    <a:pt x="74" y="124"/>
                    <a:pt x="74" y="124"/>
                    <a:pt x="74" y="124"/>
                  </a:cubicBezTo>
                  <a:cubicBezTo>
                    <a:pt x="73" y="124"/>
                    <a:pt x="72" y="124"/>
                    <a:pt x="71" y="123"/>
                  </a:cubicBezTo>
                  <a:cubicBezTo>
                    <a:pt x="71" y="137"/>
                    <a:pt x="71" y="137"/>
                    <a:pt x="71" y="137"/>
                  </a:cubicBezTo>
                  <a:close/>
                  <a:moveTo>
                    <a:pt x="71" y="118"/>
                  </a:moveTo>
                  <a:cubicBezTo>
                    <a:pt x="73" y="118"/>
                    <a:pt x="74" y="119"/>
                    <a:pt x="75" y="119"/>
                  </a:cubicBezTo>
                  <a:cubicBezTo>
                    <a:pt x="82" y="88"/>
                    <a:pt x="82" y="88"/>
                    <a:pt x="82" y="88"/>
                  </a:cubicBezTo>
                  <a:cubicBezTo>
                    <a:pt x="79" y="90"/>
                    <a:pt x="75" y="93"/>
                    <a:pt x="71" y="98"/>
                  </a:cubicBezTo>
                  <a:lnTo>
                    <a:pt x="71" y="118"/>
                  </a:lnTo>
                  <a:close/>
                  <a:moveTo>
                    <a:pt x="60" y="0"/>
                  </a:moveTo>
                  <a:cubicBezTo>
                    <a:pt x="71" y="0"/>
                    <a:pt x="71" y="0"/>
                    <a:pt x="71" y="0"/>
                  </a:cubicBezTo>
                  <a:cubicBezTo>
                    <a:pt x="71" y="9"/>
                    <a:pt x="71" y="9"/>
                    <a:pt x="71" y="9"/>
                  </a:cubicBezTo>
                  <a:cubicBezTo>
                    <a:pt x="60" y="9"/>
                    <a:pt x="60" y="9"/>
                    <a:pt x="60" y="9"/>
                  </a:cubicBezTo>
                  <a:cubicBezTo>
                    <a:pt x="60" y="0"/>
                    <a:pt x="60" y="0"/>
                    <a:pt x="60" y="0"/>
                  </a:cubicBezTo>
                  <a:close/>
                  <a:moveTo>
                    <a:pt x="60" y="37"/>
                  </a:moveTo>
                  <a:cubicBezTo>
                    <a:pt x="71" y="37"/>
                    <a:pt x="71" y="37"/>
                    <a:pt x="71" y="37"/>
                  </a:cubicBezTo>
                  <a:cubicBezTo>
                    <a:pt x="71" y="88"/>
                    <a:pt x="71" y="88"/>
                    <a:pt x="71" y="88"/>
                  </a:cubicBezTo>
                  <a:cubicBezTo>
                    <a:pt x="71" y="89"/>
                    <a:pt x="71" y="89"/>
                    <a:pt x="71" y="89"/>
                  </a:cubicBezTo>
                  <a:cubicBezTo>
                    <a:pt x="67" y="92"/>
                    <a:pt x="64" y="96"/>
                    <a:pt x="60" y="100"/>
                  </a:cubicBezTo>
                  <a:cubicBezTo>
                    <a:pt x="60" y="37"/>
                    <a:pt x="60" y="37"/>
                    <a:pt x="60" y="37"/>
                  </a:cubicBezTo>
                  <a:close/>
                  <a:moveTo>
                    <a:pt x="71" y="211"/>
                  </a:moveTo>
                  <a:cubicBezTo>
                    <a:pt x="60" y="211"/>
                    <a:pt x="60" y="211"/>
                    <a:pt x="60" y="211"/>
                  </a:cubicBezTo>
                  <a:cubicBezTo>
                    <a:pt x="60" y="120"/>
                    <a:pt x="60" y="120"/>
                    <a:pt x="60" y="120"/>
                  </a:cubicBezTo>
                  <a:cubicBezTo>
                    <a:pt x="64" y="121"/>
                    <a:pt x="68" y="122"/>
                    <a:pt x="71" y="123"/>
                  </a:cubicBezTo>
                  <a:cubicBezTo>
                    <a:pt x="71" y="137"/>
                    <a:pt x="71" y="137"/>
                    <a:pt x="71" y="137"/>
                  </a:cubicBezTo>
                  <a:cubicBezTo>
                    <a:pt x="65" y="166"/>
                    <a:pt x="65" y="166"/>
                    <a:pt x="65" y="166"/>
                  </a:cubicBezTo>
                  <a:cubicBezTo>
                    <a:pt x="71" y="166"/>
                    <a:pt x="71" y="166"/>
                    <a:pt x="71" y="166"/>
                  </a:cubicBezTo>
                  <a:cubicBezTo>
                    <a:pt x="71" y="211"/>
                    <a:pt x="71" y="211"/>
                    <a:pt x="71" y="211"/>
                  </a:cubicBezTo>
                  <a:close/>
                  <a:moveTo>
                    <a:pt x="71" y="98"/>
                  </a:moveTo>
                  <a:cubicBezTo>
                    <a:pt x="68" y="102"/>
                    <a:pt x="65" y="108"/>
                    <a:pt x="61" y="115"/>
                  </a:cubicBezTo>
                  <a:cubicBezTo>
                    <a:pt x="65" y="116"/>
                    <a:pt x="68" y="117"/>
                    <a:pt x="71" y="118"/>
                  </a:cubicBezTo>
                  <a:lnTo>
                    <a:pt x="71" y="98"/>
                  </a:lnTo>
                  <a:close/>
                  <a:moveTo>
                    <a:pt x="29" y="0"/>
                  </a:moveTo>
                  <a:cubicBezTo>
                    <a:pt x="60" y="0"/>
                    <a:pt x="60" y="0"/>
                    <a:pt x="60" y="0"/>
                  </a:cubicBezTo>
                  <a:cubicBezTo>
                    <a:pt x="60" y="9"/>
                    <a:pt x="60" y="9"/>
                    <a:pt x="60" y="9"/>
                  </a:cubicBezTo>
                  <a:cubicBezTo>
                    <a:pt x="26" y="9"/>
                    <a:pt x="26" y="9"/>
                    <a:pt x="26" y="9"/>
                  </a:cubicBezTo>
                  <a:cubicBezTo>
                    <a:pt x="18" y="9"/>
                    <a:pt x="12" y="15"/>
                    <a:pt x="12" y="23"/>
                  </a:cubicBezTo>
                  <a:cubicBezTo>
                    <a:pt x="12" y="23"/>
                    <a:pt x="12" y="23"/>
                    <a:pt x="12" y="23"/>
                  </a:cubicBezTo>
                  <a:cubicBezTo>
                    <a:pt x="12" y="30"/>
                    <a:pt x="18" y="37"/>
                    <a:pt x="26" y="37"/>
                  </a:cubicBezTo>
                  <a:cubicBezTo>
                    <a:pt x="60" y="37"/>
                    <a:pt x="60" y="37"/>
                    <a:pt x="60" y="37"/>
                  </a:cubicBezTo>
                  <a:cubicBezTo>
                    <a:pt x="60" y="100"/>
                    <a:pt x="60" y="100"/>
                    <a:pt x="60" y="100"/>
                  </a:cubicBezTo>
                  <a:cubicBezTo>
                    <a:pt x="57" y="104"/>
                    <a:pt x="54" y="109"/>
                    <a:pt x="51" y="114"/>
                  </a:cubicBezTo>
                  <a:cubicBezTo>
                    <a:pt x="48" y="114"/>
                    <a:pt x="46" y="113"/>
                    <a:pt x="45" y="113"/>
                  </a:cubicBezTo>
                  <a:cubicBezTo>
                    <a:pt x="38" y="113"/>
                    <a:pt x="32" y="115"/>
                    <a:pt x="28" y="118"/>
                  </a:cubicBezTo>
                  <a:cubicBezTo>
                    <a:pt x="23" y="120"/>
                    <a:pt x="21" y="124"/>
                    <a:pt x="21" y="128"/>
                  </a:cubicBezTo>
                  <a:cubicBezTo>
                    <a:pt x="21" y="130"/>
                    <a:pt x="22" y="131"/>
                    <a:pt x="23" y="133"/>
                  </a:cubicBezTo>
                  <a:cubicBezTo>
                    <a:pt x="24" y="134"/>
                    <a:pt x="26" y="134"/>
                    <a:pt x="29" y="134"/>
                  </a:cubicBezTo>
                  <a:cubicBezTo>
                    <a:pt x="30" y="134"/>
                    <a:pt x="31" y="134"/>
                    <a:pt x="33" y="133"/>
                  </a:cubicBezTo>
                  <a:cubicBezTo>
                    <a:pt x="34" y="132"/>
                    <a:pt x="35" y="131"/>
                    <a:pt x="35" y="130"/>
                  </a:cubicBezTo>
                  <a:cubicBezTo>
                    <a:pt x="35" y="129"/>
                    <a:pt x="34" y="128"/>
                    <a:pt x="34" y="127"/>
                  </a:cubicBezTo>
                  <a:cubicBezTo>
                    <a:pt x="34" y="127"/>
                    <a:pt x="33" y="126"/>
                    <a:pt x="33" y="126"/>
                  </a:cubicBezTo>
                  <a:cubicBezTo>
                    <a:pt x="34" y="124"/>
                    <a:pt x="35" y="123"/>
                    <a:pt x="38" y="122"/>
                  </a:cubicBezTo>
                  <a:cubicBezTo>
                    <a:pt x="40" y="121"/>
                    <a:pt x="43" y="120"/>
                    <a:pt x="47" y="120"/>
                  </a:cubicBezTo>
                  <a:cubicBezTo>
                    <a:pt x="44" y="125"/>
                    <a:pt x="42" y="129"/>
                    <a:pt x="40" y="134"/>
                  </a:cubicBezTo>
                  <a:cubicBezTo>
                    <a:pt x="33" y="148"/>
                    <a:pt x="30" y="159"/>
                    <a:pt x="30" y="167"/>
                  </a:cubicBezTo>
                  <a:cubicBezTo>
                    <a:pt x="30" y="173"/>
                    <a:pt x="32" y="176"/>
                    <a:pt x="36" y="178"/>
                  </a:cubicBezTo>
                  <a:cubicBezTo>
                    <a:pt x="37" y="179"/>
                    <a:pt x="41" y="180"/>
                    <a:pt x="45" y="180"/>
                  </a:cubicBezTo>
                  <a:cubicBezTo>
                    <a:pt x="44" y="178"/>
                    <a:pt x="44" y="176"/>
                    <a:pt x="44" y="173"/>
                  </a:cubicBezTo>
                  <a:cubicBezTo>
                    <a:pt x="44" y="170"/>
                    <a:pt x="44" y="167"/>
                    <a:pt x="45" y="163"/>
                  </a:cubicBezTo>
                  <a:cubicBezTo>
                    <a:pt x="47" y="150"/>
                    <a:pt x="52" y="136"/>
                    <a:pt x="59" y="120"/>
                  </a:cubicBezTo>
                  <a:cubicBezTo>
                    <a:pt x="59" y="120"/>
                    <a:pt x="60" y="120"/>
                    <a:pt x="60" y="120"/>
                  </a:cubicBezTo>
                  <a:cubicBezTo>
                    <a:pt x="60" y="211"/>
                    <a:pt x="60" y="211"/>
                    <a:pt x="60" y="211"/>
                  </a:cubicBezTo>
                  <a:cubicBezTo>
                    <a:pt x="29" y="211"/>
                    <a:pt x="29" y="211"/>
                    <a:pt x="29" y="211"/>
                  </a:cubicBezTo>
                  <a:cubicBezTo>
                    <a:pt x="13" y="211"/>
                    <a:pt x="0" y="198"/>
                    <a:pt x="0" y="183"/>
                  </a:cubicBezTo>
                  <a:cubicBezTo>
                    <a:pt x="0" y="29"/>
                    <a:pt x="0" y="29"/>
                    <a:pt x="0" y="29"/>
                  </a:cubicBezTo>
                  <a:cubicBezTo>
                    <a:pt x="0" y="13"/>
                    <a:pt x="13" y="0"/>
                    <a:pt x="29" y="0"/>
                  </a:cubicBezTo>
                  <a:close/>
                </a:path>
              </a:pathLst>
            </a:custGeom>
            <a:solidFill>
              <a:srgbClr val="37B0E8"/>
            </a:solidFill>
            <a:ln>
              <a:noFill/>
            </a:ln>
          </p:spPr>
          <p:txBody>
            <a:bodyPr vert="horz" wrap="square" lIns="91440" tIns="45720" rIns="91440" bIns="45720" numCol="1" anchor="t" anchorCtr="0" compatLnSpc="1"/>
            <a:lstStyle/>
            <a:p>
              <a:endParaRPr lang="id-ID"/>
            </a:p>
          </p:txBody>
        </p:sp>
        <p:sp>
          <p:nvSpPr>
            <p:cNvPr id="188" name="Freeform 75"/>
            <p:cNvSpPr>
              <a:spLocks noEditPoints="1"/>
            </p:cNvSpPr>
            <p:nvPr/>
          </p:nvSpPr>
          <p:spPr bwMode="auto">
            <a:xfrm>
              <a:off x="4419747" y="2076773"/>
              <a:ext cx="401343" cy="402461"/>
            </a:xfrm>
            <a:custGeom>
              <a:avLst/>
              <a:gdLst>
                <a:gd name="T0" fmla="*/ 249 w 261"/>
                <a:gd name="T1" fmla="*/ 220 h 262"/>
                <a:gd name="T2" fmla="*/ 261 w 261"/>
                <a:gd name="T3" fmla="*/ 70 h 262"/>
                <a:gd name="T4" fmla="*/ 249 w 261"/>
                <a:gd name="T5" fmla="*/ 70 h 262"/>
                <a:gd name="T6" fmla="*/ 249 w 261"/>
                <a:gd name="T7" fmla="*/ 154 h 262"/>
                <a:gd name="T8" fmla="*/ 227 w 261"/>
                <a:gd name="T9" fmla="*/ 180 h 262"/>
                <a:gd name="T10" fmla="*/ 209 w 261"/>
                <a:gd name="T11" fmla="*/ 262 h 262"/>
                <a:gd name="T12" fmla="*/ 209 w 261"/>
                <a:gd name="T13" fmla="*/ 262 h 262"/>
                <a:gd name="T14" fmla="*/ 209 w 261"/>
                <a:gd name="T15" fmla="*/ 15 h 262"/>
                <a:gd name="T16" fmla="*/ 203 w 261"/>
                <a:gd name="T17" fmla="*/ 28 h 262"/>
                <a:gd name="T18" fmla="*/ 209 w 261"/>
                <a:gd name="T19" fmla="*/ 50 h 262"/>
                <a:gd name="T20" fmla="*/ 201 w 261"/>
                <a:gd name="T21" fmla="*/ 120 h 262"/>
                <a:gd name="T22" fmla="*/ 209 w 261"/>
                <a:gd name="T23" fmla="*/ 197 h 262"/>
                <a:gd name="T24" fmla="*/ 209 w 261"/>
                <a:gd name="T25" fmla="*/ 197 h 262"/>
                <a:gd name="T26" fmla="*/ 195 w 261"/>
                <a:gd name="T27" fmla="*/ 232 h 262"/>
                <a:gd name="T28" fmla="*/ 168 w 261"/>
                <a:gd name="T29" fmla="*/ 36 h 262"/>
                <a:gd name="T30" fmla="*/ 195 w 261"/>
                <a:gd name="T31" fmla="*/ 20 h 262"/>
                <a:gd name="T32" fmla="*/ 195 w 261"/>
                <a:gd name="T33" fmla="*/ 50 h 262"/>
                <a:gd name="T34" fmla="*/ 195 w 261"/>
                <a:gd name="T35" fmla="*/ 120 h 262"/>
                <a:gd name="T36" fmla="*/ 168 w 261"/>
                <a:gd name="T37" fmla="*/ 220 h 262"/>
                <a:gd name="T38" fmla="*/ 192 w 261"/>
                <a:gd name="T39" fmla="*/ 249 h 262"/>
                <a:gd name="T40" fmla="*/ 168 w 261"/>
                <a:gd name="T41" fmla="*/ 21 h 262"/>
                <a:gd name="T42" fmla="*/ 168 w 261"/>
                <a:gd name="T43" fmla="*/ 44 h 262"/>
                <a:gd name="T44" fmla="*/ 135 w 261"/>
                <a:gd name="T45" fmla="*/ 120 h 262"/>
                <a:gd name="T46" fmla="*/ 167 w 261"/>
                <a:gd name="T47" fmla="*/ 198 h 262"/>
                <a:gd name="T48" fmla="*/ 167 w 261"/>
                <a:gd name="T49" fmla="*/ 167 h 262"/>
                <a:gd name="T50" fmla="*/ 130 w 261"/>
                <a:gd name="T51" fmla="*/ 147 h 262"/>
                <a:gd name="T52" fmla="*/ 93 w 261"/>
                <a:gd name="T53" fmla="*/ 44 h 262"/>
                <a:gd name="T54" fmla="*/ 130 w 261"/>
                <a:gd name="T55" fmla="*/ 0 h 262"/>
                <a:gd name="T56" fmla="*/ 126 w 261"/>
                <a:gd name="T57" fmla="*/ 120 h 262"/>
                <a:gd name="T58" fmla="*/ 130 w 261"/>
                <a:gd name="T59" fmla="*/ 159 h 262"/>
                <a:gd name="T60" fmla="*/ 130 w 261"/>
                <a:gd name="T61" fmla="*/ 179 h 262"/>
                <a:gd name="T62" fmla="*/ 130 w 261"/>
                <a:gd name="T63" fmla="*/ 198 h 262"/>
                <a:gd name="T64" fmla="*/ 93 w 261"/>
                <a:gd name="T65" fmla="*/ 3 h 262"/>
                <a:gd name="T66" fmla="*/ 93 w 261"/>
                <a:gd name="T67" fmla="*/ 36 h 262"/>
                <a:gd name="T68" fmla="*/ 67 w 261"/>
                <a:gd name="T69" fmla="*/ 20 h 262"/>
                <a:gd name="T70" fmla="*/ 67 w 261"/>
                <a:gd name="T71" fmla="*/ 70 h 262"/>
                <a:gd name="T72" fmla="*/ 92 w 261"/>
                <a:gd name="T73" fmla="*/ 147 h 262"/>
                <a:gd name="T74" fmla="*/ 92 w 261"/>
                <a:gd name="T75" fmla="*/ 179 h 262"/>
                <a:gd name="T76" fmla="*/ 93 w 261"/>
                <a:gd name="T77" fmla="*/ 198 h 262"/>
                <a:gd name="T78" fmla="*/ 67 w 261"/>
                <a:gd name="T79" fmla="*/ 171 h 262"/>
                <a:gd name="T80" fmla="*/ 69 w 261"/>
                <a:gd name="T81" fmla="*/ 232 h 262"/>
                <a:gd name="T82" fmla="*/ 58 w 261"/>
                <a:gd name="T83" fmla="*/ 28 h 262"/>
                <a:gd name="T84" fmla="*/ 67 w 261"/>
                <a:gd name="T85" fmla="*/ 9 h 262"/>
                <a:gd name="T86" fmla="*/ 67 w 261"/>
                <a:gd name="T87" fmla="*/ 120 h 262"/>
                <a:gd name="T88" fmla="*/ 67 w 261"/>
                <a:gd name="T89" fmla="*/ 188 h 262"/>
                <a:gd name="T90" fmla="*/ 67 w 261"/>
                <a:gd name="T91" fmla="*/ 232 h 262"/>
                <a:gd name="T92" fmla="*/ 67 w 261"/>
                <a:gd name="T93" fmla="*/ 232 h 262"/>
                <a:gd name="T94" fmla="*/ 52 w 261"/>
                <a:gd name="T95" fmla="*/ 50 h 262"/>
                <a:gd name="T96" fmla="*/ 12 w 261"/>
                <a:gd name="T97" fmla="*/ 220 h 262"/>
                <a:gd name="T98" fmla="*/ 52 w 261"/>
                <a:gd name="T99" fmla="*/ 232 h 262"/>
                <a:gd name="T100" fmla="*/ 52 w 261"/>
                <a:gd name="T101" fmla="*/ 232 h 262"/>
                <a:gd name="T102" fmla="*/ 12 w 261"/>
                <a:gd name="T103" fmla="*/ 114 h 262"/>
                <a:gd name="T104" fmla="*/ 0 w 261"/>
                <a:gd name="T105" fmla="*/ 104 h 262"/>
                <a:gd name="T106" fmla="*/ 12 w 261"/>
                <a:gd name="T107" fmla="*/ 154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61" h="262">
                  <a:moveTo>
                    <a:pt x="249" y="220"/>
                  </a:moveTo>
                  <a:cubicBezTo>
                    <a:pt x="249" y="154"/>
                    <a:pt x="249" y="154"/>
                    <a:pt x="249" y="154"/>
                  </a:cubicBezTo>
                  <a:cubicBezTo>
                    <a:pt x="251" y="157"/>
                    <a:pt x="252" y="160"/>
                    <a:pt x="252" y="164"/>
                  </a:cubicBezTo>
                  <a:cubicBezTo>
                    <a:pt x="252" y="220"/>
                    <a:pt x="252" y="220"/>
                    <a:pt x="252" y="220"/>
                  </a:cubicBezTo>
                  <a:cubicBezTo>
                    <a:pt x="249" y="220"/>
                    <a:pt x="249" y="220"/>
                    <a:pt x="249" y="220"/>
                  </a:cubicBezTo>
                  <a:close/>
                  <a:moveTo>
                    <a:pt x="249" y="114"/>
                  </a:moveTo>
                  <a:cubicBezTo>
                    <a:pt x="249" y="70"/>
                    <a:pt x="249" y="70"/>
                    <a:pt x="249" y="70"/>
                  </a:cubicBezTo>
                  <a:cubicBezTo>
                    <a:pt x="250" y="70"/>
                    <a:pt x="250" y="70"/>
                    <a:pt x="250" y="69"/>
                  </a:cubicBezTo>
                  <a:cubicBezTo>
                    <a:pt x="257" y="67"/>
                    <a:pt x="257" y="67"/>
                    <a:pt x="257" y="67"/>
                  </a:cubicBezTo>
                  <a:cubicBezTo>
                    <a:pt x="259" y="66"/>
                    <a:pt x="261" y="67"/>
                    <a:pt x="261" y="70"/>
                  </a:cubicBezTo>
                  <a:cubicBezTo>
                    <a:pt x="261" y="104"/>
                    <a:pt x="261" y="104"/>
                    <a:pt x="261" y="104"/>
                  </a:cubicBezTo>
                  <a:cubicBezTo>
                    <a:pt x="261" y="107"/>
                    <a:pt x="259" y="110"/>
                    <a:pt x="257" y="111"/>
                  </a:cubicBezTo>
                  <a:cubicBezTo>
                    <a:pt x="250" y="113"/>
                    <a:pt x="250" y="113"/>
                    <a:pt x="250" y="113"/>
                  </a:cubicBezTo>
                  <a:cubicBezTo>
                    <a:pt x="250" y="114"/>
                    <a:pt x="250" y="114"/>
                    <a:pt x="249" y="114"/>
                  </a:cubicBezTo>
                  <a:close/>
                  <a:moveTo>
                    <a:pt x="249" y="70"/>
                  </a:moveTo>
                  <a:cubicBezTo>
                    <a:pt x="249" y="114"/>
                    <a:pt x="249" y="114"/>
                    <a:pt x="249" y="114"/>
                  </a:cubicBezTo>
                  <a:cubicBezTo>
                    <a:pt x="248" y="114"/>
                    <a:pt x="246" y="112"/>
                    <a:pt x="246" y="110"/>
                  </a:cubicBezTo>
                  <a:cubicBezTo>
                    <a:pt x="246" y="76"/>
                    <a:pt x="246" y="76"/>
                    <a:pt x="246" y="76"/>
                  </a:cubicBezTo>
                  <a:cubicBezTo>
                    <a:pt x="246" y="74"/>
                    <a:pt x="248" y="71"/>
                    <a:pt x="249" y="70"/>
                  </a:cubicBezTo>
                  <a:close/>
                  <a:moveTo>
                    <a:pt x="249" y="154"/>
                  </a:moveTo>
                  <a:cubicBezTo>
                    <a:pt x="246" y="150"/>
                    <a:pt x="241" y="146"/>
                    <a:pt x="235" y="146"/>
                  </a:cubicBezTo>
                  <a:cubicBezTo>
                    <a:pt x="235" y="50"/>
                    <a:pt x="235" y="50"/>
                    <a:pt x="235" y="50"/>
                  </a:cubicBezTo>
                  <a:cubicBezTo>
                    <a:pt x="209" y="50"/>
                    <a:pt x="209" y="50"/>
                    <a:pt x="209" y="50"/>
                  </a:cubicBezTo>
                  <a:cubicBezTo>
                    <a:pt x="209" y="162"/>
                    <a:pt x="209" y="162"/>
                    <a:pt x="209" y="162"/>
                  </a:cubicBezTo>
                  <a:cubicBezTo>
                    <a:pt x="219" y="162"/>
                    <a:pt x="227" y="170"/>
                    <a:pt x="227" y="180"/>
                  </a:cubicBezTo>
                  <a:cubicBezTo>
                    <a:pt x="227" y="189"/>
                    <a:pt x="219" y="197"/>
                    <a:pt x="209" y="197"/>
                  </a:cubicBezTo>
                  <a:cubicBezTo>
                    <a:pt x="209" y="220"/>
                    <a:pt x="209" y="220"/>
                    <a:pt x="209" y="220"/>
                  </a:cubicBezTo>
                  <a:cubicBezTo>
                    <a:pt x="249" y="220"/>
                    <a:pt x="249" y="220"/>
                    <a:pt x="249" y="220"/>
                  </a:cubicBezTo>
                  <a:cubicBezTo>
                    <a:pt x="249" y="154"/>
                    <a:pt x="249" y="154"/>
                    <a:pt x="249" y="154"/>
                  </a:cubicBezTo>
                  <a:close/>
                  <a:moveTo>
                    <a:pt x="209" y="262"/>
                  </a:moveTo>
                  <a:cubicBezTo>
                    <a:pt x="209" y="232"/>
                    <a:pt x="209" y="232"/>
                    <a:pt x="209" y="232"/>
                  </a:cubicBezTo>
                  <a:cubicBezTo>
                    <a:pt x="226" y="232"/>
                    <a:pt x="226" y="232"/>
                    <a:pt x="226" y="232"/>
                  </a:cubicBezTo>
                  <a:cubicBezTo>
                    <a:pt x="226" y="249"/>
                    <a:pt x="226" y="249"/>
                    <a:pt x="226" y="249"/>
                  </a:cubicBezTo>
                  <a:cubicBezTo>
                    <a:pt x="226" y="257"/>
                    <a:pt x="220" y="262"/>
                    <a:pt x="213" y="262"/>
                  </a:cubicBezTo>
                  <a:cubicBezTo>
                    <a:pt x="209" y="262"/>
                    <a:pt x="209" y="262"/>
                    <a:pt x="209" y="262"/>
                  </a:cubicBezTo>
                  <a:close/>
                  <a:moveTo>
                    <a:pt x="209" y="44"/>
                  </a:moveTo>
                  <a:cubicBezTo>
                    <a:pt x="209" y="15"/>
                    <a:pt x="209" y="15"/>
                    <a:pt x="209" y="15"/>
                  </a:cubicBezTo>
                  <a:cubicBezTo>
                    <a:pt x="225" y="23"/>
                    <a:pt x="235" y="33"/>
                    <a:pt x="235" y="44"/>
                  </a:cubicBezTo>
                  <a:lnTo>
                    <a:pt x="209" y="44"/>
                  </a:lnTo>
                  <a:close/>
                  <a:moveTo>
                    <a:pt x="209" y="15"/>
                  </a:moveTo>
                  <a:cubicBezTo>
                    <a:pt x="209" y="44"/>
                    <a:pt x="209" y="44"/>
                    <a:pt x="209" y="44"/>
                  </a:cubicBezTo>
                  <a:cubicBezTo>
                    <a:pt x="195" y="44"/>
                    <a:pt x="195" y="44"/>
                    <a:pt x="195" y="44"/>
                  </a:cubicBezTo>
                  <a:cubicBezTo>
                    <a:pt x="195" y="37"/>
                    <a:pt x="195" y="37"/>
                    <a:pt x="195" y="37"/>
                  </a:cubicBezTo>
                  <a:cubicBezTo>
                    <a:pt x="195" y="37"/>
                    <a:pt x="195" y="37"/>
                    <a:pt x="195" y="37"/>
                  </a:cubicBezTo>
                  <a:cubicBezTo>
                    <a:pt x="199" y="37"/>
                    <a:pt x="203" y="33"/>
                    <a:pt x="203" y="28"/>
                  </a:cubicBezTo>
                  <a:cubicBezTo>
                    <a:pt x="203" y="24"/>
                    <a:pt x="199" y="20"/>
                    <a:pt x="195" y="20"/>
                  </a:cubicBezTo>
                  <a:cubicBezTo>
                    <a:pt x="195" y="20"/>
                    <a:pt x="195" y="20"/>
                    <a:pt x="195" y="20"/>
                  </a:cubicBezTo>
                  <a:cubicBezTo>
                    <a:pt x="195" y="9"/>
                    <a:pt x="195" y="9"/>
                    <a:pt x="195" y="9"/>
                  </a:cubicBezTo>
                  <a:cubicBezTo>
                    <a:pt x="200" y="11"/>
                    <a:pt x="205" y="13"/>
                    <a:pt x="209" y="15"/>
                  </a:cubicBezTo>
                  <a:close/>
                  <a:moveTo>
                    <a:pt x="209" y="50"/>
                  </a:moveTo>
                  <a:cubicBezTo>
                    <a:pt x="209" y="162"/>
                    <a:pt x="209" y="162"/>
                    <a:pt x="209" y="162"/>
                  </a:cubicBezTo>
                  <a:cubicBezTo>
                    <a:pt x="209" y="162"/>
                    <a:pt x="209" y="162"/>
                    <a:pt x="209" y="162"/>
                  </a:cubicBezTo>
                  <a:cubicBezTo>
                    <a:pt x="203" y="162"/>
                    <a:pt x="198" y="166"/>
                    <a:pt x="195" y="171"/>
                  </a:cubicBezTo>
                  <a:cubicBezTo>
                    <a:pt x="195" y="120"/>
                    <a:pt x="195" y="120"/>
                    <a:pt x="195" y="120"/>
                  </a:cubicBezTo>
                  <a:cubicBezTo>
                    <a:pt x="201" y="120"/>
                    <a:pt x="201" y="120"/>
                    <a:pt x="201" y="120"/>
                  </a:cubicBezTo>
                  <a:cubicBezTo>
                    <a:pt x="201" y="70"/>
                    <a:pt x="201" y="70"/>
                    <a:pt x="201" y="70"/>
                  </a:cubicBezTo>
                  <a:cubicBezTo>
                    <a:pt x="195" y="70"/>
                    <a:pt x="195" y="70"/>
                    <a:pt x="195" y="70"/>
                  </a:cubicBezTo>
                  <a:cubicBezTo>
                    <a:pt x="195" y="50"/>
                    <a:pt x="195" y="50"/>
                    <a:pt x="195" y="50"/>
                  </a:cubicBezTo>
                  <a:cubicBezTo>
                    <a:pt x="209" y="50"/>
                    <a:pt x="209" y="50"/>
                    <a:pt x="209" y="50"/>
                  </a:cubicBezTo>
                  <a:close/>
                  <a:moveTo>
                    <a:pt x="209" y="197"/>
                  </a:moveTo>
                  <a:cubicBezTo>
                    <a:pt x="209" y="220"/>
                    <a:pt x="209" y="220"/>
                    <a:pt x="209" y="220"/>
                  </a:cubicBezTo>
                  <a:cubicBezTo>
                    <a:pt x="195" y="220"/>
                    <a:pt x="195" y="220"/>
                    <a:pt x="195" y="220"/>
                  </a:cubicBezTo>
                  <a:cubicBezTo>
                    <a:pt x="195" y="188"/>
                    <a:pt x="195" y="188"/>
                    <a:pt x="195" y="188"/>
                  </a:cubicBezTo>
                  <a:cubicBezTo>
                    <a:pt x="198" y="193"/>
                    <a:pt x="203" y="197"/>
                    <a:pt x="209" y="197"/>
                  </a:cubicBezTo>
                  <a:cubicBezTo>
                    <a:pt x="209" y="197"/>
                    <a:pt x="209" y="197"/>
                    <a:pt x="209" y="197"/>
                  </a:cubicBezTo>
                  <a:close/>
                  <a:moveTo>
                    <a:pt x="209" y="232"/>
                  </a:moveTo>
                  <a:cubicBezTo>
                    <a:pt x="209" y="262"/>
                    <a:pt x="209" y="262"/>
                    <a:pt x="209" y="262"/>
                  </a:cubicBezTo>
                  <a:cubicBezTo>
                    <a:pt x="206" y="262"/>
                    <a:pt x="206" y="262"/>
                    <a:pt x="206" y="262"/>
                  </a:cubicBezTo>
                  <a:cubicBezTo>
                    <a:pt x="201" y="262"/>
                    <a:pt x="197" y="260"/>
                    <a:pt x="195" y="257"/>
                  </a:cubicBezTo>
                  <a:cubicBezTo>
                    <a:pt x="195" y="232"/>
                    <a:pt x="195" y="232"/>
                    <a:pt x="195" y="232"/>
                  </a:cubicBezTo>
                  <a:lnTo>
                    <a:pt x="209" y="232"/>
                  </a:lnTo>
                  <a:close/>
                  <a:moveTo>
                    <a:pt x="171" y="20"/>
                  </a:moveTo>
                  <a:cubicBezTo>
                    <a:pt x="175" y="20"/>
                    <a:pt x="179" y="24"/>
                    <a:pt x="179" y="28"/>
                  </a:cubicBezTo>
                  <a:cubicBezTo>
                    <a:pt x="179" y="33"/>
                    <a:pt x="175" y="37"/>
                    <a:pt x="171" y="37"/>
                  </a:cubicBezTo>
                  <a:cubicBezTo>
                    <a:pt x="170" y="37"/>
                    <a:pt x="169" y="37"/>
                    <a:pt x="168" y="36"/>
                  </a:cubicBezTo>
                  <a:cubicBezTo>
                    <a:pt x="168" y="44"/>
                    <a:pt x="168" y="44"/>
                    <a:pt x="168" y="44"/>
                  </a:cubicBezTo>
                  <a:cubicBezTo>
                    <a:pt x="195" y="44"/>
                    <a:pt x="195" y="44"/>
                    <a:pt x="195" y="44"/>
                  </a:cubicBezTo>
                  <a:cubicBezTo>
                    <a:pt x="195" y="37"/>
                    <a:pt x="195" y="37"/>
                    <a:pt x="195" y="37"/>
                  </a:cubicBezTo>
                  <a:cubicBezTo>
                    <a:pt x="190" y="37"/>
                    <a:pt x="186" y="33"/>
                    <a:pt x="186" y="28"/>
                  </a:cubicBezTo>
                  <a:cubicBezTo>
                    <a:pt x="186" y="24"/>
                    <a:pt x="190" y="20"/>
                    <a:pt x="195" y="20"/>
                  </a:cubicBezTo>
                  <a:cubicBezTo>
                    <a:pt x="195" y="9"/>
                    <a:pt x="195" y="9"/>
                    <a:pt x="195" y="9"/>
                  </a:cubicBezTo>
                  <a:cubicBezTo>
                    <a:pt x="187" y="6"/>
                    <a:pt x="178" y="4"/>
                    <a:pt x="168" y="3"/>
                  </a:cubicBezTo>
                  <a:cubicBezTo>
                    <a:pt x="168" y="21"/>
                    <a:pt x="168" y="21"/>
                    <a:pt x="168" y="21"/>
                  </a:cubicBezTo>
                  <a:cubicBezTo>
                    <a:pt x="169" y="20"/>
                    <a:pt x="170" y="20"/>
                    <a:pt x="171" y="20"/>
                  </a:cubicBezTo>
                  <a:close/>
                  <a:moveTo>
                    <a:pt x="195" y="50"/>
                  </a:moveTo>
                  <a:cubicBezTo>
                    <a:pt x="195" y="70"/>
                    <a:pt x="195" y="70"/>
                    <a:pt x="195" y="70"/>
                  </a:cubicBezTo>
                  <a:cubicBezTo>
                    <a:pt x="168" y="70"/>
                    <a:pt x="168" y="70"/>
                    <a:pt x="168" y="70"/>
                  </a:cubicBezTo>
                  <a:cubicBezTo>
                    <a:pt x="168" y="50"/>
                    <a:pt x="168" y="50"/>
                    <a:pt x="168" y="50"/>
                  </a:cubicBezTo>
                  <a:cubicBezTo>
                    <a:pt x="195" y="50"/>
                    <a:pt x="195" y="50"/>
                    <a:pt x="195" y="50"/>
                  </a:cubicBezTo>
                  <a:close/>
                  <a:moveTo>
                    <a:pt x="195" y="120"/>
                  </a:moveTo>
                  <a:cubicBezTo>
                    <a:pt x="195" y="171"/>
                    <a:pt x="195" y="171"/>
                    <a:pt x="195" y="171"/>
                  </a:cubicBezTo>
                  <a:cubicBezTo>
                    <a:pt x="193" y="173"/>
                    <a:pt x="192" y="176"/>
                    <a:pt x="192" y="180"/>
                  </a:cubicBezTo>
                  <a:cubicBezTo>
                    <a:pt x="192" y="183"/>
                    <a:pt x="193" y="186"/>
                    <a:pt x="195" y="188"/>
                  </a:cubicBezTo>
                  <a:cubicBezTo>
                    <a:pt x="195" y="220"/>
                    <a:pt x="195" y="220"/>
                    <a:pt x="195" y="220"/>
                  </a:cubicBezTo>
                  <a:cubicBezTo>
                    <a:pt x="168" y="220"/>
                    <a:pt x="168" y="220"/>
                    <a:pt x="168" y="220"/>
                  </a:cubicBezTo>
                  <a:cubicBezTo>
                    <a:pt x="168" y="120"/>
                    <a:pt x="168" y="120"/>
                    <a:pt x="168" y="120"/>
                  </a:cubicBezTo>
                  <a:cubicBezTo>
                    <a:pt x="195" y="120"/>
                    <a:pt x="195" y="120"/>
                    <a:pt x="195" y="120"/>
                  </a:cubicBezTo>
                  <a:close/>
                  <a:moveTo>
                    <a:pt x="195" y="232"/>
                  </a:moveTo>
                  <a:cubicBezTo>
                    <a:pt x="195" y="257"/>
                    <a:pt x="195" y="257"/>
                    <a:pt x="195" y="257"/>
                  </a:cubicBezTo>
                  <a:cubicBezTo>
                    <a:pt x="193" y="254"/>
                    <a:pt x="192" y="252"/>
                    <a:pt x="192" y="249"/>
                  </a:cubicBezTo>
                  <a:cubicBezTo>
                    <a:pt x="192" y="232"/>
                    <a:pt x="192" y="232"/>
                    <a:pt x="192" y="232"/>
                  </a:cubicBezTo>
                  <a:lnTo>
                    <a:pt x="195" y="232"/>
                  </a:lnTo>
                  <a:close/>
                  <a:moveTo>
                    <a:pt x="168" y="36"/>
                  </a:moveTo>
                  <a:cubicBezTo>
                    <a:pt x="165" y="35"/>
                    <a:pt x="162" y="32"/>
                    <a:pt x="162" y="28"/>
                  </a:cubicBezTo>
                  <a:cubicBezTo>
                    <a:pt x="162" y="25"/>
                    <a:pt x="165" y="22"/>
                    <a:pt x="168" y="21"/>
                  </a:cubicBezTo>
                  <a:cubicBezTo>
                    <a:pt x="168" y="3"/>
                    <a:pt x="168" y="3"/>
                    <a:pt x="168" y="3"/>
                  </a:cubicBezTo>
                  <a:cubicBezTo>
                    <a:pt x="157" y="1"/>
                    <a:pt x="144" y="0"/>
                    <a:pt x="131" y="0"/>
                  </a:cubicBezTo>
                  <a:cubicBezTo>
                    <a:pt x="130" y="0"/>
                    <a:pt x="130" y="0"/>
                    <a:pt x="130" y="0"/>
                  </a:cubicBezTo>
                  <a:cubicBezTo>
                    <a:pt x="130" y="44"/>
                    <a:pt x="130" y="44"/>
                    <a:pt x="130" y="44"/>
                  </a:cubicBezTo>
                  <a:cubicBezTo>
                    <a:pt x="168" y="44"/>
                    <a:pt x="168" y="44"/>
                    <a:pt x="168" y="44"/>
                  </a:cubicBezTo>
                  <a:cubicBezTo>
                    <a:pt x="168" y="36"/>
                    <a:pt x="168" y="36"/>
                    <a:pt x="168" y="36"/>
                  </a:cubicBezTo>
                  <a:close/>
                  <a:moveTo>
                    <a:pt x="168" y="50"/>
                  </a:moveTo>
                  <a:cubicBezTo>
                    <a:pt x="168" y="70"/>
                    <a:pt x="168" y="70"/>
                    <a:pt x="168" y="70"/>
                  </a:cubicBezTo>
                  <a:cubicBezTo>
                    <a:pt x="135" y="70"/>
                    <a:pt x="135" y="70"/>
                    <a:pt x="135" y="70"/>
                  </a:cubicBezTo>
                  <a:cubicBezTo>
                    <a:pt x="135" y="120"/>
                    <a:pt x="135" y="120"/>
                    <a:pt x="135" y="120"/>
                  </a:cubicBezTo>
                  <a:cubicBezTo>
                    <a:pt x="168" y="120"/>
                    <a:pt x="168" y="120"/>
                    <a:pt x="168" y="120"/>
                  </a:cubicBezTo>
                  <a:cubicBezTo>
                    <a:pt x="168" y="220"/>
                    <a:pt x="168" y="220"/>
                    <a:pt x="168" y="220"/>
                  </a:cubicBezTo>
                  <a:cubicBezTo>
                    <a:pt x="130" y="220"/>
                    <a:pt x="130" y="220"/>
                    <a:pt x="130" y="220"/>
                  </a:cubicBezTo>
                  <a:cubicBezTo>
                    <a:pt x="130" y="198"/>
                    <a:pt x="130" y="198"/>
                    <a:pt x="130" y="198"/>
                  </a:cubicBezTo>
                  <a:cubicBezTo>
                    <a:pt x="167" y="198"/>
                    <a:pt x="167" y="198"/>
                    <a:pt x="167" y="198"/>
                  </a:cubicBezTo>
                  <a:cubicBezTo>
                    <a:pt x="167" y="187"/>
                    <a:pt x="167" y="187"/>
                    <a:pt x="167" y="187"/>
                  </a:cubicBezTo>
                  <a:cubicBezTo>
                    <a:pt x="130" y="187"/>
                    <a:pt x="130" y="187"/>
                    <a:pt x="130" y="187"/>
                  </a:cubicBezTo>
                  <a:cubicBezTo>
                    <a:pt x="130" y="179"/>
                    <a:pt x="130" y="179"/>
                    <a:pt x="130" y="179"/>
                  </a:cubicBezTo>
                  <a:cubicBezTo>
                    <a:pt x="167" y="179"/>
                    <a:pt x="167" y="179"/>
                    <a:pt x="167" y="179"/>
                  </a:cubicBezTo>
                  <a:cubicBezTo>
                    <a:pt x="167" y="167"/>
                    <a:pt x="167" y="167"/>
                    <a:pt x="167" y="167"/>
                  </a:cubicBezTo>
                  <a:cubicBezTo>
                    <a:pt x="130" y="167"/>
                    <a:pt x="130" y="167"/>
                    <a:pt x="130" y="167"/>
                  </a:cubicBezTo>
                  <a:cubicBezTo>
                    <a:pt x="130" y="159"/>
                    <a:pt x="130" y="159"/>
                    <a:pt x="130" y="159"/>
                  </a:cubicBezTo>
                  <a:cubicBezTo>
                    <a:pt x="167" y="159"/>
                    <a:pt x="167" y="159"/>
                    <a:pt x="167" y="159"/>
                  </a:cubicBezTo>
                  <a:cubicBezTo>
                    <a:pt x="167" y="147"/>
                    <a:pt x="167" y="147"/>
                    <a:pt x="167" y="147"/>
                  </a:cubicBezTo>
                  <a:cubicBezTo>
                    <a:pt x="130" y="147"/>
                    <a:pt x="130" y="147"/>
                    <a:pt x="130" y="147"/>
                  </a:cubicBezTo>
                  <a:cubicBezTo>
                    <a:pt x="130" y="50"/>
                    <a:pt x="130" y="50"/>
                    <a:pt x="130" y="50"/>
                  </a:cubicBezTo>
                  <a:lnTo>
                    <a:pt x="168" y="50"/>
                  </a:lnTo>
                  <a:close/>
                  <a:moveTo>
                    <a:pt x="130" y="0"/>
                  </a:moveTo>
                  <a:cubicBezTo>
                    <a:pt x="130" y="44"/>
                    <a:pt x="130" y="44"/>
                    <a:pt x="130" y="44"/>
                  </a:cubicBezTo>
                  <a:cubicBezTo>
                    <a:pt x="93" y="44"/>
                    <a:pt x="93" y="44"/>
                    <a:pt x="93" y="44"/>
                  </a:cubicBezTo>
                  <a:cubicBezTo>
                    <a:pt x="93" y="36"/>
                    <a:pt x="93" y="36"/>
                    <a:pt x="93" y="36"/>
                  </a:cubicBezTo>
                  <a:cubicBezTo>
                    <a:pt x="96" y="35"/>
                    <a:pt x="99" y="32"/>
                    <a:pt x="99" y="28"/>
                  </a:cubicBezTo>
                  <a:cubicBezTo>
                    <a:pt x="99" y="25"/>
                    <a:pt x="96" y="22"/>
                    <a:pt x="93" y="21"/>
                  </a:cubicBezTo>
                  <a:cubicBezTo>
                    <a:pt x="93" y="3"/>
                    <a:pt x="93" y="3"/>
                    <a:pt x="93" y="3"/>
                  </a:cubicBezTo>
                  <a:cubicBezTo>
                    <a:pt x="104" y="1"/>
                    <a:pt x="117" y="0"/>
                    <a:pt x="130" y="0"/>
                  </a:cubicBezTo>
                  <a:close/>
                  <a:moveTo>
                    <a:pt x="130" y="50"/>
                  </a:moveTo>
                  <a:cubicBezTo>
                    <a:pt x="130" y="147"/>
                    <a:pt x="130" y="147"/>
                    <a:pt x="130" y="147"/>
                  </a:cubicBezTo>
                  <a:cubicBezTo>
                    <a:pt x="93" y="147"/>
                    <a:pt x="93" y="147"/>
                    <a:pt x="93" y="147"/>
                  </a:cubicBezTo>
                  <a:cubicBezTo>
                    <a:pt x="93" y="120"/>
                    <a:pt x="93" y="120"/>
                    <a:pt x="93" y="120"/>
                  </a:cubicBezTo>
                  <a:cubicBezTo>
                    <a:pt x="126" y="120"/>
                    <a:pt x="126" y="120"/>
                    <a:pt x="126" y="120"/>
                  </a:cubicBezTo>
                  <a:cubicBezTo>
                    <a:pt x="126" y="70"/>
                    <a:pt x="126" y="70"/>
                    <a:pt x="126" y="70"/>
                  </a:cubicBezTo>
                  <a:cubicBezTo>
                    <a:pt x="93" y="70"/>
                    <a:pt x="93" y="70"/>
                    <a:pt x="93" y="70"/>
                  </a:cubicBezTo>
                  <a:cubicBezTo>
                    <a:pt x="93" y="50"/>
                    <a:pt x="93" y="50"/>
                    <a:pt x="93" y="50"/>
                  </a:cubicBezTo>
                  <a:cubicBezTo>
                    <a:pt x="130" y="50"/>
                    <a:pt x="130" y="50"/>
                    <a:pt x="130" y="50"/>
                  </a:cubicBezTo>
                  <a:close/>
                  <a:moveTo>
                    <a:pt x="130" y="159"/>
                  </a:moveTo>
                  <a:cubicBezTo>
                    <a:pt x="130" y="167"/>
                    <a:pt x="130" y="167"/>
                    <a:pt x="130" y="167"/>
                  </a:cubicBezTo>
                  <a:cubicBezTo>
                    <a:pt x="93" y="167"/>
                    <a:pt x="93" y="167"/>
                    <a:pt x="93" y="167"/>
                  </a:cubicBezTo>
                  <a:cubicBezTo>
                    <a:pt x="93" y="159"/>
                    <a:pt x="93" y="159"/>
                    <a:pt x="93" y="159"/>
                  </a:cubicBezTo>
                  <a:cubicBezTo>
                    <a:pt x="130" y="159"/>
                    <a:pt x="130" y="159"/>
                    <a:pt x="130" y="159"/>
                  </a:cubicBezTo>
                  <a:close/>
                  <a:moveTo>
                    <a:pt x="130" y="179"/>
                  </a:moveTo>
                  <a:cubicBezTo>
                    <a:pt x="130" y="187"/>
                    <a:pt x="130" y="187"/>
                    <a:pt x="130" y="187"/>
                  </a:cubicBezTo>
                  <a:cubicBezTo>
                    <a:pt x="93" y="187"/>
                    <a:pt x="93" y="187"/>
                    <a:pt x="93" y="187"/>
                  </a:cubicBezTo>
                  <a:cubicBezTo>
                    <a:pt x="93" y="179"/>
                    <a:pt x="93" y="179"/>
                    <a:pt x="93" y="179"/>
                  </a:cubicBezTo>
                  <a:cubicBezTo>
                    <a:pt x="130" y="179"/>
                    <a:pt x="130" y="179"/>
                    <a:pt x="130" y="179"/>
                  </a:cubicBezTo>
                  <a:close/>
                  <a:moveTo>
                    <a:pt x="130" y="198"/>
                  </a:moveTo>
                  <a:cubicBezTo>
                    <a:pt x="130" y="220"/>
                    <a:pt x="130" y="220"/>
                    <a:pt x="130" y="220"/>
                  </a:cubicBezTo>
                  <a:cubicBezTo>
                    <a:pt x="93" y="220"/>
                    <a:pt x="93" y="220"/>
                    <a:pt x="93" y="220"/>
                  </a:cubicBezTo>
                  <a:cubicBezTo>
                    <a:pt x="93" y="198"/>
                    <a:pt x="93" y="198"/>
                    <a:pt x="93" y="198"/>
                  </a:cubicBezTo>
                  <a:lnTo>
                    <a:pt x="130" y="198"/>
                  </a:lnTo>
                  <a:close/>
                  <a:moveTo>
                    <a:pt x="93" y="3"/>
                  </a:moveTo>
                  <a:cubicBezTo>
                    <a:pt x="93" y="21"/>
                    <a:pt x="93" y="21"/>
                    <a:pt x="93" y="21"/>
                  </a:cubicBezTo>
                  <a:cubicBezTo>
                    <a:pt x="92" y="20"/>
                    <a:pt x="92" y="20"/>
                    <a:pt x="91" y="20"/>
                  </a:cubicBezTo>
                  <a:cubicBezTo>
                    <a:pt x="86" y="20"/>
                    <a:pt x="83" y="24"/>
                    <a:pt x="83" y="28"/>
                  </a:cubicBezTo>
                  <a:cubicBezTo>
                    <a:pt x="83" y="33"/>
                    <a:pt x="86" y="37"/>
                    <a:pt x="91" y="37"/>
                  </a:cubicBezTo>
                  <a:cubicBezTo>
                    <a:pt x="92" y="37"/>
                    <a:pt x="92" y="37"/>
                    <a:pt x="93" y="36"/>
                  </a:cubicBezTo>
                  <a:cubicBezTo>
                    <a:pt x="93" y="44"/>
                    <a:pt x="93" y="44"/>
                    <a:pt x="93" y="44"/>
                  </a:cubicBezTo>
                  <a:cubicBezTo>
                    <a:pt x="67" y="44"/>
                    <a:pt x="67" y="44"/>
                    <a:pt x="67" y="44"/>
                  </a:cubicBezTo>
                  <a:cubicBezTo>
                    <a:pt x="67" y="37"/>
                    <a:pt x="67" y="37"/>
                    <a:pt x="67" y="37"/>
                  </a:cubicBezTo>
                  <a:cubicBezTo>
                    <a:pt x="71" y="37"/>
                    <a:pt x="75" y="33"/>
                    <a:pt x="75" y="28"/>
                  </a:cubicBezTo>
                  <a:cubicBezTo>
                    <a:pt x="75" y="24"/>
                    <a:pt x="71" y="20"/>
                    <a:pt x="67" y="20"/>
                  </a:cubicBezTo>
                  <a:cubicBezTo>
                    <a:pt x="67" y="9"/>
                    <a:pt x="67" y="9"/>
                    <a:pt x="67" y="9"/>
                  </a:cubicBezTo>
                  <a:cubicBezTo>
                    <a:pt x="75" y="6"/>
                    <a:pt x="84" y="4"/>
                    <a:pt x="93" y="3"/>
                  </a:cubicBezTo>
                  <a:close/>
                  <a:moveTo>
                    <a:pt x="93" y="50"/>
                  </a:moveTo>
                  <a:cubicBezTo>
                    <a:pt x="93" y="70"/>
                    <a:pt x="93" y="70"/>
                    <a:pt x="93" y="70"/>
                  </a:cubicBezTo>
                  <a:cubicBezTo>
                    <a:pt x="67" y="70"/>
                    <a:pt x="67" y="70"/>
                    <a:pt x="67" y="70"/>
                  </a:cubicBezTo>
                  <a:cubicBezTo>
                    <a:pt x="67" y="50"/>
                    <a:pt x="67" y="50"/>
                    <a:pt x="67" y="50"/>
                  </a:cubicBezTo>
                  <a:cubicBezTo>
                    <a:pt x="93" y="50"/>
                    <a:pt x="93" y="50"/>
                    <a:pt x="93" y="50"/>
                  </a:cubicBezTo>
                  <a:close/>
                  <a:moveTo>
                    <a:pt x="93" y="120"/>
                  </a:moveTo>
                  <a:cubicBezTo>
                    <a:pt x="93" y="147"/>
                    <a:pt x="93" y="147"/>
                    <a:pt x="93" y="147"/>
                  </a:cubicBezTo>
                  <a:cubicBezTo>
                    <a:pt x="92" y="147"/>
                    <a:pt x="92" y="147"/>
                    <a:pt x="92" y="147"/>
                  </a:cubicBezTo>
                  <a:cubicBezTo>
                    <a:pt x="92" y="159"/>
                    <a:pt x="92" y="159"/>
                    <a:pt x="92" y="159"/>
                  </a:cubicBezTo>
                  <a:cubicBezTo>
                    <a:pt x="93" y="159"/>
                    <a:pt x="93" y="159"/>
                    <a:pt x="93" y="159"/>
                  </a:cubicBezTo>
                  <a:cubicBezTo>
                    <a:pt x="93" y="167"/>
                    <a:pt x="93" y="167"/>
                    <a:pt x="93" y="167"/>
                  </a:cubicBezTo>
                  <a:cubicBezTo>
                    <a:pt x="92" y="167"/>
                    <a:pt x="92" y="167"/>
                    <a:pt x="92" y="167"/>
                  </a:cubicBezTo>
                  <a:cubicBezTo>
                    <a:pt x="92" y="179"/>
                    <a:pt x="92" y="179"/>
                    <a:pt x="92" y="179"/>
                  </a:cubicBezTo>
                  <a:cubicBezTo>
                    <a:pt x="93" y="179"/>
                    <a:pt x="93" y="179"/>
                    <a:pt x="93" y="179"/>
                  </a:cubicBezTo>
                  <a:cubicBezTo>
                    <a:pt x="93" y="187"/>
                    <a:pt x="93" y="187"/>
                    <a:pt x="93" y="187"/>
                  </a:cubicBezTo>
                  <a:cubicBezTo>
                    <a:pt x="92" y="187"/>
                    <a:pt x="92" y="187"/>
                    <a:pt x="92" y="187"/>
                  </a:cubicBezTo>
                  <a:cubicBezTo>
                    <a:pt x="92" y="198"/>
                    <a:pt x="92" y="198"/>
                    <a:pt x="92" y="198"/>
                  </a:cubicBezTo>
                  <a:cubicBezTo>
                    <a:pt x="93" y="198"/>
                    <a:pt x="93" y="198"/>
                    <a:pt x="93" y="198"/>
                  </a:cubicBezTo>
                  <a:cubicBezTo>
                    <a:pt x="93" y="220"/>
                    <a:pt x="93" y="220"/>
                    <a:pt x="93" y="220"/>
                  </a:cubicBezTo>
                  <a:cubicBezTo>
                    <a:pt x="67" y="220"/>
                    <a:pt x="67" y="220"/>
                    <a:pt x="67" y="220"/>
                  </a:cubicBezTo>
                  <a:cubicBezTo>
                    <a:pt x="67" y="188"/>
                    <a:pt x="67" y="188"/>
                    <a:pt x="67" y="188"/>
                  </a:cubicBezTo>
                  <a:cubicBezTo>
                    <a:pt x="68" y="186"/>
                    <a:pt x="69" y="183"/>
                    <a:pt x="69" y="180"/>
                  </a:cubicBezTo>
                  <a:cubicBezTo>
                    <a:pt x="69" y="176"/>
                    <a:pt x="68" y="173"/>
                    <a:pt x="67" y="171"/>
                  </a:cubicBezTo>
                  <a:cubicBezTo>
                    <a:pt x="67" y="120"/>
                    <a:pt x="67" y="120"/>
                    <a:pt x="67" y="120"/>
                  </a:cubicBezTo>
                  <a:cubicBezTo>
                    <a:pt x="93" y="120"/>
                    <a:pt x="93" y="120"/>
                    <a:pt x="93" y="120"/>
                  </a:cubicBezTo>
                  <a:close/>
                  <a:moveTo>
                    <a:pt x="67" y="257"/>
                  </a:moveTo>
                  <a:cubicBezTo>
                    <a:pt x="67" y="232"/>
                    <a:pt x="67" y="232"/>
                    <a:pt x="67" y="232"/>
                  </a:cubicBezTo>
                  <a:cubicBezTo>
                    <a:pt x="69" y="232"/>
                    <a:pt x="69" y="232"/>
                    <a:pt x="69" y="232"/>
                  </a:cubicBezTo>
                  <a:cubicBezTo>
                    <a:pt x="69" y="249"/>
                    <a:pt x="69" y="249"/>
                    <a:pt x="69" y="249"/>
                  </a:cubicBezTo>
                  <a:cubicBezTo>
                    <a:pt x="69" y="252"/>
                    <a:pt x="68" y="254"/>
                    <a:pt x="67" y="257"/>
                  </a:cubicBezTo>
                  <a:close/>
                  <a:moveTo>
                    <a:pt x="67" y="9"/>
                  </a:moveTo>
                  <a:cubicBezTo>
                    <a:pt x="67" y="20"/>
                    <a:pt x="67" y="20"/>
                    <a:pt x="67" y="20"/>
                  </a:cubicBezTo>
                  <a:cubicBezTo>
                    <a:pt x="62" y="20"/>
                    <a:pt x="58" y="24"/>
                    <a:pt x="58" y="28"/>
                  </a:cubicBezTo>
                  <a:cubicBezTo>
                    <a:pt x="58" y="33"/>
                    <a:pt x="62" y="37"/>
                    <a:pt x="67" y="37"/>
                  </a:cubicBezTo>
                  <a:cubicBezTo>
                    <a:pt x="67" y="44"/>
                    <a:pt x="67" y="44"/>
                    <a:pt x="67" y="44"/>
                  </a:cubicBezTo>
                  <a:cubicBezTo>
                    <a:pt x="52" y="44"/>
                    <a:pt x="52" y="44"/>
                    <a:pt x="52" y="44"/>
                  </a:cubicBezTo>
                  <a:cubicBezTo>
                    <a:pt x="52" y="15"/>
                    <a:pt x="52" y="15"/>
                    <a:pt x="52" y="15"/>
                  </a:cubicBezTo>
                  <a:cubicBezTo>
                    <a:pt x="56" y="13"/>
                    <a:pt x="61" y="11"/>
                    <a:pt x="67" y="9"/>
                  </a:cubicBezTo>
                  <a:close/>
                  <a:moveTo>
                    <a:pt x="67" y="50"/>
                  </a:moveTo>
                  <a:cubicBezTo>
                    <a:pt x="67" y="70"/>
                    <a:pt x="67" y="70"/>
                    <a:pt x="67" y="70"/>
                  </a:cubicBezTo>
                  <a:cubicBezTo>
                    <a:pt x="60" y="70"/>
                    <a:pt x="60" y="70"/>
                    <a:pt x="60" y="70"/>
                  </a:cubicBezTo>
                  <a:cubicBezTo>
                    <a:pt x="60" y="120"/>
                    <a:pt x="60" y="120"/>
                    <a:pt x="60" y="120"/>
                  </a:cubicBezTo>
                  <a:cubicBezTo>
                    <a:pt x="67" y="120"/>
                    <a:pt x="67" y="120"/>
                    <a:pt x="67" y="120"/>
                  </a:cubicBezTo>
                  <a:cubicBezTo>
                    <a:pt x="67" y="171"/>
                    <a:pt x="67" y="171"/>
                    <a:pt x="67" y="171"/>
                  </a:cubicBezTo>
                  <a:cubicBezTo>
                    <a:pt x="64" y="166"/>
                    <a:pt x="58" y="162"/>
                    <a:pt x="52" y="162"/>
                  </a:cubicBezTo>
                  <a:cubicBezTo>
                    <a:pt x="52" y="50"/>
                    <a:pt x="52" y="50"/>
                    <a:pt x="52" y="50"/>
                  </a:cubicBezTo>
                  <a:cubicBezTo>
                    <a:pt x="67" y="50"/>
                    <a:pt x="67" y="50"/>
                    <a:pt x="67" y="50"/>
                  </a:cubicBezTo>
                  <a:close/>
                  <a:moveTo>
                    <a:pt x="67" y="188"/>
                  </a:moveTo>
                  <a:cubicBezTo>
                    <a:pt x="67" y="220"/>
                    <a:pt x="67" y="220"/>
                    <a:pt x="67" y="220"/>
                  </a:cubicBezTo>
                  <a:cubicBezTo>
                    <a:pt x="52" y="220"/>
                    <a:pt x="52" y="220"/>
                    <a:pt x="52" y="220"/>
                  </a:cubicBezTo>
                  <a:cubicBezTo>
                    <a:pt x="52" y="197"/>
                    <a:pt x="52" y="197"/>
                    <a:pt x="52" y="197"/>
                  </a:cubicBezTo>
                  <a:cubicBezTo>
                    <a:pt x="58" y="197"/>
                    <a:pt x="64" y="193"/>
                    <a:pt x="67" y="188"/>
                  </a:cubicBezTo>
                  <a:close/>
                  <a:moveTo>
                    <a:pt x="67" y="232"/>
                  </a:moveTo>
                  <a:cubicBezTo>
                    <a:pt x="67" y="257"/>
                    <a:pt x="67" y="257"/>
                    <a:pt x="67" y="257"/>
                  </a:cubicBezTo>
                  <a:cubicBezTo>
                    <a:pt x="64" y="260"/>
                    <a:pt x="60" y="262"/>
                    <a:pt x="56" y="262"/>
                  </a:cubicBezTo>
                  <a:cubicBezTo>
                    <a:pt x="52" y="262"/>
                    <a:pt x="52" y="262"/>
                    <a:pt x="52" y="262"/>
                  </a:cubicBezTo>
                  <a:cubicBezTo>
                    <a:pt x="52" y="232"/>
                    <a:pt x="52" y="232"/>
                    <a:pt x="52" y="232"/>
                  </a:cubicBezTo>
                  <a:lnTo>
                    <a:pt x="67" y="232"/>
                  </a:lnTo>
                  <a:close/>
                  <a:moveTo>
                    <a:pt x="52" y="15"/>
                  </a:moveTo>
                  <a:cubicBezTo>
                    <a:pt x="52" y="44"/>
                    <a:pt x="52" y="44"/>
                    <a:pt x="52" y="44"/>
                  </a:cubicBezTo>
                  <a:cubicBezTo>
                    <a:pt x="27" y="44"/>
                    <a:pt x="27" y="44"/>
                    <a:pt x="27" y="44"/>
                  </a:cubicBezTo>
                  <a:cubicBezTo>
                    <a:pt x="27" y="33"/>
                    <a:pt x="36" y="23"/>
                    <a:pt x="52" y="15"/>
                  </a:cubicBezTo>
                  <a:close/>
                  <a:moveTo>
                    <a:pt x="52" y="50"/>
                  </a:moveTo>
                  <a:cubicBezTo>
                    <a:pt x="52" y="162"/>
                    <a:pt x="52" y="162"/>
                    <a:pt x="52" y="162"/>
                  </a:cubicBezTo>
                  <a:cubicBezTo>
                    <a:pt x="42" y="162"/>
                    <a:pt x="35" y="170"/>
                    <a:pt x="35" y="180"/>
                  </a:cubicBezTo>
                  <a:cubicBezTo>
                    <a:pt x="35" y="189"/>
                    <a:pt x="42" y="197"/>
                    <a:pt x="52" y="197"/>
                  </a:cubicBezTo>
                  <a:cubicBezTo>
                    <a:pt x="52" y="220"/>
                    <a:pt x="52" y="220"/>
                    <a:pt x="52" y="220"/>
                  </a:cubicBezTo>
                  <a:cubicBezTo>
                    <a:pt x="12" y="220"/>
                    <a:pt x="12" y="220"/>
                    <a:pt x="12" y="220"/>
                  </a:cubicBezTo>
                  <a:cubicBezTo>
                    <a:pt x="12" y="154"/>
                    <a:pt x="12" y="154"/>
                    <a:pt x="12" y="154"/>
                  </a:cubicBezTo>
                  <a:cubicBezTo>
                    <a:pt x="15" y="150"/>
                    <a:pt x="21" y="146"/>
                    <a:pt x="27" y="146"/>
                  </a:cubicBezTo>
                  <a:cubicBezTo>
                    <a:pt x="27" y="50"/>
                    <a:pt x="27" y="50"/>
                    <a:pt x="27" y="50"/>
                  </a:cubicBezTo>
                  <a:cubicBezTo>
                    <a:pt x="52" y="50"/>
                    <a:pt x="52" y="50"/>
                    <a:pt x="52" y="50"/>
                  </a:cubicBezTo>
                  <a:close/>
                  <a:moveTo>
                    <a:pt x="52" y="232"/>
                  </a:moveTo>
                  <a:cubicBezTo>
                    <a:pt x="52" y="262"/>
                    <a:pt x="52" y="262"/>
                    <a:pt x="52" y="262"/>
                  </a:cubicBezTo>
                  <a:cubicBezTo>
                    <a:pt x="48" y="262"/>
                    <a:pt x="48" y="262"/>
                    <a:pt x="48" y="262"/>
                  </a:cubicBezTo>
                  <a:cubicBezTo>
                    <a:pt x="41" y="262"/>
                    <a:pt x="35" y="257"/>
                    <a:pt x="35" y="249"/>
                  </a:cubicBezTo>
                  <a:cubicBezTo>
                    <a:pt x="35" y="232"/>
                    <a:pt x="35" y="232"/>
                    <a:pt x="35" y="232"/>
                  </a:cubicBezTo>
                  <a:cubicBezTo>
                    <a:pt x="52" y="232"/>
                    <a:pt x="52" y="232"/>
                    <a:pt x="52" y="232"/>
                  </a:cubicBezTo>
                  <a:close/>
                  <a:moveTo>
                    <a:pt x="12" y="114"/>
                  </a:moveTo>
                  <a:cubicBezTo>
                    <a:pt x="14" y="114"/>
                    <a:pt x="15" y="112"/>
                    <a:pt x="15" y="110"/>
                  </a:cubicBezTo>
                  <a:cubicBezTo>
                    <a:pt x="15" y="76"/>
                    <a:pt x="15" y="76"/>
                    <a:pt x="15" y="76"/>
                  </a:cubicBezTo>
                  <a:cubicBezTo>
                    <a:pt x="15" y="74"/>
                    <a:pt x="14" y="71"/>
                    <a:pt x="12" y="70"/>
                  </a:cubicBezTo>
                  <a:lnTo>
                    <a:pt x="12" y="114"/>
                  </a:lnTo>
                  <a:close/>
                  <a:moveTo>
                    <a:pt x="12" y="70"/>
                  </a:moveTo>
                  <a:cubicBezTo>
                    <a:pt x="12" y="114"/>
                    <a:pt x="12" y="114"/>
                    <a:pt x="12" y="114"/>
                  </a:cubicBezTo>
                  <a:cubicBezTo>
                    <a:pt x="12" y="114"/>
                    <a:pt x="11" y="114"/>
                    <a:pt x="11" y="113"/>
                  </a:cubicBezTo>
                  <a:cubicBezTo>
                    <a:pt x="4" y="111"/>
                    <a:pt x="4" y="111"/>
                    <a:pt x="4" y="111"/>
                  </a:cubicBezTo>
                  <a:cubicBezTo>
                    <a:pt x="2" y="110"/>
                    <a:pt x="0" y="107"/>
                    <a:pt x="0" y="104"/>
                  </a:cubicBezTo>
                  <a:cubicBezTo>
                    <a:pt x="0" y="70"/>
                    <a:pt x="0" y="70"/>
                    <a:pt x="0" y="70"/>
                  </a:cubicBezTo>
                  <a:cubicBezTo>
                    <a:pt x="0" y="67"/>
                    <a:pt x="2" y="66"/>
                    <a:pt x="4" y="67"/>
                  </a:cubicBezTo>
                  <a:cubicBezTo>
                    <a:pt x="11" y="69"/>
                    <a:pt x="11" y="69"/>
                    <a:pt x="11" y="69"/>
                  </a:cubicBezTo>
                  <a:cubicBezTo>
                    <a:pt x="11" y="70"/>
                    <a:pt x="12" y="70"/>
                    <a:pt x="12" y="70"/>
                  </a:cubicBezTo>
                  <a:close/>
                  <a:moveTo>
                    <a:pt x="12" y="154"/>
                  </a:moveTo>
                  <a:cubicBezTo>
                    <a:pt x="12" y="220"/>
                    <a:pt x="12" y="220"/>
                    <a:pt x="12" y="220"/>
                  </a:cubicBezTo>
                  <a:cubicBezTo>
                    <a:pt x="9" y="220"/>
                    <a:pt x="9" y="220"/>
                    <a:pt x="9" y="220"/>
                  </a:cubicBezTo>
                  <a:cubicBezTo>
                    <a:pt x="9" y="164"/>
                    <a:pt x="9" y="164"/>
                    <a:pt x="9" y="164"/>
                  </a:cubicBezTo>
                  <a:cubicBezTo>
                    <a:pt x="9" y="160"/>
                    <a:pt x="10" y="157"/>
                    <a:pt x="12" y="154"/>
                  </a:cubicBezTo>
                  <a:close/>
                </a:path>
              </a:pathLst>
            </a:custGeom>
            <a:solidFill>
              <a:srgbClr val="37B0E8"/>
            </a:solidFill>
            <a:ln>
              <a:noFill/>
            </a:ln>
          </p:spPr>
          <p:txBody>
            <a:bodyPr vert="horz" wrap="square" lIns="91440" tIns="45720" rIns="91440" bIns="45720" numCol="1" anchor="t" anchorCtr="0" compatLnSpc="1"/>
            <a:lstStyle/>
            <a:p>
              <a:endParaRPr lang="id-ID"/>
            </a:p>
          </p:txBody>
        </p:sp>
        <p:sp>
          <p:nvSpPr>
            <p:cNvPr id="189" name="Freeform 76"/>
            <p:cNvSpPr>
              <a:spLocks noEditPoints="1"/>
            </p:cNvSpPr>
            <p:nvPr/>
          </p:nvSpPr>
          <p:spPr bwMode="auto">
            <a:xfrm>
              <a:off x="4019522" y="2595501"/>
              <a:ext cx="452769" cy="343210"/>
            </a:xfrm>
            <a:custGeom>
              <a:avLst/>
              <a:gdLst>
                <a:gd name="T0" fmla="*/ 271 w 295"/>
                <a:gd name="T1" fmla="*/ 0 h 224"/>
                <a:gd name="T2" fmla="*/ 277 w 295"/>
                <a:gd name="T3" fmla="*/ 35 h 224"/>
                <a:gd name="T4" fmla="*/ 224 w 295"/>
                <a:gd name="T5" fmla="*/ 224 h 224"/>
                <a:gd name="T6" fmla="*/ 248 w 295"/>
                <a:gd name="T7" fmla="*/ 188 h 224"/>
                <a:gd name="T8" fmla="*/ 249 w 295"/>
                <a:gd name="T9" fmla="*/ 29 h 224"/>
                <a:gd name="T10" fmla="*/ 224 w 295"/>
                <a:gd name="T11" fmla="*/ 194 h 224"/>
                <a:gd name="T12" fmla="*/ 224 w 295"/>
                <a:gd name="T13" fmla="*/ 16 h 224"/>
                <a:gd name="T14" fmla="*/ 224 w 295"/>
                <a:gd name="T15" fmla="*/ 208 h 224"/>
                <a:gd name="T16" fmla="*/ 224 w 295"/>
                <a:gd name="T17" fmla="*/ 179 h 224"/>
                <a:gd name="T18" fmla="*/ 224 w 295"/>
                <a:gd name="T19" fmla="*/ 194 h 224"/>
                <a:gd name="T20" fmla="*/ 201 w 295"/>
                <a:gd name="T21" fmla="*/ 128 h 224"/>
                <a:gd name="T22" fmla="*/ 203 w 295"/>
                <a:gd name="T23" fmla="*/ 98 h 224"/>
                <a:gd name="T24" fmla="*/ 195 w 295"/>
                <a:gd name="T25" fmla="*/ 67 h 224"/>
                <a:gd name="T26" fmla="*/ 187 w 295"/>
                <a:gd name="T27" fmla="*/ 128 h 224"/>
                <a:gd name="T28" fmla="*/ 187 w 295"/>
                <a:gd name="T29" fmla="*/ 100 h 224"/>
                <a:gd name="T30" fmla="*/ 190 w 295"/>
                <a:gd name="T31" fmla="*/ 75 h 224"/>
                <a:gd name="T32" fmla="*/ 187 w 295"/>
                <a:gd name="T33" fmla="*/ 0 h 224"/>
                <a:gd name="T34" fmla="*/ 187 w 295"/>
                <a:gd name="T35" fmla="*/ 0 h 224"/>
                <a:gd name="T36" fmla="*/ 147 w 295"/>
                <a:gd name="T37" fmla="*/ 208 h 224"/>
                <a:gd name="T38" fmla="*/ 182 w 295"/>
                <a:gd name="T39" fmla="*/ 67 h 224"/>
                <a:gd name="T40" fmla="*/ 168 w 295"/>
                <a:gd name="T41" fmla="*/ 109 h 224"/>
                <a:gd name="T42" fmla="*/ 187 w 295"/>
                <a:gd name="T43" fmla="*/ 194 h 224"/>
                <a:gd name="T44" fmla="*/ 148 w 295"/>
                <a:gd name="T45" fmla="*/ 125 h 224"/>
                <a:gd name="T46" fmla="*/ 147 w 295"/>
                <a:gd name="T47" fmla="*/ 106 h 224"/>
                <a:gd name="T48" fmla="*/ 184 w 295"/>
                <a:gd name="T49" fmla="*/ 70 h 224"/>
                <a:gd name="T50" fmla="*/ 187 w 295"/>
                <a:gd name="T51" fmla="*/ 91 h 224"/>
                <a:gd name="T52" fmla="*/ 179 w 295"/>
                <a:gd name="T53" fmla="*/ 116 h 224"/>
                <a:gd name="T54" fmla="*/ 187 w 295"/>
                <a:gd name="T55" fmla="*/ 100 h 224"/>
                <a:gd name="T56" fmla="*/ 147 w 295"/>
                <a:gd name="T57" fmla="*/ 16 h 224"/>
                <a:gd name="T58" fmla="*/ 147 w 295"/>
                <a:gd name="T59" fmla="*/ 208 h 224"/>
                <a:gd name="T60" fmla="*/ 147 w 295"/>
                <a:gd name="T61" fmla="*/ 106 h 224"/>
                <a:gd name="T62" fmla="*/ 127 w 295"/>
                <a:gd name="T63" fmla="*/ 121 h 224"/>
                <a:gd name="T64" fmla="*/ 147 w 295"/>
                <a:gd name="T65" fmla="*/ 137 h 224"/>
                <a:gd name="T66" fmla="*/ 102 w 295"/>
                <a:gd name="T67" fmla="*/ 156 h 224"/>
                <a:gd name="T68" fmla="*/ 109 w 295"/>
                <a:gd name="T69" fmla="*/ 113 h 224"/>
                <a:gd name="T70" fmla="*/ 100 w 295"/>
                <a:gd name="T71" fmla="*/ 93 h 224"/>
                <a:gd name="T72" fmla="*/ 111 w 295"/>
                <a:gd name="T73" fmla="*/ 97 h 224"/>
                <a:gd name="T74" fmla="*/ 99 w 295"/>
                <a:gd name="T75" fmla="*/ 88 h 224"/>
                <a:gd name="T76" fmla="*/ 101 w 295"/>
                <a:gd name="T77" fmla="*/ 150 h 224"/>
                <a:gd name="T78" fmla="*/ 99 w 295"/>
                <a:gd name="T79" fmla="*/ 123 h 224"/>
                <a:gd name="T80" fmla="*/ 0 w 295"/>
                <a:gd name="T81" fmla="*/ 23 h 224"/>
                <a:gd name="T82" fmla="*/ 99 w 295"/>
                <a:gd name="T83" fmla="*/ 208 h 224"/>
                <a:gd name="T84" fmla="*/ 17 w 295"/>
                <a:gd name="T85" fmla="*/ 35 h 224"/>
                <a:gd name="T86" fmla="*/ 99 w 295"/>
                <a:gd name="T87" fmla="*/ 29 h 224"/>
                <a:gd name="T88" fmla="*/ 79 w 295"/>
                <a:gd name="T89" fmla="*/ 129 h 224"/>
                <a:gd name="T90" fmla="*/ 99 w 295"/>
                <a:gd name="T91" fmla="*/ 157 h 224"/>
                <a:gd name="T92" fmla="*/ 30 w 295"/>
                <a:gd name="T93" fmla="*/ 45 h 224"/>
                <a:gd name="T94" fmla="*/ 99 w 295"/>
                <a:gd name="T95" fmla="*/ 115 h 224"/>
                <a:gd name="T96" fmla="*/ 99 w 295"/>
                <a:gd name="T97" fmla="*/ 123 h 224"/>
                <a:gd name="T98" fmla="*/ 91 w 295"/>
                <a:gd name="T99" fmla="*/ 133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95" h="224">
                  <a:moveTo>
                    <a:pt x="271" y="224"/>
                  </a:moveTo>
                  <a:cubicBezTo>
                    <a:pt x="284" y="224"/>
                    <a:pt x="295" y="213"/>
                    <a:pt x="295" y="200"/>
                  </a:cubicBezTo>
                  <a:cubicBezTo>
                    <a:pt x="295" y="23"/>
                    <a:pt x="295" y="23"/>
                    <a:pt x="295" y="23"/>
                  </a:cubicBezTo>
                  <a:cubicBezTo>
                    <a:pt x="295" y="10"/>
                    <a:pt x="284" y="0"/>
                    <a:pt x="271" y="0"/>
                  </a:cubicBezTo>
                  <a:cubicBezTo>
                    <a:pt x="224" y="0"/>
                    <a:pt x="224" y="0"/>
                    <a:pt x="224" y="0"/>
                  </a:cubicBezTo>
                  <a:cubicBezTo>
                    <a:pt x="224" y="16"/>
                    <a:pt x="224" y="16"/>
                    <a:pt x="224" y="16"/>
                  </a:cubicBezTo>
                  <a:cubicBezTo>
                    <a:pt x="258" y="16"/>
                    <a:pt x="258" y="16"/>
                    <a:pt x="258" y="16"/>
                  </a:cubicBezTo>
                  <a:cubicBezTo>
                    <a:pt x="268" y="16"/>
                    <a:pt x="277" y="24"/>
                    <a:pt x="277" y="35"/>
                  </a:cubicBezTo>
                  <a:cubicBezTo>
                    <a:pt x="277" y="189"/>
                    <a:pt x="277" y="189"/>
                    <a:pt x="277" y="189"/>
                  </a:cubicBezTo>
                  <a:cubicBezTo>
                    <a:pt x="277" y="199"/>
                    <a:pt x="268" y="208"/>
                    <a:pt x="258" y="208"/>
                  </a:cubicBezTo>
                  <a:cubicBezTo>
                    <a:pt x="224" y="208"/>
                    <a:pt x="224" y="208"/>
                    <a:pt x="224" y="208"/>
                  </a:cubicBezTo>
                  <a:cubicBezTo>
                    <a:pt x="224" y="224"/>
                    <a:pt x="224" y="224"/>
                    <a:pt x="224" y="224"/>
                  </a:cubicBezTo>
                  <a:cubicBezTo>
                    <a:pt x="271" y="224"/>
                    <a:pt x="271" y="224"/>
                    <a:pt x="271" y="224"/>
                  </a:cubicBezTo>
                  <a:close/>
                  <a:moveTo>
                    <a:pt x="224" y="194"/>
                  </a:moveTo>
                  <a:cubicBezTo>
                    <a:pt x="224" y="188"/>
                    <a:pt x="224" y="188"/>
                    <a:pt x="224" y="188"/>
                  </a:cubicBezTo>
                  <a:cubicBezTo>
                    <a:pt x="248" y="188"/>
                    <a:pt x="248" y="188"/>
                    <a:pt x="248" y="188"/>
                  </a:cubicBezTo>
                  <a:cubicBezTo>
                    <a:pt x="248" y="179"/>
                    <a:pt x="248" y="179"/>
                    <a:pt x="248" y="179"/>
                  </a:cubicBezTo>
                  <a:cubicBezTo>
                    <a:pt x="224" y="179"/>
                    <a:pt x="224" y="179"/>
                    <a:pt x="224" y="179"/>
                  </a:cubicBezTo>
                  <a:cubicBezTo>
                    <a:pt x="224" y="29"/>
                    <a:pt x="224" y="29"/>
                    <a:pt x="224" y="29"/>
                  </a:cubicBezTo>
                  <a:cubicBezTo>
                    <a:pt x="249" y="29"/>
                    <a:pt x="249" y="29"/>
                    <a:pt x="249" y="29"/>
                  </a:cubicBezTo>
                  <a:cubicBezTo>
                    <a:pt x="257" y="29"/>
                    <a:pt x="264" y="36"/>
                    <a:pt x="264" y="45"/>
                  </a:cubicBezTo>
                  <a:cubicBezTo>
                    <a:pt x="264" y="179"/>
                    <a:pt x="264" y="179"/>
                    <a:pt x="264" y="179"/>
                  </a:cubicBezTo>
                  <a:cubicBezTo>
                    <a:pt x="264" y="187"/>
                    <a:pt x="257" y="194"/>
                    <a:pt x="249" y="194"/>
                  </a:cubicBezTo>
                  <a:lnTo>
                    <a:pt x="224" y="194"/>
                  </a:lnTo>
                  <a:close/>
                  <a:moveTo>
                    <a:pt x="224" y="0"/>
                  </a:moveTo>
                  <a:cubicBezTo>
                    <a:pt x="187" y="0"/>
                    <a:pt x="187" y="0"/>
                    <a:pt x="187" y="0"/>
                  </a:cubicBezTo>
                  <a:cubicBezTo>
                    <a:pt x="187" y="16"/>
                    <a:pt x="187" y="16"/>
                    <a:pt x="187" y="16"/>
                  </a:cubicBezTo>
                  <a:cubicBezTo>
                    <a:pt x="224" y="16"/>
                    <a:pt x="224" y="16"/>
                    <a:pt x="224" y="16"/>
                  </a:cubicBezTo>
                  <a:cubicBezTo>
                    <a:pt x="224" y="0"/>
                    <a:pt x="224" y="0"/>
                    <a:pt x="224" y="0"/>
                  </a:cubicBezTo>
                  <a:close/>
                  <a:moveTo>
                    <a:pt x="187" y="224"/>
                  </a:moveTo>
                  <a:cubicBezTo>
                    <a:pt x="224" y="224"/>
                    <a:pt x="224" y="224"/>
                    <a:pt x="224" y="224"/>
                  </a:cubicBezTo>
                  <a:cubicBezTo>
                    <a:pt x="224" y="208"/>
                    <a:pt x="224" y="208"/>
                    <a:pt x="224" y="208"/>
                  </a:cubicBezTo>
                  <a:cubicBezTo>
                    <a:pt x="187" y="208"/>
                    <a:pt x="187" y="208"/>
                    <a:pt x="187" y="208"/>
                  </a:cubicBezTo>
                  <a:cubicBezTo>
                    <a:pt x="187" y="224"/>
                    <a:pt x="187" y="224"/>
                    <a:pt x="187" y="224"/>
                  </a:cubicBezTo>
                  <a:close/>
                  <a:moveTo>
                    <a:pt x="224" y="29"/>
                  </a:moveTo>
                  <a:cubicBezTo>
                    <a:pt x="224" y="179"/>
                    <a:pt x="224" y="179"/>
                    <a:pt x="224" y="179"/>
                  </a:cubicBezTo>
                  <a:cubicBezTo>
                    <a:pt x="200" y="179"/>
                    <a:pt x="200" y="179"/>
                    <a:pt x="200" y="179"/>
                  </a:cubicBezTo>
                  <a:cubicBezTo>
                    <a:pt x="200" y="188"/>
                    <a:pt x="200" y="188"/>
                    <a:pt x="200" y="188"/>
                  </a:cubicBezTo>
                  <a:cubicBezTo>
                    <a:pt x="224" y="188"/>
                    <a:pt x="224" y="188"/>
                    <a:pt x="224" y="188"/>
                  </a:cubicBezTo>
                  <a:cubicBezTo>
                    <a:pt x="224" y="194"/>
                    <a:pt x="224" y="194"/>
                    <a:pt x="224" y="194"/>
                  </a:cubicBezTo>
                  <a:cubicBezTo>
                    <a:pt x="187" y="194"/>
                    <a:pt x="187" y="194"/>
                    <a:pt x="187" y="194"/>
                  </a:cubicBezTo>
                  <a:cubicBezTo>
                    <a:pt x="187" y="135"/>
                    <a:pt x="187" y="135"/>
                    <a:pt x="187" y="135"/>
                  </a:cubicBezTo>
                  <a:cubicBezTo>
                    <a:pt x="188" y="135"/>
                    <a:pt x="189" y="134"/>
                    <a:pt x="189" y="134"/>
                  </a:cubicBezTo>
                  <a:cubicBezTo>
                    <a:pt x="194" y="133"/>
                    <a:pt x="197" y="131"/>
                    <a:pt x="201" y="128"/>
                  </a:cubicBezTo>
                  <a:cubicBezTo>
                    <a:pt x="204" y="124"/>
                    <a:pt x="206" y="121"/>
                    <a:pt x="207" y="117"/>
                  </a:cubicBezTo>
                  <a:cubicBezTo>
                    <a:pt x="208" y="115"/>
                    <a:pt x="208" y="113"/>
                    <a:pt x="208" y="111"/>
                  </a:cubicBezTo>
                  <a:cubicBezTo>
                    <a:pt x="208" y="109"/>
                    <a:pt x="208" y="107"/>
                    <a:pt x="207" y="104"/>
                  </a:cubicBezTo>
                  <a:cubicBezTo>
                    <a:pt x="207" y="102"/>
                    <a:pt x="205" y="100"/>
                    <a:pt x="203" y="98"/>
                  </a:cubicBezTo>
                  <a:cubicBezTo>
                    <a:pt x="200" y="96"/>
                    <a:pt x="197" y="94"/>
                    <a:pt x="193" y="94"/>
                  </a:cubicBezTo>
                  <a:cubicBezTo>
                    <a:pt x="197" y="91"/>
                    <a:pt x="199" y="88"/>
                    <a:pt x="201" y="85"/>
                  </a:cubicBezTo>
                  <a:cubicBezTo>
                    <a:pt x="202" y="81"/>
                    <a:pt x="202" y="78"/>
                    <a:pt x="201" y="74"/>
                  </a:cubicBezTo>
                  <a:cubicBezTo>
                    <a:pt x="200" y="71"/>
                    <a:pt x="198" y="69"/>
                    <a:pt x="195" y="67"/>
                  </a:cubicBezTo>
                  <a:cubicBezTo>
                    <a:pt x="193" y="66"/>
                    <a:pt x="190" y="66"/>
                    <a:pt x="187" y="66"/>
                  </a:cubicBezTo>
                  <a:cubicBezTo>
                    <a:pt x="187" y="29"/>
                    <a:pt x="187" y="29"/>
                    <a:pt x="187" y="29"/>
                  </a:cubicBezTo>
                  <a:cubicBezTo>
                    <a:pt x="224" y="29"/>
                    <a:pt x="224" y="29"/>
                    <a:pt x="224" y="29"/>
                  </a:cubicBezTo>
                  <a:close/>
                  <a:moveTo>
                    <a:pt x="187" y="128"/>
                  </a:moveTo>
                  <a:cubicBezTo>
                    <a:pt x="187" y="128"/>
                    <a:pt x="188" y="128"/>
                    <a:pt x="188" y="128"/>
                  </a:cubicBezTo>
                  <a:cubicBezTo>
                    <a:pt x="191" y="127"/>
                    <a:pt x="193" y="125"/>
                    <a:pt x="194" y="122"/>
                  </a:cubicBezTo>
                  <a:cubicBezTo>
                    <a:pt x="195" y="118"/>
                    <a:pt x="195" y="115"/>
                    <a:pt x="194" y="111"/>
                  </a:cubicBezTo>
                  <a:cubicBezTo>
                    <a:pt x="193" y="106"/>
                    <a:pt x="191" y="103"/>
                    <a:pt x="187" y="100"/>
                  </a:cubicBezTo>
                  <a:cubicBezTo>
                    <a:pt x="187" y="128"/>
                    <a:pt x="187" y="128"/>
                    <a:pt x="187" y="128"/>
                  </a:cubicBezTo>
                  <a:close/>
                  <a:moveTo>
                    <a:pt x="187" y="91"/>
                  </a:moveTo>
                  <a:cubicBezTo>
                    <a:pt x="189" y="87"/>
                    <a:pt x="190" y="84"/>
                    <a:pt x="190" y="80"/>
                  </a:cubicBezTo>
                  <a:cubicBezTo>
                    <a:pt x="190" y="78"/>
                    <a:pt x="190" y="77"/>
                    <a:pt x="190" y="75"/>
                  </a:cubicBezTo>
                  <a:cubicBezTo>
                    <a:pt x="189" y="74"/>
                    <a:pt x="189" y="72"/>
                    <a:pt x="188" y="71"/>
                  </a:cubicBezTo>
                  <a:cubicBezTo>
                    <a:pt x="187" y="71"/>
                    <a:pt x="187" y="71"/>
                    <a:pt x="187" y="71"/>
                  </a:cubicBezTo>
                  <a:lnTo>
                    <a:pt x="187" y="91"/>
                  </a:lnTo>
                  <a:close/>
                  <a:moveTo>
                    <a:pt x="187" y="0"/>
                  </a:moveTo>
                  <a:cubicBezTo>
                    <a:pt x="147" y="0"/>
                    <a:pt x="147" y="0"/>
                    <a:pt x="147" y="0"/>
                  </a:cubicBezTo>
                  <a:cubicBezTo>
                    <a:pt x="147" y="16"/>
                    <a:pt x="147" y="16"/>
                    <a:pt x="147" y="16"/>
                  </a:cubicBezTo>
                  <a:cubicBezTo>
                    <a:pt x="187" y="16"/>
                    <a:pt x="187" y="16"/>
                    <a:pt x="187" y="16"/>
                  </a:cubicBezTo>
                  <a:cubicBezTo>
                    <a:pt x="187" y="0"/>
                    <a:pt x="187" y="0"/>
                    <a:pt x="187" y="0"/>
                  </a:cubicBezTo>
                  <a:close/>
                  <a:moveTo>
                    <a:pt x="147" y="224"/>
                  </a:moveTo>
                  <a:cubicBezTo>
                    <a:pt x="187" y="224"/>
                    <a:pt x="187" y="224"/>
                    <a:pt x="187" y="224"/>
                  </a:cubicBezTo>
                  <a:cubicBezTo>
                    <a:pt x="187" y="208"/>
                    <a:pt x="187" y="208"/>
                    <a:pt x="187" y="208"/>
                  </a:cubicBezTo>
                  <a:cubicBezTo>
                    <a:pt x="147" y="208"/>
                    <a:pt x="147" y="208"/>
                    <a:pt x="147" y="208"/>
                  </a:cubicBezTo>
                  <a:cubicBezTo>
                    <a:pt x="147" y="224"/>
                    <a:pt x="147" y="224"/>
                    <a:pt x="147" y="224"/>
                  </a:cubicBezTo>
                  <a:close/>
                  <a:moveTo>
                    <a:pt x="187" y="29"/>
                  </a:moveTo>
                  <a:cubicBezTo>
                    <a:pt x="187" y="66"/>
                    <a:pt x="187" y="66"/>
                    <a:pt x="187" y="66"/>
                  </a:cubicBezTo>
                  <a:cubicBezTo>
                    <a:pt x="185" y="66"/>
                    <a:pt x="184" y="66"/>
                    <a:pt x="182" y="67"/>
                  </a:cubicBezTo>
                  <a:cubicBezTo>
                    <a:pt x="176" y="68"/>
                    <a:pt x="172" y="71"/>
                    <a:pt x="169" y="75"/>
                  </a:cubicBezTo>
                  <a:cubicBezTo>
                    <a:pt x="167" y="80"/>
                    <a:pt x="166" y="84"/>
                    <a:pt x="167" y="88"/>
                  </a:cubicBezTo>
                  <a:cubicBezTo>
                    <a:pt x="168" y="93"/>
                    <a:pt x="172" y="97"/>
                    <a:pt x="177" y="98"/>
                  </a:cubicBezTo>
                  <a:cubicBezTo>
                    <a:pt x="173" y="101"/>
                    <a:pt x="169" y="105"/>
                    <a:pt x="168" y="109"/>
                  </a:cubicBezTo>
                  <a:cubicBezTo>
                    <a:pt x="166" y="113"/>
                    <a:pt x="165" y="117"/>
                    <a:pt x="167" y="122"/>
                  </a:cubicBezTo>
                  <a:cubicBezTo>
                    <a:pt x="168" y="126"/>
                    <a:pt x="170" y="130"/>
                    <a:pt x="175" y="133"/>
                  </a:cubicBezTo>
                  <a:cubicBezTo>
                    <a:pt x="178" y="135"/>
                    <a:pt x="182" y="135"/>
                    <a:pt x="187" y="135"/>
                  </a:cubicBezTo>
                  <a:cubicBezTo>
                    <a:pt x="187" y="194"/>
                    <a:pt x="187" y="194"/>
                    <a:pt x="187" y="194"/>
                  </a:cubicBezTo>
                  <a:cubicBezTo>
                    <a:pt x="147" y="194"/>
                    <a:pt x="147" y="194"/>
                    <a:pt x="147" y="194"/>
                  </a:cubicBezTo>
                  <a:cubicBezTo>
                    <a:pt x="147" y="137"/>
                    <a:pt x="147" y="137"/>
                    <a:pt x="147" y="137"/>
                  </a:cubicBezTo>
                  <a:cubicBezTo>
                    <a:pt x="148" y="137"/>
                    <a:pt x="148" y="137"/>
                    <a:pt x="148" y="137"/>
                  </a:cubicBezTo>
                  <a:cubicBezTo>
                    <a:pt x="148" y="125"/>
                    <a:pt x="148" y="125"/>
                    <a:pt x="148" y="125"/>
                  </a:cubicBezTo>
                  <a:cubicBezTo>
                    <a:pt x="159" y="123"/>
                    <a:pt x="159" y="123"/>
                    <a:pt x="159" y="123"/>
                  </a:cubicBezTo>
                  <a:cubicBezTo>
                    <a:pt x="158" y="112"/>
                    <a:pt x="158" y="112"/>
                    <a:pt x="158" y="112"/>
                  </a:cubicBezTo>
                  <a:cubicBezTo>
                    <a:pt x="147" y="115"/>
                    <a:pt x="147" y="115"/>
                    <a:pt x="147" y="115"/>
                  </a:cubicBezTo>
                  <a:cubicBezTo>
                    <a:pt x="147" y="106"/>
                    <a:pt x="147" y="106"/>
                    <a:pt x="147" y="106"/>
                  </a:cubicBezTo>
                  <a:cubicBezTo>
                    <a:pt x="147" y="29"/>
                    <a:pt x="147" y="29"/>
                    <a:pt x="147" y="29"/>
                  </a:cubicBezTo>
                  <a:cubicBezTo>
                    <a:pt x="187" y="29"/>
                    <a:pt x="187" y="29"/>
                    <a:pt x="187" y="29"/>
                  </a:cubicBezTo>
                  <a:close/>
                  <a:moveTo>
                    <a:pt x="187" y="71"/>
                  </a:moveTo>
                  <a:cubicBezTo>
                    <a:pt x="186" y="70"/>
                    <a:pt x="185" y="70"/>
                    <a:pt x="184" y="70"/>
                  </a:cubicBezTo>
                  <a:cubicBezTo>
                    <a:pt x="181" y="71"/>
                    <a:pt x="179" y="73"/>
                    <a:pt x="178" y="76"/>
                  </a:cubicBezTo>
                  <a:cubicBezTo>
                    <a:pt x="177" y="78"/>
                    <a:pt x="177" y="81"/>
                    <a:pt x="178" y="83"/>
                  </a:cubicBezTo>
                  <a:cubicBezTo>
                    <a:pt x="179" y="88"/>
                    <a:pt x="181" y="91"/>
                    <a:pt x="185" y="93"/>
                  </a:cubicBezTo>
                  <a:cubicBezTo>
                    <a:pt x="186" y="92"/>
                    <a:pt x="187" y="91"/>
                    <a:pt x="187" y="91"/>
                  </a:cubicBezTo>
                  <a:cubicBezTo>
                    <a:pt x="187" y="71"/>
                    <a:pt x="187" y="71"/>
                    <a:pt x="187" y="71"/>
                  </a:cubicBezTo>
                  <a:close/>
                  <a:moveTo>
                    <a:pt x="187" y="100"/>
                  </a:moveTo>
                  <a:cubicBezTo>
                    <a:pt x="187" y="100"/>
                    <a:pt x="186" y="100"/>
                    <a:pt x="186" y="99"/>
                  </a:cubicBezTo>
                  <a:cubicBezTo>
                    <a:pt x="181" y="104"/>
                    <a:pt x="179" y="110"/>
                    <a:pt x="179" y="116"/>
                  </a:cubicBezTo>
                  <a:cubicBezTo>
                    <a:pt x="179" y="118"/>
                    <a:pt x="179" y="120"/>
                    <a:pt x="180" y="121"/>
                  </a:cubicBezTo>
                  <a:cubicBezTo>
                    <a:pt x="180" y="124"/>
                    <a:pt x="182" y="126"/>
                    <a:pt x="183" y="127"/>
                  </a:cubicBezTo>
                  <a:cubicBezTo>
                    <a:pt x="184" y="128"/>
                    <a:pt x="186" y="128"/>
                    <a:pt x="187" y="128"/>
                  </a:cubicBezTo>
                  <a:lnTo>
                    <a:pt x="187" y="100"/>
                  </a:lnTo>
                  <a:close/>
                  <a:moveTo>
                    <a:pt x="147" y="0"/>
                  </a:moveTo>
                  <a:cubicBezTo>
                    <a:pt x="99" y="0"/>
                    <a:pt x="99" y="0"/>
                    <a:pt x="99" y="0"/>
                  </a:cubicBezTo>
                  <a:cubicBezTo>
                    <a:pt x="99" y="16"/>
                    <a:pt x="99" y="16"/>
                    <a:pt x="99" y="16"/>
                  </a:cubicBezTo>
                  <a:cubicBezTo>
                    <a:pt x="147" y="16"/>
                    <a:pt x="147" y="16"/>
                    <a:pt x="147" y="16"/>
                  </a:cubicBezTo>
                  <a:cubicBezTo>
                    <a:pt x="147" y="0"/>
                    <a:pt x="147" y="0"/>
                    <a:pt x="147" y="0"/>
                  </a:cubicBezTo>
                  <a:close/>
                  <a:moveTo>
                    <a:pt x="99" y="224"/>
                  </a:moveTo>
                  <a:cubicBezTo>
                    <a:pt x="147" y="224"/>
                    <a:pt x="147" y="224"/>
                    <a:pt x="147" y="224"/>
                  </a:cubicBezTo>
                  <a:cubicBezTo>
                    <a:pt x="147" y="208"/>
                    <a:pt x="147" y="208"/>
                    <a:pt x="147" y="208"/>
                  </a:cubicBezTo>
                  <a:cubicBezTo>
                    <a:pt x="99" y="208"/>
                    <a:pt x="99" y="208"/>
                    <a:pt x="99" y="208"/>
                  </a:cubicBezTo>
                  <a:cubicBezTo>
                    <a:pt x="99" y="224"/>
                    <a:pt x="99" y="224"/>
                    <a:pt x="99" y="224"/>
                  </a:cubicBezTo>
                  <a:close/>
                  <a:moveTo>
                    <a:pt x="147" y="29"/>
                  </a:moveTo>
                  <a:cubicBezTo>
                    <a:pt x="147" y="106"/>
                    <a:pt x="147" y="106"/>
                    <a:pt x="147" y="106"/>
                  </a:cubicBezTo>
                  <a:cubicBezTo>
                    <a:pt x="147" y="104"/>
                    <a:pt x="147" y="104"/>
                    <a:pt x="147" y="104"/>
                  </a:cubicBezTo>
                  <a:cubicBezTo>
                    <a:pt x="137" y="107"/>
                    <a:pt x="137" y="107"/>
                    <a:pt x="137" y="107"/>
                  </a:cubicBezTo>
                  <a:cubicBezTo>
                    <a:pt x="138" y="118"/>
                    <a:pt x="138" y="118"/>
                    <a:pt x="138" y="118"/>
                  </a:cubicBezTo>
                  <a:cubicBezTo>
                    <a:pt x="127" y="121"/>
                    <a:pt x="127" y="121"/>
                    <a:pt x="127" y="121"/>
                  </a:cubicBezTo>
                  <a:cubicBezTo>
                    <a:pt x="127" y="131"/>
                    <a:pt x="127" y="131"/>
                    <a:pt x="127" y="131"/>
                  </a:cubicBezTo>
                  <a:cubicBezTo>
                    <a:pt x="138" y="128"/>
                    <a:pt x="138" y="128"/>
                    <a:pt x="138" y="128"/>
                  </a:cubicBezTo>
                  <a:cubicBezTo>
                    <a:pt x="138" y="139"/>
                    <a:pt x="138" y="139"/>
                    <a:pt x="138" y="139"/>
                  </a:cubicBezTo>
                  <a:cubicBezTo>
                    <a:pt x="147" y="137"/>
                    <a:pt x="147" y="137"/>
                    <a:pt x="147" y="137"/>
                  </a:cubicBezTo>
                  <a:cubicBezTo>
                    <a:pt x="147" y="194"/>
                    <a:pt x="147" y="194"/>
                    <a:pt x="147" y="194"/>
                  </a:cubicBezTo>
                  <a:cubicBezTo>
                    <a:pt x="99" y="194"/>
                    <a:pt x="99" y="194"/>
                    <a:pt x="99" y="194"/>
                  </a:cubicBezTo>
                  <a:cubicBezTo>
                    <a:pt x="99" y="157"/>
                    <a:pt x="99" y="157"/>
                    <a:pt x="99" y="157"/>
                  </a:cubicBezTo>
                  <a:cubicBezTo>
                    <a:pt x="100" y="157"/>
                    <a:pt x="101" y="157"/>
                    <a:pt x="102" y="156"/>
                  </a:cubicBezTo>
                  <a:cubicBezTo>
                    <a:pt x="109" y="155"/>
                    <a:pt x="113" y="151"/>
                    <a:pt x="117" y="145"/>
                  </a:cubicBezTo>
                  <a:cubicBezTo>
                    <a:pt x="120" y="139"/>
                    <a:pt x="121" y="132"/>
                    <a:pt x="119" y="124"/>
                  </a:cubicBezTo>
                  <a:cubicBezTo>
                    <a:pt x="118" y="120"/>
                    <a:pt x="116" y="117"/>
                    <a:pt x="114" y="115"/>
                  </a:cubicBezTo>
                  <a:cubicBezTo>
                    <a:pt x="112" y="114"/>
                    <a:pt x="111" y="113"/>
                    <a:pt x="109" y="113"/>
                  </a:cubicBezTo>
                  <a:cubicBezTo>
                    <a:pt x="108" y="112"/>
                    <a:pt x="105" y="113"/>
                    <a:pt x="103" y="113"/>
                  </a:cubicBezTo>
                  <a:cubicBezTo>
                    <a:pt x="101" y="114"/>
                    <a:pt x="100" y="114"/>
                    <a:pt x="99" y="115"/>
                  </a:cubicBezTo>
                  <a:cubicBezTo>
                    <a:pt x="99" y="93"/>
                    <a:pt x="99" y="93"/>
                    <a:pt x="99" y="93"/>
                  </a:cubicBezTo>
                  <a:cubicBezTo>
                    <a:pt x="100" y="93"/>
                    <a:pt x="100" y="93"/>
                    <a:pt x="100" y="93"/>
                  </a:cubicBezTo>
                  <a:cubicBezTo>
                    <a:pt x="102" y="93"/>
                    <a:pt x="103" y="93"/>
                    <a:pt x="104" y="94"/>
                  </a:cubicBezTo>
                  <a:cubicBezTo>
                    <a:pt x="105" y="94"/>
                    <a:pt x="106" y="95"/>
                    <a:pt x="106" y="97"/>
                  </a:cubicBezTo>
                  <a:cubicBezTo>
                    <a:pt x="106" y="98"/>
                    <a:pt x="106" y="99"/>
                    <a:pt x="105" y="100"/>
                  </a:cubicBezTo>
                  <a:cubicBezTo>
                    <a:pt x="108" y="99"/>
                    <a:pt x="110" y="98"/>
                    <a:pt x="111" y="97"/>
                  </a:cubicBezTo>
                  <a:cubicBezTo>
                    <a:pt x="112" y="95"/>
                    <a:pt x="112" y="93"/>
                    <a:pt x="111" y="92"/>
                  </a:cubicBezTo>
                  <a:cubicBezTo>
                    <a:pt x="111" y="90"/>
                    <a:pt x="110" y="89"/>
                    <a:pt x="107" y="88"/>
                  </a:cubicBezTo>
                  <a:cubicBezTo>
                    <a:pt x="105" y="87"/>
                    <a:pt x="103" y="87"/>
                    <a:pt x="100" y="88"/>
                  </a:cubicBezTo>
                  <a:cubicBezTo>
                    <a:pt x="99" y="88"/>
                    <a:pt x="99" y="88"/>
                    <a:pt x="99" y="88"/>
                  </a:cubicBezTo>
                  <a:cubicBezTo>
                    <a:pt x="99" y="29"/>
                    <a:pt x="99" y="29"/>
                    <a:pt x="99" y="29"/>
                  </a:cubicBezTo>
                  <a:cubicBezTo>
                    <a:pt x="147" y="29"/>
                    <a:pt x="147" y="29"/>
                    <a:pt x="147" y="29"/>
                  </a:cubicBezTo>
                  <a:close/>
                  <a:moveTo>
                    <a:pt x="99" y="150"/>
                  </a:moveTo>
                  <a:cubicBezTo>
                    <a:pt x="100" y="150"/>
                    <a:pt x="101" y="150"/>
                    <a:pt x="101" y="150"/>
                  </a:cubicBezTo>
                  <a:cubicBezTo>
                    <a:pt x="105" y="149"/>
                    <a:pt x="107" y="146"/>
                    <a:pt x="109" y="142"/>
                  </a:cubicBezTo>
                  <a:cubicBezTo>
                    <a:pt x="110" y="137"/>
                    <a:pt x="111" y="133"/>
                    <a:pt x="110" y="129"/>
                  </a:cubicBezTo>
                  <a:cubicBezTo>
                    <a:pt x="108" y="123"/>
                    <a:pt x="106" y="120"/>
                    <a:pt x="103" y="121"/>
                  </a:cubicBezTo>
                  <a:cubicBezTo>
                    <a:pt x="101" y="121"/>
                    <a:pt x="100" y="122"/>
                    <a:pt x="99" y="123"/>
                  </a:cubicBezTo>
                  <a:lnTo>
                    <a:pt x="99" y="150"/>
                  </a:lnTo>
                  <a:close/>
                  <a:moveTo>
                    <a:pt x="99" y="0"/>
                  </a:moveTo>
                  <a:cubicBezTo>
                    <a:pt x="23" y="0"/>
                    <a:pt x="23" y="0"/>
                    <a:pt x="23" y="0"/>
                  </a:cubicBezTo>
                  <a:cubicBezTo>
                    <a:pt x="10" y="0"/>
                    <a:pt x="0" y="10"/>
                    <a:pt x="0" y="23"/>
                  </a:cubicBezTo>
                  <a:cubicBezTo>
                    <a:pt x="0" y="200"/>
                    <a:pt x="0" y="200"/>
                    <a:pt x="0" y="200"/>
                  </a:cubicBezTo>
                  <a:cubicBezTo>
                    <a:pt x="0" y="213"/>
                    <a:pt x="10" y="224"/>
                    <a:pt x="23" y="224"/>
                  </a:cubicBezTo>
                  <a:cubicBezTo>
                    <a:pt x="99" y="224"/>
                    <a:pt x="99" y="224"/>
                    <a:pt x="99" y="224"/>
                  </a:cubicBezTo>
                  <a:cubicBezTo>
                    <a:pt x="99" y="208"/>
                    <a:pt x="99" y="208"/>
                    <a:pt x="99" y="208"/>
                  </a:cubicBezTo>
                  <a:cubicBezTo>
                    <a:pt x="37" y="208"/>
                    <a:pt x="37" y="208"/>
                    <a:pt x="37" y="208"/>
                  </a:cubicBezTo>
                  <a:cubicBezTo>
                    <a:pt x="37" y="208"/>
                    <a:pt x="37" y="208"/>
                    <a:pt x="37" y="208"/>
                  </a:cubicBezTo>
                  <a:cubicBezTo>
                    <a:pt x="26" y="208"/>
                    <a:pt x="17" y="199"/>
                    <a:pt x="17" y="189"/>
                  </a:cubicBezTo>
                  <a:cubicBezTo>
                    <a:pt x="17" y="35"/>
                    <a:pt x="17" y="35"/>
                    <a:pt x="17" y="35"/>
                  </a:cubicBezTo>
                  <a:cubicBezTo>
                    <a:pt x="17" y="24"/>
                    <a:pt x="26" y="16"/>
                    <a:pt x="37" y="16"/>
                  </a:cubicBezTo>
                  <a:cubicBezTo>
                    <a:pt x="99" y="16"/>
                    <a:pt x="99" y="16"/>
                    <a:pt x="99" y="16"/>
                  </a:cubicBezTo>
                  <a:cubicBezTo>
                    <a:pt x="99" y="0"/>
                    <a:pt x="99" y="0"/>
                    <a:pt x="99" y="0"/>
                  </a:cubicBezTo>
                  <a:close/>
                  <a:moveTo>
                    <a:pt x="99" y="29"/>
                  </a:moveTo>
                  <a:cubicBezTo>
                    <a:pt x="99" y="88"/>
                    <a:pt x="99" y="88"/>
                    <a:pt x="99" y="88"/>
                  </a:cubicBezTo>
                  <a:cubicBezTo>
                    <a:pt x="93" y="89"/>
                    <a:pt x="89" y="93"/>
                    <a:pt x="85" y="97"/>
                  </a:cubicBezTo>
                  <a:cubicBezTo>
                    <a:pt x="82" y="102"/>
                    <a:pt x="80" y="109"/>
                    <a:pt x="79" y="116"/>
                  </a:cubicBezTo>
                  <a:cubicBezTo>
                    <a:pt x="78" y="120"/>
                    <a:pt x="78" y="124"/>
                    <a:pt x="79" y="129"/>
                  </a:cubicBezTo>
                  <a:cubicBezTo>
                    <a:pt x="79" y="134"/>
                    <a:pt x="80" y="138"/>
                    <a:pt x="81" y="142"/>
                  </a:cubicBezTo>
                  <a:cubicBezTo>
                    <a:pt x="81" y="144"/>
                    <a:pt x="81" y="144"/>
                    <a:pt x="81" y="144"/>
                  </a:cubicBezTo>
                  <a:cubicBezTo>
                    <a:pt x="82" y="146"/>
                    <a:pt x="82" y="148"/>
                    <a:pt x="83" y="150"/>
                  </a:cubicBezTo>
                  <a:cubicBezTo>
                    <a:pt x="86" y="156"/>
                    <a:pt x="92" y="158"/>
                    <a:pt x="99" y="157"/>
                  </a:cubicBezTo>
                  <a:cubicBezTo>
                    <a:pt x="99" y="194"/>
                    <a:pt x="99" y="194"/>
                    <a:pt x="99" y="194"/>
                  </a:cubicBezTo>
                  <a:cubicBezTo>
                    <a:pt x="46" y="194"/>
                    <a:pt x="46" y="194"/>
                    <a:pt x="46" y="194"/>
                  </a:cubicBezTo>
                  <a:cubicBezTo>
                    <a:pt x="37" y="194"/>
                    <a:pt x="30" y="187"/>
                    <a:pt x="30" y="179"/>
                  </a:cubicBezTo>
                  <a:cubicBezTo>
                    <a:pt x="30" y="45"/>
                    <a:pt x="30" y="45"/>
                    <a:pt x="30" y="45"/>
                  </a:cubicBezTo>
                  <a:cubicBezTo>
                    <a:pt x="30" y="36"/>
                    <a:pt x="37" y="29"/>
                    <a:pt x="46" y="29"/>
                  </a:cubicBezTo>
                  <a:cubicBezTo>
                    <a:pt x="99" y="29"/>
                    <a:pt x="99" y="29"/>
                    <a:pt x="99" y="29"/>
                  </a:cubicBezTo>
                  <a:close/>
                  <a:moveTo>
                    <a:pt x="99" y="93"/>
                  </a:moveTo>
                  <a:cubicBezTo>
                    <a:pt x="99" y="115"/>
                    <a:pt x="99" y="115"/>
                    <a:pt x="99" y="115"/>
                  </a:cubicBezTo>
                  <a:cubicBezTo>
                    <a:pt x="98" y="115"/>
                    <a:pt x="97" y="116"/>
                    <a:pt x="96" y="118"/>
                  </a:cubicBezTo>
                  <a:cubicBezTo>
                    <a:pt x="94" y="120"/>
                    <a:pt x="93" y="122"/>
                    <a:pt x="94" y="125"/>
                  </a:cubicBezTo>
                  <a:cubicBezTo>
                    <a:pt x="94" y="127"/>
                    <a:pt x="95" y="128"/>
                    <a:pt x="97" y="129"/>
                  </a:cubicBezTo>
                  <a:cubicBezTo>
                    <a:pt x="97" y="127"/>
                    <a:pt x="98" y="125"/>
                    <a:pt x="99" y="123"/>
                  </a:cubicBezTo>
                  <a:cubicBezTo>
                    <a:pt x="99" y="150"/>
                    <a:pt x="99" y="150"/>
                    <a:pt x="99" y="150"/>
                  </a:cubicBezTo>
                  <a:cubicBezTo>
                    <a:pt x="98" y="150"/>
                    <a:pt x="97" y="149"/>
                    <a:pt x="96" y="149"/>
                  </a:cubicBezTo>
                  <a:cubicBezTo>
                    <a:pt x="95" y="148"/>
                    <a:pt x="94" y="146"/>
                    <a:pt x="93" y="142"/>
                  </a:cubicBezTo>
                  <a:cubicBezTo>
                    <a:pt x="92" y="140"/>
                    <a:pt x="92" y="137"/>
                    <a:pt x="91" y="133"/>
                  </a:cubicBezTo>
                  <a:cubicBezTo>
                    <a:pt x="91" y="128"/>
                    <a:pt x="90" y="124"/>
                    <a:pt x="90" y="119"/>
                  </a:cubicBezTo>
                  <a:cubicBezTo>
                    <a:pt x="90" y="111"/>
                    <a:pt x="91" y="104"/>
                    <a:pt x="93" y="100"/>
                  </a:cubicBezTo>
                  <a:cubicBezTo>
                    <a:pt x="95" y="97"/>
                    <a:pt x="97" y="94"/>
                    <a:pt x="99" y="93"/>
                  </a:cubicBezTo>
                  <a:close/>
                </a:path>
              </a:pathLst>
            </a:custGeom>
            <a:solidFill>
              <a:srgbClr val="37B0E8"/>
            </a:solidFill>
            <a:ln>
              <a:noFill/>
            </a:ln>
          </p:spPr>
          <p:txBody>
            <a:bodyPr vert="horz" wrap="square" lIns="91440" tIns="45720" rIns="91440" bIns="45720" numCol="1" anchor="t" anchorCtr="0" compatLnSpc="1"/>
            <a:lstStyle/>
            <a:p>
              <a:endParaRPr lang="id-ID"/>
            </a:p>
          </p:txBody>
        </p:sp>
        <p:sp>
          <p:nvSpPr>
            <p:cNvPr id="190" name="Freeform 77"/>
            <p:cNvSpPr/>
            <p:nvPr/>
          </p:nvSpPr>
          <p:spPr bwMode="auto">
            <a:xfrm>
              <a:off x="4217399" y="2063358"/>
              <a:ext cx="150923" cy="141980"/>
            </a:xfrm>
            <a:custGeom>
              <a:avLst/>
              <a:gdLst/>
              <a:ahLst/>
              <a:cxnLst/>
              <a:rect l="l" t="t" r="r" b="b"/>
              <a:pathLst>
                <a:path w="214313" h="201613">
                  <a:moveTo>
                    <a:pt x="123532" y="0"/>
                  </a:moveTo>
                  <a:cubicBezTo>
                    <a:pt x="153988" y="6443"/>
                    <a:pt x="153988" y="6443"/>
                    <a:pt x="153988" y="6443"/>
                  </a:cubicBezTo>
                  <a:cubicBezTo>
                    <a:pt x="131738" y="18272"/>
                    <a:pt x="116220" y="31430"/>
                    <a:pt x="114012" y="54113"/>
                  </a:cubicBezTo>
                  <a:cubicBezTo>
                    <a:pt x="123594" y="45673"/>
                    <a:pt x="136504" y="41275"/>
                    <a:pt x="150894" y="41275"/>
                  </a:cubicBezTo>
                  <a:cubicBezTo>
                    <a:pt x="185884" y="41275"/>
                    <a:pt x="214313" y="69443"/>
                    <a:pt x="214313" y="104110"/>
                  </a:cubicBezTo>
                  <a:cubicBezTo>
                    <a:pt x="214313" y="138778"/>
                    <a:pt x="192445" y="201613"/>
                    <a:pt x="111530" y="201613"/>
                  </a:cubicBezTo>
                  <a:cubicBezTo>
                    <a:pt x="32803" y="201613"/>
                    <a:pt x="0" y="143111"/>
                    <a:pt x="0" y="104110"/>
                  </a:cubicBezTo>
                  <a:cubicBezTo>
                    <a:pt x="0" y="69443"/>
                    <a:pt x="28429" y="41275"/>
                    <a:pt x="65606" y="41275"/>
                  </a:cubicBezTo>
                  <a:cubicBezTo>
                    <a:pt x="79337" y="41275"/>
                    <a:pt x="93069" y="46505"/>
                    <a:pt x="103174" y="55959"/>
                  </a:cubicBezTo>
                  <a:cubicBezTo>
                    <a:pt x="99547" y="35519"/>
                    <a:pt x="108208" y="15128"/>
                    <a:pt x="123532" y="0"/>
                  </a:cubicBez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191" name="Freeform 79"/>
            <p:cNvSpPr>
              <a:spLocks noEditPoints="1"/>
            </p:cNvSpPr>
            <p:nvPr/>
          </p:nvSpPr>
          <p:spPr bwMode="auto">
            <a:xfrm>
              <a:off x="4049707" y="3004669"/>
              <a:ext cx="158748" cy="220236"/>
            </a:xfrm>
            <a:custGeom>
              <a:avLst/>
              <a:gdLst>
                <a:gd name="T0" fmla="*/ 87 w 103"/>
                <a:gd name="T1" fmla="*/ 88 h 143"/>
                <a:gd name="T2" fmla="*/ 103 w 103"/>
                <a:gd name="T3" fmla="*/ 112 h 143"/>
                <a:gd name="T4" fmla="*/ 102 w 103"/>
                <a:gd name="T5" fmla="*/ 143 h 143"/>
                <a:gd name="T6" fmla="*/ 87 w 103"/>
                <a:gd name="T7" fmla="*/ 137 h 143"/>
                <a:gd name="T8" fmla="*/ 87 w 103"/>
                <a:gd name="T9" fmla="*/ 134 h 143"/>
                <a:gd name="T10" fmla="*/ 91 w 103"/>
                <a:gd name="T11" fmla="*/ 136 h 143"/>
                <a:gd name="T12" fmla="*/ 100 w 103"/>
                <a:gd name="T13" fmla="*/ 130 h 143"/>
                <a:gd name="T14" fmla="*/ 100 w 103"/>
                <a:gd name="T15" fmla="*/ 113 h 143"/>
                <a:gd name="T16" fmla="*/ 100 w 103"/>
                <a:gd name="T17" fmla="*/ 113 h 143"/>
                <a:gd name="T18" fmla="*/ 99 w 103"/>
                <a:gd name="T19" fmla="*/ 111 h 143"/>
                <a:gd name="T20" fmla="*/ 92 w 103"/>
                <a:gd name="T21" fmla="*/ 110 h 143"/>
                <a:gd name="T22" fmla="*/ 90 w 103"/>
                <a:gd name="T23" fmla="*/ 116 h 143"/>
                <a:gd name="T24" fmla="*/ 87 w 103"/>
                <a:gd name="T25" fmla="*/ 115 h 143"/>
                <a:gd name="T26" fmla="*/ 87 w 103"/>
                <a:gd name="T27" fmla="*/ 88 h 143"/>
                <a:gd name="T28" fmla="*/ 73 w 103"/>
                <a:gd name="T29" fmla="*/ 132 h 143"/>
                <a:gd name="T30" fmla="*/ 32 w 103"/>
                <a:gd name="T31" fmla="*/ 70 h 143"/>
                <a:gd name="T32" fmla="*/ 28 w 103"/>
                <a:gd name="T33" fmla="*/ 68 h 143"/>
                <a:gd name="T34" fmla="*/ 28 w 103"/>
                <a:gd name="T35" fmla="*/ 67 h 143"/>
                <a:gd name="T36" fmla="*/ 28 w 103"/>
                <a:gd name="T37" fmla="*/ 63 h 143"/>
                <a:gd name="T38" fmla="*/ 29 w 103"/>
                <a:gd name="T39" fmla="*/ 65 h 143"/>
                <a:gd name="T40" fmla="*/ 34 w 103"/>
                <a:gd name="T41" fmla="*/ 66 h 143"/>
                <a:gd name="T42" fmla="*/ 41 w 103"/>
                <a:gd name="T43" fmla="*/ 61 h 143"/>
                <a:gd name="T44" fmla="*/ 41 w 103"/>
                <a:gd name="T45" fmla="*/ 61 h 143"/>
                <a:gd name="T46" fmla="*/ 37 w 103"/>
                <a:gd name="T47" fmla="*/ 59 h 143"/>
                <a:gd name="T48" fmla="*/ 28 w 103"/>
                <a:gd name="T49" fmla="*/ 45 h 143"/>
                <a:gd name="T50" fmla="*/ 28 w 103"/>
                <a:gd name="T51" fmla="*/ 26 h 143"/>
                <a:gd name="T52" fmla="*/ 39 w 103"/>
                <a:gd name="T53" fmla="*/ 19 h 143"/>
                <a:gd name="T54" fmla="*/ 44 w 103"/>
                <a:gd name="T55" fmla="*/ 21 h 143"/>
                <a:gd name="T56" fmla="*/ 61 w 103"/>
                <a:gd name="T57" fmla="*/ 46 h 143"/>
                <a:gd name="T58" fmla="*/ 61 w 103"/>
                <a:gd name="T59" fmla="*/ 50 h 143"/>
                <a:gd name="T60" fmla="*/ 87 w 103"/>
                <a:gd name="T61" fmla="*/ 88 h 143"/>
                <a:gd name="T62" fmla="*/ 87 w 103"/>
                <a:gd name="T63" fmla="*/ 115 h 143"/>
                <a:gd name="T64" fmla="*/ 84 w 103"/>
                <a:gd name="T65" fmla="*/ 116 h 143"/>
                <a:gd name="T66" fmla="*/ 82 w 103"/>
                <a:gd name="T67" fmla="*/ 122 h 143"/>
                <a:gd name="T68" fmla="*/ 75 w 103"/>
                <a:gd name="T69" fmla="*/ 121 h 143"/>
                <a:gd name="T70" fmla="*/ 74 w 103"/>
                <a:gd name="T71" fmla="*/ 128 h 143"/>
                <a:gd name="T72" fmla="*/ 75 w 103"/>
                <a:gd name="T73" fmla="*/ 130 h 143"/>
                <a:gd name="T74" fmla="*/ 87 w 103"/>
                <a:gd name="T75" fmla="*/ 134 h 143"/>
                <a:gd name="T76" fmla="*/ 87 w 103"/>
                <a:gd name="T77" fmla="*/ 137 h 143"/>
                <a:gd name="T78" fmla="*/ 73 w 103"/>
                <a:gd name="T79" fmla="*/ 132 h 143"/>
                <a:gd name="T80" fmla="*/ 28 w 103"/>
                <a:gd name="T81" fmla="*/ 4 h 143"/>
                <a:gd name="T82" fmla="*/ 28 w 103"/>
                <a:gd name="T83" fmla="*/ 24 h 143"/>
                <a:gd name="T84" fmla="*/ 36 w 103"/>
                <a:gd name="T85" fmla="*/ 15 h 143"/>
                <a:gd name="T86" fmla="*/ 32 w 103"/>
                <a:gd name="T87" fmla="*/ 8 h 143"/>
                <a:gd name="T88" fmla="*/ 28 w 103"/>
                <a:gd name="T89" fmla="*/ 4 h 143"/>
                <a:gd name="T90" fmla="*/ 28 w 103"/>
                <a:gd name="T91" fmla="*/ 67 h 143"/>
                <a:gd name="T92" fmla="*/ 11 w 103"/>
                <a:gd name="T93" fmla="*/ 43 h 143"/>
                <a:gd name="T94" fmla="*/ 11 w 103"/>
                <a:gd name="T95" fmla="*/ 37 h 143"/>
                <a:gd name="T96" fmla="*/ 5 w 103"/>
                <a:gd name="T97" fmla="*/ 27 h 143"/>
                <a:gd name="T98" fmla="*/ 9 w 103"/>
                <a:gd name="T99" fmla="*/ 4 h 143"/>
                <a:gd name="T100" fmla="*/ 28 w 103"/>
                <a:gd name="T101" fmla="*/ 4 h 143"/>
                <a:gd name="T102" fmla="*/ 28 w 103"/>
                <a:gd name="T103" fmla="*/ 24 h 143"/>
                <a:gd name="T104" fmla="*/ 21 w 103"/>
                <a:gd name="T105" fmla="*/ 31 h 143"/>
                <a:gd name="T106" fmla="*/ 28 w 103"/>
                <a:gd name="T107" fmla="*/ 26 h 143"/>
                <a:gd name="T108" fmla="*/ 28 w 103"/>
                <a:gd name="T109" fmla="*/ 45 h 143"/>
                <a:gd name="T110" fmla="*/ 22 w 103"/>
                <a:gd name="T111" fmla="*/ 37 h 143"/>
                <a:gd name="T112" fmla="*/ 22 w 103"/>
                <a:gd name="T113" fmla="*/ 33 h 143"/>
                <a:gd name="T114" fmla="*/ 15 w 103"/>
                <a:gd name="T115" fmla="*/ 37 h 143"/>
                <a:gd name="T116" fmla="*/ 14 w 103"/>
                <a:gd name="T117" fmla="*/ 43 h 143"/>
                <a:gd name="T118" fmla="*/ 28 w 103"/>
                <a:gd name="T119" fmla="*/ 63 h 143"/>
                <a:gd name="T120" fmla="*/ 28 w 103"/>
                <a:gd name="T121" fmla="*/ 67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03" h="143">
                  <a:moveTo>
                    <a:pt x="87" y="88"/>
                  </a:moveTo>
                  <a:cubicBezTo>
                    <a:pt x="103" y="112"/>
                    <a:pt x="103" y="112"/>
                    <a:pt x="103" y="112"/>
                  </a:cubicBezTo>
                  <a:cubicBezTo>
                    <a:pt x="102" y="143"/>
                    <a:pt x="102" y="143"/>
                    <a:pt x="102" y="143"/>
                  </a:cubicBezTo>
                  <a:cubicBezTo>
                    <a:pt x="87" y="137"/>
                    <a:pt x="87" y="137"/>
                    <a:pt x="87" y="137"/>
                  </a:cubicBezTo>
                  <a:cubicBezTo>
                    <a:pt x="87" y="134"/>
                    <a:pt x="87" y="134"/>
                    <a:pt x="87" y="134"/>
                  </a:cubicBezTo>
                  <a:cubicBezTo>
                    <a:pt x="91" y="136"/>
                    <a:pt x="91" y="136"/>
                    <a:pt x="91" y="136"/>
                  </a:cubicBezTo>
                  <a:cubicBezTo>
                    <a:pt x="100" y="130"/>
                    <a:pt x="100" y="130"/>
                    <a:pt x="100" y="130"/>
                  </a:cubicBezTo>
                  <a:cubicBezTo>
                    <a:pt x="100" y="113"/>
                    <a:pt x="100" y="113"/>
                    <a:pt x="100" y="113"/>
                  </a:cubicBezTo>
                  <a:cubicBezTo>
                    <a:pt x="100" y="113"/>
                    <a:pt x="100" y="113"/>
                    <a:pt x="100" y="113"/>
                  </a:cubicBezTo>
                  <a:cubicBezTo>
                    <a:pt x="99" y="111"/>
                    <a:pt x="99" y="111"/>
                    <a:pt x="99" y="111"/>
                  </a:cubicBezTo>
                  <a:cubicBezTo>
                    <a:pt x="98" y="109"/>
                    <a:pt x="95" y="108"/>
                    <a:pt x="92" y="110"/>
                  </a:cubicBezTo>
                  <a:cubicBezTo>
                    <a:pt x="90" y="111"/>
                    <a:pt x="89" y="114"/>
                    <a:pt x="90" y="116"/>
                  </a:cubicBezTo>
                  <a:cubicBezTo>
                    <a:pt x="89" y="115"/>
                    <a:pt x="88" y="115"/>
                    <a:pt x="87" y="115"/>
                  </a:cubicBezTo>
                  <a:lnTo>
                    <a:pt x="87" y="88"/>
                  </a:lnTo>
                  <a:close/>
                  <a:moveTo>
                    <a:pt x="73" y="132"/>
                  </a:moveTo>
                  <a:cubicBezTo>
                    <a:pt x="32" y="70"/>
                    <a:pt x="32" y="70"/>
                    <a:pt x="32" y="70"/>
                  </a:cubicBezTo>
                  <a:cubicBezTo>
                    <a:pt x="30" y="70"/>
                    <a:pt x="29" y="69"/>
                    <a:pt x="28" y="68"/>
                  </a:cubicBezTo>
                  <a:cubicBezTo>
                    <a:pt x="28" y="67"/>
                    <a:pt x="28" y="67"/>
                    <a:pt x="28" y="67"/>
                  </a:cubicBezTo>
                  <a:cubicBezTo>
                    <a:pt x="28" y="63"/>
                    <a:pt x="28" y="63"/>
                    <a:pt x="28" y="63"/>
                  </a:cubicBezTo>
                  <a:cubicBezTo>
                    <a:pt x="29" y="65"/>
                    <a:pt x="29" y="65"/>
                    <a:pt x="29" y="65"/>
                  </a:cubicBezTo>
                  <a:cubicBezTo>
                    <a:pt x="30" y="67"/>
                    <a:pt x="33" y="67"/>
                    <a:pt x="34" y="66"/>
                  </a:cubicBezTo>
                  <a:cubicBezTo>
                    <a:pt x="41" y="61"/>
                    <a:pt x="41" y="61"/>
                    <a:pt x="41" y="61"/>
                  </a:cubicBezTo>
                  <a:cubicBezTo>
                    <a:pt x="41" y="61"/>
                    <a:pt x="41" y="61"/>
                    <a:pt x="41" y="61"/>
                  </a:cubicBezTo>
                  <a:cubicBezTo>
                    <a:pt x="40" y="61"/>
                    <a:pt x="38" y="61"/>
                    <a:pt x="37" y="59"/>
                  </a:cubicBezTo>
                  <a:cubicBezTo>
                    <a:pt x="28" y="45"/>
                    <a:pt x="28" y="45"/>
                    <a:pt x="28" y="45"/>
                  </a:cubicBezTo>
                  <a:cubicBezTo>
                    <a:pt x="28" y="26"/>
                    <a:pt x="28" y="26"/>
                    <a:pt x="28" y="26"/>
                  </a:cubicBezTo>
                  <a:cubicBezTo>
                    <a:pt x="39" y="19"/>
                    <a:pt x="39" y="19"/>
                    <a:pt x="39" y="19"/>
                  </a:cubicBezTo>
                  <a:cubicBezTo>
                    <a:pt x="41" y="18"/>
                    <a:pt x="43" y="19"/>
                    <a:pt x="44" y="21"/>
                  </a:cubicBezTo>
                  <a:cubicBezTo>
                    <a:pt x="61" y="46"/>
                    <a:pt x="61" y="46"/>
                    <a:pt x="61" y="46"/>
                  </a:cubicBezTo>
                  <a:cubicBezTo>
                    <a:pt x="62" y="47"/>
                    <a:pt x="62" y="49"/>
                    <a:pt x="61" y="50"/>
                  </a:cubicBezTo>
                  <a:cubicBezTo>
                    <a:pt x="87" y="88"/>
                    <a:pt x="87" y="88"/>
                    <a:pt x="87" y="88"/>
                  </a:cubicBezTo>
                  <a:cubicBezTo>
                    <a:pt x="87" y="115"/>
                    <a:pt x="87" y="115"/>
                    <a:pt x="87" y="115"/>
                  </a:cubicBezTo>
                  <a:cubicBezTo>
                    <a:pt x="86" y="115"/>
                    <a:pt x="85" y="115"/>
                    <a:pt x="84" y="116"/>
                  </a:cubicBezTo>
                  <a:cubicBezTo>
                    <a:pt x="82" y="117"/>
                    <a:pt x="81" y="120"/>
                    <a:pt x="82" y="122"/>
                  </a:cubicBezTo>
                  <a:cubicBezTo>
                    <a:pt x="80" y="120"/>
                    <a:pt x="77" y="120"/>
                    <a:pt x="75" y="121"/>
                  </a:cubicBezTo>
                  <a:cubicBezTo>
                    <a:pt x="73" y="123"/>
                    <a:pt x="72" y="126"/>
                    <a:pt x="74" y="128"/>
                  </a:cubicBezTo>
                  <a:cubicBezTo>
                    <a:pt x="75" y="130"/>
                    <a:pt x="75" y="130"/>
                    <a:pt x="75" y="130"/>
                  </a:cubicBezTo>
                  <a:cubicBezTo>
                    <a:pt x="87" y="134"/>
                    <a:pt x="87" y="134"/>
                    <a:pt x="87" y="134"/>
                  </a:cubicBezTo>
                  <a:cubicBezTo>
                    <a:pt x="87" y="137"/>
                    <a:pt x="87" y="137"/>
                    <a:pt x="87" y="137"/>
                  </a:cubicBezTo>
                  <a:cubicBezTo>
                    <a:pt x="73" y="132"/>
                    <a:pt x="73" y="132"/>
                    <a:pt x="73" y="132"/>
                  </a:cubicBezTo>
                  <a:close/>
                  <a:moveTo>
                    <a:pt x="28" y="4"/>
                  </a:moveTo>
                  <a:cubicBezTo>
                    <a:pt x="28" y="24"/>
                    <a:pt x="28" y="24"/>
                    <a:pt x="28" y="24"/>
                  </a:cubicBezTo>
                  <a:cubicBezTo>
                    <a:pt x="36" y="15"/>
                    <a:pt x="36" y="15"/>
                    <a:pt x="36" y="15"/>
                  </a:cubicBezTo>
                  <a:cubicBezTo>
                    <a:pt x="32" y="8"/>
                    <a:pt x="32" y="8"/>
                    <a:pt x="32" y="8"/>
                  </a:cubicBezTo>
                  <a:cubicBezTo>
                    <a:pt x="31" y="7"/>
                    <a:pt x="29" y="5"/>
                    <a:pt x="28" y="4"/>
                  </a:cubicBezTo>
                  <a:close/>
                  <a:moveTo>
                    <a:pt x="28" y="67"/>
                  </a:moveTo>
                  <a:cubicBezTo>
                    <a:pt x="11" y="43"/>
                    <a:pt x="11" y="43"/>
                    <a:pt x="11" y="43"/>
                  </a:cubicBezTo>
                  <a:cubicBezTo>
                    <a:pt x="10" y="41"/>
                    <a:pt x="10" y="38"/>
                    <a:pt x="11" y="37"/>
                  </a:cubicBezTo>
                  <a:cubicBezTo>
                    <a:pt x="5" y="27"/>
                    <a:pt x="5" y="27"/>
                    <a:pt x="5" y="27"/>
                  </a:cubicBezTo>
                  <a:cubicBezTo>
                    <a:pt x="0" y="19"/>
                    <a:pt x="2" y="9"/>
                    <a:pt x="9" y="4"/>
                  </a:cubicBezTo>
                  <a:cubicBezTo>
                    <a:pt x="15" y="0"/>
                    <a:pt x="22" y="0"/>
                    <a:pt x="28" y="4"/>
                  </a:cubicBezTo>
                  <a:cubicBezTo>
                    <a:pt x="28" y="24"/>
                    <a:pt x="28" y="24"/>
                    <a:pt x="28" y="24"/>
                  </a:cubicBezTo>
                  <a:cubicBezTo>
                    <a:pt x="21" y="31"/>
                    <a:pt x="21" y="31"/>
                    <a:pt x="21" y="31"/>
                  </a:cubicBezTo>
                  <a:cubicBezTo>
                    <a:pt x="28" y="26"/>
                    <a:pt x="28" y="26"/>
                    <a:pt x="28" y="26"/>
                  </a:cubicBezTo>
                  <a:cubicBezTo>
                    <a:pt x="28" y="45"/>
                    <a:pt x="28" y="45"/>
                    <a:pt x="28" y="45"/>
                  </a:cubicBezTo>
                  <a:cubicBezTo>
                    <a:pt x="22" y="37"/>
                    <a:pt x="22" y="37"/>
                    <a:pt x="22" y="37"/>
                  </a:cubicBezTo>
                  <a:cubicBezTo>
                    <a:pt x="21" y="36"/>
                    <a:pt x="21" y="34"/>
                    <a:pt x="22" y="33"/>
                  </a:cubicBezTo>
                  <a:cubicBezTo>
                    <a:pt x="15" y="37"/>
                    <a:pt x="15" y="37"/>
                    <a:pt x="15" y="37"/>
                  </a:cubicBezTo>
                  <a:cubicBezTo>
                    <a:pt x="14" y="39"/>
                    <a:pt x="13" y="41"/>
                    <a:pt x="14" y="43"/>
                  </a:cubicBezTo>
                  <a:cubicBezTo>
                    <a:pt x="28" y="63"/>
                    <a:pt x="28" y="63"/>
                    <a:pt x="28" y="63"/>
                  </a:cubicBezTo>
                  <a:lnTo>
                    <a:pt x="28" y="67"/>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192" name="Freeform 80"/>
            <p:cNvSpPr>
              <a:spLocks noEditPoints="1"/>
            </p:cNvSpPr>
            <p:nvPr/>
          </p:nvSpPr>
          <p:spPr bwMode="auto">
            <a:xfrm>
              <a:off x="5269386" y="1875543"/>
              <a:ext cx="198995" cy="218000"/>
            </a:xfrm>
            <a:custGeom>
              <a:avLst/>
              <a:gdLst>
                <a:gd name="T0" fmla="*/ 101 w 130"/>
                <a:gd name="T1" fmla="*/ 65 h 142"/>
                <a:gd name="T2" fmla="*/ 97 w 130"/>
                <a:gd name="T3" fmla="*/ 81 h 142"/>
                <a:gd name="T4" fmla="*/ 97 w 130"/>
                <a:gd name="T5" fmla="*/ 94 h 142"/>
                <a:gd name="T6" fmla="*/ 100 w 130"/>
                <a:gd name="T7" fmla="*/ 95 h 142"/>
                <a:gd name="T8" fmla="*/ 111 w 130"/>
                <a:gd name="T9" fmla="*/ 112 h 142"/>
                <a:gd name="T10" fmla="*/ 97 w 130"/>
                <a:gd name="T11" fmla="*/ 103 h 142"/>
                <a:gd name="T12" fmla="*/ 97 w 130"/>
                <a:gd name="T13" fmla="*/ 28 h 142"/>
                <a:gd name="T14" fmla="*/ 111 w 130"/>
                <a:gd name="T15" fmla="*/ 19 h 142"/>
                <a:gd name="T16" fmla="*/ 100 w 130"/>
                <a:gd name="T17" fmla="*/ 35 h 142"/>
                <a:gd name="T18" fmla="*/ 97 w 130"/>
                <a:gd name="T19" fmla="*/ 36 h 142"/>
                <a:gd name="T20" fmla="*/ 127 w 130"/>
                <a:gd name="T21" fmla="*/ 62 h 142"/>
                <a:gd name="T22" fmla="*/ 108 w 130"/>
                <a:gd name="T23" fmla="*/ 65 h 142"/>
                <a:gd name="T24" fmla="*/ 127 w 130"/>
                <a:gd name="T25" fmla="*/ 69 h 142"/>
                <a:gd name="T26" fmla="*/ 127 w 130"/>
                <a:gd name="T27" fmla="*/ 62 h 142"/>
                <a:gd name="T28" fmla="*/ 67 w 130"/>
                <a:gd name="T29" fmla="*/ 142 h 142"/>
                <a:gd name="T30" fmla="*/ 85 w 130"/>
                <a:gd name="T31" fmla="*/ 95 h 142"/>
                <a:gd name="T32" fmla="*/ 97 w 130"/>
                <a:gd name="T33" fmla="*/ 50 h 142"/>
                <a:gd name="T34" fmla="*/ 65 w 130"/>
                <a:gd name="T35" fmla="*/ 37 h 142"/>
                <a:gd name="T36" fmla="*/ 93 w 130"/>
                <a:gd name="T37" fmla="*/ 65 h 142"/>
                <a:gd name="T38" fmla="*/ 79 w 130"/>
                <a:gd name="T39" fmla="*/ 90 h 142"/>
                <a:gd name="T40" fmla="*/ 78 w 130"/>
                <a:gd name="T41" fmla="*/ 110 h 142"/>
                <a:gd name="T42" fmla="*/ 65 w 130"/>
                <a:gd name="T43" fmla="*/ 142 h 142"/>
                <a:gd name="T44" fmla="*/ 97 w 130"/>
                <a:gd name="T45" fmla="*/ 36 h 142"/>
                <a:gd name="T46" fmla="*/ 95 w 130"/>
                <a:gd name="T47" fmla="*/ 31 h 142"/>
                <a:gd name="T48" fmla="*/ 97 w 130"/>
                <a:gd name="T49" fmla="*/ 94 h 142"/>
                <a:gd name="T50" fmla="*/ 95 w 130"/>
                <a:gd name="T51" fmla="*/ 100 h 142"/>
                <a:gd name="T52" fmla="*/ 97 w 130"/>
                <a:gd name="T53" fmla="*/ 94 h 142"/>
                <a:gd name="T54" fmla="*/ 65 w 130"/>
                <a:gd name="T55" fmla="*/ 0 h 142"/>
                <a:gd name="T56" fmla="*/ 68 w 130"/>
                <a:gd name="T57" fmla="*/ 3 h 142"/>
                <a:gd name="T58" fmla="*/ 65 w 130"/>
                <a:gd name="T59" fmla="*/ 23 h 142"/>
                <a:gd name="T60" fmla="*/ 65 w 130"/>
                <a:gd name="T61" fmla="*/ 23 h 142"/>
                <a:gd name="T62" fmla="*/ 32 w 130"/>
                <a:gd name="T63" fmla="*/ 50 h 142"/>
                <a:gd name="T64" fmla="*/ 45 w 130"/>
                <a:gd name="T65" fmla="*/ 96 h 142"/>
                <a:gd name="T66" fmla="*/ 63 w 130"/>
                <a:gd name="T67" fmla="*/ 142 h 142"/>
                <a:gd name="T68" fmla="*/ 65 w 130"/>
                <a:gd name="T69" fmla="*/ 110 h 142"/>
                <a:gd name="T70" fmla="*/ 52 w 130"/>
                <a:gd name="T71" fmla="*/ 93 h 142"/>
                <a:gd name="T72" fmla="*/ 36 w 130"/>
                <a:gd name="T73" fmla="*/ 65 h 142"/>
                <a:gd name="T74" fmla="*/ 65 w 130"/>
                <a:gd name="T75" fmla="*/ 37 h 142"/>
                <a:gd name="T76" fmla="*/ 65 w 130"/>
                <a:gd name="T77" fmla="*/ 29 h 142"/>
                <a:gd name="T78" fmla="*/ 65 w 130"/>
                <a:gd name="T79" fmla="*/ 0 h 142"/>
                <a:gd name="T80" fmla="*/ 62 w 130"/>
                <a:gd name="T81" fmla="*/ 20 h 142"/>
                <a:gd name="T82" fmla="*/ 65 w 130"/>
                <a:gd name="T83" fmla="*/ 0 h 142"/>
                <a:gd name="T84" fmla="*/ 32 w 130"/>
                <a:gd name="T85" fmla="*/ 94 h 142"/>
                <a:gd name="T86" fmla="*/ 35 w 130"/>
                <a:gd name="T87" fmla="*/ 100 h 142"/>
                <a:gd name="T88" fmla="*/ 32 w 130"/>
                <a:gd name="T89" fmla="*/ 36 h 142"/>
                <a:gd name="T90" fmla="*/ 35 w 130"/>
                <a:gd name="T91" fmla="*/ 31 h 142"/>
                <a:gd name="T92" fmla="*/ 32 w 130"/>
                <a:gd name="T93" fmla="*/ 36 h 142"/>
                <a:gd name="T94" fmla="*/ 29 w 130"/>
                <a:gd name="T95" fmla="*/ 65 h 142"/>
                <a:gd name="T96" fmla="*/ 32 w 130"/>
                <a:gd name="T97" fmla="*/ 50 h 142"/>
                <a:gd name="T98" fmla="*/ 32 w 130"/>
                <a:gd name="T99" fmla="*/ 36 h 142"/>
                <a:gd name="T100" fmla="*/ 30 w 130"/>
                <a:gd name="T101" fmla="*/ 35 h 142"/>
                <a:gd name="T102" fmla="*/ 19 w 130"/>
                <a:gd name="T103" fmla="*/ 19 h 142"/>
                <a:gd name="T104" fmla="*/ 32 w 130"/>
                <a:gd name="T105" fmla="*/ 28 h 142"/>
                <a:gd name="T106" fmla="*/ 32 w 130"/>
                <a:gd name="T107" fmla="*/ 103 h 142"/>
                <a:gd name="T108" fmla="*/ 19 w 130"/>
                <a:gd name="T109" fmla="*/ 112 h 142"/>
                <a:gd name="T110" fmla="*/ 30 w 130"/>
                <a:gd name="T111" fmla="*/ 95 h 142"/>
                <a:gd name="T112" fmla="*/ 32 w 130"/>
                <a:gd name="T113" fmla="*/ 94 h 142"/>
                <a:gd name="T114" fmla="*/ 22 w 130"/>
                <a:gd name="T115" fmla="*/ 65 h 142"/>
                <a:gd name="T116" fmla="*/ 3 w 130"/>
                <a:gd name="T117" fmla="*/ 62 h 142"/>
                <a:gd name="T118" fmla="*/ 3 w 130"/>
                <a:gd name="T119" fmla="*/ 69 h 142"/>
                <a:gd name="T120" fmla="*/ 22 w 130"/>
                <a:gd name="T121" fmla="*/ 65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30" h="142">
                  <a:moveTo>
                    <a:pt x="97" y="81"/>
                  </a:moveTo>
                  <a:cubicBezTo>
                    <a:pt x="100" y="76"/>
                    <a:pt x="101" y="71"/>
                    <a:pt x="101" y="65"/>
                  </a:cubicBezTo>
                  <a:cubicBezTo>
                    <a:pt x="101" y="60"/>
                    <a:pt x="100" y="55"/>
                    <a:pt x="97" y="50"/>
                  </a:cubicBezTo>
                  <a:cubicBezTo>
                    <a:pt x="97" y="81"/>
                    <a:pt x="97" y="81"/>
                    <a:pt x="97" y="81"/>
                  </a:cubicBezTo>
                  <a:close/>
                  <a:moveTo>
                    <a:pt x="97" y="103"/>
                  </a:moveTo>
                  <a:cubicBezTo>
                    <a:pt x="97" y="94"/>
                    <a:pt x="97" y="94"/>
                    <a:pt x="97" y="94"/>
                  </a:cubicBezTo>
                  <a:cubicBezTo>
                    <a:pt x="98" y="94"/>
                    <a:pt x="99" y="95"/>
                    <a:pt x="100" y="95"/>
                  </a:cubicBezTo>
                  <a:cubicBezTo>
                    <a:pt x="100" y="95"/>
                    <a:pt x="100" y="95"/>
                    <a:pt x="100" y="95"/>
                  </a:cubicBezTo>
                  <a:cubicBezTo>
                    <a:pt x="111" y="107"/>
                    <a:pt x="111" y="107"/>
                    <a:pt x="111" y="107"/>
                  </a:cubicBezTo>
                  <a:cubicBezTo>
                    <a:pt x="113" y="108"/>
                    <a:pt x="113" y="110"/>
                    <a:pt x="111" y="112"/>
                  </a:cubicBezTo>
                  <a:cubicBezTo>
                    <a:pt x="110" y="113"/>
                    <a:pt x="108" y="113"/>
                    <a:pt x="106" y="112"/>
                  </a:cubicBezTo>
                  <a:cubicBezTo>
                    <a:pt x="97" y="103"/>
                    <a:pt x="97" y="103"/>
                    <a:pt x="97" y="103"/>
                  </a:cubicBezTo>
                  <a:close/>
                  <a:moveTo>
                    <a:pt x="97" y="36"/>
                  </a:moveTo>
                  <a:cubicBezTo>
                    <a:pt x="97" y="28"/>
                    <a:pt x="97" y="28"/>
                    <a:pt x="97" y="28"/>
                  </a:cubicBezTo>
                  <a:cubicBezTo>
                    <a:pt x="106" y="19"/>
                    <a:pt x="106" y="19"/>
                    <a:pt x="106" y="19"/>
                  </a:cubicBezTo>
                  <a:cubicBezTo>
                    <a:pt x="108" y="18"/>
                    <a:pt x="110" y="18"/>
                    <a:pt x="111" y="19"/>
                  </a:cubicBezTo>
                  <a:cubicBezTo>
                    <a:pt x="113" y="20"/>
                    <a:pt x="113" y="23"/>
                    <a:pt x="111" y="24"/>
                  </a:cubicBezTo>
                  <a:cubicBezTo>
                    <a:pt x="100" y="35"/>
                    <a:pt x="100" y="35"/>
                    <a:pt x="100" y="35"/>
                  </a:cubicBezTo>
                  <a:cubicBezTo>
                    <a:pt x="100" y="35"/>
                    <a:pt x="100" y="35"/>
                    <a:pt x="100" y="35"/>
                  </a:cubicBezTo>
                  <a:cubicBezTo>
                    <a:pt x="99" y="36"/>
                    <a:pt x="98" y="36"/>
                    <a:pt x="97" y="36"/>
                  </a:cubicBezTo>
                  <a:close/>
                  <a:moveTo>
                    <a:pt x="127" y="62"/>
                  </a:moveTo>
                  <a:cubicBezTo>
                    <a:pt x="127" y="62"/>
                    <a:pt x="127" y="62"/>
                    <a:pt x="127" y="62"/>
                  </a:cubicBezTo>
                  <a:cubicBezTo>
                    <a:pt x="111" y="62"/>
                    <a:pt x="111" y="62"/>
                    <a:pt x="111" y="62"/>
                  </a:cubicBezTo>
                  <a:cubicBezTo>
                    <a:pt x="109" y="62"/>
                    <a:pt x="108" y="64"/>
                    <a:pt x="108" y="65"/>
                  </a:cubicBezTo>
                  <a:cubicBezTo>
                    <a:pt x="108" y="67"/>
                    <a:pt x="109" y="69"/>
                    <a:pt x="111" y="69"/>
                  </a:cubicBezTo>
                  <a:cubicBezTo>
                    <a:pt x="127" y="69"/>
                    <a:pt x="127" y="69"/>
                    <a:pt x="127" y="69"/>
                  </a:cubicBezTo>
                  <a:cubicBezTo>
                    <a:pt x="129" y="69"/>
                    <a:pt x="130" y="67"/>
                    <a:pt x="130" y="65"/>
                  </a:cubicBezTo>
                  <a:cubicBezTo>
                    <a:pt x="130" y="64"/>
                    <a:pt x="129" y="62"/>
                    <a:pt x="127" y="62"/>
                  </a:cubicBezTo>
                  <a:close/>
                  <a:moveTo>
                    <a:pt x="65" y="142"/>
                  </a:moveTo>
                  <a:cubicBezTo>
                    <a:pt x="67" y="142"/>
                    <a:pt x="67" y="142"/>
                    <a:pt x="67" y="142"/>
                  </a:cubicBezTo>
                  <a:cubicBezTo>
                    <a:pt x="77" y="142"/>
                    <a:pt x="85" y="134"/>
                    <a:pt x="85" y="124"/>
                  </a:cubicBezTo>
                  <a:cubicBezTo>
                    <a:pt x="85" y="95"/>
                    <a:pt x="85" y="95"/>
                    <a:pt x="85" y="95"/>
                  </a:cubicBezTo>
                  <a:cubicBezTo>
                    <a:pt x="90" y="92"/>
                    <a:pt x="95" y="87"/>
                    <a:pt x="97" y="81"/>
                  </a:cubicBezTo>
                  <a:cubicBezTo>
                    <a:pt x="97" y="50"/>
                    <a:pt x="97" y="50"/>
                    <a:pt x="97" y="50"/>
                  </a:cubicBezTo>
                  <a:cubicBezTo>
                    <a:pt x="92" y="38"/>
                    <a:pt x="79" y="29"/>
                    <a:pt x="65" y="29"/>
                  </a:cubicBezTo>
                  <a:cubicBezTo>
                    <a:pt x="65" y="37"/>
                    <a:pt x="65" y="37"/>
                    <a:pt x="65" y="37"/>
                  </a:cubicBezTo>
                  <a:cubicBezTo>
                    <a:pt x="73" y="37"/>
                    <a:pt x="80" y="40"/>
                    <a:pt x="85" y="45"/>
                  </a:cubicBezTo>
                  <a:cubicBezTo>
                    <a:pt x="90" y="50"/>
                    <a:pt x="93" y="57"/>
                    <a:pt x="93" y="65"/>
                  </a:cubicBezTo>
                  <a:cubicBezTo>
                    <a:pt x="93" y="76"/>
                    <a:pt x="88" y="85"/>
                    <a:pt x="79" y="90"/>
                  </a:cubicBezTo>
                  <a:cubicBezTo>
                    <a:pt x="79" y="90"/>
                    <a:pt x="79" y="90"/>
                    <a:pt x="79" y="90"/>
                  </a:cubicBezTo>
                  <a:cubicBezTo>
                    <a:pt x="78" y="91"/>
                    <a:pt x="78" y="92"/>
                    <a:pt x="78" y="93"/>
                  </a:cubicBezTo>
                  <a:cubicBezTo>
                    <a:pt x="78" y="110"/>
                    <a:pt x="78" y="110"/>
                    <a:pt x="78" y="110"/>
                  </a:cubicBezTo>
                  <a:cubicBezTo>
                    <a:pt x="65" y="110"/>
                    <a:pt x="65" y="110"/>
                    <a:pt x="65" y="110"/>
                  </a:cubicBezTo>
                  <a:cubicBezTo>
                    <a:pt x="65" y="142"/>
                    <a:pt x="65" y="142"/>
                    <a:pt x="65" y="142"/>
                  </a:cubicBezTo>
                  <a:close/>
                  <a:moveTo>
                    <a:pt x="97" y="28"/>
                  </a:moveTo>
                  <a:cubicBezTo>
                    <a:pt x="97" y="36"/>
                    <a:pt x="97" y="36"/>
                    <a:pt x="97" y="36"/>
                  </a:cubicBezTo>
                  <a:cubicBezTo>
                    <a:pt x="97" y="36"/>
                    <a:pt x="96" y="36"/>
                    <a:pt x="95" y="35"/>
                  </a:cubicBezTo>
                  <a:cubicBezTo>
                    <a:pt x="94" y="34"/>
                    <a:pt x="94" y="32"/>
                    <a:pt x="95" y="31"/>
                  </a:cubicBezTo>
                  <a:cubicBezTo>
                    <a:pt x="97" y="28"/>
                    <a:pt x="97" y="28"/>
                    <a:pt x="97" y="28"/>
                  </a:cubicBezTo>
                  <a:close/>
                  <a:moveTo>
                    <a:pt x="97" y="94"/>
                  </a:moveTo>
                  <a:cubicBezTo>
                    <a:pt x="97" y="103"/>
                    <a:pt x="97" y="103"/>
                    <a:pt x="97" y="103"/>
                  </a:cubicBezTo>
                  <a:cubicBezTo>
                    <a:pt x="95" y="100"/>
                    <a:pt x="95" y="100"/>
                    <a:pt x="95" y="100"/>
                  </a:cubicBezTo>
                  <a:cubicBezTo>
                    <a:pt x="94" y="99"/>
                    <a:pt x="94" y="97"/>
                    <a:pt x="95" y="95"/>
                  </a:cubicBezTo>
                  <a:cubicBezTo>
                    <a:pt x="96" y="95"/>
                    <a:pt x="97" y="94"/>
                    <a:pt x="97" y="94"/>
                  </a:cubicBezTo>
                  <a:close/>
                  <a:moveTo>
                    <a:pt x="65" y="23"/>
                  </a:moveTo>
                  <a:cubicBezTo>
                    <a:pt x="65" y="0"/>
                    <a:pt x="65" y="0"/>
                    <a:pt x="65" y="0"/>
                  </a:cubicBezTo>
                  <a:cubicBezTo>
                    <a:pt x="65" y="0"/>
                    <a:pt x="65" y="0"/>
                    <a:pt x="65" y="0"/>
                  </a:cubicBezTo>
                  <a:cubicBezTo>
                    <a:pt x="67" y="0"/>
                    <a:pt x="68" y="2"/>
                    <a:pt x="68" y="3"/>
                  </a:cubicBezTo>
                  <a:cubicBezTo>
                    <a:pt x="68" y="20"/>
                    <a:pt x="68" y="20"/>
                    <a:pt x="68" y="20"/>
                  </a:cubicBezTo>
                  <a:cubicBezTo>
                    <a:pt x="68" y="21"/>
                    <a:pt x="67" y="23"/>
                    <a:pt x="65" y="23"/>
                  </a:cubicBezTo>
                  <a:cubicBezTo>
                    <a:pt x="65" y="23"/>
                    <a:pt x="65" y="23"/>
                    <a:pt x="65" y="23"/>
                  </a:cubicBezTo>
                  <a:cubicBezTo>
                    <a:pt x="65" y="23"/>
                    <a:pt x="65" y="23"/>
                    <a:pt x="65" y="23"/>
                  </a:cubicBezTo>
                  <a:close/>
                  <a:moveTo>
                    <a:pt x="65" y="29"/>
                  </a:moveTo>
                  <a:cubicBezTo>
                    <a:pt x="50" y="29"/>
                    <a:pt x="38" y="37"/>
                    <a:pt x="32" y="50"/>
                  </a:cubicBezTo>
                  <a:cubicBezTo>
                    <a:pt x="32" y="81"/>
                    <a:pt x="32" y="81"/>
                    <a:pt x="32" y="81"/>
                  </a:cubicBezTo>
                  <a:cubicBezTo>
                    <a:pt x="35" y="87"/>
                    <a:pt x="40" y="92"/>
                    <a:pt x="45" y="96"/>
                  </a:cubicBezTo>
                  <a:cubicBezTo>
                    <a:pt x="45" y="124"/>
                    <a:pt x="45" y="124"/>
                    <a:pt x="45" y="124"/>
                  </a:cubicBezTo>
                  <a:cubicBezTo>
                    <a:pt x="45" y="134"/>
                    <a:pt x="53" y="142"/>
                    <a:pt x="63" y="142"/>
                  </a:cubicBezTo>
                  <a:cubicBezTo>
                    <a:pt x="65" y="142"/>
                    <a:pt x="65" y="142"/>
                    <a:pt x="65" y="142"/>
                  </a:cubicBezTo>
                  <a:cubicBezTo>
                    <a:pt x="65" y="110"/>
                    <a:pt x="65" y="110"/>
                    <a:pt x="65" y="110"/>
                  </a:cubicBezTo>
                  <a:cubicBezTo>
                    <a:pt x="52" y="110"/>
                    <a:pt x="52" y="110"/>
                    <a:pt x="52" y="110"/>
                  </a:cubicBezTo>
                  <a:cubicBezTo>
                    <a:pt x="52" y="93"/>
                    <a:pt x="52" y="93"/>
                    <a:pt x="52" y="93"/>
                  </a:cubicBezTo>
                  <a:cubicBezTo>
                    <a:pt x="52" y="92"/>
                    <a:pt x="52" y="91"/>
                    <a:pt x="51" y="90"/>
                  </a:cubicBezTo>
                  <a:cubicBezTo>
                    <a:pt x="42" y="85"/>
                    <a:pt x="36" y="76"/>
                    <a:pt x="36" y="65"/>
                  </a:cubicBezTo>
                  <a:cubicBezTo>
                    <a:pt x="36" y="57"/>
                    <a:pt x="39" y="50"/>
                    <a:pt x="44" y="45"/>
                  </a:cubicBezTo>
                  <a:cubicBezTo>
                    <a:pt x="50" y="40"/>
                    <a:pt x="57" y="37"/>
                    <a:pt x="65" y="37"/>
                  </a:cubicBezTo>
                  <a:cubicBezTo>
                    <a:pt x="65" y="37"/>
                    <a:pt x="65" y="37"/>
                    <a:pt x="65" y="37"/>
                  </a:cubicBezTo>
                  <a:cubicBezTo>
                    <a:pt x="65" y="29"/>
                    <a:pt x="65" y="29"/>
                    <a:pt x="65" y="29"/>
                  </a:cubicBezTo>
                  <a:cubicBezTo>
                    <a:pt x="65" y="29"/>
                    <a:pt x="65" y="29"/>
                    <a:pt x="65" y="29"/>
                  </a:cubicBezTo>
                  <a:close/>
                  <a:moveTo>
                    <a:pt x="65" y="0"/>
                  </a:moveTo>
                  <a:cubicBezTo>
                    <a:pt x="65" y="23"/>
                    <a:pt x="65" y="23"/>
                    <a:pt x="65" y="23"/>
                  </a:cubicBezTo>
                  <a:cubicBezTo>
                    <a:pt x="63" y="23"/>
                    <a:pt x="62" y="21"/>
                    <a:pt x="62" y="20"/>
                  </a:cubicBezTo>
                  <a:cubicBezTo>
                    <a:pt x="62" y="3"/>
                    <a:pt x="62" y="3"/>
                    <a:pt x="62" y="3"/>
                  </a:cubicBezTo>
                  <a:cubicBezTo>
                    <a:pt x="62" y="2"/>
                    <a:pt x="63" y="0"/>
                    <a:pt x="65" y="0"/>
                  </a:cubicBezTo>
                  <a:close/>
                  <a:moveTo>
                    <a:pt x="32" y="103"/>
                  </a:moveTo>
                  <a:cubicBezTo>
                    <a:pt x="32" y="94"/>
                    <a:pt x="32" y="94"/>
                    <a:pt x="32" y="94"/>
                  </a:cubicBezTo>
                  <a:cubicBezTo>
                    <a:pt x="33" y="94"/>
                    <a:pt x="34" y="95"/>
                    <a:pt x="35" y="95"/>
                  </a:cubicBezTo>
                  <a:cubicBezTo>
                    <a:pt x="36" y="97"/>
                    <a:pt x="36" y="99"/>
                    <a:pt x="35" y="100"/>
                  </a:cubicBezTo>
                  <a:cubicBezTo>
                    <a:pt x="32" y="103"/>
                    <a:pt x="32" y="103"/>
                    <a:pt x="32" y="103"/>
                  </a:cubicBezTo>
                  <a:close/>
                  <a:moveTo>
                    <a:pt x="32" y="36"/>
                  </a:moveTo>
                  <a:cubicBezTo>
                    <a:pt x="32" y="28"/>
                    <a:pt x="32" y="28"/>
                    <a:pt x="32" y="28"/>
                  </a:cubicBezTo>
                  <a:cubicBezTo>
                    <a:pt x="35" y="31"/>
                    <a:pt x="35" y="31"/>
                    <a:pt x="35" y="31"/>
                  </a:cubicBezTo>
                  <a:cubicBezTo>
                    <a:pt x="36" y="32"/>
                    <a:pt x="36" y="34"/>
                    <a:pt x="35" y="35"/>
                  </a:cubicBezTo>
                  <a:cubicBezTo>
                    <a:pt x="34" y="36"/>
                    <a:pt x="33" y="36"/>
                    <a:pt x="32" y="36"/>
                  </a:cubicBezTo>
                  <a:close/>
                  <a:moveTo>
                    <a:pt x="32" y="50"/>
                  </a:moveTo>
                  <a:cubicBezTo>
                    <a:pt x="30" y="54"/>
                    <a:pt x="29" y="60"/>
                    <a:pt x="29" y="65"/>
                  </a:cubicBezTo>
                  <a:cubicBezTo>
                    <a:pt x="29" y="71"/>
                    <a:pt x="30" y="76"/>
                    <a:pt x="32" y="81"/>
                  </a:cubicBezTo>
                  <a:cubicBezTo>
                    <a:pt x="32" y="50"/>
                    <a:pt x="32" y="50"/>
                    <a:pt x="32" y="50"/>
                  </a:cubicBezTo>
                  <a:close/>
                  <a:moveTo>
                    <a:pt x="32" y="28"/>
                  </a:moveTo>
                  <a:cubicBezTo>
                    <a:pt x="32" y="36"/>
                    <a:pt x="32" y="36"/>
                    <a:pt x="32" y="36"/>
                  </a:cubicBezTo>
                  <a:cubicBezTo>
                    <a:pt x="32" y="36"/>
                    <a:pt x="31" y="36"/>
                    <a:pt x="30" y="35"/>
                  </a:cubicBezTo>
                  <a:cubicBezTo>
                    <a:pt x="30" y="35"/>
                    <a:pt x="30" y="35"/>
                    <a:pt x="30" y="35"/>
                  </a:cubicBezTo>
                  <a:cubicBezTo>
                    <a:pt x="19" y="24"/>
                    <a:pt x="19" y="24"/>
                    <a:pt x="19" y="24"/>
                  </a:cubicBezTo>
                  <a:cubicBezTo>
                    <a:pt x="17" y="23"/>
                    <a:pt x="17" y="20"/>
                    <a:pt x="19" y="19"/>
                  </a:cubicBezTo>
                  <a:cubicBezTo>
                    <a:pt x="20" y="18"/>
                    <a:pt x="22" y="18"/>
                    <a:pt x="24" y="19"/>
                  </a:cubicBezTo>
                  <a:cubicBezTo>
                    <a:pt x="32" y="28"/>
                    <a:pt x="32" y="28"/>
                    <a:pt x="32" y="28"/>
                  </a:cubicBezTo>
                  <a:close/>
                  <a:moveTo>
                    <a:pt x="32" y="94"/>
                  </a:moveTo>
                  <a:cubicBezTo>
                    <a:pt x="32" y="103"/>
                    <a:pt x="32" y="103"/>
                    <a:pt x="32" y="103"/>
                  </a:cubicBezTo>
                  <a:cubicBezTo>
                    <a:pt x="24" y="112"/>
                    <a:pt x="24" y="112"/>
                    <a:pt x="24" y="112"/>
                  </a:cubicBezTo>
                  <a:cubicBezTo>
                    <a:pt x="22" y="113"/>
                    <a:pt x="20" y="113"/>
                    <a:pt x="19" y="112"/>
                  </a:cubicBezTo>
                  <a:cubicBezTo>
                    <a:pt x="17" y="110"/>
                    <a:pt x="17" y="108"/>
                    <a:pt x="19" y="107"/>
                  </a:cubicBezTo>
                  <a:cubicBezTo>
                    <a:pt x="30" y="95"/>
                    <a:pt x="30" y="95"/>
                    <a:pt x="30" y="95"/>
                  </a:cubicBezTo>
                  <a:cubicBezTo>
                    <a:pt x="30" y="95"/>
                    <a:pt x="30" y="95"/>
                    <a:pt x="30" y="95"/>
                  </a:cubicBezTo>
                  <a:cubicBezTo>
                    <a:pt x="31" y="95"/>
                    <a:pt x="32" y="95"/>
                    <a:pt x="32" y="94"/>
                  </a:cubicBezTo>
                  <a:close/>
                  <a:moveTo>
                    <a:pt x="22" y="65"/>
                  </a:moveTo>
                  <a:cubicBezTo>
                    <a:pt x="22" y="65"/>
                    <a:pt x="22" y="65"/>
                    <a:pt x="22" y="65"/>
                  </a:cubicBezTo>
                  <a:cubicBezTo>
                    <a:pt x="22" y="64"/>
                    <a:pt x="21" y="62"/>
                    <a:pt x="19" y="62"/>
                  </a:cubicBezTo>
                  <a:cubicBezTo>
                    <a:pt x="3" y="62"/>
                    <a:pt x="3" y="62"/>
                    <a:pt x="3" y="62"/>
                  </a:cubicBezTo>
                  <a:cubicBezTo>
                    <a:pt x="1" y="62"/>
                    <a:pt x="0" y="64"/>
                    <a:pt x="0" y="65"/>
                  </a:cubicBezTo>
                  <a:cubicBezTo>
                    <a:pt x="0" y="67"/>
                    <a:pt x="1" y="69"/>
                    <a:pt x="3" y="69"/>
                  </a:cubicBezTo>
                  <a:cubicBezTo>
                    <a:pt x="19" y="69"/>
                    <a:pt x="19" y="69"/>
                    <a:pt x="19" y="69"/>
                  </a:cubicBezTo>
                  <a:cubicBezTo>
                    <a:pt x="21" y="69"/>
                    <a:pt x="22" y="67"/>
                    <a:pt x="22" y="65"/>
                  </a:cubicBez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193" name="Freeform 81"/>
            <p:cNvSpPr>
              <a:spLocks noEditPoints="1"/>
            </p:cNvSpPr>
            <p:nvPr/>
          </p:nvSpPr>
          <p:spPr bwMode="auto">
            <a:xfrm>
              <a:off x="4274414" y="1582641"/>
              <a:ext cx="300728" cy="432646"/>
            </a:xfrm>
            <a:custGeom>
              <a:avLst/>
              <a:gdLst>
                <a:gd name="T0" fmla="*/ 98 w 196"/>
                <a:gd name="T1" fmla="*/ 5 h 282"/>
                <a:gd name="T2" fmla="*/ 113 w 196"/>
                <a:gd name="T3" fmla="*/ 0 h 282"/>
                <a:gd name="T4" fmla="*/ 155 w 196"/>
                <a:gd name="T5" fmla="*/ 128 h 282"/>
                <a:gd name="T6" fmla="*/ 108 w 196"/>
                <a:gd name="T7" fmla="*/ 143 h 282"/>
                <a:gd name="T8" fmla="*/ 98 w 196"/>
                <a:gd name="T9" fmla="*/ 111 h 282"/>
                <a:gd name="T10" fmla="*/ 98 w 196"/>
                <a:gd name="T11" fmla="*/ 5 h 282"/>
                <a:gd name="T12" fmla="*/ 98 w 196"/>
                <a:gd name="T13" fmla="*/ 222 h 282"/>
                <a:gd name="T14" fmla="*/ 136 w 196"/>
                <a:gd name="T15" fmla="*/ 209 h 282"/>
                <a:gd name="T16" fmla="*/ 107 w 196"/>
                <a:gd name="T17" fmla="*/ 209 h 282"/>
                <a:gd name="T18" fmla="*/ 107 w 196"/>
                <a:gd name="T19" fmla="*/ 192 h 282"/>
                <a:gd name="T20" fmla="*/ 152 w 196"/>
                <a:gd name="T21" fmla="*/ 192 h 282"/>
                <a:gd name="T22" fmla="*/ 189 w 196"/>
                <a:gd name="T23" fmla="*/ 192 h 282"/>
                <a:gd name="T24" fmla="*/ 196 w 196"/>
                <a:gd name="T25" fmla="*/ 192 h 282"/>
                <a:gd name="T26" fmla="*/ 196 w 196"/>
                <a:gd name="T27" fmla="*/ 209 h 282"/>
                <a:gd name="T28" fmla="*/ 180 w 196"/>
                <a:gd name="T29" fmla="*/ 209 h 282"/>
                <a:gd name="T30" fmla="*/ 134 w 196"/>
                <a:gd name="T31" fmla="*/ 247 h 282"/>
                <a:gd name="T32" fmla="*/ 169 w 196"/>
                <a:gd name="T33" fmla="*/ 267 h 282"/>
                <a:gd name="T34" fmla="*/ 169 w 196"/>
                <a:gd name="T35" fmla="*/ 282 h 282"/>
                <a:gd name="T36" fmla="*/ 98 w 196"/>
                <a:gd name="T37" fmla="*/ 282 h 282"/>
                <a:gd name="T38" fmla="*/ 98 w 196"/>
                <a:gd name="T39" fmla="*/ 268 h 282"/>
                <a:gd name="T40" fmla="*/ 111 w 196"/>
                <a:gd name="T41" fmla="*/ 255 h 282"/>
                <a:gd name="T42" fmla="*/ 98 w 196"/>
                <a:gd name="T43" fmla="*/ 242 h 282"/>
                <a:gd name="T44" fmla="*/ 98 w 196"/>
                <a:gd name="T45" fmla="*/ 222 h 282"/>
                <a:gd name="T46" fmla="*/ 67 w 196"/>
                <a:gd name="T47" fmla="*/ 15 h 282"/>
                <a:gd name="T48" fmla="*/ 98 w 196"/>
                <a:gd name="T49" fmla="*/ 5 h 282"/>
                <a:gd name="T50" fmla="*/ 98 w 196"/>
                <a:gd name="T51" fmla="*/ 111 h 282"/>
                <a:gd name="T52" fmla="*/ 92 w 196"/>
                <a:gd name="T53" fmla="*/ 92 h 282"/>
                <a:gd name="T54" fmla="*/ 33 w 196"/>
                <a:gd name="T55" fmla="*/ 157 h 282"/>
                <a:gd name="T56" fmla="*/ 98 w 196"/>
                <a:gd name="T57" fmla="*/ 222 h 282"/>
                <a:gd name="T58" fmla="*/ 98 w 196"/>
                <a:gd name="T59" fmla="*/ 222 h 282"/>
                <a:gd name="T60" fmla="*/ 98 w 196"/>
                <a:gd name="T61" fmla="*/ 242 h 282"/>
                <a:gd name="T62" fmla="*/ 85 w 196"/>
                <a:gd name="T63" fmla="*/ 255 h 282"/>
                <a:gd name="T64" fmla="*/ 98 w 196"/>
                <a:gd name="T65" fmla="*/ 268 h 282"/>
                <a:gd name="T66" fmla="*/ 98 w 196"/>
                <a:gd name="T67" fmla="*/ 282 h 282"/>
                <a:gd name="T68" fmla="*/ 27 w 196"/>
                <a:gd name="T69" fmla="*/ 282 h 282"/>
                <a:gd name="T70" fmla="*/ 27 w 196"/>
                <a:gd name="T71" fmla="*/ 267 h 282"/>
                <a:gd name="T72" fmla="*/ 61 w 196"/>
                <a:gd name="T73" fmla="*/ 247 h 282"/>
                <a:gd name="T74" fmla="*/ 0 w 196"/>
                <a:gd name="T75" fmla="*/ 157 h 282"/>
                <a:gd name="T76" fmla="*/ 82 w 196"/>
                <a:gd name="T77" fmla="*/ 61 h 282"/>
                <a:gd name="T78" fmla="*/ 67 w 196"/>
                <a:gd name="T79" fmla="*/ 15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96" h="282">
                  <a:moveTo>
                    <a:pt x="98" y="5"/>
                  </a:moveTo>
                  <a:cubicBezTo>
                    <a:pt x="113" y="0"/>
                    <a:pt x="113" y="0"/>
                    <a:pt x="113" y="0"/>
                  </a:cubicBezTo>
                  <a:cubicBezTo>
                    <a:pt x="155" y="128"/>
                    <a:pt x="155" y="128"/>
                    <a:pt x="155" y="128"/>
                  </a:cubicBezTo>
                  <a:cubicBezTo>
                    <a:pt x="108" y="143"/>
                    <a:pt x="108" y="143"/>
                    <a:pt x="108" y="143"/>
                  </a:cubicBezTo>
                  <a:cubicBezTo>
                    <a:pt x="98" y="111"/>
                    <a:pt x="98" y="111"/>
                    <a:pt x="98" y="111"/>
                  </a:cubicBezTo>
                  <a:cubicBezTo>
                    <a:pt x="98" y="5"/>
                    <a:pt x="98" y="5"/>
                    <a:pt x="98" y="5"/>
                  </a:cubicBezTo>
                  <a:close/>
                  <a:moveTo>
                    <a:pt x="98" y="222"/>
                  </a:moveTo>
                  <a:cubicBezTo>
                    <a:pt x="112" y="222"/>
                    <a:pt x="125" y="217"/>
                    <a:pt x="136" y="209"/>
                  </a:cubicBezTo>
                  <a:cubicBezTo>
                    <a:pt x="107" y="209"/>
                    <a:pt x="107" y="209"/>
                    <a:pt x="107" y="209"/>
                  </a:cubicBezTo>
                  <a:cubicBezTo>
                    <a:pt x="107" y="192"/>
                    <a:pt x="107" y="192"/>
                    <a:pt x="107" y="192"/>
                  </a:cubicBezTo>
                  <a:cubicBezTo>
                    <a:pt x="152" y="192"/>
                    <a:pt x="152" y="192"/>
                    <a:pt x="152" y="192"/>
                  </a:cubicBezTo>
                  <a:cubicBezTo>
                    <a:pt x="189" y="192"/>
                    <a:pt x="189" y="192"/>
                    <a:pt x="189" y="192"/>
                  </a:cubicBezTo>
                  <a:cubicBezTo>
                    <a:pt x="196" y="192"/>
                    <a:pt x="196" y="192"/>
                    <a:pt x="196" y="192"/>
                  </a:cubicBezTo>
                  <a:cubicBezTo>
                    <a:pt x="196" y="209"/>
                    <a:pt x="196" y="209"/>
                    <a:pt x="196" y="209"/>
                  </a:cubicBezTo>
                  <a:cubicBezTo>
                    <a:pt x="180" y="209"/>
                    <a:pt x="180" y="209"/>
                    <a:pt x="180" y="209"/>
                  </a:cubicBezTo>
                  <a:cubicBezTo>
                    <a:pt x="169" y="226"/>
                    <a:pt x="153" y="239"/>
                    <a:pt x="134" y="247"/>
                  </a:cubicBezTo>
                  <a:cubicBezTo>
                    <a:pt x="154" y="251"/>
                    <a:pt x="169" y="257"/>
                    <a:pt x="169" y="267"/>
                  </a:cubicBezTo>
                  <a:cubicBezTo>
                    <a:pt x="169" y="282"/>
                    <a:pt x="169" y="282"/>
                    <a:pt x="169" y="282"/>
                  </a:cubicBezTo>
                  <a:cubicBezTo>
                    <a:pt x="98" y="282"/>
                    <a:pt x="98" y="282"/>
                    <a:pt x="98" y="282"/>
                  </a:cubicBezTo>
                  <a:cubicBezTo>
                    <a:pt x="98" y="268"/>
                    <a:pt x="98" y="268"/>
                    <a:pt x="98" y="268"/>
                  </a:cubicBezTo>
                  <a:cubicBezTo>
                    <a:pt x="105" y="268"/>
                    <a:pt x="111" y="262"/>
                    <a:pt x="111" y="255"/>
                  </a:cubicBezTo>
                  <a:cubicBezTo>
                    <a:pt x="111" y="248"/>
                    <a:pt x="105" y="242"/>
                    <a:pt x="98" y="242"/>
                  </a:cubicBezTo>
                  <a:lnTo>
                    <a:pt x="98" y="222"/>
                  </a:lnTo>
                  <a:close/>
                  <a:moveTo>
                    <a:pt x="67" y="15"/>
                  </a:moveTo>
                  <a:cubicBezTo>
                    <a:pt x="98" y="5"/>
                    <a:pt x="98" y="5"/>
                    <a:pt x="98" y="5"/>
                  </a:cubicBezTo>
                  <a:cubicBezTo>
                    <a:pt x="98" y="111"/>
                    <a:pt x="98" y="111"/>
                    <a:pt x="98" y="111"/>
                  </a:cubicBezTo>
                  <a:cubicBezTo>
                    <a:pt x="92" y="92"/>
                    <a:pt x="92" y="92"/>
                    <a:pt x="92" y="92"/>
                  </a:cubicBezTo>
                  <a:cubicBezTo>
                    <a:pt x="59" y="95"/>
                    <a:pt x="33" y="123"/>
                    <a:pt x="33" y="157"/>
                  </a:cubicBezTo>
                  <a:cubicBezTo>
                    <a:pt x="33" y="193"/>
                    <a:pt x="62" y="222"/>
                    <a:pt x="98" y="222"/>
                  </a:cubicBezTo>
                  <a:cubicBezTo>
                    <a:pt x="98" y="222"/>
                    <a:pt x="98" y="222"/>
                    <a:pt x="98" y="222"/>
                  </a:cubicBezTo>
                  <a:cubicBezTo>
                    <a:pt x="98" y="242"/>
                    <a:pt x="98" y="242"/>
                    <a:pt x="98" y="242"/>
                  </a:cubicBezTo>
                  <a:cubicBezTo>
                    <a:pt x="91" y="242"/>
                    <a:pt x="85" y="248"/>
                    <a:pt x="85" y="255"/>
                  </a:cubicBezTo>
                  <a:cubicBezTo>
                    <a:pt x="85" y="262"/>
                    <a:pt x="91" y="268"/>
                    <a:pt x="98" y="268"/>
                  </a:cubicBezTo>
                  <a:cubicBezTo>
                    <a:pt x="98" y="282"/>
                    <a:pt x="98" y="282"/>
                    <a:pt x="98" y="282"/>
                  </a:cubicBezTo>
                  <a:cubicBezTo>
                    <a:pt x="27" y="282"/>
                    <a:pt x="27" y="282"/>
                    <a:pt x="27" y="282"/>
                  </a:cubicBezTo>
                  <a:cubicBezTo>
                    <a:pt x="27" y="267"/>
                    <a:pt x="27" y="267"/>
                    <a:pt x="27" y="267"/>
                  </a:cubicBezTo>
                  <a:cubicBezTo>
                    <a:pt x="27" y="257"/>
                    <a:pt x="41" y="251"/>
                    <a:pt x="61" y="247"/>
                  </a:cubicBezTo>
                  <a:cubicBezTo>
                    <a:pt x="26" y="233"/>
                    <a:pt x="0" y="198"/>
                    <a:pt x="0" y="157"/>
                  </a:cubicBezTo>
                  <a:cubicBezTo>
                    <a:pt x="0" y="108"/>
                    <a:pt x="36" y="68"/>
                    <a:pt x="82" y="61"/>
                  </a:cubicBezTo>
                  <a:lnTo>
                    <a:pt x="67" y="15"/>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grpSp>
          <p:nvGrpSpPr>
            <p:cNvPr id="194" name="组合 193"/>
            <p:cNvGrpSpPr/>
            <p:nvPr/>
          </p:nvGrpSpPr>
          <p:grpSpPr>
            <a:xfrm>
              <a:off x="4071749" y="1521154"/>
              <a:ext cx="268624" cy="159074"/>
              <a:chOff x="3906022" y="1176586"/>
              <a:chExt cx="381450" cy="225888"/>
            </a:xfrm>
          </p:grpSpPr>
          <p:sp>
            <p:nvSpPr>
              <p:cNvPr id="202" name="Freeform 82"/>
              <p:cNvSpPr>
                <a:spLocks noEditPoints="1"/>
              </p:cNvSpPr>
              <p:nvPr/>
            </p:nvSpPr>
            <p:spPr bwMode="auto">
              <a:xfrm>
                <a:off x="4041409" y="1176586"/>
                <a:ext cx="246063" cy="217488"/>
              </a:xfrm>
              <a:custGeom>
                <a:avLst/>
                <a:gdLst>
                  <a:gd name="T0" fmla="*/ 103 w 113"/>
                  <a:gd name="T1" fmla="*/ 31 h 100"/>
                  <a:gd name="T2" fmla="*/ 57 w 113"/>
                  <a:gd name="T3" fmla="*/ 0 h 100"/>
                  <a:gd name="T4" fmla="*/ 57 w 113"/>
                  <a:gd name="T5" fmla="*/ 9 h 100"/>
                  <a:gd name="T6" fmla="*/ 95 w 113"/>
                  <a:gd name="T7" fmla="*/ 35 h 100"/>
                  <a:gd name="T8" fmla="*/ 72 w 113"/>
                  <a:gd name="T9" fmla="*/ 88 h 100"/>
                  <a:gd name="T10" fmla="*/ 57 w 113"/>
                  <a:gd name="T11" fmla="*/ 91 h 100"/>
                  <a:gd name="T12" fmla="*/ 57 w 113"/>
                  <a:gd name="T13" fmla="*/ 100 h 100"/>
                  <a:gd name="T14" fmla="*/ 75 w 113"/>
                  <a:gd name="T15" fmla="*/ 96 h 100"/>
                  <a:gd name="T16" fmla="*/ 103 w 113"/>
                  <a:gd name="T17" fmla="*/ 31 h 100"/>
                  <a:gd name="T18" fmla="*/ 57 w 113"/>
                  <a:gd name="T19" fmla="*/ 0 h 100"/>
                  <a:gd name="T20" fmla="*/ 38 w 113"/>
                  <a:gd name="T21" fmla="*/ 4 h 100"/>
                  <a:gd name="T22" fmla="*/ 11 w 113"/>
                  <a:gd name="T23" fmla="*/ 68 h 100"/>
                  <a:gd name="T24" fmla="*/ 57 w 113"/>
                  <a:gd name="T25" fmla="*/ 100 h 100"/>
                  <a:gd name="T26" fmla="*/ 57 w 113"/>
                  <a:gd name="T27" fmla="*/ 91 h 100"/>
                  <a:gd name="T28" fmla="*/ 19 w 113"/>
                  <a:gd name="T29" fmla="*/ 65 h 100"/>
                  <a:gd name="T30" fmla="*/ 19 w 113"/>
                  <a:gd name="T31" fmla="*/ 65 h 100"/>
                  <a:gd name="T32" fmla="*/ 42 w 113"/>
                  <a:gd name="T33" fmla="*/ 12 h 100"/>
                  <a:gd name="T34" fmla="*/ 57 w 113"/>
                  <a:gd name="T35" fmla="*/ 9 h 100"/>
                  <a:gd name="T36" fmla="*/ 57 w 113"/>
                  <a:gd name="T37" fmla="*/ 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3" h="100">
                    <a:moveTo>
                      <a:pt x="103" y="31"/>
                    </a:moveTo>
                    <a:cubicBezTo>
                      <a:pt x="95" y="12"/>
                      <a:pt x="77" y="0"/>
                      <a:pt x="57" y="0"/>
                    </a:cubicBezTo>
                    <a:cubicBezTo>
                      <a:pt x="57" y="9"/>
                      <a:pt x="57" y="9"/>
                      <a:pt x="57" y="9"/>
                    </a:cubicBezTo>
                    <a:cubicBezTo>
                      <a:pt x="73" y="9"/>
                      <a:pt x="88" y="19"/>
                      <a:pt x="95" y="35"/>
                    </a:cubicBezTo>
                    <a:cubicBezTo>
                      <a:pt x="103" y="56"/>
                      <a:pt x="93" y="79"/>
                      <a:pt x="72" y="88"/>
                    </a:cubicBezTo>
                    <a:cubicBezTo>
                      <a:pt x="67" y="90"/>
                      <a:pt x="62" y="91"/>
                      <a:pt x="57" y="91"/>
                    </a:cubicBezTo>
                    <a:cubicBezTo>
                      <a:pt x="57" y="100"/>
                      <a:pt x="57" y="100"/>
                      <a:pt x="57" y="100"/>
                    </a:cubicBezTo>
                    <a:cubicBezTo>
                      <a:pt x="63" y="100"/>
                      <a:pt x="69" y="99"/>
                      <a:pt x="75" y="96"/>
                    </a:cubicBezTo>
                    <a:cubicBezTo>
                      <a:pt x="101" y="86"/>
                      <a:pt x="113" y="57"/>
                      <a:pt x="103" y="31"/>
                    </a:cubicBezTo>
                    <a:close/>
                    <a:moveTo>
                      <a:pt x="57" y="0"/>
                    </a:moveTo>
                    <a:cubicBezTo>
                      <a:pt x="51" y="0"/>
                      <a:pt x="44" y="1"/>
                      <a:pt x="38" y="4"/>
                    </a:cubicBezTo>
                    <a:cubicBezTo>
                      <a:pt x="13" y="14"/>
                      <a:pt x="0" y="43"/>
                      <a:pt x="11" y="68"/>
                    </a:cubicBezTo>
                    <a:cubicBezTo>
                      <a:pt x="18" y="88"/>
                      <a:pt x="37" y="100"/>
                      <a:pt x="57" y="100"/>
                    </a:cubicBezTo>
                    <a:cubicBezTo>
                      <a:pt x="57" y="91"/>
                      <a:pt x="57" y="91"/>
                      <a:pt x="57" y="91"/>
                    </a:cubicBezTo>
                    <a:cubicBezTo>
                      <a:pt x="41" y="90"/>
                      <a:pt x="26" y="81"/>
                      <a:pt x="19" y="65"/>
                    </a:cubicBezTo>
                    <a:cubicBezTo>
                      <a:pt x="19" y="65"/>
                      <a:pt x="19" y="65"/>
                      <a:pt x="19" y="65"/>
                    </a:cubicBezTo>
                    <a:cubicBezTo>
                      <a:pt x="11" y="44"/>
                      <a:pt x="21" y="21"/>
                      <a:pt x="42" y="12"/>
                    </a:cubicBezTo>
                    <a:cubicBezTo>
                      <a:pt x="47" y="10"/>
                      <a:pt x="52" y="9"/>
                      <a:pt x="57" y="9"/>
                    </a:cubicBezTo>
                    <a:lnTo>
                      <a:pt x="57" y="0"/>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203" name="Freeform 83"/>
              <p:cNvSpPr/>
              <p:nvPr/>
            </p:nvSpPr>
            <p:spPr bwMode="auto">
              <a:xfrm>
                <a:off x="3906022" y="1306760"/>
                <a:ext cx="173487" cy="95714"/>
              </a:xfrm>
              <a:custGeom>
                <a:avLst/>
                <a:gdLst/>
                <a:ahLst/>
                <a:cxnLst/>
                <a:rect l="l" t="t" r="r" b="b"/>
                <a:pathLst>
                  <a:path w="173487" h="95714">
                    <a:moveTo>
                      <a:pt x="163962" y="0"/>
                    </a:moveTo>
                    <a:lnTo>
                      <a:pt x="173487" y="28575"/>
                    </a:lnTo>
                    <a:lnTo>
                      <a:pt x="137515" y="43318"/>
                    </a:lnTo>
                    <a:cubicBezTo>
                      <a:pt x="136150" y="49800"/>
                      <a:pt x="130924" y="54835"/>
                      <a:pt x="123706" y="57228"/>
                    </a:cubicBezTo>
                    <a:lnTo>
                      <a:pt x="32152" y="94088"/>
                    </a:lnTo>
                    <a:cubicBezTo>
                      <a:pt x="19073" y="98425"/>
                      <a:pt x="5994" y="94088"/>
                      <a:pt x="1635" y="81079"/>
                    </a:cubicBezTo>
                    <a:cubicBezTo>
                      <a:pt x="-2725" y="70237"/>
                      <a:pt x="1635" y="55059"/>
                      <a:pt x="14714" y="50723"/>
                    </a:cubicBezTo>
                    <a:cubicBezTo>
                      <a:pt x="106268" y="13862"/>
                      <a:pt x="106268" y="13862"/>
                      <a:pt x="106268" y="13862"/>
                    </a:cubicBezTo>
                    <a:cubicBezTo>
                      <a:pt x="113196" y="11564"/>
                      <a:pt x="120124" y="12309"/>
                      <a:pt x="125583" y="15475"/>
                    </a:cubicBez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grpSp>
        <p:sp>
          <p:nvSpPr>
            <p:cNvPr id="195" name="Freeform 85"/>
            <p:cNvSpPr>
              <a:spLocks noEditPoints="1"/>
            </p:cNvSpPr>
            <p:nvPr/>
          </p:nvSpPr>
          <p:spPr bwMode="auto">
            <a:xfrm>
              <a:off x="4010578" y="2435635"/>
              <a:ext cx="314143" cy="111795"/>
            </a:xfrm>
            <a:custGeom>
              <a:avLst/>
              <a:gdLst>
                <a:gd name="T0" fmla="*/ 142 w 205"/>
                <a:gd name="T1" fmla="*/ 5 h 73"/>
                <a:gd name="T2" fmla="*/ 157 w 205"/>
                <a:gd name="T3" fmla="*/ 2 h 73"/>
                <a:gd name="T4" fmla="*/ 164 w 205"/>
                <a:gd name="T5" fmla="*/ 5 h 73"/>
                <a:gd name="T6" fmla="*/ 179 w 205"/>
                <a:gd name="T7" fmla="*/ 2 h 73"/>
                <a:gd name="T8" fmla="*/ 202 w 205"/>
                <a:gd name="T9" fmla="*/ 18 h 73"/>
                <a:gd name="T10" fmla="*/ 187 w 205"/>
                <a:gd name="T11" fmla="*/ 42 h 73"/>
                <a:gd name="T12" fmla="*/ 177 w 205"/>
                <a:gd name="T13" fmla="*/ 43 h 73"/>
                <a:gd name="T14" fmla="*/ 166 w 205"/>
                <a:gd name="T15" fmla="*/ 18 h 73"/>
                <a:gd name="T16" fmla="*/ 172 w 205"/>
                <a:gd name="T17" fmla="*/ 45 h 73"/>
                <a:gd name="T18" fmla="*/ 167 w 205"/>
                <a:gd name="T19" fmla="*/ 50 h 73"/>
                <a:gd name="T20" fmla="*/ 142 w 205"/>
                <a:gd name="T21" fmla="*/ 55 h 73"/>
                <a:gd name="T22" fmla="*/ 142 w 205"/>
                <a:gd name="T23" fmla="*/ 20 h 73"/>
                <a:gd name="T24" fmla="*/ 158 w 205"/>
                <a:gd name="T25" fmla="*/ 17 h 73"/>
                <a:gd name="T26" fmla="*/ 163 w 205"/>
                <a:gd name="T27" fmla="*/ 19 h 73"/>
                <a:gd name="T28" fmla="*/ 161 w 205"/>
                <a:gd name="T29" fmla="*/ 9 h 73"/>
                <a:gd name="T30" fmla="*/ 155 w 205"/>
                <a:gd name="T31" fmla="*/ 5 h 73"/>
                <a:gd name="T32" fmla="*/ 142 w 205"/>
                <a:gd name="T33" fmla="*/ 8 h 73"/>
                <a:gd name="T34" fmla="*/ 142 w 205"/>
                <a:gd name="T35" fmla="*/ 5 h 73"/>
                <a:gd name="T36" fmla="*/ 28 w 205"/>
                <a:gd name="T37" fmla="*/ 30 h 73"/>
                <a:gd name="T38" fmla="*/ 116 w 205"/>
                <a:gd name="T39" fmla="*/ 13 h 73"/>
                <a:gd name="T40" fmla="*/ 121 w 205"/>
                <a:gd name="T41" fmla="*/ 9 h 73"/>
                <a:gd name="T42" fmla="*/ 142 w 205"/>
                <a:gd name="T43" fmla="*/ 5 h 73"/>
                <a:gd name="T44" fmla="*/ 142 w 205"/>
                <a:gd name="T45" fmla="*/ 8 h 73"/>
                <a:gd name="T46" fmla="*/ 124 w 205"/>
                <a:gd name="T47" fmla="*/ 11 h 73"/>
                <a:gd name="T48" fmla="*/ 120 w 205"/>
                <a:gd name="T49" fmla="*/ 17 h 73"/>
                <a:gd name="T50" fmla="*/ 122 w 205"/>
                <a:gd name="T51" fmla="*/ 28 h 73"/>
                <a:gd name="T52" fmla="*/ 122 w 205"/>
                <a:gd name="T53" fmla="*/ 28 h 73"/>
                <a:gd name="T54" fmla="*/ 126 w 205"/>
                <a:gd name="T55" fmla="*/ 24 h 73"/>
                <a:gd name="T56" fmla="*/ 142 w 205"/>
                <a:gd name="T57" fmla="*/ 20 h 73"/>
                <a:gd name="T58" fmla="*/ 142 w 205"/>
                <a:gd name="T59" fmla="*/ 55 h 73"/>
                <a:gd name="T60" fmla="*/ 130 w 205"/>
                <a:gd name="T61" fmla="*/ 57 h 73"/>
                <a:gd name="T62" fmla="*/ 125 w 205"/>
                <a:gd name="T63" fmla="*/ 56 h 73"/>
                <a:gd name="T64" fmla="*/ 35 w 205"/>
                <a:gd name="T65" fmla="*/ 73 h 73"/>
                <a:gd name="T66" fmla="*/ 28 w 205"/>
                <a:gd name="T67" fmla="*/ 70 h 73"/>
                <a:gd name="T68" fmla="*/ 28 w 205"/>
                <a:gd name="T69" fmla="*/ 67 h 73"/>
                <a:gd name="T70" fmla="*/ 35 w 205"/>
                <a:gd name="T71" fmla="*/ 70 h 73"/>
                <a:gd name="T72" fmla="*/ 35 w 205"/>
                <a:gd name="T73" fmla="*/ 70 h 73"/>
                <a:gd name="T74" fmla="*/ 37 w 205"/>
                <a:gd name="T75" fmla="*/ 70 h 73"/>
                <a:gd name="T76" fmla="*/ 42 w 205"/>
                <a:gd name="T77" fmla="*/ 62 h 73"/>
                <a:gd name="T78" fmla="*/ 36 w 205"/>
                <a:gd name="T79" fmla="*/ 57 h 73"/>
                <a:gd name="T80" fmla="*/ 40 w 205"/>
                <a:gd name="T81" fmla="*/ 50 h 73"/>
                <a:gd name="T82" fmla="*/ 34 w 205"/>
                <a:gd name="T83" fmla="*/ 45 h 73"/>
                <a:gd name="T84" fmla="*/ 37 w 205"/>
                <a:gd name="T85" fmla="*/ 38 h 73"/>
                <a:gd name="T86" fmla="*/ 30 w 205"/>
                <a:gd name="T87" fmla="*/ 33 h 73"/>
                <a:gd name="T88" fmla="*/ 28 w 205"/>
                <a:gd name="T89" fmla="*/ 33 h 73"/>
                <a:gd name="T90" fmla="*/ 28 w 205"/>
                <a:gd name="T91" fmla="*/ 34 h 73"/>
                <a:gd name="T92" fmla="*/ 28 w 205"/>
                <a:gd name="T93" fmla="*/ 30 h 73"/>
                <a:gd name="T94" fmla="*/ 26 w 205"/>
                <a:gd name="T95" fmla="*/ 31 h 73"/>
                <a:gd name="T96" fmla="*/ 28 w 205"/>
                <a:gd name="T97" fmla="*/ 30 h 73"/>
                <a:gd name="T98" fmla="*/ 28 w 205"/>
                <a:gd name="T99" fmla="*/ 34 h 73"/>
                <a:gd name="T100" fmla="*/ 13 w 205"/>
                <a:gd name="T101" fmla="*/ 49 h 73"/>
                <a:gd name="T102" fmla="*/ 15 w 205"/>
                <a:gd name="T103" fmla="*/ 62 h 73"/>
                <a:gd name="T104" fmla="*/ 28 w 205"/>
                <a:gd name="T105" fmla="*/ 67 h 73"/>
                <a:gd name="T106" fmla="*/ 28 w 205"/>
                <a:gd name="T107" fmla="*/ 70 h 73"/>
                <a:gd name="T108" fmla="*/ 0 w 205"/>
                <a:gd name="T109" fmla="*/ 58 h 73"/>
                <a:gd name="T110" fmla="*/ 26 w 205"/>
                <a:gd name="T111" fmla="*/ 31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05" h="73">
                  <a:moveTo>
                    <a:pt x="142" y="5"/>
                  </a:moveTo>
                  <a:cubicBezTo>
                    <a:pt x="157" y="2"/>
                    <a:pt x="157" y="2"/>
                    <a:pt x="157" y="2"/>
                  </a:cubicBezTo>
                  <a:cubicBezTo>
                    <a:pt x="160" y="1"/>
                    <a:pt x="163" y="3"/>
                    <a:pt x="164" y="5"/>
                  </a:cubicBezTo>
                  <a:cubicBezTo>
                    <a:pt x="179" y="2"/>
                    <a:pt x="179" y="2"/>
                    <a:pt x="179" y="2"/>
                  </a:cubicBezTo>
                  <a:cubicBezTo>
                    <a:pt x="190" y="0"/>
                    <a:pt x="200" y="7"/>
                    <a:pt x="202" y="18"/>
                  </a:cubicBezTo>
                  <a:cubicBezTo>
                    <a:pt x="205" y="29"/>
                    <a:pt x="197" y="39"/>
                    <a:pt x="187" y="42"/>
                  </a:cubicBezTo>
                  <a:cubicBezTo>
                    <a:pt x="177" y="43"/>
                    <a:pt x="177" y="43"/>
                    <a:pt x="177" y="43"/>
                  </a:cubicBezTo>
                  <a:cubicBezTo>
                    <a:pt x="166" y="18"/>
                    <a:pt x="166" y="18"/>
                    <a:pt x="166" y="18"/>
                  </a:cubicBezTo>
                  <a:cubicBezTo>
                    <a:pt x="172" y="45"/>
                    <a:pt x="172" y="45"/>
                    <a:pt x="172" y="45"/>
                  </a:cubicBezTo>
                  <a:cubicBezTo>
                    <a:pt x="172" y="47"/>
                    <a:pt x="170" y="50"/>
                    <a:pt x="167" y="50"/>
                  </a:cubicBezTo>
                  <a:cubicBezTo>
                    <a:pt x="142" y="55"/>
                    <a:pt x="142" y="55"/>
                    <a:pt x="142" y="55"/>
                  </a:cubicBezTo>
                  <a:cubicBezTo>
                    <a:pt x="142" y="20"/>
                    <a:pt x="142" y="20"/>
                    <a:pt x="142" y="20"/>
                  </a:cubicBezTo>
                  <a:cubicBezTo>
                    <a:pt x="158" y="17"/>
                    <a:pt x="158" y="17"/>
                    <a:pt x="158" y="17"/>
                  </a:cubicBezTo>
                  <a:cubicBezTo>
                    <a:pt x="160" y="17"/>
                    <a:pt x="162" y="18"/>
                    <a:pt x="163" y="19"/>
                  </a:cubicBezTo>
                  <a:cubicBezTo>
                    <a:pt x="161" y="9"/>
                    <a:pt x="161" y="9"/>
                    <a:pt x="161" y="9"/>
                  </a:cubicBezTo>
                  <a:cubicBezTo>
                    <a:pt x="161" y="6"/>
                    <a:pt x="158" y="5"/>
                    <a:pt x="155" y="5"/>
                  </a:cubicBezTo>
                  <a:cubicBezTo>
                    <a:pt x="142" y="8"/>
                    <a:pt x="142" y="8"/>
                    <a:pt x="142" y="8"/>
                  </a:cubicBezTo>
                  <a:lnTo>
                    <a:pt x="142" y="5"/>
                  </a:lnTo>
                  <a:close/>
                  <a:moveTo>
                    <a:pt x="28" y="30"/>
                  </a:moveTo>
                  <a:cubicBezTo>
                    <a:pt x="116" y="13"/>
                    <a:pt x="116" y="13"/>
                    <a:pt x="116" y="13"/>
                  </a:cubicBezTo>
                  <a:cubicBezTo>
                    <a:pt x="117" y="11"/>
                    <a:pt x="119" y="9"/>
                    <a:pt x="121" y="9"/>
                  </a:cubicBezTo>
                  <a:cubicBezTo>
                    <a:pt x="142" y="5"/>
                    <a:pt x="142" y="5"/>
                    <a:pt x="142" y="5"/>
                  </a:cubicBezTo>
                  <a:cubicBezTo>
                    <a:pt x="142" y="8"/>
                    <a:pt x="142" y="8"/>
                    <a:pt x="142" y="8"/>
                  </a:cubicBezTo>
                  <a:cubicBezTo>
                    <a:pt x="124" y="11"/>
                    <a:pt x="124" y="11"/>
                    <a:pt x="124" y="11"/>
                  </a:cubicBezTo>
                  <a:cubicBezTo>
                    <a:pt x="121" y="12"/>
                    <a:pt x="119" y="15"/>
                    <a:pt x="120" y="17"/>
                  </a:cubicBezTo>
                  <a:cubicBezTo>
                    <a:pt x="122" y="28"/>
                    <a:pt x="122" y="28"/>
                    <a:pt x="122" y="28"/>
                  </a:cubicBezTo>
                  <a:cubicBezTo>
                    <a:pt x="122" y="28"/>
                    <a:pt x="122" y="28"/>
                    <a:pt x="122" y="28"/>
                  </a:cubicBezTo>
                  <a:cubicBezTo>
                    <a:pt x="122" y="26"/>
                    <a:pt x="124" y="24"/>
                    <a:pt x="126" y="24"/>
                  </a:cubicBezTo>
                  <a:cubicBezTo>
                    <a:pt x="142" y="20"/>
                    <a:pt x="142" y="20"/>
                    <a:pt x="142" y="20"/>
                  </a:cubicBezTo>
                  <a:cubicBezTo>
                    <a:pt x="142" y="55"/>
                    <a:pt x="142" y="55"/>
                    <a:pt x="142" y="55"/>
                  </a:cubicBezTo>
                  <a:cubicBezTo>
                    <a:pt x="130" y="57"/>
                    <a:pt x="130" y="57"/>
                    <a:pt x="130" y="57"/>
                  </a:cubicBezTo>
                  <a:cubicBezTo>
                    <a:pt x="128" y="58"/>
                    <a:pt x="126" y="57"/>
                    <a:pt x="125" y="56"/>
                  </a:cubicBezTo>
                  <a:cubicBezTo>
                    <a:pt x="35" y="73"/>
                    <a:pt x="35" y="73"/>
                    <a:pt x="35" y="73"/>
                  </a:cubicBezTo>
                  <a:cubicBezTo>
                    <a:pt x="28" y="70"/>
                    <a:pt x="28" y="70"/>
                    <a:pt x="28" y="70"/>
                  </a:cubicBezTo>
                  <a:cubicBezTo>
                    <a:pt x="28" y="67"/>
                    <a:pt x="28" y="67"/>
                    <a:pt x="28" y="67"/>
                  </a:cubicBezTo>
                  <a:cubicBezTo>
                    <a:pt x="35" y="70"/>
                    <a:pt x="35" y="70"/>
                    <a:pt x="35" y="70"/>
                  </a:cubicBezTo>
                  <a:cubicBezTo>
                    <a:pt x="35" y="70"/>
                    <a:pt x="35" y="70"/>
                    <a:pt x="35" y="70"/>
                  </a:cubicBezTo>
                  <a:cubicBezTo>
                    <a:pt x="37" y="70"/>
                    <a:pt x="37" y="70"/>
                    <a:pt x="37" y="70"/>
                  </a:cubicBezTo>
                  <a:cubicBezTo>
                    <a:pt x="41" y="69"/>
                    <a:pt x="43" y="66"/>
                    <a:pt x="42" y="62"/>
                  </a:cubicBezTo>
                  <a:cubicBezTo>
                    <a:pt x="42" y="59"/>
                    <a:pt x="39" y="57"/>
                    <a:pt x="36" y="57"/>
                  </a:cubicBezTo>
                  <a:cubicBezTo>
                    <a:pt x="39" y="56"/>
                    <a:pt x="40" y="53"/>
                    <a:pt x="40" y="50"/>
                  </a:cubicBezTo>
                  <a:cubicBezTo>
                    <a:pt x="39" y="47"/>
                    <a:pt x="37" y="45"/>
                    <a:pt x="34" y="45"/>
                  </a:cubicBezTo>
                  <a:cubicBezTo>
                    <a:pt x="36" y="44"/>
                    <a:pt x="38" y="41"/>
                    <a:pt x="37" y="38"/>
                  </a:cubicBezTo>
                  <a:cubicBezTo>
                    <a:pt x="37" y="34"/>
                    <a:pt x="33" y="32"/>
                    <a:pt x="30" y="33"/>
                  </a:cubicBezTo>
                  <a:cubicBezTo>
                    <a:pt x="28" y="33"/>
                    <a:pt x="28" y="33"/>
                    <a:pt x="28" y="33"/>
                  </a:cubicBezTo>
                  <a:cubicBezTo>
                    <a:pt x="28" y="34"/>
                    <a:pt x="28" y="34"/>
                    <a:pt x="28" y="34"/>
                  </a:cubicBezTo>
                  <a:lnTo>
                    <a:pt x="28" y="30"/>
                  </a:lnTo>
                  <a:close/>
                  <a:moveTo>
                    <a:pt x="26" y="31"/>
                  </a:moveTo>
                  <a:cubicBezTo>
                    <a:pt x="28" y="30"/>
                    <a:pt x="28" y="30"/>
                    <a:pt x="28" y="30"/>
                  </a:cubicBezTo>
                  <a:cubicBezTo>
                    <a:pt x="28" y="34"/>
                    <a:pt x="28" y="34"/>
                    <a:pt x="28" y="34"/>
                  </a:cubicBezTo>
                  <a:cubicBezTo>
                    <a:pt x="13" y="49"/>
                    <a:pt x="13" y="49"/>
                    <a:pt x="13" y="49"/>
                  </a:cubicBezTo>
                  <a:cubicBezTo>
                    <a:pt x="15" y="62"/>
                    <a:pt x="15" y="62"/>
                    <a:pt x="15" y="62"/>
                  </a:cubicBezTo>
                  <a:cubicBezTo>
                    <a:pt x="28" y="67"/>
                    <a:pt x="28" y="67"/>
                    <a:pt x="28" y="67"/>
                  </a:cubicBezTo>
                  <a:cubicBezTo>
                    <a:pt x="28" y="70"/>
                    <a:pt x="28" y="70"/>
                    <a:pt x="28" y="70"/>
                  </a:cubicBezTo>
                  <a:cubicBezTo>
                    <a:pt x="0" y="58"/>
                    <a:pt x="0" y="58"/>
                    <a:pt x="0" y="58"/>
                  </a:cubicBezTo>
                  <a:lnTo>
                    <a:pt x="26" y="31"/>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196" name="Freeform 86"/>
            <p:cNvSpPr/>
            <p:nvPr/>
          </p:nvSpPr>
          <p:spPr bwMode="auto">
            <a:xfrm>
              <a:off x="5316794" y="2717168"/>
              <a:ext cx="175774" cy="224481"/>
            </a:xfrm>
            <a:custGeom>
              <a:avLst/>
              <a:gdLst/>
              <a:ahLst/>
              <a:cxnLst/>
              <a:rect l="l" t="t" r="r" b="b"/>
              <a:pathLst>
                <a:path w="249602" h="318766">
                  <a:moveTo>
                    <a:pt x="191061" y="63768"/>
                  </a:moveTo>
                  <a:cubicBezTo>
                    <a:pt x="191061" y="63768"/>
                    <a:pt x="191061" y="63768"/>
                    <a:pt x="192696" y="64860"/>
                  </a:cubicBezTo>
                  <a:lnTo>
                    <a:pt x="204142" y="72499"/>
                  </a:lnTo>
                  <a:lnTo>
                    <a:pt x="77692" y="277684"/>
                  </a:lnTo>
                  <a:cubicBezTo>
                    <a:pt x="71152" y="288598"/>
                    <a:pt x="55890" y="290781"/>
                    <a:pt x="42809" y="284233"/>
                  </a:cubicBezTo>
                  <a:cubicBezTo>
                    <a:pt x="42809" y="282058"/>
                    <a:pt x="40645" y="282050"/>
                    <a:pt x="40629" y="282050"/>
                  </a:cubicBezTo>
                  <a:cubicBezTo>
                    <a:pt x="49350" y="282050"/>
                    <a:pt x="58071" y="277684"/>
                    <a:pt x="62431" y="271136"/>
                  </a:cubicBezTo>
                  <a:cubicBezTo>
                    <a:pt x="62431" y="271136"/>
                    <a:pt x="62431" y="271136"/>
                    <a:pt x="191061" y="63768"/>
                  </a:cubicBezTo>
                  <a:close/>
                  <a:moveTo>
                    <a:pt x="155381" y="28336"/>
                  </a:moveTo>
                  <a:cubicBezTo>
                    <a:pt x="142834" y="48499"/>
                    <a:pt x="109214" y="102523"/>
                    <a:pt x="19135" y="247273"/>
                  </a:cubicBezTo>
                  <a:cubicBezTo>
                    <a:pt x="10425" y="264702"/>
                    <a:pt x="16957" y="286489"/>
                    <a:pt x="34378" y="297383"/>
                  </a:cubicBezTo>
                  <a:cubicBezTo>
                    <a:pt x="51798" y="308276"/>
                    <a:pt x="75751" y="303919"/>
                    <a:pt x="84461" y="288668"/>
                  </a:cubicBezTo>
                  <a:cubicBezTo>
                    <a:pt x="84466" y="288660"/>
                    <a:pt x="85270" y="287369"/>
                    <a:pt x="220979" y="69295"/>
                  </a:cubicBezTo>
                  <a:cubicBezTo>
                    <a:pt x="186854" y="47988"/>
                    <a:pt x="166969" y="35571"/>
                    <a:pt x="155381" y="28336"/>
                  </a:cubicBezTo>
                  <a:close/>
                  <a:moveTo>
                    <a:pt x="150023" y="852"/>
                  </a:moveTo>
                  <a:cubicBezTo>
                    <a:pt x="247438" y="61679"/>
                    <a:pt x="247438" y="61679"/>
                    <a:pt x="247438" y="61679"/>
                  </a:cubicBezTo>
                  <a:lnTo>
                    <a:pt x="249602" y="74713"/>
                  </a:lnTo>
                  <a:cubicBezTo>
                    <a:pt x="247438" y="79058"/>
                    <a:pt x="240943" y="81230"/>
                    <a:pt x="236614" y="79058"/>
                  </a:cubicBezTo>
                  <a:lnTo>
                    <a:pt x="231799" y="76051"/>
                  </a:lnTo>
                  <a:lnTo>
                    <a:pt x="95349" y="297383"/>
                  </a:lnTo>
                  <a:cubicBezTo>
                    <a:pt x="80106" y="319170"/>
                    <a:pt x="49621" y="325706"/>
                    <a:pt x="25667" y="310455"/>
                  </a:cubicBezTo>
                  <a:cubicBezTo>
                    <a:pt x="1714" y="295204"/>
                    <a:pt x="-6996" y="264702"/>
                    <a:pt x="6070" y="242915"/>
                  </a:cubicBezTo>
                  <a:cubicBezTo>
                    <a:pt x="6075" y="242907"/>
                    <a:pt x="6888" y="241608"/>
                    <a:pt x="144581" y="21592"/>
                  </a:cubicBezTo>
                  <a:lnTo>
                    <a:pt x="139872" y="18651"/>
                  </a:lnTo>
                  <a:cubicBezTo>
                    <a:pt x="139199" y="18231"/>
                    <a:pt x="139199" y="18231"/>
                    <a:pt x="139199" y="18231"/>
                  </a:cubicBezTo>
                  <a:cubicBezTo>
                    <a:pt x="134869" y="13887"/>
                    <a:pt x="132704" y="9542"/>
                    <a:pt x="137034" y="5197"/>
                  </a:cubicBezTo>
                  <a:cubicBezTo>
                    <a:pt x="139199" y="852"/>
                    <a:pt x="145693" y="-1320"/>
                    <a:pt x="150023" y="852"/>
                  </a:cubicBez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197" name="Freeform 89"/>
            <p:cNvSpPr>
              <a:spLocks noEditPoints="1"/>
            </p:cNvSpPr>
            <p:nvPr/>
          </p:nvSpPr>
          <p:spPr bwMode="auto">
            <a:xfrm>
              <a:off x="5077099" y="1852067"/>
              <a:ext cx="156513" cy="114031"/>
            </a:xfrm>
            <a:custGeom>
              <a:avLst/>
              <a:gdLst>
                <a:gd name="T0" fmla="*/ 84 w 102"/>
                <a:gd name="T1" fmla="*/ 71 h 74"/>
                <a:gd name="T2" fmla="*/ 79 w 102"/>
                <a:gd name="T3" fmla="*/ 69 h 74"/>
                <a:gd name="T4" fmla="*/ 79 w 102"/>
                <a:gd name="T5" fmla="*/ 69 h 74"/>
                <a:gd name="T6" fmla="*/ 79 w 102"/>
                <a:gd name="T7" fmla="*/ 52 h 74"/>
                <a:gd name="T8" fmla="*/ 86 w 102"/>
                <a:gd name="T9" fmla="*/ 49 h 74"/>
                <a:gd name="T10" fmla="*/ 90 w 102"/>
                <a:gd name="T11" fmla="*/ 38 h 74"/>
                <a:gd name="T12" fmla="*/ 79 w 102"/>
                <a:gd name="T13" fmla="*/ 31 h 74"/>
                <a:gd name="T14" fmla="*/ 85 w 102"/>
                <a:gd name="T15" fmla="*/ 20 h 74"/>
                <a:gd name="T16" fmla="*/ 79 w 102"/>
                <a:gd name="T17" fmla="*/ 16 h 74"/>
                <a:gd name="T18" fmla="*/ 72 w 102"/>
                <a:gd name="T19" fmla="*/ 3 h 74"/>
                <a:gd name="T20" fmla="*/ 79 w 102"/>
                <a:gd name="T21" fmla="*/ 16 h 74"/>
                <a:gd name="T22" fmla="*/ 72 w 102"/>
                <a:gd name="T23" fmla="*/ 21 h 74"/>
                <a:gd name="T24" fmla="*/ 72 w 102"/>
                <a:gd name="T25" fmla="*/ 9 h 74"/>
                <a:gd name="T26" fmla="*/ 79 w 102"/>
                <a:gd name="T27" fmla="*/ 73 h 74"/>
                <a:gd name="T28" fmla="*/ 72 w 102"/>
                <a:gd name="T29" fmla="*/ 69 h 74"/>
                <a:gd name="T30" fmla="*/ 79 w 102"/>
                <a:gd name="T31" fmla="*/ 73 h 74"/>
                <a:gd name="T32" fmla="*/ 79 w 102"/>
                <a:gd name="T33" fmla="*/ 34 h 74"/>
                <a:gd name="T34" fmla="*/ 75 w 102"/>
                <a:gd name="T35" fmla="*/ 45 h 74"/>
                <a:gd name="T36" fmla="*/ 79 w 102"/>
                <a:gd name="T37" fmla="*/ 52 h 74"/>
                <a:gd name="T38" fmla="*/ 72 w 102"/>
                <a:gd name="T39" fmla="*/ 25 h 74"/>
                <a:gd name="T40" fmla="*/ 79 w 102"/>
                <a:gd name="T41" fmla="*/ 31 h 74"/>
                <a:gd name="T42" fmla="*/ 72 w 102"/>
                <a:gd name="T43" fmla="*/ 3 h 74"/>
                <a:gd name="T44" fmla="*/ 71 w 102"/>
                <a:gd name="T45" fmla="*/ 8 h 74"/>
                <a:gd name="T46" fmla="*/ 66 w 102"/>
                <a:gd name="T47" fmla="*/ 2 h 74"/>
                <a:gd name="T48" fmla="*/ 66 w 102"/>
                <a:gd name="T49" fmla="*/ 73 h 74"/>
                <a:gd name="T50" fmla="*/ 67 w 102"/>
                <a:gd name="T51" fmla="*/ 65 h 74"/>
                <a:gd name="T52" fmla="*/ 72 w 102"/>
                <a:gd name="T53" fmla="*/ 74 h 74"/>
                <a:gd name="T54" fmla="*/ 72 w 102"/>
                <a:gd name="T55" fmla="*/ 21 h 74"/>
                <a:gd name="T56" fmla="*/ 72 w 102"/>
                <a:gd name="T57" fmla="*/ 52 h 74"/>
                <a:gd name="T58" fmla="*/ 66 w 102"/>
                <a:gd name="T59" fmla="*/ 57 h 74"/>
                <a:gd name="T60" fmla="*/ 69 w 102"/>
                <a:gd name="T61" fmla="*/ 16 h 74"/>
                <a:gd name="T62" fmla="*/ 22 w 102"/>
                <a:gd name="T63" fmla="*/ 10 h 74"/>
                <a:gd name="T64" fmla="*/ 66 w 102"/>
                <a:gd name="T65" fmla="*/ 5 h 74"/>
                <a:gd name="T66" fmla="*/ 64 w 102"/>
                <a:gd name="T67" fmla="*/ 6 h 74"/>
                <a:gd name="T68" fmla="*/ 66 w 102"/>
                <a:gd name="T69" fmla="*/ 16 h 74"/>
                <a:gd name="T70" fmla="*/ 66 w 102"/>
                <a:gd name="T71" fmla="*/ 64 h 74"/>
                <a:gd name="T72" fmla="*/ 37 w 102"/>
                <a:gd name="T73" fmla="*/ 57 h 74"/>
                <a:gd name="T74" fmla="*/ 22 w 102"/>
                <a:gd name="T75" fmla="*/ 49 h 74"/>
                <a:gd name="T76" fmla="*/ 27 w 102"/>
                <a:gd name="T77" fmla="*/ 48 h 74"/>
                <a:gd name="T78" fmla="*/ 22 w 102"/>
                <a:gd name="T79" fmla="*/ 27 h 74"/>
                <a:gd name="T80" fmla="*/ 2 w 102"/>
                <a:gd name="T81" fmla="*/ 41 h 74"/>
                <a:gd name="T82" fmla="*/ 22 w 102"/>
                <a:gd name="T83" fmla="*/ 10 h 74"/>
                <a:gd name="T84" fmla="*/ 17 w 102"/>
                <a:gd name="T85" fmla="*/ 28 h 74"/>
                <a:gd name="T86" fmla="*/ 22 w 102"/>
                <a:gd name="T87" fmla="*/ 49 h 74"/>
                <a:gd name="T88" fmla="*/ 2 w 102"/>
                <a:gd name="T89" fmla="*/ 41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02" h="74">
                  <a:moveTo>
                    <a:pt x="79" y="7"/>
                  </a:moveTo>
                  <a:cubicBezTo>
                    <a:pt x="102" y="22"/>
                    <a:pt x="98" y="62"/>
                    <a:pt x="84" y="71"/>
                  </a:cubicBezTo>
                  <a:cubicBezTo>
                    <a:pt x="82" y="72"/>
                    <a:pt x="80" y="73"/>
                    <a:pt x="79" y="73"/>
                  </a:cubicBezTo>
                  <a:cubicBezTo>
                    <a:pt x="79" y="69"/>
                    <a:pt x="79" y="69"/>
                    <a:pt x="79" y="69"/>
                  </a:cubicBezTo>
                  <a:cubicBezTo>
                    <a:pt x="79" y="69"/>
                    <a:pt x="79" y="69"/>
                    <a:pt x="79" y="69"/>
                  </a:cubicBezTo>
                  <a:cubicBezTo>
                    <a:pt x="79" y="69"/>
                    <a:pt x="79" y="69"/>
                    <a:pt x="79" y="69"/>
                  </a:cubicBezTo>
                  <a:cubicBezTo>
                    <a:pt x="83" y="67"/>
                    <a:pt x="85" y="61"/>
                    <a:pt x="83" y="57"/>
                  </a:cubicBezTo>
                  <a:cubicBezTo>
                    <a:pt x="82" y="55"/>
                    <a:pt x="80" y="53"/>
                    <a:pt x="79" y="52"/>
                  </a:cubicBezTo>
                  <a:cubicBezTo>
                    <a:pt x="79" y="49"/>
                    <a:pt x="79" y="49"/>
                    <a:pt x="79" y="49"/>
                  </a:cubicBezTo>
                  <a:cubicBezTo>
                    <a:pt x="81" y="50"/>
                    <a:pt x="84" y="50"/>
                    <a:pt x="86" y="49"/>
                  </a:cubicBezTo>
                  <a:cubicBezTo>
                    <a:pt x="86" y="49"/>
                    <a:pt x="86" y="49"/>
                    <a:pt x="86" y="49"/>
                  </a:cubicBezTo>
                  <a:cubicBezTo>
                    <a:pt x="90" y="47"/>
                    <a:pt x="92" y="42"/>
                    <a:pt x="90" y="38"/>
                  </a:cubicBezTo>
                  <a:cubicBezTo>
                    <a:pt x="88" y="34"/>
                    <a:pt x="83" y="32"/>
                    <a:pt x="79" y="34"/>
                  </a:cubicBezTo>
                  <a:cubicBezTo>
                    <a:pt x="79" y="31"/>
                    <a:pt x="79" y="31"/>
                    <a:pt x="79" y="31"/>
                  </a:cubicBezTo>
                  <a:cubicBezTo>
                    <a:pt x="80" y="31"/>
                    <a:pt x="81" y="30"/>
                    <a:pt x="82" y="30"/>
                  </a:cubicBezTo>
                  <a:cubicBezTo>
                    <a:pt x="86" y="28"/>
                    <a:pt x="87" y="24"/>
                    <a:pt x="85" y="20"/>
                  </a:cubicBezTo>
                  <a:cubicBezTo>
                    <a:pt x="85" y="20"/>
                    <a:pt x="85" y="20"/>
                    <a:pt x="85" y="20"/>
                  </a:cubicBezTo>
                  <a:cubicBezTo>
                    <a:pt x="84" y="17"/>
                    <a:pt x="81" y="16"/>
                    <a:pt x="79" y="16"/>
                  </a:cubicBezTo>
                  <a:lnTo>
                    <a:pt x="79" y="7"/>
                  </a:lnTo>
                  <a:close/>
                  <a:moveTo>
                    <a:pt x="72" y="3"/>
                  </a:moveTo>
                  <a:cubicBezTo>
                    <a:pt x="74" y="4"/>
                    <a:pt x="76" y="5"/>
                    <a:pt x="79" y="7"/>
                  </a:cubicBezTo>
                  <a:cubicBezTo>
                    <a:pt x="79" y="16"/>
                    <a:pt x="79" y="16"/>
                    <a:pt x="79" y="16"/>
                  </a:cubicBezTo>
                  <a:cubicBezTo>
                    <a:pt x="77" y="16"/>
                    <a:pt x="76" y="16"/>
                    <a:pt x="75" y="17"/>
                  </a:cubicBezTo>
                  <a:cubicBezTo>
                    <a:pt x="73" y="17"/>
                    <a:pt x="72" y="19"/>
                    <a:pt x="72" y="21"/>
                  </a:cubicBezTo>
                  <a:cubicBezTo>
                    <a:pt x="72" y="13"/>
                    <a:pt x="72" y="13"/>
                    <a:pt x="72" y="13"/>
                  </a:cubicBezTo>
                  <a:cubicBezTo>
                    <a:pt x="72" y="12"/>
                    <a:pt x="72" y="10"/>
                    <a:pt x="72" y="9"/>
                  </a:cubicBezTo>
                  <a:cubicBezTo>
                    <a:pt x="72" y="3"/>
                    <a:pt x="72" y="3"/>
                    <a:pt x="72" y="3"/>
                  </a:cubicBezTo>
                  <a:close/>
                  <a:moveTo>
                    <a:pt x="79" y="73"/>
                  </a:moveTo>
                  <a:cubicBezTo>
                    <a:pt x="76" y="74"/>
                    <a:pt x="74" y="74"/>
                    <a:pt x="72" y="74"/>
                  </a:cubicBezTo>
                  <a:cubicBezTo>
                    <a:pt x="72" y="69"/>
                    <a:pt x="72" y="69"/>
                    <a:pt x="72" y="69"/>
                  </a:cubicBezTo>
                  <a:cubicBezTo>
                    <a:pt x="74" y="70"/>
                    <a:pt x="76" y="70"/>
                    <a:pt x="79" y="69"/>
                  </a:cubicBezTo>
                  <a:cubicBezTo>
                    <a:pt x="79" y="73"/>
                    <a:pt x="79" y="73"/>
                    <a:pt x="79" y="73"/>
                  </a:cubicBezTo>
                  <a:close/>
                  <a:moveTo>
                    <a:pt x="79" y="31"/>
                  </a:moveTo>
                  <a:cubicBezTo>
                    <a:pt x="79" y="34"/>
                    <a:pt x="79" y="34"/>
                    <a:pt x="79" y="34"/>
                  </a:cubicBezTo>
                  <a:cubicBezTo>
                    <a:pt x="78" y="34"/>
                    <a:pt x="78" y="34"/>
                    <a:pt x="78" y="34"/>
                  </a:cubicBezTo>
                  <a:cubicBezTo>
                    <a:pt x="74" y="36"/>
                    <a:pt x="73" y="41"/>
                    <a:pt x="75" y="45"/>
                  </a:cubicBezTo>
                  <a:cubicBezTo>
                    <a:pt x="76" y="47"/>
                    <a:pt x="77" y="48"/>
                    <a:pt x="79" y="49"/>
                  </a:cubicBezTo>
                  <a:cubicBezTo>
                    <a:pt x="79" y="52"/>
                    <a:pt x="79" y="52"/>
                    <a:pt x="79" y="52"/>
                  </a:cubicBezTo>
                  <a:cubicBezTo>
                    <a:pt x="76" y="51"/>
                    <a:pt x="74" y="51"/>
                    <a:pt x="72" y="52"/>
                  </a:cubicBezTo>
                  <a:cubicBezTo>
                    <a:pt x="72" y="25"/>
                    <a:pt x="72" y="25"/>
                    <a:pt x="72" y="25"/>
                  </a:cubicBezTo>
                  <a:cubicBezTo>
                    <a:pt x="72" y="26"/>
                    <a:pt x="72" y="26"/>
                    <a:pt x="72" y="26"/>
                  </a:cubicBezTo>
                  <a:cubicBezTo>
                    <a:pt x="73" y="29"/>
                    <a:pt x="76" y="31"/>
                    <a:pt x="79" y="31"/>
                  </a:cubicBezTo>
                  <a:close/>
                  <a:moveTo>
                    <a:pt x="66" y="2"/>
                  </a:moveTo>
                  <a:cubicBezTo>
                    <a:pt x="68" y="2"/>
                    <a:pt x="70" y="3"/>
                    <a:pt x="72" y="3"/>
                  </a:cubicBezTo>
                  <a:cubicBezTo>
                    <a:pt x="72" y="9"/>
                    <a:pt x="72" y="9"/>
                    <a:pt x="72" y="9"/>
                  </a:cubicBezTo>
                  <a:cubicBezTo>
                    <a:pt x="71" y="9"/>
                    <a:pt x="71" y="9"/>
                    <a:pt x="71" y="8"/>
                  </a:cubicBezTo>
                  <a:cubicBezTo>
                    <a:pt x="70" y="7"/>
                    <a:pt x="68" y="5"/>
                    <a:pt x="66" y="5"/>
                  </a:cubicBezTo>
                  <a:cubicBezTo>
                    <a:pt x="66" y="2"/>
                    <a:pt x="66" y="2"/>
                    <a:pt x="66" y="2"/>
                  </a:cubicBezTo>
                  <a:close/>
                  <a:moveTo>
                    <a:pt x="72" y="74"/>
                  </a:moveTo>
                  <a:cubicBezTo>
                    <a:pt x="70" y="74"/>
                    <a:pt x="68" y="73"/>
                    <a:pt x="66" y="73"/>
                  </a:cubicBezTo>
                  <a:cubicBezTo>
                    <a:pt x="66" y="64"/>
                    <a:pt x="66" y="64"/>
                    <a:pt x="66" y="64"/>
                  </a:cubicBezTo>
                  <a:cubicBezTo>
                    <a:pt x="66" y="64"/>
                    <a:pt x="67" y="64"/>
                    <a:pt x="67" y="65"/>
                  </a:cubicBezTo>
                  <a:cubicBezTo>
                    <a:pt x="68" y="67"/>
                    <a:pt x="70" y="68"/>
                    <a:pt x="72" y="69"/>
                  </a:cubicBezTo>
                  <a:cubicBezTo>
                    <a:pt x="72" y="74"/>
                    <a:pt x="72" y="74"/>
                    <a:pt x="72" y="74"/>
                  </a:cubicBezTo>
                  <a:close/>
                  <a:moveTo>
                    <a:pt x="72" y="13"/>
                  </a:moveTo>
                  <a:cubicBezTo>
                    <a:pt x="72" y="21"/>
                    <a:pt x="72" y="21"/>
                    <a:pt x="72" y="21"/>
                  </a:cubicBezTo>
                  <a:cubicBezTo>
                    <a:pt x="71" y="22"/>
                    <a:pt x="71" y="24"/>
                    <a:pt x="72" y="25"/>
                  </a:cubicBezTo>
                  <a:cubicBezTo>
                    <a:pt x="72" y="52"/>
                    <a:pt x="72" y="52"/>
                    <a:pt x="72" y="52"/>
                  </a:cubicBezTo>
                  <a:cubicBezTo>
                    <a:pt x="71" y="52"/>
                    <a:pt x="71" y="52"/>
                    <a:pt x="71" y="52"/>
                  </a:cubicBezTo>
                  <a:cubicBezTo>
                    <a:pt x="69" y="54"/>
                    <a:pt x="67" y="55"/>
                    <a:pt x="66" y="57"/>
                  </a:cubicBezTo>
                  <a:cubicBezTo>
                    <a:pt x="66" y="16"/>
                    <a:pt x="66" y="16"/>
                    <a:pt x="66" y="16"/>
                  </a:cubicBezTo>
                  <a:cubicBezTo>
                    <a:pt x="67" y="16"/>
                    <a:pt x="68" y="16"/>
                    <a:pt x="69" y="16"/>
                  </a:cubicBezTo>
                  <a:cubicBezTo>
                    <a:pt x="70" y="15"/>
                    <a:pt x="71" y="14"/>
                    <a:pt x="72" y="13"/>
                  </a:cubicBezTo>
                  <a:close/>
                  <a:moveTo>
                    <a:pt x="22" y="10"/>
                  </a:moveTo>
                  <a:cubicBezTo>
                    <a:pt x="41" y="2"/>
                    <a:pt x="55" y="0"/>
                    <a:pt x="66" y="2"/>
                  </a:cubicBezTo>
                  <a:cubicBezTo>
                    <a:pt x="66" y="5"/>
                    <a:pt x="66" y="5"/>
                    <a:pt x="66" y="5"/>
                  </a:cubicBezTo>
                  <a:cubicBezTo>
                    <a:pt x="65" y="5"/>
                    <a:pt x="65" y="6"/>
                    <a:pt x="64" y="6"/>
                  </a:cubicBezTo>
                  <a:cubicBezTo>
                    <a:pt x="64" y="6"/>
                    <a:pt x="64" y="6"/>
                    <a:pt x="64" y="6"/>
                  </a:cubicBezTo>
                  <a:cubicBezTo>
                    <a:pt x="61" y="7"/>
                    <a:pt x="60" y="11"/>
                    <a:pt x="61" y="13"/>
                  </a:cubicBezTo>
                  <a:cubicBezTo>
                    <a:pt x="62" y="15"/>
                    <a:pt x="64" y="16"/>
                    <a:pt x="66" y="16"/>
                  </a:cubicBezTo>
                  <a:cubicBezTo>
                    <a:pt x="66" y="57"/>
                    <a:pt x="66" y="57"/>
                    <a:pt x="66" y="57"/>
                  </a:cubicBezTo>
                  <a:cubicBezTo>
                    <a:pt x="66" y="59"/>
                    <a:pt x="66" y="62"/>
                    <a:pt x="66" y="64"/>
                  </a:cubicBezTo>
                  <a:cubicBezTo>
                    <a:pt x="66" y="73"/>
                    <a:pt x="66" y="73"/>
                    <a:pt x="66" y="73"/>
                  </a:cubicBezTo>
                  <a:cubicBezTo>
                    <a:pt x="56" y="68"/>
                    <a:pt x="48" y="56"/>
                    <a:pt x="37" y="57"/>
                  </a:cubicBezTo>
                  <a:cubicBezTo>
                    <a:pt x="32" y="57"/>
                    <a:pt x="27" y="58"/>
                    <a:pt x="22" y="57"/>
                  </a:cubicBezTo>
                  <a:cubicBezTo>
                    <a:pt x="22" y="49"/>
                    <a:pt x="22" y="49"/>
                    <a:pt x="22" y="49"/>
                  </a:cubicBezTo>
                  <a:cubicBezTo>
                    <a:pt x="24" y="49"/>
                    <a:pt x="25" y="48"/>
                    <a:pt x="27" y="48"/>
                  </a:cubicBezTo>
                  <a:cubicBezTo>
                    <a:pt x="27" y="48"/>
                    <a:pt x="27" y="48"/>
                    <a:pt x="27" y="48"/>
                  </a:cubicBezTo>
                  <a:cubicBezTo>
                    <a:pt x="32" y="45"/>
                    <a:pt x="34" y="38"/>
                    <a:pt x="32" y="33"/>
                  </a:cubicBezTo>
                  <a:cubicBezTo>
                    <a:pt x="30" y="29"/>
                    <a:pt x="26" y="27"/>
                    <a:pt x="22" y="27"/>
                  </a:cubicBezTo>
                  <a:lnTo>
                    <a:pt x="22" y="10"/>
                  </a:lnTo>
                  <a:close/>
                  <a:moveTo>
                    <a:pt x="2" y="41"/>
                  </a:moveTo>
                  <a:cubicBezTo>
                    <a:pt x="0" y="23"/>
                    <a:pt x="18" y="12"/>
                    <a:pt x="18" y="12"/>
                  </a:cubicBezTo>
                  <a:cubicBezTo>
                    <a:pt x="20" y="12"/>
                    <a:pt x="21" y="11"/>
                    <a:pt x="22" y="10"/>
                  </a:cubicBezTo>
                  <a:cubicBezTo>
                    <a:pt x="22" y="27"/>
                    <a:pt x="22" y="27"/>
                    <a:pt x="22" y="27"/>
                  </a:cubicBezTo>
                  <a:cubicBezTo>
                    <a:pt x="20" y="27"/>
                    <a:pt x="19" y="27"/>
                    <a:pt x="17" y="28"/>
                  </a:cubicBezTo>
                  <a:cubicBezTo>
                    <a:pt x="12" y="31"/>
                    <a:pt x="9" y="37"/>
                    <a:pt x="12" y="43"/>
                  </a:cubicBezTo>
                  <a:cubicBezTo>
                    <a:pt x="14" y="47"/>
                    <a:pt x="18" y="49"/>
                    <a:pt x="22" y="49"/>
                  </a:cubicBezTo>
                  <a:cubicBezTo>
                    <a:pt x="22" y="57"/>
                    <a:pt x="22" y="57"/>
                    <a:pt x="22" y="57"/>
                  </a:cubicBezTo>
                  <a:cubicBezTo>
                    <a:pt x="12" y="57"/>
                    <a:pt x="4" y="53"/>
                    <a:pt x="2" y="41"/>
                  </a:cubicBez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198" name="Freeform 90"/>
            <p:cNvSpPr/>
            <p:nvPr/>
          </p:nvSpPr>
          <p:spPr bwMode="auto">
            <a:xfrm>
              <a:off x="3765034" y="2593685"/>
              <a:ext cx="148738" cy="189060"/>
            </a:xfrm>
            <a:custGeom>
              <a:avLst/>
              <a:gdLst/>
              <a:ahLst/>
              <a:cxnLst/>
              <a:rect l="l" t="t" r="r" b="b"/>
              <a:pathLst>
                <a:path w="211210" h="268468">
                  <a:moveTo>
                    <a:pt x="50027" y="54967"/>
                  </a:moveTo>
                  <a:cubicBezTo>
                    <a:pt x="159168" y="229593"/>
                    <a:pt x="159168" y="229593"/>
                    <a:pt x="159168" y="229593"/>
                  </a:cubicBezTo>
                  <a:cubicBezTo>
                    <a:pt x="163533" y="236141"/>
                    <a:pt x="170082" y="240507"/>
                    <a:pt x="178813" y="240507"/>
                  </a:cubicBezTo>
                  <a:cubicBezTo>
                    <a:pt x="165716" y="247055"/>
                    <a:pt x="152619" y="244872"/>
                    <a:pt x="146071" y="233958"/>
                  </a:cubicBezTo>
                  <a:lnTo>
                    <a:pt x="39113" y="61516"/>
                  </a:lnTo>
                  <a:lnTo>
                    <a:pt x="48663" y="55786"/>
                  </a:lnTo>
                  <a:cubicBezTo>
                    <a:pt x="50027" y="54967"/>
                    <a:pt x="50027" y="54967"/>
                    <a:pt x="50027" y="54967"/>
                  </a:cubicBezTo>
                  <a:close/>
                  <a:moveTo>
                    <a:pt x="78726" y="22170"/>
                  </a:moveTo>
                  <a:cubicBezTo>
                    <a:pt x="68914" y="28428"/>
                    <a:pt x="52336" y="39001"/>
                    <a:pt x="24325" y="56864"/>
                  </a:cubicBezTo>
                  <a:cubicBezTo>
                    <a:pt x="138708" y="243686"/>
                    <a:pt x="138708" y="243686"/>
                    <a:pt x="138708" y="243686"/>
                  </a:cubicBezTo>
                  <a:cubicBezTo>
                    <a:pt x="147397" y="256696"/>
                    <a:pt x="166949" y="261032"/>
                    <a:pt x="182155" y="250191"/>
                  </a:cubicBezTo>
                  <a:cubicBezTo>
                    <a:pt x="199534" y="241518"/>
                    <a:pt x="203879" y="222003"/>
                    <a:pt x="195189" y="208993"/>
                  </a:cubicBezTo>
                  <a:cubicBezTo>
                    <a:pt x="116041" y="82030"/>
                    <a:pt x="88388" y="37669"/>
                    <a:pt x="78726" y="22170"/>
                  </a:cubicBezTo>
                  <a:close/>
                  <a:moveTo>
                    <a:pt x="86468" y="0"/>
                  </a:moveTo>
                  <a:lnTo>
                    <a:pt x="97276" y="2182"/>
                  </a:lnTo>
                  <a:cubicBezTo>
                    <a:pt x="99438" y="6548"/>
                    <a:pt x="97276" y="10914"/>
                    <a:pt x="92953" y="13097"/>
                  </a:cubicBezTo>
                  <a:cubicBezTo>
                    <a:pt x="92950" y="13099"/>
                    <a:pt x="92839" y="13170"/>
                    <a:pt x="89360" y="15389"/>
                  </a:cubicBezTo>
                  <a:cubicBezTo>
                    <a:pt x="206051" y="204657"/>
                    <a:pt x="206051" y="204657"/>
                    <a:pt x="206051" y="204657"/>
                  </a:cubicBezTo>
                  <a:cubicBezTo>
                    <a:pt x="216913" y="224171"/>
                    <a:pt x="210396" y="248023"/>
                    <a:pt x="188672" y="261032"/>
                  </a:cubicBezTo>
                  <a:cubicBezTo>
                    <a:pt x="169121" y="274042"/>
                    <a:pt x="143053" y="269706"/>
                    <a:pt x="132191" y="250191"/>
                  </a:cubicBezTo>
                  <a:lnTo>
                    <a:pt x="16194" y="62050"/>
                  </a:lnTo>
                  <a:lnTo>
                    <a:pt x="10808" y="65484"/>
                  </a:lnTo>
                  <a:cubicBezTo>
                    <a:pt x="6485" y="67667"/>
                    <a:pt x="2161" y="67667"/>
                    <a:pt x="0" y="63302"/>
                  </a:cubicBezTo>
                  <a:lnTo>
                    <a:pt x="2161" y="52387"/>
                  </a:lnTo>
                  <a:cubicBezTo>
                    <a:pt x="2167" y="52384"/>
                    <a:pt x="2823" y="51976"/>
                    <a:pt x="86468" y="0"/>
                  </a:cubicBez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199" name="Freeform 93"/>
            <p:cNvSpPr>
              <a:spLocks noEditPoints="1"/>
            </p:cNvSpPr>
            <p:nvPr/>
          </p:nvSpPr>
          <p:spPr bwMode="auto">
            <a:xfrm>
              <a:off x="4730536" y="3761519"/>
              <a:ext cx="154277" cy="168810"/>
            </a:xfrm>
            <a:custGeom>
              <a:avLst/>
              <a:gdLst>
                <a:gd name="T0" fmla="*/ 78 w 101"/>
                <a:gd name="T1" fmla="*/ 51 h 110"/>
                <a:gd name="T2" fmla="*/ 75 w 101"/>
                <a:gd name="T3" fmla="*/ 63 h 110"/>
                <a:gd name="T4" fmla="*/ 75 w 101"/>
                <a:gd name="T5" fmla="*/ 73 h 110"/>
                <a:gd name="T6" fmla="*/ 77 w 101"/>
                <a:gd name="T7" fmla="*/ 74 h 110"/>
                <a:gd name="T8" fmla="*/ 86 w 101"/>
                <a:gd name="T9" fmla="*/ 86 h 110"/>
                <a:gd name="T10" fmla="*/ 75 w 101"/>
                <a:gd name="T11" fmla="*/ 80 h 110"/>
                <a:gd name="T12" fmla="*/ 75 w 101"/>
                <a:gd name="T13" fmla="*/ 22 h 110"/>
                <a:gd name="T14" fmla="*/ 86 w 101"/>
                <a:gd name="T15" fmla="*/ 15 h 110"/>
                <a:gd name="T16" fmla="*/ 77 w 101"/>
                <a:gd name="T17" fmla="*/ 28 h 110"/>
                <a:gd name="T18" fmla="*/ 75 w 101"/>
                <a:gd name="T19" fmla="*/ 28 h 110"/>
                <a:gd name="T20" fmla="*/ 98 w 101"/>
                <a:gd name="T21" fmla="*/ 48 h 110"/>
                <a:gd name="T22" fmla="*/ 83 w 101"/>
                <a:gd name="T23" fmla="*/ 51 h 110"/>
                <a:gd name="T24" fmla="*/ 98 w 101"/>
                <a:gd name="T25" fmla="*/ 53 h 110"/>
                <a:gd name="T26" fmla="*/ 98 w 101"/>
                <a:gd name="T27" fmla="*/ 48 h 110"/>
                <a:gd name="T28" fmla="*/ 52 w 101"/>
                <a:gd name="T29" fmla="*/ 110 h 110"/>
                <a:gd name="T30" fmla="*/ 66 w 101"/>
                <a:gd name="T31" fmla="*/ 74 h 110"/>
                <a:gd name="T32" fmla="*/ 75 w 101"/>
                <a:gd name="T33" fmla="*/ 39 h 110"/>
                <a:gd name="T34" fmla="*/ 50 w 101"/>
                <a:gd name="T35" fmla="*/ 29 h 110"/>
                <a:gd name="T36" fmla="*/ 72 w 101"/>
                <a:gd name="T37" fmla="*/ 51 h 110"/>
                <a:gd name="T38" fmla="*/ 62 w 101"/>
                <a:gd name="T39" fmla="*/ 70 h 110"/>
                <a:gd name="T40" fmla="*/ 60 w 101"/>
                <a:gd name="T41" fmla="*/ 85 h 110"/>
                <a:gd name="T42" fmla="*/ 50 w 101"/>
                <a:gd name="T43" fmla="*/ 110 h 110"/>
                <a:gd name="T44" fmla="*/ 75 w 101"/>
                <a:gd name="T45" fmla="*/ 28 h 110"/>
                <a:gd name="T46" fmla="*/ 74 w 101"/>
                <a:gd name="T47" fmla="*/ 24 h 110"/>
                <a:gd name="T48" fmla="*/ 75 w 101"/>
                <a:gd name="T49" fmla="*/ 73 h 110"/>
                <a:gd name="T50" fmla="*/ 74 w 101"/>
                <a:gd name="T51" fmla="*/ 78 h 110"/>
                <a:gd name="T52" fmla="*/ 75 w 101"/>
                <a:gd name="T53" fmla="*/ 73 h 110"/>
                <a:gd name="T54" fmla="*/ 50 w 101"/>
                <a:gd name="T55" fmla="*/ 0 h 110"/>
                <a:gd name="T56" fmla="*/ 53 w 101"/>
                <a:gd name="T57" fmla="*/ 3 h 110"/>
                <a:gd name="T58" fmla="*/ 50 w 101"/>
                <a:gd name="T59" fmla="*/ 18 h 110"/>
                <a:gd name="T60" fmla="*/ 50 w 101"/>
                <a:gd name="T61" fmla="*/ 23 h 110"/>
                <a:gd name="T62" fmla="*/ 25 w 101"/>
                <a:gd name="T63" fmla="*/ 63 h 110"/>
                <a:gd name="T64" fmla="*/ 35 w 101"/>
                <a:gd name="T65" fmla="*/ 96 h 110"/>
                <a:gd name="T66" fmla="*/ 50 w 101"/>
                <a:gd name="T67" fmla="*/ 110 h 110"/>
                <a:gd name="T68" fmla="*/ 41 w 101"/>
                <a:gd name="T69" fmla="*/ 85 h 110"/>
                <a:gd name="T70" fmla="*/ 39 w 101"/>
                <a:gd name="T71" fmla="*/ 70 h 110"/>
                <a:gd name="T72" fmla="*/ 34 w 101"/>
                <a:gd name="T73" fmla="*/ 35 h 110"/>
                <a:gd name="T74" fmla="*/ 50 w 101"/>
                <a:gd name="T75" fmla="*/ 23 h 110"/>
                <a:gd name="T76" fmla="*/ 50 w 101"/>
                <a:gd name="T77" fmla="*/ 18 h 110"/>
                <a:gd name="T78" fmla="*/ 48 w 101"/>
                <a:gd name="T79" fmla="*/ 3 h 110"/>
                <a:gd name="T80" fmla="*/ 25 w 101"/>
                <a:gd name="T81" fmla="*/ 80 h 110"/>
                <a:gd name="T82" fmla="*/ 27 w 101"/>
                <a:gd name="T83" fmla="*/ 74 h 110"/>
                <a:gd name="T84" fmla="*/ 25 w 101"/>
                <a:gd name="T85" fmla="*/ 80 h 110"/>
                <a:gd name="T86" fmla="*/ 25 w 101"/>
                <a:gd name="T87" fmla="*/ 22 h 110"/>
                <a:gd name="T88" fmla="*/ 27 w 101"/>
                <a:gd name="T89" fmla="*/ 28 h 110"/>
                <a:gd name="T90" fmla="*/ 25 w 101"/>
                <a:gd name="T91" fmla="*/ 39 h 110"/>
                <a:gd name="T92" fmla="*/ 25 w 101"/>
                <a:gd name="T93" fmla="*/ 63 h 110"/>
                <a:gd name="T94" fmla="*/ 25 w 101"/>
                <a:gd name="T95" fmla="*/ 22 h 110"/>
                <a:gd name="T96" fmla="*/ 23 w 101"/>
                <a:gd name="T97" fmla="*/ 28 h 110"/>
                <a:gd name="T98" fmla="*/ 15 w 101"/>
                <a:gd name="T99" fmla="*/ 19 h 110"/>
                <a:gd name="T100" fmla="*/ 18 w 101"/>
                <a:gd name="T101" fmla="*/ 15 h 110"/>
                <a:gd name="T102" fmla="*/ 25 w 101"/>
                <a:gd name="T103" fmla="*/ 73 h 110"/>
                <a:gd name="T104" fmla="*/ 18 w 101"/>
                <a:gd name="T105" fmla="*/ 86 h 110"/>
                <a:gd name="T106" fmla="*/ 15 w 101"/>
                <a:gd name="T107" fmla="*/ 83 h 110"/>
                <a:gd name="T108" fmla="*/ 23 w 101"/>
                <a:gd name="T109" fmla="*/ 74 h 110"/>
                <a:gd name="T110" fmla="*/ 18 w 101"/>
                <a:gd name="T111" fmla="*/ 51 h 110"/>
                <a:gd name="T112" fmla="*/ 15 w 101"/>
                <a:gd name="T113" fmla="*/ 48 h 110"/>
                <a:gd name="T114" fmla="*/ 0 w 101"/>
                <a:gd name="T115" fmla="*/ 51 h 110"/>
                <a:gd name="T116" fmla="*/ 15 w 101"/>
                <a:gd name="T117" fmla="*/ 53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01" h="110">
                  <a:moveTo>
                    <a:pt x="75" y="63"/>
                  </a:moveTo>
                  <a:cubicBezTo>
                    <a:pt x="77" y="59"/>
                    <a:pt x="78" y="55"/>
                    <a:pt x="78" y="51"/>
                  </a:cubicBezTo>
                  <a:cubicBezTo>
                    <a:pt x="78" y="47"/>
                    <a:pt x="77" y="43"/>
                    <a:pt x="75" y="39"/>
                  </a:cubicBezTo>
                  <a:cubicBezTo>
                    <a:pt x="75" y="63"/>
                    <a:pt x="75" y="63"/>
                    <a:pt x="75" y="63"/>
                  </a:cubicBezTo>
                  <a:close/>
                  <a:moveTo>
                    <a:pt x="75" y="80"/>
                  </a:moveTo>
                  <a:cubicBezTo>
                    <a:pt x="75" y="73"/>
                    <a:pt x="75" y="73"/>
                    <a:pt x="75" y="73"/>
                  </a:cubicBezTo>
                  <a:cubicBezTo>
                    <a:pt x="76" y="73"/>
                    <a:pt x="77" y="73"/>
                    <a:pt x="77" y="74"/>
                  </a:cubicBezTo>
                  <a:cubicBezTo>
                    <a:pt x="77" y="74"/>
                    <a:pt x="77" y="74"/>
                    <a:pt x="77" y="74"/>
                  </a:cubicBezTo>
                  <a:cubicBezTo>
                    <a:pt x="86" y="83"/>
                    <a:pt x="86" y="83"/>
                    <a:pt x="86" y="83"/>
                  </a:cubicBezTo>
                  <a:cubicBezTo>
                    <a:pt x="87" y="84"/>
                    <a:pt x="87" y="85"/>
                    <a:pt x="86" y="86"/>
                  </a:cubicBezTo>
                  <a:cubicBezTo>
                    <a:pt x="85" y="87"/>
                    <a:pt x="83" y="87"/>
                    <a:pt x="82" y="86"/>
                  </a:cubicBezTo>
                  <a:cubicBezTo>
                    <a:pt x="75" y="80"/>
                    <a:pt x="75" y="80"/>
                    <a:pt x="75" y="80"/>
                  </a:cubicBezTo>
                  <a:close/>
                  <a:moveTo>
                    <a:pt x="75" y="28"/>
                  </a:moveTo>
                  <a:cubicBezTo>
                    <a:pt x="75" y="22"/>
                    <a:pt x="75" y="22"/>
                    <a:pt x="75" y="22"/>
                  </a:cubicBezTo>
                  <a:cubicBezTo>
                    <a:pt x="82" y="15"/>
                    <a:pt x="82" y="15"/>
                    <a:pt x="82" y="15"/>
                  </a:cubicBezTo>
                  <a:cubicBezTo>
                    <a:pt x="83" y="14"/>
                    <a:pt x="85" y="14"/>
                    <a:pt x="86" y="15"/>
                  </a:cubicBezTo>
                  <a:cubicBezTo>
                    <a:pt x="87" y="16"/>
                    <a:pt x="87" y="18"/>
                    <a:pt x="86" y="19"/>
                  </a:cubicBezTo>
                  <a:cubicBezTo>
                    <a:pt x="77" y="28"/>
                    <a:pt x="77" y="28"/>
                    <a:pt x="77" y="28"/>
                  </a:cubicBezTo>
                  <a:cubicBezTo>
                    <a:pt x="77" y="28"/>
                    <a:pt x="77" y="28"/>
                    <a:pt x="77" y="28"/>
                  </a:cubicBezTo>
                  <a:cubicBezTo>
                    <a:pt x="77" y="28"/>
                    <a:pt x="76" y="28"/>
                    <a:pt x="75" y="28"/>
                  </a:cubicBezTo>
                  <a:close/>
                  <a:moveTo>
                    <a:pt x="98" y="48"/>
                  </a:moveTo>
                  <a:cubicBezTo>
                    <a:pt x="98" y="48"/>
                    <a:pt x="98" y="48"/>
                    <a:pt x="98" y="48"/>
                  </a:cubicBezTo>
                  <a:cubicBezTo>
                    <a:pt x="86" y="48"/>
                    <a:pt x="86" y="48"/>
                    <a:pt x="86" y="48"/>
                  </a:cubicBezTo>
                  <a:cubicBezTo>
                    <a:pt x="84" y="48"/>
                    <a:pt x="83" y="49"/>
                    <a:pt x="83" y="51"/>
                  </a:cubicBezTo>
                  <a:cubicBezTo>
                    <a:pt x="83" y="52"/>
                    <a:pt x="84" y="53"/>
                    <a:pt x="86" y="53"/>
                  </a:cubicBezTo>
                  <a:cubicBezTo>
                    <a:pt x="98" y="53"/>
                    <a:pt x="98" y="53"/>
                    <a:pt x="98" y="53"/>
                  </a:cubicBezTo>
                  <a:cubicBezTo>
                    <a:pt x="100" y="53"/>
                    <a:pt x="101" y="52"/>
                    <a:pt x="101" y="51"/>
                  </a:cubicBezTo>
                  <a:cubicBezTo>
                    <a:pt x="101" y="49"/>
                    <a:pt x="100" y="48"/>
                    <a:pt x="98" y="48"/>
                  </a:cubicBezTo>
                  <a:close/>
                  <a:moveTo>
                    <a:pt x="50" y="110"/>
                  </a:moveTo>
                  <a:cubicBezTo>
                    <a:pt x="52" y="110"/>
                    <a:pt x="52" y="110"/>
                    <a:pt x="52" y="110"/>
                  </a:cubicBezTo>
                  <a:cubicBezTo>
                    <a:pt x="60" y="110"/>
                    <a:pt x="66" y="104"/>
                    <a:pt x="66" y="96"/>
                  </a:cubicBezTo>
                  <a:cubicBezTo>
                    <a:pt x="66" y="74"/>
                    <a:pt x="66" y="74"/>
                    <a:pt x="66" y="74"/>
                  </a:cubicBezTo>
                  <a:cubicBezTo>
                    <a:pt x="70" y="71"/>
                    <a:pt x="73" y="67"/>
                    <a:pt x="75" y="63"/>
                  </a:cubicBezTo>
                  <a:cubicBezTo>
                    <a:pt x="75" y="39"/>
                    <a:pt x="75" y="39"/>
                    <a:pt x="75" y="39"/>
                  </a:cubicBezTo>
                  <a:cubicBezTo>
                    <a:pt x="71" y="29"/>
                    <a:pt x="61" y="23"/>
                    <a:pt x="50" y="23"/>
                  </a:cubicBezTo>
                  <a:cubicBezTo>
                    <a:pt x="50" y="29"/>
                    <a:pt x="50" y="29"/>
                    <a:pt x="50" y="29"/>
                  </a:cubicBezTo>
                  <a:cubicBezTo>
                    <a:pt x="56" y="29"/>
                    <a:pt x="62" y="31"/>
                    <a:pt x="66" y="35"/>
                  </a:cubicBezTo>
                  <a:cubicBezTo>
                    <a:pt x="70" y="39"/>
                    <a:pt x="72" y="45"/>
                    <a:pt x="72" y="51"/>
                  </a:cubicBezTo>
                  <a:cubicBezTo>
                    <a:pt x="72" y="59"/>
                    <a:pt x="68" y="66"/>
                    <a:pt x="62" y="70"/>
                  </a:cubicBezTo>
                  <a:cubicBezTo>
                    <a:pt x="62" y="70"/>
                    <a:pt x="62" y="70"/>
                    <a:pt x="62" y="70"/>
                  </a:cubicBezTo>
                  <a:cubicBezTo>
                    <a:pt x="61" y="70"/>
                    <a:pt x="60" y="71"/>
                    <a:pt x="60" y="72"/>
                  </a:cubicBezTo>
                  <a:cubicBezTo>
                    <a:pt x="60" y="85"/>
                    <a:pt x="60" y="85"/>
                    <a:pt x="60" y="85"/>
                  </a:cubicBezTo>
                  <a:cubicBezTo>
                    <a:pt x="50" y="85"/>
                    <a:pt x="50" y="85"/>
                    <a:pt x="50" y="85"/>
                  </a:cubicBezTo>
                  <a:cubicBezTo>
                    <a:pt x="50" y="110"/>
                    <a:pt x="50" y="110"/>
                    <a:pt x="50" y="110"/>
                  </a:cubicBezTo>
                  <a:close/>
                  <a:moveTo>
                    <a:pt x="75" y="22"/>
                  </a:moveTo>
                  <a:cubicBezTo>
                    <a:pt x="75" y="28"/>
                    <a:pt x="75" y="28"/>
                    <a:pt x="75" y="28"/>
                  </a:cubicBezTo>
                  <a:cubicBezTo>
                    <a:pt x="75" y="28"/>
                    <a:pt x="74" y="28"/>
                    <a:pt x="74" y="28"/>
                  </a:cubicBezTo>
                  <a:cubicBezTo>
                    <a:pt x="72" y="27"/>
                    <a:pt x="72" y="25"/>
                    <a:pt x="74" y="24"/>
                  </a:cubicBezTo>
                  <a:cubicBezTo>
                    <a:pt x="75" y="22"/>
                    <a:pt x="75" y="22"/>
                    <a:pt x="75" y="22"/>
                  </a:cubicBezTo>
                  <a:close/>
                  <a:moveTo>
                    <a:pt x="75" y="73"/>
                  </a:moveTo>
                  <a:cubicBezTo>
                    <a:pt x="75" y="80"/>
                    <a:pt x="75" y="80"/>
                    <a:pt x="75" y="80"/>
                  </a:cubicBezTo>
                  <a:cubicBezTo>
                    <a:pt x="74" y="78"/>
                    <a:pt x="74" y="78"/>
                    <a:pt x="74" y="78"/>
                  </a:cubicBezTo>
                  <a:cubicBezTo>
                    <a:pt x="72" y="77"/>
                    <a:pt x="72" y="75"/>
                    <a:pt x="74" y="74"/>
                  </a:cubicBezTo>
                  <a:cubicBezTo>
                    <a:pt x="74" y="73"/>
                    <a:pt x="75" y="73"/>
                    <a:pt x="75" y="73"/>
                  </a:cubicBezTo>
                  <a:close/>
                  <a:moveTo>
                    <a:pt x="50" y="18"/>
                  </a:moveTo>
                  <a:cubicBezTo>
                    <a:pt x="50" y="0"/>
                    <a:pt x="50" y="0"/>
                    <a:pt x="50" y="0"/>
                  </a:cubicBezTo>
                  <a:cubicBezTo>
                    <a:pt x="50" y="0"/>
                    <a:pt x="50" y="0"/>
                    <a:pt x="50" y="0"/>
                  </a:cubicBezTo>
                  <a:cubicBezTo>
                    <a:pt x="52" y="0"/>
                    <a:pt x="53" y="2"/>
                    <a:pt x="53" y="3"/>
                  </a:cubicBezTo>
                  <a:cubicBezTo>
                    <a:pt x="53" y="15"/>
                    <a:pt x="53" y="15"/>
                    <a:pt x="53" y="15"/>
                  </a:cubicBezTo>
                  <a:cubicBezTo>
                    <a:pt x="53" y="17"/>
                    <a:pt x="52" y="18"/>
                    <a:pt x="50" y="18"/>
                  </a:cubicBezTo>
                  <a:cubicBezTo>
                    <a:pt x="50" y="18"/>
                    <a:pt x="50" y="18"/>
                    <a:pt x="50" y="18"/>
                  </a:cubicBezTo>
                  <a:close/>
                  <a:moveTo>
                    <a:pt x="50" y="23"/>
                  </a:moveTo>
                  <a:cubicBezTo>
                    <a:pt x="39" y="23"/>
                    <a:pt x="30" y="29"/>
                    <a:pt x="25" y="39"/>
                  </a:cubicBezTo>
                  <a:cubicBezTo>
                    <a:pt x="25" y="63"/>
                    <a:pt x="25" y="63"/>
                    <a:pt x="25" y="63"/>
                  </a:cubicBezTo>
                  <a:cubicBezTo>
                    <a:pt x="27" y="68"/>
                    <a:pt x="31" y="71"/>
                    <a:pt x="35" y="74"/>
                  </a:cubicBezTo>
                  <a:cubicBezTo>
                    <a:pt x="35" y="96"/>
                    <a:pt x="35" y="96"/>
                    <a:pt x="35" y="96"/>
                  </a:cubicBezTo>
                  <a:cubicBezTo>
                    <a:pt x="35" y="104"/>
                    <a:pt x="41" y="110"/>
                    <a:pt x="49" y="110"/>
                  </a:cubicBezTo>
                  <a:cubicBezTo>
                    <a:pt x="50" y="110"/>
                    <a:pt x="50" y="110"/>
                    <a:pt x="50" y="110"/>
                  </a:cubicBezTo>
                  <a:cubicBezTo>
                    <a:pt x="50" y="85"/>
                    <a:pt x="50" y="85"/>
                    <a:pt x="50" y="85"/>
                  </a:cubicBezTo>
                  <a:cubicBezTo>
                    <a:pt x="41" y="85"/>
                    <a:pt x="41" y="85"/>
                    <a:pt x="41" y="85"/>
                  </a:cubicBezTo>
                  <a:cubicBezTo>
                    <a:pt x="41" y="72"/>
                    <a:pt x="41" y="72"/>
                    <a:pt x="41" y="72"/>
                  </a:cubicBezTo>
                  <a:cubicBezTo>
                    <a:pt x="41" y="71"/>
                    <a:pt x="40" y="71"/>
                    <a:pt x="39" y="70"/>
                  </a:cubicBezTo>
                  <a:cubicBezTo>
                    <a:pt x="33" y="66"/>
                    <a:pt x="28" y="59"/>
                    <a:pt x="28" y="51"/>
                  </a:cubicBezTo>
                  <a:cubicBezTo>
                    <a:pt x="28" y="45"/>
                    <a:pt x="30" y="39"/>
                    <a:pt x="34" y="35"/>
                  </a:cubicBezTo>
                  <a:cubicBezTo>
                    <a:pt x="39" y="31"/>
                    <a:pt x="44" y="29"/>
                    <a:pt x="50" y="29"/>
                  </a:cubicBezTo>
                  <a:cubicBezTo>
                    <a:pt x="50" y="23"/>
                    <a:pt x="50" y="23"/>
                    <a:pt x="50" y="23"/>
                  </a:cubicBezTo>
                  <a:close/>
                  <a:moveTo>
                    <a:pt x="50" y="0"/>
                  </a:moveTo>
                  <a:cubicBezTo>
                    <a:pt x="50" y="18"/>
                    <a:pt x="50" y="18"/>
                    <a:pt x="50" y="18"/>
                  </a:cubicBezTo>
                  <a:cubicBezTo>
                    <a:pt x="49" y="18"/>
                    <a:pt x="48" y="17"/>
                    <a:pt x="48" y="15"/>
                  </a:cubicBezTo>
                  <a:cubicBezTo>
                    <a:pt x="48" y="3"/>
                    <a:pt x="48" y="3"/>
                    <a:pt x="48" y="3"/>
                  </a:cubicBezTo>
                  <a:cubicBezTo>
                    <a:pt x="48" y="2"/>
                    <a:pt x="49" y="1"/>
                    <a:pt x="50" y="0"/>
                  </a:cubicBezTo>
                  <a:close/>
                  <a:moveTo>
                    <a:pt x="25" y="80"/>
                  </a:moveTo>
                  <a:cubicBezTo>
                    <a:pt x="25" y="73"/>
                    <a:pt x="25" y="73"/>
                    <a:pt x="25" y="73"/>
                  </a:cubicBezTo>
                  <a:cubicBezTo>
                    <a:pt x="26" y="73"/>
                    <a:pt x="27" y="73"/>
                    <a:pt x="27" y="74"/>
                  </a:cubicBezTo>
                  <a:cubicBezTo>
                    <a:pt x="28" y="75"/>
                    <a:pt x="28" y="77"/>
                    <a:pt x="27" y="78"/>
                  </a:cubicBezTo>
                  <a:cubicBezTo>
                    <a:pt x="25" y="80"/>
                    <a:pt x="25" y="80"/>
                    <a:pt x="25" y="80"/>
                  </a:cubicBezTo>
                  <a:close/>
                  <a:moveTo>
                    <a:pt x="25" y="28"/>
                  </a:moveTo>
                  <a:cubicBezTo>
                    <a:pt x="25" y="22"/>
                    <a:pt x="25" y="22"/>
                    <a:pt x="25" y="22"/>
                  </a:cubicBezTo>
                  <a:cubicBezTo>
                    <a:pt x="27" y="24"/>
                    <a:pt x="27" y="24"/>
                    <a:pt x="27" y="24"/>
                  </a:cubicBezTo>
                  <a:cubicBezTo>
                    <a:pt x="28" y="25"/>
                    <a:pt x="28" y="27"/>
                    <a:pt x="27" y="28"/>
                  </a:cubicBezTo>
                  <a:cubicBezTo>
                    <a:pt x="27" y="28"/>
                    <a:pt x="26" y="28"/>
                    <a:pt x="25" y="28"/>
                  </a:cubicBezTo>
                  <a:close/>
                  <a:moveTo>
                    <a:pt x="25" y="39"/>
                  </a:moveTo>
                  <a:cubicBezTo>
                    <a:pt x="23" y="42"/>
                    <a:pt x="22" y="46"/>
                    <a:pt x="22" y="51"/>
                  </a:cubicBezTo>
                  <a:cubicBezTo>
                    <a:pt x="22" y="55"/>
                    <a:pt x="23" y="59"/>
                    <a:pt x="25" y="63"/>
                  </a:cubicBezTo>
                  <a:cubicBezTo>
                    <a:pt x="25" y="39"/>
                    <a:pt x="25" y="39"/>
                    <a:pt x="25" y="39"/>
                  </a:cubicBezTo>
                  <a:close/>
                  <a:moveTo>
                    <a:pt x="25" y="22"/>
                  </a:moveTo>
                  <a:cubicBezTo>
                    <a:pt x="25" y="28"/>
                    <a:pt x="25" y="28"/>
                    <a:pt x="25" y="28"/>
                  </a:cubicBezTo>
                  <a:cubicBezTo>
                    <a:pt x="25" y="28"/>
                    <a:pt x="24" y="28"/>
                    <a:pt x="23" y="28"/>
                  </a:cubicBezTo>
                  <a:cubicBezTo>
                    <a:pt x="23" y="28"/>
                    <a:pt x="23" y="28"/>
                    <a:pt x="23" y="28"/>
                  </a:cubicBezTo>
                  <a:cubicBezTo>
                    <a:pt x="15" y="19"/>
                    <a:pt x="15" y="19"/>
                    <a:pt x="15" y="19"/>
                  </a:cubicBezTo>
                  <a:cubicBezTo>
                    <a:pt x="14" y="18"/>
                    <a:pt x="14" y="16"/>
                    <a:pt x="15" y="15"/>
                  </a:cubicBezTo>
                  <a:cubicBezTo>
                    <a:pt x="16" y="14"/>
                    <a:pt x="17" y="14"/>
                    <a:pt x="18" y="15"/>
                  </a:cubicBezTo>
                  <a:cubicBezTo>
                    <a:pt x="25" y="22"/>
                    <a:pt x="25" y="22"/>
                    <a:pt x="25" y="22"/>
                  </a:cubicBezTo>
                  <a:close/>
                  <a:moveTo>
                    <a:pt x="25" y="73"/>
                  </a:moveTo>
                  <a:cubicBezTo>
                    <a:pt x="25" y="80"/>
                    <a:pt x="25" y="80"/>
                    <a:pt x="25" y="80"/>
                  </a:cubicBezTo>
                  <a:cubicBezTo>
                    <a:pt x="18" y="86"/>
                    <a:pt x="18" y="86"/>
                    <a:pt x="18" y="86"/>
                  </a:cubicBezTo>
                  <a:cubicBezTo>
                    <a:pt x="17" y="87"/>
                    <a:pt x="16" y="87"/>
                    <a:pt x="15" y="86"/>
                  </a:cubicBezTo>
                  <a:cubicBezTo>
                    <a:pt x="14" y="85"/>
                    <a:pt x="14" y="84"/>
                    <a:pt x="15" y="83"/>
                  </a:cubicBezTo>
                  <a:cubicBezTo>
                    <a:pt x="23" y="74"/>
                    <a:pt x="23" y="74"/>
                    <a:pt x="23" y="74"/>
                  </a:cubicBezTo>
                  <a:cubicBezTo>
                    <a:pt x="23" y="74"/>
                    <a:pt x="23" y="74"/>
                    <a:pt x="23" y="74"/>
                  </a:cubicBezTo>
                  <a:cubicBezTo>
                    <a:pt x="24" y="74"/>
                    <a:pt x="25" y="73"/>
                    <a:pt x="25" y="73"/>
                  </a:cubicBezTo>
                  <a:close/>
                  <a:moveTo>
                    <a:pt x="18" y="51"/>
                  </a:moveTo>
                  <a:cubicBezTo>
                    <a:pt x="18" y="51"/>
                    <a:pt x="18" y="51"/>
                    <a:pt x="18" y="51"/>
                  </a:cubicBezTo>
                  <a:cubicBezTo>
                    <a:pt x="18" y="49"/>
                    <a:pt x="16" y="48"/>
                    <a:pt x="15" y="48"/>
                  </a:cubicBezTo>
                  <a:cubicBezTo>
                    <a:pt x="3" y="48"/>
                    <a:pt x="3" y="48"/>
                    <a:pt x="3" y="48"/>
                  </a:cubicBezTo>
                  <a:cubicBezTo>
                    <a:pt x="1" y="48"/>
                    <a:pt x="0" y="49"/>
                    <a:pt x="0" y="51"/>
                  </a:cubicBezTo>
                  <a:cubicBezTo>
                    <a:pt x="0" y="52"/>
                    <a:pt x="1" y="53"/>
                    <a:pt x="3" y="53"/>
                  </a:cubicBezTo>
                  <a:cubicBezTo>
                    <a:pt x="15" y="53"/>
                    <a:pt x="15" y="53"/>
                    <a:pt x="15" y="53"/>
                  </a:cubicBezTo>
                  <a:cubicBezTo>
                    <a:pt x="16" y="53"/>
                    <a:pt x="18" y="52"/>
                    <a:pt x="18" y="51"/>
                  </a:cubicBez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200" name="Freeform 94"/>
            <p:cNvSpPr/>
            <p:nvPr/>
          </p:nvSpPr>
          <p:spPr bwMode="auto">
            <a:xfrm>
              <a:off x="4535244" y="2520598"/>
              <a:ext cx="117035" cy="183343"/>
            </a:xfrm>
            <a:custGeom>
              <a:avLst/>
              <a:gdLst/>
              <a:ahLst/>
              <a:cxnLst/>
              <a:rect l="l" t="t" r="r" b="b"/>
              <a:pathLst>
                <a:path w="166192" h="260350">
                  <a:moveTo>
                    <a:pt x="92" y="0"/>
                  </a:moveTo>
                  <a:cubicBezTo>
                    <a:pt x="4441" y="0"/>
                    <a:pt x="24006" y="30257"/>
                    <a:pt x="24023" y="30284"/>
                  </a:cubicBezTo>
                  <a:cubicBezTo>
                    <a:pt x="24034" y="30340"/>
                    <a:pt x="43277" y="127286"/>
                    <a:pt x="52204" y="172261"/>
                  </a:cubicBezTo>
                  <a:lnTo>
                    <a:pt x="134442" y="52387"/>
                  </a:lnTo>
                  <a:lnTo>
                    <a:pt x="166192" y="31750"/>
                  </a:lnTo>
                  <a:lnTo>
                    <a:pt x="151905" y="65087"/>
                  </a:lnTo>
                  <a:lnTo>
                    <a:pt x="63303" y="194237"/>
                  </a:lnTo>
                  <a:cubicBezTo>
                    <a:pt x="71240" y="198484"/>
                    <a:pt x="74862" y="207759"/>
                    <a:pt x="73516" y="217034"/>
                  </a:cubicBezTo>
                  <a:cubicBezTo>
                    <a:pt x="69566" y="230635"/>
                    <a:pt x="56711" y="240732"/>
                    <a:pt x="42955" y="239618"/>
                  </a:cubicBezTo>
                  <a:cubicBezTo>
                    <a:pt x="39420" y="256117"/>
                    <a:pt x="39420" y="256117"/>
                    <a:pt x="39420" y="256117"/>
                  </a:cubicBezTo>
                  <a:cubicBezTo>
                    <a:pt x="39420" y="258233"/>
                    <a:pt x="37152" y="260350"/>
                    <a:pt x="34884" y="260350"/>
                  </a:cubicBezTo>
                  <a:lnTo>
                    <a:pt x="30348" y="254000"/>
                  </a:lnTo>
                  <a:lnTo>
                    <a:pt x="32370" y="237018"/>
                  </a:lnTo>
                  <a:cubicBezTo>
                    <a:pt x="20032" y="233829"/>
                    <a:pt x="12550" y="221123"/>
                    <a:pt x="14395" y="208416"/>
                  </a:cubicBezTo>
                  <a:cubicBezTo>
                    <a:pt x="17125" y="197670"/>
                    <a:pt x="24111" y="190274"/>
                    <a:pt x="33268" y="188138"/>
                  </a:cubicBezTo>
                  <a:cubicBezTo>
                    <a:pt x="26141" y="150043"/>
                    <a:pt x="-1807" y="0"/>
                    <a:pt x="92" y="0"/>
                  </a:cubicBez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sp>
          <p:nvSpPr>
            <p:cNvPr id="201" name="Freeform 98"/>
            <p:cNvSpPr>
              <a:spLocks noEditPoints="1"/>
            </p:cNvSpPr>
            <p:nvPr/>
          </p:nvSpPr>
          <p:spPr bwMode="auto">
            <a:xfrm>
              <a:off x="4519244" y="1549103"/>
              <a:ext cx="155395" cy="166574"/>
            </a:xfrm>
            <a:custGeom>
              <a:avLst/>
              <a:gdLst>
                <a:gd name="T0" fmla="*/ 78 w 101"/>
                <a:gd name="T1" fmla="*/ 50 h 109"/>
                <a:gd name="T2" fmla="*/ 76 w 101"/>
                <a:gd name="T3" fmla="*/ 62 h 109"/>
                <a:gd name="T4" fmla="*/ 76 w 101"/>
                <a:gd name="T5" fmla="*/ 73 h 109"/>
                <a:gd name="T6" fmla="*/ 78 w 101"/>
                <a:gd name="T7" fmla="*/ 73 h 109"/>
                <a:gd name="T8" fmla="*/ 86 w 101"/>
                <a:gd name="T9" fmla="*/ 86 h 109"/>
                <a:gd name="T10" fmla="*/ 76 w 101"/>
                <a:gd name="T11" fmla="*/ 79 h 109"/>
                <a:gd name="T12" fmla="*/ 76 w 101"/>
                <a:gd name="T13" fmla="*/ 22 h 109"/>
                <a:gd name="T14" fmla="*/ 86 w 101"/>
                <a:gd name="T15" fmla="*/ 15 h 109"/>
                <a:gd name="T16" fmla="*/ 78 w 101"/>
                <a:gd name="T17" fmla="*/ 27 h 109"/>
                <a:gd name="T18" fmla="*/ 76 w 101"/>
                <a:gd name="T19" fmla="*/ 28 h 109"/>
                <a:gd name="T20" fmla="*/ 99 w 101"/>
                <a:gd name="T21" fmla="*/ 48 h 109"/>
                <a:gd name="T22" fmla="*/ 84 w 101"/>
                <a:gd name="T23" fmla="*/ 50 h 109"/>
                <a:gd name="T24" fmla="*/ 99 w 101"/>
                <a:gd name="T25" fmla="*/ 53 h 109"/>
                <a:gd name="T26" fmla="*/ 99 w 101"/>
                <a:gd name="T27" fmla="*/ 48 h 109"/>
                <a:gd name="T28" fmla="*/ 53 w 101"/>
                <a:gd name="T29" fmla="*/ 109 h 109"/>
                <a:gd name="T30" fmla="*/ 66 w 101"/>
                <a:gd name="T31" fmla="*/ 73 h 109"/>
                <a:gd name="T32" fmla="*/ 76 w 101"/>
                <a:gd name="T33" fmla="*/ 38 h 109"/>
                <a:gd name="T34" fmla="*/ 51 w 101"/>
                <a:gd name="T35" fmla="*/ 28 h 109"/>
                <a:gd name="T36" fmla="*/ 73 w 101"/>
                <a:gd name="T37" fmla="*/ 50 h 109"/>
                <a:gd name="T38" fmla="*/ 62 w 101"/>
                <a:gd name="T39" fmla="*/ 69 h 109"/>
                <a:gd name="T40" fmla="*/ 61 w 101"/>
                <a:gd name="T41" fmla="*/ 84 h 109"/>
                <a:gd name="T42" fmla="*/ 51 w 101"/>
                <a:gd name="T43" fmla="*/ 109 h 109"/>
                <a:gd name="T44" fmla="*/ 76 w 101"/>
                <a:gd name="T45" fmla="*/ 28 h 109"/>
                <a:gd name="T46" fmla="*/ 74 w 101"/>
                <a:gd name="T47" fmla="*/ 23 h 109"/>
                <a:gd name="T48" fmla="*/ 76 w 101"/>
                <a:gd name="T49" fmla="*/ 73 h 109"/>
                <a:gd name="T50" fmla="*/ 74 w 101"/>
                <a:gd name="T51" fmla="*/ 77 h 109"/>
                <a:gd name="T52" fmla="*/ 76 w 101"/>
                <a:gd name="T53" fmla="*/ 73 h 109"/>
                <a:gd name="T54" fmla="*/ 51 w 101"/>
                <a:gd name="T55" fmla="*/ 0 h 109"/>
                <a:gd name="T56" fmla="*/ 53 w 101"/>
                <a:gd name="T57" fmla="*/ 2 h 109"/>
                <a:gd name="T58" fmla="*/ 51 w 101"/>
                <a:gd name="T59" fmla="*/ 17 h 109"/>
                <a:gd name="T60" fmla="*/ 51 w 101"/>
                <a:gd name="T61" fmla="*/ 22 h 109"/>
                <a:gd name="T62" fmla="*/ 26 w 101"/>
                <a:gd name="T63" fmla="*/ 62 h 109"/>
                <a:gd name="T64" fmla="*/ 35 w 101"/>
                <a:gd name="T65" fmla="*/ 95 h 109"/>
                <a:gd name="T66" fmla="*/ 51 w 101"/>
                <a:gd name="T67" fmla="*/ 109 h 109"/>
                <a:gd name="T68" fmla="*/ 41 w 101"/>
                <a:gd name="T69" fmla="*/ 84 h 109"/>
                <a:gd name="T70" fmla="*/ 40 w 101"/>
                <a:gd name="T71" fmla="*/ 69 h 109"/>
                <a:gd name="T72" fmla="*/ 35 w 101"/>
                <a:gd name="T73" fmla="*/ 35 h 109"/>
                <a:gd name="T74" fmla="*/ 51 w 101"/>
                <a:gd name="T75" fmla="*/ 22 h 109"/>
                <a:gd name="T76" fmla="*/ 51 w 101"/>
                <a:gd name="T77" fmla="*/ 17 h 109"/>
                <a:gd name="T78" fmla="*/ 48 w 101"/>
                <a:gd name="T79" fmla="*/ 2 h 109"/>
                <a:gd name="T80" fmla="*/ 26 w 101"/>
                <a:gd name="T81" fmla="*/ 79 h 109"/>
                <a:gd name="T82" fmla="*/ 28 w 101"/>
                <a:gd name="T83" fmla="*/ 73 h 109"/>
                <a:gd name="T84" fmla="*/ 26 w 101"/>
                <a:gd name="T85" fmla="*/ 79 h 109"/>
                <a:gd name="T86" fmla="*/ 26 w 101"/>
                <a:gd name="T87" fmla="*/ 21 h 109"/>
                <a:gd name="T88" fmla="*/ 28 w 101"/>
                <a:gd name="T89" fmla="*/ 27 h 109"/>
                <a:gd name="T90" fmla="*/ 26 w 101"/>
                <a:gd name="T91" fmla="*/ 38 h 109"/>
                <a:gd name="T92" fmla="*/ 26 w 101"/>
                <a:gd name="T93" fmla="*/ 62 h 109"/>
                <a:gd name="T94" fmla="*/ 26 w 101"/>
                <a:gd name="T95" fmla="*/ 21 h 109"/>
                <a:gd name="T96" fmla="*/ 24 w 101"/>
                <a:gd name="T97" fmla="*/ 27 h 109"/>
                <a:gd name="T98" fmla="*/ 15 w 101"/>
                <a:gd name="T99" fmla="*/ 18 h 109"/>
                <a:gd name="T100" fmla="*/ 19 w 101"/>
                <a:gd name="T101" fmla="*/ 15 h 109"/>
                <a:gd name="T102" fmla="*/ 26 w 101"/>
                <a:gd name="T103" fmla="*/ 73 h 109"/>
                <a:gd name="T104" fmla="*/ 19 w 101"/>
                <a:gd name="T105" fmla="*/ 86 h 109"/>
                <a:gd name="T106" fmla="*/ 15 w 101"/>
                <a:gd name="T107" fmla="*/ 82 h 109"/>
                <a:gd name="T108" fmla="*/ 24 w 101"/>
                <a:gd name="T109" fmla="*/ 73 h 109"/>
                <a:gd name="T110" fmla="*/ 18 w 101"/>
                <a:gd name="T111" fmla="*/ 50 h 109"/>
                <a:gd name="T112" fmla="*/ 15 w 101"/>
                <a:gd name="T113" fmla="*/ 48 h 109"/>
                <a:gd name="T114" fmla="*/ 0 w 101"/>
                <a:gd name="T115" fmla="*/ 50 h 109"/>
                <a:gd name="T116" fmla="*/ 15 w 101"/>
                <a:gd name="T117" fmla="*/ 53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01" h="109">
                  <a:moveTo>
                    <a:pt x="76" y="62"/>
                  </a:moveTo>
                  <a:cubicBezTo>
                    <a:pt x="78" y="58"/>
                    <a:pt x="78" y="54"/>
                    <a:pt x="78" y="50"/>
                  </a:cubicBezTo>
                  <a:cubicBezTo>
                    <a:pt x="78" y="46"/>
                    <a:pt x="78" y="42"/>
                    <a:pt x="76" y="38"/>
                  </a:cubicBezTo>
                  <a:cubicBezTo>
                    <a:pt x="76" y="62"/>
                    <a:pt x="76" y="62"/>
                    <a:pt x="76" y="62"/>
                  </a:cubicBezTo>
                  <a:close/>
                  <a:moveTo>
                    <a:pt x="76" y="79"/>
                  </a:moveTo>
                  <a:cubicBezTo>
                    <a:pt x="76" y="73"/>
                    <a:pt x="76" y="73"/>
                    <a:pt x="76" y="73"/>
                  </a:cubicBezTo>
                  <a:cubicBezTo>
                    <a:pt x="77" y="73"/>
                    <a:pt x="77" y="73"/>
                    <a:pt x="78" y="73"/>
                  </a:cubicBezTo>
                  <a:cubicBezTo>
                    <a:pt x="78" y="73"/>
                    <a:pt x="78" y="73"/>
                    <a:pt x="78" y="73"/>
                  </a:cubicBezTo>
                  <a:cubicBezTo>
                    <a:pt x="86" y="82"/>
                    <a:pt x="86" y="82"/>
                    <a:pt x="86" y="82"/>
                  </a:cubicBezTo>
                  <a:cubicBezTo>
                    <a:pt x="87" y="83"/>
                    <a:pt x="87" y="85"/>
                    <a:pt x="86" y="86"/>
                  </a:cubicBezTo>
                  <a:cubicBezTo>
                    <a:pt x="85" y="87"/>
                    <a:pt x="84" y="87"/>
                    <a:pt x="83" y="86"/>
                  </a:cubicBezTo>
                  <a:cubicBezTo>
                    <a:pt x="76" y="79"/>
                    <a:pt x="76" y="79"/>
                    <a:pt x="76" y="79"/>
                  </a:cubicBezTo>
                  <a:close/>
                  <a:moveTo>
                    <a:pt x="76" y="28"/>
                  </a:moveTo>
                  <a:cubicBezTo>
                    <a:pt x="76" y="22"/>
                    <a:pt x="76" y="22"/>
                    <a:pt x="76" y="22"/>
                  </a:cubicBezTo>
                  <a:cubicBezTo>
                    <a:pt x="83" y="15"/>
                    <a:pt x="83" y="15"/>
                    <a:pt x="83" y="15"/>
                  </a:cubicBezTo>
                  <a:cubicBezTo>
                    <a:pt x="84" y="14"/>
                    <a:pt x="85" y="14"/>
                    <a:pt x="86" y="15"/>
                  </a:cubicBezTo>
                  <a:cubicBezTo>
                    <a:pt x="87" y="16"/>
                    <a:pt x="87" y="17"/>
                    <a:pt x="86" y="18"/>
                  </a:cubicBezTo>
                  <a:cubicBezTo>
                    <a:pt x="78" y="27"/>
                    <a:pt x="78" y="27"/>
                    <a:pt x="78" y="27"/>
                  </a:cubicBezTo>
                  <a:cubicBezTo>
                    <a:pt x="78" y="27"/>
                    <a:pt x="78" y="27"/>
                    <a:pt x="78" y="27"/>
                  </a:cubicBezTo>
                  <a:cubicBezTo>
                    <a:pt x="77" y="28"/>
                    <a:pt x="77" y="28"/>
                    <a:pt x="76" y="28"/>
                  </a:cubicBezTo>
                  <a:close/>
                  <a:moveTo>
                    <a:pt x="99" y="48"/>
                  </a:moveTo>
                  <a:cubicBezTo>
                    <a:pt x="99" y="48"/>
                    <a:pt x="99" y="48"/>
                    <a:pt x="99" y="48"/>
                  </a:cubicBezTo>
                  <a:cubicBezTo>
                    <a:pt x="86" y="48"/>
                    <a:pt x="86" y="48"/>
                    <a:pt x="86" y="48"/>
                  </a:cubicBezTo>
                  <a:cubicBezTo>
                    <a:pt x="85" y="48"/>
                    <a:pt x="84" y="49"/>
                    <a:pt x="84" y="50"/>
                  </a:cubicBezTo>
                  <a:cubicBezTo>
                    <a:pt x="84" y="52"/>
                    <a:pt x="85" y="53"/>
                    <a:pt x="86" y="53"/>
                  </a:cubicBezTo>
                  <a:cubicBezTo>
                    <a:pt x="99" y="53"/>
                    <a:pt x="99" y="53"/>
                    <a:pt x="99" y="53"/>
                  </a:cubicBezTo>
                  <a:cubicBezTo>
                    <a:pt x="100" y="53"/>
                    <a:pt x="101" y="52"/>
                    <a:pt x="101" y="50"/>
                  </a:cubicBezTo>
                  <a:cubicBezTo>
                    <a:pt x="101" y="49"/>
                    <a:pt x="100" y="48"/>
                    <a:pt x="99" y="48"/>
                  </a:cubicBezTo>
                  <a:close/>
                  <a:moveTo>
                    <a:pt x="51" y="109"/>
                  </a:moveTo>
                  <a:cubicBezTo>
                    <a:pt x="53" y="109"/>
                    <a:pt x="53" y="109"/>
                    <a:pt x="53" y="109"/>
                  </a:cubicBezTo>
                  <a:cubicBezTo>
                    <a:pt x="60" y="109"/>
                    <a:pt x="66" y="103"/>
                    <a:pt x="66" y="95"/>
                  </a:cubicBezTo>
                  <a:cubicBezTo>
                    <a:pt x="66" y="73"/>
                    <a:pt x="66" y="73"/>
                    <a:pt x="66" y="73"/>
                  </a:cubicBezTo>
                  <a:cubicBezTo>
                    <a:pt x="70" y="70"/>
                    <a:pt x="74" y="67"/>
                    <a:pt x="76" y="62"/>
                  </a:cubicBezTo>
                  <a:cubicBezTo>
                    <a:pt x="76" y="38"/>
                    <a:pt x="76" y="38"/>
                    <a:pt x="76" y="38"/>
                  </a:cubicBezTo>
                  <a:cubicBezTo>
                    <a:pt x="71" y="29"/>
                    <a:pt x="62" y="22"/>
                    <a:pt x="51" y="22"/>
                  </a:cubicBezTo>
                  <a:cubicBezTo>
                    <a:pt x="51" y="28"/>
                    <a:pt x="51" y="28"/>
                    <a:pt x="51" y="28"/>
                  </a:cubicBezTo>
                  <a:cubicBezTo>
                    <a:pt x="57" y="28"/>
                    <a:pt x="62" y="31"/>
                    <a:pt x="66" y="35"/>
                  </a:cubicBezTo>
                  <a:cubicBezTo>
                    <a:pt x="70" y="39"/>
                    <a:pt x="73" y="44"/>
                    <a:pt x="73" y="50"/>
                  </a:cubicBezTo>
                  <a:cubicBezTo>
                    <a:pt x="73" y="58"/>
                    <a:pt x="68" y="65"/>
                    <a:pt x="62" y="69"/>
                  </a:cubicBezTo>
                  <a:cubicBezTo>
                    <a:pt x="62" y="69"/>
                    <a:pt x="62" y="69"/>
                    <a:pt x="62" y="69"/>
                  </a:cubicBezTo>
                  <a:cubicBezTo>
                    <a:pt x="61" y="70"/>
                    <a:pt x="61" y="71"/>
                    <a:pt x="61" y="72"/>
                  </a:cubicBezTo>
                  <a:cubicBezTo>
                    <a:pt x="61" y="84"/>
                    <a:pt x="61" y="84"/>
                    <a:pt x="61" y="84"/>
                  </a:cubicBezTo>
                  <a:cubicBezTo>
                    <a:pt x="51" y="84"/>
                    <a:pt x="51" y="84"/>
                    <a:pt x="51" y="84"/>
                  </a:cubicBezTo>
                  <a:cubicBezTo>
                    <a:pt x="51" y="109"/>
                    <a:pt x="51" y="109"/>
                    <a:pt x="51" y="109"/>
                  </a:cubicBezTo>
                  <a:close/>
                  <a:moveTo>
                    <a:pt x="76" y="22"/>
                  </a:moveTo>
                  <a:cubicBezTo>
                    <a:pt x="76" y="28"/>
                    <a:pt x="76" y="28"/>
                    <a:pt x="76" y="28"/>
                  </a:cubicBezTo>
                  <a:cubicBezTo>
                    <a:pt x="75" y="28"/>
                    <a:pt x="75" y="28"/>
                    <a:pt x="74" y="27"/>
                  </a:cubicBezTo>
                  <a:cubicBezTo>
                    <a:pt x="73" y="26"/>
                    <a:pt x="73" y="24"/>
                    <a:pt x="74" y="23"/>
                  </a:cubicBezTo>
                  <a:cubicBezTo>
                    <a:pt x="76" y="22"/>
                    <a:pt x="76" y="22"/>
                    <a:pt x="76" y="22"/>
                  </a:cubicBezTo>
                  <a:close/>
                  <a:moveTo>
                    <a:pt x="76" y="73"/>
                  </a:moveTo>
                  <a:cubicBezTo>
                    <a:pt x="76" y="79"/>
                    <a:pt x="76" y="79"/>
                    <a:pt x="76" y="79"/>
                  </a:cubicBezTo>
                  <a:cubicBezTo>
                    <a:pt x="74" y="77"/>
                    <a:pt x="74" y="77"/>
                    <a:pt x="74" y="77"/>
                  </a:cubicBezTo>
                  <a:cubicBezTo>
                    <a:pt x="73" y="76"/>
                    <a:pt x="73" y="74"/>
                    <a:pt x="74" y="73"/>
                  </a:cubicBezTo>
                  <a:cubicBezTo>
                    <a:pt x="75" y="73"/>
                    <a:pt x="75" y="73"/>
                    <a:pt x="76" y="73"/>
                  </a:cubicBezTo>
                  <a:close/>
                  <a:moveTo>
                    <a:pt x="51" y="17"/>
                  </a:moveTo>
                  <a:cubicBezTo>
                    <a:pt x="51" y="0"/>
                    <a:pt x="51" y="0"/>
                    <a:pt x="51" y="0"/>
                  </a:cubicBezTo>
                  <a:cubicBezTo>
                    <a:pt x="51" y="0"/>
                    <a:pt x="51" y="0"/>
                    <a:pt x="51" y="0"/>
                  </a:cubicBezTo>
                  <a:cubicBezTo>
                    <a:pt x="52" y="0"/>
                    <a:pt x="53" y="1"/>
                    <a:pt x="53" y="2"/>
                  </a:cubicBezTo>
                  <a:cubicBezTo>
                    <a:pt x="53" y="15"/>
                    <a:pt x="53" y="15"/>
                    <a:pt x="53" y="15"/>
                  </a:cubicBezTo>
                  <a:cubicBezTo>
                    <a:pt x="53" y="16"/>
                    <a:pt x="52" y="17"/>
                    <a:pt x="51" y="17"/>
                  </a:cubicBezTo>
                  <a:cubicBezTo>
                    <a:pt x="51" y="17"/>
                    <a:pt x="51" y="17"/>
                    <a:pt x="51" y="17"/>
                  </a:cubicBezTo>
                  <a:close/>
                  <a:moveTo>
                    <a:pt x="51" y="22"/>
                  </a:moveTo>
                  <a:cubicBezTo>
                    <a:pt x="40" y="22"/>
                    <a:pt x="30" y="29"/>
                    <a:pt x="26" y="38"/>
                  </a:cubicBezTo>
                  <a:cubicBezTo>
                    <a:pt x="26" y="62"/>
                    <a:pt x="26" y="62"/>
                    <a:pt x="26" y="62"/>
                  </a:cubicBezTo>
                  <a:cubicBezTo>
                    <a:pt x="28" y="67"/>
                    <a:pt x="31" y="71"/>
                    <a:pt x="35" y="74"/>
                  </a:cubicBezTo>
                  <a:cubicBezTo>
                    <a:pt x="35" y="95"/>
                    <a:pt x="35" y="95"/>
                    <a:pt x="35" y="95"/>
                  </a:cubicBezTo>
                  <a:cubicBezTo>
                    <a:pt x="35" y="103"/>
                    <a:pt x="42" y="109"/>
                    <a:pt x="49" y="109"/>
                  </a:cubicBezTo>
                  <a:cubicBezTo>
                    <a:pt x="51" y="109"/>
                    <a:pt x="51" y="109"/>
                    <a:pt x="51" y="109"/>
                  </a:cubicBezTo>
                  <a:cubicBezTo>
                    <a:pt x="51" y="84"/>
                    <a:pt x="51" y="84"/>
                    <a:pt x="51" y="84"/>
                  </a:cubicBezTo>
                  <a:cubicBezTo>
                    <a:pt x="41" y="84"/>
                    <a:pt x="41" y="84"/>
                    <a:pt x="41" y="84"/>
                  </a:cubicBezTo>
                  <a:cubicBezTo>
                    <a:pt x="41" y="72"/>
                    <a:pt x="41" y="72"/>
                    <a:pt x="41" y="72"/>
                  </a:cubicBezTo>
                  <a:cubicBezTo>
                    <a:pt x="41" y="71"/>
                    <a:pt x="41" y="70"/>
                    <a:pt x="40" y="69"/>
                  </a:cubicBezTo>
                  <a:cubicBezTo>
                    <a:pt x="33" y="66"/>
                    <a:pt x="28" y="58"/>
                    <a:pt x="28" y="50"/>
                  </a:cubicBezTo>
                  <a:cubicBezTo>
                    <a:pt x="28" y="44"/>
                    <a:pt x="31" y="39"/>
                    <a:pt x="35" y="35"/>
                  </a:cubicBezTo>
                  <a:cubicBezTo>
                    <a:pt x="39" y="31"/>
                    <a:pt x="44" y="28"/>
                    <a:pt x="51" y="28"/>
                  </a:cubicBezTo>
                  <a:cubicBezTo>
                    <a:pt x="51" y="22"/>
                    <a:pt x="51" y="22"/>
                    <a:pt x="51" y="22"/>
                  </a:cubicBezTo>
                  <a:close/>
                  <a:moveTo>
                    <a:pt x="51" y="0"/>
                  </a:moveTo>
                  <a:cubicBezTo>
                    <a:pt x="51" y="17"/>
                    <a:pt x="51" y="17"/>
                    <a:pt x="51" y="17"/>
                  </a:cubicBezTo>
                  <a:cubicBezTo>
                    <a:pt x="49" y="17"/>
                    <a:pt x="48" y="16"/>
                    <a:pt x="48" y="15"/>
                  </a:cubicBezTo>
                  <a:cubicBezTo>
                    <a:pt x="48" y="2"/>
                    <a:pt x="48" y="2"/>
                    <a:pt x="48" y="2"/>
                  </a:cubicBezTo>
                  <a:cubicBezTo>
                    <a:pt x="48" y="1"/>
                    <a:pt x="49" y="0"/>
                    <a:pt x="51" y="0"/>
                  </a:cubicBezTo>
                  <a:close/>
                  <a:moveTo>
                    <a:pt x="26" y="79"/>
                  </a:moveTo>
                  <a:cubicBezTo>
                    <a:pt x="26" y="73"/>
                    <a:pt x="26" y="73"/>
                    <a:pt x="26" y="73"/>
                  </a:cubicBezTo>
                  <a:cubicBezTo>
                    <a:pt x="26" y="73"/>
                    <a:pt x="27" y="73"/>
                    <a:pt x="28" y="73"/>
                  </a:cubicBezTo>
                  <a:cubicBezTo>
                    <a:pt x="29" y="74"/>
                    <a:pt x="29" y="76"/>
                    <a:pt x="28" y="77"/>
                  </a:cubicBezTo>
                  <a:cubicBezTo>
                    <a:pt x="26" y="79"/>
                    <a:pt x="26" y="79"/>
                    <a:pt x="26" y="79"/>
                  </a:cubicBezTo>
                  <a:close/>
                  <a:moveTo>
                    <a:pt x="26" y="28"/>
                  </a:moveTo>
                  <a:cubicBezTo>
                    <a:pt x="26" y="21"/>
                    <a:pt x="26" y="21"/>
                    <a:pt x="26" y="21"/>
                  </a:cubicBezTo>
                  <a:cubicBezTo>
                    <a:pt x="28" y="23"/>
                    <a:pt x="28" y="23"/>
                    <a:pt x="28" y="23"/>
                  </a:cubicBezTo>
                  <a:cubicBezTo>
                    <a:pt x="29" y="24"/>
                    <a:pt x="29" y="26"/>
                    <a:pt x="28" y="27"/>
                  </a:cubicBezTo>
                  <a:cubicBezTo>
                    <a:pt x="27" y="28"/>
                    <a:pt x="26" y="28"/>
                    <a:pt x="26" y="28"/>
                  </a:cubicBezTo>
                  <a:close/>
                  <a:moveTo>
                    <a:pt x="26" y="38"/>
                  </a:moveTo>
                  <a:cubicBezTo>
                    <a:pt x="24" y="42"/>
                    <a:pt x="23" y="46"/>
                    <a:pt x="23" y="50"/>
                  </a:cubicBezTo>
                  <a:cubicBezTo>
                    <a:pt x="23" y="55"/>
                    <a:pt x="24" y="59"/>
                    <a:pt x="26" y="62"/>
                  </a:cubicBezTo>
                  <a:cubicBezTo>
                    <a:pt x="26" y="38"/>
                    <a:pt x="26" y="38"/>
                    <a:pt x="26" y="38"/>
                  </a:cubicBezTo>
                  <a:close/>
                  <a:moveTo>
                    <a:pt x="26" y="21"/>
                  </a:moveTo>
                  <a:cubicBezTo>
                    <a:pt x="26" y="28"/>
                    <a:pt x="26" y="28"/>
                    <a:pt x="26" y="28"/>
                  </a:cubicBezTo>
                  <a:cubicBezTo>
                    <a:pt x="25" y="28"/>
                    <a:pt x="24" y="27"/>
                    <a:pt x="24" y="27"/>
                  </a:cubicBezTo>
                  <a:cubicBezTo>
                    <a:pt x="24" y="27"/>
                    <a:pt x="24" y="27"/>
                    <a:pt x="24" y="27"/>
                  </a:cubicBezTo>
                  <a:cubicBezTo>
                    <a:pt x="15" y="18"/>
                    <a:pt x="15" y="18"/>
                    <a:pt x="15" y="18"/>
                  </a:cubicBezTo>
                  <a:cubicBezTo>
                    <a:pt x="14" y="17"/>
                    <a:pt x="14" y="16"/>
                    <a:pt x="15" y="15"/>
                  </a:cubicBezTo>
                  <a:cubicBezTo>
                    <a:pt x="16" y="14"/>
                    <a:pt x="18" y="14"/>
                    <a:pt x="19" y="15"/>
                  </a:cubicBezTo>
                  <a:cubicBezTo>
                    <a:pt x="26" y="21"/>
                    <a:pt x="26" y="21"/>
                    <a:pt x="26" y="21"/>
                  </a:cubicBezTo>
                  <a:close/>
                  <a:moveTo>
                    <a:pt x="26" y="73"/>
                  </a:moveTo>
                  <a:cubicBezTo>
                    <a:pt x="26" y="79"/>
                    <a:pt x="26" y="79"/>
                    <a:pt x="26" y="79"/>
                  </a:cubicBezTo>
                  <a:cubicBezTo>
                    <a:pt x="19" y="86"/>
                    <a:pt x="19" y="86"/>
                    <a:pt x="19" y="86"/>
                  </a:cubicBezTo>
                  <a:cubicBezTo>
                    <a:pt x="18" y="87"/>
                    <a:pt x="16" y="87"/>
                    <a:pt x="15" y="86"/>
                  </a:cubicBezTo>
                  <a:cubicBezTo>
                    <a:pt x="14" y="85"/>
                    <a:pt x="14" y="83"/>
                    <a:pt x="15" y="82"/>
                  </a:cubicBezTo>
                  <a:cubicBezTo>
                    <a:pt x="24" y="73"/>
                    <a:pt x="24" y="73"/>
                    <a:pt x="24" y="73"/>
                  </a:cubicBezTo>
                  <a:cubicBezTo>
                    <a:pt x="24" y="73"/>
                    <a:pt x="24" y="73"/>
                    <a:pt x="24" y="73"/>
                  </a:cubicBezTo>
                  <a:cubicBezTo>
                    <a:pt x="24" y="73"/>
                    <a:pt x="25" y="73"/>
                    <a:pt x="26" y="73"/>
                  </a:cubicBezTo>
                  <a:close/>
                  <a:moveTo>
                    <a:pt x="18" y="50"/>
                  </a:moveTo>
                  <a:cubicBezTo>
                    <a:pt x="18" y="50"/>
                    <a:pt x="18" y="50"/>
                    <a:pt x="18" y="50"/>
                  </a:cubicBezTo>
                  <a:cubicBezTo>
                    <a:pt x="18" y="49"/>
                    <a:pt x="17" y="48"/>
                    <a:pt x="15" y="48"/>
                  </a:cubicBezTo>
                  <a:cubicBezTo>
                    <a:pt x="3" y="48"/>
                    <a:pt x="3" y="48"/>
                    <a:pt x="3" y="48"/>
                  </a:cubicBezTo>
                  <a:cubicBezTo>
                    <a:pt x="2" y="48"/>
                    <a:pt x="0" y="49"/>
                    <a:pt x="0" y="50"/>
                  </a:cubicBezTo>
                  <a:cubicBezTo>
                    <a:pt x="0" y="52"/>
                    <a:pt x="2" y="53"/>
                    <a:pt x="3" y="53"/>
                  </a:cubicBezTo>
                  <a:cubicBezTo>
                    <a:pt x="15" y="53"/>
                    <a:pt x="15" y="53"/>
                    <a:pt x="15" y="53"/>
                  </a:cubicBezTo>
                  <a:cubicBezTo>
                    <a:pt x="17" y="53"/>
                    <a:pt x="18" y="52"/>
                    <a:pt x="18" y="50"/>
                  </a:cubicBez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p>
          </p:txBody>
        </p:sp>
      </p:grpSp>
      <p:sp>
        <p:nvSpPr>
          <p:cNvPr id="225" name="Rectangle 66"/>
          <p:cNvSpPr>
            <a:spLocks noChangeArrowheads="1"/>
          </p:cNvSpPr>
          <p:nvPr/>
        </p:nvSpPr>
        <p:spPr bwMode="auto">
          <a:xfrm>
            <a:off x="1907704" y="1872753"/>
            <a:ext cx="177824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lvl="0" algn="just" fontAlgn="base">
              <a:spcBef>
                <a:spcPct val="0"/>
              </a:spcBef>
              <a:spcAft>
                <a:spcPct val="0"/>
              </a:spcAft>
            </a:pPr>
            <a:r>
              <a:rPr lang="zh-CN" altLang="en-US" sz="1000" dirty="0">
                <a:solidFill>
                  <a:schemeClr val="bg1">
                    <a:lumMod val="50000"/>
                  </a:schemeClr>
                </a:solidFill>
                <a:latin typeface="Arial" pitchFamily="34" charset="0"/>
                <a:ea typeface="微软雅黑" pitchFamily="34" charset="-122"/>
              </a:rPr>
              <a:t>此处可输入相关说明文本内容，或者复制文本内容后粘贴，并选择只保留文字。</a:t>
            </a:r>
            <a:endParaRPr lang="zh-CN" altLang="zh-CN" sz="1000" dirty="0">
              <a:solidFill>
                <a:prstClr val="black">
                  <a:lumMod val="50000"/>
                  <a:lumOff val="50000"/>
                </a:prstClr>
              </a:solidFill>
              <a:latin typeface="Arial" pitchFamily="34" charset="0"/>
              <a:ea typeface="微软雅黑" pitchFamily="34" charset="-122"/>
            </a:endParaRPr>
          </a:p>
        </p:txBody>
      </p:sp>
      <p:sp>
        <p:nvSpPr>
          <p:cNvPr id="226" name="圆角矩形 225"/>
          <p:cNvSpPr/>
          <p:nvPr/>
        </p:nvSpPr>
        <p:spPr>
          <a:xfrm>
            <a:off x="1907705" y="1542330"/>
            <a:ext cx="1052375" cy="246226"/>
          </a:xfrm>
          <a:prstGeom prst="roundRect">
            <a:avLst>
              <a:gd name="adj" fmla="val 0"/>
            </a:avLst>
          </a:prstGeom>
          <a:solidFill>
            <a:srgbClr val="37B0E8"/>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ln w="6350">
                  <a:noFill/>
                </a:ln>
                <a:solidFill>
                  <a:schemeClr val="bg1"/>
                </a:solidFill>
                <a:latin typeface="Impact" pitchFamily="34" charset="0"/>
                <a:ea typeface="微软雅黑" pitchFamily="34" charset="-122"/>
              </a:rPr>
              <a:t>添加关键词</a:t>
            </a:r>
          </a:p>
        </p:txBody>
      </p:sp>
      <p:sp>
        <p:nvSpPr>
          <p:cNvPr id="227" name="Rectangle 66"/>
          <p:cNvSpPr>
            <a:spLocks noChangeArrowheads="1"/>
          </p:cNvSpPr>
          <p:nvPr/>
        </p:nvSpPr>
        <p:spPr bwMode="auto">
          <a:xfrm>
            <a:off x="1907704" y="2804221"/>
            <a:ext cx="177824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lvl="0" algn="just" fontAlgn="base">
              <a:spcBef>
                <a:spcPct val="0"/>
              </a:spcBef>
              <a:spcAft>
                <a:spcPct val="0"/>
              </a:spcAft>
            </a:pPr>
            <a:r>
              <a:rPr lang="zh-CN" altLang="en-US" sz="1000" dirty="0">
                <a:solidFill>
                  <a:schemeClr val="bg1">
                    <a:lumMod val="50000"/>
                  </a:schemeClr>
                </a:solidFill>
                <a:latin typeface="Arial" pitchFamily="34" charset="0"/>
                <a:ea typeface="微软雅黑" pitchFamily="34" charset="-122"/>
              </a:rPr>
              <a:t>此处可输入相关说明文本内容，或者复制文本内容后粘贴，并选择只保留文字。</a:t>
            </a:r>
            <a:endParaRPr lang="zh-CN" altLang="zh-CN" sz="1000" dirty="0">
              <a:solidFill>
                <a:prstClr val="black">
                  <a:lumMod val="50000"/>
                  <a:lumOff val="50000"/>
                </a:prstClr>
              </a:solidFill>
              <a:latin typeface="Arial" pitchFamily="34" charset="0"/>
              <a:ea typeface="微软雅黑" pitchFamily="34" charset="-122"/>
            </a:endParaRPr>
          </a:p>
        </p:txBody>
      </p:sp>
      <p:sp>
        <p:nvSpPr>
          <p:cNvPr id="228" name="圆角矩形 227"/>
          <p:cNvSpPr/>
          <p:nvPr/>
        </p:nvSpPr>
        <p:spPr>
          <a:xfrm>
            <a:off x="1907705" y="2473798"/>
            <a:ext cx="1052375" cy="246226"/>
          </a:xfrm>
          <a:prstGeom prst="roundRect">
            <a:avLst>
              <a:gd name="adj" fmla="val 0"/>
            </a:avLst>
          </a:prstGeom>
          <a:solidFill>
            <a:srgbClr val="37B0E8"/>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ln w="6350">
                  <a:noFill/>
                </a:ln>
                <a:solidFill>
                  <a:schemeClr val="bg1"/>
                </a:solidFill>
                <a:latin typeface="Impact" pitchFamily="34" charset="0"/>
                <a:ea typeface="微软雅黑" pitchFamily="34" charset="-122"/>
              </a:rPr>
              <a:t>添加关键词</a:t>
            </a:r>
          </a:p>
        </p:txBody>
      </p:sp>
      <p:sp>
        <p:nvSpPr>
          <p:cNvPr id="229" name="Rectangle 66"/>
          <p:cNvSpPr>
            <a:spLocks noChangeArrowheads="1"/>
          </p:cNvSpPr>
          <p:nvPr/>
        </p:nvSpPr>
        <p:spPr bwMode="auto">
          <a:xfrm>
            <a:off x="1907704" y="3758244"/>
            <a:ext cx="177824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lvl="0" algn="just" fontAlgn="base">
              <a:spcBef>
                <a:spcPct val="0"/>
              </a:spcBef>
              <a:spcAft>
                <a:spcPct val="0"/>
              </a:spcAft>
            </a:pPr>
            <a:r>
              <a:rPr lang="zh-CN" altLang="en-US" sz="1000" dirty="0">
                <a:solidFill>
                  <a:schemeClr val="bg1">
                    <a:lumMod val="50000"/>
                  </a:schemeClr>
                </a:solidFill>
                <a:latin typeface="Arial" pitchFamily="34" charset="0"/>
                <a:ea typeface="微软雅黑" pitchFamily="34" charset="-122"/>
              </a:rPr>
              <a:t>此处可输入相关说明文本内容，或者复制文本内容后粘贴，并选择只保留文字。</a:t>
            </a:r>
            <a:endParaRPr lang="zh-CN" altLang="zh-CN" sz="1000" dirty="0">
              <a:solidFill>
                <a:prstClr val="black">
                  <a:lumMod val="50000"/>
                  <a:lumOff val="50000"/>
                </a:prstClr>
              </a:solidFill>
              <a:latin typeface="Arial" pitchFamily="34" charset="0"/>
              <a:ea typeface="微软雅黑" pitchFamily="34" charset="-122"/>
            </a:endParaRPr>
          </a:p>
        </p:txBody>
      </p:sp>
      <p:sp>
        <p:nvSpPr>
          <p:cNvPr id="230" name="圆角矩形 229"/>
          <p:cNvSpPr/>
          <p:nvPr/>
        </p:nvSpPr>
        <p:spPr>
          <a:xfrm>
            <a:off x="1907705" y="3427821"/>
            <a:ext cx="1052375" cy="246226"/>
          </a:xfrm>
          <a:prstGeom prst="roundRect">
            <a:avLst>
              <a:gd name="adj" fmla="val 0"/>
            </a:avLst>
          </a:prstGeom>
          <a:solidFill>
            <a:srgbClr val="37B0E8"/>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ln w="6350">
                  <a:noFill/>
                </a:ln>
                <a:solidFill>
                  <a:schemeClr val="bg1"/>
                </a:solidFill>
                <a:latin typeface="Impact" pitchFamily="34" charset="0"/>
                <a:ea typeface="微软雅黑" pitchFamily="34" charset="-122"/>
              </a:rPr>
              <a:t>添加关键词</a:t>
            </a:r>
          </a:p>
        </p:txBody>
      </p:sp>
      <p:sp>
        <p:nvSpPr>
          <p:cNvPr id="231" name="Rectangle 66"/>
          <p:cNvSpPr>
            <a:spLocks noChangeArrowheads="1"/>
          </p:cNvSpPr>
          <p:nvPr/>
        </p:nvSpPr>
        <p:spPr bwMode="auto">
          <a:xfrm>
            <a:off x="6800607" y="2350987"/>
            <a:ext cx="1831872"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just" fontAlgn="base">
              <a:spcBef>
                <a:spcPct val="0"/>
              </a:spcBef>
              <a:spcAft>
                <a:spcPct val="0"/>
              </a:spcAft>
            </a:pPr>
            <a:r>
              <a:rPr lang="zh-CN" altLang="en-US" sz="1000" dirty="0">
                <a:solidFill>
                  <a:schemeClr val="bg1">
                    <a:lumMod val="50000"/>
                  </a:schemeClr>
                </a:solidFill>
                <a:latin typeface="Arial" pitchFamily="34" charset="0"/>
                <a:ea typeface="微软雅黑" pitchFamily="34" charset="-122"/>
              </a:rPr>
              <a:t>此处可输入相关说明文本内容，或者复制文本内容后粘贴，并选择只保留文字。文本内容建议简洁明了、提纲挈领，尽量保持整体风格统一</a:t>
            </a:r>
            <a:r>
              <a:rPr lang="zh-CN" altLang="en-US" sz="1000" dirty="0">
                <a:solidFill>
                  <a:prstClr val="black">
                    <a:lumMod val="50000"/>
                    <a:lumOff val="50000"/>
                  </a:prstClr>
                </a:solidFill>
                <a:latin typeface="Arial" pitchFamily="34" charset="0"/>
                <a:ea typeface="微软雅黑" pitchFamily="34" charset="-122"/>
              </a:rPr>
              <a:t>。</a:t>
            </a:r>
            <a:r>
              <a:rPr lang="zh-CN" altLang="en-US" sz="1000" dirty="0">
                <a:solidFill>
                  <a:schemeClr val="bg1">
                    <a:lumMod val="50000"/>
                  </a:schemeClr>
                </a:solidFill>
                <a:latin typeface="Arial" pitchFamily="34" charset="0"/>
                <a:ea typeface="微软雅黑" pitchFamily="34" charset="-122"/>
              </a:rPr>
              <a:t>此处可输入相关说明文本内容，或者复制文本内容后粘贴，并选择只保留文字。文本内容建议简洁明了、提纲挈领，尽量保持整体风格统一</a:t>
            </a:r>
            <a:r>
              <a:rPr lang="zh-CN" altLang="en-US" sz="1000" dirty="0">
                <a:solidFill>
                  <a:prstClr val="black">
                    <a:lumMod val="50000"/>
                    <a:lumOff val="50000"/>
                  </a:prstClr>
                </a:solidFill>
                <a:latin typeface="Arial" pitchFamily="34" charset="0"/>
                <a:ea typeface="微软雅黑" pitchFamily="34" charset="-122"/>
              </a:rPr>
              <a:t>。</a:t>
            </a:r>
            <a:endParaRPr lang="zh-CN" altLang="zh-CN" sz="1000" dirty="0">
              <a:solidFill>
                <a:prstClr val="black">
                  <a:lumMod val="50000"/>
                  <a:lumOff val="50000"/>
                </a:prstClr>
              </a:solidFill>
              <a:latin typeface="Arial" pitchFamily="34" charset="0"/>
              <a:ea typeface="微软雅黑" pitchFamily="34" charset="-122"/>
            </a:endParaRPr>
          </a:p>
        </p:txBody>
      </p:sp>
      <p:sp>
        <p:nvSpPr>
          <p:cNvPr id="232" name="圆角矩形 231"/>
          <p:cNvSpPr/>
          <p:nvPr/>
        </p:nvSpPr>
        <p:spPr>
          <a:xfrm>
            <a:off x="6800608" y="1895617"/>
            <a:ext cx="1052375" cy="246226"/>
          </a:xfrm>
          <a:prstGeom prst="roundRect">
            <a:avLst>
              <a:gd name="adj" fmla="val 0"/>
            </a:avLst>
          </a:prstGeom>
          <a:solidFill>
            <a:srgbClr val="37B0E8"/>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ln w="6350">
                  <a:noFill/>
                </a:ln>
                <a:solidFill>
                  <a:schemeClr val="bg1"/>
                </a:solidFill>
                <a:latin typeface="Impact" pitchFamily="34" charset="0"/>
                <a:ea typeface="微软雅黑" pitchFamily="34" charset="-122"/>
              </a:rPr>
              <a:t>一些思考</a:t>
            </a:r>
          </a:p>
        </p:txBody>
      </p:sp>
      <p:pic>
        <p:nvPicPr>
          <p:cNvPr id="103" name="图片 10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643649" y="714563"/>
            <a:ext cx="1568698" cy="699598"/>
          </a:xfrm>
          <a:prstGeom prst="rect">
            <a:avLst/>
          </a:prstGeom>
        </p:spPr>
      </p:pic>
    </p:spTree>
  </p:cSld>
  <p:clrMapOvr>
    <a:masterClrMapping/>
  </p:clrMapOvr>
  <p:transition spd="slow">
    <p:push dir="u"/>
  </p:transition>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56"/>
                                            </p:tgtEl>
                                            <p:attrNameLst>
                                              <p:attrName>style.visibility</p:attrName>
                                            </p:attrNameLst>
                                          </p:cBhvr>
                                          <p:to>
                                            <p:strVal val="visible"/>
                                          </p:to>
                                        </p:set>
                                        <p:animEffect transition="in" filter="fade">
                                          <p:cBhvr>
                                            <p:cTn id="7" dur="500"/>
                                            <p:tgtEl>
                                              <p:spTgt spid="156"/>
                                            </p:tgtEl>
                                          </p:cBhvr>
                                        </p:animEffect>
                                        <p:anim calcmode="lin" valueType="num">
                                          <p:cBhvr>
                                            <p:cTn id="8" dur="500" fill="hold"/>
                                            <p:tgtEl>
                                              <p:spTgt spid="156"/>
                                            </p:tgtEl>
                                            <p:attrNameLst>
                                              <p:attrName>ppt_x</p:attrName>
                                            </p:attrNameLst>
                                          </p:cBhvr>
                                          <p:tavLst>
                                            <p:tav tm="0">
                                              <p:val>
                                                <p:strVal val="#ppt_x"/>
                                              </p:val>
                                            </p:tav>
                                            <p:tav tm="100000">
                                              <p:val>
                                                <p:strVal val="#ppt_x"/>
                                              </p:val>
                                            </p:tav>
                                          </p:tavLst>
                                        </p:anim>
                                        <p:anim calcmode="lin" valueType="num">
                                          <p:cBhvr>
                                            <p:cTn id="9" dur="500" fill="hold"/>
                                            <p:tgtEl>
                                              <p:spTgt spid="156"/>
                                            </p:tgtEl>
                                            <p:attrNameLst>
                                              <p:attrName>ppt_y</p:attrName>
                                            </p:attrNameLst>
                                          </p:cBhvr>
                                          <p:tavLst>
                                            <p:tav tm="0">
                                              <p:val>
                                                <p:strVal val="#ppt_y+.1"/>
                                              </p:val>
                                            </p:tav>
                                            <p:tav tm="100000">
                                              <p:val>
                                                <p:strVal val="#ppt_y"/>
                                              </p:val>
                                            </p:tav>
                                          </p:tavLst>
                                        </p:anim>
                                      </p:childTnLst>
                                    </p:cTn>
                                  </p:par>
                                  <p:par>
                                    <p:cTn id="10" presetID="2" presetClass="entr" presetSubtype="4" fill="hold" grpId="0" nodeType="withEffect" p14:presetBounceEnd="60000">
                                      <p:stCondLst>
                                        <p:cond delay="500"/>
                                      </p:stCondLst>
                                      <p:childTnLst>
                                        <p:set>
                                          <p:cBhvr>
                                            <p:cTn id="11" dur="1" fill="hold">
                                              <p:stCondLst>
                                                <p:cond delay="0"/>
                                              </p:stCondLst>
                                            </p:cTn>
                                            <p:tgtEl>
                                              <p:spTgt spid="226"/>
                                            </p:tgtEl>
                                            <p:attrNameLst>
                                              <p:attrName>style.visibility</p:attrName>
                                            </p:attrNameLst>
                                          </p:cBhvr>
                                          <p:to>
                                            <p:strVal val="visible"/>
                                          </p:to>
                                        </p:set>
                                        <p:anim calcmode="lin" valueType="num" p14:bounceEnd="60000">
                                          <p:cBhvr additive="base">
                                            <p:cTn id="12" dur="500" fill="hold"/>
                                            <p:tgtEl>
                                              <p:spTgt spid="226"/>
                                            </p:tgtEl>
                                            <p:attrNameLst>
                                              <p:attrName>ppt_x</p:attrName>
                                            </p:attrNameLst>
                                          </p:cBhvr>
                                          <p:tavLst>
                                            <p:tav tm="0">
                                              <p:val>
                                                <p:strVal val="#ppt_x"/>
                                              </p:val>
                                            </p:tav>
                                            <p:tav tm="100000">
                                              <p:val>
                                                <p:strVal val="#ppt_x"/>
                                              </p:val>
                                            </p:tav>
                                          </p:tavLst>
                                        </p:anim>
                                        <p:anim calcmode="lin" valueType="num" p14:bounceEnd="60000">
                                          <p:cBhvr additive="base">
                                            <p:cTn id="13" dur="500" fill="hold"/>
                                            <p:tgtEl>
                                              <p:spTgt spid="226"/>
                                            </p:tgtEl>
                                            <p:attrNameLst>
                                              <p:attrName>ppt_y</p:attrName>
                                            </p:attrNameLst>
                                          </p:cBhvr>
                                          <p:tavLst>
                                            <p:tav tm="0">
                                              <p:val>
                                                <p:strVal val="1+#ppt_h/2"/>
                                              </p:val>
                                            </p:tav>
                                            <p:tav tm="100000">
                                              <p:val>
                                                <p:strVal val="#ppt_y"/>
                                              </p:val>
                                            </p:tav>
                                          </p:tavLst>
                                        </p:anim>
                                      </p:childTnLst>
                                    </p:cTn>
                                  </p:par>
                                  <p:par>
                                    <p:cTn id="14" presetID="55" presetClass="entr" presetSubtype="0" fill="hold" grpId="0" nodeType="withEffect">
                                      <p:stCondLst>
                                        <p:cond delay="900"/>
                                      </p:stCondLst>
                                      <p:childTnLst>
                                        <p:set>
                                          <p:cBhvr>
                                            <p:cTn id="15" dur="1" fill="hold">
                                              <p:stCondLst>
                                                <p:cond delay="0"/>
                                              </p:stCondLst>
                                            </p:cTn>
                                            <p:tgtEl>
                                              <p:spTgt spid="225"/>
                                            </p:tgtEl>
                                            <p:attrNameLst>
                                              <p:attrName>style.visibility</p:attrName>
                                            </p:attrNameLst>
                                          </p:cBhvr>
                                          <p:to>
                                            <p:strVal val="visible"/>
                                          </p:to>
                                        </p:set>
                                        <p:anim calcmode="lin" valueType="num">
                                          <p:cBhvr>
                                            <p:cTn id="16" dur="500" fill="hold"/>
                                            <p:tgtEl>
                                              <p:spTgt spid="225"/>
                                            </p:tgtEl>
                                            <p:attrNameLst>
                                              <p:attrName>ppt_w</p:attrName>
                                            </p:attrNameLst>
                                          </p:cBhvr>
                                          <p:tavLst>
                                            <p:tav tm="0">
                                              <p:val>
                                                <p:strVal val="#ppt_w*0.70"/>
                                              </p:val>
                                            </p:tav>
                                            <p:tav tm="100000">
                                              <p:val>
                                                <p:strVal val="#ppt_w"/>
                                              </p:val>
                                            </p:tav>
                                          </p:tavLst>
                                        </p:anim>
                                        <p:anim calcmode="lin" valueType="num">
                                          <p:cBhvr>
                                            <p:cTn id="17" dur="500" fill="hold"/>
                                            <p:tgtEl>
                                              <p:spTgt spid="225"/>
                                            </p:tgtEl>
                                            <p:attrNameLst>
                                              <p:attrName>ppt_h</p:attrName>
                                            </p:attrNameLst>
                                          </p:cBhvr>
                                          <p:tavLst>
                                            <p:tav tm="0">
                                              <p:val>
                                                <p:strVal val="#ppt_h"/>
                                              </p:val>
                                            </p:tav>
                                            <p:tav tm="100000">
                                              <p:val>
                                                <p:strVal val="#ppt_h"/>
                                              </p:val>
                                            </p:tav>
                                          </p:tavLst>
                                        </p:anim>
                                        <p:animEffect transition="in" filter="fade">
                                          <p:cBhvr>
                                            <p:cTn id="18" dur="500"/>
                                            <p:tgtEl>
                                              <p:spTgt spid="225"/>
                                            </p:tgtEl>
                                          </p:cBhvr>
                                        </p:animEffect>
                                      </p:childTnLst>
                                    </p:cTn>
                                  </p:par>
                                  <p:par>
                                    <p:cTn id="19" presetID="2" presetClass="entr" presetSubtype="4" fill="hold" grpId="0" nodeType="withEffect" p14:presetBounceEnd="60000">
                                      <p:stCondLst>
                                        <p:cond delay="900"/>
                                      </p:stCondLst>
                                      <p:childTnLst>
                                        <p:set>
                                          <p:cBhvr>
                                            <p:cTn id="20" dur="1" fill="hold">
                                              <p:stCondLst>
                                                <p:cond delay="0"/>
                                              </p:stCondLst>
                                            </p:cTn>
                                            <p:tgtEl>
                                              <p:spTgt spid="228"/>
                                            </p:tgtEl>
                                            <p:attrNameLst>
                                              <p:attrName>style.visibility</p:attrName>
                                            </p:attrNameLst>
                                          </p:cBhvr>
                                          <p:to>
                                            <p:strVal val="visible"/>
                                          </p:to>
                                        </p:set>
                                        <p:anim calcmode="lin" valueType="num" p14:bounceEnd="60000">
                                          <p:cBhvr additive="base">
                                            <p:cTn id="21" dur="500" fill="hold"/>
                                            <p:tgtEl>
                                              <p:spTgt spid="228"/>
                                            </p:tgtEl>
                                            <p:attrNameLst>
                                              <p:attrName>ppt_x</p:attrName>
                                            </p:attrNameLst>
                                          </p:cBhvr>
                                          <p:tavLst>
                                            <p:tav tm="0">
                                              <p:val>
                                                <p:strVal val="#ppt_x"/>
                                              </p:val>
                                            </p:tav>
                                            <p:tav tm="100000">
                                              <p:val>
                                                <p:strVal val="#ppt_x"/>
                                              </p:val>
                                            </p:tav>
                                          </p:tavLst>
                                        </p:anim>
                                        <p:anim calcmode="lin" valueType="num" p14:bounceEnd="60000">
                                          <p:cBhvr additive="base">
                                            <p:cTn id="22" dur="500" fill="hold"/>
                                            <p:tgtEl>
                                              <p:spTgt spid="228"/>
                                            </p:tgtEl>
                                            <p:attrNameLst>
                                              <p:attrName>ppt_y</p:attrName>
                                            </p:attrNameLst>
                                          </p:cBhvr>
                                          <p:tavLst>
                                            <p:tav tm="0">
                                              <p:val>
                                                <p:strVal val="1+#ppt_h/2"/>
                                              </p:val>
                                            </p:tav>
                                            <p:tav tm="100000">
                                              <p:val>
                                                <p:strVal val="#ppt_y"/>
                                              </p:val>
                                            </p:tav>
                                          </p:tavLst>
                                        </p:anim>
                                      </p:childTnLst>
                                    </p:cTn>
                                  </p:par>
                                  <p:par>
                                    <p:cTn id="23" presetID="55" presetClass="entr" presetSubtype="0" fill="hold" grpId="0" nodeType="withEffect">
                                      <p:stCondLst>
                                        <p:cond delay="1300"/>
                                      </p:stCondLst>
                                      <p:childTnLst>
                                        <p:set>
                                          <p:cBhvr>
                                            <p:cTn id="24" dur="1" fill="hold">
                                              <p:stCondLst>
                                                <p:cond delay="0"/>
                                              </p:stCondLst>
                                            </p:cTn>
                                            <p:tgtEl>
                                              <p:spTgt spid="227"/>
                                            </p:tgtEl>
                                            <p:attrNameLst>
                                              <p:attrName>style.visibility</p:attrName>
                                            </p:attrNameLst>
                                          </p:cBhvr>
                                          <p:to>
                                            <p:strVal val="visible"/>
                                          </p:to>
                                        </p:set>
                                        <p:anim calcmode="lin" valueType="num">
                                          <p:cBhvr>
                                            <p:cTn id="25" dur="500" fill="hold"/>
                                            <p:tgtEl>
                                              <p:spTgt spid="227"/>
                                            </p:tgtEl>
                                            <p:attrNameLst>
                                              <p:attrName>ppt_w</p:attrName>
                                            </p:attrNameLst>
                                          </p:cBhvr>
                                          <p:tavLst>
                                            <p:tav tm="0">
                                              <p:val>
                                                <p:strVal val="#ppt_w*0.70"/>
                                              </p:val>
                                            </p:tav>
                                            <p:tav tm="100000">
                                              <p:val>
                                                <p:strVal val="#ppt_w"/>
                                              </p:val>
                                            </p:tav>
                                          </p:tavLst>
                                        </p:anim>
                                        <p:anim calcmode="lin" valueType="num">
                                          <p:cBhvr>
                                            <p:cTn id="26" dur="500" fill="hold"/>
                                            <p:tgtEl>
                                              <p:spTgt spid="227"/>
                                            </p:tgtEl>
                                            <p:attrNameLst>
                                              <p:attrName>ppt_h</p:attrName>
                                            </p:attrNameLst>
                                          </p:cBhvr>
                                          <p:tavLst>
                                            <p:tav tm="0">
                                              <p:val>
                                                <p:strVal val="#ppt_h"/>
                                              </p:val>
                                            </p:tav>
                                            <p:tav tm="100000">
                                              <p:val>
                                                <p:strVal val="#ppt_h"/>
                                              </p:val>
                                            </p:tav>
                                          </p:tavLst>
                                        </p:anim>
                                        <p:animEffect transition="in" filter="fade">
                                          <p:cBhvr>
                                            <p:cTn id="27" dur="500"/>
                                            <p:tgtEl>
                                              <p:spTgt spid="227"/>
                                            </p:tgtEl>
                                          </p:cBhvr>
                                        </p:animEffect>
                                      </p:childTnLst>
                                    </p:cTn>
                                  </p:par>
                                  <p:par>
                                    <p:cTn id="28" presetID="2" presetClass="entr" presetSubtype="4" fill="hold" grpId="0" nodeType="withEffect" p14:presetBounceEnd="60000">
                                      <p:stCondLst>
                                        <p:cond delay="1300"/>
                                      </p:stCondLst>
                                      <p:childTnLst>
                                        <p:set>
                                          <p:cBhvr>
                                            <p:cTn id="29" dur="1" fill="hold">
                                              <p:stCondLst>
                                                <p:cond delay="0"/>
                                              </p:stCondLst>
                                            </p:cTn>
                                            <p:tgtEl>
                                              <p:spTgt spid="230"/>
                                            </p:tgtEl>
                                            <p:attrNameLst>
                                              <p:attrName>style.visibility</p:attrName>
                                            </p:attrNameLst>
                                          </p:cBhvr>
                                          <p:to>
                                            <p:strVal val="visible"/>
                                          </p:to>
                                        </p:set>
                                        <p:anim calcmode="lin" valueType="num" p14:bounceEnd="60000">
                                          <p:cBhvr additive="base">
                                            <p:cTn id="30" dur="500" fill="hold"/>
                                            <p:tgtEl>
                                              <p:spTgt spid="230"/>
                                            </p:tgtEl>
                                            <p:attrNameLst>
                                              <p:attrName>ppt_x</p:attrName>
                                            </p:attrNameLst>
                                          </p:cBhvr>
                                          <p:tavLst>
                                            <p:tav tm="0">
                                              <p:val>
                                                <p:strVal val="#ppt_x"/>
                                              </p:val>
                                            </p:tav>
                                            <p:tav tm="100000">
                                              <p:val>
                                                <p:strVal val="#ppt_x"/>
                                              </p:val>
                                            </p:tav>
                                          </p:tavLst>
                                        </p:anim>
                                        <p:anim calcmode="lin" valueType="num" p14:bounceEnd="60000">
                                          <p:cBhvr additive="base">
                                            <p:cTn id="31" dur="500" fill="hold"/>
                                            <p:tgtEl>
                                              <p:spTgt spid="230"/>
                                            </p:tgtEl>
                                            <p:attrNameLst>
                                              <p:attrName>ppt_y</p:attrName>
                                            </p:attrNameLst>
                                          </p:cBhvr>
                                          <p:tavLst>
                                            <p:tav tm="0">
                                              <p:val>
                                                <p:strVal val="1+#ppt_h/2"/>
                                              </p:val>
                                            </p:tav>
                                            <p:tav tm="100000">
                                              <p:val>
                                                <p:strVal val="#ppt_y"/>
                                              </p:val>
                                            </p:tav>
                                          </p:tavLst>
                                        </p:anim>
                                      </p:childTnLst>
                                    </p:cTn>
                                  </p:par>
                                  <p:par>
                                    <p:cTn id="32" presetID="55" presetClass="entr" presetSubtype="0" fill="hold" grpId="0" nodeType="withEffect">
                                      <p:stCondLst>
                                        <p:cond delay="1700"/>
                                      </p:stCondLst>
                                      <p:childTnLst>
                                        <p:set>
                                          <p:cBhvr>
                                            <p:cTn id="33" dur="1" fill="hold">
                                              <p:stCondLst>
                                                <p:cond delay="0"/>
                                              </p:stCondLst>
                                            </p:cTn>
                                            <p:tgtEl>
                                              <p:spTgt spid="229"/>
                                            </p:tgtEl>
                                            <p:attrNameLst>
                                              <p:attrName>style.visibility</p:attrName>
                                            </p:attrNameLst>
                                          </p:cBhvr>
                                          <p:to>
                                            <p:strVal val="visible"/>
                                          </p:to>
                                        </p:set>
                                        <p:anim calcmode="lin" valueType="num">
                                          <p:cBhvr>
                                            <p:cTn id="34" dur="500" fill="hold"/>
                                            <p:tgtEl>
                                              <p:spTgt spid="229"/>
                                            </p:tgtEl>
                                            <p:attrNameLst>
                                              <p:attrName>ppt_w</p:attrName>
                                            </p:attrNameLst>
                                          </p:cBhvr>
                                          <p:tavLst>
                                            <p:tav tm="0">
                                              <p:val>
                                                <p:strVal val="#ppt_w*0.70"/>
                                              </p:val>
                                            </p:tav>
                                            <p:tav tm="100000">
                                              <p:val>
                                                <p:strVal val="#ppt_w"/>
                                              </p:val>
                                            </p:tav>
                                          </p:tavLst>
                                        </p:anim>
                                        <p:anim calcmode="lin" valueType="num">
                                          <p:cBhvr>
                                            <p:cTn id="35" dur="500" fill="hold"/>
                                            <p:tgtEl>
                                              <p:spTgt spid="229"/>
                                            </p:tgtEl>
                                            <p:attrNameLst>
                                              <p:attrName>ppt_h</p:attrName>
                                            </p:attrNameLst>
                                          </p:cBhvr>
                                          <p:tavLst>
                                            <p:tav tm="0">
                                              <p:val>
                                                <p:strVal val="#ppt_h"/>
                                              </p:val>
                                            </p:tav>
                                            <p:tav tm="100000">
                                              <p:val>
                                                <p:strVal val="#ppt_h"/>
                                              </p:val>
                                            </p:tav>
                                          </p:tavLst>
                                        </p:anim>
                                        <p:animEffect transition="in" filter="fade">
                                          <p:cBhvr>
                                            <p:cTn id="36" dur="500"/>
                                            <p:tgtEl>
                                              <p:spTgt spid="229"/>
                                            </p:tgtEl>
                                          </p:cBhvr>
                                        </p:animEffect>
                                      </p:childTnLst>
                                    </p:cTn>
                                  </p:par>
                                  <p:par>
                                    <p:cTn id="37" presetID="47" presetClass="entr" presetSubtype="0" fill="hold" grpId="0" nodeType="withEffect">
                                      <p:stCondLst>
                                        <p:cond delay="1700"/>
                                      </p:stCondLst>
                                      <p:childTnLst>
                                        <p:set>
                                          <p:cBhvr>
                                            <p:cTn id="38" dur="1" fill="hold">
                                              <p:stCondLst>
                                                <p:cond delay="0"/>
                                              </p:stCondLst>
                                            </p:cTn>
                                            <p:tgtEl>
                                              <p:spTgt spid="232"/>
                                            </p:tgtEl>
                                            <p:attrNameLst>
                                              <p:attrName>style.visibility</p:attrName>
                                            </p:attrNameLst>
                                          </p:cBhvr>
                                          <p:to>
                                            <p:strVal val="visible"/>
                                          </p:to>
                                        </p:set>
                                        <p:animEffect transition="in" filter="fade">
                                          <p:cBhvr>
                                            <p:cTn id="39" dur="500"/>
                                            <p:tgtEl>
                                              <p:spTgt spid="232"/>
                                            </p:tgtEl>
                                          </p:cBhvr>
                                        </p:animEffect>
                                        <p:anim calcmode="lin" valueType="num">
                                          <p:cBhvr>
                                            <p:cTn id="40" dur="500" fill="hold"/>
                                            <p:tgtEl>
                                              <p:spTgt spid="232"/>
                                            </p:tgtEl>
                                            <p:attrNameLst>
                                              <p:attrName>ppt_x</p:attrName>
                                            </p:attrNameLst>
                                          </p:cBhvr>
                                          <p:tavLst>
                                            <p:tav tm="0">
                                              <p:val>
                                                <p:strVal val="#ppt_x"/>
                                              </p:val>
                                            </p:tav>
                                            <p:tav tm="100000">
                                              <p:val>
                                                <p:strVal val="#ppt_x"/>
                                              </p:val>
                                            </p:tav>
                                          </p:tavLst>
                                        </p:anim>
                                        <p:anim calcmode="lin" valueType="num">
                                          <p:cBhvr>
                                            <p:cTn id="41" dur="500" fill="hold"/>
                                            <p:tgtEl>
                                              <p:spTgt spid="232"/>
                                            </p:tgtEl>
                                            <p:attrNameLst>
                                              <p:attrName>ppt_y</p:attrName>
                                            </p:attrNameLst>
                                          </p:cBhvr>
                                          <p:tavLst>
                                            <p:tav tm="0">
                                              <p:val>
                                                <p:strVal val="#ppt_y-.1"/>
                                              </p:val>
                                            </p:tav>
                                            <p:tav tm="100000">
                                              <p:val>
                                                <p:strVal val="#ppt_y"/>
                                              </p:val>
                                            </p:tav>
                                          </p:tavLst>
                                        </p:anim>
                                      </p:childTnLst>
                                    </p:cTn>
                                  </p:par>
                                  <p:par>
                                    <p:cTn id="42" presetID="55" presetClass="entr" presetSubtype="0" fill="hold" grpId="0" nodeType="withEffect">
                                      <p:stCondLst>
                                        <p:cond delay="2100"/>
                                      </p:stCondLst>
                                      <p:childTnLst>
                                        <p:set>
                                          <p:cBhvr>
                                            <p:cTn id="43" dur="1" fill="hold">
                                              <p:stCondLst>
                                                <p:cond delay="0"/>
                                              </p:stCondLst>
                                            </p:cTn>
                                            <p:tgtEl>
                                              <p:spTgt spid="231"/>
                                            </p:tgtEl>
                                            <p:attrNameLst>
                                              <p:attrName>style.visibility</p:attrName>
                                            </p:attrNameLst>
                                          </p:cBhvr>
                                          <p:to>
                                            <p:strVal val="visible"/>
                                          </p:to>
                                        </p:set>
                                        <p:anim calcmode="lin" valueType="num">
                                          <p:cBhvr>
                                            <p:cTn id="44" dur="500" fill="hold"/>
                                            <p:tgtEl>
                                              <p:spTgt spid="231"/>
                                            </p:tgtEl>
                                            <p:attrNameLst>
                                              <p:attrName>ppt_w</p:attrName>
                                            </p:attrNameLst>
                                          </p:cBhvr>
                                          <p:tavLst>
                                            <p:tav tm="0">
                                              <p:val>
                                                <p:strVal val="#ppt_w*0.70"/>
                                              </p:val>
                                            </p:tav>
                                            <p:tav tm="100000">
                                              <p:val>
                                                <p:strVal val="#ppt_w"/>
                                              </p:val>
                                            </p:tav>
                                          </p:tavLst>
                                        </p:anim>
                                        <p:anim calcmode="lin" valueType="num">
                                          <p:cBhvr>
                                            <p:cTn id="45" dur="500" fill="hold"/>
                                            <p:tgtEl>
                                              <p:spTgt spid="231"/>
                                            </p:tgtEl>
                                            <p:attrNameLst>
                                              <p:attrName>ppt_h</p:attrName>
                                            </p:attrNameLst>
                                          </p:cBhvr>
                                          <p:tavLst>
                                            <p:tav tm="0">
                                              <p:val>
                                                <p:strVal val="#ppt_h"/>
                                              </p:val>
                                            </p:tav>
                                            <p:tav tm="100000">
                                              <p:val>
                                                <p:strVal val="#ppt_h"/>
                                              </p:val>
                                            </p:tav>
                                          </p:tavLst>
                                        </p:anim>
                                        <p:animEffect transition="in" filter="fade">
                                          <p:cBhvr>
                                            <p:cTn id="46" dur="500"/>
                                            <p:tgtEl>
                                              <p:spTgt spid="2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 grpId="0"/>
          <p:bldP spid="226" grpId="0" animBg="1"/>
          <p:bldP spid="227" grpId="0"/>
          <p:bldP spid="228" grpId="0" animBg="1"/>
          <p:bldP spid="229" grpId="0"/>
          <p:bldP spid="230" grpId="0" animBg="1"/>
          <p:bldP spid="231" grpId="0"/>
          <p:bldP spid="232" grpId="0"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56"/>
                                            </p:tgtEl>
                                            <p:attrNameLst>
                                              <p:attrName>style.visibility</p:attrName>
                                            </p:attrNameLst>
                                          </p:cBhvr>
                                          <p:to>
                                            <p:strVal val="visible"/>
                                          </p:to>
                                        </p:set>
                                        <p:animEffect transition="in" filter="fade">
                                          <p:cBhvr>
                                            <p:cTn id="7" dur="500"/>
                                            <p:tgtEl>
                                              <p:spTgt spid="156"/>
                                            </p:tgtEl>
                                          </p:cBhvr>
                                        </p:animEffect>
                                        <p:anim calcmode="lin" valueType="num">
                                          <p:cBhvr>
                                            <p:cTn id="8" dur="500" fill="hold"/>
                                            <p:tgtEl>
                                              <p:spTgt spid="156"/>
                                            </p:tgtEl>
                                            <p:attrNameLst>
                                              <p:attrName>ppt_x</p:attrName>
                                            </p:attrNameLst>
                                          </p:cBhvr>
                                          <p:tavLst>
                                            <p:tav tm="0">
                                              <p:val>
                                                <p:strVal val="#ppt_x"/>
                                              </p:val>
                                            </p:tav>
                                            <p:tav tm="100000">
                                              <p:val>
                                                <p:strVal val="#ppt_x"/>
                                              </p:val>
                                            </p:tav>
                                          </p:tavLst>
                                        </p:anim>
                                        <p:anim calcmode="lin" valueType="num">
                                          <p:cBhvr>
                                            <p:cTn id="9" dur="500" fill="hold"/>
                                            <p:tgtEl>
                                              <p:spTgt spid="156"/>
                                            </p:tgtEl>
                                            <p:attrNameLst>
                                              <p:attrName>ppt_y</p:attrName>
                                            </p:attrNameLst>
                                          </p:cBhvr>
                                          <p:tavLst>
                                            <p:tav tm="0">
                                              <p:val>
                                                <p:strVal val="#ppt_y+.1"/>
                                              </p:val>
                                            </p:tav>
                                            <p:tav tm="100000">
                                              <p:val>
                                                <p:strVal val="#ppt_y"/>
                                              </p:val>
                                            </p:tav>
                                          </p:tavLst>
                                        </p:anim>
                                      </p:childTnLst>
                                    </p:cTn>
                                  </p:par>
                                  <p:par>
                                    <p:cTn id="10" presetID="2" presetClass="entr" presetSubtype="4" fill="hold" grpId="0" nodeType="withEffect">
                                      <p:stCondLst>
                                        <p:cond delay="500"/>
                                      </p:stCondLst>
                                      <p:childTnLst>
                                        <p:set>
                                          <p:cBhvr>
                                            <p:cTn id="11" dur="1" fill="hold">
                                              <p:stCondLst>
                                                <p:cond delay="0"/>
                                              </p:stCondLst>
                                            </p:cTn>
                                            <p:tgtEl>
                                              <p:spTgt spid="226"/>
                                            </p:tgtEl>
                                            <p:attrNameLst>
                                              <p:attrName>style.visibility</p:attrName>
                                            </p:attrNameLst>
                                          </p:cBhvr>
                                          <p:to>
                                            <p:strVal val="visible"/>
                                          </p:to>
                                        </p:set>
                                        <p:anim calcmode="lin" valueType="num">
                                          <p:cBhvr additive="base">
                                            <p:cTn id="12" dur="500" fill="hold"/>
                                            <p:tgtEl>
                                              <p:spTgt spid="226"/>
                                            </p:tgtEl>
                                            <p:attrNameLst>
                                              <p:attrName>ppt_x</p:attrName>
                                            </p:attrNameLst>
                                          </p:cBhvr>
                                          <p:tavLst>
                                            <p:tav tm="0">
                                              <p:val>
                                                <p:strVal val="#ppt_x"/>
                                              </p:val>
                                            </p:tav>
                                            <p:tav tm="100000">
                                              <p:val>
                                                <p:strVal val="#ppt_x"/>
                                              </p:val>
                                            </p:tav>
                                          </p:tavLst>
                                        </p:anim>
                                        <p:anim calcmode="lin" valueType="num">
                                          <p:cBhvr additive="base">
                                            <p:cTn id="13" dur="500" fill="hold"/>
                                            <p:tgtEl>
                                              <p:spTgt spid="226"/>
                                            </p:tgtEl>
                                            <p:attrNameLst>
                                              <p:attrName>ppt_y</p:attrName>
                                            </p:attrNameLst>
                                          </p:cBhvr>
                                          <p:tavLst>
                                            <p:tav tm="0">
                                              <p:val>
                                                <p:strVal val="1+#ppt_h/2"/>
                                              </p:val>
                                            </p:tav>
                                            <p:tav tm="100000">
                                              <p:val>
                                                <p:strVal val="#ppt_y"/>
                                              </p:val>
                                            </p:tav>
                                          </p:tavLst>
                                        </p:anim>
                                      </p:childTnLst>
                                    </p:cTn>
                                  </p:par>
                                  <p:par>
                                    <p:cTn id="14" presetID="55" presetClass="entr" presetSubtype="0" fill="hold" grpId="0" nodeType="withEffect">
                                      <p:stCondLst>
                                        <p:cond delay="900"/>
                                      </p:stCondLst>
                                      <p:childTnLst>
                                        <p:set>
                                          <p:cBhvr>
                                            <p:cTn id="15" dur="1" fill="hold">
                                              <p:stCondLst>
                                                <p:cond delay="0"/>
                                              </p:stCondLst>
                                            </p:cTn>
                                            <p:tgtEl>
                                              <p:spTgt spid="225"/>
                                            </p:tgtEl>
                                            <p:attrNameLst>
                                              <p:attrName>style.visibility</p:attrName>
                                            </p:attrNameLst>
                                          </p:cBhvr>
                                          <p:to>
                                            <p:strVal val="visible"/>
                                          </p:to>
                                        </p:set>
                                        <p:anim calcmode="lin" valueType="num">
                                          <p:cBhvr>
                                            <p:cTn id="16" dur="500" fill="hold"/>
                                            <p:tgtEl>
                                              <p:spTgt spid="225"/>
                                            </p:tgtEl>
                                            <p:attrNameLst>
                                              <p:attrName>ppt_w</p:attrName>
                                            </p:attrNameLst>
                                          </p:cBhvr>
                                          <p:tavLst>
                                            <p:tav tm="0">
                                              <p:val>
                                                <p:strVal val="#ppt_w*0.70"/>
                                              </p:val>
                                            </p:tav>
                                            <p:tav tm="100000">
                                              <p:val>
                                                <p:strVal val="#ppt_w"/>
                                              </p:val>
                                            </p:tav>
                                          </p:tavLst>
                                        </p:anim>
                                        <p:anim calcmode="lin" valueType="num">
                                          <p:cBhvr>
                                            <p:cTn id="17" dur="500" fill="hold"/>
                                            <p:tgtEl>
                                              <p:spTgt spid="225"/>
                                            </p:tgtEl>
                                            <p:attrNameLst>
                                              <p:attrName>ppt_h</p:attrName>
                                            </p:attrNameLst>
                                          </p:cBhvr>
                                          <p:tavLst>
                                            <p:tav tm="0">
                                              <p:val>
                                                <p:strVal val="#ppt_h"/>
                                              </p:val>
                                            </p:tav>
                                            <p:tav tm="100000">
                                              <p:val>
                                                <p:strVal val="#ppt_h"/>
                                              </p:val>
                                            </p:tav>
                                          </p:tavLst>
                                        </p:anim>
                                        <p:animEffect transition="in" filter="fade">
                                          <p:cBhvr>
                                            <p:cTn id="18" dur="500"/>
                                            <p:tgtEl>
                                              <p:spTgt spid="225"/>
                                            </p:tgtEl>
                                          </p:cBhvr>
                                        </p:animEffect>
                                      </p:childTnLst>
                                    </p:cTn>
                                  </p:par>
                                  <p:par>
                                    <p:cTn id="19" presetID="2" presetClass="entr" presetSubtype="4" fill="hold" grpId="0" nodeType="withEffect">
                                      <p:stCondLst>
                                        <p:cond delay="900"/>
                                      </p:stCondLst>
                                      <p:childTnLst>
                                        <p:set>
                                          <p:cBhvr>
                                            <p:cTn id="20" dur="1" fill="hold">
                                              <p:stCondLst>
                                                <p:cond delay="0"/>
                                              </p:stCondLst>
                                            </p:cTn>
                                            <p:tgtEl>
                                              <p:spTgt spid="228"/>
                                            </p:tgtEl>
                                            <p:attrNameLst>
                                              <p:attrName>style.visibility</p:attrName>
                                            </p:attrNameLst>
                                          </p:cBhvr>
                                          <p:to>
                                            <p:strVal val="visible"/>
                                          </p:to>
                                        </p:set>
                                        <p:anim calcmode="lin" valueType="num">
                                          <p:cBhvr additive="base">
                                            <p:cTn id="21" dur="500" fill="hold"/>
                                            <p:tgtEl>
                                              <p:spTgt spid="228"/>
                                            </p:tgtEl>
                                            <p:attrNameLst>
                                              <p:attrName>ppt_x</p:attrName>
                                            </p:attrNameLst>
                                          </p:cBhvr>
                                          <p:tavLst>
                                            <p:tav tm="0">
                                              <p:val>
                                                <p:strVal val="#ppt_x"/>
                                              </p:val>
                                            </p:tav>
                                            <p:tav tm="100000">
                                              <p:val>
                                                <p:strVal val="#ppt_x"/>
                                              </p:val>
                                            </p:tav>
                                          </p:tavLst>
                                        </p:anim>
                                        <p:anim calcmode="lin" valueType="num">
                                          <p:cBhvr additive="base">
                                            <p:cTn id="22" dur="500" fill="hold"/>
                                            <p:tgtEl>
                                              <p:spTgt spid="228"/>
                                            </p:tgtEl>
                                            <p:attrNameLst>
                                              <p:attrName>ppt_y</p:attrName>
                                            </p:attrNameLst>
                                          </p:cBhvr>
                                          <p:tavLst>
                                            <p:tav tm="0">
                                              <p:val>
                                                <p:strVal val="1+#ppt_h/2"/>
                                              </p:val>
                                            </p:tav>
                                            <p:tav tm="100000">
                                              <p:val>
                                                <p:strVal val="#ppt_y"/>
                                              </p:val>
                                            </p:tav>
                                          </p:tavLst>
                                        </p:anim>
                                      </p:childTnLst>
                                    </p:cTn>
                                  </p:par>
                                  <p:par>
                                    <p:cTn id="23" presetID="55" presetClass="entr" presetSubtype="0" fill="hold" grpId="0" nodeType="withEffect">
                                      <p:stCondLst>
                                        <p:cond delay="1300"/>
                                      </p:stCondLst>
                                      <p:childTnLst>
                                        <p:set>
                                          <p:cBhvr>
                                            <p:cTn id="24" dur="1" fill="hold">
                                              <p:stCondLst>
                                                <p:cond delay="0"/>
                                              </p:stCondLst>
                                            </p:cTn>
                                            <p:tgtEl>
                                              <p:spTgt spid="227"/>
                                            </p:tgtEl>
                                            <p:attrNameLst>
                                              <p:attrName>style.visibility</p:attrName>
                                            </p:attrNameLst>
                                          </p:cBhvr>
                                          <p:to>
                                            <p:strVal val="visible"/>
                                          </p:to>
                                        </p:set>
                                        <p:anim calcmode="lin" valueType="num">
                                          <p:cBhvr>
                                            <p:cTn id="25" dur="500" fill="hold"/>
                                            <p:tgtEl>
                                              <p:spTgt spid="227"/>
                                            </p:tgtEl>
                                            <p:attrNameLst>
                                              <p:attrName>ppt_w</p:attrName>
                                            </p:attrNameLst>
                                          </p:cBhvr>
                                          <p:tavLst>
                                            <p:tav tm="0">
                                              <p:val>
                                                <p:strVal val="#ppt_w*0.70"/>
                                              </p:val>
                                            </p:tav>
                                            <p:tav tm="100000">
                                              <p:val>
                                                <p:strVal val="#ppt_w"/>
                                              </p:val>
                                            </p:tav>
                                          </p:tavLst>
                                        </p:anim>
                                        <p:anim calcmode="lin" valueType="num">
                                          <p:cBhvr>
                                            <p:cTn id="26" dur="500" fill="hold"/>
                                            <p:tgtEl>
                                              <p:spTgt spid="227"/>
                                            </p:tgtEl>
                                            <p:attrNameLst>
                                              <p:attrName>ppt_h</p:attrName>
                                            </p:attrNameLst>
                                          </p:cBhvr>
                                          <p:tavLst>
                                            <p:tav tm="0">
                                              <p:val>
                                                <p:strVal val="#ppt_h"/>
                                              </p:val>
                                            </p:tav>
                                            <p:tav tm="100000">
                                              <p:val>
                                                <p:strVal val="#ppt_h"/>
                                              </p:val>
                                            </p:tav>
                                          </p:tavLst>
                                        </p:anim>
                                        <p:animEffect transition="in" filter="fade">
                                          <p:cBhvr>
                                            <p:cTn id="27" dur="500"/>
                                            <p:tgtEl>
                                              <p:spTgt spid="227"/>
                                            </p:tgtEl>
                                          </p:cBhvr>
                                        </p:animEffect>
                                      </p:childTnLst>
                                    </p:cTn>
                                  </p:par>
                                  <p:par>
                                    <p:cTn id="28" presetID="2" presetClass="entr" presetSubtype="4" fill="hold" grpId="0" nodeType="withEffect">
                                      <p:stCondLst>
                                        <p:cond delay="1300"/>
                                      </p:stCondLst>
                                      <p:childTnLst>
                                        <p:set>
                                          <p:cBhvr>
                                            <p:cTn id="29" dur="1" fill="hold">
                                              <p:stCondLst>
                                                <p:cond delay="0"/>
                                              </p:stCondLst>
                                            </p:cTn>
                                            <p:tgtEl>
                                              <p:spTgt spid="230"/>
                                            </p:tgtEl>
                                            <p:attrNameLst>
                                              <p:attrName>style.visibility</p:attrName>
                                            </p:attrNameLst>
                                          </p:cBhvr>
                                          <p:to>
                                            <p:strVal val="visible"/>
                                          </p:to>
                                        </p:set>
                                        <p:anim calcmode="lin" valueType="num">
                                          <p:cBhvr additive="base">
                                            <p:cTn id="30" dur="500" fill="hold"/>
                                            <p:tgtEl>
                                              <p:spTgt spid="230"/>
                                            </p:tgtEl>
                                            <p:attrNameLst>
                                              <p:attrName>ppt_x</p:attrName>
                                            </p:attrNameLst>
                                          </p:cBhvr>
                                          <p:tavLst>
                                            <p:tav tm="0">
                                              <p:val>
                                                <p:strVal val="#ppt_x"/>
                                              </p:val>
                                            </p:tav>
                                            <p:tav tm="100000">
                                              <p:val>
                                                <p:strVal val="#ppt_x"/>
                                              </p:val>
                                            </p:tav>
                                          </p:tavLst>
                                        </p:anim>
                                        <p:anim calcmode="lin" valueType="num">
                                          <p:cBhvr additive="base">
                                            <p:cTn id="31" dur="500" fill="hold"/>
                                            <p:tgtEl>
                                              <p:spTgt spid="230"/>
                                            </p:tgtEl>
                                            <p:attrNameLst>
                                              <p:attrName>ppt_y</p:attrName>
                                            </p:attrNameLst>
                                          </p:cBhvr>
                                          <p:tavLst>
                                            <p:tav tm="0">
                                              <p:val>
                                                <p:strVal val="1+#ppt_h/2"/>
                                              </p:val>
                                            </p:tav>
                                            <p:tav tm="100000">
                                              <p:val>
                                                <p:strVal val="#ppt_y"/>
                                              </p:val>
                                            </p:tav>
                                          </p:tavLst>
                                        </p:anim>
                                      </p:childTnLst>
                                    </p:cTn>
                                  </p:par>
                                  <p:par>
                                    <p:cTn id="32" presetID="55" presetClass="entr" presetSubtype="0" fill="hold" grpId="0" nodeType="withEffect">
                                      <p:stCondLst>
                                        <p:cond delay="1700"/>
                                      </p:stCondLst>
                                      <p:childTnLst>
                                        <p:set>
                                          <p:cBhvr>
                                            <p:cTn id="33" dur="1" fill="hold">
                                              <p:stCondLst>
                                                <p:cond delay="0"/>
                                              </p:stCondLst>
                                            </p:cTn>
                                            <p:tgtEl>
                                              <p:spTgt spid="229"/>
                                            </p:tgtEl>
                                            <p:attrNameLst>
                                              <p:attrName>style.visibility</p:attrName>
                                            </p:attrNameLst>
                                          </p:cBhvr>
                                          <p:to>
                                            <p:strVal val="visible"/>
                                          </p:to>
                                        </p:set>
                                        <p:anim calcmode="lin" valueType="num">
                                          <p:cBhvr>
                                            <p:cTn id="34" dur="500" fill="hold"/>
                                            <p:tgtEl>
                                              <p:spTgt spid="229"/>
                                            </p:tgtEl>
                                            <p:attrNameLst>
                                              <p:attrName>ppt_w</p:attrName>
                                            </p:attrNameLst>
                                          </p:cBhvr>
                                          <p:tavLst>
                                            <p:tav tm="0">
                                              <p:val>
                                                <p:strVal val="#ppt_w*0.70"/>
                                              </p:val>
                                            </p:tav>
                                            <p:tav tm="100000">
                                              <p:val>
                                                <p:strVal val="#ppt_w"/>
                                              </p:val>
                                            </p:tav>
                                          </p:tavLst>
                                        </p:anim>
                                        <p:anim calcmode="lin" valueType="num">
                                          <p:cBhvr>
                                            <p:cTn id="35" dur="500" fill="hold"/>
                                            <p:tgtEl>
                                              <p:spTgt spid="229"/>
                                            </p:tgtEl>
                                            <p:attrNameLst>
                                              <p:attrName>ppt_h</p:attrName>
                                            </p:attrNameLst>
                                          </p:cBhvr>
                                          <p:tavLst>
                                            <p:tav tm="0">
                                              <p:val>
                                                <p:strVal val="#ppt_h"/>
                                              </p:val>
                                            </p:tav>
                                            <p:tav tm="100000">
                                              <p:val>
                                                <p:strVal val="#ppt_h"/>
                                              </p:val>
                                            </p:tav>
                                          </p:tavLst>
                                        </p:anim>
                                        <p:animEffect transition="in" filter="fade">
                                          <p:cBhvr>
                                            <p:cTn id="36" dur="500"/>
                                            <p:tgtEl>
                                              <p:spTgt spid="229"/>
                                            </p:tgtEl>
                                          </p:cBhvr>
                                        </p:animEffect>
                                      </p:childTnLst>
                                    </p:cTn>
                                  </p:par>
                                  <p:par>
                                    <p:cTn id="37" presetID="47" presetClass="entr" presetSubtype="0" fill="hold" grpId="0" nodeType="withEffect">
                                      <p:stCondLst>
                                        <p:cond delay="1700"/>
                                      </p:stCondLst>
                                      <p:childTnLst>
                                        <p:set>
                                          <p:cBhvr>
                                            <p:cTn id="38" dur="1" fill="hold">
                                              <p:stCondLst>
                                                <p:cond delay="0"/>
                                              </p:stCondLst>
                                            </p:cTn>
                                            <p:tgtEl>
                                              <p:spTgt spid="232"/>
                                            </p:tgtEl>
                                            <p:attrNameLst>
                                              <p:attrName>style.visibility</p:attrName>
                                            </p:attrNameLst>
                                          </p:cBhvr>
                                          <p:to>
                                            <p:strVal val="visible"/>
                                          </p:to>
                                        </p:set>
                                        <p:animEffect transition="in" filter="fade">
                                          <p:cBhvr>
                                            <p:cTn id="39" dur="500"/>
                                            <p:tgtEl>
                                              <p:spTgt spid="232"/>
                                            </p:tgtEl>
                                          </p:cBhvr>
                                        </p:animEffect>
                                        <p:anim calcmode="lin" valueType="num">
                                          <p:cBhvr>
                                            <p:cTn id="40" dur="500" fill="hold"/>
                                            <p:tgtEl>
                                              <p:spTgt spid="232"/>
                                            </p:tgtEl>
                                            <p:attrNameLst>
                                              <p:attrName>ppt_x</p:attrName>
                                            </p:attrNameLst>
                                          </p:cBhvr>
                                          <p:tavLst>
                                            <p:tav tm="0">
                                              <p:val>
                                                <p:strVal val="#ppt_x"/>
                                              </p:val>
                                            </p:tav>
                                            <p:tav tm="100000">
                                              <p:val>
                                                <p:strVal val="#ppt_x"/>
                                              </p:val>
                                            </p:tav>
                                          </p:tavLst>
                                        </p:anim>
                                        <p:anim calcmode="lin" valueType="num">
                                          <p:cBhvr>
                                            <p:cTn id="41" dur="500" fill="hold"/>
                                            <p:tgtEl>
                                              <p:spTgt spid="232"/>
                                            </p:tgtEl>
                                            <p:attrNameLst>
                                              <p:attrName>ppt_y</p:attrName>
                                            </p:attrNameLst>
                                          </p:cBhvr>
                                          <p:tavLst>
                                            <p:tav tm="0">
                                              <p:val>
                                                <p:strVal val="#ppt_y-.1"/>
                                              </p:val>
                                            </p:tav>
                                            <p:tav tm="100000">
                                              <p:val>
                                                <p:strVal val="#ppt_y"/>
                                              </p:val>
                                            </p:tav>
                                          </p:tavLst>
                                        </p:anim>
                                      </p:childTnLst>
                                    </p:cTn>
                                  </p:par>
                                  <p:par>
                                    <p:cTn id="42" presetID="55" presetClass="entr" presetSubtype="0" fill="hold" grpId="0" nodeType="withEffect">
                                      <p:stCondLst>
                                        <p:cond delay="2100"/>
                                      </p:stCondLst>
                                      <p:childTnLst>
                                        <p:set>
                                          <p:cBhvr>
                                            <p:cTn id="43" dur="1" fill="hold">
                                              <p:stCondLst>
                                                <p:cond delay="0"/>
                                              </p:stCondLst>
                                            </p:cTn>
                                            <p:tgtEl>
                                              <p:spTgt spid="231"/>
                                            </p:tgtEl>
                                            <p:attrNameLst>
                                              <p:attrName>style.visibility</p:attrName>
                                            </p:attrNameLst>
                                          </p:cBhvr>
                                          <p:to>
                                            <p:strVal val="visible"/>
                                          </p:to>
                                        </p:set>
                                        <p:anim calcmode="lin" valueType="num">
                                          <p:cBhvr>
                                            <p:cTn id="44" dur="500" fill="hold"/>
                                            <p:tgtEl>
                                              <p:spTgt spid="231"/>
                                            </p:tgtEl>
                                            <p:attrNameLst>
                                              <p:attrName>ppt_w</p:attrName>
                                            </p:attrNameLst>
                                          </p:cBhvr>
                                          <p:tavLst>
                                            <p:tav tm="0">
                                              <p:val>
                                                <p:strVal val="#ppt_w*0.70"/>
                                              </p:val>
                                            </p:tav>
                                            <p:tav tm="100000">
                                              <p:val>
                                                <p:strVal val="#ppt_w"/>
                                              </p:val>
                                            </p:tav>
                                          </p:tavLst>
                                        </p:anim>
                                        <p:anim calcmode="lin" valueType="num">
                                          <p:cBhvr>
                                            <p:cTn id="45" dur="500" fill="hold"/>
                                            <p:tgtEl>
                                              <p:spTgt spid="231"/>
                                            </p:tgtEl>
                                            <p:attrNameLst>
                                              <p:attrName>ppt_h</p:attrName>
                                            </p:attrNameLst>
                                          </p:cBhvr>
                                          <p:tavLst>
                                            <p:tav tm="0">
                                              <p:val>
                                                <p:strVal val="#ppt_h"/>
                                              </p:val>
                                            </p:tav>
                                            <p:tav tm="100000">
                                              <p:val>
                                                <p:strVal val="#ppt_h"/>
                                              </p:val>
                                            </p:tav>
                                          </p:tavLst>
                                        </p:anim>
                                        <p:animEffect transition="in" filter="fade">
                                          <p:cBhvr>
                                            <p:cTn id="46" dur="500"/>
                                            <p:tgtEl>
                                              <p:spTgt spid="2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 grpId="0"/>
          <p:bldP spid="226" grpId="0" animBg="1"/>
          <p:bldP spid="227" grpId="0"/>
          <p:bldP spid="228" grpId="0" animBg="1"/>
          <p:bldP spid="229" grpId="0"/>
          <p:bldP spid="230" grpId="0" animBg="1"/>
          <p:bldP spid="231" grpId="0"/>
          <p:bldP spid="232" grpId="0" animBg="1"/>
        </p:bldLst>
      </p:timing>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026" y="1346821"/>
            <a:ext cx="9140974" cy="3795092"/>
          </a:xfrm>
          <a:prstGeom prst="rect">
            <a:avLst/>
          </a:prstGeom>
          <a:solidFill>
            <a:srgbClr val="586B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Rectangle 66"/>
          <p:cNvSpPr>
            <a:spLocks noChangeArrowheads="1"/>
          </p:cNvSpPr>
          <p:nvPr/>
        </p:nvSpPr>
        <p:spPr bwMode="auto">
          <a:xfrm>
            <a:off x="1023782" y="1994892"/>
            <a:ext cx="7076610" cy="2585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lvl="0" indent="323850" algn="just" fontAlgn="base">
              <a:lnSpc>
                <a:spcPct val="200000"/>
              </a:lnSpc>
              <a:spcBef>
                <a:spcPct val="0"/>
              </a:spcBef>
              <a:spcAft>
                <a:spcPct val="0"/>
              </a:spcAft>
            </a:pPr>
            <a:r>
              <a:rPr lang="zh-CN" altLang="en-US" sz="1200" dirty="0">
                <a:solidFill>
                  <a:schemeClr val="bg1"/>
                </a:solidFill>
                <a:latin typeface="Arial" pitchFamily="34" charset="0"/>
                <a:ea typeface="微软雅黑" pitchFamily="34" charset="-122"/>
              </a:rPr>
              <a:t>首先，我要诚挚的感谢我的导师</a:t>
            </a:r>
            <a:r>
              <a:rPr lang="en-US" altLang="zh-CN" sz="1200" dirty="0">
                <a:solidFill>
                  <a:schemeClr val="bg1"/>
                </a:solidFill>
                <a:latin typeface="Arial" pitchFamily="34" charset="0"/>
                <a:ea typeface="微软雅黑" pitchFamily="34" charset="-122"/>
              </a:rPr>
              <a:t>xx</a:t>
            </a:r>
            <a:r>
              <a:rPr lang="zh-CN" altLang="en-US" sz="1200" dirty="0">
                <a:solidFill>
                  <a:schemeClr val="bg1"/>
                </a:solidFill>
                <a:latin typeface="Arial" pitchFamily="34" charset="0"/>
                <a:ea typeface="微软雅黑" pitchFamily="34" charset="-122"/>
              </a:rPr>
              <a:t>老师，在近一年的企业实习和毕业设计期间，都得到了</a:t>
            </a:r>
            <a:r>
              <a:rPr lang="en-US" altLang="zh-CN" sz="1200" dirty="0">
                <a:solidFill>
                  <a:schemeClr val="bg1"/>
                </a:solidFill>
                <a:latin typeface="Arial" pitchFamily="34" charset="0"/>
                <a:ea typeface="微软雅黑" pitchFamily="34" charset="-122"/>
              </a:rPr>
              <a:t>xx</a:t>
            </a:r>
            <a:r>
              <a:rPr lang="zh-CN" altLang="en-US" sz="1200" dirty="0">
                <a:solidFill>
                  <a:schemeClr val="bg1"/>
                </a:solidFill>
                <a:latin typeface="Arial" pitchFamily="34" charset="0"/>
                <a:ea typeface="微软雅黑" pitchFamily="34" charset="-122"/>
              </a:rPr>
              <a:t>老师的悉心指导，在论文的写作过程中，多次得到他的督促，并且他为我的论文提出了许多宝贵的修改意见。</a:t>
            </a:r>
            <a:r>
              <a:rPr lang="en-US" altLang="zh-CN" sz="1200" dirty="0">
                <a:solidFill>
                  <a:schemeClr val="bg1"/>
                </a:solidFill>
                <a:latin typeface="Arial" pitchFamily="34" charset="0"/>
                <a:ea typeface="微软雅黑" pitchFamily="34" charset="-122"/>
              </a:rPr>
              <a:t>xx</a:t>
            </a:r>
            <a:r>
              <a:rPr lang="zh-CN" altLang="en-US" sz="1200" dirty="0">
                <a:solidFill>
                  <a:schemeClr val="bg1"/>
                </a:solidFill>
                <a:latin typeface="Arial" pitchFamily="34" charset="0"/>
                <a:ea typeface="微软雅黑" pitchFamily="34" charset="-122"/>
              </a:rPr>
              <a:t>老师的严谨治学的态度与求实的工作作风及丰富的学识留给我深刻的印象，使我受益匪浅。  其次，要感谢同组的</a:t>
            </a:r>
            <a:r>
              <a:rPr lang="en-US" altLang="zh-CN" sz="1200" dirty="0">
                <a:solidFill>
                  <a:schemeClr val="bg1"/>
                </a:solidFill>
                <a:latin typeface="Arial" pitchFamily="34" charset="0"/>
                <a:ea typeface="微软雅黑" pitchFamily="34" charset="-122"/>
              </a:rPr>
              <a:t>xx</a:t>
            </a:r>
            <a:r>
              <a:rPr lang="zh-CN" altLang="en-US" sz="1200" dirty="0">
                <a:solidFill>
                  <a:schemeClr val="bg1"/>
                </a:solidFill>
                <a:latin typeface="Arial" pitchFamily="34" charset="0"/>
                <a:ea typeface="微软雅黑" pitchFamily="34" charset="-122"/>
              </a:rPr>
              <a:t>，</a:t>
            </a:r>
            <a:r>
              <a:rPr lang="en-US" altLang="zh-CN" sz="1200" dirty="0">
                <a:solidFill>
                  <a:schemeClr val="bg1"/>
                </a:solidFill>
                <a:latin typeface="Arial" pitchFamily="34" charset="0"/>
                <a:ea typeface="微软雅黑" pitchFamily="34" charset="-122"/>
              </a:rPr>
              <a:t>xx</a:t>
            </a:r>
            <a:r>
              <a:rPr lang="zh-CN" altLang="en-US" sz="1200" dirty="0">
                <a:solidFill>
                  <a:schemeClr val="bg1"/>
                </a:solidFill>
                <a:latin typeface="Arial" pitchFamily="34" charset="0"/>
                <a:ea typeface="微软雅黑" pitchFamily="34" charset="-122"/>
              </a:rPr>
              <a:t>同学，他们与我共同承担了系统的分析设计与开发任务，在大家的共同努力下，终于圆满地完成了系统的设计开发工作，在此我向他们表示深深的感谢。  最后要感谢几年来给我们上课的老师与学院的各位工作人员，正是有他们的辛勤劳动，才使我今天有足够的能力完成整个项目，在此向他们表示真诚的谢意。</a:t>
            </a:r>
            <a:endParaRPr lang="zh-CN" altLang="zh-CN" sz="1200" dirty="0">
              <a:solidFill>
                <a:schemeClr val="bg1"/>
              </a:solidFill>
              <a:latin typeface="Arial" pitchFamily="34" charset="0"/>
              <a:ea typeface="微软雅黑" pitchFamily="34" charset="-122"/>
            </a:endParaRPr>
          </a:p>
        </p:txBody>
      </p:sp>
      <p:sp>
        <p:nvSpPr>
          <p:cNvPr id="4" name="圆角矩形 3"/>
          <p:cNvSpPr/>
          <p:nvPr/>
        </p:nvSpPr>
        <p:spPr>
          <a:xfrm>
            <a:off x="3688078" y="1226166"/>
            <a:ext cx="1748018" cy="241310"/>
          </a:xfrm>
          <a:prstGeom prst="roundRect">
            <a:avLst>
              <a:gd name="adj" fmla="val 0"/>
            </a:avLst>
          </a:prstGeom>
          <a:solidFill>
            <a:srgbClr val="F0F1F3"/>
          </a:solidFill>
          <a:ln w="6350">
            <a:solidFill>
              <a:srgbClr val="586B7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ln w="6350">
                  <a:noFill/>
                </a:ln>
                <a:solidFill>
                  <a:srgbClr val="586B7F"/>
                </a:solidFill>
                <a:latin typeface="Impact" pitchFamily="34" charset="0"/>
                <a:ea typeface="微软雅黑" pitchFamily="34" charset="-122"/>
              </a:rPr>
              <a:t>THANK YOU</a:t>
            </a:r>
            <a:endParaRPr lang="zh-CN" altLang="en-US" sz="1600" dirty="0">
              <a:ln w="6350">
                <a:noFill/>
              </a:ln>
              <a:solidFill>
                <a:srgbClr val="586B7F"/>
              </a:solidFill>
              <a:latin typeface="Impact" pitchFamily="34" charset="0"/>
              <a:ea typeface="微软雅黑" pitchFamily="34" charset="-122"/>
            </a:endParaRPr>
          </a:p>
        </p:txBody>
      </p:sp>
      <p:sp>
        <p:nvSpPr>
          <p:cNvPr id="5" name="矩形 4"/>
          <p:cNvSpPr/>
          <p:nvPr/>
        </p:nvSpPr>
        <p:spPr>
          <a:xfrm>
            <a:off x="3707904" y="492601"/>
            <a:ext cx="1728192" cy="707886"/>
          </a:xfrm>
          <a:prstGeom prst="rect">
            <a:avLst/>
          </a:prstGeom>
        </p:spPr>
        <p:txBody>
          <a:bodyPr wrap="square">
            <a:spAutoFit/>
          </a:bodyPr>
          <a:lstStyle/>
          <a:p>
            <a:pPr lvl="0" algn="ctr"/>
            <a:r>
              <a:rPr lang="zh-CN" altLang="en-US" sz="4000" b="1" dirty="0">
                <a:ln w="6350">
                  <a:noFill/>
                </a:ln>
                <a:solidFill>
                  <a:srgbClr val="37B0E8"/>
                </a:solidFill>
                <a:latin typeface="Impact" pitchFamily="34" charset="0"/>
                <a:ea typeface="微软雅黑" pitchFamily="34" charset="-122"/>
              </a:rPr>
              <a:t>致  谢</a:t>
            </a:r>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403648" y="586896"/>
            <a:ext cx="1568698" cy="699598"/>
          </a:xfrm>
          <a:prstGeom prst="rect">
            <a:avLst/>
          </a:prstGeom>
        </p:spPr>
      </p:pic>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withEffect">
                                  <p:stCondLst>
                                    <p:cond delay="0"/>
                                  </p:stCondLst>
                                  <p:iterate type="lt">
                                    <p:tmPct val="10000"/>
                                  </p:iterate>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5"/>
                                        </p:tgtEl>
                                        <p:attrNameLst>
                                          <p:attrName>ppt_y</p:attrName>
                                        </p:attrNameLst>
                                      </p:cBhvr>
                                      <p:tavLst>
                                        <p:tav tm="0">
                                          <p:val>
                                            <p:strVal val="#ppt_y"/>
                                          </p:val>
                                        </p:tav>
                                        <p:tav tm="100000">
                                          <p:val>
                                            <p:strVal val="#ppt_y"/>
                                          </p:val>
                                        </p:tav>
                                      </p:tavLst>
                                    </p:anim>
                                    <p:anim calcmode="lin" valueType="num">
                                      <p:cBhvr>
                                        <p:cTn id="9" dur="500" fill="hold"/>
                                        <p:tgtEl>
                                          <p:spTgt spid="5"/>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5"/>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5"/>
                                        </p:tgtEl>
                                      </p:cBhvr>
                                    </p:animEffect>
                                  </p:childTnLst>
                                </p:cTn>
                              </p:par>
                              <p:par>
                                <p:cTn id="12" presetID="42" presetClass="entr" presetSubtype="0" fill="hold" grpId="0" nodeType="withEffect">
                                  <p:stCondLst>
                                    <p:cond delay="20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500"/>
                                        <p:tgtEl>
                                          <p:spTgt spid="4"/>
                                        </p:tgtEl>
                                      </p:cBhvr>
                                    </p:animEffect>
                                    <p:anim calcmode="lin" valueType="num">
                                      <p:cBhvr>
                                        <p:cTn id="15" dur="500" fill="hold"/>
                                        <p:tgtEl>
                                          <p:spTgt spid="4"/>
                                        </p:tgtEl>
                                        <p:attrNameLst>
                                          <p:attrName>ppt_x</p:attrName>
                                        </p:attrNameLst>
                                      </p:cBhvr>
                                      <p:tavLst>
                                        <p:tav tm="0">
                                          <p:val>
                                            <p:strVal val="#ppt_x"/>
                                          </p:val>
                                        </p:tav>
                                        <p:tav tm="100000">
                                          <p:val>
                                            <p:strVal val="#ppt_x"/>
                                          </p:val>
                                        </p:tav>
                                      </p:tavLst>
                                    </p:anim>
                                    <p:anim calcmode="lin" valueType="num">
                                      <p:cBhvr>
                                        <p:cTn id="16" dur="500" fill="hold"/>
                                        <p:tgtEl>
                                          <p:spTgt spid="4"/>
                                        </p:tgtEl>
                                        <p:attrNameLst>
                                          <p:attrName>ppt_y</p:attrName>
                                        </p:attrNameLst>
                                      </p:cBhvr>
                                      <p:tavLst>
                                        <p:tav tm="0">
                                          <p:val>
                                            <p:strVal val="#ppt_y+.1"/>
                                          </p:val>
                                        </p:tav>
                                        <p:tav tm="100000">
                                          <p:val>
                                            <p:strVal val="#ppt_y"/>
                                          </p:val>
                                        </p:tav>
                                      </p:tavLst>
                                    </p:anim>
                                  </p:childTnLst>
                                </p:cTn>
                              </p:par>
                              <p:par>
                                <p:cTn id="17" presetID="55" presetClass="entr" presetSubtype="0" fill="hold" grpId="0" nodeType="withEffect">
                                  <p:stCondLst>
                                    <p:cond delay="600"/>
                                  </p:stCondLst>
                                  <p:childTnLst>
                                    <p:set>
                                      <p:cBhvr>
                                        <p:cTn id="18" dur="1" fill="hold">
                                          <p:stCondLst>
                                            <p:cond delay="0"/>
                                          </p:stCondLst>
                                        </p:cTn>
                                        <p:tgtEl>
                                          <p:spTgt spid="3"/>
                                        </p:tgtEl>
                                        <p:attrNameLst>
                                          <p:attrName>style.visibility</p:attrName>
                                        </p:attrNameLst>
                                      </p:cBhvr>
                                      <p:to>
                                        <p:strVal val="visible"/>
                                      </p:to>
                                    </p:set>
                                    <p:anim calcmode="lin" valueType="num">
                                      <p:cBhvr>
                                        <p:cTn id="19" dur="500" fill="hold"/>
                                        <p:tgtEl>
                                          <p:spTgt spid="3"/>
                                        </p:tgtEl>
                                        <p:attrNameLst>
                                          <p:attrName>ppt_w</p:attrName>
                                        </p:attrNameLst>
                                      </p:cBhvr>
                                      <p:tavLst>
                                        <p:tav tm="0">
                                          <p:val>
                                            <p:strVal val="#ppt_w*0.70"/>
                                          </p:val>
                                        </p:tav>
                                        <p:tav tm="100000">
                                          <p:val>
                                            <p:strVal val="#ppt_w"/>
                                          </p:val>
                                        </p:tav>
                                      </p:tavLst>
                                    </p:anim>
                                    <p:anim calcmode="lin" valueType="num">
                                      <p:cBhvr>
                                        <p:cTn id="20" dur="500" fill="hold"/>
                                        <p:tgtEl>
                                          <p:spTgt spid="3"/>
                                        </p:tgtEl>
                                        <p:attrNameLst>
                                          <p:attrName>ppt_h</p:attrName>
                                        </p:attrNameLst>
                                      </p:cBhvr>
                                      <p:tavLst>
                                        <p:tav tm="0">
                                          <p:val>
                                            <p:strVal val="#ppt_h"/>
                                          </p:val>
                                        </p:tav>
                                        <p:tav tm="100000">
                                          <p:val>
                                            <p:strVal val="#ppt_h"/>
                                          </p:val>
                                        </p:tav>
                                      </p:tavLst>
                                    </p:anim>
                                    <p:animEffect transition="in" filter="fade">
                                      <p:cBhvr>
                                        <p:cTn id="2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p:bldP spid="5"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p:cNvCxnSpPr/>
          <p:nvPr/>
        </p:nvCxnSpPr>
        <p:spPr>
          <a:xfrm>
            <a:off x="7357887" y="-7620"/>
            <a:ext cx="0" cy="336328"/>
          </a:xfrm>
          <a:prstGeom prst="line">
            <a:avLst/>
          </a:prstGeom>
          <a:ln w="6350">
            <a:solidFill>
              <a:srgbClr val="62768C"/>
            </a:soli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p:nvCxnSpPr>
        <p:spPr>
          <a:xfrm>
            <a:off x="7767462" y="-7620"/>
            <a:ext cx="0" cy="336328"/>
          </a:xfrm>
          <a:prstGeom prst="line">
            <a:avLst/>
          </a:prstGeom>
          <a:ln w="6350">
            <a:solidFill>
              <a:srgbClr val="62768C"/>
            </a:solidFill>
          </a:ln>
        </p:spPr>
        <p:style>
          <a:lnRef idx="1">
            <a:schemeClr val="accent1"/>
          </a:lnRef>
          <a:fillRef idx="0">
            <a:schemeClr val="accent1"/>
          </a:fillRef>
          <a:effectRef idx="0">
            <a:schemeClr val="accent1"/>
          </a:effectRef>
          <a:fontRef idx="minor">
            <a:schemeClr val="tx1"/>
          </a:fontRef>
        </p:style>
      </p:cxnSp>
      <p:cxnSp>
        <p:nvCxnSpPr>
          <p:cNvPr id="4" name="直接连接符 3"/>
          <p:cNvCxnSpPr/>
          <p:nvPr/>
        </p:nvCxnSpPr>
        <p:spPr>
          <a:xfrm>
            <a:off x="8177037" y="-7620"/>
            <a:ext cx="0" cy="336328"/>
          </a:xfrm>
          <a:prstGeom prst="line">
            <a:avLst/>
          </a:prstGeom>
          <a:ln w="6350">
            <a:solidFill>
              <a:srgbClr val="62768C"/>
            </a:solidFill>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p:nvCxnSpPr>
        <p:spPr>
          <a:xfrm>
            <a:off x="8586612" y="-7620"/>
            <a:ext cx="0" cy="336328"/>
          </a:xfrm>
          <a:prstGeom prst="line">
            <a:avLst/>
          </a:prstGeom>
          <a:ln w="6350">
            <a:solidFill>
              <a:srgbClr val="62768C"/>
            </a:solidFill>
          </a:ln>
        </p:spPr>
        <p:style>
          <a:lnRef idx="1">
            <a:schemeClr val="accent1"/>
          </a:lnRef>
          <a:fillRef idx="0">
            <a:schemeClr val="accent1"/>
          </a:fillRef>
          <a:effectRef idx="0">
            <a:schemeClr val="accent1"/>
          </a:effectRef>
          <a:fontRef idx="minor">
            <a:schemeClr val="tx1"/>
          </a:fontRef>
        </p:style>
      </p:cxnSp>
      <p:sp>
        <p:nvSpPr>
          <p:cNvPr id="6" name="Freeform 9"/>
          <p:cNvSpPr>
            <a:spLocks noEditPoints="1"/>
          </p:cNvSpPr>
          <p:nvPr/>
        </p:nvSpPr>
        <p:spPr bwMode="auto">
          <a:xfrm>
            <a:off x="8675447" y="92075"/>
            <a:ext cx="231878" cy="151086"/>
          </a:xfrm>
          <a:custGeom>
            <a:avLst/>
            <a:gdLst>
              <a:gd name="T0" fmla="*/ 58 w 215"/>
              <a:gd name="T1" fmla="*/ 83 h 140"/>
              <a:gd name="T2" fmla="*/ 58 w 215"/>
              <a:gd name="T3" fmla="*/ 91 h 140"/>
              <a:gd name="T4" fmla="*/ 161 w 215"/>
              <a:gd name="T5" fmla="*/ 87 h 140"/>
              <a:gd name="T6" fmla="*/ 58 w 215"/>
              <a:gd name="T7" fmla="*/ 73 h 140"/>
              <a:gd name="T8" fmla="*/ 98 w 215"/>
              <a:gd name="T9" fmla="*/ 73 h 140"/>
              <a:gd name="T10" fmla="*/ 102 w 215"/>
              <a:gd name="T11" fmla="*/ 34 h 140"/>
              <a:gd name="T12" fmla="*/ 58 w 215"/>
              <a:gd name="T13" fmla="*/ 30 h 140"/>
              <a:gd name="T14" fmla="*/ 54 w 215"/>
              <a:gd name="T15" fmla="*/ 69 h 140"/>
              <a:gd name="T16" fmla="*/ 63 w 215"/>
              <a:gd name="T17" fmla="*/ 38 h 140"/>
              <a:gd name="T18" fmla="*/ 94 w 215"/>
              <a:gd name="T19" fmla="*/ 38 h 140"/>
              <a:gd name="T20" fmla="*/ 63 w 215"/>
              <a:gd name="T21" fmla="*/ 65 h 140"/>
              <a:gd name="T22" fmla="*/ 27 w 215"/>
              <a:gd name="T23" fmla="*/ 121 h 140"/>
              <a:gd name="T24" fmla="*/ 189 w 215"/>
              <a:gd name="T25" fmla="*/ 121 h 140"/>
              <a:gd name="T26" fmla="*/ 196 w 215"/>
              <a:gd name="T27" fmla="*/ 7 h 140"/>
              <a:gd name="T28" fmla="*/ 27 w 215"/>
              <a:gd name="T29" fmla="*/ 0 h 140"/>
              <a:gd name="T30" fmla="*/ 20 w 215"/>
              <a:gd name="T31" fmla="*/ 114 h 140"/>
              <a:gd name="T32" fmla="*/ 33 w 215"/>
              <a:gd name="T33" fmla="*/ 13 h 140"/>
              <a:gd name="T34" fmla="*/ 182 w 215"/>
              <a:gd name="T35" fmla="*/ 13 h 140"/>
              <a:gd name="T36" fmla="*/ 33 w 215"/>
              <a:gd name="T37" fmla="*/ 107 h 140"/>
              <a:gd name="T38" fmla="*/ 157 w 215"/>
              <a:gd name="T39" fmla="*/ 48 h 140"/>
              <a:gd name="T40" fmla="*/ 111 w 215"/>
              <a:gd name="T41" fmla="*/ 48 h 140"/>
              <a:gd name="T42" fmla="*/ 111 w 215"/>
              <a:gd name="T43" fmla="*/ 56 h 140"/>
              <a:gd name="T44" fmla="*/ 161 w 215"/>
              <a:gd name="T45" fmla="*/ 52 h 140"/>
              <a:gd name="T46" fmla="*/ 157 w 215"/>
              <a:gd name="T47" fmla="*/ 65 h 140"/>
              <a:gd name="T48" fmla="*/ 111 w 215"/>
              <a:gd name="T49" fmla="*/ 65 h 140"/>
              <a:gd name="T50" fmla="*/ 111 w 215"/>
              <a:gd name="T51" fmla="*/ 73 h 140"/>
              <a:gd name="T52" fmla="*/ 161 w 215"/>
              <a:gd name="T53" fmla="*/ 69 h 140"/>
              <a:gd name="T54" fmla="*/ 157 w 215"/>
              <a:gd name="T55" fmla="*/ 30 h 140"/>
              <a:gd name="T56" fmla="*/ 111 w 215"/>
              <a:gd name="T57" fmla="*/ 30 h 140"/>
              <a:gd name="T58" fmla="*/ 111 w 215"/>
              <a:gd name="T59" fmla="*/ 38 h 140"/>
              <a:gd name="T60" fmla="*/ 161 w 215"/>
              <a:gd name="T61" fmla="*/ 34 h 140"/>
              <a:gd name="T62" fmla="*/ 209 w 215"/>
              <a:gd name="T63" fmla="*/ 127 h 140"/>
              <a:gd name="T64" fmla="*/ 7 w 215"/>
              <a:gd name="T65" fmla="*/ 127 h 140"/>
              <a:gd name="T66" fmla="*/ 7 w 215"/>
              <a:gd name="T67" fmla="*/ 140 h 140"/>
              <a:gd name="T68" fmla="*/ 215 w 215"/>
              <a:gd name="T69" fmla="*/ 13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15" h="140">
                <a:moveTo>
                  <a:pt x="157" y="83"/>
                </a:moveTo>
                <a:cubicBezTo>
                  <a:pt x="58" y="83"/>
                  <a:pt x="58" y="83"/>
                  <a:pt x="58" y="83"/>
                </a:cubicBezTo>
                <a:cubicBezTo>
                  <a:pt x="56" y="83"/>
                  <a:pt x="54" y="84"/>
                  <a:pt x="54" y="87"/>
                </a:cubicBezTo>
                <a:cubicBezTo>
                  <a:pt x="54" y="89"/>
                  <a:pt x="56" y="91"/>
                  <a:pt x="58" y="91"/>
                </a:cubicBezTo>
                <a:cubicBezTo>
                  <a:pt x="157" y="91"/>
                  <a:pt x="157" y="91"/>
                  <a:pt x="157" y="91"/>
                </a:cubicBezTo>
                <a:cubicBezTo>
                  <a:pt x="159" y="91"/>
                  <a:pt x="161" y="89"/>
                  <a:pt x="161" y="87"/>
                </a:cubicBezTo>
                <a:cubicBezTo>
                  <a:pt x="161" y="84"/>
                  <a:pt x="159" y="83"/>
                  <a:pt x="157" y="83"/>
                </a:cubicBezTo>
                <a:close/>
                <a:moveTo>
                  <a:pt x="58" y="73"/>
                </a:moveTo>
                <a:cubicBezTo>
                  <a:pt x="58" y="73"/>
                  <a:pt x="58" y="73"/>
                  <a:pt x="58" y="73"/>
                </a:cubicBezTo>
                <a:cubicBezTo>
                  <a:pt x="98" y="73"/>
                  <a:pt x="98" y="73"/>
                  <a:pt x="98" y="73"/>
                </a:cubicBezTo>
                <a:cubicBezTo>
                  <a:pt x="100" y="73"/>
                  <a:pt x="102" y="71"/>
                  <a:pt x="102" y="69"/>
                </a:cubicBezTo>
                <a:cubicBezTo>
                  <a:pt x="102" y="34"/>
                  <a:pt x="102" y="34"/>
                  <a:pt x="102" y="34"/>
                </a:cubicBezTo>
                <a:cubicBezTo>
                  <a:pt x="102" y="32"/>
                  <a:pt x="100" y="30"/>
                  <a:pt x="98" y="30"/>
                </a:cubicBezTo>
                <a:cubicBezTo>
                  <a:pt x="58" y="30"/>
                  <a:pt x="58" y="30"/>
                  <a:pt x="58" y="30"/>
                </a:cubicBezTo>
                <a:cubicBezTo>
                  <a:pt x="56" y="30"/>
                  <a:pt x="54" y="32"/>
                  <a:pt x="54" y="34"/>
                </a:cubicBezTo>
                <a:cubicBezTo>
                  <a:pt x="54" y="69"/>
                  <a:pt x="54" y="69"/>
                  <a:pt x="54" y="69"/>
                </a:cubicBezTo>
                <a:cubicBezTo>
                  <a:pt x="54" y="71"/>
                  <a:pt x="56" y="73"/>
                  <a:pt x="58" y="73"/>
                </a:cubicBezTo>
                <a:close/>
                <a:moveTo>
                  <a:pt x="63" y="38"/>
                </a:moveTo>
                <a:cubicBezTo>
                  <a:pt x="63" y="38"/>
                  <a:pt x="63" y="38"/>
                  <a:pt x="63" y="38"/>
                </a:cubicBezTo>
                <a:cubicBezTo>
                  <a:pt x="94" y="38"/>
                  <a:pt x="94" y="38"/>
                  <a:pt x="94" y="38"/>
                </a:cubicBezTo>
                <a:cubicBezTo>
                  <a:pt x="94" y="65"/>
                  <a:pt x="94" y="65"/>
                  <a:pt x="94" y="65"/>
                </a:cubicBezTo>
                <a:cubicBezTo>
                  <a:pt x="63" y="65"/>
                  <a:pt x="63" y="65"/>
                  <a:pt x="63" y="65"/>
                </a:cubicBezTo>
                <a:cubicBezTo>
                  <a:pt x="63" y="38"/>
                  <a:pt x="63" y="38"/>
                  <a:pt x="63" y="38"/>
                </a:cubicBezTo>
                <a:close/>
                <a:moveTo>
                  <a:pt x="27" y="121"/>
                </a:moveTo>
                <a:cubicBezTo>
                  <a:pt x="27" y="121"/>
                  <a:pt x="27" y="121"/>
                  <a:pt x="27" y="121"/>
                </a:cubicBezTo>
                <a:cubicBezTo>
                  <a:pt x="189" y="121"/>
                  <a:pt x="189" y="121"/>
                  <a:pt x="189" y="121"/>
                </a:cubicBezTo>
                <a:cubicBezTo>
                  <a:pt x="193" y="121"/>
                  <a:pt x="196" y="118"/>
                  <a:pt x="196" y="114"/>
                </a:cubicBezTo>
                <a:cubicBezTo>
                  <a:pt x="196" y="7"/>
                  <a:pt x="196" y="7"/>
                  <a:pt x="196" y="7"/>
                </a:cubicBezTo>
                <a:cubicBezTo>
                  <a:pt x="196" y="3"/>
                  <a:pt x="193" y="0"/>
                  <a:pt x="189" y="0"/>
                </a:cubicBezTo>
                <a:cubicBezTo>
                  <a:pt x="27" y="0"/>
                  <a:pt x="27" y="0"/>
                  <a:pt x="27" y="0"/>
                </a:cubicBezTo>
                <a:cubicBezTo>
                  <a:pt x="23" y="0"/>
                  <a:pt x="20" y="3"/>
                  <a:pt x="20" y="7"/>
                </a:cubicBezTo>
                <a:cubicBezTo>
                  <a:pt x="20" y="114"/>
                  <a:pt x="20" y="114"/>
                  <a:pt x="20" y="114"/>
                </a:cubicBezTo>
                <a:cubicBezTo>
                  <a:pt x="20" y="118"/>
                  <a:pt x="23" y="121"/>
                  <a:pt x="27" y="121"/>
                </a:cubicBezTo>
                <a:close/>
                <a:moveTo>
                  <a:pt x="33" y="13"/>
                </a:moveTo>
                <a:cubicBezTo>
                  <a:pt x="33" y="13"/>
                  <a:pt x="33" y="13"/>
                  <a:pt x="33" y="13"/>
                </a:cubicBezTo>
                <a:cubicBezTo>
                  <a:pt x="182" y="13"/>
                  <a:pt x="182" y="13"/>
                  <a:pt x="182" y="13"/>
                </a:cubicBezTo>
                <a:cubicBezTo>
                  <a:pt x="182" y="107"/>
                  <a:pt x="182" y="107"/>
                  <a:pt x="182" y="107"/>
                </a:cubicBezTo>
                <a:cubicBezTo>
                  <a:pt x="33" y="107"/>
                  <a:pt x="33" y="107"/>
                  <a:pt x="33" y="107"/>
                </a:cubicBezTo>
                <a:cubicBezTo>
                  <a:pt x="33" y="13"/>
                  <a:pt x="33" y="13"/>
                  <a:pt x="33" y="13"/>
                </a:cubicBezTo>
                <a:close/>
                <a:moveTo>
                  <a:pt x="157" y="48"/>
                </a:moveTo>
                <a:cubicBezTo>
                  <a:pt x="157" y="48"/>
                  <a:pt x="157" y="48"/>
                  <a:pt x="157" y="48"/>
                </a:cubicBezTo>
                <a:cubicBezTo>
                  <a:pt x="111" y="48"/>
                  <a:pt x="111" y="48"/>
                  <a:pt x="111" y="48"/>
                </a:cubicBezTo>
                <a:cubicBezTo>
                  <a:pt x="108" y="48"/>
                  <a:pt x="107" y="49"/>
                  <a:pt x="107" y="52"/>
                </a:cubicBezTo>
                <a:cubicBezTo>
                  <a:pt x="107" y="54"/>
                  <a:pt x="108" y="56"/>
                  <a:pt x="111" y="56"/>
                </a:cubicBezTo>
                <a:cubicBezTo>
                  <a:pt x="157" y="56"/>
                  <a:pt x="157" y="56"/>
                  <a:pt x="157" y="56"/>
                </a:cubicBezTo>
                <a:cubicBezTo>
                  <a:pt x="159" y="56"/>
                  <a:pt x="161" y="54"/>
                  <a:pt x="161" y="52"/>
                </a:cubicBezTo>
                <a:cubicBezTo>
                  <a:pt x="161" y="49"/>
                  <a:pt x="159" y="48"/>
                  <a:pt x="157" y="48"/>
                </a:cubicBezTo>
                <a:close/>
                <a:moveTo>
                  <a:pt x="157" y="65"/>
                </a:moveTo>
                <a:cubicBezTo>
                  <a:pt x="157" y="65"/>
                  <a:pt x="157" y="65"/>
                  <a:pt x="157" y="65"/>
                </a:cubicBezTo>
                <a:cubicBezTo>
                  <a:pt x="111" y="65"/>
                  <a:pt x="111" y="65"/>
                  <a:pt x="111" y="65"/>
                </a:cubicBezTo>
                <a:cubicBezTo>
                  <a:pt x="108" y="65"/>
                  <a:pt x="107" y="67"/>
                  <a:pt x="107" y="69"/>
                </a:cubicBezTo>
                <a:cubicBezTo>
                  <a:pt x="107" y="71"/>
                  <a:pt x="108" y="73"/>
                  <a:pt x="111" y="73"/>
                </a:cubicBezTo>
                <a:cubicBezTo>
                  <a:pt x="157" y="73"/>
                  <a:pt x="157" y="73"/>
                  <a:pt x="157" y="73"/>
                </a:cubicBezTo>
                <a:cubicBezTo>
                  <a:pt x="159" y="73"/>
                  <a:pt x="161" y="71"/>
                  <a:pt x="161" y="69"/>
                </a:cubicBezTo>
                <a:cubicBezTo>
                  <a:pt x="161" y="67"/>
                  <a:pt x="159" y="65"/>
                  <a:pt x="157" y="65"/>
                </a:cubicBezTo>
                <a:close/>
                <a:moveTo>
                  <a:pt x="157" y="30"/>
                </a:moveTo>
                <a:cubicBezTo>
                  <a:pt x="157" y="30"/>
                  <a:pt x="157" y="30"/>
                  <a:pt x="157" y="30"/>
                </a:cubicBezTo>
                <a:cubicBezTo>
                  <a:pt x="111" y="30"/>
                  <a:pt x="111" y="30"/>
                  <a:pt x="111" y="30"/>
                </a:cubicBezTo>
                <a:cubicBezTo>
                  <a:pt x="108" y="30"/>
                  <a:pt x="107" y="32"/>
                  <a:pt x="107" y="34"/>
                </a:cubicBezTo>
                <a:cubicBezTo>
                  <a:pt x="107" y="37"/>
                  <a:pt x="108" y="38"/>
                  <a:pt x="111" y="38"/>
                </a:cubicBezTo>
                <a:cubicBezTo>
                  <a:pt x="157" y="38"/>
                  <a:pt x="157" y="38"/>
                  <a:pt x="157" y="38"/>
                </a:cubicBezTo>
                <a:cubicBezTo>
                  <a:pt x="159" y="38"/>
                  <a:pt x="161" y="37"/>
                  <a:pt x="161" y="34"/>
                </a:cubicBezTo>
                <a:cubicBezTo>
                  <a:pt x="161" y="32"/>
                  <a:pt x="159" y="30"/>
                  <a:pt x="157" y="30"/>
                </a:cubicBezTo>
                <a:close/>
                <a:moveTo>
                  <a:pt x="209" y="127"/>
                </a:moveTo>
                <a:cubicBezTo>
                  <a:pt x="209" y="127"/>
                  <a:pt x="209" y="127"/>
                  <a:pt x="209" y="127"/>
                </a:cubicBezTo>
                <a:cubicBezTo>
                  <a:pt x="7" y="127"/>
                  <a:pt x="7" y="127"/>
                  <a:pt x="7" y="127"/>
                </a:cubicBezTo>
                <a:cubicBezTo>
                  <a:pt x="3" y="127"/>
                  <a:pt x="0" y="130"/>
                  <a:pt x="0" y="134"/>
                </a:cubicBezTo>
                <a:cubicBezTo>
                  <a:pt x="0" y="137"/>
                  <a:pt x="3" y="140"/>
                  <a:pt x="7" y="140"/>
                </a:cubicBezTo>
                <a:cubicBezTo>
                  <a:pt x="209" y="140"/>
                  <a:pt x="209" y="140"/>
                  <a:pt x="209" y="140"/>
                </a:cubicBezTo>
                <a:cubicBezTo>
                  <a:pt x="212" y="140"/>
                  <a:pt x="215" y="137"/>
                  <a:pt x="215" y="134"/>
                </a:cubicBezTo>
                <a:cubicBezTo>
                  <a:pt x="215" y="130"/>
                  <a:pt x="212" y="127"/>
                  <a:pt x="209" y="127"/>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7" name="Freeform 10"/>
          <p:cNvSpPr>
            <a:spLocks noEditPoints="1"/>
          </p:cNvSpPr>
          <p:nvPr/>
        </p:nvSpPr>
        <p:spPr bwMode="auto">
          <a:xfrm>
            <a:off x="7475572" y="71798"/>
            <a:ext cx="174824" cy="175280"/>
          </a:xfrm>
          <a:custGeom>
            <a:avLst/>
            <a:gdLst>
              <a:gd name="T0" fmla="*/ 47 w 162"/>
              <a:gd name="T1" fmla="*/ 34 h 163"/>
              <a:gd name="T2" fmla="*/ 34 w 162"/>
              <a:gd name="T3" fmla="*/ 47 h 163"/>
              <a:gd name="T4" fmla="*/ 32 w 162"/>
              <a:gd name="T5" fmla="*/ 61 h 163"/>
              <a:gd name="T6" fmla="*/ 41 w 162"/>
              <a:gd name="T7" fmla="*/ 52 h 163"/>
              <a:gd name="T8" fmla="*/ 52 w 162"/>
              <a:gd name="T9" fmla="*/ 41 h 163"/>
              <a:gd name="T10" fmla="*/ 60 w 162"/>
              <a:gd name="T11" fmla="*/ 32 h 163"/>
              <a:gd name="T12" fmla="*/ 160 w 162"/>
              <a:gd name="T13" fmla="*/ 150 h 163"/>
              <a:gd name="T14" fmla="*/ 130 w 162"/>
              <a:gd name="T15" fmla="*/ 121 h 163"/>
              <a:gd name="T16" fmla="*/ 147 w 162"/>
              <a:gd name="T17" fmla="*/ 74 h 163"/>
              <a:gd name="T18" fmla="*/ 142 w 162"/>
              <a:gd name="T19" fmla="*/ 46 h 163"/>
              <a:gd name="T20" fmla="*/ 126 w 162"/>
              <a:gd name="T21" fmla="*/ 22 h 163"/>
              <a:gd name="T22" fmla="*/ 74 w 162"/>
              <a:gd name="T23" fmla="*/ 0 h 163"/>
              <a:gd name="T24" fmla="*/ 6 w 162"/>
              <a:gd name="T25" fmla="*/ 46 h 163"/>
              <a:gd name="T26" fmla="*/ 5 w 162"/>
              <a:gd name="T27" fmla="*/ 102 h 163"/>
              <a:gd name="T28" fmla="*/ 21 w 162"/>
              <a:gd name="T29" fmla="*/ 126 h 163"/>
              <a:gd name="T30" fmla="*/ 45 w 162"/>
              <a:gd name="T31" fmla="*/ 142 h 163"/>
              <a:gd name="T32" fmla="*/ 45 w 162"/>
              <a:gd name="T33" fmla="*/ 142 h 163"/>
              <a:gd name="T34" fmla="*/ 102 w 162"/>
              <a:gd name="T35" fmla="*/ 142 h 163"/>
              <a:gd name="T36" fmla="*/ 150 w 162"/>
              <a:gd name="T37" fmla="*/ 160 h 163"/>
              <a:gd name="T38" fmla="*/ 160 w 162"/>
              <a:gd name="T39" fmla="*/ 150 h 163"/>
              <a:gd name="T40" fmla="*/ 116 w 162"/>
              <a:gd name="T41" fmla="*/ 117 h 163"/>
              <a:gd name="T42" fmla="*/ 97 w 162"/>
              <a:gd name="T43" fmla="*/ 130 h 163"/>
              <a:gd name="T44" fmla="*/ 51 w 162"/>
              <a:gd name="T45" fmla="*/ 130 h 163"/>
              <a:gd name="T46" fmla="*/ 31 w 162"/>
              <a:gd name="T47" fmla="*/ 117 h 163"/>
              <a:gd name="T48" fmla="*/ 31 w 162"/>
              <a:gd name="T49" fmla="*/ 117 h 163"/>
              <a:gd name="T50" fmla="*/ 18 w 162"/>
              <a:gd name="T51" fmla="*/ 97 h 163"/>
              <a:gd name="T52" fmla="*/ 18 w 162"/>
              <a:gd name="T53" fmla="*/ 51 h 163"/>
              <a:gd name="T54" fmla="*/ 74 w 162"/>
              <a:gd name="T55" fmla="*/ 14 h 163"/>
              <a:gd name="T56" fmla="*/ 116 w 162"/>
              <a:gd name="T57" fmla="*/ 31 h 163"/>
              <a:gd name="T58" fmla="*/ 129 w 162"/>
              <a:gd name="T59" fmla="*/ 51 h 163"/>
              <a:gd name="T60" fmla="*/ 134 w 162"/>
              <a:gd name="T61" fmla="*/ 74 h 163"/>
              <a:gd name="T62" fmla="*/ 116 w 162"/>
              <a:gd name="T63" fmla="*/ 117 h 163"/>
              <a:gd name="T64" fmla="*/ 117 w 162"/>
              <a:gd name="T65" fmla="*/ 70 h 163"/>
              <a:gd name="T66" fmla="*/ 110 w 162"/>
              <a:gd name="T67" fmla="*/ 89 h 163"/>
              <a:gd name="T68" fmla="*/ 102 w 162"/>
              <a:gd name="T69" fmla="*/ 102 h 163"/>
              <a:gd name="T70" fmla="*/ 74 w 162"/>
              <a:gd name="T71" fmla="*/ 114 h 163"/>
              <a:gd name="T72" fmla="*/ 74 w 162"/>
              <a:gd name="T73" fmla="*/ 122 h 163"/>
              <a:gd name="T74" fmla="*/ 107 w 162"/>
              <a:gd name="T75" fmla="*/ 108 h 163"/>
              <a:gd name="T76" fmla="*/ 118 w 162"/>
              <a:gd name="T77" fmla="*/ 92 h 163"/>
              <a:gd name="T78" fmla="*/ 117 w 162"/>
              <a:gd name="T79" fmla="*/ 70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62" h="163">
                <a:moveTo>
                  <a:pt x="55" y="30"/>
                </a:moveTo>
                <a:cubicBezTo>
                  <a:pt x="52" y="31"/>
                  <a:pt x="50" y="33"/>
                  <a:pt x="47" y="34"/>
                </a:cubicBezTo>
                <a:cubicBezTo>
                  <a:pt x="44" y="36"/>
                  <a:pt x="42" y="38"/>
                  <a:pt x="40" y="40"/>
                </a:cubicBezTo>
                <a:cubicBezTo>
                  <a:pt x="38" y="42"/>
                  <a:pt x="36" y="45"/>
                  <a:pt x="34" y="47"/>
                </a:cubicBezTo>
                <a:cubicBezTo>
                  <a:pt x="32" y="50"/>
                  <a:pt x="31" y="53"/>
                  <a:pt x="30" y="55"/>
                </a:cubicBezTo>
                <a:cubicBezTo>
                  <a:pt x="29" y="57"/>
                  <a:pt x="30" y="60"/>
                  <a:pt x="32" y="61"/>
                </a:cubicBezTo>
                <a:cubicBezTo>
                  <a:pt x="34" y="62"/>
                  <a:pt x="36" y="61"/>
                  <a:pt x="37" y="59"/>
                </a:cubicBezTo>
                <a:cubicBezTo>
                  <a:pt x="38" y="56"/>
                  <a:pt x="39" y="54"/>
                  <a:pt x="41" y="52"/>
                </a:cubicBezTo>
                <a:cubicBezTo>
                  <a:pt x="42" y="50"/>
                  <a:pt x="44" y="48"/>
                  <a:pt x="46" y="46"/>
                </a:cubicBezTo>
                <a:cubicBezTo>
                  <a:pt x="48" y="44"/>
                  <a:pt x="49" y="43"/>
                  <a:pt x="52" y="41"/>
                </a:cubicBezTo>
                <a:cubicBezTo>
                  <a:pt x="54" y="40"/>
                  <a:pt x="56" y="38"/>
                  <a:pt x="58" y="37"/>
                </a:cubicBezTo>
                <a:cubicBezTo>
                  <a:pt x="60" y="37"/>
                  <a:pt x="61" y="34"/>
                  <a:pt x="60" y="32"/>
                </a:cubicBezTo>
                <a:cubicBezTo>
                  <a:pt x="59" y="30"/>
                  <a:pt x="57" y="29"/>
                  <a:pt x="55" y="30"/>
                </a:cubicBezTo>
                <a:close/>
                <a:moveTo>
                  <a:pt x="160" y="150"/>
                </a:moveTo>
                <a:cubicBezTo>
                  <a:pt x="160" y="150"/>
                  <a:pt x="160" y="150"/>
                  <a:pt x="160" y="150"/>
                </a:cubicBezTo>
                <a:cubicBezTo>
                  <a:pt x="130" y="121"/>
                  <a:pt x="130" y="121"/>
                  <a:pt x="130" y="121"/>
                </a:cubicBezTo>
                <a:cubicBezTo>
                  <a:pt x="135" y="115"/>
                  <a:pt x="139" y="109"/>
                  <a:pt x="142" y="102"/>
                </a:cubicBezTo>
                <a:cubicBezTo>
                  <a:pt x="145" y="93"/>
                  <a:pt x="147" y="84"/>
                  <a:pt x="147" y="74"/>
                </a:cubicBezTo>
                <a:cubicBezTo>
                  <a:pt x="147" y="64"/>
                  <a:pt x="145" y="55"/>
                  <a:pt x="142" y="46"/>
                </a:cubicBezTo>
                <a:cubicBezTo>
                  <a:pt x="142" y="46"/>
                  <a:pt x="142" y="46"/>
                  <a:pt x="142" y="46"/>
                </a:cubicBezTo>
                <a:cubicBezTo>
                  <a:pt x="138" y="37"/>
                  <a:pt x="133" y="29"/>
                  <a:pt x="126" y="22"/>
                </a:cubicBezTo>
                <a:cubicBezTo>
                  <a:pt x="126" y="22"/>
                  <a:pt x="126" y="22"/>
                  <a:pt x="126" y="22"/>
                </a:cubicBezTo>
                <a:cubicBezTo>
                  <a:pt x="119" y="15"/>
                  <a:pt x="111" y="10"/>
                  <a:pt x="102" y="6"/>
                </a:cubicBezTo>
                <a:cubicBezTo>
                  <a:pt x="93" y="2"/>
                  <a:pt x="84" y="0"/>
                  <a:pt x="74" y="0"/>
                </a:cubicBezTo>
                <a:cubicBezTo>
                  <a:pt x="53" y="0"/>
                  <a:pt x="35" y="8"/>
                  <a:pt x="21" y="22"/>
                </a:cubicBezTo>
                <a:cubicBezTo>
                  <a:pt x="15" y="29"/>
                  <a:pt x="9" y="37"/>
                  <a:pt x="6" y="46"/>
                </a:cubicBezTo>
                <a:cubicBezTo>
                  <a:pt x="2" y="55"/>
                  <a:pt x="0" y="64"/>
                  <a:pt x="0" y="74"/>
                </a:cubicBezTo>
                <a:cubicBezTo>
                  <a:pt x="0" y="84"/>
                  <a:pt x="2" y="93"/>
                  <a:pt x="5" y="102"/>
                </a:cubicBezTo>
                <a:cubicBezTo>
                  <a:pt x="6" y="102"/>
                  <a:pt x="6" y="102"/>
                  <a:pt x="6" y="102"/>
                </a:cubicBezTo>
                <a:cubicBezTo>
                  <a:pt x="9" y="111"/>
                  <a:pt x="15" y="119"/>
                  <a:pt x="21" y="126"/>
                </a:cubicBezTo>
                <a:cubicBezTo>
                  <a:pt x="22" y="126"/>
                  <a:pt x="22" y="126"/>
                  <a:pt x="22" y="126"/>
                </a:cubicBezTo>
                <a:cubicBezTo>
                  <a:pt x="28" y="133"/>
                  <a:pt x="36" y="138"/>
                  <a:pt x="45" y="142"/>
                </a:cubicBezTo>
                <a:cubicBezTo>
                  <a:pt x="45" y="142"/>
                  <a:pt x="45" y="142"/>
                  <a:pt x="45" y="142"/>
                </a:cubicBezTo>
                <a:cubicBezTo>
                  <a:pt x="45" y="142"/>
                  <a:pt x="45" y="142"/>
                  <a:pt x="45" y="142"/>
                </a:cubicBezTo>
                <a:cubicBezTo>
                  <a:pt x="54" y="146"/>
                  <a:pt x="64" y="148"/>
                  <a:pt x="74" y="148"/>
                </a:cubicBezTo>
                <a:cubicBezTo>
                  <a:pt x="84" y="148"/>
                  <a:pt x="93" y="146"/>
                  <a:pt x="102" y="142"/>
                </a:cubicBezTo>
                <a:cubicBezTo>
                  <a:pt x="109" y="139"/>
                  <a:pt x="115" y="135"/>
                  <a:pt x="121" y="131"/>
                </a:cubicBezTo>
                <a:cubicBezTo>
                  <a:pt x="150" y="160"/>
                  <a:pt x="150" y="160"/>
                  <a:pt x="150" y="160"/>
                </a:cubicBezTo>
                <a:cubicBezTo>
                  <a:pt x="153" y="163"/>
                  <a:pt x="157" y="163"/>
                  <a:pt x="160" y="160"/>
                </a:cubicBezTo>
                <a:cubicBezTo>
                  <a:pt x="162" y="157"/>
                  <a:pt x="162" y="153"/>
                  <a:pt x="160" y="150"/>
                </a:cubicBezTo>
                <a:close/>
                <a:moveTo>
                  <a:pt x="116" y="117"/>
                </a:moveTo>
                <a:cubicBezTo>
                  <a:pt x="116" y="117"/>
                  <a:pt x="116" y="117"/>
                  <a:pt x="116" y="117"/>
                </a:cubicBezTo>
                <a:cubicBezTo>
                  <a:pt x="116" y="117"/>
                  <a:pt x="116" y="117"/>
                  <a:pt x="116" y="117"/>
                </a:cubicBezTo>
                <a:cubicBezTo>
                  <a:pt x="111" y="122"/>
                  <a:pt x="104" y="127"/>
                  <a:pt x="97" y="130"/>
                </a:cubicBezTo>
                <a:cubicBezTo>
                  <a:pt x="90" y="133"/>
                  <a:pt x="82" y="134"/>
                  <a:pt x="74" y="134"/>
                </a:cubicBezTo>
                <a:cubicBezTo>
                  <a:pt x="65" y="134"/>
                  <a:pt x="58" y="133"/>
                  <a:pt x="51" y="130"/>
                </a:cubicBezTo>
                <a:cubicBezTo>
                  <a:pt x="51" y="130"/>
                  <a:pt x="51" y="130"/>
                  <a:pt x="51" y="130"/>
                </a:cubicBezTo>
                <a:cubicBezTo>
                  <a:pt x="43" y="127"/>
                  <a:pt x="37" y="122"/>
                  <a:pt x="31" y="117"/>
                </a:cubicBezTo>
                <a:cubicBezTo>
                  <a:pt x="31" y="117"/>
                  <a:pt x="31" y="117"/>
                  <a:pt x="31" y="117"/>
                </a:cubicBezTo>
                <a:cubicBezTo>
                  <a:pt x="31" y="117"/>
                  <a:pt x="31" y="117"/>
                  <a:pt x="31" y="117"/>
                </a:cubicBezTo>
                <a:cubicBezTo>
                  <a:pt x="26" y="111"/>
                  <a:pt x="21" y="104"/>
                  <a:pt x="18" y="97"/>
                </a:cubicBezTo>
                <a:cubicBezTo>
                  <a:pt x="18" y="97"/>
                  <a:pt x="18" y="97"/>
                  <a:pt x="18" y="97"/>
                </a:cubicBezTo>
                <a:cubicBezTo>
                  <a:pt x="15" y="90"/>
                  <a:pt x="13" y="82"/>
                  <a:pt x="13" y="74"/>
                </a:cubicBezTo>
                <a:cubicBezTo>
                  <a:pt x="13" y="66"/>
                  <a:pt x="15" y="58"/>
                  <a:pt x="18" y="51"/>
                </a:cubicBezTo>
                <a:cubicBezTo>
                  <a:pt x="21" y="44"/>
                  <a:pt x="26" y="37"/>
                  <a:pt x="31" y="31"/>
                </a:cubicBezTo>
                <a:cubicBezTo>
                  <a:pt x="42" y="21"/>
                  <a:pt x="57" y="14"/>
                  <a:pt x="74" y="14"/>
                </a:cubicBezTo>
                <a:cubicBezTo>
                  <a:pt x="82" y="14"/>
                  <a:pt x="90" y="15"/>
                  <a:pt x="97" y="18"/>
                </a:cubicBezTo>
                <a:cubicBezTo>
                  <a:pt x="104" y="21"/>
                  <a:pt x="111" y="26"/>
                  <a:pt x="116" y="31"/>
                </a:cubicBezTo>
                <a:cubicBezTo>
                  <a:pt x="117" y="32"/>
                  <a:pt x="117" y="32"/>
                  <a:pt x="117" y="32"/>
                </a:cubicBezTo>
                <a:cubicBezTo>
                  <a:pt x="122" y="37"/>
                  <a:pt x="126" y="44"/>
                  <a:pt x="129" y="51"/>
                </a:cubicBezTo>
                <a:cubicBezTo>
                  <a:pt x="129" y="51"/>
                  <a:pt x="129" y="51"/>
                  <a:pt x="129" y="51"/>
                </a:cubicBezTo>
                <a:cubicBezTo>
                  <a:pt x="132" y="58"/>
                  <a:pt x="134" y="66"/>
                  <a:pt x="134" y="74"/>
                </a:cubicBezTo>
                <a:cubicBezTo>
                  <a:pt x="134" y="82"/>
                  <a:pt x="132" y="90"/>
                  <a:pt x="129" y="97"/>
                </a:cubicBezTo>
                <a:cubicBezTo>
                  <a:pt x="126" y="104"/>
                  <a:pt x="122" y="111"/>
                  <a:pt x="116" y="117"/>
                </a:cubicBezTo>
                <a:close/>
                <a:moveTo>
                  <a:pt x="117" y="70"/>
                </a:moveTo>
                <a:cubicBezTo>
                  <a:pt x="117" y="70"/>
                  <a:pt x="117" y="70"/>
                  <a:pt x="117" y="70"/>
                </a:cubicBezTo>
                <a:cubicBezTo>
                  <a:pt x="115" y="70"/>
                  <a:pt x="113" y="72"/>
                  <a:pt x="113" y="74"/>
                </a:cubicBezTo>
                <a:cubicBezTo>
                  <a:pt x="113" y="79"/>
                  <a:pt x="112" y="84"/>
                  <a:pt x="110" y="89"/>
                </a:cubicBezTo>
                <a:cubicBezTo>
                  <a:pt x="110" y="89"/>
                  <a:pt x="110" y="89"/>
                  <a:pt x="110" y="89"/>
                </a:cubicBezTo>
                <a:cubicBezTo>
                  <a:pt x="108" y="94"/>
                  <a:pt x="105" y="98"/>
                  <a:pt x="102" y="102"/>
                </a:cubicBezTo>
                <a:cubicBezTo>
                  <a:pt x="98" y="106"/>
                  <a:pt x="94" y="109"/>
                  <a:pt x="89" y="111"/>
                </a:cubicBezTo>
                <a:cubicBezTo>
                  <a:pt x="84" y="113"/>
                  <a:pt x="79" y="114"/>
                  <a:pt x="74" y="114"/>
                </a:cubicBezTo>
                <a:cubicBezTo>
                  <a:pt x="71" y="114"/>
                  <a:pt x="70" y="115"/>
                  <a:pt x="70" y="118"/>
                </a:cubicBezTo>
                <a:cubicBezTo>
                  <a:pt x="70" y="120"/>
                  <a:pt x="71" y="122"/>
                  <a:pt x="74" y="122"/>
                </a:cubicBezTo>
                <a:cubicBezTo>
                  <a:pt x="80" y="122"/>
                  <a:pt x="86" y="120"/>
                  <a:pt x="92" y="118"/>
                </a:cubicBezTo>
                <a:cubicBezTo>
                  <a:pt x="98" y="116"/>
                  <a:pt x="103" y="112"/>
                  <a:pt x="107" y="108"/>
                </a:cubicBezTo>
                <a:cubicBezTo>
                  <a:pt x="112" y="103"/>
                  <a:pt x="115" y="98"/>
                  <a:pt x="118" y="92"/>
                </a:cubicBezTo>
                <a:cubicBezTo>
                  <a:pt x="118" y="92"/>
                  <a:pt x="118" y="92"/>
                  <a:pt x="118" y="92"/>
                </a:cubicBezTo>
                <a:cubicBezTo>
                  <a:pt x="120" y="86"/>
                  <a:pt x="121" y="80"/>
                  <a:pt x="121" y="74"/>
                </a:cubicBezTo>
                <a:cubicBezTo>
                  <a:pt x="121" y="72"/>
                  <a:pt x="120" y="70"/>
                  <a:pt x="117" y="70"/>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8" name="Freeform 11"/>
          <p:cNvSpPr>
            <a:spLocks noEditPoints="1"/>
          </p:cNvSpPr>
          <p:nvPr/>
        </p:nvSpPr>
        <p:spPr bwMode="auto">
          <a:xfrm>
            <a:off x="8307349" y="72219"/>
            <a:ext cx="150176" cy="190798"/>
          </a:xfrm>
          <a:custGeom>
            <a:avLst/>
            <a:gdLst>
              <a:gd name="T0" fmla="*/ 104 w 139"/>
              <a:gd name="T1" fmla="*/ 99 h 177"/>
              <a:gd name="T2" fmla="*/ 91 w 139"/>
              <a:gd name="T3" fmla="*/ 160 h 177"/>
              <a:gd name="T4" fmla="*/ 133 w 139"/>
              <a:gd name="T5" fmla="*/ 164 h 177"/>
              <a:gd name="T6" fmla="*/ 133 w 139"/>
              <a:gd name="T7" fmla="*/ 177 h 177"/>
              <a:gd name="T8" fmla="*/ 0 w 139"/>
              <a:gd name="T9" fmla="*/ 170 h 177"/>
              <a:gd name="T10" fmla="*/ 51 w 139"/>
              <a:gd name="T11" fmla="*/ 164 h 177"/>
              <a:gd name="T12" fmla="*/ 81 w 139"/>
              <a:gd name="T13" fmla="*/ 151 h 177"/>
              <a:gd name="T14" fmla="*/ 10 w 139"/>
              <a:gd name="T15" fmla="*/ 147 h 177"/>
              <a:gd name="T16" fmla="*/ 10 w 139"/>
              <a:gd name="T17" fmla="*/ 139 h 177"/>
              <a:gd name="T18" fmla="*/ 94 w 139"/>
              <a:gd name="T19" fmla="*/ 120 h 177"/>
              <a:gd name="T20" fmla="*/ 84 w 139"/>
              <a:gd name="T21" fmla="*/ 92 h 177"/>
              <a:gd name="T22" fmla="*/ 69 w 139"/>
              <a:gd name="T23" fmla="*/ 94 h 177"/>
              <a:gd name="T24" fmla="*/ 53 w 139"/>
              <a:gd name="T25" fmla="*/ 113 h 177"/>
              <a:gd name="T26" fmla="*/ 46 w 139"/>
              <a:gd name="T27" fmla="*/ 117 h 177"/>
              <a:gd name="T28" fmla="*/ 24 w 139"/>
              <a:gd name="T29" fmla="*/ 109 h 177"/>
              <a:gd name="T30" fmla="*/ 26 w 139"/>
              <a:gd name="T31" fmla="*/ 97 h 177"/>
              <a:gd name="T32" fmla="*/ 21 w 139"/>
              <a:gd name="T33" fmla="*/ 89 h 177"/>
              <a:gd name="T34" fmla="*/ 63 w 139"/>
              <a:gd name="T35" fmla="*/ 24 h 177"/>
              <a:gd name="T36" fmla="*/ 67 w 139"/>
              <a:gd name="T37" fmla="*/ 26 h 177"/>
              <a:gd name="T38" fmla="*/ 69 w 139"/>
              <a:gd name="T39" fmla="*/ 14 h 177"/>
              <a:gd name="T40" fmla="*/ 76 w 139"/>
              <a:gd name="T41" fmla="*/ 2 h 177"/>
              <a:gd name="T42" fmla="*/ 109 w 139"/>
              <a:gd name="T43" fmla="*/ 29 h 177"/>
              <a:gd name="T44" fmla="*/ 96 w 139"/>
              <a:gd name="T45" fmla="*/ 30 h 177"/>
              <a:gd name="T46" fmla="*/ 94 w 139"/>
              <a:gd name="T47" fmla="*/ 42 h 177"/>
              <a:gd name="T48" fmla="*/ 87 w 139"/>
              <a:gd name="T49" fmla="*/ 63 h 177"/>
              <a:gd name="T50" fmla="*/ 92 w 139"/>
              <a:gd name="T51" fmla="*/ 81 h 177"/>
              <a:gd name="T52" fmla="*/ 89 w 139"/>
              <a:gd name="T53" fmla="*/ 26 h 177"/>
              <a:gd name="T54" fmla="*/ 74 w 139"/>
              <a:gd name="T55" fmla="*/ 30 h 177"/>
              <a:gd name="T56" fmla="*/ 89 w 139"/>
              <a:gd name="T57" fmla="*/ 26 h 177"/>
              <a:gd name="T58" fmla="*/ 80 w 139"/>
              <a:gd name="T59" fmla="*/ 59 h 177"/>
              <a:gd name="T60" fmla="*/ 62 w 139"/>
              <a:gd name="T61" fmla="*/ 33 h 177"/>
              <a:gd name="T62" fmla="*/ 54 w 139"/>
              <a:gd name="T63" fmla="*/ 104 h 177"/>
              <a:gd name="T64" fmla="*/ 56 w 139"/>
              <a:gd name="T65" fmla="*/ 76 h 177"/>
              <a:gd name="T66" fmla="*/ 62 w 139"/>
              <a:gd name="T67" fmla="*/ 63 h 177"/>
              <a:gd name="T68" fmla="*/ 82 w 139"/>
              <a:gd name="T69" fmla="*/ 69 h 177"/>
              <a:gd name="T70" fmla="*/ 67 w 139"/>
              <a:gd name="T71" fmla="*/ 69 h 177"/>
              <a:gd name="T72" fmla="*/ 67 w 139"/>
              <a:gd name="T73" fmla="*/ 69 h 177"/>
              <a:gd name="T74" fmla="*/ 75 w 139"/>
              <a:gd name="T75" fmla="*/ 86 h 177"/>
              <a:gd name="T76" fmla="*/ 82 w 139"/>
              <a:gd name="T77" fmla="*/ 83 h 177"/>
              <a:gd name="T78" fmla="*/ 82 w 139"/>
              <a:gd name="T79" fmla="*/ 69 h 177"/>
              <a:gd name="T80" fmla="*/ 33 w 139"/>
              <a:gd name="T81" fmla="*/ 101 h 177"/>
              <a:gd name="T82" fmla="*/ 31 w 139"/>
              <a:gd name="T83" fmla="*/ 104 h 177"/>
              <a:gd name="T84" fmla="*/ 42 w 139"/>
              <a:gd name="T85" fmla="*/ 106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 h="177">
                <a:moveTo>
                  <a:pt x="92" y="81"/>
                </a:moveTo>
                <a:cubicBezTo>
                  <a:pt x="97" y="87"/>
                  <a:pt x="101" y="92"/>
                  <a:pt x="104" y="99"/>
                </a:cubicBezTo>
                <a:cubicBezTo>
                  <a:pt x="106" y="106"/>
                  <a:pt x="108" y="113"/>
                  <a:pt x="108" y="120"/>
                </a:cubicBezTo>
                <a:cubicBezTo>
                  <a:pt x="108" y="136"/>
                  <a:pt x="101" y="150"/>
                  <a:pt x="91" y="160"/>
                </a:cubicBezTo>
                <a:cubicBezTo>
                  <a:pt x="90" y="162"/>
                  <a:pt x="89" y="163"/>
                  <a:pt x="88" y="164"/>
                </a:cubicBezTo>
                <a:cubicBezTo>
                  <a:pt x="133" y="164"/>
                  <a:pt x="133" y="164"/>
                  <a:pt x="133" y="164"/>
                </a:cubicBezTo>
                <a:cubicBezTo>
                  <a:pt x="136" y="164"/>
                  <a:pt x="139" y="167"/>
                  <a:pt x="139" y="170"/>
                </a:cubicBezTo>
                <a:cubicBezTo>
                  <a:pt x="139" y="174"/>
                  <a:pt x="136" y="177"/>
                  <a:pt x="133" y="177"/>
                </a:cubicBezTo>
                <a:cubicBezTo>
                  <a:pt x="91" y="177"/>
                  <a:pt x="49" y="177"/>
                  <a:pt x="7" y="177"/>
                </a:cubicBezTo>
                <a:cubicBezTo>
                  <a:pt x="3" y="177"/>
                  <a:pt x="0" y="174"/>
                  <a:pt x="0" y="170"/>
                </a:cubicBezTo>
                <a:cubicBezTo>
                  <a:pt x="0" y="167"/>
                  <a:pt x="3" y="164"/>
                  <a:pt x="7" y="164"/>
                </a:cubicBezTo>
                <a:cubicBezTo>
                  <a:pt x="51" y="164"/>
                  <a:pt x="51" y="164"/>
                  <a:pt x="51" y="164"/>
                </a:cubicBezTo>
                <a:cubicBezTo>
                  <a:pt x="51" y="164"/>
                  <a:pt x="51" y="164"/>
                  <a:pt x="51" y="164"/>
                </a:cubicBezTo>
                <a:cubicBezTo>
                  <a:pt x="63" y="164"/>
                  <a:pt x="74" y="159"/>
                  <a:pt x="81" y="151"/>
                </a:cubicBezTo>
                <a:cubicBezTo>
                  <a:pt x="83" y="150"/>
                  <a:pt x="84" y="148"/>
                  <a:pt x="85" y="147"/>
                </a:cubicBezTo>
                <a:cubicBezTo>
                  <a:pt x="10" y="147"/>
                  <a:pt x="10" y="147"/>
                  <a:pt x="10" y="147"/>
                </a:cubicBezTo>
                <a:cubicBezTo>
                  <a:pt x="8" y="147"/>
                  <a:pt x="6" y="145"/>
                  <a:pt x="6" y="143"/>
                </a:cubicBezTo>
                <a:cubicBezTo>
                  <a:pt x="6" y="141"/>
                  <a:pt x="8" y="139"/>
                  <a:pt x="10" y="139"/>
                </a:cubicBezTo>
                <a:cubicBezTo>
                  <a:pt x="90" y="139"/>
                  <a:pt x="90" y="139"/>
                  <a:pt x="90" y="139"/>
                </a:cubicBezTo>
                <a:cubicBezTo>
                  <a:pt x="93" y="133"/>
                  <a:pt x="94" y="127"/>
                  <a:pt x="94" y="120"/>
                </a:cubicBezTo>
                <a:cubicBezTo>
                  <a:pt x="94" y="114"/>
                  <a:pt x="93" y="109"/>
                  <a:pt x="91" y="104"/>
                </a:cubicBezTo>
                <a:cubicBezTo>
                  <a:pt x="89" y="100"/>
                  <a:pt x="87" y="96"/>
                  <a:pt x="84" y="92"/>
                </a:cubicBezTo>
                <a:cubicBezTo>
                  <a:pt x="81" y="94"/>
                  <a:pt x="78" y="94"/>
                  <a:pt x="75" y="94"/>
                </a:cubicBezTo>
                <a:cubicBezTo>
                  <a:pt x="73" y="94"/>
                  <a:pt x="71" y="94"/>
                  <a:pt x="69" y="94"/>
                </a:cubicBezTo>
                <a:cubicBezTo>
                  <a:pt x="59" y="111"/>
                  <a:pt x="59" y="111"/>
                  <a:pt x="59" y="111"/>
                </a:cubicBezTo>
                <a:cubicBezTo>
                  <a:pt x="58" y="113"/>
                  <a:pt x="55" y="114"/>
                  <a:pt x="53" y="113"/>
                </a:cubicBezTo>
                <a:cubicBezTo>
                  <a:pt x="50" y="111"/>
                  <a:pt x="50" y="111"/>
                  <a:pt x="50" y="111"/>
                </a:cubicBezTo>
                <a:cubicBezTo>
                  <a:pt x="46" y="117"/>
                  <a:pt x="46" y="117"/>
                  <a:pt x="46" y="117"/>
                </a:cubicBezTo>
                <a:cubicBezTo>
                  <a:pt x="45" y="119"/>
                  <a:pt x="42" y="119"/>
                  <a:pt x="40" y="118"/>
                </a:cubicBezTo>
                <a:cubicBezTo>
                  <a:pt x="24" y="109"/>
                  <a:pt x="24" y="109"/>
                  <a:pt x="24" y="109"/>
                </a:cubicBezTo>
                <a:cubicBezTo>
                  <a:pt x="22" y="108"/>
                  <a:pt x="21" y="105"/>
                  <a:pt x="22" y="103"/>
                </a:cubicBezTo>
                <a:cubicBezTo>
                  <a:pt x="26" y="97"/>
                  <a:pt x="26" y="97"/>
                  <a:pt x="26" y="97"/>
                </a:cubicBezTo>
                <a:cubicBezTo>
                  <a:pt x="22" y="95"/>
                  <a:pt x="22" y="95"/>
                  <a:pt x="22" y="95"/>
                </a:cubicBezTo>
                <a:cubicBezTo>
                  <a:pt x="20" y="94"/>
                  <a:pt x="20" y="91"/>
                  <a:pt x="21" y="89"/>
                </a:cubicBezTo>
                <a:cubicBezTo>
                  <a:pt x="57" y="26"/>
                  <a:pt x="57" y="26"/>
                  <a:pt x="57" y="26"/>
                </a:cubicBezTo>
                <a:cubicBezTo>
                  <a:pt x="58" y="24"/>
                  <a:pt x="61" y="23"/>
                  <a:pt x="63" y="24"/>
                </a:cubicBezTo>
                <a:cubicBezTo>
                  <a:pt x="63" y="24"/>
                  <a:pt x="63" y="24"/>
                  <a:pt x="63" y="24"/>
                </a:cubicBezTo>
                <a:cubicBezTo>
                  <a:pt x="67" y="26"/>
                  <a:pt x="67" y="26"/>
                  <a:pt x="67" y="26"/>
                </a:cubicBezTo>
                <a:cubicBezTo>
                  <a:pt x="73" y="16"/>
                  <a:pt x="73" y="16"/>
                  <a:pt x="73" y="16"/>
                </a:cubicBezTo>
                <a:cubicBezTo>
                  <a:pt x="69" y="14"/>
                  <a:pt x="69" y="14"/>
                  <a:pt x="69" y="14"/>
                </a:cubicBezTo>
                <a:cubicBezTo>
                  <a:pt x="66" y="12"/>
                  <a:pt x="65" y="8"/>
                  <a:pt x="66" y="5"/>
                </a:cubicBezTo>
                <a:cubicBezTo>
                  <a:pt x="68" y="1"/>
                  <a:pt x="72" y="0"/>
                  <a:pt x="76" y="2"/>
                </a:cubicBezTo>
                <a:cubicBezTo>
                  <a:pt x="86" y="8"/>
                  <a:pt x="96" y="14"/>
                  <a:pt x="107" y="20"/>
                </a:cubicBezTo>
                <a:cubicBezTo>
                  <a:pt x="110" y="22"/>
                  <a:pt x="111" y="26"/>
                  <a:pt x="109" y="29"/>
                </a:cubicBezTo>
                <a:cubicBezTo>
                  <a:pt x="107" y="33"/>
                  <a:pt x="103" y="34"/>
                  <a:pt x="100" y="32"/>
                </a:cubicBezTo>
                <a:cubicBezTo>
                  <a:pt x="96" y="30"/>
                  <a:pt x="96" y="30"/>
                  <a:pt x="96" y="30"/>
                </a:cubicBezTo>
                <a:cubicBezTo>
                  <a:pt x="90" y="40"/>
                  <a:pt x="90" y="40"/>
                  <a:pt x="90" y="40"/>
                </a:cubicBezTo>
                <a:cubicBezTo>
                  <a:pt x="94" y="42"/>
                  <a:pt x="94" y="42"/>
                  <a:pt x="94" y="42"/>
                </a:cubicBezTo>
                <a:cubicBezTo>
                  <a:pt x="96" y="43"/>
                  <a:pt x="97" y="46"/>
                  <a:pt x="96" y="48"/>
                </a:cubicBezTo>
                <a:cubicBezTo>
                  <a:pt x="87" y="63"/>
                  <a:pt x="87" y="63"/>
                  <a:pt x="87" y="63"/>
                </a:cubicBezTo>
                <a:cubicBezTo>
                  <a:pt x="91" y="66"/>
                  <a:pt x="93" y="71"/>
                  <a:pt x="93" y="76"/>
                </a:cubicBezTo>
                <a:cubicBezTo>
                  <a:pt x="93" y="78"/>
                  <a:pt x="93" y="80"/>
                  <a:pt x="92" y="81"/>
                </a:cubicBezTo>
                <a:close/>
                <a:moveTo>
                  <a:pt x="89" y="26"/>
                </a:moveTo>
                <a:cubicBezTo>
                  <a:pt x="89" y="26"/>
                  <a:pt x="89" y="26"/>
                  <a:pt x="89" y="26"/>
                </a:cubicBezTo>
                <a:cubicBezTo>
                  <a:pt x="86" y="24"/>
                  <a:pt x="83" y="22"/>
                  <a:pt x="80" y="20"/>
                </a:cubicBezTo>
                <a:cubicBezTo>
                  <a:pt x="74" y="30"/>
                  <a:pt x="74" y="30"/>
                  <a:pt x="74" y="30"/>
                </a:cubicBezTo>
                <a:cubicBezTo>
                  <a:pt x="83" y="36"/>
                  <a:pt x="83" y="36"/>
                  <a:pt x="83" y="36"/>
                </a:cubicBezTo>
                <a:cubicBezTo>
                  <a:pt x="89" y="26"/>
                  <a:pt x="89" y="26"/>
                  <a:pt x="89" y="26"/>
                </a:cubicBezTo>
                <a:close/>
                <a:moveTo>
                  <a:pt x="80" y="59"/>
                </a:moveTo>
                <a:cubicBezTo>
                  <a:pt x="80" y="59"/>
                  <a:pt x="80" y="59"/>
                  <a:pt x="80" y="59"/>
                </a:cubicBezTo>
                <a:cubicBezTo>
                  <a:pt x="87" y="47"/>
                  <a:pt x="87" y="47"/>
                  <a:pt x="87" y="47"/>
                </a:cubicBezTo>
                <a:cubicBezTo>
                  <a:pt x="78" y="43"/>
                  <a:pt x="70" y="38"/>
                  <a:pt x="62" y="33"/>
                </a:cubicBezTo>
                <a:cubicBezTo>
                  <a:pt x="30" y="90"/>
                  <a:pt x="30" y="90"/>
                  <a:pt x="30" y="90"/>
                </a:cubicBezTo>
                <a:cubicBezTo>
                  <a:pt x="38" y="94"/>
                  <a:pt x="46" y="99"/>
                  <a:pt x="54" y="104"/>
                </a:cubicBezTo>
                <a:cubicBezTo>
                  <a:pt x="62" y="90"/>
                  <a:pt x="62" y="90"/>
                  <a:pt x="62" y="90"/>
                </a:cubicBezTo>
                <a:cubicBezTo>
                  <a:pt x="58" y="86"/>
                  <a:pt x="56" y="81"/>
                  <a:pt x="56" y="76"/>
                </a:cubicBezTo>
                <a:cubicBezTo>
                  <a:pt x="56" y="71"/>
                  <a:pt x="58" y="66"/>
                  <a:pt x="62" y="63"/>
                </a:cubicBezTo>
                <a:cubicBezTo>
                  <a:pt x="62" y="63"/>
                  <a:pt x="62" y="63"/>
                  <a:pt x="62" y="63"/>
                </a:cubicBezTo>
                <a:cubicBezTo>
                  <a:pt x="67" y="58"/>
                  <a:pt x="73" y="57"/>
                  <a:pt x="80" y="59"/>
                </a:cubicBezTo>
                <a:close/>
                <a:moveTo>
                  <a:pt x="82" y="69"/>
                </a:moveTo>
                <a:cubicBezTo>
                  <a:pt x="82" y="69"/>
                  <a:pt x="82" y="69"/>
                  <a:pt x="82" y="69"/>
                </a:cubicBezTo>
                <a:cubicBezTo>
                  <a:pt x="78" y="65"/>
                  <a:pt x="71" y="65"/>
                  <a:pt x="67" y="69"/>
                </a:cubicBezTo>
                <a:cubicBezTo>
                  <a:pt x="67" y="69"/>
                  <a:pt x="67" y="69"/>
                  <a:pt x="67" y="69"/>
                </a:cubicBezTo>
                <a:cubicBezTo>
                  <a:pt x="67" y="69"/>
                  <a:pt x="67" y="69"/>
                  <a:pt x="67" y="69"/>
                </a:cubicBezTo>
                <a:cubicBezTo>
                  <a:pt x="65" y="71"/>
                  <a:pt x="64" y="73"/>
                  <a:pt x="64" y="76"/>
                </a:cubicBezTo>
                <a:cubicBezTo>
                  <a:pt x="64" y="82"/>
                  <a:pt x="69" y="86"/>
                  <a:pt x="75" y="86"/>
                </a:cubicBezTo>
                <a:cubicBezTo>
                  <a:pt x="77" y="86"/>
                  <a:pt x="80" y="85"/>
                  <a:pt x="82" y="83"/>
                </a:cubicBezTo>
                <a:cubicBezTo>
                  <a:pt x="82" y="83"/>
                  <a:pt x="82" y="83"/>
                  <a:pt x="82" y="83"/>
                </a:cubicBezTo>
                <a:cubicBezTo>
                  <a:pt x="84" y="81"/>
                  <a:pt x="85" y="79"/>
                  <a:pt x="85" y="76"/>
                </a:cubicBezTo>
                <a:cubicBezTo>
                  <a:pt x="85" y="73"/>
                  <a:pt x="84" y="71"/>
                  <a:pt x="82" y="69"/>
                </a:cubicBezTo>
                <a:cubicBezTo>
                  <a:pt x="82" y="69"/>
                  <a:pt x="82" y="69"/>
                  <a:pt x="82" y="69"/>
                </a:cubicBezTo>
                <a:close/>
                <a:moveTo>
                  <a:pt x="33" y="101"/>
                </a:moveTo>
                <a:cubicBezTo>
                  <a:pt x="33" y="101"/>
                  <a:pt x="33" y="101"/>
                  <a:pt x="33" y="101"/>
                </a:cubicBezTo>
                <a:cubicBezTo>
                  <a:pt x="31" y="104"/>
                  <a:pt x="31" y="104"/>
                  <a:pt x="31" y="104"/>
                </a:cubicBezTo>
                <a:cubicBezTo>
                  <a:pt x="41" y="109"/>
                  <a:pt x="41" y="109"/>
                  <a:pt x="41" y="109"/>
                </a:cubicBezTo>
                <a:cubicBezTo>
                  <a:pt x="42" y="106"/>
                  <a:pt x="42" y="106"/>
                  <a:pt x="42" y="106"/>
                </a:cubicBezTo>
                <a:cubicBezTo>
                  <a:pt x="33" y="101"/>
                  <a:pt x="33" y="101"/>
                  <a:pt x="33" y="101"/>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9" name="Freeform 12"/>
          <p:cNvSpPr>
            <a:spLocks noEditPoints="1"/>
          </p:cNvSpPr>
          <p:nvPr/>
        </p:nvSpPr>
        <p:spPr bwMode="auto">
          <a:xfrm>
            <a:off x="7906118" y="72068"/>
            <a:ext cx="130548" cy="187604"/>
          </a:xfrm>
          <a:custGeom>
            <a:avLst/>
            <a:gdLst>
              <a:gd name="T0" fmla="*/ 3 w 121"/>
              <a:gd name="T1" fmla="*/ 119 h 174"/>
              <a:gd name="T2" fmla="*/ 23 w 121"/>
              <a:gd name="T3" fmla="*/ 115 h 174"/>
              <a:gd name="T4" fmla="*/ 38 w 121"/>
              <a:gd name="T5" fmla="*/ 74 h 174"/>
              <a:gd name="T6" fmla="*/ 38 w 121"/>
              <a:gd name="T7" fmla="*/ 74 h 174"/>
              <a:gd name="T8" fmla="*/ 38 w 121"/>
              <a:gd name="T9" fmla="*/ 29 h 174"/>
              <a:gd name="T10" fmla="*/ 54 w 121"/>
              <a:gd name="T11" fmla="*/ 21 h 174"/>
              <a:gd name="T12" fmla="*/ 60 w 121"/>
              <a:gd name="T13" fmla="*/ 0 h 174"/>
              <a:gd name="T14" fmla="*/ 67 w 121"/>
              <a:gd name="T15" fmla="*/ 21 h 174"/>
              <a:gd name="T16" fmla="*/ 92 w 121"/>
              <a:gd name="T17" fmla="*/ 51 h 174"/>
              <a:gd name="T18" fmla="*/ 82 w 121"/>
              <a:gd name="T19" fmla="*/ 74 h 174"/>
              <a:gd name="T20" fmla="*/ 98 w 121"/>
              <a:gd name="T21" fmla="*/ 115 h 174"/>
              <a:gd name="T22" fmla="*/ 117 w 121"/>
              <a:gd name="T23" fmla="*/ 119 h 174"/>
              <a:gd name="T24" fmla="*/ 102 w 121"/>
              <a:gd name="T25" fmla="*/ 124 h 174"/>
              <a:gd name="T26" fmla="*/ 116 w 121"/>
              <a:gd name="T27" fmla="*/ 159 h 174"/>
              <a:gd name="T28" fmla="*/ 120 w 121"/>
              <a:gd name="T29" fmla="*/ 168 h 174"/>
              <a:gd name="T30" fmla="*/ 113 w 121"/>
              <a:gd name="T31" fmla="*/ 171 h 174"/>
              <a:gd name="T32" fmla="*/ 108 w 121"/>
              <a:gd name="T33" fmla="*/ 162 h 174"/>
              <a:gd name="T34" fmla="*/ 87 w 121"/>
              <a:gd name="T35" fmla="*/ 124 h 174"/>
              <a:gd name="T36" fmla="*/ 67 w 121"/>
              <a:gd name="T37" fmla="*/ 129 h 174"/>
              <a:gd name="T38" fmla="*/ 54 w 121"/>
              <a:gd name="T39" fmla="*/ 129 h 174"/>
              <a:gd name="T40" fmla="*/ 34 w 121"/>
              <a:gd name="T41" fmla="*/ 124 h 174"/>
              <a:gd name="T42" fmla="*/ 13 w 121"/>
              <a:gd name="T43" fmla="*/ 162 h 174"/>
              <a:gd name="T44" fmla="*/ 8 w 121"/>
              <a:gd name="T45" fmla="*/ 171 h 174"/>
              <a:gd name="T46" fmla="*/ 1 w 121"/>
              <a:gd name="T47" fmla="*/ 168 h 174"/>
              <a:gd name="T48" fmla="*/ 5 w 121"/>
              <a:gd name="T49" fmla="*/ 159 h 174"/>
              <a:gd name="T50" fmla="*/ 19 w 121"/>
              <a:gd name="T51" fmla="*/ 124 h 174"/>
              <a:gd name="T52" fmla="*/ 54 w 121"/>
              <a:gd name="T53" fmla="*/ 115 h 174"/>
              <a:gd name="T54" fmla="*/ 54 w 121"/>
              <a:gd name="T55" fmla="*/ 110 h 174"/>
              <a:gd name="T56" fmla="*/ 67 w 121"/>
              <a:gd name="T57" fmla="*/ 110 h 174"/>
              <a:gd name="T58" fmla="*/ 83 w 121"/>
              <a:gd name="T59" fmla="*/ 115 h 174"/>
              <a:gd name="T60" fmla="*/ 54 w 121"/>
              <a:gd name="T61" fmla="*/ 82 h 174"/>
              <a:gd name="T62" fmla="*/ 54 w 121"/>
              <a:gd name="T63" fmla="*/ 115 h 174"/>
              <a:gd name="T64" fmla="*/ 73 w 121"/>
              <a:gd name="T65" fmla="*/ 39 h 174"/>
              <a:gd name="T66" fmla="*/ 48 w 121"/>
              <a:gd name="T67" fmla="*/ 39 h 174"/>
              <a:gd name="T68" fmla="*/ 48 w 121"/>
              <a:gd name="T69" fmla="*/ 64 h 174"/>
              <a:gd name="T70" fmla="*/ 68 w 121"/>
              <a:gd name="T71" fmla="*/ 68 h 174"/>
              <a:gd name="T72" fmla="*/ 73 w 121"/>
              <a:gd name="T73" fmla="*/ 64 h 174"/>
              <a:gd name="T74" fmla="*/ 73 w 121"/>
              <a:gd name="T75" fmla="*/ 39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1" h="174">
                <a:moveTo>
                  <a:pt x="8" y="124"/>
                </a:moveTo>
                <a:cubicBezTo>
                  <a:pt x="5" y="124"/>
                  <a:pt x="3" y="122"/>
                  <a:pt x="3" y="119"/>
                </a:cubicBezTo>
                <a:cubicBezTo>
                  <a:pt x="3" y="117"/>
                  <a:pt x="5" y="115"/>
                  <a:pt x="8" y="115"/>
                </a:cubicBezTo>
                <a:cubicBezTo>
                  <a:pt x="23" y="115"/>
                  <a:pt x="23" y="115"/>
                  <a:pt x="23" y="115"/>
                </a:cubicBezTo>
                <a:cubicBezTo>
                  <a:pt x="42" y="77"/>
                  <a:pt x="42" y="77"/>
                  <a:pt x="42" y="77"/>
                </a:cubicBezTo>
                <a:cubicBezTo>
                  <a:pt x="41" y="76"/>
                  <a:pt x="40" y="75"/>
                  <a:pt x="38" y="74"/>
                </a:cubicBezTo>
                <a:cubicBezTo>
                  <a:pt x="38" y="74"/>
                  <a:pt x="38" y="74"/>
                  <a:pt x="38" y="74"/>
                </a:cubicBezTo>
                <a:cubicBezTo>
                  <a:pt x="38" y="74"/>
                  <a:pt x="38" y="74"/>
                  <a:pt x="38" y="74"/>
                </a:cubicBezTo>
                <a:cubicBezTo>
                  <a:pt x="33" y="68"/>
                  <a:pt x="29" y="60"/>
                  <a:pt x="29" y="51"/>
                </a:cubicBezTo>
                <a:cubicBezTo>
                  <a:pt x="29" y="43"/>
                  <a:pt x="33" y="35"/>
                  <a:pt x="38" y="29"/>
                </a:cubicBezTo>
                <a:cubicBezTo>
                  <a:pt x="39" y="29"/>
                  <a:pt x="39" y="29"/>
                  <a:pt x="39" y="29"/>
                </a:cubicBezTo>
                <a:cubicBezTo>
                  <a:pt x="43" y="25"/>
                  <a:pt x="48" y="22"/>
                  <a:pt x="54" y="21"/>
                </a:cubicBezTo>
                <a:cubicBezTo>
                  <a:pt x="54" y="7"/>
                  <a:pt x="54" y="7"/>
                  <a:pt x="54" y="7"/>
                </a:cubicBezTo>
                <a:cubicBezTo>
                  <a:pt x="54" y="3"/>
                  <a:pt x="57" y="0"/>
                  <a:pt x="60" y="0"/>
                </a:cubicBezTo>
                <a:cubicBezTo>
                  <a:pt x="64" y="0"/>
                  <a:pt x="67" y="3"/>
                  <a:pt x="67" y="7"/>
                </a:cubicBezTo>
                <a:cubicBezTo>
                  <a:pt x="67" y="21"/>
                  <a:pt x="67" y="21"/>
                  <a:pt x="67" y="21"/>
                </a:cubicBezTo>
                <a:cubicBezTo>
                  <a:pt x="73" y="22"/>
                  <a:pt x="78" y="25"/>
                  <a:pt x="82" y="29"/>
                </a:cubicBezTo>
                <a:cubicBezTo>
                  <a:pt x="88" y="35"/>
                  <a:pt x="92" y="43"/>
                  <a:pt x="92" y="51"/>
                </a:cubicBezTo>
                <a:cubicBezTo>
                  <a:pt x="92" y="60"/>
                  <a:pt x="88" y="68"/>
                  <a:pt x="82" y="74"/>
                </a:cubicBezTo>
                <a:cubicBezTo>
                  <a:pt x="82" y="74"/>
                  <a:pt x="82" y="74"/>
                  <a:pt x="82" y="74"/>
                </a:cubicBezTo>
                <a:cubicBezTo>
                  <a:pt x="81" y="75"/>
                  <a:pt x="80" y="76"/>
                  <a:pt x="79" y="77"/>
                </a:cubicBezTo>
                <a:cubicBezTo>
                  <a:pt x="98" y="115"/>
                  <a:pt x="98" y="115"/>
                  <a:pt x="98" y="115"/>
                </a:cubicBezTo>
                <a:cubicBezTo>
                  <a:pt x="113" y="115"/>
                  <a:pt x="113" y="115"/>
                  <a:pt x="113" y="115"/>
                </a:cubicBezTo>
                <a:cubicBezTo>
                  <a:pt x="116" y="115"/>
                  <a:pt x="117" y="117"/>
                  <a:pt x="117" y="119"/>
                </a:cubicBezTo>
                <a:cubicBezTo>
                  <a:pt x="117" y="122"/>
                  <a:pt x="116" y="124"/>
                  <a:pt x="113" y="124"/>
                </a:cubicBezTo>
                <a:cubicBezTo>
                  <a:pt x="102" y="124"/>
                  <a:pt x="102" y="124"/>
                  <a:pt x="102" y="124"/>
                </a:cubicBezTo>
                <a:cubicBezTo>
                  <a:pt x="116" y="153"/>
                  <a:pt x="116" y="153"/>
                  <a:pt x="116" y="153"/>
                </a:cubicBezTo>
                <a:cubicBezTo>
                  <a:pt x="117" y="155"/>
                  <a:pt x="117" y="157"/>
                  <a:pt x="116" y="159"/>
                </a:cubicBezTo>
                <a:cubicBezTo>
                  <a:pt x="117" y="162"/>
                  <a:pt x="117" y="162"/>
                  <a:pt x="117" y="162"/>
                </a:cubicBezTo>
                <a:cubicBezTo>
                  <a:pt x="120" y="168"/>
                  <a:pt x="120" y="168"/>
                  <a:pt x="120" y="168"/>
                </a:cubicBezTo>
                <a:cubicBezTo>
                  <a:pt x="121" y="170"/>
                  <a:pt x="120" y="172"/>
                  <a:pt x="118" y="173"/>
                </a:cubicBezTo>
                <a:cubicBezTo>
                  <a:pt x="116" y="174"/>
                  <a:pt x="114" y="173"/>
                  <a:pt x="113" y="171"/>
                </a:cubicBezTo>
                <a:cubicBezTo>
                  <a:pt x="110" y="165"/>
                  <a:pt x="110" y="165"/>
                  <a:pt x="110" y="165"/>
                </a:cubicBezTo>
                <a:cubicBezTo>
                  <a:pt x="108" y="162"/>
                  <a:pt x="108" y="162"/>
                  <a:pt x="108" y="162"/>
                </a:cubicBezTo>
                <a:cubicBezTo>
                  <a:pt x="106" y="162"/>
                  <a:pt x="104" y="160"/>
                  <a:pt x="103" y="158"/>
                </a:cubicBezTo>
                <a:cubicBezTo>
                  <a:pt x="87" y="124"/>
                  <a:pt x="87" y="124"/>
                  <a:pt x="87" y="124"/>
                </a:cubicBezTo>
                <a:cubicBezTo>
                  <a:pt x="67" y="124"/>
                  <a:pt x="67" y="124"/>
                  <a:pt x="67" y="124"/>
                </a:cubicBezTo>
                <a:cubicBezTo>
                  <a:pt x="67" y="129"/>
                  <a:pt x="67" y="129"/>
                  <a:pt x="67" y="129"/>
                </a:cubicBezTo>
                <a:cubicBezTo>
                  <a:pt x="67" y="132"/>
                  <a:pt x="64" y="136"/>
                  <a:pt x="60" y="136"/>
                </a:cubicBezTo>
                <a:cubicBezTo>
                  <a:pt x="57" y="136"/>
                  <a:pt x="54" y="132"/>
                  <a:pt x="54" y="129"/>
                </a:cubicBezTo>
                <a:cubicBezTo>
                  <a:pt x="54" y="124"/>
                  <a:pt x="54" y="124"/>
                  <a:pt x="54" y="124"/>
                </a:cubicBezTo>
                <a:cubicBezTo>
                  <a:pt x="34" y="124"/>
                  <a:pt x="34" y="124"/>
                  <a:pt x="34" y="124"/>
                </a:cubicBezTo>
                <a:cubicBezTo>
                  <a:pt x="17" y="158"/>
                  <a:pt x="17" y="158"/>
                  <a:pt x="17" y="158"/>
                </a:cubicBezTo>
                <a:cubicBezTo>
                  <a:pt x="16" y="160"/>
                  <a:pt x="15" y="162"/>
                  <a:pt x="13" y="162"/>
                </a:cubicBezTo>
                <a:cubicBezTo>
                  <a:pt x="11" y="165"/>
                  <a:pt x="11" y="165"/>
                  <a:pt x="11" y="165"/>
                </a:cubicBezTo>
                <a:cubicBezTo>
                  <a:pt x="8" y="171"/>
                  <a:pt x="8" y="171"/>
                  <a:pt x="8" y="171"/>
                </a:cubicBezTo>
                <a:cubicBezTo>
                  <a:pt x="7" y="173"/>
                  <a:pt x="5" y="174"/>
                  <a:pt x="3" y="173"/>
                </a:cubicBezTo>
                <a:cubicBezTo>
                  <a:pt x="1" y="172"/>
                  <a:pt x="0" y="170"/>
                  <a:pt x="1" y="168"/>
                </a:cubicBezTo>
                <a:cubicBezTo>
                  <a:pt x="4" y="162"/>
                  <a:pt x="4" y="162"/>
                  <a:pt x="4" y="162"/>
                </a:cubicBezTo>
                <a:cubicBezTo>
                  <a:pt x="5" y="159"/>
                  <a:pt x="5" y="159"/>
                  <a:pt x="5" y="159"/>
                </a:cubicBezTo>
                <a:cubicBezTo>
                  <a:pt x="4" y="157"/>
                  <a:pt x="4" y="155"/>
                  <a:pt x="5" y="153"/>
                </a:cubicBezTo>
                <a:cubicBezTo>
                  <a:pt x="19" y="124"/>
                  <a:pt x="19" y="124"/>
                  <a:pt x="19" y="124"/>
                </a:cubicBezTo>
                <a:cubicBezTo>
                  <a:pt x="8" y="124"/>
                  <a:pt x="8" y="124"/>
                  <a:pt x="8" y="124"/>
                </a:cubicBezTo>
                <a:close/>
                <a:moveTo>
                  <a:pt x="54" y="115"/>
                </a:moveTo>
                <a:cubicBezTo>
                  <a:pt x="54" y="115"/>
                  <a:pt x="54" y="115"/>
                  <a:pt x="54" y="115"/>
                </a:cubicBezTo>
                <a:cubicBezTo>
                  <a:pt x="54" y="110"/>
                  <a:pt x="54" y="110"/>
                  <a:pt x="54" y="110"/>
                </a:cubicBezTo>
                <a:cubicBezTo>
                  <a:pt x="54" y="107"/>
                  <a:pt x="57" y="103"/>
                  <a:pt x="60" y="103"/>
                </a:cubicBezTo>
                <a:cubicBezTo>
                  <a:pt x="64" y="103"/>
                  <a:pt x="67" y="107"/>
                  <a:pt x="67" y="110"/>
                </a:cubicBezTo>
                <a:cubicBezTo>
                  <a:pt x="67" y="115"/>
                  <a:pt x="67" y="115"/>
                  <a:pt x="67" y="115"/>
                </a:cubicBezTo>
                <a:cubicBezTo>
                  <a:pt x="83" y="115"/>
                  <a:pt x="83" y="115"/>
                  <a:pt x="83" y="115"/>
                </a:cubicBezTo>
                <a:cubicBezTo>
                  <a:pt x="67" y="82"/>
                  <a:pt x="67" y="82"/>
                  <a:pt x="67" y="82"/>
                </a:cubicBezTo>
                <a:cubicBezTo>
                  <a:pt x="63" y="83"/>
                  <a:pt x="58" y="83"/>
                  <a:pt x="54" y="82"/>
                </a:cubicBezTo>
                <a:cubicBezTo>
                  <a:pt x="38" y="115"/>
                  <a:pt x="38" y="115"/>
                  <a:pt x="38" y="115"/>
                </a:cubicBezTo>
                <a:cubicBezTo>
                  <a:pt x="54" y="115"/>
                  <a:pt x="54" y="115"/>
                  <a:pt x="54" y="115"/>
                </a:cubicBezTo>
                <a:close/>
                <a:moveTo>
                  <a:pt x="73" y="39"/>
                </a:moveTo>
                <a:cubicBezTo>
                  <a:pt x="73" y="39"/>
                  <a:pt x="73" y="39"/>
                  <a:pt x="73" y="39"/>
                </a:cubicBezTo>
                <a:cubicBezTo>
                  <a:pt x="66" y="32"/>
                  <a:pt x="55" y="32"/>
                  <a:pt x="48" y="39"/>
                </a:cubicBezTo>
                <a:cubicBezTo>
                  <a:pt x="48" y="39"/>
                  <a:pt x="48" y="39"/>
                  <a:pt x="48" y="39"/>
                </a:cubicBezTo>
                <a:cubicBezTo>
                  <a:pt x="45" y="42"/>
                  <a:pt x="43" y="47"/>
                  <a:pt x="43" y="51"/>
                </a:cubicBezTo>
                <a:cubicBezTo>
                  <a:pt x="43" y="56"/>
                  <a:pt x="45" y="61"/>
                  <a:pt x="48" y="64"/>
                </a:cubicBezTo>
                <a:cubicBezTo>
                  <a:pt x="53" y="69"/>
                  <a:pt x="61" y="71"/>
                  <a:pt x="67" y="68"/>
                </a:cubicBezTo>
                <a:cubicBezTo>
                  <a:pt x="68" y="68"/>
                  <a:pt x="68" y="68"/>
                  <a:pt x="68" y="68"/>
                </a:cubicBezTo>
                <a:cubicBezTo>
                  <a:pt x="69" y="67"/>
                  <a:pt x="71" y="66"/>
                  <a:pt x="73" y="64"/>
                </a:cubicBezTo>
                <a:cubicBezTo>
                  <a:pt x="73" y="64"/>
                  <a:pt x="73" y="64"/>
                  <a:pt x="73" y="64"/>
                </a:cubicBezTo>
                <a:cubicBezTo>
                  <a:pt x="76" y="61"/>
                  <a:pt x="78" y="56"/>
                  <a:pt x="78" y="51"/>
                </a:cubicBezTo>
                <a:cubicBezTo>
                  <a:pt x="78" y="47"/>
                  <a:pt x="76" y="42"/>
                  <a:pt x="73" y="39"/>
                </a:cubicBezTo>
                <a:cubicBezTo>
                  <a:pt x="73" y="39"/>
                  <a:pt x="73" y="39"/>
                  <a:pt x="73" y="39"/>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0" name="Freeform 13"/>
          <p:cNvSpPr>
            <a:spLocks noEditPoints="1"/>
          </p:cNvSpPr>
          <p:nvPr/>
        </p:nvSpPr>
        <p:spPr bwMode="auto">
          <a:xfrm>
            <a:off x="7047488" y="77985"/>
            <a:ext cx="212710" cy="176648"/>
          </a:xfrm>
          <a:custGeom>
            <a:avLst/>
            <a:gdLst>
              <a:gd name="T0" fmla="*/ 111 w 197"/>
              <a:gd name="T1" fmla="*/ 11 h 164"/>
              <a:gd name="T2" fmla="*/ 0 w 197"/>
              <a:gd name="T3" fmla="*/ 15 h 164"/>
              <a:gd name="T4" fmla="*/ 105 w 197"/>
              <a:gd name="T5" fmla="*/ 164 h 164"/>
              <a:gd name="T6" fmla="*/ 136 w 197"/>
              <a:gd name="T7" fmla="*/ 159 h 164"/>
              <a:gd name="T8" fmla="*/ 196 w 197"/>
              <a:gd name="T9" fmla="*/ 142 h 164"/>
              <a:gd name="T10" fmla="*/ 52 w 197"/>
              <a:gd name="T11" fmla="*/ 150 h 164"/>
              <a:gd name="T12" fmla="*/ 52 w 197"/>
              <a:gd name="T13" fmla="*/ 22 h 164"/>
              <a:gd name="T14" fmla="*/ 99 w 197"/>
              <a:gd name="T15" fmla="*/ 150 h 164"/>
              <a:gd name="T16" fmla="*/ 99 w 197"/>
              <a:gd name="T17" fmla="*/ 22 h 164"/>
              <a:gd name="T18" fmla="*/ 147 w 197"/>
              <a:gd name="T19" fmla="*/ 149 h 164"/>
              <a:gd name="T20" fmla="*/ 181 w 197"/>
              <a:gd name="T21" fmla="*/ 139 h 164"/>
              <a:gd name="T22" fmla="*/ 23 w 197"/>
              <a:gd name="T23" fmla="*/ 133 h 164"/>
              <a:gd name="T24" fmla="*/ 42 w 197"/>
              <a:gd name="T25" fmla="*/ 134 h 164"/>
              <a:gd name="T26" fmla="*/ 43 w 197"/>
              <a:gd name="T27" fmla="*/ 114 h 164"/>
              <a:gd name="T28" fmla="*/ 23 w 197"/>
              <a:gd name="T29" fmla="*/ 114 h 164"/>
              <a:gd name="T30" fmla="*/ 29 w 197"/>
              <a:gd name="T31" fmla="*/ 120 h 164"/>
              <a:gd name="T32" fmla="*/ 37 w 197"/>
              <a:gd name="T33" fmla="*/ 120 h 164"/>
              <a:gd name="T34" fmla="*/ 37 w 197"/>
              <a:gd name="T35" fmla="*/ 128 h 164"/>
              <a:gd name="T36" fmla="*/ 29 w 197"/>
              <a:gd name="T37" fmla="*/ 127 h 164"/>
              <a:gd name="T38" fmla="*/ 32 w 197"/>
              <a:gd name="T39" fmla="*/ 91 h 164"/>
              <a:gd name="T40" fmla="*/ 36 w 197"/>
              <a:gd name="T41" fmla="*/ 38 h 164"/>
              <a:gd name="T42" fmla="*/ 28 w 197"/>
              <a:gd name="T43" fmla="*/ 87 h 164"/>
              <a:gd name="T44" fmla="*/ 134 w 197"/>
              <a:gd name="T45" fmla="*/ 31 h 164"/>
              <a:gd name="T46" fmla="*/ 149 w 197"/>
              <a:gd name="T47" fmla="*/ 86 h 164"/>
              <a:gd name="T48" fmla="*/ 134 w 197"/>
              <a:gd name="T49" fmla="*/ 31 h 164"/>
              <a:gd name="T50" fmla="*/ 69 w 197"/>
              <a:gd name="T51" fmla="*/ 133 h 164"/>
              <a:gd name="T52" fmla="*/ 88 w 197"/>
              <a:gd name="T53" fmla="*/ 133 h 164"/>
              <a:gd name="T54" fmla="*/ 79 w 197"/>
              <a:gd name="T55" fmla="*/ 110 h 164"/>
              <a:gd name="T56" fmla="*/ 65 w 197"/>
              <a:gd name="T57" fmla="*/ 124 h 164"/>
              <a:gd name="T58" fmla="*/ 75 w 197"/>
              <a:gd name="T59" fmla="*/ 120 h 164"/>
              <a:gd name="T60" fmla="*/ 82 w 197"/>
              <a:gd name="T61" fmla="*/ 120 h 164"/>
              <a:gd name="T62" fmla="*/ 82 w 197"/>
              <a:gd name="T63" fmla="*/ 128 h 164"/>
              <a:gd name="T64" fmla="*/ 74 w 197"/>
              <a:gd name="T65" fmla="*/ 127 h 164"/>
              <a:gd name="T66" fmla="*/ 81 w 197"/>
              <a:gd name="T67" fmla="*/ 91 h 164"/>
              <a:gd name="T68" fmla="*/ 85 w 197"/>
              <a:gd name="T69" fmla="*/ 38 h 164"/>
              <a:gd name="T70" fmla="*/ 77 w 197"/>
              <a:gd name="T71" fmla="*/ 87 h 164"/>
              <a:gd name="T72" fmla="*/ 148 w 197"/>
              <a:gd name="T73" fmla="*/ 109 h 164"/>
              <a:gd name="T74" fmla="*/ 148 w 197"/>
              <a:gd name="T75" fmla="*/ 128 h 164"/>
              <a:gd name="T76" fmla="*/ 167 w 197"/>
              <a:gd name="T77" fmla="*/ 128 h 164"/>
              <a:gd name="T78" fmla="*/ 168 w 197"/>
              <a:gd name="T79" fmla="*/ 109 h 164"/>
              <a:gd name="T80" fmla="*/ 158 w 197"/>
              <a:gd name="T81" fmla="*/ 105 h 164"/>
              <a:gd name="T82" fmla="*/ 154 w 197"/>
              <a:gd name="T83" fmla="*/ 114 h 164"/>
              <a:gd name="T84" fmla="*/ 163 w 197"/>
              <a:gd name="T85" fmla="*/ 118 h 164"/>
              <a:gd name="T86" fmla="*/ 154 w 197"/>
              <a:gd name="T87" fmla="*/ 122 h 164"/>
              <a:gd name="T88" fmla="*/ 154 w 197"/>
              <a:gd name="T89" fmla="*/ 114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97" h="164">
                <a:moveTo>
                  <a:pt x="159" y="6"/>
                </a:moveTo>
                <a:cubicBezTo>
                  <a:pt x="158" y="2"/>
                  <a:pt x="155" y="0"/>
                  <a:pt x="151" y="1"/>
                </a:cubicBezTo>
                <a:cubicBezTo>
                  <a:pt x="111" y="11"/>
                  <a:pt x="111" y="11"/>
                  <a:pt x="111" y="11"/>
                </a:cubicBezTo>
                <a:cubicBezTo>
                  <a:pt x="110" y="10"/>
                  <a:pt x="108" y="8"/>
                  <a:pt x="105" y="8"/>
                </a:cubicBezTo>
                <a:cubicBezTo>
                  <a:pt x="7" y="8"/>
                  <a:pt x="7" y="8"/>
                  <a:pt x="7" y="8"/>
                </a:cubicBezTo>
                <a:cubicBezTo>
                  <a:pt x="3" y="8"/>
                  <a:pt x="0" y="11"/>
                  <a:pt x="0" y="15"/>
                </a:cubicBezTo>
                <a:cubicBezTo>
                  <a:pt x="0" y="157"/>
                  <a:pt x="0" y="157"/>
                  <a:pt x="0" y="157"/>
                </a:cubicBezTo>
                <a:cubicBezTo>
                  <a:pt x="0" y="161"/>
                  <a:pt x="3" y="164"/>
                  <a:pt x="7" y="164"/>
                </a:cubicBezTo>
                <a:cubicBezTo>
                  <a:pt x="105" y="164"/>
                  <a:pt x="105" y="164"/>
                  <a:pt x="105" y="164"/>
                </a:cubicBezTo>
                <a:cubicBezTo>
                  <a:pt x="109" y="164"/>
                  <a:pt x="112" y="161"/>
                  <a:pt x="112" y="157"/>
                </a:cubicBezTo>
                <a:cubicBezTo>
                  <a:pt x="112" y="71"/>
                  <a:pt x="112" y="71"/>
                  <a:pt x="112" y="71"/>
                </a:cubicBezTo>
                <a:cubicBezTo>
                  <a:pt x="136" y="159"/>
                  <a:pt x="136" y="159"/>
                  <a:pt x="136" y="159"/>
                </a:cubicBezTo>
                <a:cubicBezTo>
                  <a:pt x="136" y="162"/>
                  <a:pt x="140" y="164"/>
                  <a:pt x="144" y="163"/>
                </a:cubicBezTo>
                <a:cubicBezTo>
                  <a:pt x="191" y="151"/>
                  <a:pt x="191" y="151"/>
                  <a:pt x="191" y="151"/>
                </a:cubicBezTo>
                <a:cubicBezTo>
                  <a:pt x="195" y="150"/>
                  <a:pt x="197" y="146"/>
                  <a:pt x="196" y="142"/>
                </a:cubicBezTo>
                <a:cubicBezTo>
                  <a:pt x="159" y="6"/>
                  <a:pt x="159" y="6"/>
                  <a:pt x="159" y="6"/>
                </a:cubicBezTo>
                <a:close/>
                <a:moveTo>
                  <a:pt x="52" y="150"/>
                </a:moveTo>
                <a:cubicBezTo>
                  <a:pt x="52" y="150"/>
                  <a:pt x="52" y="150"/>
                  <a:pt x="52" y="150"/>
                </a:cubicBezTo>
                <a:cubicBezTo>
                  <a:pt x="14" y="150"/>
                  <a:pt x="14" y="150"/>
                  <a:pt x="14" y="150"/>
                </a:cubicBezTo>
                <a:cubicBezTo>
                  <a:pt x="14" y="22"/>
                  <a:pt x="14" y="22"/>
                  <a:pt x="14" y="22"/>
                </a:cubicBezTo>
                <a:cubicBezTo>
                  <a:pt x="52" y="22"/>
                  <a:pt x="52" y="22"/>
                  <a:pt x="52" y="22"/>
                </a:cubicBezTo>
                <a:cubicBezTo>
                  <a:pt x="52" y="150"/>
                  <a:pt x="52" y="150"/>
                  <a:pt x="52" y="150"/>
                </a:cubicBezTo>
                <a:close/>
                <a:moveTo>
                  <a:pt x="99" y="150"/>
                </a:moveTo>
                <a:cubicBezTo>
                  <a:pt x="99" y="150"/>
                  <a:pt x="99" y="150"/>
                  <a:pt x="99" y="150"/>
                </a:cubicBezTo>
                <a:cubicBezTo>
                  <a:pt x="60" y="150"/>
                  <a:pt x="60" y="150"/>
                  <a:pt x="60" y="150"/>
                </a:cubicBezTo>
                <a:cubicBezTo>
                  <a:pt x="60" y="22"/>
                  <a:pt x="60" y="22"/>
                  <a:pt x="60" y="22"/>
                </a:cubicBezTo>
                <a:cubicBezTo>
                  <a:pt x="99" y="22"/>
                  <a:pt x="99" y="22"/>
                  <a:pt x="99" y="22"/>
                </a:cubicBezTo>
                <a:cubicBezTo>
                  <a:pt x="99" y="150"/>
                  <a:pt x="99" y="150"/>
                  <a:pt x="99" y="150"/>
                </a:cubicBezTo>
                <a:close/>
                <a:moveTo>
                  <a:pt x="147" y="149"/>
                </a:moveTo>
                <a:cubicBezTo>
                  <a:pt x="147" y="149"/>
                  <a:pt x="147" y="149"/>
                  <a:pt x="147" y="149"/>
                </a:cubicBezTo>
                <a:cubicBezTo>
                  <a:pt x="114" y="25"/>
                  <a:pt x="114" y="25"/>
                  <a:pt x="114" y="25"/>
                </a:cubicBezTo>
                <a:cubicBezTo>
                  <a:pt x="148" y="16"/>
                  <a:pt x="148" y="16"/>
                  <a:pt x="148" y="16"/>
                </a:cubicBezTo>
                <a:cubicBezTo>
                  <a:pt x="181" y="139"/>
                  <a:pt x="181" y="139"/>
                  <a:pt x="181" y="139"/>
                </a:cubicBezTo>
                <a:cubicBezTo>
                  <a:pt x="147" y="149"/>
                  <a:pt x="147" y="149"/>
                  <a:pt x="147" y="149"/>
                </a:cubicBezTo>
                <a:close/>
                <a:moveTo>
                  <a:pt x="23" y="133"/>
                </a:moveTo>
                <a:cubicBezTo>
                  <a:pt x="23" y="133"/>
                  <a:pt x="23" y="133"/>
                  <a:pt x="23" y="133"/>
                </a:cubicBezTo>
                <a:cubicBezTo>
                  <a:pt x="23" y="133"/>
                  <a:pt x="23" y="133"/>
                  <a:pt x="23" y="133"/>
                </a:cubicBezTo>
                <a:cubicBezTo>
                  <a:pt x="26" y="136"/>
                  <a:pt x="29" y="137"/>
                  <a:pt x="33" y="137"/>
                </a:cubicBezTo>
                <a:cubicBezTo>
                  <a:pt x="37" y="137"/>
                  <a:pt x="40" y="136"/>
                  <a:pt x="42" y="134"/>
                </a:cubicBezTo>
                <a:cubicBezTo>
                  <a:pt x="43" y="133"/>
                  <a:pt x="43" y="133"/>
                  <a:pt x="43" y="133"/>
                </a:cubicBezTo>
                <a:cubicBezTo>
                  <a:pt x="45" y="131"/>
                  <a:pt x="47" y="127"/>
                  <a:pt x="47" y="124"/>
                </a:cubicBezTo>
                <a:cubicBezTo>
                  <a:pt x="47" y="120"/>
                  <a:pt x="45" y="116"/>
                  <a:pt x="43" y="114"/>
                </a:cubicBezTo>
                <a:cubicBezTo>
                  <a:pt x="42" y="114"/>
                  <a:pt x="42" y="114"/>
                  <a:pt x="42" y="114"/>
                </a:cubicBezTo>
                <a:cubicBezTo>
                  <a:pt x="40" y="112"/>
                  <a:pt x="37" y="110"/>
                  <a:pt x="33" y="110"/>
                </a:cubicBezTo>
                <a:cubicBezTo>
                  <a:pt x="29" y="110"/>
                  <a:pt x="26" y="112"/>
                  <a:pt x="23" y="114"/>
                </a:cubicBezTo>
                <a:cubicBezTo>
                  <a:pt x="21" y="116"/>
                  <a:pt x="19" y="120"/>
                  <a:pt x="19" y="124"/>
                </a:cubicBezTo>
                <a:cubicBezTo>
                  <a:pt x="19" y="127"/>
                  <a:pt x="21" y="131"/>
                  <a:pt x="23" y="133"/>
                </a:cubicBezTo>
                <a:close/>
                <a:moveTo>
                  <a:pt x="29" y="120"/>
                </a:moveTo>
                <a:cubicBezTo>
                  <a:pt x="29" y="120"/>
                  <a:pt x="29" y="120"/>
                  <a:pt x="29" y="120"/>
                </a:cubicBezTo>
                <a:cubicBezTo>
                  <a:pt x="30" y="119"/>
                  <a:pt x="31" y="118"/>
                  <a:pt x="33" y="118"/>
                </a:cubicBezTo>
                <a:cubicBezTo>
                  <a:pt x="34" y="118"/>
                  <a:pt x="36" y="119"/>
                  <a:pt x="37" y="120"/>
                </a:cubicBezTo>
                <a:cubicBezTo>
                  <a:pt x="37" y="120"/>
                  <a:pt x="37" y="120"/>
                  <a:pt x="37" y="120"/>
                </a:cubicBezTo>
                <a:cubicBezTo>
                  <a:pt x="38" y="121"/>
                  <a:pt x="38" y="122"/>
                  <a:pt x="38" y="124"/>
                </a:cubicBezTo>
                <a:cubicBezTo>
                  <a:pt x="38" y="125"/>
                  <a:pt x="38" y="127"/>
                  <a:pt x="37" y="128"/>
                </a:cubicBezTo>
                <a:cubicBezTo>
                  <a:pt x="36" y="129"/>
                  <a:pt x="34" y="129"/>
                  <a:pt x="33" y="129"/>
                </a:cubicBezTo>
                <a:cubicBezTo>
                  <a:pt x="31" y="129"/>
                  <a:pt x="30" y="129"/>
                  <a:pt x="29" y="128"/>
                </a:cubicBezTo>
                <a:cubicBezTo>
                  <a:pt x="29" y="127"/>
                  <a:pt x="29" y="127"/>
                  <a:pt x="29" y="127"/>
                </a:cubicBezTo>
                <a:cubicBezTo>
                  <a:pt x="28" y="126"/>
                  <a:pt x="27" y="125"/>
                  <a:pt x="27" y="124"/>
                </a:cubicBezTo>
                <a:cubicBezTo>
                  <a:pt x="27" y="122"/>
                  <a:pt x="28" y="121"/>
                  <a:pt x="29" y="120"/>
                </a:cubicBezTo>
                <a:close/>
                <a:moveTo>
                  <a:pt x="32" y="91"/>
                </a:moveTo>
                <a:cubicBezTo>
                  <a:pt x="32" y="91"/>
                  <a:pt x="32" y="91"/>
                  <a:pt x="32" y="91"/>
                </a:cubicBezTo>
                <a:cubicBezTo>
                  <a:pt x="34" y="91"/>
                  <a:pt x="36" y="89"/>
                  <a:pt x="36" y="87"/>
                </a:cubicBezTo>
                <a:cubicBezTo>
                  <a:pt x="36" y="38"/>
                  <a:pt x="36" y="38"/>
                  <a:pt x="36" y="38"/>
                </a:cubicBezTo>
                <a:cubicBezTo>
                  <a:pt x="36" y="35"/>
                  <a:pt x="34" y="34"/>
                  <a:pt x="32" y="34"/>
                </a:cubicBezTo>
                <a:cubicBezTo>
                  <a:pt x="29" y="34"/>
                  <a:pt x="28" y="35"/>
                  <a:pt x="28" y="38"/>
                </a:cubicBezTo>
                <a:cubicBezTo>
                  <a:pt x="28" y="87"/>
                  <a:pt x="28" y="87"/>
                  <a:pt x="28" y="87"/>
                </a:cubicBezTo>
                <a:cubicBezTo>
                  <a:pt x="28" y="89"/>
                  <a:pt x="29" y="91"/>
                  <a:pt x="32" y="91"/>
                </a:cubicBezTo>
                <a:close/>
                <a:moveTo>
                  <a:pt x="134" y="31"/>
                </a:moveTo>
                <a:cubicBezTo>
                  <a:pt x="134" y="31"/>
                  <a:pt x="134" y="31"/>
                  <a:pt x="134" y="31"/>
                </a:cubicBezTo>
                <a:cubicBezTo>
                  <a:pt x="132" y="32"/>
                  <a:pt x="131" y="34"/>
                  <a:pt x="131" y="36"/>
                </a:cubicBezTo>
                <a:cubicBezTo>
                  <a:pt x="144" y="84"/>
                  <a:pt x="144" y="84"/>
                  <a:pt x="144" y="84"/>
                </a:cubicBezTo>
                <a:cubicBezTo>
                  <a:pt x="144" y="86"/>
                  <a:pt x="146" y="87"/>
                  <a:pt x="149" y="86"/>
                </a:cubicBezTo>
                <a:cubicBezTo>
                  <a:pt x="151" y="86"/>
                  <a:pt x="152" y="84"/>
                  <a:pt x="152" y="82"/>
                </a:cubicBezTo>
                <a:cubicBezTo>
                  <a:pt x="139" y="34"/>
                  <a:pt x="139" y="34"/>
                  <a:pt x="139" y="34"/>
                </a:cubicBezTo>
                <a:cubicBezTo>
                  <a:pt x="138" y="32"/>
                  <a:pt x="136" y="31"/>
                  <a:pt x="134" y="31"/>
                </a:cubicBezTo>
                <a:close/>
                <a:moveTo>
                  <a:pt x="69" y="133"/>
                </a:moveTo>
                <a:cubicBezTo>
                  <a:pt x="69" y="133"/>
                  <a:pt x="69" y="133"/>
                  <a:pt x="69" y="133"/>
                </a:cubicBezTo>
                <a:cubicBezTo>
                  <a:pt x="69" y="133"/>
                  <a:pt x="69" y="133"/>
                  <a:pt x="69" y="133"/>
                </a:cubicBezTo>
                <a:cubicBezTo>
                  <a:pt x="71" y="136"/>
                  <a:pt x="75" y="137"/>
                  <a:pt x="79" y="137"/>
                </a:cubicBezTo>
                <a:cubicBezTo>
                  <a:pt x="82" y="137"/>
                  <a:pt x="86" y="136"/>
                  <a:pt x="88" y="134"/>
                </a:cubicBezTo>
                <a:cubicBezTo>
                  <a:pt x="88" y="133"/>
                  <a:pt x="88" y="133"/>
                  <a:pt x="88" y="133"/>
                </a:cubicBezTo>
                <a:cubicBezTo>
                  <a:pt x="91" y="131"/>
                  <a:pt x="92" y="127"/>
                  <a:pt x="92" y="124"/>
                </a:cubicBezTo>
                <a:cubicBezTo>
                  <a:pt x="92" y="120"/>
                  <a:pt x="91" y="116"/>
                  <a:pt x="88" y="114"/>
                </a:cubicBezTo>
                <a:cubicBezTo>
                  <a:pt x="86" y="112"/>
                  <a:pt x="82" y="110"/>
                  <a:pt x="79" y="110"/>
                </a:cubicBezTo>
                <a:cubicBezTo>
                  <a:pt x="75" y="110"/>
                  <a:pt x="71" y="112"/>
                  <a:pt x="69" y="114"/>
                </a:cubicBezTo>
                <a:cubicBezTo>
                  <a:pt x="69" y="114"/>
                  <a:pt x="69" y="114"/>
                  <a:pt x="69" y="114"/>
                </a:cubicBezTo>
                <a:cubicBezTo>
                  <a:pt x="66" y="116"/>
                  <a:pt x="65" y="120"/>
                  <a:pt x="65" y="124"/>
                </a:cubicBezTo>
                <a:cubicBezTo>
                  <a:pt x="65" y="127"/>
                  <a:pt x="66" y="131"/>
                  <a:pt x="69" y="133"/>
                </a:cubicBezTo>
                <a:close/>
                <a:moveTo>
                  <a:pt x="75" y="120"/>
                </a:moveTo>
                <a:cubicBezTo>
                  <a:pt x="75" y="120"/>
                  <a:pt x="75" y="120"/>
                  <a:pt x="75" y="120"/>
                </a:cubicBezTo>
                <a:cubicBezTo>
                  <a:pt x="76" y="119"/>
                  <a:pt x="77" y="118"/>
                  <a:pt x="79" y="118"/>
                </a:cubicBezTo>
                <a:cubicBezTo>
                  <a:pt x="80" y="118"/>
                  <a:pt x="81" y="119"/>
                  <a:pt x="82" y="120"/>
                </a:cubicBezTo>
                <a:cubicBezTo>
                  <a:pt x="82" y="120"/>
                  <a:pt x="82" y="120"/>
                  <a:pt x="82" y="120"/>
                </a:cubicBezTo>
                <a:cubicBezTo>
                  <a:pt x="84" y="121"/>
                  <a:pt x="84" y="122"/>
                  <a:pt x="84" y="124"/>
                </a:cubicBezTo>
                <a:cubicBezTo>
                  <a:pt x="84" y="125"/>
                  <a:pt x="84" y="127"/>
                  <a:pt x="83" y="128"/>
                </a:cubicBezTo>
                <a:cubicBezTo>
                  <a:pt x="82" y="128"/>
                  <a:pt x="82" y="128"/>
                  <a:pt x="82" y="128"/>
                </a:cubicBezTo>
                <a:cubicBezTo>
                  <a:pt x="81" y="129"/>
                  <a:pt x="80" y="129"/>
                  <a:pt x="79" y="129"/>
                </a:cubicBezTo>
                <a:cubicBezTo>
                  <a:pt x="77" y="129"/>
                  <a:pt x="76" y="129"/>
                  <a:pt x="75" y="128"/>
                </a:cubicBezTo>
                <a:cubicBezTo>
                  <a:pt x="74" y="127"/>
                  <a:pt x="74" y="127"/>
                  <a:pt x="74" y="127"/>
                </a:cubicBezTo>
                <a:cubicBezTo>
                  <a:pt x="74" y="126"/>
                  <a:pt x="73" y="125"/>
                  <a:pt x="73" y="124"/>
                </a:cubicBezTo>
                <a:cubicBezTo>
                  <a:pt x="73" y="122"/>
                  <a:pt x="74" y="121"/>
                  <a:pt x="75" y="120"/>
                </a:cubicBezTo>
                <a:close/>
                <a:moveTo>
                  <a:pt x="81" y="91"/>
                </a:moveTo>
                <a:cubicBezTo>
                  <a:pt x="81" y="91"/>
                  <a:pt x="81" y="91"/>
                  <a:pt x="81" y="91"/>
                </a:cubicBezTo>
                <a:cubicBezTo>
                  <a:pt x="83" y="91"/>
                  <a:pt x="85" y="89"/>
                  <a:pt x="85" y="87"/>
                </a:cubicBezTo>
                <a:cubicBezTo>
                  <a:pt x="85" y="38"/>
                  <a:pt x="85" y="38"/>
                  <a:pt x="85" y="38"/>
                </a:cubicBezTo>
                <a:cubicBezTo>
                  <a:pt x="85" y="35"/>
                  <a:pt x="83" y="34"/>
                  <a:pt x="81" y="34"/>
                </a:cubicBezTo>
                <a:cubicBezTo>
                  <a:pt x="79" y="34"/>
                  <a:pt x="77" y="35"/>
                  <a:pt x="77" y="38"/>
                </a:cubicBezTo>
                <a:cubicBezTo>
                  <a:pt x="77" y="87"/>
                  <a:pt x="77" y="87"/>
                  <a:pt x="77" y="87"/>
                </a:cubicBezTo>
                <a:cubicBezTo>
                  <a:pt x="77" y="89"/>
                  <a:pt x="79" y="91"/>
                  <a:pt x="81" y="91"/>
                </a:cubicBezTo>
                <a:close/>
                <a:moveTo>
                  <a:pt x="148" y="109"/>
                </a:moveTo>
                <a:cubicBezTo>
                  <a:pt x="148" y="109"/>
                  <a:pt x="148" y="109"/>
                  <a:pt x="148" y="109"/>
                </a:cubicBezTo>
                <a:cubicBezTo>
                  <a:pt x="146" y="111"/>
                  <a:pt x="144" y="114"/>
                  <a:pt x="144" y="118"/>
                </a:cubicBezTo>
                <a:cubicBezTo>
                  <a:pt x="144" y="122"/>
                  <a:pt x="146" y="125"/>
                  <a:pt x="148" y="128"/>
                </a:cubicBezTo>
                <a:cubicBezTo>
                  <a:pt x="148" y="128"/>
                  <a:pt x="148" y="128"/>
                  <a:pt x="148" y="128"/>
                </a:cubicBezTo>
                <a:cubicBezTo>
                  <a:pt x="151" y="130"/>
                  <a:pt x="154" y="132"/>
                  <a:pt x="158" y="132"/>
                </a:cubicBezTo>
                <a:cubicBezTo>
                  <a:pt x="161" y="132"/>
                  <a:pt x="165" y="131"/>
                  <a:pt x="167" y="128"/>
                </a:cubicBezTo>
                <a:cubicBezTo>
                  <a:pt x="167" y="128"/>
                  <a:pt x="167" y="128"/>
                  <a:pt x="167" y="128"/>
                </a:cubicBezTo>
                <a:cubicBezTo>
                  <a:pt x="168" y="128"/>
                  <a:pt x="168" y="128"/>
                  <a:pt x="168" y="128"/>
                </a:cubicBezTo>
                <a:cubicBezTo>
                  <a:pt x="170" y="126"/>
                  <a:pt x="171" y="122"/>
                  <a:pt x="171" y="118"/>
                </a:cubicBezTo>
                <a:cubicBezTo>
                  <a:pt x="171" y="114"/>
                  <a:pt x="170" y="111"/>
                  <a:pt x="168" y="109"/>
                </a:cubicBezTo>
                <a:cubicBezTo>
                  <a:pt x="168" y="109"/>
                  <a:pt x="168" y="109"/>
                  <a:pt x="168" y="109"/>
                </a:cubicBezTo>
                <a:cubicBezTo>
                  <a:pt x="168" y="109"/>
                  <a:pt x="168" y="109"/>
                  <a:pt x="168" y="109"/>
                </a:cubicBezTo>
                <a:cubicBezTo>
                  <a:pt x="165" y="106"/>
                  <a:pt x="162" y="105"/>
                  <a:pt x="158" y="105"/>
                </a:cubicBezTo>
                <a:cubicBezTo>
                  <a:pt x="154" y="105"/>
                  <a:pt x="151" y="106"/>
                  <a:pt x="148" y="109"/>
                </a:cubicBezTo>
                <a:close/>
                <a:moveTo>
                  <a:pt x="154" y="114"/>
                </a:moveTo>
                <a:cubicBezTo>
                  <a:pt x="154" y="114"/>
                  <a:pt x="154" y="114"/>
                  <a:pt x="154" y="114"/>
                </a:cubicBezTo>
                <a:cubicBezTo>
                  <a:pt x="155" y="113"/>
                  <a:pt x="156" y="113"/>
                  <a:pt x="158" y="113"/>
                </a:cubicBezTo>
                <a:cubicBezTo>
                  <a:pt x="159" y="113"/>
                  <a:pt x="161" y="113"/>
                  <a:pt x="162" y="114"/>
                </a:cubicBezTo>
                <a:cubicBezTo>
                  <a:pt x="163" y="115"/>
                  <a:pt x="163" y="117"/>
                  <a:pt x="163" y="118"/>
                </a:cubicBezTo>
                <a:cubicBezTo>
                  <a:pt x="163" y="120"/>
                  <a:pt x="163" y="121"/>
                  <a:pt x="162" y="122"/>
                </a:cubicBezTo>
                <a:cubicBezTo>
                  <a:pt x="161" y="123"/>
                  <a:pt x="159" y="124"/>
                  <a:pt x="158" y="124"/>
                </a:cubicBezTo>
                <a:cubicBezTo>
                  <a:pt x="156" y="124"/>
                  <a:pt x="155" y="123"/>
                  <a:pt x="154" y="122"/>
                </a:cubicBezTo>
                <a:cubicBezTo>
                  <a:pt x="154" y="122"/>
                  <a:pt x="154" y="122"/>
                  <a:pt x="154" y="122"/>
                </a:cubicBezTo>
                <a:cubicBezTo>
                  <a:pt x="153" y="121"/>
                  <a:pt x="152" y="120"/>
                  <a:pt x="152" y="118"/>
                </a:cubicBezTo>
                <a:cubicBezTo>
                  <a:pt x="152" y="117"/>
                  <a:pt x="153" y="115"/>
                  <a:pt x="154" y="114"/>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grpSp>
        <p:nvGrpSpPr>
          <p:cNvPr id="26" name="组合 25"/>
          <p:cNvGrpSpPr/>
          <p:nvPr/>
        </p:nvGrpSpPr>
        <p:grpSpPr>
          <a:xfrm>
            <a:off x="113215" y="94248"/>
            <a:ext cx="132594" cy="132592"/>
            <a:chOff x="8689063" y="2493438"/>
            <a:chExt cx="156623" cy="156623"/>
          </a:xfrm>
        </p:grpSpPr>
        <p:sp>
          <p:nvSpPr>
            <p:cNvPr id="27" name="矩形 26"/>
            <p:cNvSpPr/>
            <p:nvPr/>
          </p:nvSpPr>
          <p:spPr>
            <a:xfrm>
              <a:off x="8689063" y="2493438"/>
              <a:ext cx="156623" cy="156623"/>
            </a:xfrm>
            <a:prstGeom prst="rect">
              <a:avLst/>
            </a:prstGeom>
            <a:noFill/>
            <a:ln w="6350" cap="sq">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任意多边形 27"/>
            <p:cNvSpPr/>
            <p:nvPr/>
          </p:nvSpPr>
          <p:spPr>
            <a:xfrm rot="10800000">
              <a:off x="8737889" y="2531868"/>
              <a:ext cx="58967" cy="79764"/>
            </a:xfrm>
            <a:custGeom>
              <a:avLst/>
              <a:gdLst>
                <a:gd name="connsiteX0" fmla="*/ 0 w 78581"/>
                <a:gd name="connsiteY0" fmla="*/ 0 h 152400"/>
                <a:gd name="connsiteX1" fmla="*/ 78581 w 78581"/>
                <a:gd name="connsiteY1" fmla="*/ 78581 h 152400"/>
                <a:gd name="connsiteX2" fmla="*/ 4762 w 78581"/>
                <a:gd name="connsiteY2" fmla="*/ 152400 h 152400"/>
              </a:gdLst>
              <a:ahLst/>
              <a:cxnLst>
                <a:cxn ang="0">
                  <a:pos x="connsiteX0" y="connsiteY0"/>
                </a:cxn>
                <a:cxn ang="0">
                  <a:pos x="connsiteX1" y="connsiteY1"/>
                </a:cxn>
                <a:cxn ang="0">
                  <a:pos x="connsiteX2" y="connsiteY2"/>
                </a:cxn>
              </a:cxnLst>
              <a:rect l="l" t="t" r="r" b="b"/>
              <a:pathLst>
                <a:path w="78581" h="152400">
                  <a:moveTo>
                    <a:pt x="0" y="0"/>
                  </a:moveTo>
                  <a:lnTo>
                    <a:pt x="78581" y="78581"/>
                  </a:lnTo>
                  <a:lnTo>
                    <a:pt x="4762" y="152400"/>
                  </a:lnTo>
                </a:path>
              </a:pathLst>
            </a:cu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9" name="组合 28"/>
          <p:cNvGrpSpPr/>
          <p:nvPr/>
        </p:nvGrpSpPr>
        <p:grpSpPr>
          <a:xfrm>
            <a:off x="245809" y="94248"/>
            <a:ext cx="132594" cy="132592"/>
            <a:chOff x="8845686" y="2493438"/>
            <a:chExt cx="156623" cy="156623"/>
          </a:xfrm>
        </p:grpSpPr>
        <p:sp>
          <p:nvSpPr>
            <p:cNvPr id="30" name="矩形 29"/>
            <p:cNvSpPr/>
            <p:nvPr/>
          </p:nvSpPr>
          <p:spPr>
            <a:xfrm>
              <a:off x="8845686" y="2493438"/>
              <a:ext cx="156623" cy="156623"/>
            </a:xfrm>
            <a:prstGeom prst="rect">
              <a:avLst/>
            </a:prstGeom>
            <a:noFill/>
            <a:ln w="6350" cap="sq">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任意多边形 30"/>
            <p:cNvSpPr/>
            <p:nvPr/>
          </p:nvSpPr>
          <p:spPr>
            <a:xfrm>
              <a:off x="8894513" y="2531868"/>
              <a:ext cx="58967" cy="79764"/>
            </a:xfrm>
            <a:custGeom>
              <a:avLst/>
              <a:gdLst>
                <a:gd name="connsiteX0" fmla="*/ 0 w 78581"/>
                <a:gd name="connsiteY0" fmla="*/ 0 h 152400"/>
                <a:gd name="connsiteX1" fmla="*/ 78581 w 78581"/>
                <a:gd name="connsiteY1" fmla="*/ 78581 h 152400"/>
                <a:gd name="connsiteX2" fmla="*/ 4762 w 78581"/>
                <a:gd name="connsiteY2" fmla="*/ 152400 h 152400"/>
              </a:gdLst>
              <a:ahLst/>
              <a:cxnLst>
                <a:cxn ang="0">
                  <a:pos x="connsiteX0" y="connsiteY0"/>
                </a:cxn>
                <a:cxn ang="0">
                  <a:pos x="connsiteX1" y="connsiteY1"/>
                </a:cxn>
                <a:cxn ang="0">
                  <a:pos x="connsiteX2" y="connsiteY2"/>
                </a:cxn>
              </a:cxnLst>
              <a:rect l="l" t="t" r="r" b="b"/>
              <a:pathLst>
                <a:path w="78581" h="152400">
                  <a:moveTo>
                    <a:pt x="0" y="0"/>
                  </a:moveTo>
                  <a:lnTo>
                    <a:pt x="78581" y="78581"/>
                  </a:lnTo>
                  <a:lnTo>
                    <a:pt x="4762" y="152400"/>
                  </a:lnTo>
                </a:path>
              </a:pathLst>
            </a:cu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2" name="矩形 31"/>
          <p:cNvSpPr/>
          <p:nvPr/>
        </p:nvSpPr>
        <p:spPr>
          <a:xfrm>
            <a:off x="2630320" y="2253083"/>
            <a:ext cx="3549672" cy="654015"/>
          </a:xfrm>
          <a:prstGeom prst="rect">
            <a:avLst/>
          </a:prstGeom>
        </p:spPr>
        <p:txBody>
          <a:bodyPr wrap="none" lIns="68571" tIns="34285" rIns="68571" bIns="34285">
            <a:spAutoFit/>
          </a:bodyPr>
          <a:lstStyle/>
          <a:p>
            <a:pPr algn="r"/>
            <a:r>
              <a:rPr lang="zh-CN" altLang="en-US" sz="3800" dirty="0">
                <a:solidFill>
                  <a:srgbClr val="4B6075"/>
                </a:solidFill>
                <a:latin typeface="微软雅黑" pitchFamily="34" charset="-122"/>
                <a:ea typeface="微软雅黑" pitchFamily="34" charset="-122"/>
              </a:rPr>
              <a:t>感谢老师的指导</a:t>
            </a:r>
          </a:p>
        </p:txBody>
      </p:sp>
      <p:cxnSp>
        <p:nvCxnSpPr>
          <p:cNvPr id="33" name="直接连接符 32"/>
          <p:cNvCxnSpPr/>
          <p:nvPr/>
        </p:nvCxnSpPr>
        <p:spPr>
          <a:xfrm>
            <a:off x="2628310" y="3075012"/>
            <a:ext cx="3646391" cy="0"/>
          </a:xfrm>
          <a:prstGeom prst="line">
            <a:avLst/>
          </a:prstGeom>
          <a:ln w="28575">
            <a:solidFill>
              <a:srgbClr val="4B6075"/>
            </a:solidFill>
          </a:ln>
        </p:spPr>
        <p:style>
          <a:lnRef idx="1">
            <a:schemeClr val="accent1"/>
          </a:lnRef>
          <a:fillRef idx="0">
            <a:schemeClr val="accent1"/>
          </a:fillRef>
          <a:effectRef idx="0">
            <a:schemeClr val="accent1"/>
          </a:effectRef>
          <a:fontRef idx="minor">
            <a:schemeClr val="tx1"/>
          </a:fontRef>
        </p:style>
      </p:cxnSp>
      <p:grpSp>
        <p:nvGrpSpPr>
          <p:cNvPr id="34" name="组合 33"/>
          <p:cNvGrpSpPr/>
          <p:nvPr/>
        </p:nvGrpSpPr>
        <p:grpSpPr>
          <a:xfrm>
            <a:off x="3972133" y="986780"/>
            <a:ext cx="887899" cy="887471"/>
            <a:chOff x="5364480" y="1371600"/>
            <a:chExt cx="1513840" cy="1513840"/>
          </a:xfrm>
        </p:grpSpPr>
        <p:sp>
          <p:nvSpPr>
            <p:cNvPr id="35" name="椭圆 34"/>
            <p:cNvSpPr/>
            <p:nvPr/>
          </p:nvSpPr>
          <p:spPr>
            <a:xfrm>
              <a:off x="5364480" y="1371600"/>
              <a:ext cx="1513840" cy="1513840"/>
            </a:xfrm>
            <a:prstGeom prst="ellipse">
              <a:avLst/>
            </a:prstGeom>
            <a:solidFill>
              <a:srgbClr val="4A5F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Freeform 101"/>
            <p:cNvSpPr>
              <a:spLocks noChangeArrowheads="1"/>
            </p:cNvSpPr>
            <p:nvPr/>
          </p:nvSpPr>
          <p:spPr bwMode="auto">
            <a:xfrm>
              <a:off x="5576862" y="1726886"/>
              <a:ext cx="1048435" cy="803267"/>
            </a:xfrm>
            <a:custGeom>
              <a:avLst/>
              <a:gdLst>
                <a:gd name="T0" fmla="*/ 80 w 497"/>
                <a:gd name="T1" fmla="*/ 248 h 382"/>
                <a:gd name="T2" fmla="*/ 80 w 497"/>
                <a:gd name="T3" fmla="*/ 248 h 382"/>
                <a:gd name="T4" fmla="*/ 159 w 497"/>
                <a:gd name="T5" fmla="*/ 328 h 382"/>
                <a:gd name="T6" fmla="*/ 248 w 497"/>
                <a:gd name="T7" fmla="*/ 381 h 382"/>
                <a:gd name="T8" fmla="*/ 337 w 497"/>
                <a:gd name="T9" fmla="*/ 337 h 382"/>
                <a:gd name="T10" fmla="*/ 390 w 497"/>
                <a:gd name="T11" fmla="*/ 258 h 382"/>
                <a:gd name="T12" fmla="*/ 248 w 497"/>
                <a:gd name="T13" fmla="*/ 328 h 382"/>
                <a:gd name="T14" fmla="*/ 80 w 497"/>
                <a:gd name="T15" fmla="*/ 248 h 382"/>
                <a:gd name="T16" fmla="*/ 487 w 497"/>
                <a:gd name="T17" fmla="*/ 124 h 382"/>
                <a:gd name="T18" fmla="*/ 487 w 497"/>
                <a:gd name="T19" fmla="*/ 124 h 382"/>
                <a:gd name="T20" fmla="*/ 274 w 497"/>
                <a:gd name="T21" fmla="*/ 9 h 382"/>
                <a:gd name="T22" fmla="*/ 221 w 497"/>
                <a:gd name="T23" fmla="*/ 9 h 382"/>
                <a:gd name="T24" fmla="*/ 9 w 497"/>
                <a:gd name="T25" fmla="*/ 124 h 382"/>
                <a:gd name="T26" fmla="*/ 9 w 497"/>
                <a:gd name="T27" fmla="*/ 160 h 382"/>
                <a:gd name="T28" fmla="*/ 221 w 497"/>
                <a:gd name="T29" fmla="*/ 275 h 382"/>
                <a:gd name="T30" fmla="*/ 274 w 497"/>
                <a:gd name="T31" fmla="*/ 275 h 382"/>
                <a:gd name="T32" fmla="*/ 408 w 497"/>
                <a:gd name="T33" fmla="*/ 195 h 382"/>
                <a:gd name="T34" fmla="*/ 266 w 497"/>
                <a:gd name="T35" fmla="*/ 160 h 382"/>
                <a:gd name="T36" fmla="*/ 248 w 497"/>
                <a:gd name="T37" fmla="*/ 168 h 382"/>
                <a:gd name="T38" fmla="*/ 203 w 497"/>
                <a:gd name="T39" fmla="*/ 133 h 382"/>
                <a:gd name="T40" fmla="*/ 248 w 497"/>
                <a:gd name="T41" fmla="*/ 107 h 382"/>
                <a:gd name="T42" fmla="*/ 293 w 497"/>
                <a:gd name="T43" fmla="*/ 124 h 382"/>
                <a:gd name="T44" fmla="*/ 443 w 497"/>
                <a:gd name="T45" fmla="*/ 177 h 382"/>
                <a:gd name="T46" fmla="*/ 487 w 497"/>
                <a:gd name="T47" fmla="*/ 160 h 382"/>
                <a:gd name="T48" fmla="*/ 487 w 497"/>
                <a:gd name="T49" fmla="*/ 124 h 382"/>
                <a:gd name="T50" fmla="*/ 425 w 497"/>
                <a:gd name="T51" fmla="*/ 346 h 382"/>
                <a:gd name="T52" fmla="*/ 425 w 497"/>
                <a:gd name="T53" fmla="*/ 346 h 382"/>
                <a:gd name="T54" fmla="*/ 461 w 497"/>
                <a:gd name="T55" fmla="*/ 337 h 382"/>
                <a:gd name="T56" fmla="*/ 443 w 497"/>
                <a:gd name="T57" fmla="*/ 177 h 382"/>
                <a:gd name="T58" fmla="*/ 408 w 497"/>
                <a:gd name="T59" fmla="*/ 195 h 382"/>
                <a:gd name="T60" fmla="*/ 425 w 497"/>
                <a:gd name="T61" fmla="*/ 346 h 3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97" h="382">
                  <a:moveTo>
                    <a:pt x="80" y="248"/>
                  </a:moveTo>
                  <a:lnTo>
                    <a:pt x="80" y="248"/>
                  </a:lnTo>
                  <a:cubicBezTo>
                    <a:pt x="97" y="293"/>
                    <a:pt x="106" y="311"/>
                    <a:pt x="159" y="328"/>
                  </a:cubicBezTo>
                  <a:cubicBezTo>
                    <a:pt x="203" y="355"/>
                    <a:pt x="230" y="381"/>
                    <a:pt x="248" y="381"/>
                  </a:cubicBezTo>
                  <a:cubicBezTo>
                    <a:pt x="266" y="381"/>
                    <a:pt x="293" y="355"/>
                    <a:pt x="337" y="337"/>
                  </a:cubicBezTo>
                  <a:cubicBezTo>
                    <a:pt x="390" y="311"/>
                    <a:pt x="372" y="311"/>
                    <a:pt x="390" y="258"/>
                  </a:cubicBezTo>
                  <a:cubicBezTo>
                    <a:pt x="248" y="328"/>
                    <a:pt x="248" y="328"/>
                    <a:pt x="248" y="328"/>
                  </a:cubicBezTo>
                  <a:lnTo>
                    <a:pt x="80" y="248"/>
                  </a:lnTo>
                  <a:close/>
                  <a:moveTo>
                    <a:pt x="487" y="124"/>
                  </a:moveTo>
                  <a:lnTo>
                    <a:pt x="487" y="124"/>
                  </a:lnTo>
                  <a:cubicBezTo>
                    <a:pt x="274" y="9"/>
                    <a:pt x="274" y="9"/>
                    <a:pt x="274" y="9"/>
                  </a:cubicBezTo>
                  <a:cubicBezTo>
                    <a:pt x="266" y="0"/>
                    <a:pt x="239" y="0"/>
                    <a:pt x="221" y="9"/>
                  </a:cubicBezTo>
                  <a:cubicBezTo>
                    <a:pt x="9" y="124"/>
                    <a:pt x="9" y="124"/>
                    <a:pt x="9" y="124"/>
                  </a:cubicBezTo>
                  <a:cubicBezTo>
                    <a:pt x="0" y="133"/>
                    <a:pt x="0" y="142"/>
                    <a:pt x="9" y="160"/>
                  </a:cubicBezTo>
                  <a:cubicBezTo>
                    <a:pt x="221" y="275"/>
                    <a:pt x="221" y="275"/>
                    <a:pt x="221" y="275"/>
                  </a:cubicBezTo>
                  <a:cubicBezTo>
                    <a:pt x="239" y="284"/>
                    <a:pt x="266" y="284"/>
                    <a:pt x="274" y="275"/>
                  </a:cubicBezTo>
                  <a:cubicBezTo>
                    <a:pt x="408" y="195"/>
                    <a:pt x="408" y="195"/>
                    <a:pt x="408" y="195"/>
                  </a:cubicBezTo>
                  <a:cubicBezTo>
                    <a:pt x="266" y="160"/>
                    <a:pt x="266" y="160"/>
                    <a:pt x="266" y="160"/>
                  </a:cubicBezTo>
                  <a:cubicBezTo>
                    <a:pt x="257" y="160"/>
                    <a:pt x="257" y="168"/>
                    <a:pt x="248" y="168"/>
                  </a:cubicBezTo>
                  <a:cubicBezTo>
                    <a:pt x="221" y="168"/>
                    <a:pt x="203" y="151"/>
                    <a:pt x="203" y="133"/>
                  </a:cubicBezTo>
                  <a:cubicBezTo>
                    <a:pt x="203" y="124"/>
                    <a:pt x="221" y="107"/>
                    <a:pt x="248" y="107"/>
                  </a:cubicBezTo>
                  <a:cubicBezTo>
                    <a:pt x="266" y="107"/>
                    <a:pt x="284" y="115"/>
                    <a:pt x="293" y="124"/>
                  </a:cubicBezTo>
                  <a:cubicBezTo>
                    <a:pt x="443" y="177"/>
                    <a:pt x="443" y="177"/>
                    <a:pt x="443" y="177"/>
                  </a:cubicBezTo>
                  <a:cubicBezTo>
                    <a:pt x="487" y="160"/>
                    <a:pt x="487" y="160"/>
                    <a:pt x="487" y="160"/>
                  </a:cubicBezTo>
                  <a:cubicBezTo>
                    <a:pt x="496" y="142"/>
                    <a:pt x="496" y="133"/>
                    <a:pt x="487" y="124"/>
                  </a:cubicBezTo>
                  <a:close/>
                  <a:moveTo>
                    <a:pt x="425" y="346"/>
                  </a:moveTo>
                  <a:lnTo>
                    <a:pt x="425" y="346"/>
                  </a:lnTo>
                  <a:cubicBezTo>
                    <a:pt x="416" y="355"/>
                    <a:pt x="452" y="364"/>
                    <a:pt x="461" y="337"/>
                  </a:cubicBezTo>
                  <a:cubicBezTo>
                    <a:pt x="469" y="213"/>
                    <a:pt x="443" y="177"/>
                    <a:pt x="443" y="177"/>
                  </a:cubicBezTo>
                  <a:cubicBezTo>
                    <a:pt x="408" y="195"/>
                    <a:pt x="408" y="195"/>
                    <a:pt x="408" y="195"/>
                  </a:cubicBezTo>
                  <a:cubicBezTo>
                    <a:pt x="408" y="195"/>
                    <a:pt x="443" y="222"/>
                    <a:pt x="425" y="346"/>
                  </a:cubicBezTo>
                  <a:close/>
                </a:path>
              </a:pathLst>
            </a:custGeom>
            <a:solidFill>
              <a:schemeClr val="bg1"/>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lIns="45712" tIns="22856" rIns="45712" bIns="22856" anchor="ctr"/>
            <a:lstStyle/>
            <a:p>
              <a:pPr>
                <a:defRPr/>
              </a:pPr>
              <a:endParaRPr lang="en-US" sz="700" dirty="0"/>
            </a:p>
          </p:txBody>
        </p:sp>
      </p:grpSp>
      <p:grpSp>
        <p:nvGrpSpPr>
          <p:cNvPr id="37" name="组合 36"/>
          <p:cNvGrpSpPr/>
          <p:nvPr/>
        </p:nvGrpSpPr>
        <p:grpSpPr>
          <a:xfrm>
            <a:off x="2771800" y="4715519"/>
            <a:ext cx="231813" cy="231701"/>
            <a:chOff x="3785450" y="3161055"/>
            <a:chExt cx="504762" cy="504762"/>
          </a:xfrm>
        </p:grpSpPr>
        <p:sp>
          <p:nvSpPr>
            <p:cNvPr id="38" name="椭圆 37"/>
            <p:cNvSpPr/>
            <p:nvPr/>
          </p:nvSpPr>
          <p:spPr>
            <a:xfrm>
              <a:off x="3785450" y="3161055"/>
              <a:ext cx="504762" cy="504762"/>
            </a:xfrm>
            <a:prstGeom prst="ellipse">
              <a:avLst/>
            </a:prstGeom>
            <a:solidFill>
              <a:srgbClr val="4A5F74"/>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39" name="Freeform 96"/>
            <p:cNvSpPr>
              <a:spLocks noChangeArrowheads="1"/>
            </p:cNvSpPr>
            <p:nvPr/>
          </p:nvSpPr>
          <p:spPr bwMode="auto">
            <a:xfrm>
              <a:off x="3892876" y="3261557"/>
              <a:ext cx="289909" cy="279400"/>
            </a:xfrm>
            <a:custGeom>
              <a:avLst/>
              <a:gdLst>
                <a:gd name="T0" fmla="*/ 78442719 w 602"/>
                <a:gd name="T1" fmla="*/ 71923702 h 580"/>
                <a:gd name="T2" fmla="*/ 78442719 w 602"/>
                <a:gd name="T3" fmla="*/ 71923702 h 580"/>
                <a:gd name="T4" fmla="*/ 78442719 w 602"/>
                <a:gd name="T5" fmla="*/ 71923702 h 580"/>
                <a:gd name="T6" fmla="*/ 74657633 w 602"/>
                <a:gd name="T7" fmla="*/ 75578543 h 580"/>
                <a:gd name="T8" fmla="*/ 3654665 w 602"/>
                <a:gd name="T9" fmla="*/ 75578543 h 580"/>
                <a:gd name="T10" fmla="*/ 0 w 602"/>
                <a:gd name="T11" fmla="*/ 71923702 h 580"/>
                <a:gd name="T12" fmla="*/ 0 w 602"/>
                <a:gd name="T13" fmla="*/ 71923702 h 580"/>
                <a:gd name="T14" fmla="*/ 0 w 602"/>
                <a:gd name="T15" fmla="*/ 71923702 h 580"/>
                <a:gd name="T16" fmla="*/ 10180751 w 602"/>
                <a:gd name="T17" fmla="*/ 53518347 h 580"/>
                <a:gd name="T18" fmla="*/ 21274806 w 602"/>
                <a:gd name="T19" fmla="*/ 49733080 h 580"/>
                <a:gd name="T20" fmla="*/ 30411109 w 602"/>
                <a:gd name="T21" fmla="*/ 46077877 h 580"/>
                <a:gd name="T22" fmla="*/ 30411109 w 602"/>
                <a:gd name="T23" fmla="*/ 38637768 h 580"/>
                <a:gd name="T24" fmla="*/ 26756804 w 602"/>
                <a:gd name="T25" fmla="*/ 29500304 h 580"/>
                <a:gd name="T26" fmla="*/ 24929472 w 602"/>
                <a:gd name="T27" fmla="*/ 25845463 h 580"/>
                <a:gd name="T28" fmla="*/ 25843138 w 602"/>
                <a:gd name="T29" fmla="*/ 19318704 h 580"/>
                <a:gd name="T30" fmla="*/ 24929472 w 602"/>
                <a:gd name="T31" fmla="*/ 12009021 h 580"/>
                <a:gd name="T32" fmla="*/ 39678193 w 602"/>
                <a:gd name="T33" fmla="*/ 0 h 580"/>
                <a:gd name="T34" fmla="*/ 53513248 w 602"/>
                <a:gd name="T35" fmla="*/ 12009021 h 580"/>
                <a:gd name="T36" fmla="*/ 52599581 w 602"/>
                <a:gd name="T37" fmla="*/ 19318704 h 580"/>
                <a:gd name="T38" fmla="*/ 54426914 w 602"/>
                <a:gd name="T39" fmla="*/ 25845463 h 580"/>
                <a:gd name="T40" fmla="*/ 51685915 w 602"/>
                <a:gd name="T41" fmla="*/ 29500304 h 580"/>
                <a:gd name="T42" fmla="*/ 48031249 w 602"/>
                <a:gd name="T43" fmla="*/ 38637768 h 580"/>
                <a:gd name="T44" fmla="*/ 48031249 w 602"/>
                <a:gd name="T45" fmla="*/ 46077877 h 580"/>
                <a:gd name="T46" fmla="*/ 57167913 w 602"/>
                <a:gd name="T47" fmla="*/ 49733080 h 580"/>
                <a:gd name="T48" fmla="*/ 69175635 w 602"/>
                <a:gd name="T49" fmla="*/ 53518347 h 580"/>
                <a:gd name="T50" fmla="*/ 78442719 w 602"/>
                <a:gd name="T51" fmla="*/ 71923702 h 580"/>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602" h="580">
                  <a:moveTo>
                    <a:pt x="601" y="551"/>
                  </a:moveTo>
                  <a:lnTo>
                    <a:pt x="601" y="551"/>
                  </a:lnTo>
                  <a:cubicBezTo>
                    <a:pt x="601" y="572"/>
                    <a:pt x="594" y="579"/>
                    <a:pt x="572" y="579"/>
                  </a:cubicBezTo>
                  <a:cubicBezTo>
                    <a:pt x="28" y="579"/>
                    <a:pt x="28" y="579"/>
                    <a:pt x="28" y="579"/>
                  </a:cubicBezTo>
                  <a:cubicBezTo>
                    <a:pt x="14" y="579"/>
                    <a:pt x="0" y="572"/>
                    <a:pt x="0" y="551"/>
                  </a:cubicBezTo>
                  <a:cubicBezTo>
                    <a:pt x="0" y="551"/>
                    <a:pt x="0" y="452"/>
                    <a:pt x="78" y="410"/>
                  </a:cubicBezTo>
                  <a:cubicBezTo>
                    <a:pt x="120" y="388"/>
                    <a:pt x="106" y="410"/>
                    <a:pt x="163" y="381"/>
                  </a:cubicBezTo>
                  <a:cubicBezTo>
                    <a:pt x="219" y="360"/>
                    <a:pt x="233" y="353"/>
                    <a:pt x="233" y="353"/>
                  </a:cubicBezTo>
                  <a:cubicBezTo>
                    <a:pt x="233" y="296"/>
                    <a:pt x="233" y="296"/>
                    <a:pt x="233" y="296"/>
                  </a:cubicBezTo>
                  <a:cubicBezTo>
                    <a:pt x="233" y="296"/>
                    <a:pt x="212" y="275"/>
                    <a:pt x="205" y="226"/>
                  </a:cubicBezTo>
                  <a:cubicBezTo>
                    <a:pt x="191" y="233"/>
                    <a:pt x="191" y="212"/>
                    <a:pt x="191" y="198"/>
                  </a:cubicBezTo>
                  <a:cubicBezTo>
                    <a:pt x="191" y="183"/>
                    <a:pt x="184" y="148"/>
                    <a:pt x="198" y="148"/>
                  </a:cubicBezTo>
                  <a:cubicBezTo>
                    <a:pt x="191" y="127"/>
                    <a:pt x="191" y="99"/>
                    <a:pt x="191" y="92"/>
                  </a:cubicBezTo>
                  <a:cubicBezTo>
                    <a:pt x="198" y="49"/>
                    <a:pt x="240" y="0"/>
                    <a:pt x="304" y="0"/>
                  </a:cubicBezTo>
                  <a:cubicBezTo>
                    <a:pt x="375" y="0"/>
                    <a:pt x="410" y="49"/>
                    <a:pt x="410" y="92"/>
                  </a:cubicBezTo>
                  <a:cubicBezTo>
                    <a:pt x="410" y="99"/>
                    <a:pt x="410" y="127"/>
                    <a:pt x="403" y="148"/>
                  </a:cubicBezTo>
                  <a:cubicBezTo>
                    <a:pt x="424" y="148"/>
                    <a:pt x="417" y="183"/>
                    <a:pt x="417" y="198"/>
                  </a:cubicBezTo>
                  <a:cubicBezTo>
                    <a:pt x="417" y="212"/>
                    <a:pt x="410" y="233"/>
                    <a:pt x="396" y="226"/>
                  </a:cubicBezTo>
                  <a:cubicBezTo>
                    <a:pt x="389" y="275"/>
                    <a:pt x="368" y="296"/>
                    <a:pt x="368" y="296"/>
                  </a:cubicBezTo>
                  <a:cubicBezTo>
                    <a:pt x="368" y="353"/>
                    <a:pt x="368" y="353"/>
                    <a:pt x="368" y="353"/>
                  </a:cubicBezTo>
                  <a:cubicBezTo>
                    <a:pt x="368" y="353"/>
                    <a:pt x="382" y="360"/>
                    <a:pt x="438" y="381"/>
                  </a:cubicBezTo>
                  <a:cubicBezTo>
                    <a:pt x="502" y="410"/>
                    <a:pt x="481" y="388"/>
                    <a:pt x="530" y="410"/>
                  </a:cubicBezTo>
                  <a:cubicBezTo>
                    <a:pt x="601" y="452"/>
                    <a:pt x="601" y="551"/>
                    <a:pt x="601" y="551"/>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700">
                <a:solidFill>
                  <a:schemeClr val="bg1"/>
                </a:solidFill>
              </a:endParaRPr>
            </a:p>
          </p:txBody>
        </p:sp>
      </p:grpSp>
      <p:grpSp>
        <p:nvGrpSpPr>
          <p:cNvPr id="40" name="组合 39"/>
          <p:cNvGrpSpPr/>
          <p:nvPr/>
        </p:nvGrpSpPr>
        <p:grpSpPr>
          <a:xfrm>
            <a:off x="4534645" y="4715519"/>
            <a:ext cx="231813" cy="231701"/>
            <a:chOff x="6389502" y="5571667"/>
            <a:chExt cx="309030" cy="309030"/>
          </a:xfrm>
        </p:grpSpPr>
        <p:sp>
          <p:nvSpPr>
            <p:cNvPr id="41" name="椭圆 40"/>
            <p:cNvSpPr/>
            <p:nvPr/>
          </p:nvSpPr>
          <p:spPr>
            <a:xfrm>
              <a:off x="6389502" y="5571667"/>
              <a:ext cx="309030" cy="309030"/>
            </a:xfrm>
            <a:prstGeom prst="ellipse">
              <a:avLst/>
            </a:prstGeom>
            <a:solidFill>
              <a:srgbClr val="4A5F74"/>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42" name="Freeform 45"/>
            <p:cNvSpPr>
              <a:spLocks noChangeArrowheads="1"/>
            </p:cNvSpPr>
            <p:nvPr/>
          </p:nvSpPr>
          <p:spPr bwMode="auto">
            <a:xfrm>
              <a:off x="6455779" y="5631258"/>
              <a:ext cx="176475" cy="174932"/>
            </a:xfrm>
            <a:custGeom>
              <a:avLst/>
              <a:gdLst>
                <a:gd name="T0" fmla="*/ 354 w 391"/>
                <a:gd name="T1" fmla="*/ 35 h 391"/>
                <a:gd name="T2" fmla="*/ 354 w 391"/>
                <a:gd name="T3" fmla="*/ 35 h 391"/>
                <a:gd name="T4" fmla="*/ 292 w 391"/>
                <a:gd name="T5" fmla="*/ 0 h 391"/>
                <a:gd name="T6" fmla="*/ 169 w 391"/>
                <a:gd name="T7" fmla="*/ 133 h 391"/>
                <a:gd name="T8" fmla="*/ 26 w 391"/>
                <a:gd name="T9" fmla="*/ 275 h 391"/>
                <a:gd name="T10" fmla="*/ 0 w 391"/>
                <a:gd name="T11" fmla="*/ 390 h 391"/>
                <a:gd name="T12" fmla="*/ 116 w 391"/>
                <a:gd name="T13" fmla="*/ 363 h 391"/>
                <a:gd name="T14" fmla="*/ 266 w 391"/>
                <a:gd name="T15" fmla="*/ 222 h 391"/>
                <a:gd name="T16" fmla="*/ 390 w 391"/>
                <a:gd name="T17" fmla="*/ 97 h 391"/>
                <a:gd name="T18" fmla="*/ 354 w 391"/>
                <a:gd name="T19" fmla="*/ 35 h 391"/>
                <a:gd name="T20" fmla="*/ 116 w 391"/>
                <a:gd name="T21" fmla="*/ 354 h 391"/>
                <a:gd name="T22" fmla="*/ 116 w 391"/>
                <a:gd name="T23" fmla="*/ 354 h 391"/>
                <a:gd name="T24" fmla="*/ 71 w 391"/>
                <a:gd name="T25" fmla="*/ 363 h 391"/>
                <a:gd name="T26" fmla="*/ 54 w 391"/>
                <a:gd name="T27" fmla="*/ 337 h 391"/>
                <a:gd name="T28" fmla="*/ 35 w 391"/>
                <a:gd name="T29" fmla="*/ 319 h 391"/>
                <a:gd name="T30" fmla="*/ 44 w 391"/>
                <a:gd name="T31" fmla="*/ 284 h 391"/>
                <a:gd name="T32" fmla="*/ 54 w 391"/>
                <a:gd name="T33" fmla="*/ 266 h 391"/>
                <a:gd name="T34" fmla="*/ 98 w 391"/>
                <a:gd name="T35" fmla="*/ 292 h 391"/>
                <a:gd name="T36" fmla="*/ 124 w 391"/>
                <a:gd name="T37" fmla="*/ 337 h 391"/>
                <a:gd name="T38" fmla="*/ 116 w 391"/>
                <a:gd name="T39" fmla="*/ 354 h 3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91" h="391">
                  <a:moveTo>
                    <a:pt x="354" y="35"/>
                  </a:moveTo>
                  <a:lnTo>
                    <a:pt x="354" y="35"/>
                  </a:lnTo>
                  <a:cubicBezTo>
                    <a:pt x="319" y="0"/>
                    <a:pt x="292" y="0"/>
                    <a:pt x="292" y="0"/>
                  </a:cubicBezTo>
                  <a:cubicBezTo>
                    <a:pt x="169" y="133"/>
                    <a:pt x="169" y="133"/>
                    <a:pt x="169" y="133"/>
                  </a:cubicBezTo>
                  <a:cubicBezTo>
                    <a:pt x="26" y="275"/>
                    <a:pt x="26" y="275"/>
                    <a:pt x="26" y="275"/>
                  </a:cubicBezTo>
                  <a:cubicBezTo>
                    <a:pt x="0" y="390"/>
                    <a:pt x="0" y="390"/>
                    <a:pt x="0" y="390"/>
                  </a:cubicBezTo>
                  <a:cubicBezTo>
                    <a:pt x="116" y="363"/>
                    <a:pt x="116" y="363"/>
                    <a:pt x="116" y="363"/>
                  </a:cubicBezTo>
                  <a:cubicBezTo>
                    <a:pt x="266" y="222"/>
                    <a:pt x="266" y="222"/>
                    <a:pt x="266" y="222"/>
                  </a:cubicBezTo>
                  <a:cubicBezTo>
                    <a:pt x="390" y="97"/>
                    <a:pt x="390" y="97"/>
                    <a:pt x="390" y="97"/>
                  </a:cubicBezTo>
                  <a:cubicBezTo>
                    <a:pt x="390" y="97"/>
                    <a:pt x="390" y="71"/>
                    <a:pt x="354" y="35"/>
                  </a:cubicBezTo>
                  <a:close/>
                  <a:moveTo>
                    <a:pt x="116" y="354"/>
                  </a:moveTo>
                  <a:lnTo>
                    <a:pt x="116" y="354"/>
                  </a:lnTo>
                  <a:cubicBezTo>
                    <a:pt x="71" y="363"/>
                    <a:pt x="71" y="363"/>
                    <a:pt x="71" y="363"/>
                  </a:cubicBezTo>
                  <a:cubicBezTo>
                    <a:pt x="71" y="354"/>
                    <a:pt x="63" y="346"/>
                    <a:pt x="54" y="337"/>
                  </a:cubicBezTo>
                  <a:cubicBezTo>
                    <a:pt x="44" y="328"/>
                    <a:pt x="35" y="328"/>
                    <a:pt x="35" y="319"/>
                  </a:cubicBezTo>
                  <a:cubicBezTo>
                    <a:pt x="44" y="284"/>
                    <a:pt x="44" y="284"/>
                    <a:pt x="44" y="284"/>
                  </a:cubicBezTo>
                  <a:cubicBezTo>
                    <a:pt x="54" y="266"/>
                    <a:pt x="54" y="266"/>
                    <a:pt x="54" y="266"/>
                  </a:cubicBezTo>
                  <a:cubicBezTo>
                    <a:pt x="54" y="266"/>
                    <a:pt x="71" y="266"/>
                    <a:pt x="98" y="292"/>
                  </a:cubicBezTo>
                  <a:cubicBezTo>
                    <a:pt x="124" y="319"/>
                    <a:pt x="124" y="337"/>
                    <a:pt x="124" y="337"/>
                  </a:cubicBezTo>
                  <a:lnTo>
                    <a:pt x="116" y="354"/>
                  </a:lnTo>
                  <a:close/>
                </a:path>
              </a:pathLst>
            </a:custGeom>
            <a:solidFill>
              <a:schemeClr val="bg1"/>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lIns="45712" tIns="22856" rIns="45712" bIns="22856" anchor="ctr"/>
            <a:lstStyle/>
            <a:p>
              <a:pPr>
                <a:defRPr/>
              </a:pPr>
              <a:endParaRPr lang="en-US" sz="700" dirty="0">
                <a:solidFill>
                  <a:schemeClr val="bg1"/>
                </a:solidFill>
              </a:endParaRPr>
            </a:p>
          </p:txBody>
        </p:sp>
      </p:grpSp>
      <p:sp>
        <p:nvSpPr>
          <p:cNvPr id="43" name="TextBox 10"/>
          <p:cNvSpPr txBox="1"/>
          <p:nvPr/>
        </p:nvSpPr>
        <p:spPr>
          <a:xfrm>
            <a:off x="4816174" y="4687321"/>
            <a:ext cx="1061829" cy="253916"/>
          </a:xfrm>
          <a:prstGeom prst="rect">
            <a:avLst/>
          </a:prstGeom>
          <a:noFill/>
        </p:spPr>
        <p:txBody>
          <a:bodyPr wrap="none" lIns="68580" tIns="34290" rIns="68580" bIns="34290" rtlCol="0">
            <a:spAutoFit/>
          </a:bodyPr>
          <a:lstStyle/>
          <a:p>
            <a:r>
              <a:rPr lang="zh-CN" altLang="en-US" sz="1200" dirty="0">
                <a:solidFill>
                  <a:schemeClr val="bg1"/>
                </a:solidFill>
                <a:latin typeface="微软雅黑" panose="020B0503020204020204" pitchFamily="34" charset="-122"/>
                <a:ea typeface="微软雅黑" panose="020B0503020204020204" pitchFamily="34" charset="-122"/>
              </a:rPr>
              <a:t>答辩人</a:t>
            </a:r>
            <a:r>
              <a:rPr lang="zh-CN" altLang="en-US" sz="1200" dirty="0" smtClean="0">
                <a:solidFill>
                  <a:schemeClr val="bg1"/>
                </a:solidFill>
                <a:latin typeface="微软雅黑" panose="020B0503020204020204" pitchFamily="34" charset="-122"/>
                <a:ea typeface="微软雅黑" panose="020B0503020204020204" pitchFamily="34" charset="-122"/>
              </a:rPr>
              <a:t>：青课</a:t>
            </a:r>
            <a:endParaRPr lang="zh-CN" altLang="en-US" sz="1200" dirty="0">
              <a:solidFill>
                <a:schemeClr val="bg1"/>
              </a:solidFill>
              <a:latin typeface="微软雅黑" panose="020B0503020204020204" pitchFamily="34" charset="-122"/>
              <a:ea typeface="微软雅黑" panose="020B0503020204020204" pitchFamily="34" charset="-122"/>
            </a:endParaRPr>
          </a:p>
        </p:txBody>
      </p:sp>
      <p:sp>
        <p:nvSpPr>
          <p:cNvPr id="44" name="TextBox 11"/>
          <p:cNvSpPr txBox="1"/>
          <p:nvPr/>
        </p:nvSpPr>
        <p:spPr>
          <a:xfrm>
            <a:off x="2982929" y="4692913"/>
            <a:ext cx="1215717" cy="253916"/>
          </a:xfrm>
          <a:prstGeom prst="rect">
            <a:avLst/>
          </a:prstGeom>
          <a:noFill/>
        </p:spPr>
        <p:txBody>
          <a:bodyPr wrap="none" lIns="68580" tIns="34290" rIns="68580" bIns="34290" rtlCol="0">
            <a:spAutoFit/>
          </a:bodyPr>
          <a:lstStyle/>
          <a:p>
            <a:r>
              <a:rPr lang="zh-CN" altLang="en-US" sz="1200" dirty="0">
                <a:solidFill>
                  <a:schemeClr val="bg1"/>
                </a:solidFill>
                <a:latin typeface="微软雅黑" panose="020B0503020204020204" pitchFamily="34" charset="-122"/>
                <a:ea typeface="微软雅黑" panose="020B0503020204020204" pitchFamily="34" charset="-122"/>
              </a:rPr>
              <a:t>指导老师</a:t>
            </a:r>
            <a:r>
              <a:rPr lang="zh-CN" altLang="en-US" sz="1200" dirty="0" smtClean="0">
                <a:solidFill>
                  <a:schemeClr val="bg1"/>
                </a:solidFill>
                <a:latin typeface="微软雅黑" panose="020B0503020204020204" pitchFamily="34" charset="-122"/>
                <a:ea typeface="微软雅黑" panose="020B0503020204020204" pitchFamily="34" charset="-122"/>
              </a:rPr>
              <a:t>：青课</a:t>
            </a:r>
            <a:endParaRPr lang="zh-CN" altLang="en-US" sz="1200" dirty="0">
              <a:solidFill>
                <a:schemeClr val="bg1"/>
              </a:solidFill>
              <a:latin typeface="微软雅黑" panose="020B0503020204020204" pitchFamily="34" charset="-122"/>
              <a:ea typeface="微软雅黑" panose="020B0503020204020204" pitchFamily="34" charset="-122"/>
            </a:endParaRPr>
          </a:p>
        </p:txBody>
      </p:sp>
      <p:pic>
        <p:nvPicPr>
          <p:cNvPr id="46" name="图片 4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085389" y="3148450"/>
            <a:ext cx="2898511" cy="1059606"/>
          </a:xfrm>
          <a:prstGeom prst="rect">
            <a:avLst/>
          </a:prstGeom>
        </p:spPr>
      </p:pic>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withEffect">
                                  <p:stCondLst>
                                    <p:cond delay="40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500"/>
                                        <p:tgtEl>
                                          <p:spTgt spid="26"/>
                                        </p:tgtEl>
                                      </p:cBhvr>
                                    </p:animEffect>
                                    <p:anim calcmode="lin" valueType="num">
                                      <p:cBhvr>
                                        <p:cTn id="8" dur="500" fill="hold"/>
                                        <p:tgtEl>
                                          <p:spTgt spid="26"/>
                                        </p:tgtEl>
                                        <p:attrNameLst>
                                          <p:attrName>ppt_x</p:attrName>
                                        </p:attrNameLst>
                                      </p:cBhvr>
                                      <p:tavLst>
                                        <p:tav tm="0">
                                          <p:val>
                                            <p:strVal val="#ppt_x"/>
                                          </p:val>
                                        </p:tav>
                                        <p:tav tm="100000">
                                          <p:val>
                                            <p:strVal val="#ppt_x"/>
                                          </p:val>
                                        </p:tav>
                                      </p:tavLst>
                                    </p:anim>
                                    <p:anim calcmode="lin" valueType="num">
                                      <p:cBhvr>
                                        <p:cTn id="9" dur="500" fill="hold"/>
                                        <p:tgtEl>
                                          <p:spTgt spid="26"/>
                                        </p:tgtEl>
                                        <p:attrNameLst>
                                          <p:attrName>ppt_y</p:attrName>
                                        </p:attrNameLst>
                                      </p:cBhvr>
                                      <p:tavLst>
                                        <p:tav tm="0">
                                          <p:val>
                                            <p:strVal val="#ppt_y-.1"/>
                                          </p:val>
                                        </p:tav>
                                        <p:tav tm="100000">
                                          <p:val>
                                            <p:strVal val="#ppt_y"/>
                                          </p:val>
                                        </p:tav>
                                      </p:tavLst>
                                    </p:anim>
                                  </p:childTnLst>
                                </p:cTn>
                              </p:par>
                              <p:par>
                                <p:cTn id="10" presetID="47" presetClass="entr" presetSubtype="0" fill="hold" nodeType="withEffect">
                                  <p:stCondLst>
                                    <p:cond delay="400"/>
                                  </p:stCondLst>
                                  <p:childTnLst>
                                    <p:set>
                                      <p:cBhvr>
                                        <p:cTn id="11" dur="1" fill="hold">
                                          <p:stCondLst>
                                            <p:cond delay="0"/>
                                          </p:stCondLst>
                                        </p:cTn>
                                        <p:tgtEl>
                                          <p:spTgt spid="29"/>
                                        </p:tgtEl>
                                        <p:attrNameLst>
                                          <p:attrName>style.visibility</p:attrName>
                                        </p:attrNameLst>
                                      </p:cBhvr>
                                      <p:to>
                                        <p:strVal val="visible"/>
                                      </p:to>
                                    </p:set>
                                    <p:animEffect transition="in" filter="fade">
                                      <p:cBhvr>
                                        <p:cTn id="12" dur="500"/>
                                        <p:tgtEl>
                                          <p:spTgt spid="29"/>
                                        </p:tgtEl>
                                      </p:cBhvr>
                                    </p:animEffect>
                                    <p:anim calcmode="lin" valueType="num">
                                      <p:cBhvr>
                                        <p:cTn id="13" dur="500" fill="hold"/>
                                        <p:tgtEl>
                                          <p:spTgt spid="29"/>
                                        </p:tgtEl>
                                        <p:attrNameLst>
                                          <p:attrName>ppt_x</p:attrName>
                                        </p:attrNameLst>
                                      </p:cBhvr>
                                      <p:tavLst>
                                        <p:tav tm="0">
                                          <p:val>
                                            <p:strVal val="#ppt_x"/>
                                          </p:val>
                                        </p:tav>
                                        <p:tav tm="100000">
                                          <p:val>
                                            <p:strVal val="#ppt_x"/>
                                          </p:val>
                                        </p:tav>
                                      </p:tavLst>
                                    </p:anim>
                                    <p:anim calcmode="lin" valueType="num">
                                      <p:cBhvr>
                                        <p:cTn id="14" dur="500" fill="hold"/>
                                        <p:tgtEl>
                                          <p:spTgt spid="29"/>
                                        </p:tgtEl>
                                        <p:attrNameLst>
                                          <p:attrName>ppt_y</p:attrName>
                                        </p:attrNameLst>
                                      </p:cBhvr>
                                      <p:tavLst>
                                        <p:tav tm="0">
                                          <p:val>
                                            <p:strVal val="#ppt_y-.1"/>
                                          </p:val>
                                        </p:tav>
                                        <p:tav tm="100000">
                                          <p:val>
                                            <p:strVal val="#ppt_y"/>
                                          </p:val>
                                        </p:tav>
                                      </p:tavLst>
                                    </p:anim>
                                  </p:childTnLst>
                                </p:cTn>
                              </p:par>
                              <p:par>
                                <p:cTn id="15" presetID="47" presetClass="entr" presetSubtype="0" fill="hold" nodeType="withEffect">
                                  <p:stCondLst>
                                    <p:cond delay="400"/>
                                  </p:stCondLst>
                                  <p:childTnLst>
                                    <p:set>
                                      <p:cBhvr>
                                        <p:cTn id="16" dur="1" fill="hold">
                                          <p:stCondLst>
                                            <p:cond delay="0"/>
                                          </p:stCondLst>
                                        </p:cTn>
                                        <p:tgtEl>
                                          <p:spTgt spid="2"/>
                                        </p:tgtEl>
                                        <p:attrNameLst>
                                          <p:attrName>style.visibility</p:attrName>
                                        </p:attrNameLst>
                                      </p:cBhvr>
                                      <p:to>
                                        <p:strVal val="visible"/>
                                      </p:to>
                                    </p:set>
                                    <p:animEffect transition="in" filter="fade">
                                      <p:cBhvr>
                                        <p:cTn id="17" dur="500"/>
                                        <p:tgtEl>
                                          <p:spTgt spid="2"/>
                                        </p:tgtEl>
                                      </p:cBhvr>
                                    </p:animEffect>
                                    <p:anim calcmode="lin" valueType="num">
                                      <p:cBhvr>
                                        <p:cTn id="18" dur="500" fill="hold"/>
                                        <p:tgtEl>
                                          <p:spTgt spid="2"/>
                                        </p:tgtEl>
                                        <p:attrNameLst>
                                          <p:attrName>ppt_x</p:attrName>
                                        </p:attrNameLst>
                                      </p:cBhvr>
                                      <p:tavLst>
                                        <p:tav tm="0">
                                          <p:val>
                                            <p:strVal val="#ppt_x"/>
                                          </p:val>
                                        </p:tav>
                                        <p:tav tm="100000">
                                          <p:val>
                                            <p:strVal val="#ppt_x"/>
                                          </p:val>
                                        </p:tav>
                                      </p:tavLst>
                                    </p:anim>
                                    <p:anim calcmode="lin" valueType="num">
                                      <p:cBhvr>
                                        <p:cTn id="19" dur="500" fill="hold"/>
                                        <p:tgtEl>
                                          <p:spTgt spid="2"/>
                                        </p:tgtEl>
                                        <p:attrNameLst>
                                          <p:attrName>ppt_y</p:attrName>
                                        </p:attrNameLst>
                                      </p:cBhvr>
                                      <p:tavLst>
                                        <p:tav tm="0">
                                          <p:val>
                                            <p:strVal val="#ppt_y-.1"/>
                                          </p:val>
                                        </p:tav>
                                        <p:tav tm="100000">
                                          <p:val>
                                            <p:strVal val="#ppt_y"/>
                                          </p:val>
                                        </p:tav>
                                      </p:tavLst>
                                    </p:anim>
                                  </p:childTnLst>
                                </p:cTn>
                              </p:par>
                              <p:par>
                                <p:cTn id="20" presetID="47" presetClass="entr" presetSubtype="0" fill="hold" nodeType="withEffect">
                                  <p:stCondLst>
                                    <p:cond delay="400"/>
                                  </p:stCondLst>
                                  <p:childTnLst>
                                    <p:set>
                                      <p:cBhvr>
                                        <p:cTn id="21" dur="1" fill="hold">
                                          <p:stCondLst>
                                            <p:cond delay="0"/>
                                          </p:stCondLst>
                                        </p:cTn>
                                        <p:tgtEl>
                                          <p:spTgt spid="3"/>
                                        </p:tgtEl>
                                        <p:attrNameLst>
                                          <p:attrName>style.visibility</p:attrName>
                                        </p:attrNameLst>
                                      </p:cBhvr>
                                      <p:to>
                                        <p:strVal val="visible"/>
                                      </p:to>
                                    </p:set>
                                    <p:animEffect transition="in" filter="fade">
                                      <p:cBhvr>
                                        <p:cTn id="22" dur="500"/>
                                        <p:tgtEl>
                                          <p:spTgt spid="3"/>
                                        </p:tgtEl>
                                      </p:cBhvr>
                                    </p:animEffect>
                                    <p:anim calcmode="lin" valueType="num">
                                      <p:cBhvr>
                                        <p:cTn id="23" dur="500" fill="hold"/>
                                        <p:tgtEl>
                                          <p:spTgt spid="3"/>
                                        </p:tgtEl>
                                        <p:attrNameLst>
                                          <p:attrName>ppt_x</p:attrName>
                                        </p:attrNameLst>
                                      </p:cBhvr>
                                      <p:tavLst>
                                        <p:tav tm="0">
                                          <p:val>
                                            <p:strVal val="#ppt_x"/>
                                          </p:val>
                                        </p:tav>
                                        <p:tav tm="100000">
                                          <p:val>
                                            <p:strVal val="#ppt_x"/>
                                          </p:val>
                                        </p:tav>
                                      </p:tavLst>
                                    </p:anim>
                                    <p:anim calcmode="lin" valueType="num">
                                      <p:cBhvr>
                                        <p:cTn id="24" dur="500" fill="hold"/>
                                        <p:tgtEl>
                                          <p:spTgt spid="3"/>
                                        </p:tgtEl>
                                        <p:attrNameLst>
                                          <p:attrName>ppt_y</p:attrName>
                                        </p:attrNameLst>
                                      </p:cBhvr>
                                      <p:tavLst>
                                        <p:tav tm="0">
                                          <p:val>
                                            <p:strVal val="#ppt_y-.1"/>
                                          </p:val>
                                        </p:tav>
                                        <p:tav tm="100000">
                                          <p:val>
                                            <p:strVal val="#ppt_y"/>
                                          </p:val>
                                        </p:tav>
                                      </p:tavLst>
                                    </p:anim>
                                  </p:childTnLst>
                                </p:cTn>
                              </p:par>
                              <p:par>
                                <p:cTn id="25" presetID="47" presetClass="entr" presetSubtype="0" fill="hold" nodeType="withEffect">
                                  <p:stCondLst>
                                    <p:cond delay="400"/>
                                  </p:stCondLst>
                                  <p:childTnLst>
                                    <p:set>
                                      <p:cBhvr>
                                        <p:cTn id="26" dur="1" fill="hold">
                                          <p:stCondLst>
                                            <p:cond delay="0"/>
                                          </p:stCondLst>
                                        </p:cTn>
                                        <p:tgtEl>
                                          <p:spTgt spid="4"/>
                                        </p:tgtEl>
                                        <p:attrNameLst>
                                          <p:attrName>style.visibility</p:attrName>
                                        </p:attrNameLst>
                                      </p:cBhvr>
                                      <p:to>
                                        <p:strVal val="visible"/>
                                      </p:to>
                                    </p:set>
                                    <p:animEffect transition="in" filter="fade">
                                      <p:cBhvr>
                                        <p:cTn id="27" dur="500"/>
                                        <p:tgtEl>
                                          <p:spTgt spid="4"/>
                                        </p:tgtEl>
                                      </p:cBhvr>
                                    </p:animEffect>
                                    <p:anim calcmode="lin" valueType="num">
                                      <p:cBhvr>
                                        <p:cTn id="28" dur="500" fill="hold"/>
                                        <p:tgtEl>
                                          <p:spTgt spid="4"/>
                                        </p:tgtEl>
                                        <p:attrNameLst>
                                          <p:attrName>ppt_x</p:attrName>
                                        </p:attrNameLst>
                                      </p:cBhvr>
                                      <p:tavLst>
                                        <p:tav tm="0">
                                          <p:val>
                                            <p:strVal val="#ppt_x"/>
                                          </p:val>
                                        </p:tav>
                                        <p:tav tm="100000">
                                          <p:val>
                                            <p:strVal val="#ppt_x"/>
                                          </p:val>
                                        </p:tav>
                                      </p:tavLst>
                                    </p:anim>
                                    <p:anim calcmode="lin" valueType="num">
                                      <p:cBhvr>
                                        <p:cTn id="29" dur="500" fill="hold"/>
                                        <p:tgtEl>
                                          <p:spTgt spid="4"/>
                                        </p:tgtEl>
                                        <p:attrNameLst>
                                          <p:attrName>ppt_y</p:attrName>
                                        </p:attrNameLst>
                                      </p:cBhvr>
                                      <p:tavLst>
                                        <p:tav tm="0">
                                          <p:val>
                                            <p:strVal val="#ppt_y-.1"/>
                                          </p:val>
                                        </p:tav>
                                        <p:tav tm="100000">
                                          <p:val>
                                            <p:strVal val="#ppt_y"/>
                                          </p:val>
                                        </p:tav>
                                      </p:tavLst>
                                    </p:anim>
                                  </p:childTnLst>
                                </p:cTn>
                              </p:par>
                              <p:par>
                                <p:cTn id="30" presetID="47" presetClass="entr" presetSubtype="0" fill="hold" nodeType="withEffect">
                                  <p:stCondLst>
                                    <p:cond delay="400"/>
                                  </p:stCondLst>
                                  <p:childTnLst>
                                    <p:set>
                                      <p:cBhvr>
                                        <p:cTn id="31" dur="1" fill="hold">
                                          <p:stCondLst>
                                            <p:cond delay="0"/>
                                          </p:stCondLst>
                                        </p:cTn>
                                        <p:tgtEl>
                                          <p:spTgt spid="5"/>
                                        </p:tgtEl>
                                        <p:attrNameLst>
                                          <p:attrName>style.visibility</p:attrName>
                                        </p:attrNameLst>
                                      </p:cBhvr>
                                      <p:to>
                                        <p:strVal val="visible"/>
                                      </p:to>
                                    </p:set>
                                    <p:animEffect transition="in" filter="fade">
                                      <p:cBhvr>
                                        <p:cTn id="32" dur="500"/>
                                        <p:tgtEl>
                                          <p:spTgt spid="5"/>
                                        </p:tgtEl>
                                      </p:cBhvr>
                                    </p:animEffect>
                                    <p:anim calcmode="lin" valueType="num">
                                      <p:cBhvr>
                                        <p:cTn id="33" dur="500" fill="hold"/>
                                        <p:tgtEl>
                                          <p:spTgt spid="5"/>
                                        </p:tgtEl>
                                        <p:attrNameLst>
                                          <p:attrName>ppt_x</p:attrName>
                                        </p:attrNameLst>
                                      </p:cBhvr>
                                      <p:tavLst>
                                        <p:tav tm="0">
                                          <p:val>
                                            <p:strVal val="#ppt_x"/>
                                          </p:val>
                                        </p:tav>
                                        <p:tav tm="100000">
                                          <p:val>
                                            <p:strVal val="#ppt_x"/>
                                          </p:val>
                                        </p:tav>
                                      </p:tavLst>
                                    </p:anim>
                                    <p:anim calcmode="lin" valueType="num">
                                      <p:cBhvr>
                                        <p:cTn id="34" dur="500" fill="hold"/>
                                        <p:tgtEl>
                                          <p:spTgt spid="5"/>
                                        </p:tgtEl>
                                        <p:attrNameLst>
                                          <p:attrName>ppt_y</p:attrName>
                                        </p:attrNameLst>
                                      </p:cBhvr>
                                      <p:tavLst>
                                        <p:tav tm="0">
                                          <p:val>
                                            <p:strVal val="#ppt_y-.1"/>
                                          </p:val>
                                        </p:tav>
                                        <p:tav tm="100000">
                                          <p:val>
                                            <p:strVal val="#ppt_y"/>
                                          </p:val>
                                        </p:tav>
                                      </p:tavLst>
                                    </p:anim>
                                  </p:childTnLst>
                                </p:cTn>
                              </p:par>
                              <p:par>
                                <p:cTn id="35" presetID="47" presetClass="entr" presetSubtype="0" fill="hold" grpId="0" nodeType="withEffect">
                                  <p:stCondLst>
                                    <p:cond delay="400"/>
                                  </p:stCondLst>
                                  <p:childTnLst>
                                    <p:set>
                                      <p:cBhvr>
                                        <p:cTn id="36" dur="1" fill="hold">
                                          <p:stCondLst>
                                            <p:cond delay="0"/>
                                          </p:stCondLst>
                                        </p:cTn>
                                        <p:tgtEl>
                                          <p:spTgt spid="6"/>
                                        </p:tgtEl>
                                        <p:attrNameLst>
                                          <p:attrName>style.visibility</p:attrName>
                                        </p:attrNameLst>
                                      </p:cBhvr>
                                      <p:to>
                                        <p:strVal val="visible"/>
                                      </p:to>
                                    </p:set>
                                    <p:animEffect transition="in" filter="fade">
                                      <p:cBhvr>
                                        <p:cTn id="37" dur="500"/>
                                        <p:tgtEl>
                                          <p:spTgt spid="6"/>
                                        </p:tgtEl>
                                      </p:cBhvr>
                                    </p:animEffect>
                                    <p:anim calcmode="lin" valueType="num">
                                      <p:cBhvr>
                                        <p:cTn id="38" dur="500" fill="hold"/>
                                        <p:tgtEl>
                                          <p:spTgt spid="6"/>
                                        </p:tgtEl>
                                        <p:attrNameLst>
                                          <p:attrName>ppt_x</p:attrName>
                                        </p:attrNameLst>
                                      </p:cBhvr>
                                      <p:tavLst>
                                        <p:tav tm="0">
                                          <p:val>
                                            <p:strVal val="#ppt_x"/>
                                          </p:val>
                                        </p:tav>
                                        <p:tav tm="100000">
                                          <p:val>
                                            <p:strVal val="#ppt_x"/>
                                          </p:val>
                                        </p:tav>
                                      </p:tavLst>
                                    </p:anim>
                                    <p:anim calcmode="lin" valueType="num">
                                      <p:cBhvr>
                                        <p:cTn id="39" dur="500" fill="hold"/>
                                        <p:tgtEl>
                                          <p:spTgt spid="6"/>
                                        </p:tgtEl>
                                        <p:attrNameLst>
                                          <p:attrName>ppt_y</p:attrName>
                                        </p:attrNameLst>
                                      </p:cBhvr>
                                      <p:tavLst>
                                        <p:tav tm="0">
                                          <p:val>
                                            <p:strVal val="#ppt_y-.1"/>
                                          </p:val>
                                        </p:tav>
                                        <p:tav tm="100000">
                                          <p:val>
                                            <p:strVal val="#ppt_y"/>
                                          </p:val>
                                        </p:tav>
                                      </p:tavLst>
                                    </p:anim>
                                  </p:childTnLst>
                                </p:cTn>
                              </p:par>
                              <p:par>
                                <p:cTn id="40" presetID="47" presetClass="entr" presetSubtype="0" fill="hold" grpId="0" nodeType="withEffect">
                                  <p:stCondLst>
                                    <p:cond delay="400"/>
                                  </p:stCondLst>
                                  <p:childTnLst>
                                    <p:set>
                                      <p:cBhvr>
                                        <p:cTn id="41" dur="1" fill="hold">
                                          <p:stCondLst>
                                            <p:cond delay="0"/>
                                          </p:stCondLst>
                                        </p:cTn>
                                        <p:tgtEl>
                                          <p:spTgt spid="7"/>
                                        </p:tgtEl>
                                        <p:attrNameLst>
                                          <p:attrName>style.visibility</p:attrName>
                                        </p:attrNameLst>
                                      </p:cBhvr>
                                      <p:to>
                                        <p:strVal val="visible"/>
                                      </p:to>
                                    </p:set>
                                    <p:animEffect transition="in" filter="fade">
                                      <p:cBhvr>
                                        <p:cTn id="42" dur="500"/>
                                        <p:tgtEl>
                                          <p:spTgt spid="7"/>
                                        </p:tgtEl>
                                      </p:cBhvr>
                                    </p:animEffect>
                                    <p:anim calcmode="lin" valueType="num">
                                      <p:cBhvr>
                                        <p:cTn id="43" dur="500" fill="hold"/>
                                        <p:tgtEl>
                                          <p:spTgt spid="7"/>
                                        </p:tgtEl>
                                        <p:attrNameLst>
                                          <p:attrName>ppt_x</p:attrName>
                                        </p:attrNameLst>
                                      </p:cBhvr>
                                      <p:tavLst>
                                        <p:tav tm="0">
                                          <p:val>
                                            <p:strVal val="#ppt_x"/>
                                          </p:val>
                                        </p:tav>
                                        <p:tav tm="100000">
                                          <p:val>
                                            <p:strVal val="#ppt_x"/>
                                          </p:val>
                                        </p:tav>
                                      </p:tavLst>
                                    </p:anim>
                                    <p:anim calcmode="lin" valueType="num">
                                      <p:cBhvr>
                                        <p:cTn id="44" dur="500" fill="hold"/>
                                        <p:tgtEl>
                                          <p:spTgt spid="7"/>
                                        </p:tgtEl>
                                        <p:attrNameLst>
                                          <p:attrName>ppt_y</p:attrName>
                                        </p:attrNameLst>
                                      </p:cBhvr>
                                      <p:tavLst>
                                        <p:tav tm="0">
                                          <p:val>
                                            <p:strVal val="#ppt_y-.1"/>
                                          </p:val>
                                        </p:tav>
                                        <p:tav tm="100000">
                                          <p:val>
                                            <p:strVal val="#ppt_y"/>
                                          </p:val>
                                        </p:tav>
                                      </p:tavLst>
                                    </p:anim>
                                  </p:childTnLst>
                                </p:cTn>
                              </p:par>
                              <p:par>
                                <p:cTn id="45" presetID="47" presetClass="entr" presetSubtype="0" fill="hold" grpId="0" nodeType="withEffect">
                                  <p:stCondLst>
                                    <p:cond delay="400"/>
                                  </p:stCondLst>
                                  <p:childTnLst>
                                    <p:set>
                                      <p:cBhvr>
                                        <p:cTn id="46" dur="1" fill="hold">
                                          <p:stCondLst>
                                            <p:cond delay="0"/>
                                          </p:stCondLst>
                                        </p:cTn>
                                        <p:tgtEl>
                                          <p:spTgt spid="8"/>
                                        </p:tgtEl>
                                        <p:attrNameLst>
                                          <p:attrName>style.visibility</p:attrName>
                                        </p:attrNameLst>
                                      </p:cBhvr>
                                      <p:to>
                                        <p:strVal val="visible"/>
                                      </p:to>
                                    </p:set>
                                    <p:animEffect transition="in" filter="fade">
                                      <p:cBhvr>
                                        <p:cTn id="47" dur="500"/>
                                        <p:tgtEl>
                                          <p:spTgt spid="8"/>
                                        </p:tgtEl>
                                      </p:cBhvr>
                                    </p:animEffect>
                                    <p:anim calcmode="lin" valueType="num">
                                      <p:cBhvr>
                                        <p:cTn id="48" dur="500" fill="hold"/>
                                        <p:tgtEl>
                                          <p:spTgt spid="8"/>
                                        </p:tgtEl>
                                        <p:attrNameLst>
                                          <p:attrName>ppt_x</p:attrName>
                                        </p:attrNameLst>
                                      </p:cBhvr>
                                      <p:tavLst>
                                        <p:tav tm="0">
                                          <p:val>
                                            <p:strVal val="#ppt_x"/>
                                          </p:val>
                                        </p:tav>
                                        <p:tav tm="100000">
                                          <p:val>
                                            <p:strVal val="#ppt_x"/>
                                          </p:val>
                                        </p:tav>
                                      </p:tavLst>
                                    </p:anim>
                                    <p:anim calcmode="lin" valueType="num">
                                      <p:cBhvr>
                                        <p:cTn id="49" dur="500" fill="hold"/>
                                        <p:tgtEl>
                                          <p:spTgt spid="8"/>
                                        </p:tgtEl>
                                        <p:attrNameLst>
                                          <p:attrName>ppt_y</p:attrName>
                                        </p:attrNameLst>
                                      </p:cBhvr>
                                      <p:tavLst>
                                        <p:tav tm="0">
                                          <p:val>
                                            <p:strVal val="#ppt_y-.1"/>
                                          </p:val>
                                        </p:tav>
                                        <p:tav tm="100000">
                                          <p:val>
                                            <p:strVal val="#ppt_y"/>
                                          </p:val>
                                        </p:tav>
                                      </p:tavLst>
                                    </p:anim>
                                  </p:childTnLst>
                                </p:cTn>
                              </p:par>
                              <p:par>
                                <p:cTn id="50" presetID="47" presetClass="entr" presetSubtype="0" fill="hold" grpId="0" nodeType="withEffect">
                                  <p:stCondLst>
                                    <p:cond delay="400"/>
                                  </p:stCondLst>
                                  <p:childTnLst>
                                    <p:set>
                                      <p:cBhvr>
                                        <p:cTn id="51" dur="1" fill="hold">
                                          <p:stCondLst>
                                            <p:cond delay="0"/>
                                          </p:stCondLst>
                                        </p:cTn>
                                        <p:tgtEl>
                                          <p:spTgt spid="9"/>
                                        </p:tgtEl>
                                        <p:attrNameLst>
                                          <p:attrName>style.visibility</p:attrName>
                                        </p:attrNameLst>
                                      </p:cBhvr>
                                      <p:to>
                                        <p:strVal val="visible"/>
                                      </p:to>
                                    </p:set>
                                    <p:animEffect transition="in" filter="fade">
                                      <p:cBhvr>
                                        <p:cTn id="52" dur="500"/>
                                        <p:tgtEl>
                                          <p:spTgt spid="9"/>
                                        </p:tgtEl>
                                      </p:cBhvr>
                                    </p:animEffect>
                                    <p:anim calcmode="lin" valueType="num">
                                      <p:cBhvr>
                                        <p:cTn id="53" dur="500" fill="hold"/>
                                        <p:tgtEl>
                                          <p:spTgt spid="9"/>
                                        </p:tgtEl>
                                        <p:attrNameLst>
                                          <p:attrName>ppt_x</p:attrName>
                                        </p:attrNameLst>
                                      </p:cBhvr>
                                      <p:tavLst>
                                        <p:tav tm="0">
                                          <p:val>
                                            <p:strVal val="#ppt_x"/>
                                          </p:val>
                                        </p:tav>
                                        <p:tav tm="100000">
                                          <p:val>
                                            <p:strVal val="#ppt_x"/>
                                          </p:val>
                                        </p:tav>
                                      </p:tavLst>
                                    </p:anim>
                                    <p:anim calcmode="lin" valueType="num">
                                      <p:cBhvr>
                                        <p:cTn id="54" dur="500" fill="hold"/>
                                        <p:tgtEl>
                                          <p:spTgt spid="9"/>
                                        </p:tgtEl>
                                        <p:attrNameLst>
                                          <p:attrName>ppt_y</p:attrName>
                                        </p:attrNameLst>
                                      </p:cBhvr>
                                      <p:tavLst>
                                        <p:tav tm="0">
                                          <p:val>
                                            <p:strVal val="#ppt_y-.1"/>
                                          </p:val>
                                        </p:tav>
                                        <p:tav tm="100000">
                                          <p:val>
                                            <p:strVal val="#ppt_y"/>
                                          </p:val>
                                        </p:tav>
                                      </p:tavLst>
                                    </p:anim>
                                  </p:childTnLst>
                                </p:cTn>
                              </p:par>
                              <p:par>
                                <p:cTn id="55" presetID="47" presetClass="entr" presetSubtype="0" fill="hold" grpId="0" nodeType="withEffect">
                                  <p:stCondLst>
                                    <p:cond delay="400"/>
                                  </p:stCondLst>
                                  <p:childTnLst>
                                    <p:set>
                                      <p:cBhvr>
                                        <p:cTn id="56" dur="1" fill="hold">
                                          <p:stCondLst>
                                            <p:cond delay="0"/>
                                          </p:stCondLst>
                                        </p:cTn>
                                        <p:tgtEl>
                                          <p:spTgt spid="10"/>
                                        </p:tgtEl>
                                        <p:attrNameLst>
                                          <p:attrName>style.visibility</p:attrName>
                                        </p:attrNameLst>
                                      </p:cBhvr>
                                      <p:to>
                                        <p:strVal val="visible"/>
                                      </p:to>
                                    </p:set>
                                    <p:animEffect transition="in" filter="fade">
                                      <p:cBhvr>
                                        <p:cTn id="57" dur="500"/>
                                        <p:tgtEl>
                                          <p:spTgt spid="10"/>
                                        </p:tgtEl>
                                      </p:cBhvr>
                                    </p:animEffect>
                                    <p:anim calcmode="lin" valueType="num">
                                      <p:cBhvr>
                                        <p:cTn id="58" dur="500" fill="hold"/>
                                        <p:tgtEl>
                                          <p:spTgt spid="10"/>
                                        </p:tgtEl>
                                        <p:attrNameLst>
                                          <p:attrName>ppt_x</p:attrName>
                                        </p:attrNameLst>
                                      </p:cBhvr>
                                      <p:tavLst>
                                        <p:tav tm="0">
                                          <p:val>
                                            <p:strVal val="#ppt_x"/>
                                          </p:val>
                                        </p:tav>
                                        <p:tav tm="100000">
                                          <p:val>
                                            <p:strVal val="#ppt_x"/>
                                          </p:val>
                                        </p:tav>
                                      </p:tavLst>
                                    </p:anim>
                                    <p:anim calcmode="lin" valueType="num">
                                      <p:cBhvr>
                                        <p:cTn id="59" dur="5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60" fill="hold">
                      <p:stCondLst>
                        <p:cond delay="indefinite"/>
                      </p:stCondLst>
                      <p:childTnLst>
                        <p:par>
                          <p:cTn id="61" fill="hold">
                            <p:stCondLst>
                              <p:cond delay="0"/>
                            </p:stCondLst>
                            <p:childTnLst>
                              <p:par>
                                <p:cTn id="62" presetID="42" presetClass="entr" presetSubtype="0" fill="hold" nodeType="clickEffect">
                                  <p:stCondLst>
                                    <p:cond delay="0"/>
                                  </p:stCondLst>
                                  <p:childTnLst>
                                    <p:set>
                                      <p:cBhvr>
                                        <p:cTn id="63" dur="1" fill="hold">
                                          <p:stCondLst>
                                            <p:cond delay="0"/>
                                          </p:stCondLst>
                                        </p:cTn>
                                        <p:tgtEl>
                                          <p:spTgt spid="34"/>
                                        </p:tgtEl>
                                        <p:attrNameLst>
                                          <p:attrName>style.visibility</p:attrName>
                                        </p:attrNameLst>
                                      </p:cBhvr>
                                      <p:to>
                                        <p:strVal val="visible"/>
                                      </p:to>
                                    </p:set>
                                    <p:animEffect transition="in" filter="fade">
                                      <p:cBhvr>
                                        <p:cTn id="64" dur="1000"/>
                                        <p:tgtEl>
                                          <p:spTgt spid="34"/>
                                        </p:tgtEl>
                                      </p:cBhvr>
                                    </p:animEffect>
                                    <p:anim calcmode="lin" valueType="num">
                                      <p:cBhvr>
                                        <p:cTn id="65" dur="1000" fill="hold"/>
                                        <p:tgtEl>
                                          <p:spTgt spid="34"/>
                                        </p:tgtEl>
                                        <p:attrNameLst>
                                          <p:attrName>ppt_x</p:attrName>
                                        </p:attrNameLst>
                                      </p:cBhvr>
                                      <p:tavLst>
                                        <p:tav tm="0">
                                          <p:val>
                                            <p:strVal val="#ppt_x"/>
                                          </p:val>
                                        </p:tav>
                                        <p:tav tm="100000">
                                          <p:val>
                                            <p:strVal val="#ppt_x"/>
                                          </p:val>
                                        </p:tav>
                                      </p:tavLst>
                                    </p:anim>
                                    <p:anim calcmode="lin" valueType="num">
                                      <p:cBhvr>
                                        <p:cTn id="66" dur="1000" fill="hold"/>
                                        <p:tgtEl>
                                          <p:spTgt spid="34"/>
                                        </p:tgtEl>
                                        <p:attrNameLst>
                                          <p:attrName>ppt_y</p:attrName>
                                        </p:attrNameLst>
                                      </p:cBhvr>
                                      <p:tavLst>
                                        <p:tav tm="0">
                                          <p:val>
                                            <p:strVal val="#ppt_y+.1"/>
                                          </p:val>
                                        </p:tav>
                                        <p:tav tm="100000">
                                          <p:val>
                                            <p:strVal val="#ppt_y"/>
                                          </p:val>
                                        </p:tav>
                                      </p:tavLst>
                                    </p:anim>
                                  </p:childTnLst>
                                </p:cTn>
                              </p:par>
                            </p:childTnLst>
                          </p:cTn>
                        </p:par>
                        <p:par>
                          <p:cTn id="67" fill="hold">
                            <p:stCondLst>
                              <p:cond delay="1000"/>
                            </p:stCondLst>
                            <p:childTnLst>
                              <p:par>
                                <p:cTn id="68" presetID="41" presetClass="entr" presetSubtype="0" fill="hold" grpId="0" nodeType="afterEffect">
                                  <p:stCondLst>
                                    <p:cond delay="0"/>
                                  </p:stCondLst>
                                  <p:iterate type="lt">
                                    <p:tmPct val="10000"/>
                                  </p:iterate>
                                  <p:childTnLst>
                                    <p:set>
                                      <p:cBhvr>
                                        <p:cTn id="69" dur="1" fill="hold">
                                          <p:stCondLst>
                                            <p:cond delay="0"/>
                                          </p:stCondLst>
                                        </p:cTn>
                                        <p:tgtEl>
                                          <p:spTgt spid="32"/>
                                        </p:tgtEl>
                                        <p:attrNameLst>
                                          <p:attrName>style.visibility</p:attrName>
                                        </p:attrNameLst>
                                      </p:cBhvr>
                                      <p:to>
                                        <p:strVal val="visible"/>
                                      </p:to>
                                    </p:set>
                                    <p:anim calcmode="lin" valueType="num">
                                      <p:cBhvr>
                                        <p:cTn id="70" dur="700" fill="hold"/>
                                        <p:tgtEl>
                                          <p:spTgt spid="32"/>
                                        </p:tgtEl>
                                        <p:attrNameLst>
                                          <p:attrName>ppt_x</p:attrName>
                                        </p:attrNameLst>
                                      </p:cBhvr>
                                      <p:tavLst>
                                        <p:tav tm="0">
                                          <p:val>
                                            <p:strVal val="#ppt_x"/>
                                          </p:val>
                                        </p:tav>
                                        <p:tav tm="50000">
                                          <p:val>
                                            <p:strVal val="#ppt_x+.1"/>
                                          </p:val>
                                        </p:tav>
                                        <p:tav tm="100000">
                                          <p:val>
                                            <p:strVal val="#ppt_x"/>
                                          </p:val>
                                        </p:tav>
                                      </p:tavLst>
                                    </p:anim>
                                    <p:anim calcmode="lin" valueType="num">
                                      <p:cBhvr>
                                        <p:cTn id="71" dur="700" fill="hold"/>
                                        <p:tgtEl>
                                          <p:spTgt spid="32"/>
                                        </p:tgtEl>
                                        <p:attrNameLst>
                                          <p:attrName>ppt_y</p:attrName>
                                        </p:attrNameLst>
                                      </p:cBhvr>
                                      <p:tavLst>
                                        <p:tav tm="0">
                                          <p:val>
                                            <p:strVal val="#ppt_y"/>
                                          </p:val>
                                        </p:tav>
                                        <p:tav tm="100000">
                                          <p:val>
                                            <p:strVal val="#ppt_y"/>
                                          </p:val>
                                        </p:tav>
                                      </p:tavLst>
                                    </p:anim>
                                    <p:anim calcmode="lin" valueType="num">
                                      <p:cBhvr>
                                        <p:cTn id="72" dur="700" fill="hold"/>
                                        <p:tgtEl>
                                          <p:spTgt spid="32"/>
                                        </p:tgtEl>
                                        <p:attrNameLst>
                                          <p:attrName>ppt_h</p:attrName>
                                        </p:attrNameLst>
                                      </p:cBhvr>
                                      <p:tavLst>
                                        <p:tav tm="0">
                                          <p:val>
                                            <p:strVal val="#ppt_h/10"/>
                                          </p:val>
                                        </p:tav>
                                        <p:tav tm="50000">
                                          <p:val>
                                            <p:strVal val="#ppt_h+.01"/>
                                          </p:val>
                                        </p:tav>
                                        <p:tav tm="100000">
                                          <p:val>
                                            <p:strVal val="#ppt_h"/>
                                          </p:val>
                                        </p:tav>
                                      </p:tavLst>
                                    </p:anim>
                                    <p:anim calcmode="lin" valueType="num">
                                      <p:cBhvr>
                                        <p:cTn id="73" dur="700" fill="hold"/>
                                        <p:tgtEl>
                                          <p:spTgt spid="32"/>
                                        </p:tgtEl>
                                        <p:attrNameLst>
                                          <p:attrName>ppt_w</p:attrName>
                                        </p:attrNameLst>
                                      </p:cBhvr>
                                      <p:tavLst>
                                        <p:tav tm="0">
                                          <p:val>
                                            <p:strVal val="#ppt_w/10"/>
                                          </p:val>
                                        </p:tav>
                                        <p:tav tm="50000">
                                          <p:val>
                                            <p:strVal val="#ppt_w+.01"/>
                                          </p:val>
                                        </p:tav>
                                        <p:tav tm="100000">
                                          <p:val>
                                            <p:strVal val="#ppt_w"/>
                                          </p:val>
                                        </p:tav>
                                      </p:tavLst>
                                    </p:anim>
                                    <p:animEffect transition="in" filter="fade">
                                      <p:cBhvr>
                                        <p:cTn id="74" dur="700" tmFilter="0,0; .5, 1; 1, 1"/>
                                        <p:tgtEl>
                                          <p:spTgt spid="32"/>
                                        </p:tgtEl>
                                      </p:cBhvr>
                                    </p:animEffect>
                                  </p:childTnLst>
                                </p:cTn>
                              </p:par>
                            </p:childTnLst>
                          </p:cTn>
                        </p:par>
                        <p:par>
                          <p:cTn id="75" fill="hold">
                            <p:stCondLst>
                              <p:cond delay="2120"/>
                            </p:stCondLst>
                            <p:childTnLst>
                              <p:par>
                                <p:cTn id="76" presetID="22" presetClass="entr" presetSubtype="8" fill="hold" nodeType="afterEffect">
                                  <p:stCondLst>
                                    <p:cond delay="0"/>
                                  </p:stCondLst>
                                  <p:childTnLst>
                                    <p:set>
                                      <p:cBhvr>
                                        <p:cTn id="77" dur="1" fill="hold">
                                          <p:stCondLst>
                                            <p:cond delay="0"/>
                                          </p:stCondLst>
                                        </p:cTn>
                                        <p:tgtEl>
                                          <p:spTgt spid="33"/>
                                        </p:tgtEl>
                                        <p:attrNameLst>
                                          <p:attrName>style.visibility</p:attrName>
                                        </p:attrNameLst>
                                      </p:cBhvr>
                                      <p:to>
                                        <p:strVal val="visible"/>
                                      </p:to>
                                    </p:set>
                                    <p:animEffect transition="in" filter="wipe(left)">
                                      <p:cBhvr>
                                        <p:cTn id="78" dur="500"/>
                                        <p:tgtEl>
                                          <p:spTgt spid="33"/>
                                        </p:tgtEl>
                                      </p:cBhvr>
                                    </p:animEffect>
                                  </p:childTnLst>
                                </p:cTn>
                              </p:par>
                            </p:childTnLst>
                          </p:cTn>
                        </p:par>
                        <p:par>
                          <p:cTn id="79" fill="hold">
                            <p:stCondLst>
                              <p:cond delay="2620"/>
                            </p:stCondLst>
                            <p:childTnLst>
                              <p:par>
                                <p:cTn id="80" presetID="22" presetClass="entr" presetSubtype="8" fill="hold" grpId="0" nodeType="afterEffect">
                                  <p:stCondLst>
                                    <p:cond delay="0"/>
                                  </p:stCondLst>
                                  <p:childTnLst>
                                    <p:set>
                                      <p:cBhvr>
                                        <p:cTn id="81" dur="1" fill="hold">
                                          <p:stCondLst>
                                            <p:cond delay="0"/>
                                          </p:stCondLst>
                                        </p:cTn>
                                        <p:tgtEl>
                                          <p:spTgt spid="43"/>
                                        </p:tgtEl>
                                        <p:attrNameLst>
                                          <p:attrName>style.visibility</p:attrName>
                                        </p:attrNameLst>
                                      </p:cBhvr>
                                      <p:to>
                                        <p:strVal val="visible"/>
                                      </p:to>
                                    </p:set>
                                    <p:animEffect transition="in" filter="wipe(left)">
                                      <p:cBhvr>
                                        <p:cTn id="82" dur="500"/>
                                        <p:tgtEl>
                                          <p:spTgt spid="43"/>
                                        </p:tgtEl>
                                      </p:cBhvr>
                                    </p:animEffect>
                                  </p:childTnLst>
                                </p:cTn>
                              </p:par>
                            </p:childTnLst>
                          </p:cTn>
                        </p:par>
                        <p:par>
                          <p:cTn id="83" fill="hold">
                            <p:stCondLst>
                              <p:cond delay="3120"/>
                            </p:stCondLst>
                            <p:childTnLst>
                              <p:par>
                                <p:cTn id="84" presetID="22" presetClass="entr" presetSubtype="8" fill="hold" grpId="0" nodeType="afterEffect">
                                  <p:stCondLst>
                                    <p:cond delay="0"/>
                                  </p:stCondLst>
                                  <p:childTnLst>
                                    <p:set>
                                      <p:cBhvr>
                                        <p:cTn id="85" dur="1" fill="hold">
                                          <p:stCondLst>
                                            <p:cond delay="0"/>
                                          </p:stCondLst>
                                        </p:cTn>
                                        <p:tgtEl>
                                          <p:spTgt spid="44"/>
                                        </p:tgtEl>
                                        <p:attrNameLst>
                                          <p:attrName>style.visibility</p:attrName>
                                        </p:attrNameLst>
                                      </p:cBhvr>
                                      <p:to>
                                        <p:strVal val="visible"/>
                                      </p:to>
                                    </p:set>
                                    <p:animEffect transition="in" filter="wipe(left)">
                                      <p:cBhvr>
                                        <p:cTn id="86"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32" grpId="0"/>
      <p:bldP spid="43" grpId="0"/>
      <p:bldP spid="44"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58706"/>
            <a:ext cx="9144000" cy="4224501"/>
          </a:xfrm>
          <a:prstGeom prst="rect">
            <a:avLst/>
          </a:prstGeom>
        </p:spPr>
      </p:pic>
    </p:spTree>
    <p:extLst>
      <p:ext uri="{BB962C8B-B14F-4D97-AF65-F5344CB8AC3E}">
        <p14:creationId xmlns:p14="http://schemas.microsoft.com/office/powerpoint/2010/main" val="90921564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1807.白色网页式毕业答辩动态PPT模板"/>
</p:tagLst>
</file>

<file path=ppt/theme/theme1.xml><?xml version="1.0" encoding="utf-8"?>
<a:theme xmlns:a="http://schemas.openxmlformats.org/drawingml/2006/main" name="第一PPT，www.1ppt.com">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101</TotalTime>
  <Words>4467</Words>
  <Application>Microsoft Office PowerPoint</Application>
  <PresentationFormat>自定义</PresentationFormat>
  <Paragraphs>433</Paragraphs>
  <Slides>33</Slides>
  <Notes>1</Notes>
  <HiddenSlides>0</HiddenSlides>
  <MMClips>0</MMClips>
  <ScaleCrop>false</ScaleCrop>
  <HeadingPairs>
    <vt:vector size="6" baseType="variant">
      <vt:variant>
        <vt:lpstr>已用的字体</vt:lpstr>
      </vt:variant>
      <vt:variant>
        <vt:i4>7</vt:i4>
      </vt:variant>
      <vt:variant>
        <vt:lpstr>主题</vt:lpstr>
      </vt:variant>
      <vt:variant>
        <vt:i4>2</vt:i4>
      </vt:variant>
      <vt:variant>
        <vt:lpstr>幻灯片标题</vt:lpstr>
      </vt:variant>
      <vt:variant>
        <vt:i4>33</vt:i4>
      </vt:variant>
    </vt:vector>
  </HeadingPairs>
  <TitlesOfParts>
    <vt:vector size="42" baseType="lpstr">
      <vt:lpstr>等线</vt:lpstr>
      <vt:lpstr>宋体</vt:lpstr>
      <vt:lpstr>微软雅黑</vt:lpstr>
      <vt:lpstr>Arial</vt:lpstr>
      <vt:lpstr>Calibri</vt:lpstr>
      <vt:lpstr>Impact</vt:lpstr>
      <vt:lpstr>Wingdings</vt:lpstr>
      <vt:lpstr>第一PPT，www.1ppt.com</vt:lpstr>
      <vt:lpstr>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第一PPT</Manager>
  <Company>第一PPT，www.1ppt.com</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蓝色网页毕业答辩</dc:title>
  <dc:creator>第一PPT</dc:creator>
  <cp:keywords>www.1ppt.com</cp:keywords>
  <dc:description>www.1ppt.com</dc:description>
  <cp:lastModifiedBy>上海维湾9号机</cp:lastModifiedBy>
  <cp:revision>52</cp:revision>
  <dcterms:created xsi:type="dcterms:W3CDTF">2016-02-19T15:24:00Z</dcterms:created>
  <dcterms:modified xsi:type="dcterms:W3CDTF">2021-04-09T05:48:13Z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2052-10.1.0.5559</vt:lpwstr>
  </property>
</Properties>
</file>